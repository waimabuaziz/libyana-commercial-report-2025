
<file path=[Content_Types].xml><?xml version="1.0" encoding="utf-8"?>
<Types xmlns="http://schemas.openxmlformats.org/package/2006/content-types">
  <Default Extension="bin" ContentType="application/vnd.openxmlformats-officedocument.oleObject"/>
  <Default Extension="emf" ContentType="image/x-emf"/>
  <Default Extension="png" ContentType="image/png"/>
  <Default Extension="rels" ContentType="application/vnd.openxmlformats-package.relationships+xml"/>
  <Default Extension="svg" ContentType="image/svg+xml"/>
  <Default Extension="xlsb" ContentType="application/vnd.ms-excel.sheet.binary.macroEnabled.12"/>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ags/tag2.xml" ContentType="application/vnd.openxmlformats-officedocument.presentationml.tags+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2.xml" ContentType="application/vnd.openxmlformats-officedocument.theme+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theme/theme3.xml" ContentType="application/vnd.openxmlformats-officedocument.theme+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ags/tag3.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style5.xml" ContentType="application/vnd.ms-office.chartstyle+xml"/>
  <Override PartName="/ppt/charts/colors5.xml" ContentType="application/vnd.ms-office.chartcolorstyle+xml"/>
  <Override PartName="/ppt/charts/chart8.xml" ContentType="application/vnd.openxmlformats-officedocument.drawingml.chart+xml"/>
  <Override PartName="/ppt/charts/style6.xml" ContentType="application/vnd.ms-office.chartstyle+xml"/>
  <Override PartName="/ppt/charts/colors6.xml" ContentType="application/vnd.ms-office.chartcolorstyle+xml"/>
  <Override PartName="/ppt/drawings/drawing1.xml" ContentType="application/vnd.openxmlformats-officedocument.drawingml.chartshapes+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9.xml" ContentType="application/vnd.openxmlformats-officedocument.drawingml.chart+xml"/>
  <Override PartName="/ppt/theme/themeOverride1.xml" ContentType="application/vnd.openxmlformats-officedocument.themeOverride+xml"/>
  <Override PartName="/ppt/tags/tag18.xml" ContentType="application/vnd.openxmlformats-officedocument.presentationml.tags+xml"/>
  <Override PartName="/ppt/charts/chart10.xml" ContentType="application/vnd.openxmlformats-officedocument.drawingml.chart+xml"/>
  <Override PartName="/ppt/charts/style7.xml" ContentType="application/vnd.ms-office.chartstyle+xml"/>
  <Override PartName="/ppt/charts/colors7.xml" ContentType="application/vnd.ms-office.chartcolorstyle+xml"/>
  <Override PartName="/ppt/charts/chart11.xml" ContentType="application/vnd.openxmlformats-officedocument.drawingml.chart+xml"/>
  <Override PartName="/ppt/charts/style8.xml" ContentType="application/vnd.ms-office.chartstyle+xml"/>
  <Override PartName="/ppt/charts/colors8.xml" ContentType="application/vnd.ms-office.chartcolorstyle+xml"/>
  <Override PartName="/ppt/charts/chart12.xml" ContentType="application/vnd.openxmlformats-officedocument.drawingml.chart+xml"/>
  <Override PartName="/ppt/charts/style9.xml" ContentType="application/vnd.ms-office.chartstyle+xml"/>
  <Override PartName="/ppt/charts/colors9.xml" ContentType="application/vnd.ms-office.chartcolorstyle+xml"/>
  <Override PartName="/ppt/charts/chart13.xml" ContentType="application/vnd.openxmlformats-officedocument.drawingml.chart+xml"/>
  <Override PartName="/ppt/charts/style10.xml" ContentType="application/vnd.ms-office.chartstyle+xml"/>
  <Override PartName="/ppt/charts/colors10.xml" ContentType="application/vnd.ms-office.chartcolorstyle+xml"/>
  <Override PartName="/ppt/notesSlides/notesSlide5.xml" ContentType="application/vnd.openxmlformats-officedocument.presentationml.notesSlide+xml"/>
  <Override PartName="/ppt/tags/tag19.xml" ContentType="application/vnd.openxmlformats-officedocument.presentationml.tags+xml"/>
  <Override PartName="/ppt/notesSlides/notesSlide6.xml" ContentType="application/vnd.openxmlformats-officedocument.presentationml.notesSlide+xml"/>
  <Override PartName="/ppt/notesSlides/notesSlide7.xml" ContentType="application/vnd.openxmlformats-officedocument.presentationml.notesSlide+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notesSlides/notesSlide8.xml" ContentType="application/vnd.openxmlformats-officedocument.presentationml.notesSlide+xml"/>
  <Override PartName="/ppt/charts/chart14.xml" ContentType="application/vnd.openxmlformats-officedocument.drawingml.chart+xml"/>
  <Override PartName="/ppt/charts/style11.xml" ContentType="application/vnd.ms-office.chartstyle+xml"/>
  <Override PartName="/ppt/charts/colors11.xml" ContentType="application/vnd.ms-office.chartcolorstyl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671" r:id="rId5"/>
    <p:sldMasterId id="2147483708" r:id="rId6"/>
    <p:sldMasterId id="2147483788" r:id="rId7"/>
  </p:sldMasterIdLst>
  <p:notesMasterIdLst>
    <p:notesMasterId r:id="rId41"/>
  </p:notesMasterIdLst>
  <p:sldIdLst>
    <p:sldId id="273" r:id="rId8"/>
    <p:sldId id="319" r:id="rId9"/>
    <p:sldId id="12289" r:id="rId10"/>
    <p:sldId id="12290" r:id="rId11"/>
    <p:sldId id="260" r:id="rId12"/>
    <p:sldId id="282" r:id="rId13"/>
    <p:sldId id="12271" r:id="rId14"/>
    <p:sldId id="12275" r:id="rId15"/>
    <p:sldId id="12272" r:id="rId16"/>
    <p:sldId id="12273" r:id="rId17"/>
    <p:sldId id="361" r:id="rId18"/>
    <p:sldId id="12276" r:id="rId19"/>
    <p:sldId id="12277" r:id="rId20"/>
    <p:sldId id="277" r:id="rId21"/>
    <p:sldId id="278" r:id="rId22"/>
    <p:sldId id="12278" r:id="rId23"/>
    <p:sldId id="335" r:id="rId24"/>
    <p:sldId id="257" r:id="rId25"/>
    <p:sldId id="258" r:id="rId26"/>
    <p:sldId id="259" r:id="rId27"/>
    <p:sldId id="333" r:id="rId28"/>
    <p:sldId id="297" r:id="rId29"/>
    <p:sldId id="336" r:id="rId30"/>
    <p:sldId id="334" r:id="rId31"/>
    <p:sldId id="763" r:id="rId32"/>
    <p:sldId id="12279" r:id="rId33"/>
    <p:sldId id="12281" r:id="rId34"/>
    <p:sldId id="12282" r:id="rId35"/>
    <p:sldId id="12283" r:id="rId36"/>
    <p:sldId id="12284" r:id="rId37"/>
    <p:sldId id="12285" r:id="rId38"/>
    <p:sldId id="12286" r:id="rId39"/>
    <p:sldId id="12287" r:id="rId40"/>
  </p:sldIdLst>
  <p:sldSz cx="12192000" cy="6858000"/>
  <p:notesSz cx="7315200" cy="9601200"/>
  <p:custDataLst>
    <p:tags r:id="rId42"/>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المشتركين" id="{724DA0F2-59DA-4127-9333-6FBAE8C20BC3}">
          <p14:sldIdLst>
            <p14:sldId id="273"/>
            <p14:sldId id="319"/>
          </p14:sldIdLst>
        </p14:section>
        <p14:section name="مؤشرات" id="{E519811E-BE2A-4AB9-AEE3-04277353AF82}">
          <p14:sldIdLst>
            <p14:sldId id="12289"/>
            <p14:sldId id="12290"/>
            <p14:sldId id="260"/>
            <p14:sldId id="282"/>
            <p14:sldId id="12271"/>
            <p14:sldId id="12275"/>
            <p14:sldId id="12272"/>
            <p14:sldId id="12273"/>
            <p14:sldId id="361"/>
            <p14:sldId id="12276"/>
            <p14:sldId id="12277"/>
          </p14:sldIdLst>
        </p14:section>
        <p14:section name="تحليل" id="{5F6F7586-ACE7-4A7C-97FA-3A714C0DD29B}">
          <p14:sldIdLst>
            <p14:sldId id="277"/>
            <p14:sldId id="278"/>
            <p14:sldId id="12278"/>
          </p14:sldIdLst>
        </p14:section>
        <p14:section name="الاهداف" id="{5B4E79C8-186C-4C12-9B58-0462C101DD2E}">
          <p14:sldIdLst>
            <p14:sldId id="335"/>
            <p14:sldId id="257"/>
            <p14:sldId id="258"/>
            <p14:sldId id="259"/>
            <p14:sldId id="333"/>
            <p14:sldId id="297"/>
            <p14:sldId id="336"/>
            <p14:sldId id="334"/>
            <p14:sldId id="763"/>
            <p14:sldId id="12279"/>
            <p14:sldId id="12281"/>
            <p14:sldId id="12282"/>
            <p14:sldId id="12283"/>
            <p14:sldId id="12284"/>
          </p14:sldIdLst>
        </p14:section>
        <p14:section name="الخطة التنفيذية" id="{0BD90557-0FB5-4042-9F90-BA46A3EBF5F3}">
          <p14:sldIdLst>
            <p14:sldId id="12285"/>
            <p14:sldId id="12286"/>
            <p14:sldId id="12287"/>
          </p14:sldIdLst>
        </p14:section>
      </p14:sectionLst>
    </p:ex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Nadia zeglam" initials="Nz" lastIdx="1" clrIdx="0">
    <p:extLst>
      <p:ext uri="{19B8F6BF-5375-455C-9EA6-DF929625EA0E}">
        <p15:presenceInfo xmlns:p15="http://schemas.microsoft.com/office/powerpoint/2012/main" userId="S-1-5-21-1210674419-1492222945-2430474712-492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90099"/>
    <a:srgbClr val="BE81BD"/>
    <a:srgbClr val="CC00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06799F8-075E-4A3A-A7F6-7FBC6576F1A4}" styleName="Themed Style 2 - Accent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712" autoAdjust="0"/>
    <p:restoredTop sz="94364" autoAdjust="0"/>
  </p:normalViewPr>
  <p:slideViewPr>
    <p:cSldViewPr snapToGrid="0">
      <p:cViewPr varScale="1">
        <p:scale>
          <a:sx n="119" d="100"/>
          <a:sy n="119" d="100"/>
        </p:scale>
        <p:origin x="114" y="186"/>
      </p:cViewPr>
      <p:guideLst>
        <p:guide orient="horz" pos="2160"/>
        <p:guide pos="3840"/>
      </p:guideLst>
    </p:cSldViewPr>
  </p:slideViewPr>
  <p:notesTextViewPr>
    <p:cViewPr>
      <p:scale>
        <a:sx n="1" d="1"/>
        <a:sy n="1" d="1"/>
      </p:scale>
      <p:origin x="0" y="0"/>
    </p:cViewPr>
  </p:notesTextViewPr>
  <p:sorterViewPr>
    <p:cViewPr>
      <p:scale>
        <a:sx n="100" d="100"/>
        <a:sy n="100" d="100"/>
      </p:scale>
      <p:origin x="0" y="-1524"/>
    </p:cViewPr>
  </p:sorter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9" Type="http://schemas.openxmlformats.org/officeDocument/2006/relationships/slide" Target="slides/slide32.xml"/><Relationship Id="rId21" Type="http://schemas.openxmlformats.org/officeDocument/2006/relationships/slide" Target="slides/slide14.xml"/><Relationship Id="rId34" Type="http://schemas.openxmlformats.org/officeDocument/2006/relationships/slide" Target="slides/slide27.xml"/><Relationship Id="rId42" Type="http://schemas.openxmlformats.org/officeDocument/2006/relationships/tags" Target="tags/tag1.xml"/><Relationship Id="rId47" Type="http://schemas.openxmlformats.org/officeDocument/2006/relationships/tableStyles" Target="tableStyles.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9.xml"/><Relationship Id="rId29" Type="http://schemas.openxmlformats.org/officeDocument/2006/relationships/slide" Target="slides/slide22.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slide" Target="slides/slide30.xml"/><Relationship Id="rId40" Type="http://schemas.openxmlformats.org/officeDocument/2006/relationships/slide" Target="slides/slide33.xml"/><Relationship Id="rId45" Type="http://schemas.openxmlformats.org/officeDocument/2006/relationships/viewProps" Target="viewProps.xml"/><Relationship Id="rId5" Type="http://schemas.openxmlformats.org/officeDocument/2006/relationships/slideMaster" Target="slideMasters/slideMaster2.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slide" Target="slides/slide24.xml"/><Relationship Id="rId44"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 Id="rId43" Type="http://schemas.openxmlformats.org/officeDocument/2006/relationships/commentAuthors" Target="commentAuthors.xml"/><Relationship Id="rId8" Type="http://schemas.openxmlformats.org/officeDocument/2006/relationships/slide" Target="slides/slide1.xml"/><Relationship Id="rId3" Type="http://schemas.openxmlformats.org/officeDocument/2006/relationships/customXml" Target="../customXml/item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slide" Target="slides/slide31.xml"/><Relationship Id="rId46" Type="http://schemas.openxmlformats.org/officeDocument/2006/relationships/theme" Target="theme/theme1.xml"/><Relationship Id="rId20" Type="http://schemas.openxmlformats.org/officeDocument/2006/relationships/slide" Target="slides/slide13.xml"/><Relationship Id="rId41"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Binary_Worksheet.xlsb"/></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Binary_Worksheet4.xlsb"/></Relationships>
</file>

<file path=ppt/charts/_rels/chart7.xml.rels><?xml version="1.0" encoding="UTF-8" standalone="yes"?>
<Relationships xmlns="http://schemas.openxmlformats.org/package/2006/relationships"><Relationship Id="rId3" Type="http://schemas.openxmlformats.org/officeDocument/2006/relationships/oleObject" Target="file:///C:\Users\H.Etorban%20.LIBYANALY\AppData\Local\Microsoft\Windows\INetCache\Content.Outlook\LEO72R2D\Total.xlsx" TargetMode="External"/><Relationship Id="rId2" Type="http://schemas.microsoft.com/office/2011/relationships/chartColorStyle" Target="colors5.xml"/><Relationship Id="rId1" Type="http://schemas.microsoft.com/office/2011/relationships/chartStyle" Target="style5.xml"/></Relationships>
</file>

<file path=ppt/charts/_rels/chart8.xml.rels><?xml version="1.0" encoding="UTF-8" standalone="yes"?>
<Relationships xmlns="http://schemas.openxmlformats.org/package/2006/relationships"><Relationship Id="rId3" Type="http://schemas.openxmlformats.org/officeDocument/2006/relationships/oleObject" Target="file:///D:\Work\NPS\NPS%202023\Q3\NPS_RESULT_2023%20Q3.xlsx" TargetMode="External"/><Relationship Id="rId2" Type="http://schemas.microsoft.com/office/2011/relationships/chartColorStyle" Target="colors6.xml"/><Relationship Id="rId1" Type="http://schemas.microsoft.com/office/2011/relationships/chartStyle" Target="style6.xml"/><Relationship Id="rId4" Type="http://schemas.openxmlformats.org/officeDocument/2006/relationships/chartUserShapes" Target="../drawings/drawing1.xml"/></Relationships>
</file>

<file path=ppt/charts/_rels/chart9.xml.rels><?xml version="1.0" encoding="UTF-8" standalone="yes"?>
<Relationships xmlns="http://schemas.openxmlformats.org/package/2006/relationships"><Relationship Id="rId2" Type="http://schemas.openxmlformats.org/officeDocument/2006/relationships/package" Target="../embeddings/Microsoft_Excel_Worksheet5.xlsx"/><Relationship Id="rId1" Type="http://schemas.openxmlformats.org/officeDocument/2006/relationships/themeOverride" Target="../theme/themeOverride1.xml"/></Relationships>
</file>

<file path=ppt/charts/_rels/chart10.xml.rels><?xml version="1.0" encoding="UTF-8" standalone="yes"?>
<Relationships xmlns="http://schemas.openxmlformats.org/package/2006/relationships"><Relationship Id="rId3" Type="http://schemas.openxmlformats.org/officeDocument/2006/relationships/package" Target="../embeddings/Microsoft_Excel_Worksheet6.xlsx"/><Relationship Id="rId2" Type="http://schemas.microsoft.com/office/2011/relationships/chartColorStyle" Target="colors7.xml"/><Relationship Id="rId1" Type="http://schemas.microsoft.com/office/2011/relationships/chartStyle" Target="style7.xml"/></Relationships>
</file>

<file path=ppt/charts/_rels/chart11.xml.rels><?xml version="1.0" encoding="UTF-8" standalone="yes"?>
<Relationships xmlns="http://schemas.openxmlformats.org/package/2006/relationships"><Relationship Id="rId3" Type="http://schemas.openxmlformats.org/officeDocument/2006/relationships/package" Target="../embeddings/Microsoft_Excel_Worksheet7.xlsx"/><Relationship Id="rId2" Type="http://schemas.microsoft.com/office/2011/relationships/chartColorStyle" Target="colors8.xml"/><Relationship Id="rId1" Type="http://schemas.microsoft.com/office/2011/relationships/chartStyle" Target="style8.xml"/></Relationships>
</file>

<file path=ppt/charts/_rels/chart12.xml.rels><?xml version="1.0" encoding="UTF-8" standalone="yes"?>
<Relationships xmlns="http://schemas.openxmlformats.org/package/2006/relationships"><Relationship Id="rId3" Type="http://schemas.openxmlformats.org/officeDocument/2006/relationships/package" Target="../embeddings/Microsoft_Excel_Worksheet8.xlsx"/><Relationship Id="rId2" Type="http://schemas.microsoft.com/office/2011/relationships/chartColorStyle" Target="colors9.xml"/><Relationship Id="rId1" Type="http://schemas.microsoft.com/office/2011/relationships/chartStyle" Target="style9.xml"/></Relationships>
</file>

<file path=ppt/charts/_rels/chart13.xml.rels><?xml version="1.0" encoding="UTF-8" standalone="yes"?>
<Relationships xmlns="http://schemas.openxmlformats.org/package/2006/relationships"><Relationship Id="rId3" Type="http://schemas.openxmlformats.org/officeDocument/2006/relationships/package" Target="../embeddings/Microsoft_Excel_Worksheet9.xlsx"/><Relationship Id="rId2" Type="http://schemas.microsoft.com/office/2011/relationships/chartColorStyle" Target="colors10.xml"/><Relationship Id="rId1" Type="http://schemas.microsoft.com/office/2011/relationships/chartStyle" Target="style10.xml"/></Relationships>
</file>

<file path=ppt/charts/_rels/chart14.xml.rels><?xml version="1.0" encoding="UTF-8" standalone="yes"?>
<Relationships xmlns="http://schemas.openxmlformats.org/package/2006/relationships"><Relationship Id="rId3" Type="http://schemas.openxmlformats.org/officeDocument/2006/relationships/package" Target="../embeddings/Microsoft_Excel_Worksheet10.xlsx"/><Relationship Id="rId2" Type="http://schemas.microsoft.com/office/2011/relationships/chartColorStyle" Target="colors11.xml"/><Relationship Id="rId1" Type="http://schemas.microsoft.com/office/2011/relationships/chartStyle" Target="style1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bg1"/>
                </a:solidFill>
                <a:latin typeface="+mn-lt"/>
                <a:ea typeface="+mn-ea"/>
                <a:cs typeface="+mn-cs"/>
              </a:defRPr>
            </a:pPr>
            <a:r>
              <a:rPr lang="ar-LY"/>
              <a:t>خدمة الانترنت</a:t>
            </a:r>
            <a:endParaRPr lang="en-US"/>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bg1"/>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2023</c:v>
                </c:pt>
              </c:strCache>
            </c:strRef>
          </c:tx>
          <c:spPr>
            <a:solidFill>
              <a:schemeClr val="accent2"/>
            </a:solidFill>
            <a:ln>
              <a:noFill/>
            </a:ln>
            <a:effectLst/>
          </c:spPr>
          <c:invertIfNegative val="0"/>
          <c:dLbls>
            <c:dLbl>
              <c:idx val="0"/>
              <c:layout>
                <c:manualLayout>
                  <c:x val="0"/>
                  <c:y val="1.4975585079600541E-2"/>
                </c:manualLayout>
              </c:layout>
              <c:tx>
                <c:rich>
                  <a:bodyPr/>
                  <a:lstStyle/>
                  <a:p>
                    <a:r>
                      <a:rPr lang="en-US" dirty="0"/>
                      <a:t>8%</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5-067F-41E2-9173-D7157ECACB88}"/>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إيرادات خدمة الانترنت</c:v>
                </c:pt>
              </c:strCache>
            </c:strRef>
          </c:cat>
          <c:val>
            <c:numRef>
              <c:f>Sheet1!$B$2</c:f>
              <c:numCache>
                <c:formatCode>#,##0</c:formatCode>
                <c:ptCount val="1"/>
                <c:pt idx="0">
                  <c:v>741818803</c:v>
                </c:pt>
              </c:numCache>
            </c:numRef>
          </c:val>
          <c:extLst>
            <c:ext xmlns:c16="http://schemas.microsoft.com/office/drawing/2014/chart" uri="{C3380CC4-5D6E-409C-BE32-E72D297353CC}">
              <c16:uniqueId val="{00000000-067F-41E2-9173-D7157ECACB88}"/>
            </c:ext>
          </c:extLst>
        </c:ser>
        <c:ser>
          <c:idx val="1"/>
          <c:order val="1"/>
          <c:tx>
            <c:strRef>
              <c:f>Sheet1!$C$1</c:f>
              <c:strCache>
                <c:ptCount val="1"/>
                <c:pt idx="0">
                  <c:v>2022</c:v>
                </c:pt>
              </c:strCache>
            </c:strRef>
          </c:tx>
          <c:spPr>
            <a:solidFill>
              <a:schemeClr val="bg1"/>
            </a:solidFill>
            <a:ln>
              <a:noFill/>
            </a:ln>
            <a:effectLst/>
          </c:spPr>
          <c:invertIfNegative val="0"/>
          <c:cat>
            <c:strRef>
              <c:f>Sheet1!$A$2</c:f>
              <c:strCache>
                <c:ptCount val="1"/>
                <c:pt idx="0">
                  <c:v>إيرادات خدمة الانترنت</c:v>
                </c:pt>
              </c:strCache>
            </c:strRef>
          </c:cat>
          <c:val>
            <c:numRef>
              <c:f>Sheet1!$C$2</c:f>
              <c:numCache>
                <c:formatCode>#,##0</c:formatCode>
                <c:ptCount val="1"/>
                <c:pt idx="0">
                  <c:v>678943052</c:v>
                </c:pt>
              </c:numCache>
            </c:numRef>
          </c:val>
          <c:extLst>
            <c:ext xmlns:c16="http://schemas.microsoft.com/office/drawing/2014/chart" uri="{C3380CC4-5D6E-409C-BE32-E72D297353CC}">
              <c16:uniqueId val="{00000001-067F-41E2-9173-D7157ECACB88}"/>
            </c:ext>
          </c:extLst>
        </c:ser>
        <c:dLbls>
          <c:showLegendKey val="0"/>
          <c:showVal val="0"/>
          <c:showCatName val="0"/>
          <c:showSerName val="0"/>
          <c:showPercent val="0"/>
          <c:showBubbleSize val="0"/>
        </c:dLbls>
        <c:gapWidth val="219"/>
        <c:overlap val="-27"/>
        <c:axId val="1363815952"/>
        <c:axId val="1549624480"/>
      </c:barChart>
      <c:catAx>
        <c:axId val="136381595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bg1"/>
                </a:solidFill>
                <a:latin typeface="+mn-lt"/>
                <a:ea typeface="+mn-ea"/>
                <a:cs typeface="+mn-cs"/>
              </a:defRPr>
            </a:pPr>
            <a:endParaRPr lang="en-US"/>
          </a:p>
        </c:txPr>
        <c:crossAx val="1549624480"/>
        <c:crosses val="autoZero"/>
        <c:auto val="1"/>
        <c:lblAlgn val="ctr"/>
        <c:lblOffset val="100"/>
        <c:noMultiLvlLbl val="0"/>
      </c:catAx>
      <c:valAx>
        <c:axId val="1549624480"/>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bg1"/>
                </a:solidFill>
                <a:latin typeface="+mn-lt"/>
                <a:ea typeface="+mn-ea"/>
                <a:cs typeface="+mn-cs"/>
              </a:defRPr>
            </a:pPr>
            <a:endParaRPr lang="en-US"/>
          </a:p>
        </c:txPr>
        <c:crossAx val="136381595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bg1"/>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bg1"/>
          </a:solidFill>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bg1"/>
                </a:solidFill>
                <a:latin typeface="+mn-lt"/>
                <a:ea typeface="+mn-ea"/>
                <a:cs typeface="+mn-cs"/>
              </a:defRPr>
            </a:pPr>
            <a:r>
              <a:rPr lang="ar-LY"/>
              <a:t>خدمة الصوت</a:t>
            </a:r>
            <a:endParaRPr lang="en-US"/>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bg1"/>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2023</c:v>
                </c:pt>
              </c:strCache>
            </c:strRef>
          </c:tx>
          <c:spPr>
            <a:solidFill>
              <a:schemeClr val="accent2"/>
            </a:solidFill>
            <a:ln>
              <a:noFill/>
            </a:ln>
            <a:effectLst/>
          </c:spPr>
          <c:invertIfNegative val="0"/>
          <c:dLbls>
            <c:dLbl>
              <c:idx val="0"/>
              <c:tx>
                <c:rich>
                  <a:bodyPr/>
                  <a:lstStyle/>
                  <a:p>
                    <a:r>
                      <a:rPr lang="en-US" dirty="0"/>
                      <a:t>-9%</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97ED-4517-B53D-F61AC5252DE8}"/>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إيرادات خدمة الصوت</c:v>
                </c:pt>
              </c:strCache>
            </c:strRef>
          </c:cat>
          <c:val>
            <c:numRef>
              <c:f>Sheet1!$B$2</c:f>
              <c:numCache>
                <c:formatCode>#,##0</c:formatCode>
                <c:ptCount val="1"/>
                <c:pt idx="0">
                  <c:v>430168068</c:v>
                </c:pt>
              </c:numCache>
            </c:numRef>
          </c:val>
          <c:extLst>
            <c:ext xmlns:c16="http://schemas.microsoft.com/office/drawing/2014/chart" uri="{C3380CC4-5D6E-409C-BE32-E72D297353CC}">
              <c16:uniqueId val="{00000000-66BE-481C-A5EB-1BA45F365D25}"/>
            </c:ext>
          </c:extLst>
        </c:ser>
        <c:ser>
          <c:idx val="1"/>
          <c:order val="1"/>
          <c:tx>
            <c:strRef>
              <c:f>Sheet1!$C$1</c:f>
              <c:strCache>
                <c:ptCount val="1"/>
                <c:pt idx="0">
                  <c:v>2022</c:v>
                </c:pt>
              </c:strCache>
            </c:strRef>
          </c:tx>
          <c:spPr>
            <a:solidFill>
              <a:schemeClr val="bg1"/>
            </a:solidFill>
            <a:ln>
              <a:noFill/>
            </a:ln>
            <a:effectLst/>
          </c:spPr>
          <c:invertIfNegative val="0"/>
          <c:cat>
            <c:strRef>
              <c:f>Sheet1!$A$2</c:f>
              <c:strCache>
                <c:ptCount val="1"/>
                <c:pt idx="0">
                  <c:v>إيرادات خدمة الصوت</c:v>
                </c:pt>
              </c:strCache>
            </c:strRef>
          </c:cat>
          <c:val>
            <c:numRef>
              <c:f>Sheet1!$C$2</c:f>
              <c:numCache>
                <c:formatCode>#,##0</c:formatCode>
                <c:ptCount val="1"/>
                <c:pt idx="0">
                  <c:v>473531581</c:v>
                </c:pt>
              </c:numCache>
            </c:numRef>
          </c:val>
          <c:extLst>
            <c:ext xmlns:c16="http://schemas.microsoft.com/office/drawing/2014/chart" uri="{C3380CC4-5D6E-409C-BE32-E72D297353CC}">
              <c16:uniqueId val="{00000001-66BE-481C-A5EB-1BA45F365D25}"/>
            </c:ext>
          </c:extLst>
        </c:ser>
        <c:dLbls>
          <c:showLegendKey val="0"/>
          <c:showVal val="0"/>
          <c:showCatName val="0"/>
          <c:showSerName val="0"/>
          <c:showPercent val="0"/>
          <c:showBubbleSize val="0"/>
        </c:dLbls>
        <c:gapWidth val="219"/>
        <c:overlap val="-27"/>
        <c:axId val="1363815952"/>
        <c:axId val="1549624480"/>
      </c:barChart>
      <c:catAx>
        <c:axId val="136381595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bg1"/>
                </a:solidFill>
                <a:latin typeface="+mn-lt"/>
                <a:ea typeface="+mn-ea"/>
                <a:cs typeface="+mn-cs"/>
              </a:defRPr>
            </a:pPr>
            <a:endParaRPr lang="en-US"/>
          </a:p>
        </c:txPr>
        <c:crossAx val="1549624480"/>
        <c:crosses val="autoZero"/>
        <c:auto val="1"/>
        <c:lblAlgn val="ctr"/>
        <c:lblOffset val="100"/>
        <c:noMultiLvlLbl val="0"/>
      </c:catAx>
      <c:valAx>
        <c:axId val="1549624480"/>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bg1"/>
                </a:solidFill>
                <a:latin typeface="+mn-lt"/>
                <a:ea typeface="+mn-ea"/>
                <a:cs typeface="+mn-cs"/>
              </a:defRPr>
            </a:pPr>
            <a:endParaRPr lang="en-US"/>
          </a:p>
        </c:txPr>
        <c:crossAx val="136381595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bg1"/>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bg1"/>
          </a:solidFill>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bg1"/>
                </a:solidFill>
                <a:latin typeface="+mn-lt"/>
                <a:ea typeface="+mn-ea"/>
                <a:cs typeface="+mn-cs"/>
              </a:defRPr>
            </a:pPr>
            <a:r>
              <a:rPr lang="ar-LY"/>
              <a:t>خدمة الرسائل النصية</a:t>
            </a:r>
            <a:endParaRPr lang="en-US"/>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bg1"/>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2023</c:v>
                </c:pt>
              </c:strCache>
            </c:strRef>
          </c:tx>
          <c:spPr>
            <a:solidFill>
              <a:schemeClr val="accent2"/>
            </a:solidFill>
            <a:ln>
              <a:noFill/>
            </a:ln>
            <a:effectLst/>
          </c:spPr>
          <c:invertIfNegative val="0"/>
          <c:dLbls>
            <c:dLbl>
              <c:idx val="0"/>
              <c:tx>
                <c:rich>
                  <a:bodyPr/>
                  <a:lstStyle/>
                  <a:p>
                    <a:r>
                      <a:rPr lang="en-US" dirty="0"/>
                      <a:t>-19%</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0438-49F6-84A0-5639F58230C2}"/>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إيرادات خدمة الرسائل النصية</c:v>
                </c:pt>
              </c:strCache>
            </c:strRef>
          </c:cat>
          <c:val>
            <c:numRef>
              <c:f>Sheet1!$B$2</c:f>
              <c:numCache>
                <c:formatCode>#,##0</c:formatCode>
                <c:ptCount val="1"/>
                <c:pt idx="0">
                  <c:v>26358653</c:v>
                </c:pt>
              </c:numCache>
            </c:numRef>
          </c:val>
          <c:extLst>
            <c:ext xmlns:c16="http://schemas.microsoft.com/office/drawing/2014/chart" uri="{C3380CC4-5D6E-409C-BE32-E72D297353CC}">
              <c16:uniqueId val="{00000000-1EED-423C-B9F0-94D99A57152F}"/>
            </c:ext>
          </c:extLst>
        </c:ser>
        <c:ser>
          <c:idx val="1"/>
          <c:order val="1"/>
          <c:tx>
            <c:strRef>
              <c:f>Sheet1!$C$1</c:f>
              <c:strCache>
                <c:ptCount val="1"/>
                <c:pt idx="0">
                  <c:v>2022</c:v>
                </c:pt>
              </c:strCache>
            </c:strRef>
          </c:tx>
          <c:spPr>
            <a:solidFill>
              <a:schemeClr val="bg1"/>
            </a:solidFill>
            <a:ln>
              <a:noFill/>
            </a:ln>
            <a:effectLst/>
          </c:spPr>
          <c:invertIfNegative val="0"/>
          <c:cat>
            <c:strRef>
              <c:f>Sheet1!$A$2</c:f>
              <c:strCache>
                <c:ptCount val="1"/>
                <c:pt idx="0">
                  <c:v>إيرادات خدمة الرسائل النصية</c:v>
                </c:pt>
              </c:strCache>
            </c:strRef>
          </c:cat>
          <c:val>
            <c:numRef>
              <c:f>Sheet1!$C$2</c:f>
              <c:numCache>
                <c:formatCode>#,##0</c:formatCode>
                <c:ptCount val="1"/>
                <c:pt idx="0">
                  <c:v>32519681</c:v>
                </c:pt>
              </c:numCache>
            </c:numRef>
          </c:val>
          <c:extLst>
            <c:ext xmlns:c16="http://schemas.microsoft.com/office/drawing/2014/chart" uri="{C3380CC4-5D6E-409C-BE32-E72D297353CC}">
              <c16:uniqueId val="{00000001-1EED-423C-B9F0-94D99A57152F}"/>
            </c:ext>
          </c:extLst>
        </c:ser>
        <c:dLbls>
          <c:showLegendKey val="0"/>
          <c:showVal val="0"/>
          <c:showCatName val="0"/>
          <c:showSerName val="0"/>
          <c:showPercent val="0"/>
          <c:showBubbleSize val="0"/>
        </c:dLbls>
        <c:gapWidth val="219"/>
        <c:overlap val="-27"/>
        <c:axId val="1363815952"/>
        <c:axId val="1549624480"/>
      </c:barChart>
      <c:catAx>
        <c:axId val="136381595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bg1"/>
                </a:solidFill>
                <a:latin typeface="+mn-lt"/>
                <a:ea typeface="+mn-ea"/>
                <a:cs typeface="+mn-cs"/>
              </a:defRPr>
            </a:pPr>
            <a:endParaRPr lang="en-US"/>
          </a:p>
        </c:txPr>
        <c:crossAx val="1549624480"/>
        <c:crosses val="autoZero"/>
        <c:auto val="1"/>
        <c:lblAlgn val="ctr"/>
        <c:lblOffset val="100"/>
        <c:noMultiLvlLbl val="0"/>
      </c:catAx>
      <c:valAx>
        <c:axId val="1549624480"/>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bg1"/>
                </a:solidFill>
                <a:latin typeface="+mn-lt"/>
                <a:ea typeface="+mn-ea"/>
                <a:cs typeface="+mn-cs"/>
              </a:defRPr>
            </a:pPr>
            <a:endParaRPr lang="en-US"/>
          </a:p>
        </c:txPr>
        <c:crossAx val="136381595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bg1"/>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bg1"/>
          </a:solidFill>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bg1"/>
                </a:solidFill>
                <a:latin typeface="+mn-lt"/>
                <a:ea typeface="+mn-ea"/>
                <a:cs typeface="+mn-cs"/>
              </a:defRPr>
            </a:pPr>
            <a:r>
              <a:rPr lang="ar-LY"/>
              <a:t>الخدمات المضافة</a:t>
            </a:r>
            <a:endParaRPr lang="en-US"/>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bg1"/>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2023</c:v>
                </c:pt>
              </c:strCache>
            </c:strRef>
          </c:tx>
          <c:spPr>
            <a:solidFill>
              <a:schemeClr val="accent2"/>
            </a:solidFill>
            <a:ln>
              <a:noFill/>
            </a:ln>
            <a:effectLst/>
          </c:spPr>
          <c:invertIfNegative val="0"/>
          <c:dLbls>
            <c:dLbl>
              <c:idx val="0"/>
              <c:tx>
                <c:rich>
                  <a:bodyPr/>
                  <a:lstStyle/>
                  <a:p>
                    <a:r>
                      <a:rPr lang="en-US" dirty="0"/>
                      <a:t>24%</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4F1B-4BD0-8F9A-14C8E72C5440}"/>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إيرادات الخدمات المضافة</c:v>
                </c:pt>
              </c:strCache>
            </c:strRef>
          </c:cat>
          <c:val>
            <c:numRef>
              <c:f>Sheet1!$B$2</c:f>
              <c:numCache>
                <c:formatCode>#,##0</c:formatCode>
                <c:ptCount val="1"/>
                <c:pt idx="0">
                  <c:v>50348011.645000003</c:v>
                </c:pt>
              </c:numCache>
            </c:numRef>
          </c:val>
          <c:extLst>
            <c:ext xmlns:c16="http://schemas.microsoft.com/office/drawing/2014/chart" uri="{C3380CC4-5D6E-409C-BE32-E72D297353CC}">
              <c16:uniqueId val="{00000000-4584-49FE-B3CC-4EE6671CAC0E}"/>
            </c:ext>
          </c:extLst>
        </c:ser>
        <c:ser>
          <c:idx val="1"/>
          <c:order val="1"/>
          <c:tx>
            <c:strRef>
              <c:f>Sheet1!$C$1</c:f>
              <c:strCache>
                <c:ptCount val="1"/>
                <c:pt idx="0">
                  <c:v>2022</c:v>
                </c:pt>
              </c:strCache>
            </c:strRef>
          </c:tx>
          <c:spPr>
            <a:solidFill>
              <a:schemeClr val="bg1"/>
            </a:solidFill>
            <a:ln>
              <a:noFill/>
            </a:ln>
            <a:effectLst/>
          </c:spPr>
          <c:invertIfNegative val="0"/>
          <c:cat>
            <c:strRef>
              <c:f>Sheet1!$A$2</c:f>
              <c:strCache>
                <c:ptCount val="1"/>
                <c:pt idx="0">
                  <c:v>إيرادات الخدمات المضافة</c:v>
                </c:pt>
              </c:strCache>
            </c:strRef>
          </c:cat>
          <c:val>
            <c:numRef>
              <c:f>Sheet1!$C$2</c:f>
              <c:numCache>
                <c:formatCode>#,##0</c:formatCode>
                <c:ptCount val="1"/>
                <c:pt idx="0">
                  <c:v>40688448.310000002</c:v>
                </c:pt>
              </c:numCache>
            </c:numRef>
          </c:val>
          <c:extLst>
            <c:ext xmlns:c16="http://schemas.microsoft.com/office/drawing/2014/chart" uri="{C3380CC4-5D6E-409C-BE32-E72D297353CC}">
              <c16:uniqueId val="{00000001-4584-49FE-B3CC-4EE6671CAC0E}"/>
            </c:ext>
          </c:extLst>
        </c:ser>
        <c:dLbls>
          <c:showLegendKey val="0"/>
          <c:showVal val="0"/>
          <c:showCatName val="0"/>
          <c:showSerName val="0"/>
          <c:showPercent val="0"/>
          <c:showBubbleSize val="0"/>
        </c:dLbls>
        <c:gapWidth val="219"/>
        <c:overlap val="-27"/>
        <c:axId val="1363815952"/>
        <c:axId val="1549624480"/>
      </c:barChart>
      <c:catAx>
        <c:axId val="136381595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bg1"/>
                </a:solidFill>
                <a:latin typeface="+mn-lt"/>
                <a:ea typeface="+mn-ea"/>
                <a:cs typeface="+mn-cs"/>
              </a:defRPr>
            </a:pPr>
            <a:endParaRPr lang="en-US"/>
          </a:p>
        </c:txPr>
        <c:crossAx val="1549624480"/>
        <c:crosses val="autoZero"/>
        <c:auto val="1"/>
        <c:lblAlgn val="ctr"/>
        <c:lblOffset val="100"/>
        <c:noMultiLvlLbl val="0"/>
      </c:catAx>
      <c:valAx>
        <c:axId val="1549624480"/>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bg1"/>
                </a:solidFill>
                <a:latin typeface="+mn-lt"/>
                <a:ea typeface="+mn-ea"/>
                <a:cs typeface="+mn-cs"/>
              </a:defRPr>
            </a:pPr>
            <a:endParaRPr lang="en-US"/>
          </a:p>
        </c:txPr>
        <c:crossAx val="136381595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bg1"/>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bg1"/>
          </a:solidFill>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20434108527131783"/>
          <c:y val="4.1867954911433171E-2"/>
          <c:w val="0.59100775193798449"/>
          <c:h val="0.91626409017713362"/>
        </c:manualLayout>
      </c:layout>
      <c:barChart>
        <c:barDir val="col"/>
        <c:grouping val="stacked"/>
        <c:varyColors val="0"/>
        <c:ser>
          <c:idx val="0"/>
          <c:order val="0"/>
          <c:spPr>
            <a:noFill/>
            <a:ln>
              <a:noFill/>
            </a:ln>
          </c:spPr>
          <c:invertIfNegative val="0"/>
          <c:dPt>
            <c:idx val="0"/>
            <c:invertIfNegative val="0"/>
            <c:bubble3D val="0"/>
            <c:spPr>
              <a:pattFill prst="pct75">
                <a:fgClr>
                  <a:schemeClr val="tx1"/>
                </a:fgClr>
                <a:bgClr>
                  <a:schemeClr val="bg1"/>
                </a:bgClr>
              </a:pattFill>
              <a:ln>
                <a:noFill/>
              </a:ln>
            </c:spPr>
            <c:extLst>
              <c:ext xmlns:c16="http://schemas.microsoft.com/office/drawing/2014/chart" uri="{C3380CC4-5D6E-409C-BE32-E72D297353CC}">
                <c16:uniqueId val="{00000001-D21B-4CC0-B99F-562797A41F3A}"/>
              </c:ext>
            </c:extLst>
          </c:dPt>
          <c:dLbls>
            <c:dLbl>
              <c:idx val="0"/>
              <c:layout>
                <c:manualLayout>
                  <c:x val="0"/>
                  <c:y val="-0.32528180354267311"/>
                </c:manualLayout>
              </c:layout>
              <c:numFmt formatCode="#,##0;&quot;-&quot;#,##0" sourceLinked="0"/>
              <c:spPr>
                <a:noFill/>
                <a:ln>
                  <a:noFill/>
                </a:ln>
              </c:spPr>
              <c:txPr>
                <a:bodyPr wrap="none"/>
                <a:lstStyle/>
                <a:p>
                  <a:pPr>
                    <a:defRPr sz="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D21B-4CC0-B99F-562797A41F3A}"/>
                </c:ext>
              </c:extLst>
            </c:dLbl>
            <c:spPr>
              <a:noFill/>
              <a:ln>
                <a:noFill/>
              </a:ln>
              <a:effectLst/>
            </c:spPr>
            <c:txPr>
              <a:bodyPr wrap="square" lIns="38100" tIns="19050" rIns="38100" bIns="19050" anchor="ctr">
                <a:spAutoFit/>
              </a:bodyPr>
              <a:lstStyle/>
              <a:p>
                <a:pPr>
                  <a:defRPr>
                    <a:solidFill>
                      <a:schemeClr val="bg1"/>
                    </a:solidFill>
                  </a:defRPr>
                </a:pPr>
                <a:endParaRPr lang="en-US"/>
              </a:p>
            </c:tx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Sheet1!$A$1:$C$1</c:f>
              <c:numCache>
                <c:formatCode>General</c:formatCode>
                <c:ptCount val="3"/>
                <c:pt idx="0">
                  <c:v>1800000000</c:v>
                </c:pt>
                <c:pt idx="2">
                  <c:v>1800000000</c:v>
                </c:pt>
              </c:numCache>
            </c:numRef>
          </c:val>
          <c:extLst>
            <c:ext xmlns:c16="http://schemas.microsoft.com/office/drawing/2014/chart" uri="{C3380CC4-5D6E-409C-BE32-E72D297353CC}">
              <c16:uniqueId val="{00000002-D21B-4CC0-B99F-562797A41F3A}"/>
            </c:ext>
          </c:extLst>
        </c:ser>
        <c:ser>
          <c:idx val="1"/>
          <c:order val="1"/>
          <c:spPr>
            <a:solidFill>
              <a:schemeClr val="accent2">
                <a:lumMod val="75000"/>
              </a:schemeClr>
            </a:solidFill>
            <a:ln>
              <a:noFill/>
            </a:ln>
            <a:scene3d>
              <a:camera prst="orthographicFront"/>
              <a:lightRig rig="threePt" dir="t"/>
            </a:scene3d>
            <a:sp3d>
              <a:bevelT w="190500" h="38100"/>
            </a:sp3d>
          </c:spPr>
          <c:invertIfNegative val="0"/>
          <c:val>
            <c:numRef>
              <c:f>Sheet1!$A$2:$C$2</c:f>
              <c:numCache>
                <c:formatCode>General</c:formatCode>
                <c:ptCount val="3"/>
                <c:pt idx="2">
                  <c:v>1302014859.7849998</c:v>
                </c:pt>
              </c:numCache>
            </c:numRef>
          </c:val>
          <c:extLst>
            <c:ext xmlns:c16="http://schemas.microsoft.com/office/drawing/2014/chart" uri="{C3380CC4-5D6E-409C-BE32-E72D297353CC}">
              <c16:uniqueId val="{00000003-D21B-4CC0-B99F-562797A41F3A}"/>
            </c:ext>
          </c:extLst>
        </c:ser>
        <c:dLbls>
          <c:showLegendKey val="0"/>
          <c:showVal val="0"/>
          <c:showCatName val="0"/>
          <c:showSerName val="0"/>
          <c:showPercent val="0"/>
          <c:showBubbleSize val="0"/>
        </c:dLbls>
        <c:gapWidth val="80"/>
        <c:overlap val="100"/>
        <c:axId val="103373888"/>
        <c:axId val="145740368"/>
      </c:barChart>
      <c:catAx>
        <c:axId val="103373888"/>
        <c:scaling>
          <c:orientation val="minMax"/>
        </c:scaling>
        <c:delete val="0"/>
        <c:axPos val="b"/>
        <c:majorGridlines>
          <c:spPr>
            <a:ln>
              <a:noFill/>
            </a:ln>
          </c:spPr>
        </c:majorGridlines>
        <c:majorTickMark val="none"/>
        <c:minorTickMark val="none"/>
        <c:tickLblPos val="none"/>
        <c:spPr>
          <a:ln w="9525" cmpd="sng" algn="ctr">
            <a:solidFill>
              <a:schemeClr val="tx1"/>
            </a:solidFill>
            <a:prstDash val="solid"/>
          </a:ln>
        </c:spPr>
        <c:crossAx val="145740368"/>
        <c:crosses val="min"/>
        <c:auto val="0"/>
        <c:lblAlgn val="ctr"/>
        <c:lblOffset val="100"/>
        <c:noMultiLvlLbl val="0"/>
      </c:catAx>
      <c:valAx>
        <c:axId val="145740368"/>
        <c:scaling>
          <c:orientation val="minMax"/>
          <c:max val="3102014859.7849998"/>
          <c:min val="0"/>
        </c:scaling>
        <c:delete val="1"/>
        <c:axPos val="l"/>
        <c:numFmt formatCode="General" sourceLinked="1"/>
        <c:majorTickMark val="out"/>
        <c:minorTickMark val="none"/>
        <c:tickLblPos val="nextTo"/>
        <c:crossAx val="103373888"/>
        <c:crosses val="min"/>
        <c:crossBetween val="between"/>
      </c:valAx>
    </c:plotArea>
    <c:plotVisOnly val="0"/>
    <c:dispBlanksAs val="gap"/>
    <c:showDLblsOverMax val="1"/>
  </c:chart>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4.4581618655692733E-2"/>
          <c:y val="3.6516853932584269E-2"/>
          <c:w val="0.90534979423868311"/>
          <c:h val="0.9269662921348315"/>
        </c:manualLayout>
      </c:layout>
      <c:pieChart>
        <c:varyColors val="0"/>
        <c:ser>
          <c:idx val="0"/>
          <c:order val="0"/>
          <c:spPr>
            <a:solidFill>
              <a:srgbClr val="C00000"/>
            </a:solidFill>
            <a:scene3d>
              <a:camera prst="orthographicFront"/>
              <a:lightRig rig="threePt" dir="t"/>
            </a:scene3d>
            <a:sp3d>
              <a:bevelT w="190500" h="38100"/>
            </a:sp3d>
          </c:spPr>
          <c:dPt>
            <c:idx val="0"/>
            <c:bubble3D val="0"/>
            <c:spPr>
              <a:solidFill>
                <a:schemeClr val="accent2">
                  <a:lumMod val="75000"/>
                </a:schemeClr>
              </a:solidFill>
              <a:ln>
                <a:noFill/>
              </a:ln>
              <a:scene3d>
                <a:camera prst="orthographicFront"/>
                <a:lightRig rig="threePt" dir="t"/>
              </a:scene3d>
              <a:sp3d>
                <a:bevelT w="190500" h="38100"/>
              </a:sp3d>
            </c:spPr>
            <c:extLst>
              <c:ext xmlns:c16="http://schemas.microsoft.com/office/drawing/2014/chart" uri="{C3380CC4-5D6E-409C-BE32-E72D297353CC}">
                <c16:uniqueId val="{00000001-25E9-47D6-8652-7C51F45F940A}"/>
              </c:ext>
            </c:extLst>
          </c:dPt>
          <c:dPt>
            <c:idx val="1"/>
            <c:bubble3D val="0"/>
            <c:spPr>
              <a:solidFill>
                <a:schemeClr val="accent2">
                  <a:lumMod val="40000"/>
                  <a:lumOff val="60000"/>
                </a:schemeClr>
              </a:solidFill>
              <a:ln>
                <a:noFill/>
              </a:ln>
              <a:scene3d>
                <a:camera prst="orthographicFront"/>
                <a:lightRig rig="threePt" dir="t"/>
              </a:scene3d>
              <a:sp3d>
                <a:bevelT w="190500" h="38100"/>
              </a:sp3d>
            </c:spPr>
            <c:extLst>
              <c:ext xmlns:c16="http://schemas.microsoft.com/office/drawing/2014/chart" uri="{C3380CC4-5D6E-409C-BE32-E72D297353CC}">
                <c16:uniqueId val="{00000003-25E9-47D6-8652-7C51F45F940A}"/>
              </c:ext>
            </c:extLst>
          </c:dPt>
          <c:dPt>
            <c:idx val="2"/>
            <c:bubble3D val="0"/>
            <c:spPr>
              <a:solidFill>
                <a:schemeClr val="bg1">
                  <a:lumMod val="95000"/>
                </a:schemeClr>
              </a:solidFill>
              <a:ln>
                <a:noFill/>
              </a:ln>
              <a:scene3d>
                <a:camera prst="orthographicFront"/>
                <a:lightRig rig="threePt" dir="t"/>
              </a:scene3d>
              <a:sp3d>
                <a:bevelT w="190500" h="38100"/>
              </a:sp3d>
            </c:spPr>
            <c:extLst>
              <c:ext xmlns:c16="http://schemas.microsoft.com/office/drawing/2014/chart" uri="{C3380CC4-5D6E-409C-BE32-E72D297353CC}">
                <c16:uniqueId val="{00000005-25E9-47D6-8652-7C51F45F940A}"/>
              </c:ext>
            </c:extLst>
          </c:dPt>
          <c:dLbls>
            <c:dLbl>
              <c:idx val="0"/>
              <c:layout>
                <c:manualLayout>
                  <c:x val="-7.8264908244494134E-3"/>
                  <c:y val="-4.739892064053894E-3"/>
                </c:manualLayout>
              </c:layout>
              <c:numFmt formatCode="#,##0&quot;%&quot;;&quot;-&quot;#,##0&quot;%&quot;" sourceLinked="0"/>
              <c:spPr>
                <a:noFill/>
                <a:ln>
                  <a:noFill/>
                </a:ln>
              </c:spPr>
              <c:txPr>
                <a:bodyPr wrap="none"/>
                <a:lstStyle/>
                <a:p>
                  <a:pPr>
                    <a:defRPr sz="1200">
                      <a:solidFill>
                        <a:schemeClr val="bg1"/>
                      </a:solidFill>
                      <a:latin typeface="+mn-lt"/>
                      <a:ea typeface="+mn-ea"/>
                      <a:cs typeface="+mn-cs"/>
                    </a:defRPr>
                  </a:pPr>
                  <a:endParaRPr lang="en-US"/>
                </a:p>
              </c:txPr>
              <c:dLblPos val="bestFit"/>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25E9-47D6-8652-7C51F45F940A}"/>
                </c:ext>
              </c:extLst>
            </c:dLbl>
            <c:dLbl>
              <c:idx val="1"/>
              <c:layout>
                <c:manualLayout>
                  <c:x val="1.6458781393697056E-2"/>
                  <c:y val="-0.30843227461735823"/>
                </c:manualLayout>
              </c:layout>
              <c:numFmt formatCode="#,##0&quot;%&quot;;&quot;-&quot;#,##0&quot;%&quot;" sourceLinked="0"/>
              <c:spPr>
                <a:noFill/>
                <a:ln>
                  <a:noFill/>
                </a:ln>
              </c:spPr>
              <c:txPr>
                <a:bodyPr wrap="none"/>
                <a:lstStyle/>
                <a:p>
                  <a:pPr>
                    <a:defRPr sz="1200">
                      <a:solidFill>
                        <a:schemeClr val="bg1"/>
                      </a:solidFill>
                      <a:latin typeface="+mn-lt"/>
                      <a:ea typeface="+mn-ea"/>
                      <a:cs typeface="+mn-cs"/>
                    </a:defRPr>
                  </a:pPr>
                  <a:endParaRPr lang="en-US"/>
                </a:p>
              </c:txPr>
              <c:dLblPos val="bestFit"/>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3-25E9-47D6-8652-7C51F45F940A}"/>
                </c:ext>
              </c:extLst>
            </c:dLbl>
            <c:spPr>
              <a:noFill/>
              <a:ln>
                <a:noFill/>
              </a:ln>
              <a:effectLst/>
            </c:spPr>
            <c:txPr>
              <a:bodyPr wrap="square" lIns="38100" tIns="19050" rIns="38100" bIns="19050" anchor="ctr">
                <a:spAutoFit/>
              </a:bodyPr>
              <a:lstStyle/>
              <a:p>
                <a:pPr>
                  <a:defRPr>
                    <a:solidFill>
                      <a:schemeClr val="bg1"/>
                    </a:solidFill>
                  </a:defRPr>
                </a:pPr>
                <a:endParaRPr lang="en-US"/>
              </a:p>
            </c:txPr>
            <c:showLegendKey val="0"/>
            <c:showVal val="0"/>
            <c:showCatName val="0"/>
            <c:showSerName val="0"/>
            <c:showPercent val="0"/>
            <c:showBubbleSize val="0"/>
            <c:extLst>
              <c:ext xmlns:c15="http://schemas.microsoft.com/office/drawing/2012/chart" uri="{CE6537A1-D6FC-4f65-9D91-7224C49458BB}"/>
            </c:extLst>
          </c:dLbls>
          <c:val>
            <c:numRef>
              <c:f>Sheet1!$A$1:$A$3</c:f>
              <c:numCache>
                <c:formatCode>General</c:formatCode>
                <c:ptCount val="3"/>
                <c:pt idx="0">
                  <c:v>48.490192354966965</c:v>
                </c:pt>
                <c:pt idx="1">
                  <c:v>50.468164403938253</c:v>
                </c:pt>
                <c:pt idx="2">
                  <c:v>1.04164324109477</c:v>
                </c:pt>
              </c:numCache>
            </c:numRef>
          </c:val>
          <c:extLst>
            <c:ext xmlns:c16="http://schemas.microsoft.com/office/drawing/2014/chart" uri="{C3380CC4-5D6E-409C-BE32-E72D297353CC}">
              <c16:uniqueId val="{00000006-25E9-47D6-8652-7C51F45F940A}"/>
            </c:ext>
          </c:extLst>
        </c:ser>
        <c:dLbls>
          <c:showLegendKey val="0"/>
          <c:showVal val="0"/>
          <c:showCatName val="0"/>
          <c:showSerName val="0"/>
          <c:showPercent val="0"/>
          <c:showBubbleSize val="0"/>
          <c:showLeaderLines val="1"/>
        </c:dLbls>
        <c:firstSliceAng val="0"/>
      </c:pieChart>
    </c:plotArea>
    <c:plotVisOnly val="0"/>
    <c:dispBlanksAs val="gap"/>
    <c:showDLblsOverMax val="1"/>
  </c:chart>
  <c:spPr>
    <a:scene3d>
      <a:camera prst="orthographicFront"/>
      <a:lightRig rig="threePt" dir="t"/>
    </a:scene3d>
    <a:sp3d>
      <a:bevelT w="190500" h="38100"/>
    </a:sp3d>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6.8563314259343949E-2"/>
          <c:y val="6.0008893830782832E-2"/>
          <c:w val="0.90832956347056737"/>
          <c:h val="0.91493528297888882"/>
        </c:manualLayout>
      </c:layout>
      <c:barChart>
        <c:barDir val="bar"/>
        <c:grouping val="clustered"/>
        <c:varyColors val="0"/>
        <c:ser>
          <c:idx val="0"/>
          <c:order val="0"/>
          <c:spPr>
            <a:solidFill>
              <a:schemeClr val="accent1">
                <a:alpha val="85000"/>
              </a:schemeClr>
            </a:solidFill>
            <a:ln w="9525" cap="flat" cmpd="sng" algn="ctr">
              <a:solidFill>
                <a:schemeClr val="lt1">
                  <a:alpha val="50000"/>
                </a:schemeClr>
              </a:solidFill>
              <a:round/>
            </a:ln>
            <a:effectLst/>
          </c:spPr>
          <c:invertIfNegative val="0"/>
          <c:dPt>
            <c:idx val="0"/>
            <c:invertIfNegative val="0"/>
            <c:bubble3D val="0"/>
            <c:spPr>
              <a:solidFill>
                <a:srgbClr val="BC991A"/>
              </a:solidFill>
              <a:ln w="9525" cap="flat" cmpd="sng" algn="ctr">
                <a:solidFill>
                  <a:schemeClr val="lt1">
                    <a:alpha val="50000"/>
                  </a:schemeClr>
                </a:solidFill>
                <a:round/>
              </a:ln>
              <a:effectLst/>
            </c:spPr>
            <c:extLst>
              <c:ext xmlns:c16="http://schemas.microsoft.com/office/drawing/2014/chart" uri="{C3380CC4-5D6E-409C-BE32-E72D297353CC}">
                <c16:uniqueId val="{00000001-733A-48A4-BDDC-F01616C6B3BF}"/>
              </c:ext>
            </c:extLst>
          </c:dPt>
          <c:dPt>
            <c:idx val="1"/>
            <c:invertIfNegative val="0"/>
            <c:bubble3D val="0"/>
            <c:spPr>
              <a:solidFill>
                <a:srgbClr val="5D0CCA"/>
              </a:solidFill>
              <a:ln w="9525" cap="flat" cmpd="sng" algn="ctr">
                <a:solidFill>
                  <a:schemeClr val="lt1">
                    <a:alpha val="50000"/>
                  </a:schemeClr>
                </a:solidFill>
                <a:round/>
              </a:ln>
              <a:effectLst/>
            </c:spPr>
            <c:extLst>
              <c:ext xmlns:c16="http://schemas.microsoft.com/office/drawing/2014/chart" uri="{C3380CC4-5D6E-409C-BE32-E72D297353CC}">
                <c16:uniqueId val="{00000003-733A-48A4-BDDC-F01616C6B3BF}"/>
              </c:ext>
            </c:extLst>
          </c:dPt>
          <c:dPt>
            <c:idx val="2"/>
            <c:invertIfNegative val="0"/>
            <c:bubble3D val="0"/>
            <c:spPr>
              <a:solidFill>
                <a:srgbClr val="D32BA3"/>
              </a:solidFill>
              <a:ln w="9525" cap="flat" cmpd="sng" algn="ctr">
                <a:solidFill>
                  <a:schemeClr val="lt1">
                    <a:alpha val="50000"/>
                  </a:schemeClr>
                </a:solidFill>
                <a:round/>
              </a:ln>
              <a:effectLst/>
            </c:spPr>
            <c:extLst>
              <c:ext xmlns:c16="http://schemas.microsoft.com/office/drawing/2014/chart" uri="{C3380CC4-5D6E-409C-BE32-E72D297353CC}">
                <c16:uniqueId val="{00000005-733A-48A4-BDDC-F01616C6B3BF}"/>
              </c:ext>
            </c:extLst>
          </c:dPt>
          <c:dPt>
            <c:idx val="3"/>
            <c:invertIfNegative val="0"/>
            <c:bubble3D val="0"/>
            <c:spPr>
              <a:solidFill>
                <a:srgbClr val="3244EA"/>
              </a:solidFill>
              <a:ln w="9525" cap="flat" cmpd="sng" algn="ctr">
                <a:solidFill>
                  <a:schemeClr val="lt1">
                    <a:alpha val="50000"/>
                  </a:schemeClr>
                </a:solidFill>
                <a:round/>
              </a:ln>
              <a:effectLst/>
            </c:spPr>
            <c:extLst>
              <c:ext xmlns:c16="http://schemas.microsoft.com/office/drawing/2014/chart" uri="{C3380CC4-5D6E-409C-BE32-E72D297353CC}">
                <c16:uniqueId val="{00000007-733A-48A4-BDDC-F01616C6B3BF}"/>
              </c:ext>
            </c:extLst>
          </c:dPt>
          <c:dPt>
            <c:idx val="4"/>
            <c:invertIfNegative val="0"/>
            <c:bubble3D val="0"/>
            <c:spPr>
              <a:solidFill>
                <a:schemeClr val="accent2">
                  <a:lumMod val="50000"/>
                </a:schemeClr>
              </a:solidFill>
              <a:ln w="9525" cap="flat" cmpd="sng" algn="ctr">
                <a:solidFill>
                  <a:schemeClr val="lt1">
                    <a:alpha val="50000"/>
                  </a:schemeClr>
                </a:solidFill>
                <a:round/>
              </a:ln>
              <a:effectLst/>
            </c:spPr>
            <c:extLst>
              <c:ext xmlns:c16="http://schemas.microsoft.com/office/drawing/2014/chart" uri="{C3380CC4-5D6E-409C-BE32-E72D297353CC}">
                <c16:uniqueId val="{00000009-733A-48A4-BDDC-F01616C6B3BF}"/>
              </c:ext>
            </c:extLst>
          </c:dPt>
          <c:dPt>
            <c:idx val="5"/>
            <c:invertIfNegative val="0"/>
            <c:bubble3D val="0"/>
            <c:spPr>
              <a:solidFill>
                <a:schemeClr val="accent1">
                  <a:lumMod val="50000"/>
                </a:schemeClr>
              </a:solidFill>
              <a:ln w="9525" cap="flat" cmpd="sng" algn="ctr">
                <a:solidFill>
                  <a:schemeClr val="lt1">
                    <a:alpha val="50000"/>
                  </a:schemeClr>
                </a:solidFill>
                <a:round/>
              </a:ln>
              <a:effectLst/>
            </c:spPr>
            <c:extLst>
              <c:ext xmlns:c16="http://schemas.microsoft.com/office/drawing/2014/chart" uri="{C3380CC4-5D6E-409C-BE32-E72D297353CC}">
                <c16:uniqueId val="{0000000B-733A-48A4-BDDC-F01616C6B3BF}"/>
              </c:ext>
            </c:extLst>
          </c:dPt>
          <c:dPt>
            <c:idx val="6"/>
            <c:invertIfNegative val="0"/>
            <c:bubble3D val="0"/>
            <c:spPr>
              <a:solidFill>
                <a:schemeClr val="tx1">
                  <a:lumMod val="85000"/>
                  <a:lumOff val="15000"/>
                </a:schemeClr>
              </a:solidFill>
              <a:ln w="9525" cap="flat" cmpd="sng" algn="ctr">
                <a:solidFill>
                  <a:schemeClr val="lt1">
                    <a:alpha val="50000"/>
                  </a:schemeClr>
                </a:solidFill>
                <a:round/>
              </a:ln>
              <a:effectLst/>
            </c:spPr>
            <c:extLst>
              <c:ext xmlns:c16="http://schemas.microsoft.com/office/drawing/2014/chart" uri="{C3380CC4-5D6E-409C-BE32-E72D297353CC}">
                <c16:uniqueId val="{0000000D-733A-48A4-BDDC-F01616C6B3BF}"/>
              </c:ext>
            </c:extLst>
          </c:dPt>
          <c:dPt>
            <c:idx val="7"/>
            <c:invertIfNegative val="0"/>
            <c:bubble3D val="0"/>
            <c:spPr>
              <a:solidFill>
                <a:schemeClr val="bg1">
                  <a:lumMod val="50000"/>
                </a:schemeClr>
              </a:solidFill>
              <a:ln w="9525" cap="flat" cmpd="sng" algn="ctr">
                <a:solidFill>
                  <a:schemeClr val="lt1">
                    <a:alpha val="50000"/>
                  </a:schemeClr>
                </a:solidFill>
                <a:round/>
              </a:ln>
              <a:effectLst/>
            </c:spPr>
            <c:extLst>
              <c:ext xmlns:c16="http://schemas.microsoft.com/office/drawing/2014/chart" uri="{C3380CC4-5D6E-409C-BE32-E72D297353CC}">
                <c16:uniqueId val="{0000000F-733A-48A4-BDDC-F01616C6B3BF}"/>
              </c:ext>
            </c:extLst>
          </c:dPt>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ysClr val="windowText" lastClr="000000"/>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50000"/>
                          <a:lumOff val="50000"/>
                        </a:schemeClr>
                      </a:solidFill>
                    </a:ln>
                    <a:effectLst/>
                  </c:spPr>
                </c15:leaderLines>
              </c:ext>
            </c:extLst>
          </c:dLbls>
          <c:cat>
            <c:strRef>
              <c:f>Sheet5!$A$15:$A$22</c:f>
              <c:strCache>
                <c:ptCount val="8"/>
                <c:pt idx="0">
                  <c:v>Jan</c:v>
                </c:pt>
                <c:pt idx="1">
                  <c:v>Feb</c:v>
                </c:pt>
                <c:pt idx="2">
                  <c:v>Mar</c:v>
                </c:pt>
                <c:pt idx="3">
                  <c:v>Apr</c:v>
                </c:pt>
                <c:pt idx="4">
                  <c:v>May</c:v>
                </c:pt>
                <c:pt idx="5">
                  <c:v>Jun</c:v>
                </c:pt>
                <c:pt idx="6">
                  <c:v>Jul</c:v>
                </c:pt>
                <c:pt idx="7">
                  <c:v>Aug</c:v>
                </c:pt>
              </c:strCache>
            </c:strRef>
          </c:cat>
          <c:val>
            <c:numRef>
              <c:f>Sheet5!$B$15:$B$22</c:f>
              <c:numCache>
                <c:formatCode>0%</c:formatCode>
                <c:ptCount val="8"/>
                <c:pt idx="0">
                  <c:v>0.88489190648561089</c:v>
                </c:pt>
                <c:pt idx="1">
                  <c:v>0.88448377952095747</c:v>
                </c:pt>
                <c:pt idx="2">
                  <c:v>0.93668735424456073</c:v>
                </c:pt>
                <c:pt idx="3">
                  <c:v>0.97186481257011215</c:v>
                </c:pt>
                <c:pt idx="4">
                  <c:v>0.96323455212082476</c:v>
                </c:pt>
                <c:pt idx="5">
                  <c:v>0.96113247740594043</c:v>
                </c:pt>
                <c:pt idx="6">
                  <c:v>0.94539136658128675</c:v>
                </c:pt>
                <c:pt idx="7">
                  <c:v>0.93982534390249284</c:v>
                </c:pt>
              </c:numCache>
            </c:numRef>
          </c:val>
          <c:extLst>
            <c:ext xmlns:c16="http://schemas.microsoft.com/office/drawing/2014/chart" uri="{C3380CC4-5D6E-409C-BE32-E72D297353CC}">
              <c16:uniqueId val="{00000010-733A-48A4-BDDC-F01616C6B3BF}"/>
            </c:ext>
          </c:extLst>
        </c:ser>
        <c:dLbls>
          <c:dLblPos val="inEnd"/>
          <c:showLegendKey val="0"/>
          <c:showVal val="1"/>
          <c:showCatName val="0"/>
          <c:showSerName val="0"/>
          <c:showPercent val="0"/>
          <c:showBubbleSize val="0"/>
        </c:dLbls>
        <c:gapWidth val="65"/>
        <c:axId val="1620524256"/>
        <c:axId val="1374123360"/>
      </c:barChart>
      <c:catAx>
        <c:axId val="1620524256"/>
        <c:scaling>
          <c:orientation val="minMax"/>
        </c:scaling>
        <c:delete val="0"/>
        <c:axPos val="l"/>
        <c:numFmt formatCode="General" sourceLinked="1"/>
        <c:majorTickMark val="none"/>
        <c:minorTickMark val="none"/>
        <c:tickLblPos val="nextTo"/>
        <c:spPr>
          <a:noFill/>
          <a:ln w="19050" cap="flat" cmpd="sng" algn="ctr">
            <a:solidFill>
              <a:schemeClr val="dk1">
                <a:lumMod val="75000"/>
                <a:lumOff val="25000"/>
              </a:schemeClr>
            </a:solidFill>
            <a:round/>
          </a:ln>
          <a:effectLst/>
        </c:spPr>
        <c:txPr>
          <a:bodyPr rot="-60000000" spcFirstLastPara="1" vertOverflow="ellipsis" vert="horz" wrap="square" anchor="ctr" anchorCtr="1"/>
          <a:lstStyle/>
          <a:p>
            <a:pPr>
              <a:defRPr sz="900" b="0" i="0" u="none" strike="noStrike" kern="1200" cap="all" baseline="0">
                <a:solidFill>
                  <a:schemeClr val="dk1">
                    <a:lumMod val="75000"/>
                    <a:lumOff val="25000"/>
                  </a:schemeClr>
                </a:solidFill>
                <a:latin typeface="+mn-lt"/>
                <a:ea typeface="+mn-ea"/>
                <a:cs typeface="+mn-cs"/>
              </a:defRPr>
            </a:pPr>
            <a:endParaRPr lang="en-US"/>
          </a:p>
        </c:txPr>
        <c:crossAx val="1374123360"/>
        <c:crosses val="autoZero"/>
        <c:auto val="1"/>
        <c:lblAlgn val="ctr"/>
        <c:lblOffset val="100"/>
        <c:noMultiLvlLbl val="0"/>
      </c:catAx>
      <c:valAx>
        <c:axId val="1374123360"/>
        <c:scaling>
          <c:orientation val="minMax"/>
        </c:scaling>
        <c:delete val="1"/>
        <c:axPos val="b"/>
        <c:numFmt formatCode="0%" sourceLinked="1"/>
        <c:majorTickMark val="none"/>
        <c:minorTickMark val="none"/>
        <c:tickLblPos val="nextTo"/>
        <c:crossAx val="1620524256"/>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w="9525" cap="flat" cmpd="sng" algn="ctr">
      <a:noFill/>
      <a:round/>
    </a:ln>
    <a:effectLst/>
  </c:spPr>
  <c:txPr>
    <a:bodyPr/>
    <a:lstStyle/>
    <a:p>
      <a:pPr rtl="1">
        <a:defRPr/>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bg1"/>
                </a:solidFill>
                <a:latin typeface="+mn-lt"/>
                <a:ea typeface="+mn-ea"/>
                <a:cs typeface="+mn-cs"/>
              </a:defRPr>
            </a:pPr>
            <a:r>
              <a:rPr lang="en-US">
                <a:solidFill>
                  <a:schemeClr val="bg1"/>
                </a:solidFill>
              </a:rPr>
              <a:t>All-Regions</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bg1"/>
              </a:solidFill>
              <a:latin typeface="+mn-lt"/>
              <a:ea typeface="+mn-ea"/>
              <a:cs typeface="+mn-cs"/>
            </a:defRPr>
          </a:pPr>
          <a:endParaRPr lang="en-US"/>
        </a:p>
      </c:txPr>
    </c:title>
    <c:autoTitleDeleted val="0"/>
    <c:plotArea>
      <c:layout>
        <c:manualLayout>
          <c:layoutTarget val="inner"/>
          <c:xMode val="edge"/>
          <c:yMode val="edge"/>
          <c:x val="0.18611111111111112"/>
          <c:y val="0.17171296296296296"/>
          <c:w val="0.69722222222222219"/>
          <c:h val="0.61498432487605714"/>
        </c:manualLayout>
      </c:layout>
      <c:barChart>
        <c:barDir val="col"/>
        <c:grouping val="clustered"/>
        <c:varyColors val="0"/>
        <c:ser>
          <c:idx val="0"/>
          <c:order val="0"/>
          <c:spPr>
            <a:solidFill>
              <a:schemeClr val="accent1"/>
            </a:solidFill>
            <a:ln>
              <a:noFill/>
            </a:ln>
            <a:effectLst/>
          </c:spPr>
          <c:invertIfNegative val="0"/>
          <c:dPt>
            <c:idx val="0"/>
            <c:invertIfNegative val="0"/>
            <c:bubble3D val="0"/>
            <c:spPr>
              <a:solidFill>
                <a:srgbClr val="FF0000"/>
              </a:solidFill>
              <a:ln>
                <a:noFill/>
              </a:ln>
              <a:effectLst/>
            </c:spPr>
            <c:extLst>
              <c:ext xmlns:c16="http://schemas.microsoft.com/office/drawing/2014/chart" uri="{C3380CC4-5D6E-409C-BE32-E72D297353CC}">
                <c16:uniqueId val="{00000001-4E45-4E4F-8962-D7B6C1B692D1}"/>
              </c:ext>
            </c:extLst>
          </c:dPt>
          <c:dPt>
            <c:idx val="1"/>
            <c:invertIfNegative val="0"/>
            <c:bubble3D val="0"/>
            <c:spPr>
              <a:solidFill>
                <a:srgbClr val="FFC000"/>
              </a:solidFill>
              <a:ln>
                <a:noFill/>
              </a:ln>
              <a:effectLst/>
            </c:spPr>
            <c:extLst>
              <c:ext xmlns:c16="http://schemas.microsoft.com/office/drawing/2014/chart" uri="{C3380CC4-5D6E-409C-BE32-E72D297353CC}">
                <c16:uniqueId val="{00000003-4E45-4E4F-8962-D7B6C1B692D1}"/>
              </c:ext>
            </c:extLst>
          </c:dPt>
          <c:dPt>
            <c:idx val="2"/>
            <c:invertIfNegative val="0"/>
            <c:bubble3D val="0"/>
            <c:spPr>
              <a:solidFill>
                <a:srgbClr val="00B050"/>
              </a:solidFill>
              <a:ln>
                <a:noFill/>
              </a:ln>
              <a:effectLst/>
            </c:spPr>
            <c:extLst>
              <c:ext xmlns:c16="http://schemas.microsoft.com/office/drawing/2014/chart" uri="{C3380CC4-5D6E-409C-BE32-E72D297353CC}">
                <c16:uniqueId val="{00000005-4E45-4E4F-8962-D7B6C1B692D1}"/>
              </c:ext>
            </c:extLst>
          </c:dPt>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'كل المناطق'!$Q$8:$Q$10</c:f>
              <c:numCache>
                <c:formatCode>0%</c:formatCode>
                <c:ptCount val="3"/>
                <c:pt idx="0">
                  <c:v>0.35213254974979635</c:v>
                </c:pt>
                <c:pt idx="1">
                  <c:v>0.11455545211218433</c:v>
                </c:pt>
                <c:pt idx="2">
                  <c:v>0.53331199813801933</c:v>
                </c:pt>
              </c:numCache>
            </c:numRef>
          </c:cat>
          <c:val>
            <c:numRef>
              <c:f>'كل المناطق'!$P$8:$P$10</c:f>
              <c:numCache>
                <c:formatCode>General</c:formatCode>
                <c:ptCount val="3"/>
                <c:pt idx="0">
                  <c:v>24207</c:v>
                </c:pt>
                <c:pt idx="1">
                  <c:v>7875</c:v>
                </c:pt>
                <c:pt idx="2">
                  <c:v>36662</c:v>
                </c:pt>
              </c:numCache>
            </c:numRef>
          </c:val>
          <c:extLst>
            <c:ext xmlns:c16="http://schemas.microsoft.com/office/drawing/2014/chart" uri="{C3380CC4-5D6E-409C-BE32-E72D297353CC}">
              <c16:uniqueId val="{00000006-4E45-4E4F-8962-D7B6C1B692D1}"/>
            </c:ext>
          </c:extLst>
        </c:ser>
        <c:ser>
          <c:idx val="1"/>
          <c:order val="1"/>
          <c:spPr>
            <a:solidFill>
              <a:schemeClr val="accent2"/>
            </a:solidFill>
            <a:ln>
              <a:noFill/>
            </a:ln>
            <a:effectLst/>
          </c:spPr>
          <c:invertIfNegative val="0"/>
          <c:cat>
            <c:numRef>
              <c:f>'كل المناطق'!$Q$8:$Q$10</c:f>
              <c:numCache>
                <c:formatCode>0%</c:formatCode>
                <c:ptCount val="3"/>
                <c:pt idx="0">
                  <c:v>0.35213254974979635</c:v>
                </c:pt>
                <c:pt idx="1">
                  <c:v>0.11455545211218433</c:v>
                </c:pt>
                <c:pt idx="2">
                  <c:v>0.53331199813801933</c:v>
                </c:pt>
              </c:numCache>
            </c:numRef>
          </c:cat>
          <c:val>
            <c:numRef>
              <c:f>'كل المناطق'!$Q$8:$Q$10</c:f>
              <c:numCache>
                <c:formatCode>0%</c:formatCode>
                <c:ptCount val="3"/>
                <c:pt idx="0">
                  <c:v>0.35213254974979635</c:v>
                </c:pt>
                <c:pt idx="1">
                  <c:v>0.11455545211218433</c:v>
                </c:pt>
                <c:pt idx="2">
                  <c:v>0.53331199813801933</c:v>
                </c:pt>
              </c:numCache>
            </c:numRef>
          </c:val>
          <c:extLst>
            <c:ext xmlns:c16="http://schemas.microsoft.com/office/drawing/2014/chart" uri="{C3380CC4-5D6E-409C-BE32-E72D297353CC}">
              <c16:uniqueId val="{00000007-4E45-4E4F-8962-D7B6C1B692D1}"/>
            </c:ext>
          </c:extLst>
        </c:ser>
        <c:dLbls>
          <c:showLegendKey val="0"/>
          <c:showVal val="0"/>
          <c:showCatName val="0"/>
          <c:showSerName val="0"/>
          <c:showPercent val="0"/>
          <c:showBubbleSize val="0"/>
        </c:dLbls>
        <c:gapWidth val="35"/>
        <c:overlap val="100"/>
        <c:axId val="1636486192"/>
        <c:axId val="1592647488"/>
      </c:barChart>
      <c:catAx>
        <c:axId val="1636486192"/>
        <c:scaling>
          <c:orientation val="minMax"/>
        </c:scaling>
        <c:delete val="0"/>
        <c:axPos val="b"/>
        <c:numFmt formatCode="0%" sourceLinked="1"/>
        <c:majorTickMark val="none"/>
        <c:minorTickMark val="none"/>
        <c:tickLblPos val="nextTo"/>
        <c:spPr>
          <a:solidFill>
            <a:schemeClr val="bg1">
              <a:lumMod val="95000"/>
            </a:schemeClr>
          </a:solidFill>
          <a:ln w="9525" cap="flat" cmpd="sng" algn="ctr">
            <a:solidFill>
              <a:schemeClr val="tx1">
                <a:lumMod val="15000"/>
                <a:lumOff val="85000"/>
              </a:schemeClr>
            </a:solidFill>
            <a:round/>
          </a:ln>
          <a:effectLst/>
        </c:spPr>
        <c:txPr>
          <a:bodyPr rot="-60000000" spcFirstLastPara="1" vertOverflow="ellipsis" vert="horz" wrap="square" anchor="t" anchorCtr="0"/>
          <a:lstStyle/>
          <a:p>
            <a:pPr>
              <a:defRPr sz="1200" b="1" i="0" u="none" strike="noStrike" kern="1200" baseline="0">
                <a:solidFill>
                  <a:schemeClr val="tx1">
                    <a:lumMod val="65000"/>
                    <a:lumOff val="35000"/>
                  </a:schemeClr>
                </a:solidFill>
                <a:latin typeface="+mn-lt"/>
                <a:ea typeface="+mn-ea"/>
                <a:cs typeface="+mn-cs"/>
              </a:defRPr>
            </a:pPr>
            <a:endParaRPr lang="en-US"/>
          </a:p>
        </c:txPr>
        <c:crossAx val="1592647488"/>
        <c:crosses val="autoZero"/>
        <c:auto val="1"/>
        <c:lblAlgn val="ctr"/>
        <c:lblOffset val="100"/>
        <c:noMultiLvlLbl val="0"/>
      </c:catAx>
      <c:valAx>
        <c:axId val="1592647488"/>
        <c:scaling>
          <c:orientation val="minMax"/>
        </c:scaling>
        <c:delete val="1"/>
        <c:axPos val="l"/>
        <c:numFmt formatCode="General" sourceLinked="1"/>
        <c:majorTickMark val="none"/>
        <c:minorTickMark val="none"/>
        <c:tickLblPos val="nextTo"/>
        <c:crossAx val="1636486192"/>
        <c:crosses val="autoZero"/>
        <c:crossBetween val="between"/>
      </c:valAx>
      <c:spPr>
        <a:noFill/>
        <a:ln w="25400">
          <a:noFill/>
        </a:ln>
        <a:effectLst/>
      </c:spPr>
    </c:plotArea>
    <c:plotVisOnly val="1"/>
    <c:dispBlanksAs val="gap"/>
    <c:showDLblsOverMax val="0"/>
  </c:chart>
  <c:spPr>
    <a:solidFill>
      <a:schemeClr val="bg1">
        <a:lumMod val="95000"/>
        <a:alpha val="36000"/>
      </a:schemeClr>
    </a:solidFill>
    <a:ln w="9525" cap="flat" cmpd="sng" algn="ctr">
      <a:solidFill>
        <a:schemeClr val="lt1">
          <a:shade val="50000"/>
        </a:schemeClr>
      </a:solidFill>
      <a:round/>
    </a:ln>
    <a:effectLst/>
  </c:spPr>
  <c:txPr>
    <a:bodyPr/>
    <a:lstStyle/>
    <a:p>
      <a:pPr>
        <a:defRPr/>
      </a:pPr>
      <a:endParaRPr lang="en-US"/>
    </a:p>
  </c:txPr>
  <c:externalData r:id="rId3">
    <c:autoUpdate val="0"/>
  </c:externalData>
  <c:userShapes r:id="rId4"/>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clrMapOvr bg1="lt1" tx1="dk1" bg2="lt2" tx2="dk2" accent1="accent1" accent2="accent2" accent3="accent3" accent4="accent4" accent5="accent5" accent6="accent6" hlink="hlink" folHlink="folHlink"/>
  <c:chart>
    <c:autoTitleDeleted val="0"/>
    <c:plotArea>
      <c:layout>
        <c:manualLayout>
          <c:layoutTarget val="inner"/>
          <c:xMode val="edge"/>
          <c:yMode val="edge"/>
          <c:x val="0.16226815398075239"/>
          <c:y val="0.10572068866907001"/>
          <c:w val="0.61590748031496068"/>
          <c:h val="0.79258893770138905"/>
        </c:manualLayout>
      </c:layout>
      <c:radarChart>
        <c:radarStyle val="marker"/>
        <c:varyColors val="0"/>
        <c:ser>
          <c:idx val="0"/>
          <c:order val="0"/>
          <c:tx>
            <c:strRef>
              <c:f>report!$D$5</c:f>
              <c:strCache>
                <c:ptCount val="1"/>
                <c:pt idx="0">
                  <c:v>Base</c:v>
                </c:pt>
              </c:strCache>
            </c:strRef>
          </c:tx>
          <c:spPr>
            <a:ln>
              <a:solidFill>
                <a:srgbClr val="FFC000"/>
              </a:solidFill>
            </a:ln>
          </c:spPr>
          <c:marker>
            <c:symbol val="none"/>
          </c:marker>
          <c:cat>
            <c:strRef>
              <c:f>report!$C$6:$C$11</c:f>
              <c:strCache>
                <c:ptCount val="6"/>
                <c:pt idx="0">
                  <c:v>الأسعار</c:v>
                </c:pt>
                <c:pt idx="1">
                  <c:v>الجودة</c:v>
                </c:pt>
                <c:pt idx="2">
                  <c:v>خدمات المشتركين</c:v>
                </c:pt>
                <c:pt idx="3">
                  <c:v>تجربة المستخدم</c:v>
                </c:pt>
                <c:pt idx="4">
                  <c:v>التسويق</c:v>
                </c:pt>
                <c:pt idx="5">
                  <c:v>اختراق السوق</c:v>
                </c:pt>
              </c:strCache>
            </c:strRef>
          </c:cat>
          <c:val>
            <c:numRef>
              <c:f>report!$D$6:$D$11</c:f>
              <c:numCache>
                <c:formatCode>General</c:formatCode>
                <c:ptCount val="6"/>
                <c:pt idx="0">
                  <c:v>5</c:v>
                </c:pt>
                <c:pt idx="1">
                  <c:v>5</c:v>
                </c:pt>
                <c:pt idx="2">
                  <c:v>5</c:v>
                </c:pt>
                <c:pt idx="3">
                  <c:v>5</c:v>
                </c:pt>
                <c:pt idx="4">
                  <c:v>5</c:v>
                </c:pt>
                <c:pt idx="5">
                  <c:v>5</c:v>
                </c:pt>
              </c:numCache>
            </c:numRef>
          </c:val>
          <c:extLst>
            <c:ext xmlns:c16="http://schemas.microsoft.com/office/drawing/2014/chart" uri="{C3380CC4-5D6E-409C-BE32-E72D297353CC}">
              <c16:uniqueId val="{00000000-DFC4-48D8-97CB-630B7C150765}"/>
            </c:ext>
          </c:extLst>
        </c:ser>
        <c:ser>
          <c:idx val="1"/>
          <c:order val="1"/>
          <c:tx>
            <c:strRef>
              <c:f>report!$F$5</c:f>
              <c:strCache>
                <c:ptCount val="1"/>
                <c:pt idx="0">
                  <c:v>Almadar</c:v>
                </c:pt>
              </c:strCache>
            </c:strRef>
          </c:tx>
          <c:spPr>
            <a:ln>
              <a:solidFill>
                <a:schemeClr val="accent3">
                  <a:lumMod val="75000"/>
                </a:schemeClr>
              </a:solidFill>
            </a:ln>
          </c:spPr>
          <c:marker>
            <c:symbol val="none"/>
          </c:marker>
          <c:cat>
            <c:strRef>
              <c:f>report!$C$6:$C$11</c:f>
              <c:strCache>
                <c:ptCount val="6"/>
                <c:pt idx="0">
                  <c:v>الأسعار</c:v>
                </c:pt>
                <c:pt idx="1">
                  <c:v>الجودة</c:v>
                </c:pt>
                <c:pt idx="2">
                  <c:v>خدمات المشتركين</c:v>
                </c:pt>
                <c:pt idx="3">
                  <c:v>تجربة المستخدم</c:v>
                </c:pt>
                <c:pt idx="4">
                  <c:v>التسويق</c:v>
                </c:pt>
                <c:pt idx="5">
                  <c:v>اختراق السوق</c:v>
                </c:pt>
              </c:strCache>
            </c:strRef>
          </c:cat>
          <c:val>
            <c:numRef>
              <c:f>report!$F$6:$F$11</c:f>
              <c:numCache>
                <c:formatCode>General</c:formatCode>
                <c:ptCount val="6"/>
                <c:pt idx="0">
                  <c:v>2.5</c:v>
                </c:pt>
                <c:pt idx="1">
                  <c:v>3.5</c:v>
                </c:pt>
                <c:pt idx="2">
                  <c:v>2.6666666666666665</c:v>
                </c:pt>
                <c:pt idx="3">
                  <c:v>4</c:v>
                </c:pt>
                <c:pt idx="4">
                  <c:v>2.6666666666666665</c:v>
                </c:pt>
                <c:pt idx="5">
                  <c:v>3.6666666666666665</c:v>
                </c:pt>
              </c:numCache>
            </c:numRef>
          </c:val>
          <c:extLst>
            <c:ext xmlns:c16="http://schemas.microsoft.com/office/drawing/2014/chart" uri="{C3380CC4-5D6E-409C-BE32-E72D297353CC}">
              <c16:uniqueId val="{00000001-DFC4-48D8-97CB-630B7C150765}"/>
            </c:ext>
          </c:extLst>
        </c:ser>
        <c:ser>
          <c:idx val="2"/>
          <c:order val="2"/>
          <c:tx>
            <c:strRef>
              <c:f>report!$E$5</c:f>
              <c:strCache>
                <c:ptCount val="1"/>
                <c:pt idx="0">
                  <c:v>Libyana</c:v>
                </c:pt>
              </c:strCache>
            </c:strRef>
          </c:tx>
          <c:spPr>
            <a:ln>
              <a:solidFill>
                <a:schemeClr val="accent4"/>
              </a:solidFill>
            </a:ln>
          </c:spPr>
          <c:marker>
            <c:symbol val="none"/>
          </c:marker>
          <c:cat>
            <c:strRef>
              <c:f>report!$C$6:$C$11</c:f>
              <c:strCache>
                <c:ptCount val="6"/>
                <c:pt idx="0">
                  <c:v>الأسعار</c:v>
                </c:pt>
                <c:pt idx="1">
                  <c:v>الجودة</c:v>
                </c:pt>
                <c:pt idx="2">
                  <c:v>خدمات المشتركين</c:v>
                </c:pt>
                <c:pt idx="3">
                  <c:v>تجربة المستخدم</c:v>
                </c:pt>
                <c:pt idx="4">
                  <c:v>التسويق</c:v>
                </c:pt>
                <c:pt idx="5">
                  <c:v>اختراق السوق</c:v>
                </c:pt>
              </c:strCache>
            </c:strRef>
          </c:cat>
          <c:val>
            <c:numRef>
              <c:f>report!$E$6:$E$11</c:f>
              <c:numCache>
                <c:formatCode>General</c:formatCode>
                <c:ptCount val="6"/>
                <c:pt idx="0">
                  <c:v>3</c:v>
                </c:pt>
                <c:pt idx="1">
                  <c:v>2.5</c:v>
                </c:pt>
                <c:pt idx="2">
                  <c:v>4.5</c:v>
                </c:pt>
                <c:pt idx="3">
                  <c:v>3.5</c:v>
                </c:pt>
                <c:pt idx="4">
                  <c:v>4</c:v>
                </c:pt>
                <c:pt idx="5">
                  <c:v>3.6666666666666665</c:v>
                </c:pt>
              </c:numCache>
            </c:numRef>
          </c:val>
          <c:extLst>
            <c:ext xmlns:c16="http://schemas.microsoft.com/office/drawing/2014/chart" uri="{C3380CC4-5D6E-409C-BE32-E72D297353CC}">
              <c16:uniqueId val="{00000002-DFC4-48D8-97CB-630B7C150765}"/>
            </c:ext>
          </c:extLst>
        </c:ser>
        <c:dLbls>
          <c:showLegendKey val="0"/>
          <c:showVal val="0"/>
          <c:showCatName val="0"/>
          <c:showSerName val="0"/>
          <c:showPercent val="0"/>
          <c:showBubbleSize val="0"/>
        </c:dLbls>
        <c:axId val="139899264"/>
        <c:axId val="139900800"/>
      </c:radarChart>
      <c:catAx>
        <c:axId val="139899264"/>
        <c:scaling>
          <c:orientation val="minMax"/>
        </c:scaling>
        <c:delete val="0"/>
        <c:axPos val="b"/>
        <c:majorGridlines/>
        <c:numFmt formatCode="General" sourceLinked="0"/>
        <c:majorTickMark val="out"/>
        <c:minorTickMark val="none"/>
        <c:tickLblPos val="nextTo"/>
        <c:crossAx val="139900800"/>
        <c:crosses val="autoZero"/>
        <c:auto val="1"/>
        <c:lblAlgn val="ctr"/>
        <c:lblOffset val="100"/>
        <c:noMultiLvlLbl val="0"/>
      </c:catAx>
      <c:valAx>
        <c:axId val="139900800"/>
        <c:scaling>
          <c:orientation val="minMax"/>
        </c:scaling>
        <c:delete val="0"/>
        <c:axPos val="l"/>
        <c:majorGridlines/>
        <c:numFmt formatCode="General" sourceLinked="1"/>
        <c:majorTickMark val="cross"/>
        <c:minorTickMark val="none"/>
        <c:tickLblPos val="nextTo"/>
        <c:crossAx val="139899264"/>
        <c:crosses val="autoZero"/>
        <c:crossBetween val="between"/>
      </c:valAx>
      <c:spPr>
        <a:noFill/>
      </c:spPr>
    </c:plotArea>
    <c:legend>
      <c:legendPos val="r"/>
      <c:legendEntry>
        <c:idx val="0"/>
        <c:delete val="1"/>
      </c:legendEntry>
      <c:layout>
        <c:manualLayout>
          <c:xMode val="edge"/>
          <c:yMode val="edge"/>
          <c:x val="0.13697178477690289"/>
          <c:y val="0.90463192097328771"/>
          <c:w val="0.74080599300087491"/>
          <c:h val="8.9893899626183091E-2"/>
        </c:manualLayout>
      </c:layout>
      <c:overlay val="0"/>
    </c:legend>
    <c:plotVisOnly val="1"/>
    <c:dispBlanksAs val="gap"/>
    <c:showDLblsOverMax val="0"/>
  </c:chart>
  <c:spPr>
    <a:noFill/>
    <a:ln>
      <a:noFill/>
    </a:ln>
    <a:scene3d>
      <a:camera prst="orthographicFront"/>
      <a:lightRig rig="threePt" dir="t"/>
    </a:scene3d>
    <a:sp3d>
      <a:bevelT w="190500" h="38100"/>
    </a:sp3d>
  </c:spPr>
  <c:txPr>
    <a:bodyPr/>
    <a:lstStyle/>
    <a:p>
      <a:pPr>
        <a:defRPr sz="1100">
          <a:solidFill>
            <a:schemeClr val="bg1"/>
          </a:solidFill>
          <a:cs typeface="+mj-cs"/>
        </a:defRPr>
      </a:pPr>
      <a:endParaRPr lang="en-US"/>
    </a:p>
  </c:txPr>
  <c:externalData r:id="rId2">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rtl="1">
              <a:defRPr sz="1862" b="0" i="0" u="none" strike="noStrike" kern="1200" spc="0" baseline="0">
                <a:solidFill>
                  <a:schemeClr val="tx1">
                    <a:lumMod val="65000"/>
                    <a:lumOff val="35000"/>
                  </a:schemeClr>
                </a:solidFill>
                <a:latin typeface="+mn-lt"/>
                <a:ea typeface="+mn-ea"/>
                <a:cs typeface="+mn-cs"/>
              </a:defRPr>
            </a:pPr>
            <a:r>
              <a:rPr lang="ar-LY" sz="1600" b="1" dirty="0">
                <a:solidFill>
                  <a:srgbClr val="8C2782"/>
                </a:solidFill>
                <a:latin typeface="Tajawal" panose="00000500000000000000" pitchFamily="2" charset="-78"/>
                <a:cs typeface="Tajawal" panose="00000500000000000000" pitchFamily="2" charset="-78"/>
              </a:rPr>
              <a:t>1-</a:t>
            </a:r>
            <a:r>
              <a:rPr lang="ar-LY" sz="1600" b="1" baseline="0" dirty="0">
                <a:solidFill>
                  <a:srgbClr val="8C2782"/>
                </a:solidFill>
                <a:latin typeface="Tajawal" panose="00000500000000000000" pitchFamily="2" charset="-78"/>
                <a:cs typeface="Tajawal" panose="00000500000000000000" pitchFamily="2" charset="-78"/>
              </a:rPr>
              <a:t> </a:t>
            </a:r>
            <a:r>
              <a:rPr lang="ar-LY" sz="1600" b="1" dirty="0">
                <a:solidFill>
                  <a:srgbClr val="8C2782"/>
                </a:solidFill>
                <a:latin typeface="Tajawal" panose="00000500000000000000" pitchFamily="2" charset="-78"/>
                <a:cs typeface="Tajawal" panose="00000500000000000000" pitchFamily="2" charset="-78"/>
              </a:rPr>
              <a:t>الحصة السوقية</a:t>
            </a:r>
            <a:endParaRPr lang="en-US" sz="1600" b="1" dirty="0">
              <a:solidFill>
                <a:srgbClr val="8C2782"/>
              </a:solidFill>
              <a:latin typeface="Tajawal" panose="00000500000000000000" pitchFamily="2" charset="-78"/>
              <a:cs typeface="Tajawal" panose="00000500000000000000" pitchFamily="2" charset="-78"/>
            </a:endParaRPr>
          </a:p>
        </c:rich>
      </c:tx>
      <c:layout>
        <c:manualLayout>
          <c:xMode val="edge"/>
          <c:yMode val="edge"/>
          <c:x val="0.17428757398856862"/>
          <c:y val="0"/>
        </c:manualLayout>
      </c:layout>
      <c:overlay val="0"/>
      <c:spPr>
        <a:noFill/>
        <a:ln>
          <a:noFill/>
        </a:ln>
        <a:effectLst/>
      </c:spPr>
      <c:txPr>
        <a:bodyPr rot="0" spcFirstLastPara="1" vertOverflow="ellipsis" vert="horz" wrap="square" anchor="ctr" anchorCtr="1"/>
        <a:lstStyle/>
        <a:p>
          <a:pPr rtl="1">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5.4645535494954774E-2"/>
          <c:y val="0.21236459581750886"/>
          <c:w val="0.89070892901009047"/>
          <c:h val="0.66851882949137031"/>
        </c:manualLayout>
      </c:layout>
      <c:barChart>
        <c:barDir val="col"/>
        <c:grouping val="clustered"/>
        <c:varyColors val="0"/>
        <c:ser>
          <c:idx val="0"/>
          <c:order val="0"/>
          <c:tx>
            <c:strRef>
              <c:f>Sheet1!$B$1</c:f>
              <c:strCache>
                <c:ptCount val="1"/>
                <c:pt idx="0">
                  <c:v>2025</c:v>
                </c:pt>
              </c:strCache>
            </c:strRef>
          </c:tx>
          <c:spPr>
            <a:gradFill>
              <a:gsLst>
                <a:gs pos="0">
                  <a:srgbClr val="A3025D"/>
                </a:gs>
                <a:gs pos="98319">
                  <a:srgbClr val="D3145A"/>
                </a:gs>
              </a:gsLst>
              <a:lin ang="7200000" scaled="0"/>
            </a:gra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rgbClr val="661C5F"/>
                    </a:solidFill>
                    <a:latin typeface="Tajawal" panose="00000500000000000000" pitchFamily="2" charset="-78"/>
                    <a:ea typeface="+mn-ea"/>
                    <a:cs typeface="Tajawal" panose="00000500000000000000" pitchFamily="2" charset="-78"/>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Category 1</c:v>
                </c:pt>
              </c:strCache>
            </c:strRef>
          </c:cat>
          <c:val>
            <c:numRef>
              <c:f>Sheet1!$B$2</c:f>
              <c:numCache>
                <c:formatCode>0%</c:formatCode>
                <c:ptCount val="1"/>
                <c:pt idx="0">
                  <c:v>0.6</c:v>
                </c:pt>
              </c:numCache>
            </c:numRef>
          </c:val>
          <c:extLst>
            <c:ext xmlns:c16="http://schemas.microsoft.com/office/drawing/2014/chart" uri="{C3380CC4-5D6E-409C-BE32-E72D297353CC}">
              <c16:uniqueId val="{00000000-2262-4AA8-B8CE-BAEA06C2172F}"/>
            </c:ext>
          </c:extLst>
        </c:ser>
        <c:ser>
          <c:idx val="1"/>
          <c:order val="1"/>
          <c:tx>
            <c:strRef>
              <c:f>Sheet1!$C$1</c:f>
              <c:strCache>
                <c:ptCount val="1"/>
                <c:pt idx="0">
                  <c:v>2024</c:v>
                </c:pt>
              </c:strCache>
            </c:strRef>
          </c:tx>
          <c:spPr>
            <a:gradFill>
              <a:gsLst>
                <a:gs pos="0">
                  <a:srgbClr val="A3025D"/>
                </a:gs>
                <a:gs pos="98319">
                  <a:srgbClr val="D3145A"/>
                </a:gs>
              </a:gsLst>
              <a:lin ang="7200000" scaled="0"/>
            </a:gra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bg1">
                        <a:lumMod val="6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Category 1</c:v>
                </c:pt>
              </c:strCache>
            </c:strRef>
          </c:cat>
          <c:val>
            <c:numRef>
              <c:f>Sheet1!$C$2</c:f>
              <c:numCache>
                <c:formatCode>0%</c:formatCode>
                <c:ptCount val="1"/>
                <c:pt idx="0">
                  <c:v>0.57999999999999996</c:v>
                </c:pt>
              </c:numCache>
            </c:numRef>
          </c:val>
          <c:extLst>
            <c:ext xmlns:c16="http://schemas.microsoft.com/office/drawing/2014/chart" uri="{C3380CC4-5D6E-409C-BE32-E72D297353CC}">
              <c16:uniqueId val="{00000001-2262-4AA8-B8CE-BAEA06C2172F}"/>
            </c:ext>
          </c:extLst>
        </c:ser>
        <c:ser>
          <c:idx val="2"/>
          <c:order val="2"/>
          <c:tx>
            <c:strRef>
              <c:f>Sheet1!$D$1</c:f>
              <c:strCache>
                <c:ptCount val="1"/>
                <c:pt idx="0">
                  <c:v>2023</c:v>
                </c:pt>
              </c:strCache>
            </c:strRef>
          </c:tx>
          <c:spPr>
            <a:gradFill>
              <a:gsLst>
                <a:gs pos="0">
                  <a:srgbClr val="A3025D"/>
                </a:gs>
                <a:gs pos="98319">
                  <a:srgbClr val="D3145A"/>
                </a:gs>
              </a:gsLst>
              <a:lin ang="7200000" scaled="0"/>
            </a:gra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bg1">
                        <a:lumMod val="6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Category 1</c:v>
                </c:pt>
              </c:strCache>
            </c:strRef>
          </c:cat>
          <c:val>
            <c:numRef>
              <c:f>Sheet1!$D$2</c:f>
              <c:numCache>
                <c:formatCode>0%</c:formatCode>
                <c:ptCount val="1"/>
                <c:pt idx="0">
                  <c:v>0.56999999999999995</c:v>
                </c:pt>
              </c:numCache>
            </c:numRef>
          </c:val>
          <c:extLst>
            <c:ext xmlns:c16="http://schemas.microsoft.com/office/drawing/2014/chart" uri="{C3380CC4-5D6E-409C-BE32-E72D297353CC}">
              <c16:uniqueId val="{00000002-2262-4AA8-B8CE-BAEA06C2172F}"/>
            </c:ext>
          </c:extLst>
        </c:ser>
        <c:ser>
          <c:idx val="3"/>
          <c:order val="3"/>
          <c:tx>
            <c:strRef>
              <c:f>Sheet1!$E$1</c:f>
              <c:strCache>
                <c:ptCount val="1"/>
                <c:pt idx="0">
                  <c:v>2022</c:v>
                </c:pt>
              </c:strCache>
            </c:strRef>
          </c:tx>
          <c:spPr>
            <a:solidFill>
              <a:schemeClr val="bg1">
                <a:lumMod val="65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bg1">
                        <a:lumMod val="6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Category 1</c:v>
                </c:pt>
              </c:strCache>
            </c:strRef>
          </c:cat>
          <c:val>
            <c:numRef>
              <c:f>Sheet1!$E$2</c:f>
              <c:numCache>
                <c:formatCode>0%</c:formatCode>
                <c:ptCount val="1"/>
                <c:pt idx="0">
                  <c:v>0.54</c:v>
                </c:pt>
              </c:numCache>
            </c:numRef>
          </c:val>
          <c:extLst>
            <c:ext xmlns:c16="http://schemas.microsoft.com/office/drawing/2014/chart" uri="{C3380CC4-5D6E-409C-BE32-E72D297353CC}">
              <c16:uniqueId val="{00000003-2262-4AA8-B8CE-BAEA06C2172F}"/>
            </c:ext>
          </c:extLst>
        </c:ser>
        <c:dLbls>
          <c:showLegendKey val="0"/>
          <c:showVal val="0"/>
          <c:showCatName val="0"/>
          <c:showSerName val="0"/>
          <c:showPercent val="0"/>
          <c:showBubbleSize val="0"/>
        </c:dLbls>
        <c:gapWidth val="219"/>
        <c:overlap val="-27"/>
        <c:axId val="1520748976"/>
        <c:axId val="300959360"/>
      </c:barChart>
      <c:catAx>
        <c:axId val="1520748976"/>
        <c:scaling>
          <c:orientation val="minMax"/>
        </c:scaling>
        <c:delete val="1"/>
        <c:axPos val="b"/>
        <c:numFmt formatCode="General" sourceLinked="1"/>
        <c:majorTickMark val="out"/>
        <c:minorTickMark val="none"/>
        <c:tickLblPos val="nextTo"/>
        <c:crossAx val="300959360"/>
        <c:crosses val="autoZero"/>
        <c:auto val="1"/>
        <c:lblAlgn val="ctr"/>
        <c:lblOffset val="100"/>
        <c:noMultiLvlLbl val="0"/>
      </c:catAx>
      <c:valAx>
        <c:axId val="300959360"/>
        <c:scaling>
          <c:orientation val="minMax"/>
          <c:min val="0"/>
        </c:scaling>
        <c:delete val="1"/>
        <c:axPos val="l"/>
        <c:minorGridlines>
          <c:spPr>
            <a:ln w="9525" cap="flat" cmpd="sng" algn="ctr">
              <a:solidFill>
                <a:schemeClr val="tx1">
                  <a:lumMod val="5000"/>
                  <a:lumOff val="95000"/>
                </a:schemeClr>
              </a:solidFill>
              <a:round/>
            </a:ln>
            <a:effectLst/>
          </c:spPr>
        </c:minorGridlines>
        <c:numFmt formatCode="0%" sourceLinked="1"/>
        <c:majorTickMark val="out"/>
        <c:minorTickMark val="none"/>
        <c:tickLblPos val="nextTo"/>
        <c:crossAx val="1520748976"/>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ar-LY" sz="1600" b="1" dirty="0">
                <a:solidFill>
                  <a:srgbClr val="8C2782"/>
                </a:solidFill>
                <a:latin typeface="Tajawal" panose="00000500000000000000" pitchFamily="2" charset="-78"/>
                <a:cs typeface="Tajawal" panose="00000500000000000000" pitchFamily="2" charset="-78"/>
              </a:rPr>
              <a:t>3- </a:t>
            </a:r>
            <a:r>
              <a:rPr lang="ar-LY" sz="1600" b="1" strike="sngStrike" dirty="0">
                <a:solidFill>
                  <a:srgbClr val="8C2782"/>
                </a:solidFill>
                <a:latin typeface="Tajawal" panose="00000500000000000000" pitchFamily="2" charset="-78"/>
                <a:cs typeface="Tajawal" panose="00000500000000000000" pitchFamily="2" charset="-78"/>
              </a:rPr>
              <a:t>إيراد الخدمات المضافة</a:t>
            </a:r>
            <a:endParaRPr lang="en-US" sz="1600" b="1" strike="sngStrike" dirty="0">
              <a:solidFill>
                <a:srgbClr val="8C2782"/>
              </a:solidFill>
              <a:latin typeface="Tajawal" panose="00000500000000000000" pitchFamily="2" charset="-78"/>
              <a:cs typeface="Tajawal" panose="00000500000000000000" pitchFamily="2" charset="-78"/>
            </a:endParaRPr>
          </a:p>
        </c:rich>
      </c:tx>
      <c:layout>
        <c:manualLayout>
          <c:xMode val="edge"/>
          <c:yMode val="edge"/>
          <c:x val="0.21973059790117333"/>
          <c:y val="0"/>
        </c:manualLayout>
      </c:layout>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5.4645535494954774E-2"/>
          <c:y val="0.26592434465027437"/>
          <c:w val="0.89070892901009047"/>
          <c:h val="0.61495908065860472"/>
        </c:manualLayout>
      </c:layout>
      <c:barChart>
        <c:barDir val="col"/>
        <c:grouping val="clustered"/>
        <c:varyColors val="0"/>
        <c:ser>
          <c:idx val="0"/>
          <c:order val="0"/>
          <c:tx>
            <c:strRef>
              <c:f>Sheet1!$B$1</c:f>
              <c:strCache>
                <c:ptCount val="1"/>
                <c:pt idx="0">
                  <c:v>2025</c:v>
                </c:pt>
              </c:strCache>
            </c:strRef>
          </c:tx>
          <c:spPr>
            <a:gradFill>
              <a:gsLst>
                <a:gs pos="0">
                  <a:srgbClr val="A3025D"/>
                </a:gs>
                <a:gs pos="98319">
                  <a:srgbClr val="D3145A"/>
                </a:gs>
              </a:gsLst>
              <a:lin ang="7200000" scaled="0"/>
            </a:gradFill>
            <a:ln>
              <a:noFill/>
            </a:ln>
            <a:effectLst/>
          </c:spPr>
          <c:invertIfNegative val="0"/>
          <c:dLbls>
            <c:dLbl>
              <c:idx val="0"/>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rgbClr val="661C5F"/>
                      </a:solidFill>
                      <a:latin typeface="Tajawal" panose="00000500000000000000" pitchFamily="2" charset="-78"/>
                      <a:ea typeface="+mn-ea"/>
                      <a:cs typeface="Tajawal" panose="00000500000000000000" pitchFamily="2" charset="-78"/>
                    </a:defRPr>
                  </a:pPr>
                  <a:endParaRPr lang="en-US"/>
                </a:p>
              </c:txPr>
              <c:dLblPos val="outEnd"/>
              <c:showLegendKey val="0"/>
              <c:showVal val="1"/>
              <c:showCatName val="0"/>
              <c:showSerName val="0"/>
              <c:showPercent val="0"/>
              <c:showBubbleSize val="0"/>
              <c:extLst>
                <c:ext xmlns:c16="http://schemas.microsoft.com/office/drawing/2014/chart" uri="{C3380CC4-5D6E-409C-BE32-E72D297353CC}">
                  <c16:uniqueId val="{00000001-240B-4B42-9DCB-2B79992B1716}"/>
                </c:ext>
              </c:extLst>
            </c:dLbl>
            <c:spPr>
              <a:noFill/>
              <a:ln>
                <a:noFill/>
              </a:ln>
              <a:effectLst/>
            </c:spPr>
            <c:txPr>
              <a:bodyPr rot="0" spcFirstLastPara="1" vertOverflow="ellipsis" vert="horz" wrap="square" lIns="38100" tIns="19050" rIns="38100" bIns="19050" anchor="ctr" anchorCtr="1">
                <a:spAutoFit/>
              </a:bodyPr>
              <a:lstStyle/>
              <a:p>
                <a:pPr>
                  <a:defRPr sz="1800" b="1" i="0" u="none" strike="noStrike" kern="1200" baseline="0">
                    <a:solidFill>
                      <a:srgbClr val="661C5F"/>
                    </a:solidFill>
                    <a:latin typeface="Tajawal" panose="00000500000000000000" pitchFamily="2" charset="-78"/>
                    <a:ea typeface="+mn-ea"/>
                    <a:cs typeface="Tajawal" panose="00000500000000000000" pitchFamily="2" charset="-78"/>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Category 1</c:v>
                </c:pt>
              </c:strCache>
            </c:strRef>
          </c:cat>
          <c:val>
            <c:numRef>
              <c:f>Sheet1!$B$2</c:f>
              <c:numCache>
                <c:formatCode>0%</c:formatCode>
                <c:ptCount val="1"/>
                <c:pt idx="0">
                  <c:v>0.1</c:v>
                </c:pt>
              </c:numCache>
            </c:numRef>
          </c:val>
          <c:extLst>
            <c:ext xmlns:c16="http://schemas.microsoft.com/office/drawing/2014/chart" uri="{C3380CC4-5D6E-409C-BE32-E72D297353CC}">
              <c16:uniqueId val="{00000000-2262-4AA8-B8CE-BAEA06C2172F}"/>
            </c:ext>
          </c:extLst>
        </c:ser>
        <c:ser>
          <c:idx val="1"/>
          <c:order val="1"/>
          <c:tx>
            <c:strRef>
              <c:f>Sheet1!$C$1</c:f>
              <c:strCache>
                <c:ptCount val="1"/>
                <c:pt idx="0">
                  <c:v>2024</c:v>
                </c:pt>
              </c:strCache>
            </c:strRef>
          </c:tx>
          <c:spPr>
            <a:gradFill>
              <a:gsLst>
                <a:gs pos="0">
                  <a:srgbClr val="A3025D"/>
                </a:gs>
                <a:gs pos="98319">
                  <a:srgbClr val="D3145A"/>
                </a:gs>
              </a:gsLst>
              <a:lin ang="7200000" scaled="0"/>
            </a:gra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bg1">
                        <a:lumMod val="6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Category 1</c:v>
                </c:pt>
              </c:strCache>
            </c:strRef>
          </c:cat>
          <c:val>
            <c:numRef>
              <c:f>Sheet1!$C$2</c:f>
              <c:numCache>
                <c:formatCode>0%</c:formatCode>
                <c:ptCount val="1"/>
                <c:pt idx="0">
                  <c:v>0.08</c:v>
                </c:pt>
              </c:numCache>
            </c:numRef>
          </c:val>
          <c:extLst>
            <c:ext xmlns:c16="http://schemas.microsoft.com/office/drawing/2014/chart" uri="{C3380CC4-5D6E-409C-BE32-E72D297353CC}">
              <c16:uniqueId val="{00000001-2262-4AA8-B8CE-BAEA06C2172F}"/>
            </c:ext>
          </c:extLst>
        </c:ser>
        <c:ser>
          <c:idx val="2"/>
          <c:order val="2"/>
          <c:tx>
            <c:strRef>
              <c:f>Sheet1!$D$1</c:f>
              <c:strCache>
                <c:ptCount val="1"/>
                <c:pt idx="0">
                  <c:v>2023</c:v>
                </c:pt>
              </c:strCache>
            </c:strRef>
          </c:tx>
          <c:spPr>
            <a:gradFill>
              <a:gsLst>
                <a:gs pos="0">
                  <a:srgbClr val="A3025D"/>
                </a:gs>
                <a:gs pos="98319">
                  <a:srgbClr val="D3145A"/>
                </a:gs>
              </a:gsLst>
              <a:lin ang="7200000" scaled="0"/>
            </a:gra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bg1">
                        <a:lumMod val="6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Category 1</c:v>
                </c:pt>
              </c:strCache>
            </c:strRef>
          </c:cat>
          <c:val>
            <c:numRef>
              <c:f>Sheet1!$D$2</c:f>
              <c:numCache>
                <c:formatCode>0%</c:formatCode>
                <c:ptCount val="1"/>
                <c:pt idx="0">
                  <c:v>0.06</c:v>
                </c:pt>
              </c:numCache>
            </c:numRef>
          </c:val>
          <c:extLst>
            <c:ext xmlns:c16="http://schemas.microsoft.com/office/drawing/2014/chart" uri="{C3380CC4-5D6E-409C-BE32-E72D297353CC}">
              <c16:uniqueId val="{00000002-2262-4AA8-B8CE-BAEA06C2172F}"/>
            </c:ext>
          </c:extLst>
        </c:ser>
        <c:ser>
          <c:idx val="3"/>
          <c:order val="3"/>
          <c:tx>
            <c:strRef>
              <c:f>Sheet1!$E$1</c:f>
              <c:strCache>
                <c:ptCount val="1"/>
                <c:pt idx="0">
                  <c:v>2022</c:v>
                </c:pt>
              </c:strCache>
            </c:strRef>
          </c:tx>
          <c:spPr>
            <a:solidFill>
              <a:schemeClr val="bg1">
                <a:lumMod val="65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bg1">
                        <a:lumMod val="6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Category 1</c:v>
                </c:pt>
              </c:strCache>
            </c:strRef>
          </c:cat>
          <c:val>
            <c:numRef>
              <c:f>Sheet1!$E$2</c:f>
              <c:numCache>
                <c:formatCode>0%</c:formatCode>
                <c:ptCount val="1"/>
                <c:pt idx="0">
                  <c:v>0.04</c:v>
                </c:pt>
              </c:numCache>
            </c:numRef>
          </c:val>
          <c:extLst>
            <c:ext xmlns:c16="http://schemas.microsoft.com/office/drawing/2014/chart" uri="{C3380CC4-5D6E-409C-BE32-E72D297353CC}">
              <c16:uniqueId val="{00000003-2262-4AA8-B8CE-BAEA06C2172F}"/>
            </c:ext>
          </c:extLst>
        </c:ser>
        <c:dLbls>
          <c:showLegendKey val="0"/>
          <c:showVal val="0"/>
          <c:showCatName val="0"/>
          <c:showSerName val="0"/>
          <c:showPercent val="0"/>
          <c:showBubbleSize val="0"/>
        </c:dLbls>
        <c:gapWidth val="219"/>
        <c:overlap val="-27"/>
        <c:axId val="1520748976"/>
        <c:axId val="300959360"/>
      </c:barChart>
      <c:catAx>
        <c:axId val="1520748976"/>
        <c:scaling>
          <c:orientation val="minMax"/>
        </c:scaling>
        <c:delete val="1"/>
        <c:axPos val="b"/>
        <c:numFmt formatCode="General" sourceLinked="1"/>
        <c:majorTickMark val="out"/>
        <c:minorTickMark val="none"/>
        <c:tickLblPos val="nextTo"/>
        <c:crossAx val="300959360"/>
        <c:crosses val="autoZero"/>
        <c:auto val="1"/>
        <c:lblAlgn val="ctr"/>
        <c:lblOffset val="100"/>
        <c:noMultiLvlLbl val="0"/>
      </c:catAx>
      <c:valAx>
        <c:axId val="300959360"/>
        <c:scaling>
          <c:orientation val="minMax"/>
          <c:min val="0"/>
        </c:scaling>
        <c:delete val="1"/>
        <c:axPos val="l"/>
        <c:minorGridlines>
          <c:spPr>
            <a:ln w="9525" cap="flat" cmpd="sng" algn="ctr">
              <a:solidFill>
                <a:schemeClr val="tx1">
                  <a:lumMod val="5000"/>
                  <a:lumOff val="95000"/>
                </a:schemeClr>
              </a:solidFill>
              <a:round/>
            </a:ln>
            <a:effectLst/>
          </c:spPr>
        </c:minorGridlines>
        <c:numFmt formatCode="0%" sourceLinked="1"/>
        <c:majorTickMark val="out"/>
        <c:minorTickMark val="none"/>
        <c:tickLblPos val="nextTo"/>
        <c:crossAx val="1520748976"/>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ar-LY" sz="1600" b="1" dirty="0">
                <a:solidFill>
                  <a:srgbClr val="8C2782"/>
                </a:solidFill>
                <a:latin typeface="Tajawal" panose="00000500000000000000" pitchFamily="2" charset="-78"/>
                <a:cs typeface="Tajawal" panose="00000500000000000000" pitchFamily="2" charset="-78"/>
              </a:rPr>
              <a:t>2- المشتركين</a:t>
            </a:r>
            <a:endParaRPr lang="en-US" sz="1600" b="1" dirty="0">
              <a:solidFill>
                <a:srgbClr val="8C2782"/>
              </a:solidFill>
              <a:latin typeface="Tajawal" panose="00000500000000000000" pitchFamily="2" charset="-78"/>
              <a:cs typeface="Tajawal" panose="00000500000000000000" pitchFamily="2" charset="-78"/>
            </a:endParaRPr>
          </a:p>
        </c:rich>
      </c:tx>
      <c:layout>
        <c:manualLayout>
          <c:xMode val="edge"/>
          <c:yMode val="edge"/>
          <c:x val="0.32550559741032797"/>
          <c:y val="0"/>
        </c:manualLayout>
      </c:layout>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5.4645535494954774E-2"/>
          <c:y val="0.21236459581750886"/>
          <c:w val="0.89070892901009047"/>
          <c:h val="0.66851882949137031"/>
        </c:manualLayout>
      </c:layout>
      <c:barChart>
        <c:barDir val="col"/>
        <c:grouping val="clustered"/>
        <c:varyColors val="0"/>
        <c:ser>
          <c:idx val="0"/>
          <c:order val="0"/>
          <c:tx>
            <c:strRef>
              <c:f>Sheet1!$C$1</c:f>
              <c:strCache>
                <c:ptCount val="1"/>
                <c:pt idx="0">
                  <c:v>مشتركي الالنترنت</c:v>
                </c:pt>
              </c:strCache>
            </c:strRef>
          </c:tx>
          <c:spPr>
            <a:gradFill>
              <a:gsLst>
                <a:gs pos="0">
                  <a:srgbClr val="8C2782"/>
                </a:gs>
                <a:gs pos="98319">
                  <a:srgbClr val="4E1649"/>
                </a:gs>
              </a:gsLst>
              <a:lin ang="7200000" scaled="0"/>
            </a:gradFill>
            <a:ln>
              <a:noFill/>
            </a:ln>
            <a:effectLst/>
          </c:spPr>
          <c:invertIfNegative val="0"/>
          <c:dPt>
            <c:idx val="3"/>
            <c:invertIfNegative val="0"/>
            <c:bubble3D val="0"/>
            <c:spPr>
              <a:solidFill>
                <a:schemeClr val="bg1">
                  <a:lumMod val="65000"/>
                </a:schemeClr>
              </a:solidFill>
              <a:ln>
                <a:noFill/>
              </a:ln>
              <a:effectLst/>
            </c:spPr>
            <c:extLst>
              <c:ext xmlns:c16="http://schemas.microsoft.com/office/drawing/2014/chart" uri="{C3380CC4-5D6E-409C-BE32-E72D297353CC}">
                <c16:uniqueId val="{00000005-0DFC-4398-8A5B-941536D392FF}"/>
              </c:ext>
            </c:extLst>
          </c:dPt>
          <c:dLbls>
            <c:dLbl>
              <c:idx val="0"/>
              <c:tx>
                <c:rich>
                  <a:bodyPr rot="0" spcFirstLastPara="1" vertOverflow="ellipsis" vert="horz" wrap="square" lIns="38100" tIns="19050" rIns="38100" bIns="19050" anchor="ctr" anchorCtr="1">
                    <a:spAutoFit/>
                  </a:bodyPr>
                  <a:lstStyle/>
                  <a:p>
                    <a:pPr>
                      <a:defRPr sz="1400" b="0" i="0" u="none" strike="noStrike" kern="1200" baseline="0">
                        <a:solidFill>
                          <a:srgbClr val="8C2782"/>
                        </a:solidFill>
                        <a:latin typeface="+mn-lt"/>
                        <a:ea typeface="+mn-ea"/>
                        <a:cs typeface="+mn-cs"/>
                      </a:defRPr>
                    </a:pPr>
                    <a:fld id="{CA772AEA-AE18-461C-908F-09A07AD773F6}" type="VALUE">
                      <a:rPr lang="en-US" sz="1400" b="1"/>
                      <a:pPr>
                        <a:defRPr sz="1400">
                          <a:solidFill>
                            <a:srgbClr val="8C2782"/>
                          </a:solidFill>
                        </a:defRPr>
                      </a:pPr>
                      <a:t>[VALUE]</a:t>
                    </a:fld>
                    <a:endParaRPr lang="en-US"/>
                  </a:p>
                </c:rich>
              </c:tx>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rgbClr val="8C2782"/>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2-0DFC-4398-8A5B-941536D392FF}"/>
                </c:ext>
              </c:extLst>
            </c:dLbl>
            <c:dLbl>
              <c:idx val="1"/>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bg1">
                          <a:lumMod val="65000"/>
                        </a:schemeClr>
                      </a:solidFill>
                      <a:latin typeface="+mn-lt"/>
                      <a:ea typeface="+mn-ea"/>
                      <a:cs typeface="+mn-cs"/>
                    </a:defRPr>
                  </a:pPr>
                  <a:endParaRPr lang="en-US"/>
                </a:p>
              </c:txPr>
              <c:dLblPos val="outEnd"/>
              <c:showLegendKey val="0"/>
              <c:showVal val="1"/>
              <c:showCatName val="0"/>
              <c:showSerName val="0"/>
              <c:showPercent val="0"/>
              <c:showBubbleSize val="0"/>
              <c:extLst>
                <c:ext xmlns:c16="http://schemas.microsoft.com/office/drawing/2014/chart" uri="{C3380CC4-5D6E-409C-BE32-E72D297353CC}">
                  <c16:uniqueId val="{00000003-0DFC-4398-8A5B-941536D392FF}"/>
                </c:ext>
              </c:extLst>
            </c:dLbl>
            <c:dLbl>
              <c:idx val="2"/>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bg1">
                          <a:lumMod val="65000"/>
                        </a:schemeClr>
                      </a:solidFill>
                      <a:latin typeface="+mn-lt"/>
                      <a:ea typeface="+mn-ea"/>
                      <a:cs typeface="+mn-cs"/>
                    </a:defRPr>
                  </a:pPr>
                  <a:endParaRPr lang="en-US"/>
                </a:p>
              </c:txPr>
              <c:dLblPos val="outEnd"/>
              <c:showLegendKey val="0"/>
              <c:showVal val="1"/>
              <c:showCatName val="0"/>
              <c:showSerName val="0"/>
              <c:showPercent val="0"/>
              <c:showBubbleSize val="0"/>
              <c:extLst>
                <c:ext xmlns:c16="http://schemas.microsoft.com/office/drawing/2014/chart" uri="{C3380CC4-5D6E-409C-BE32-E72D297353CC}">
                  <c16:uniqueId val="{00000004-0DFC-4398-8A5B-941536D392FF}"/>
                </c:ext>
              </c:extLst>
            </c:dLbl>
            <c:dLbl>
              <c:idx val="3"/>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bg1">
                          <a:lumMod val="65000"/>
                        </a:schemeClr>
                      </a:solidFill>
                      <a:latin typeface="+mn-lt"/>
                      <a:ea typeface="+mn-ea"/>
                      <a:cs typeface="+mn-cs"/>
                    </a:defRPr>
                  </a:pPr>
                  <a:endParaRPr lang="en-US"/>
                </a:p>
              </c:txPr>
              <c:dLblPos val="outEnd"/>
              <c:showLegendKey val="0"/>
              <c:showVal val="1"/>
              <c:showCatName val="0"/>
              <c:showSerName val="0"/>
              <c:showPercent val="0"/>
              <c:showBubbleSize val="0"/>
              <c:extLst>
                <c:ext xmlns:c16="http://schemas.microsoft.com/office/drawing/2014/chart" uri="{C3380CC4-5D6E-409C-BE32-E72D297353CC}">
                  <c16:uniqueId val="{00000005-0DFC-4398-8A5B-941536D392FF}"/>
                </c:ext>
              </c:extLst>
            </c:dLbl>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rgbClr val="8C2782"/>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trendline>
            <c:spPr>
              <a:ln w="19050" cap="rnd">
                <a:solidFill>
                  <a:schemeClr val="accent1"/>
                </a:solidFill>
                <a:prstDash val="sysDot"/>
              </a:ln>
              <a:effectLst/>
            </c:spPr>
            <c:trendlineType val="linear"/>
            <c:dispRSqr val="0"/>
            <c:dispEq val="0"/>
          </c:trendline>
          <c:cat>
            <c:numRef>
              <c:f>Sheet1!$A$5:$A$8</c:f>
              <c:numCache>
                <c:formatCode>General</c:formatCode>
                <c:ptCount val="4"/>
                <c:pt idx="0">
                  <c:v>2025</c:v>
                </c:pt>
                <c:pt idx="1">
                  <c:v>2024</c:v>
                </c:pt>
                <c:pt idx="2">
                  <c:v>2023</c:v>
                </c:pt>
                <c:pt idx="3">
                  <c:v>2022</c:v>
                </c:pt>
              </c:numCache>
            </c:numRef>
          </c:cat>
          <c:val>
            <c:numRef>
              <c:f>Sheet1!$C$5:$C$8</c:f>
              <c:numCache>
                <c:formatCode>General</c:formatCode>
                <c:ptCount val="4"/>
                <c:pt idx="0">
                  <c:v>4.5</c:v>
                </c:pt>
                <c:pt idx="1">
                  <c:v>4.3</c:v>
                </c:pt>
                <c:pt idx="2">
                  <c:v>3.9</c:v>
                </c:pt>
                <c:pt idx="3">
                  <c:v>3.5</c:v>
                </c:pt>
              </c:numCache>
            </c:numRef>
          </c:val>
          <c:extLst>
            <c:ext xmlns:c16="http://schemas.microsoft.com/office/drawing/2014/chart" uri="{C3380CC4-5D6E-409C-BE32-E72D297353CC}">
              <c16:uniqueId val="{00000000-2262-4AA8-B8CE-BAEA06C2172F}"/>
            </c:ext>
          </c:extLst>
        </c:ser>
        <c:ser>
          <c:idx val="1"/>
          <c:order val="1"/>
          <c:tx>
            <c:strRef>
              <c:f>Sheet1!$D$1</c:f>
              <c:strCache>
                <c:ptCount val="1"/>
                <c:pt idx="0">
                  <c:v>المشتركين</c:v>
                </c:pt>
              </c:strCache>
            </c:strRef>
          </c:tx>
          <c:spPr>
            <a:gradFill>
              <a:gsLst>
                <a:gs pos="0">
                  <a:srgbClr val="A3025D"/>
                </a:gs>
                <a:gs pos="98319">
                  <a:srgbClr val="D3145A"/>
                </a:gs>
              </a:gsLst>
              <a:lin ang="7200000" scaled="0"/>
            </a:gradFill>
            <a:ln>
              <a:noFill/>
            </a:ln>
            <a:effectLst/>
          </c:spPr>
          <c:invertIfNegative val="0"/>
          <c:dPt>
            <c:idx val="3"/>
            <c:invertIfNegative val="0"/>
            <c:bubble3D val="0"/>
            <c:spPr>
              <a:solidFill>
                <a:schemeClr val="bg1">
                  <a:lumMod val="65000"/>
                </a:schemeClr>
              </a:solidFill>
              <a:ln>
                <a:noFill/>
              </a:ln>
              <a:effectLst/>
            </c:spPr>
            <c:extLst>
              <c:ext xmlns:c16="http://schemas.microsoft.com/office/drawing/2014/chart" uri="{C3380CC4-5D6E-409C-BE32-E72D297353CC}">
                <c16:uniqueId val="{00000006-0DFC-4398-8A5B-941536D392FF}"/>
              </c:ext>
            </c:extLst>
          </c:dPt>
          <c:dLbls>
            <c:dLbl>
              <c:idx val="0"/>
              <c:tx>
                <c:rich>
                  <a:bodyPr rot="0" spcFirstLastPara="1" vertOverflow="ellipsis" vert="horz" wrap="square" lIns="38100" tIns="19050" rIns="38100" bIns="19050" anchor="ctr" anchorCtr="1">
                    <a:spAutoFit/>
                  </a:bodyPr>
                  <a:lstStyle/>
                  <a:p>
                    <a:pPr>
                      <a:defRPr sz="1400" b="0" i="0" u="none" strike="noStrike" kern="1200" baseline="0">
                        <a:solidFill>
                          <a:srgbClr val="661C5F"/>
                        </a:solidFill>
                        <a:latin typeface="+mn-lt"/>
                        <a:ea typeface="+mn-ea"/>
                        <a:cs typeface="+mn-cs"/>
                      </a:defRPr>
                    </a:pPr>
                    <a:fld id="{4E631218-E48B-414E-832D-1B21F76E9638}" type="VALUE">
                      <a:rPr lang="en-US" sz="1400" b="1">
                        <a:solidFill>
                          <a:srgbClr val="661C5F"/>
                        </a:solidFill>
                      </a:rPr>
                      <a:pPr>
                        <a:defRPr sz="1400">
                          <a:solidFill>
                            <a:srgbClr val="661C5F"/>
                          </a:solidFill>
                        </a:defRPr>
                      </a:pPr>
                      <a:t>[VALUE]</a:t>
                    </a:fld>
                    <a:endParaRPr lang="en-US"/>
                  </a:p>
                </c:rich>
              </c:tx>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rgbClr val="661C5F"/>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1-0DFC-4398-8A5B-941536D392FF}"/>
                </c:ext>
              </c:extLst>
            </c:dLbl>
            <c:dLbl>
              <c:idx val="1"/>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bg1">
                          <a:lumMod val="65000"/>
                        </a:schemeClr>
                      </a:solidFill>
                      <a:latin typeface="+mn-lt"/>
                      <a:ea typeface="+mn-ea"/>
                      <a:cs typeface="+mn-cs"/>
                    </a:defRPr>
                  </a:pPr>
                  <a:endParaRPr lang="en-US"/>
                </a:p>
              </c:txPr>
              <c:dLblPos val="outEnd"/>
              <c:showLegendKey val="0"/>
              <c:showVal val="1"/>
              <c:showCatName val="0"/>
              <c:showSerName val="0"/>
              <c:showPercent val="0"/>
              <c:showBubbleSize val="0"/>
              <c:extLst>
                <c:ext xmlns:c16="http://schemas.microsoft.com/office/drawing/2014/chart" uri="{C3380CC4-5D6E-409C-BE32-E72D297353CC}">
                  <c16:uniqueId val="{00000008-0DFC-4398-8A5B-941536D392FF}"/>
                </c:ext>
              </c:extLst>
            </c:dLbl>
            <c:dLbl>
              <c:idx val="2"/>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bg1">
                          <a:lumMod val="65000"/>
                        </a:schemeClr>
                      </a:solidFill>
                      <a:latin typeface="+mn-lt"/>
                      <a:ea typeface="+mn-ea"/>
                      <a:cs typeface="+mn-cs"/>
                    </a:defRPr>
                  </a:pPr>
                  <a:endParaRPr lang="en-US"/>
                </a:p>
              </c:txPr>
              <c:dLblPos val="outEnd"/>
              <c:showLegendKey val="0"/>
              <c:showVal val="1"/>
              <c:showCatName val="0"/>
              <c:showSerName val="0"/>
              <c:showPercent val="0"/>
              <c:showBubbleSize val="0"/>
              <c:extLst>
                <c:ext xmlns:c16="http://schemas.microsoft.com/office/drawing/2014/chart" uri="{C3380CC4-5D6E-409C-BE32-E72D297353CC}">
                  <c16:uniqueId val="{00000007-0DFC-4398-8A5B-941536D392FF}"/>
                </c:ext>
              </c:extLst>
            </c:dLbl>
            <c:dLbl>
              <c:idx val="3"/>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bg1">
                          <a:lumMod val="65000"/>
                        </a:schemeClr>
                      </a:solidFill>
                      <a:latin typeface="+mn-lt"/>
                      <a:ea typeface="+mn-ea"/>
                      <a:cs typeface="+mn-cs"/>
                    </a:defRPr>
                  </a:pPr>
                  <a:endParaRPr lang="en-US"/>
                </a:p>
              </c:txPr>
              <c:dLblPos val="outEnd"/>
              <c:showLegendKey val="0"/>
              <c:showVal val="1"/>
              <c:showCatName val="0"/>
              <c:showSerName val="0"/>
              <c:showPercent val="0"/>
              <c:showBubbleSize val="0"/>
              <c:extLst>
                <c:ext xmlns:c16="http://schemas.microsoft.com/office/drawing/2014/chart" uri="{C3380CC4-5D6E-409C-BE32-E72D297353CC}">
                  <c16:uniqueId val="{00000006-0DFC-4398-8A5B-941536D392FF}"/>
                </c:ext>
              </c:extLst>
            </c:dLbl>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rgbClr val="8C2782"/>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Sheet1!$A$5:$A$8</c:f>
              <c:numCache>
                <c:formatCode>General</c:formatCode>
                <c:ptCount val="4"/>
                <c:pt idx="0">
                  <c:v>2025</c:v>
                </c:pt>
                <c:pt idx="1">
                  <c:v>2024</c:v>
                </c:pt>
                <c:pt idx="2">
                  <c:v>2023</c:v>
                </c:pt>
                <c:pt idx="3">
                  <c:v>2022</c:v>
                </c:pt>
              </c:numCache>
            </c:numRef>
          </c:cat>
          <c:val>
            <c:numRef>
              <c:f>Sheet1!$D$5:$D$8</c:f>
              <c:numCache>
                <c:formatCode>General</c:formatCode>
                <c:ptCount val="4"/>
                <c:pt idx="0">
                  <c:v>7.03</c:v>
                </c:pt>
                <c:pt idx="1">
                  <c:v>6.7</c:v>
                </c:pt>
                <c:pt idx="2">
                  <c:v>6.55</c:v>
                </c:pt>
                <c:pt idx="3">
                  <c:v>6.3</c:v>
                </c:pt>
              </c:numCache>
            </c:numRef>
          </c:val>
          <c:extLst>
            <c:ext xmlns:c16="http://schemas.microsoft.com/office/drawing/2014/chart" uri="{C3380CC4-5D6E-409C-BE32-E72D297353CC}">
              <c16:uniqueId val="{00000001-2262-4AA8-B8CE-BAEA06C2172F}"/>
            </c:ext>
          </c:extLst>
        </c:ser>
        <c:dLbls>
          <c:showLegendKey val="0"/>
          <c:showVal val="0"/>
          <c:showCatName val="0"/>
          <c:showSerName val="0"/>
          <c:showPercent val="0"/>
          <c:showBubbleSize val="0"/>
        </c:dLbls>
        <c:gapWidth val="219"/>
        <c:overlap val="-27"/>
        <c:axId val="1520748976"/>
        <c:axId val="300959360"/>
      </c:barChart>
      <c:catAx>
        <c:axId val="1520748976"/>
        <c:scaling>
          <c:orientation val="minMax"/>
        </c:scaling>
        <c:delete val="1"/>
        <c:axPos val="b"/>
        <c:numFmt formatCode="General" sourceLinked="1"/>
        <c:majorTickMark val="out"/>
        <c:minorTickMark val="none"/>
        <c:tickLblPos val="nextTo"/>
        <c:crossAx val="300959360"/>
        <c:crosses val="autoZero"/>
        <c:auto val="1"/>
        <c:lblAlgn val="ctr"/>
        <c:lblOffset val="100"/>
        <c:noMultiLvlLbl val="0"/>
      </c:catAx>
      <c:valAx>
        <c:axId val="300959360"/>
        <c:scaling>
          <c:orientation val="minMax"/>
          <c:min val="0"/>
        </c:scaling>
        <c:delete val="1"/>
        <c:axPos val="l"/>
        <c:minorGridlines>
          <c:spPr>
            <a:ln w="9525" cap="flat" cmpd="sng" algn="ctr">
              <a:solidFill>
                <a:schemeClr val="tx1">
                  <a:lumMod val="5000"/>
                  <a:lumOff val="95000"/>
                </a:schemeClr>
              </a:solidFill>
              <a:round/>
            </a:ln>
            <a:effectLst/>
          </c:spPr>
        </c:minorGridlines>
        <c:numFmt formatCode="General" sourceLinked="1"/>
        <c:majorTickMark val="out"/>
        <c:minorTickMark val="none"/>
        <c:tickLblPos val="nextTo"/>
        <c:crossAx val="1520748976"/>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ar-LY" sz="1600" b="1" dirty="0">
                <a:solidFill>
                  <a:srgbClr val="8C2782"/>
                </a:solidFill>
                <a:latin typeface="Tajawal" panose="00000500000000000000" pitchFamily="2" charset="-78"/>
                <a:cs typeface="Tajawal" panose="00000500000000000000" pitchFamily="2" charset="-78"/>
              </a:rPr>
              <a:t>4- مقياس</a:t>
            </a:r>
            <a:r>
              <a:rPr lang="ar-LY" sz="1600" b="1" baseline="0" dirty="0">
                <a:solidFill>
                  <a:srgbClr val="8C2782"/>
                </a:solidFill>
                <a:latin typeface="Tajawal" panose="00000500000000000000" pitchFamily="2" charset="-78"/>
                <a:cs typeface="Tajawal" panose="00000500000000000000" pitchFamily="2" charset="-78"/>
              </a:rPr>
              <a:t> </a:t>
            </a:r>
            <a:r>
              <a:rPr lang="ar-LY" sz="1600" b="1" dirty="0">
                <a:solidFill>
                  <a:srgbClr val="8C2782"/>
                </a:solidFill>
                <a:latin typeface="Tajawal" panose="00000500000000000000" pitchFamily="2" charset="-78"/>
                <a:cs typeface="Tajawal" panose="00000500000000000000" pitchFamily="2" charset="-78"/>
              </a:rPr>
              <a:t>رضا المشتركين</a:t>
            </a:r>
            <a:endParaRPr lang="en-US" sz="1600" b="1" dirty="0">
              <a:solidFill>
                <a:srgbClr val="8C2782"/>
              </a:solidFill>
              <a:latin typeface="Tajawal" panose="00000500000000000000" pitchFamily="2" charset="-78"/>
              <a:cs typeface="Tajawal" panose="00000500000000000000" pitchFamily="2" charset="-78"/>
            </a:endParaRPr>
          </a:p>
        </c:rich>
      </c:tx>
      <c:layout>
        <c:manualLayout>
          <c:xMode val="edge"/>
          <c:yMode val="edge"/>
          <c:x val="0.23947731173693787"/>
          <c:y val="0"/>
        </c:manualLayout>
      </c:layout>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5.4645535494954774E-2"/>
          <c:y val="0.26592434465027437"/>
          <c:w val="0.89070892901009047"/>
          <c:h val="0.61495908065860472"/>
        </c:manualLayout>
      </c:layout>
      <c:barChart>
        <c:barDir val="col"/>
        <c:grouping val="clustered"/>
        <c:varyColors val="0"/>
        <c:ser>
          <c:idx val="0"/>
          <c:order val="0"/>
          <c:tx>
            <c:strRef>
              <c:f>Sheet1!$B$1</c:f>
              <c:strCache>
                <c:ptCount val="1"/>
                <c:pt idx="0">
                  <c:v>2025</c:v>
                </c:pt>
              </c:strCache>
            </c:strRef>
          </c:tx>
          <c:spPr>
            <a:gradFill>
              <a:gsLst>
                <a:gs pos="0">
                  <a:srgbClr val="A3025D"/>
                </a:gs>
                <a:gs pos="98319">
                  <a:srgbClr val="D3145A"/>
                </a:gs>
              </a:gsLst>
              <a:lin ang="7200000" scaled="0"/>
            </a:gradFill>
            <a:ln>
              <a:noFill/>
            </a:ln>
            <a:effectLst/>
          </c:spPr>
          <c:invertIfNegative val="0"/>
          <c:dLbls>
            <c:dLbl>
              <c:idx val="0"/>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rgbClr val="661C5F"/>
                      </a:solidFill>
                      <a:latin typeface="Tajawal" panose="00000500000000000000" pitchFamily="2" charset="-78"/>
                      <a:ea typeface="+mn-ea"/>
                      <a:cs typeface="Tajawal" panose="00000500000000000000" pitchFamily="2" charset="-78"/>
                    </a:defRPr>
                  </a:pPr>
                  <a:endParaRPr lang="en-US"/>
                </a:p>
              </c:txPr>
              <c:dLblPos val="outEnd"/>
              <c:showLegendKey val="0"/>
              <c:showVal val="1"/>
              <c:showCatName val="0"/>
              <c:showSerName val="0"/>
              <c:showPercent val="0"/>
              <c:showBubbleSize val="0"/>
              <c:extLst>
                <c:ext xmlns:c16="http://schemas.microsoft.com/office/drawing/2014/chart" uri="{C3380CC4-5D6E-409C-BE32-E72D297353CC}">
                  <c16:uniqueId val="{00000000-2BA8-4FCC-94DD-0B2227960E73}"/>
                </c:ext>
              </c:extLst>
            </c:dLbl>
            <c:spPr>
              <a:noFill/>
              <a:ln>
                <a:noFill/>
              </a:ln>
              <a:effectLst/>
            </c:spPr>
            <c:txPr>
              <a:bodyPr rot="0" spcFirstLastPara="1" vertOverflow="ellipsis" vert="horz" wrap="square" lIns="38100" tIns="19050" rIns="38100" bIns="19050" anchor="ctr" anchorCtr="1">
                <a:spAutoFit/>
              </a:bodyPr>
              <a:lstStyle/>
              <a:p>
                <a:pPr>
                  <a:defRPr sz="1800" b="1" i="0" u="none" strike="noStrike" kern="1200" baseline="0">
                    <a:solidFill>
                      <a:srgbClr val="661C5F"/>
                    </a:solidFill>
                    <a:latin typeface="Tajawal" panose="00000500000000000000" pitchFamily="2" charset="-78"/>
                    <a:ea typeface="+mn-ea"/>
                    <a:cs typeface="Tajawal" panose="00000500000000000000" pitchFamily="2" charset="-78"/>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Category 1</c:v>
                </c:pt>
              </c:strCache>
            </c:strRef>
          </c:cat>
          <c:val>
            <c:numRef>
              <c:f>Sheet1!$B$2</c:f>
              <c:numCache>
                <c:formatCode>General</c:formatCode>
                <c:ptCount val="1"/>
                <c:pt idx="0">
                  <c:v>30</c:v>
                </c:pt>
              </c:numCache>
            </c:numRef>
          </c:val>
          <c:extLst>
            <c:ext xmlns:c16="http://schemas.microsoft.com/office/drawing/2014/chart" uri="{C3380CC4-5D6E-409C-BE32-E72D297353CC}">
              <c16:uniqueId val="{00000000-2262-4AA8-B8CE-BAEA06C2172F}"/>
            </c:ext>
          </c:extLst>
        </c:ser>
        <c:ser>
          <c:idx val="1"/>
          <c:order val="1"/>
          <c:tx>
            <c:strRef>
              <c:f>Sheet1!$C$1</c:f>
              <c:strCache>
                <c:ptCount val="1"/>
                <c:pt idx="0">
                  <c:v>2024</c:v>
                </c:pt>
              </c:strCache>
            </c:strRef>
          </c:tx>
          <c:spPr>
            <a:gradFill>
              <a:gsLst>
                <a:gs pos="0">
                  <a:srgbClr val="A3025D"/>
                </a:gs>
                <a:gs pos="98319">
                  <a:srgbClr val="D3145A"/>
                </a:gs>
              </a:gsLst>
              <a:lin ang="7200000" scaled="0"/>
            </a:gra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bg1">
                        <a:lumMod val="6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Category 1</c:v>
                </c:pt>
              </c:strCache>
            </c:strRef>
          </c:cat>
          <c:val>
            <c:numRef>
              <c:f>Sheet1!$C$2</c:f>
              <c:numCache>
                <c:formatCode>General</c:formatCode>
                <c:ptCount val="1"/>
                <c:pt idx="0">
                  <c:v>27</c:v>
                </c:pt>
              </c:numCache>
            </c:numRef>
          </c:val>
          <c:extLst>
            <c:ext xmlns:c16="http://schemas.microsoft.com/office/drawing/2014/chart" uri="{C3380CC4-5D6E-409C-BE32-E72D297353CC}">
              <c16:uniqueId val="{00000001-2262-4AA8-B8CE-BAEA06C2172F}"/>
            </c:ext>
          </c:extLst>
        </c:ser>
        <c:ser>
          <c:idx val="2"/>
          <c:order val="2"/>
          <c:tx>
            <c:strRef>
              <c:f>Sheet1!$D$1</c:f>
              <c:strCache>
                <c:ptCount val="1"/>
                <c:pt idx="0">
                  <c:v>2023</c:v>
                </c:pt>
              </c:strCache>
            </c:strRef>
          </c:tx>
          <c:spPr>
            <a:gradFill>
              <a:gsLst>
                <a:gs pos="0">
                  <a:srgbClr val="A3025D"/>
                </a:gs>
                <a:gs pos="98319">
                  <a:srgbClr val="D3145A"/>
                </a:gs>
              </a:gsLst>
              <a:lin ang="7200000" scaled="0"/>
            </a:gra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bg1">
                        <a:lumMod val="6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Category 1</c:v>
                </c:pt>
              </c:strCache>
            </c:strRef>
          </c:cat>
          <c:val>
            <c:numRef>
              <c:f>Sheet1!$D$2</c:f>
              <c:numCache>
                <c:formatCode>General</c:formatCode>
                <c:ptCount val="1"/>
                <c:pt idx="0">
                  <c:v>22</c:v>
                </c:pt>
              </c:numCache>
            </c:numRef>
          </c:val>
          <c:extLst>
            <c:ext xmlns:c16="http://schemas.microsoft.com/office/drawing/2014/chart" uri="{C3380CC4-5D6E-409C-BE32-E72D297353CC}">
              <c16:uniqueId val="{00000002-2262-4AA8-B8CE-BAEA06C2172F}"/>
            </c:ext>
          </c:extLst>
        </c:ser>
        <c:ser>
          <c:idx val="3"/>
          <c:order val="3"/>
          <c:tx>
            <c:strRef>
              <c:f>Sheet1!$E$1</c:f>
              <c:strCache>
                <c:ptCount val="1"/>
                <c:pt idx="0">
                  <c:v>2022</c:v>
                </c:pt>
              </c:strCache>
            </c:strRef>
          </c:tx>
          <c:spPr>
            <a:solidFill>
              <a:schemeClr val="bg1">
                <a:lumMod val="65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bg1">
                        <a:lumMod val="6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Category 1</c:v>
                </c:pt>
              </c:strCache>
            </c:strRef>
          </c:cat>
          <c:val>
            <c:numRef>
              <c:f>Sheet1!$E$2</c:f>
              <c:numCache>
                <c:formatCode>General</c:formatCode>
                <c:ptCount val="1"/>
                <c:pt idx="0">
                  <c:v>16</c:v>
                </c:pt>
              </c:numCache>
            </c:numRef>
          </c:val>
          <c:extLst>
            <c:ext xmlns:c16="http://schemas.microsoft.com/office/drawing/2014/chart" uri="{C3380CC4-5D6E-409C-BE32-E72D297353CC}">
              <c16:uniqueId val="{00000003-2262-4AA8-B8CE-BAEA06C2172F}"/>
            </c:ext>
          </c:extLst>
        </c:ser>
        <c:dLbls>
          <c:showLegendKey val="0"/>
          <c:showVal val="0"/>
          <c:showCatName val="0"/>
          <c:showSerName val="0"/>
          <c:showPercent val="0"/>
          <c:showBubbleSize val="0"/>
        </c:dLbls>
        <c:gapWidth val="219"/>
        <c:overlap val="-27"/>
        <c:axId val="1520748976"/>
        <c:axId val="300959360"/>
      </c:barChart>
      <c:catAx>
        <c:axId val="1520748976"/>
        <c:scaling>
          <c:orientation val="minMax"/>
        </c:scaling>
        <c:delete val="1"/>
        <c:axPos val="b"/>
        <c:numFmt formatCode="General" sourceLinked="1"/>
        <c:majorTickMark val="out"/>
        <c:minorTickMark val="none"/>
        <c:tickLblPos val="nextTo"/>
        <c:crossAx val="300959360"/>
        <c:crosses val="autoZero"/>
        <c:auto val="1"/>
        <c:lblAlgn val="ctr"/>
        <c:lblOffset val="100"/>
        <c:noMultiLvlLbl val="0"/>
      </c:catAx>
      <c:valAx>
        <c:axId val="300959360"/>
        <c:scaling>
          <c:orientation val="minMax"/>
          <c:min val="0"/>
        </c:scaling>
        <c:delete val="1"/>
        <c:axPos val="l"/>
        <c:minorGridlines>
          <c:spPr>
            <a:ln w="9525" cap="flat" cmpd="sng" algn="ctr">
              <a:solidFill>
                <a:schemeClr val="tx1">
                  <a:lumMod val="5000"/>
                  <a:lumOff val="95000"/>
                </a:schemeClr>
              </a:solidFill>
              <a:round/>
            </a:ln>
            <a:effectLst/>
          </c:spPr>
        </c:minorGridlines>
        <c:numFmt formatCode="General" sourceLinked="1"/>
        <c:majorTickMark val="out"/>
        <c:minorTickMark val="none"/>
        <c:tickLblPos val="nextTo"/>
        <c:crossAx val="1520748976"/>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8515959737133741"/>
          <c:y val="6.4460288752088299E-2"/>
          <c:w val="0.77597904269812024"/>
          <c:h val="0.91107809873211099"/>
        </c:manualLayout>
      </c:layout>
      <c:barChart>
        <c:barDir val="bar"/>
        <c:grouping val="clustered"/>
        <c:varyColors val="0"/>
        <c:ser>
          <c:idx val="1"/>
          <c:order val="0"/>
          <c:tx>
            <c:strRef>
              <c:f>Sheet1!$B$1</c:f>
              <c:strCache>
                <c:ptCount val="1"/>
                <c:pt idx="0">
                  <c:v>FINISH</c:v>
                </c:pt>
              </c:strCache>
            </c:strRef>
          </c:tx>
          <c:spPr>
            <a:solidFill>
              <a:schemeClr val="accent4"/>
            </a:solidFill>
            <a:ln>
              <a:noFill/>
            </a:ln>
            <a:effectLst/>
          </c:spPr>
          <c:invertIfNegative val="0"/>
          <c:dPt>
            <c:idx val="0"/>
            <c:invertIfNegative val="0"/>
            <c:bubble3D val="0"/>
            <c:spPr>
              <a:solidFill>
                <a:srgbClr val="990099"/>
              </a:solidFill>
              <a:ln>
                <a:noFill/>
              </a:ln>
              <a:effectLst/>
            </c:spPr>
            <c:extLst>
              <c:ext xmlns:c16="http://schemas.microsoft.com/office/drawing/2014/chart" uri="{C3380CC4-5D6E-409C-BE32-E72D297353CC}">
                <c16:uniqueId val="{00000001-E028-458C-9A34-0923BFCCB5A9}"/>
              </c:ext>
            </c:extLst>
          </c:dPt>
          <c:dPt>
            <c:idx val="1"/>
            <c:invertIfNegative val="0"/>
            <c:bubble3D val="0"/>
            <c:spPr>
              <a:solidFill>
                <a:schemeClr val="accent2"/>
              </a:solidFill>
              <a:ln>
                <a:noFill/>
              </a:ln>
              <a:effectLst/>
            </c:spPr>
            <c:extLst>
              <c:ext xmlns:c16="http://schemas.microsoft.com/office/drawing/2014/chart" uri="{C3380CC4-5D6E-409C-BE32-E72D297353CC}">
                <c16:uniqueId val="{00000010-E028-458C-9A34-0923BFCCB5A9}"/>
              </c:ext>
            </c:extLst>
          </c:dPt>
          <c:cat>
            <c:strRef>
              <c:f>Sheet1!$A$2:$A$3</c:f>
              <c:strCache>
                <c:ptCount val="2"/>
                <c:pt idx="0">
                  <c:v>المرحلة الأولى</c:v>
                </c:pt>
                <c:pt idx="1">
                  <c:v>المرحلة الثانية</c:v>
                </c:pt>
              </c:strCache>
            </c:strRef>
          </c:cat>
          <c:val>
            <c:numRef>
              <c:f>Sheet1!$B$2:$B$3</c:f>
              <c:numCache>
                <c:formatCode>mm/dd/yy;@</c:formatCode>
                <c:ptCount val="2"/>
                <c:pt idx="0">
                  <c:v>46935</c:v>
                </c:pt>
                <c:pt idx="1">
                  <c:v>46936</c:v>
                </c:pt>
              </c:numCache>
            </c:numRef>
          </c:val>
          <c:extLst>
            <c:ext xmlns:c16="http://schemas.microsoft.com/office/drawing/2014/chart" uri="{C3380CC4-5D6E-409C-BE32-E72D297353CC}">
              <c16:uniqueId val="{0000000E-E028-458C-9A34-0923BFCCB5A9}"/>
            </c:ext>
          </c:extLst>
        </c:ser>
        <c:ser>
          <c:idx val="2"/>
          <c:order val="1"/>
          <c:tx>
            <c:strRef>
              <c:f>Sheet1!$C$1</c:f>
              <c:strCache>
                <c:ptCount val="1"/>
                <c:pt idx="0">
                  <c:v>BEGIN</c:v>
                </c:pt>
              </c:strCache>
            </c:strRef>
          </c:tx>
          <c:spPr>
            <a:solidFill>
              <a:schemeClr val="bg1"/>
            </a:solidFill>
            <a:ln>
              <a:noFill/>
            </a:ln>
            <a:effectLst/>
          </c:spPr>
          <c:invertIfNegative val="0"/>
          <c:cat>
            <c:strRef>
              <c:f>Sheet1!$A$2:$A$3</c:f>
              <c:strCache>
                <c:ptCount val="2"/>
                <c:pt idx="0">
                  <c:v>المرحلة الأولى</c:v>
                </c:pt>
                <c:pt idx="1">
                  <c:v>المرحلة الثانية</c:v>
                </c:pt>
              </c:strCache>
            </c:strRef>
          </c:cat>
          <c:val>
            <c:numRef>
              <c:f>Sheet1!$C$2:$C$3</c:f>
              <c:numCache>
                <c:formatCode>mm/dd/yy;@</c:formatCode>
                <c:ptCount val="2"/>
                <c:pt idx="0">
                  <c:v>46512</c:v>
                </c:pt>
                <c:pt idx="1">
                  <c:v>46517</c:v>
                </c:pt>
              </c:numCache>
            </c:numRef>
          </c:val>
          <c:extLst>
            <c:ext xmlns:c16="http://schemas.microsoft.com/office/drawing/2014/chart" uri="{C3380CC4-5D6E-409C-BE32-E72D297353CC}">
              <c16:uniqueId val="{0000000F-E028-458C-9A34-0923BFCCB5A9}"/>
            </c:ext>
          </c:extLst>
        </c:ser>
        <c:dLbls>
          <c:showLegendKey val="0"/>
          <c:showVal val="0"/>
          <c:showCatName val="0"/>
          <c:showSerName val="0"/>
          <c:showPercent val="0"/>
          <c:showBubbleSize val="0"/>
        </c:dLbls>
        <c:gapWidth val="50"/>
        <c:overlap val="100"/>
        <c:axId val="1334475776"/>
        <c:axId val="1334768784"/>
      </c:barChart>
      <c:catAx>
        <c:axId val="1334475776"/>
        <c:scaling>
          <c:orientation val="maxMin"/>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Century Gothic" panose="020B0502020202020204" pitchFamily="34" charset="0"/>
                <a:ea typeface="+mn-ea"/>
                <a:cs typeface="+mn-cs"/>
              </a:defRPr>
            </a:pPr>
            <a:endParaRPr lang="en-US"/>
          </a:p>
        </c:txPr>
        <c:crossAx val="1334768784"/>
        <c:crosses val="autoZero"/>
        <c:auto val="1"/>
        <c:lblAlgn val="ctr"/>
        <c:lblOffset val="100"/>
        <c:noMultiLvlLbl val="0"/>
      </c:catAx>
      <c:valAx>
        <c:axId val="1334768784"/>
        <c:scaling>
          <c:orientation val="minMax"/>
        </c:scaling>
        <c:delete val="0"/>
        <c:axPos val="t"/>
        <c:majorGridlines>
          <c:spPr>
            <a:ln w="9525" cap="flat" cmpd="sng" algn="ctr">
              <a:solidFill>
                <a:schemeClr val="tx1">
                  <a:lumMod val="15000"/>
                  <a:lumOff val="85000"/>
                </a:schemeClr>
              </a:solidFill>
              <a:round/>
            </a:ln>
            <a:effectLst/>
          </c:spPr>
        </c:majorGridlines>
        <c:numFmt formatCode="mm/dd/yy;@" sourceLinked="1"/>
        <c:majorTickMark val="none"/>
        <c:minorTickMark val="none"/>
        <c:tickLblPos val="nextTo"/>
        <c:spPr>
          <a:noFill/>
          <a:ln>
            <a:noFill/>
          </a:ln>
          <a:effectLst/>
        </c:spPr>
        <c:txPr>
          <a:bodyPr rot="-60000000" spcFirstLastPara="1" vertOverflow="ellipsis" vert="horz" wrap="square" anchor="ctr" anchorCtr="1"/>
          <a:lstStyle/>
          <a:p>
            <a:pPr>
              <a:defRPr sz="1200" b="1" i="0" u="none" strike="noStrike" kern="1200" baseline="0">
                <a:solidFill>
                  <a:schemeClr val="tx1">
                    <a:lumMod val="65000"/>
                    <a:lumOff val="35000"/>
                  </a:schemeClr>
                </a:solidFill>
                <a:latin typeface="Century Gothic" panose="020B0502020202020204" pitchFamily="34" charset="0"/>
                <a:ea typeface="+mn-ea"/>
                <a:cs typeface="+mn-cs"/>
              </a:defRPr>
            </a:pPr>
            <a:endParaRPr lang="en-US"/>
          </a:p>
        </c:txPr>
        <c:crossAx val="1334475776"/>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bg1"/>
    </a:solidFill>
    <a:ln>
      <a:noFill/>
    </a:ln>
    <a:effectLst/>
  </c:spPr>
  <c:txPr>
    <a:bodyPr/>
    <a:lstStyle/>
    <a:p>
      <a:pPr>
        <a:defRPr sz="1400">
          <a:latin typeface="Century Gothic" panose="020B0502020202020204" pitchFamily="34" charset="0"/>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18">
  <cs:axisTitle>
    <cs:lnRef idx="0"/>
    <cs:fillRef idx="0"/>
    <cs:effectRef idx="0"/>
    <cs:fontRef idx="minor">
      <a:schemeClr val="dk1">
        <a:lumMod val="75000"/>
        <a:lumOff val="25000"/>
      </a:schemeClr>
    </cs:fontRef>
    <cs:defRPr sz="900"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900"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900" kern="1200"/>
  </cs:chartArea>
  <cs:dataLabel>
    <cs:lnRef idx="0"/>
    <cs:fillRef idx="0"/>
    <cs:effectRef idx="0"/>
    <cs:fontRef idx="minor">
      <a:schemeClr val="lt1"/>
    </cs:fontRef>
    <cs:defRPr sz="900" b="1" i="0" u="none" strike="noStrike" kern="1200" baseline="0"/>
  </cs:dataLabel>
  <cs:dataLabelCallout>
    <cs:lnRef idx="0"/>
    <cs:fillRef idx="0"/>
    <cs:effectRef idx="0"/>
    <cs:fontRef idx="minor">
      <a:schemeClr val="lt1"/>
    </cs:fontRef>
    <cs:spPr>
      <a:solidFill>
        <a:schemeClr val="dk1">
          <a:lumMod val="65000"/>
          <a:lumOff val="35000"/>
          <a:alpha val="75000"/>
        </a:schemeClr>
      </a:solidFill>
    </cs:spPr>
    <cs:defRPr sz="900" b="1"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alpha val="85000"/>
        </a:schemeClr>
      </a:solidFill>
      <a:ln w="9525" cap="flat" cmpd="sng" algn="ctr">
        <a:solidFill>
          <a:schemeClr val="lt1">
            <a:alpha val="50000"/>
          </a:schemeClr>
        </a:solidFill>
        <a:round/>
      </a:ln>
    </cs:spPr>
  </cs:dataPoint>
  <cs:dataPoint3D>
    <cs:lnRef idx="0"/>
    <cs:fillRef idx="0">
      <cs:styleClr val="auto"/>
    </cs:fillRef>
    <cs:effectRef idx="0"/>
    <cs:fontRef idx="minor">
      <a:schemeClr val="dk1"/>
    </cs:fontRef>
    <cs:spPr>
      <a:solidFill>
        <a:schemeClr val="phClr">
          <a:alpha val="85000"/>
        </a:schemeClr>
      </a:solidFill>
      <a:ln w="9525" cap="flat" cmpd="sng" algn="ctr">
        <a:solidFill>
          <a:schemeClr val="lt1">
            <a:alpha val="50000"/>
          </a:schemeClr>
        </a:solidFill>
        <a:round/>
      </a:ln>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900"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900"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18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900"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900" kern="1200"/>
  </cs:valueAxis>
  <cs:wall>
    <cs:lnRef idx="0"/>
    <cs:fillRef idx="0"/>
    <cs:effectRef idx="0"/>
    <cs:fontRef idx="minor">
      <a:schemeClr val="dk1"/>
    </cs:fontRef>
  </cs:wall>
</cs:chartStyle>
</file>

<file path=ppt/charts/style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drawings/drawing1.xml><?xml version="1.0" encoding="utf-8"?>
<c:userShapes xmlns:c="http://schemas.openxmlformats.org/drawingml/2006/chart">
  <cdr:relSizeAnchor xmlns:cdr="http://schemas.openxmlformats.org/drawingml/2006/chartDrawing">
    <cdr:from>
      <cdr:x>0.71429</cdr:x>
      <cdr:y>0.33333</cdr:y>
    </cdr:from>
    <cdr:to>
      <cdr:x>0.81039</cdr:x>
      <cdr:y>0.65278</cdr:y>
    </cdr:to>
    <cdr:sp macro="" textlink="">
      <cdr:nvSpPr>
        <cdr:cNvPr id="2" name="TextBox 1"/>
        <cdr:cNvSpPr txBox="1"/>
      </cdr:nvSpPr>
      <cdr:spPr>
        <a:xfrm xmlns:a="http://schemas.openxmlformats.org/drawingml/2006/main">
          <a:off x="2619376" y="914400"/>
          <a:ext cx="352425" cy="876300"/>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endParaRPr lang="en-US" sz="1100"/>
        </a:p>
      </cdr:txBody>
    </cdr:sp>
  </cdr:relSizeAnchor>
  <cdr:relSizeAnchor xmlns:cdr="http://schemas.openxmlformats.org/drawingml/2006/chartDrawing">
    <cdr:from>
      <cdr:x>0.72727</cdr:x>
      <cdr:y>0.27083</cdr:y>
    </cdr:from>
    <cdr:to>
      <cdr:x>0.82857</cdr:x>
      <cdr:y>0.60069</cdr:y>
    </cdr:to>
    <cdr:sp macro="" textlink="">
      <cdr:nvSpPr>
        <cdr:cNvPr id="3" name="TextBox 2"/>
        <cdr:cNvSpPr txBox="1"/>
      </cdr:nvSpPr>
      <cdr:spPr>
        <a:xfrm xmlns:a="http://schemas.openxmlformats.org/drawingml/2006/main">
          <a:off x="2667001" y="742950"/>
          <a:ext cx="371475" cy="904875"/>
        </a:xfrm>
        <a:prstGeom xmlns:a="http://schemas.openxmlformats.org/drawingml/2006/main" prst="rect">
          <a:avLst/>
        </a:prstGeom>
      </cdr:spPr>
      <cdr:txBody>
        <a:bodyPr xmlns:a="http://schemas.openxmlformats.org/drawingml/2006/main" vertOverflow="clip" vert="vert" wrap="square" rtlCol="0"/>
        <a:lstStyle xmlns:a="http://schemas.openxmlformats.org/drawingml/2006/main"/>
        <a:p xmlns:a="http://schemas.openxmlformats.org/drawingml/2006/main">
          <a:r>
            <a:rPr lang="en-US" sz="1400" b="1">
              <a:solidFill>
                <a:schemeClr val="bg1">
                  <a:lumMod val="95000"/>
                </a:schemeClr>
              </a:solidFill>
            </a:rPr>
            <a:t>Promoters</a:t>
          </a:r>
        </a:p>
      </cdr:txBody>
    </cdr:sp>
  </cdr:relSizeAnchor>
  <cdr:relSizeAnchor xmlns:cdr="http://schemas.openxmlformats.org/drawingml/2006/chartDrawing">
    <cdr:from>
      <cdr:x>0.2632</cdr:x>
      <cdr:y>0.41088</cdr:y>
    </cdr:from>
    <cdr:to>
      <cdr:x>0.3645</cdr:x>
      <cdr:y>0.74074</cdr:y>
    </cdr:to>
    <cdr:sp macro="" textlink="">
      <cdr:nvSpPr>
        <cdr:cNvPr id="4" name="TextBox 1"/>
        <cdr:cNvSpPr txBox="1"/>
      </cdr:nvSpPr>
      <cdr:spPr>
        <a:xfrm xmlns:a="http://schemas.openxmlformats.org/drawingml/2006/main">
          <a:off x="965200" y="1127125"/>
          <a:ext cx="371475" cy="904875"/>
        </a:xfrm>
        <a:prstGeom xmlns:a="http://schemas.openxmlformats.org/drawingml/2006/main" prst="rect">
          <a:avLst/>
        </a:prstGeom>
      </cdr:spPr>
      <cdr:txBody>
        <a:bodyPr xmlns:a="http://schemas.openxmlformats.org/drawingml/2006/main" vert="vert" wrap="square"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r>
            <a:rPr lang="en-US" sz="1400" b="1">
              <a:solidFill>
                <a:schemeClr val="bg1">
                  <a:lumMod val="95000"/>
                </a:schemeClr>
              </a:solidFill>
            </a:rPr>
            <a:t>Detractors</a:t>
          </a:r>
        </a:p>
      </cdr:txBody>
    </cdr:sp>
  </cdr:relSizeAnchor>
  <cdr:relSizeAnchor xmlns:cdr="http://schemas.openxmlformats.org/drawingml/2006/chartDrawing">
    <cdr:from>
      <cdr:x>0.44935</cdr:x>
      <cdr:y>0.66782</cdr:y>
    </cdr:from>
    <cdr:to>
      <cdr:x>0.63377</cdr:x>
      <cdr:y>0.79514</cdr:y>
    </cdr:to>
    <cdr:sp macro="" textlink="">
      <cdr:nvSpPr>
        <cdr:cNvPr id="5" name="TextBox 1"/>
        <cdr:cNvSpPr txBox="1"/>
      </cdr:nvSpPr>
      <cdr:spPr>
        <a:xfrm xmlns:a="http://schemas.openxmlformats.org/drawingml/2006/main">
          <a:off x="1647825" y="1831976"/>
          <a:ext cx="676275" cy="349250"/>
        </a:xfrm>
        <a:prstGeom xmlns:a="http://schemas.openxmlformats.org/drawingml/2006/main" prst="rect">
          <a:avLst/>
        </a:prstGeom>
      </cdr:spPr>
      <cdr:txBody>
        <a:bodyPr xmlns:a="http://schemas.openxmlformats.org/drawingml/2006/main" vert="horz" wrap="square"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r>
            <a:rPr lang="en-US" sz="1050" b="1">
              <a:solidFill>
                <a:sysClr val="windowText" lastClr="000000"/>
              </a:solidFill>
            </a:rPr>
            <a:t>Passives</a:t>
          </a:r>
          <a:endParaRPr lang="en-US" sz="1400" b="1">
            <a:solidFill>
              <a:sysClr val="windowText" lastClr="000000"/>
            </a:solidFill>
          </a:endParaRPr>
        </a:p>
      </cdr:txBody>
    </cdr:sp>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1727"/>
          </a:xfrm>
          <a:prstGeom prst="rect">
            <a:avLst/>
          </a:prstGeom>
        </p:spPr>
        <p:txBody>
          <a:bodyPr vert="horz" lIns="96661" tIns="48331" rIns="96661" bIns="48331" rtlCol="0"/>
          <a:lstStyle>
            <a:lvl1pPr algn="l">
              <a:defRPr sz="1300"/>
            </a:lvl1pPr>
          </a:lstStyle>
          <a:p>
            <a:endParaRPr lang="en-US" dirty="0"/>
          </a:p>
        </p:txBody>
      </p:sp>
      <p:sp>
        <p:nvSpPr>
          <p:cNvPr id="3" name="Date Placeholder 2"/>
          <p:cNvSpPr>
            <a:spLocks noGrp="1"/>
          </p:cNvSpPr>
          <p:nvPr>
            <p:ph type="dt" idx="1"/>
          </p:nvPr>
        </p:nvSpPr>
        <p:spPr>
          <a:xfrm>
            <a:off x="4143587" y="0"/>
            <a:ext cx="3169920" cy="481727"/>
          </a:xfrm>
          <a:prstGeom prst="rect">
            <a:avLst/>
          </a:prstGeom>
        </p:spPr>
        <p:txBody>
          <a:bodyPr vert="horz" lIns="96661" tIns="48331" rIns="96661" bIns="48331" rtlCol="0"/>
          <a:lstStyle>
            <a:lvl1pPr algn="r">
              <a:defRPr sz="1300"/>
            </a:lvl1pPr>
          </a:lstStyle>
          <a:p>
            <a:fld id="{4AF66BBB-F67D-4477-AC50-BFF9A2C10D6B}" type="datetimeFigureOut">
              <a:rPr lang="en-US" smtClean="0"/>
              <a:t>11/16/2023</a:t>
            </a:fld>
            <a:endParaRPr lang="en-US" dirty="0"/>
          </a:p>
        </p:txBody>
      </p:sp>
      <p:sp>
        <p:nvSpPr>
          <p:cNvPr id="4" name="Slide Image Placeholder 3"/>
          <p:cNvSpPr>
            <a:spLocks noGrp="1" noRot="1" noChangeAspect="1"/>
          </p:cNvSpPr>
          <p:nvPr>
            <p:ph type="sldImg" idx="2"/>
          </p:nvPr>
        </p:nvSpPr>
        <p:spPr>
          <a:xfrm>
            <a:off x="777875" y="1200150"/>
            <a:ext cx="5759450" cy="3240088"/>
          </a:xfrm>
          <a:prstGeom prst="rect">
            <a:avLst/>
          </a:prstGeom>
          <a:noFill/>
          <a:ln w="12700">
            <a:solidFill>
              <a:prstClr val="black"/>
            </a:solidFill>
          </a:ln>
        </p:spPr>
        <p:txBody>
          <a:bodyPr vert="horz" lIns="96661" tIns="48331" rIns="96661" bIns="48331" rtlCol="0" anchor="ctr"/>
          <a:lstStyle/>
          <a:p>
            <a:endParaRPr lang="en-US" dirty="0"/>
          </a:p>
        </p:txBody>
      </p:sp>
      <p:sp>
        <p:nvSpPr>
          <p:cNvPr id="5" name="Notes Placeholder 4"/>
          <p:cNvSpPr>
            <a:spLocks noGrp="1"/>
          </p:cNvSpPr>
          <p:nvPr>
            <p:ph type="body" sz="quarter" idx="3"/>
          </p:nvPr>
        </p:nvSpPr>
        <p:spPr>
          <a:xfrm>
            <a:off x="731520" y="4620577"/>
            <a:ext cx="5852160" cy="3780473"/>
          </a:xfrm>
          <a:prstGeom prst="rect">
            <a:avLst/>
          </a:prstGeom>
        </p:spPr>
        <p:txBody>
          <a:bodyPr vert="horz" lIns="96661" tIns="48331" rIns="96661" bIns="48331"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4"/>
            <a:ext cx="3169920" cy="481726"/>
          </a:xfrm>
          <a:prstGeom prst="rect">
            <a:avLst/>
          </a:prstGeom>
        </p:spPr>
        <p:txBody>
          <a:bodyPr vert="horz" lIns="96661" tIns="48331" rIns="96661" bIns="48331" rtlCol="0" anchor="b"/>
          <a:lstStyle>
            <a:lvl1pPr algn="l">
              <a:defRPr sz="1300"/>
            </a:lvl1pPr>
          </a:lstStyle>
          <a:p>
            <a:endParaRPr lang="en-US" dirty="0"/>
          </a:p>
        </p:txBody>
      </p:sp>
      <p:sp>
        <p:nvSpPr>
          <p:cNvPr id="7" name="Slide Number Placeholder 6"/>
          <p:cNvSpPr>
            <a:spLocks noGrp="1"/>
          </p:cNvSpPr>
          <p:nvPr>
            <p:ph type="sldNum" sz="quarter" idx="5"/>
          </p:nvPr>
        </p:nvSpPr>
        <p:spPr>
          <a:xfrm>
            <a:off x="4143587" y="9119474"/>
            <a:ext cx="3169920" cy="481726"/>
          </a:xfrm>
          <a:prstGeom prst="rect">
            <a:avLst/>
          </a:prstGeom>
        </p:spPr>
        <p:txBody>
          <a:bodyPr vert="horz" lIns="96661" tIns="48331" rIns="96661" bIns="48331" rtlCol="0" anchor="b"/>
          <a:lstStyle>
            <a:lvl1pPr algn="r">
              <a:defRPr sz="1300"/>
            </a:lvl1pPr>
          </a:lstStyle>
          <a:p>
            <a:fld id="{2958238D-2D13-4D17-A5E7-90FB218D35FD}" type="slidenum">
              <a:rPr lang="en-US" smtClean="0"/>
              <a:t>‹#›</a:t>
            </a:fld>
            <a:endParaRPr lang="en-US" dirty="0"/>
          </a:p>
        </p:txBody>
      </p:sp>
    </p:spTree>
    <p:extLst>
      <p:ext uri="{BB962C8B-B14F-4D97-AF65-F5344CB8AC3E}">
        <p14:creationId xmlns:p14="http://schemas.microsoft.com/office/powerpoint/2010/main" val="15467186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958238D-2D13-4D17-A5E7-90FB218D35FD}" type="slidenum">
              <a:rPr lang="en-US" smtClean="0"/>
              <a:t>2</a:t>
            </a:fld>
            <a:endParaRPr lang="en-US" dirty="0"/>
          </a:p>
        </p:txBody>
      </p:sp>
    </p:spTree>
    <p:extLst>
      <p:ext uri="{BB962C8B-B14F-4D97-AF65-F5344CB8AC3E}">
        <p14:creationId xmlns:p14="http://schemas.microsoft.com/office/powerpoint/2010/main" val="41927308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958238D-2D13-4D17-A5E7-90FB218D35FD}" type="slidenum">
              <a:rPr lang="en-US" smtClean="0"/>
              <a:t>3</a:t>
            </a:fld>
            <a:endParaRPr lang="en-US" dirty="0"/>
          </a:p>
        </p:txBody>
      </p:sp>
    </p:spTree>
    <p:extLst>
      <p:ext uri="{BB962C8B-B14F-4D97-AF65-F5344CB8AC3E}">
        <p14:creationId xmlns:p14="http://schemas.microsoft.com/office/powerpoint/2010/main" val="18618661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958238D-2D13-4D17-A5E7-90FB218D35FD}" type="slidenum">
              <a:rPr lang="en-US" smtClean="0"/>
              <a:t>12</a:t>
            </a:fld>
            <a:endParaRPr lang="en-US" dirty="0"/>
          </a:p>
        </p:txBody>
      </p:sp>
    </p:spTree>
    <p:extLst>
      <p:ext uri="{BB962C8B-B14F-4D97-AF65-F5344CB8AC3E}">
        <p14:creationId xmlns:p14="http://schemas.microsoft.com/office/powerpoint/2010/main" val="139893751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958238D-2D13-4D17-A5E7-90FB218D35FD}" type="slidenum">
              <a:rPr lang="en-US" smtClean="0"/>
              <a:t>13</a:t>
            </a:fld>
            <a:endParaRPr lang="en-US" dirty="0"/>
          </a:p>
        </p:txBody>
      </p:sp>
    </p:spTree>
    <p:extLst>
      <p:ext uri="{BB962C8B-B14F-4D97-AF65-F5344CB8AC3E}">
        <p14:creationId xmlns:p14="http://schemas.microsoft.com/office/powerpoint/2010/main" val="159018967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958238D-2D13-4D17-A5E7-90FB218D35FD}" type="slidenum">
              <a:rPr lang="en-US" smtClean="0"/>
              <a:t>21</a:t>
            </a:fld>
            <a:endParaRPr lang="en-US" dirty="0"/>
          </a:p>
        </p:txBody>
      </p:sp>
    </p:spTree>
    <p:extLst>
      <p:ext uri="{BB962C8B-B14F-4D97-AF65-F5344CB8AC3E}">
        <p14:creationId xmlns:p14="http://schemas.microsoft.com/office/powerpoint/2010/main" val="32907228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958238D-2D13-4D17-A5E7-90FB218D35FD}" type="slidenum">
              <a:rPr lang="en-US" smtClean="0"/>
              <a:t>24</a:t>
            </a:fld>
            <a:endParaRPr lang="en-US" dirty="0"/>
          </a:p>
        </p:txBody>
      </p:sp>
    </p:spTree>
    <p:extLst>
      <p:ext uri="{BB962C8B-B14F-4D97-AF65-F5344CB8AC3E}">
        <p14:creationId xmlns:p14="http://schemas.microsoft.com/office/powerpoint/2010/main" val="16839645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958238D-2D13-4D17-A5E7-90FB218D35FD}" type="slidenum">
              <a:rPr lang="en-US" smtClean="0"/>
              <a:t>30</a:t>
            </a:fld>
            <a:endParaRPr lang="en-US" dirty="0"/>
          </a:p>
        </p:txBody>
      </p:sp>
    </p:spTree>
    <p:extLst>
      <p:ext uri="{BB962C8B-B14F-4D97-AF65-F5344CB8AC3E}">
        <p14:creationId xmlns:p14="http://schemas.microsoft.com/office/powerpoint/2010/main" val="335319258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958238D-2D13-4D17-A5E7-90FB218D35FD}" type="slidenum">
              <a:rPr lang="en-US" smtClean="0"/>
              <a:t>33</a:t>
            </a:fld>
            <a:endParaRPr lang="en-US" dirty="0"/>
          </a:p>
        </p:txBody>
      </p:sp>
    </p:spTree>
    <p:extLst>
      <p:ext uri="{BB962C8B-B14F-4D97-AF65-F5344CB8AC3E}">
        <p14:creationId xmlns:p14="http://schemas.microsoft.com/office/powerpoint/2010/main" val="36511488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27985E-5EBE-44F4-B8B7-FC0FB3CD885D}"/>
              </a:ext>
            </a:extLst>
          </p:cNvPr>
          <p:cNvSpPr>
            <a:spLocks noGrp="1"/>
          </p:cNvSpPr>
          <p:nvPr>
            <p:ph type="ctrTitle" hasCustomPrompt="1"/>
          </p:nvPr>
        </p:nvSpPr>
        <p:spPr>
          <a:xfrm>
            <a:off x="1524000" y="1122363"/>
            <a:ext cx="9144000" cy="2387600"/>
          </a:xfrm>
        </p:spPr>
        <p:txBody>
          <a:bodyPr anchor="b"/>
          <a:lstStyle>
            <a:lvl1pPr algn="ctr">
              <a:defRPr sz="6000"/>
            </a:lvl1pPr>
          </a:lstStyle>
          <a:p>
            <a:r>
              <a:rPr lang="ar-LY" dirty="0"/>
              <a:t>ادخل العنوان</a:t>
            </a:r>
            <a:endParaRPr lang="en-US" dirty="0"/>
          </a:p>
        </p:txBody>
      </p:sp>
      <p:sp>
        <p:nvSpPr>
          <p:cNvPr id="3" name="Subtitle 2">
            <a:extLst>
              <a:ext uri="{FF2B5EF4-FFF2-40B4-BE49-F238E27FC236}">
                <a16:creationId xmlns:a16="http://schemas.microsoft.com/office/drawing/2014/main" id="{287F8CB5-1F0B-46E3-9A7E-739C2D2512B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AB740195-5834-44AF-9D76-EFF733C840C6}"/>
              </a:ext>
            </a:extLst>
          </p:cNvPr>
          <p:cNvSpPr>
            <a:spLocks noGrp="1"/>
          </p:cNvSpPr>
          <p:nvPr>
            <p:ph type="dt" sz="half" idx="10"/>
          </p:nvPr>
        </p:nvSpPr>
        <p:spPr/>
        <p:txBody>
          <a:bodyPr/>
          <a:lstStyle/>
          <a:p>
            <a:fld id="{F9F967F2-330F-43A4-99BA-FAC6215390C2}" type="datetime4">
              <a:rPr lang="en-US" smtClean="0"/>
              <a:t>November 16, 2023</a:t>
            </a:fld>
            <a:endParaRPr lang="en-US" dirty="0"/>
          </a:p>
        </p:txBody>
      </p:sp>
      <p:sp>
        <p:nvSpPr>
          <p:cNvPr id="5" name="Footer Placeholder 4">
            <a:extLst>
              <a:ext uri="{FF2B5EF4-FFF2-40B4-BE49-F238E27FC236}">
                <a16:creationId xmlns:a16="http://schemas.microsoft.com/office/drawing/2014/main" id="{ACD831D0-6E84-4248-B822-A95B8A8BA500}"/>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21E6F90D-0307-4E8B-B931-B41FC81ADEE4}"/>
              </a:ext>
            </a:extLst>
          </p:cNvPr>
          <p:cNvSpPr>
            <a:spLocks noGrp="1"/>
          </p:cNvSpPr>
          <p:nvPr>
            <p:ph type="sldNum" sz="quarter" idx="12"/>
          </p:nvPr>
        </p:nvSpPr>
        <p:spPr/>
        <p:txBody>
          <a:bodyPr/>
          <a:lstStyle/>
          <a:p>
            <a:fld id="{12D7B28B-DC80-4E46-95D7-53BDE8C7F925}" type="slidenum">
              <a:rPr lang="en-US" smtClean="0"/>
              <a:t>‹#›</a:t>
            </a:fld>
            <a:endParaRPr lang="en-US" dirty="0"/>
          </a:p>
        </p:txBody>
      </p:sp>
    </p:spTree>
    <p:extLst>
      <p:ext uri="{BB962C8B-B14F-4D97-AF65-F5344CB8AC3E}">
        <p14:creationId xmlns:p14="http://schemas.microsoft.com/office/powerpoint/2010/main" val="40750859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FDE567-715D-4BB1-A2D7-5E147B1C5B9A}"/>
              </a:ext>
            </a:extLst>
          </p:cNvPr>
          <p:cNvSpPr>
            <a:spLocks noGrp="1"/>
          </p:cNvSpPr>
          <p:nvPr>
            <p:ph type="title" hasCustomPrompt="1"/>
          </p:nvPr>
        </p:nvSpPr>
        <p:spPr/>
        <p:txBody>
          <a:bodyPr/>
          <a:lstStyle/>
          <a:p>
            <a:r>
              <a:rPr lang="ar-LY" dirty="0"/>
              <a:t>ادخل العنوان</a:t>
            </a:r>
            <a:endParaRPr lang="en-US" dirty="0"/>
          </a:p>
        </p:txBody>
      </p:sp>
      <p:sp>
        <p:nvSpPr>
          <p:cNvPr id="3" name="Content Placeholder 2">
            <a:extLst>
              <a:ext uri="{FF2B5EF4-FFF2-40B4-BE49-F238E27FC236}">
                <a16:creationId xmlns:a16="http://schemas.microsoft.com/office/drawing/2014/main" id="{66237591-B40A-4282-92B2-800ADBC7EE70}"/>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465B9F8-DABA-4948-8FFC-20B19521B2CD}"/>
              </a:ext>
            </a:extLst>
          </p:cNvPr>
          <p:cNvSpPr>
            <a:spLocks noGrp="1"/>
          </p:cNvSpPr>
          <p:nvPr>
            <p:ph type="dt" sz="half" idx="10"/>
          </p:nvPr>
        </p:nvSpPr>
        <p:spPr/>
        <p:txBody>
          <a:bodyPr/>
          <a:lstStyle/>
          <a:p>
            <a:fld id="{95A976C5-042F-4F2F-B0E6-E9296BA89F2F}" type="datetime4">
              <a:rPr lang="en-US" smtClean="0"/>
              <a:t>November 16, 2023</a:t>
            </a:fld>
            <a:endParaRPr lang="en-US" dirty="0"/>
          </a:p>
        </p:txBody>
      </p:sp>
      <p:sp>
        <p:nvSpPr>
          <p:cNvPr id="5" name="Footer Placeholder 4">
            <a:extLst>
              <a:ext uri="{FF2B5EF4-FFF2-40B4-BE49-F238E27FC236}">
                <a16:creationId xmlns:a16="http://schemas.microsoft.com/office/drawing/2014/main" id="{81F39849-C612-494F-8B65-8B5430F04954}"/>
              </a:ext>
            </a:extLst>
          </p:cNvPr>
          <p:cNvSpPr>
            <a:spLocks noGrp="1"/>
          </p:cNvSpPr>
          <p:nvPr>
            <p:ph type="ftr" sz="quarter" idx="11"/>
          </p:nvPr>
        </p:nvSpPr>
        <p:spPr/>
        <p:txBody>
          <a:bodyPr/>
          <a:lstStyle/>
          <a:p>
            <a:r>
              <a:rPr lang="ar-LY" dirty="0"/>
              <a:t>الخطة التجارية 2023</a:t>
            </a:r>
            <a:endParaRPr lang="en-US" dirty="0"/>
          </a:p>
        </p:txBody>
      </p:sp>
      <p:sp>
        <p:nvSpPr>
          <p:cNvPr id="6" name="Slide Number Placeholder 5">
            <a:extLst>
              <a:ext uri="{FF2B5EF4-FFF2-40B4-BE49-F238E27FC236}">
                <a16:creationId xmlns:a16="http://schemas.microsoft.com/office/drawing/2014/main" id="{A0FF8D28-FB85-4886-B7A0-42268E7620DC}"/>
              </a:ext>
            </a:extLst>
          </p:cNvPr>
          <p:cNvSpPr>
            <a:spLocks noGrp="1"/>
          </p:cNvSpPr>
          <p:nvPr>
            <p:ph type="sldNum" sz="quarter" idx="12"/>
          </p:nvPr>
        </p:nvSpPr>
        <p:spPr/>
        <p:txBody>
          <a:bodyPr/>
          <a:lstStyle/>
          <a:p>
            <a:fld id="{12D7B28B-DC80-4E46-95D7-53BDE8C7F925}" type="slidenum">
              <a:rPr lang="en-US" smtClean="0"/>
              <a:t>‹#›</a:t>
            </a:fld>
            <a:endParaRPr lang="en-US" dirty="0"/>
          </a:p>
        </p:txBody>
      </p:sp>
    </p:spTree>
    <p:extLst>
      <p:ext uri="{BB962C8B-B14F-4D97-AF65-F5344CB8AC3E}">
        <p14:creationId xmlns:p14="http://schemas.microsoft.com/office/powerpoint/2010/main" val="42405834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FB19A4-5DA0-4B42-84B0-CB4B66A20BF1}"/>
              </a:ext>
            </a:extLst>
          </p:cNvPr>
          <p:cNvSpPr>
            <a:spLocks noGrp="1"/>
          </p:cNvSpPr>
          <p:nvPr>
            <p:ph type="title" hasCustomPrompt="1"/>
          </p:nvPr>
        </p:nvSpPr>
        <p:spPr>
          <a:xfrm>
            <a:off x="831850" y="1709738"/>
            <a:ext cx="10515600" cy="2852737"/>
          </a:xfrm>
        </p:spPr>
        <p:txBody>
          <a:bodyPr anchor="b"/>
          <a:lstStyle>
            <a:lvl1pPr>
              <a:defRPr sz="6000"/>
            </a:lvl1pPr>
          </a:lstStyle>
          <a:p>
            <a:r>
              <a:rPr lang="ar-LY" dirty="0"/>
              <a:t>ادخل العنوان</a:t>
            </a:r>
            <a:endParaRPr lang="en-US" dirty="0"/>
          </a:p>
        </p:txBody>
      </p:sp>
      <p:sp>
        <p:nvSpPr>
          <p:cNvPr id="3" name="Text Placeholder 2">
            <a:extLst>
              <a:ext uri="{FF2B5EF4-FFF2-40B4-BE49-F238E27FC236}">
                <a16:creationId xmlns:a16="http://schemas.microsoft.com/office/drawing/2014/main" id="{18140DF7-49B9-4AA8-AD94-EE8BC9CB8F0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02833386-3FDA-4B24-B9F0-1601F996CC67}"/>
              </a:ext>
            </a:extLst>
          </p:cNvPr>
          <p:cNvSpPr>
            <a:spLocks noGrp="1"/>
          </p:cNvSpPr>
          <p:nvPr>
            <p:ph type="dt" sz="half" idx="10"/>
          </p:nvPr>
        </p:nvSpPr>
        <p:spPr/>
        <p:txBody>
          <a:bodyPr/>
          <a:lstStyle/>
          <a:p>
            <a:fld id="{EAA0447D-C0CB-4769-9774-6D8B96B52107}" type="datetime4">
              <a:rPr lang="en-US" smtClean="0"/>
              <a:t>November 16, 2023</a:t>
            </a:fld>
            <a:endParaRPr lang="en-US" dirty="0"/>
          </a:p>
        </p:txBody>
      </p:sp>
      <p:sp>
        <p:nvSpPr>
          <p:cNvPr id="5" name="Footer Placeholder 4">
            <a:extLst>
              <a:ext uri="{FF2B5EF4-FFF2-40B4-BE49-F238E27FC236}">
                <a16:creationId xmlns:a16="http://schemas.microsoft.com/office/drawing/2014/main" id="{715DC9FD-9A88-4756-977F-54BECF307C07}"/>
              </a:ext>
            </a:extLst>
          </p:cNvPr>
          <p:cNvSpPr>
            <a:spLocks noGrp="1"/>
          </p:cNvSpPr>
          <p:nvPr>
            <p:ph type="ftr" sz="quarter" idx="11"/>
          </p:nvPr>
        </p:nvSpPr>
        <p:spPr/>
        <p:txBody>
          <a:bodyPr/>
          <a:lstStyle/>
          <a:p>
            <a:r>
              <a:rPr lang="ar-LY" dirty="0"/>
              <a:t>الخطة التجارية 2023 </a:t>
            </a:r>
            <a:endParaRPr lang="en-US" dirty="0"/>
          </a:p>
        </p:txBody>
      </p:sp>
      <p:sp>
        <p:nvSpPr>
          <p:cNvPr id="6" name="Slide Number Placeholder 5">
            <a:extLst>
              <a:ext uri="{FF2B5EF4-FFF2-40B4-BE49-F238E27FC236}">
                <a16:creationId xmlns:a16="http://schemas.microsoft.com/office/drawing/2014/main" id="{ED1787BB-0406-4B00-97A6-1A4B316C30BA}"/>
              </a:ext>
            </a:extLst>
          </p:cNvPr>
          <p:cNvSpPr>
            <a:spLocks noGrp="1"/>
          </p:cNvSpPr>
          <p:nvPr>
            <p:ph type="sldNum" sz="quarter" idx="12"/>
          </p:nvPr>
        </p:nvSpPr>
        <p:spPr/>
        <p:txBody>
          <a:bodyPr/>
          <a:lstStyle/>
          <a:p>
            <a:fld id="{12D7B28B-DC80-4E46-95D7-53BDE8C7F925}" type="slidenum">
              <a:rPr lang="en-US" smtClean="0"/>
              <a:t>‹#›</a:t>
            </a:fld>
            <a:endParaRPr lang="en-US" dirty="0"/>
          </a:p>
        </p:txBody>
      </p:sp>
    </p:spTree>
    <p:extLst>
      <p:ext uri="{BB962C8B-B14F-4D97-AF65-F5344CB8AC3E}">
        <p14:creationId xmlns:p14="http://schemas.microsoft.com/office/powerpoint/2010/main" val="21552499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304391-632C-45D3-A96A-04994AC35327}"/>
              </a:ext>
            </a:extLst>
          </p:cNvPr>
          <p:cNvSpPr>
            <a:spLocks noGrp="1"/>
          </p:cNvSpPr>
          <p:nvPr>
            <p:ph type="title" hasCustomPrompt="1"/>
          </p:nvPr>
        </p:nvSpPr>
        <p:spPr/>
        <p:txBody>
          <a:bodyPr/>
          <a:lstStyle/>
          <a:p>
            <a:r>
              <a:rPr lang="ar-LY" dirty="0"/>
              <a:t>ادخل العنوان</a:t>
            </a:r>
            <a:endParaRPr lang="en-US" dirty="0"/>
          </a:p>
        </p:txBody>
      </p:sp>
      <p:sp>
        <p:nvSpPr>
          <p:cNvPr id="3" name="Content Placeholder 2">
            <a:extLst>
              <a:ext uri="{FF2B5EF4-FFF2-40B4-BE49-F238E27FC236}">
                <a16:creationId xmlns:a16="http://schemas.microsoft.com/office/drawing/2014/main" id="{40A3D2DE-1B85-4FA3-81AC-0184C21D2618}"/>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57F0098-308F-4050-BD41-AA36E4608A82}"/>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11E8451-1383-4BFA-B9B0-E86B45024D0A}"/>
              </a:ext>
            </a:extLst>
          </p:cNvPr>
          <p:cNvSpPr>
            <a:spLocks noGrp="1"/>
          </p:cNvSpPr>
          <p:nvPr>
            <p:ph type="dt" sz="half" idx="10"/>
          </p:nvPr>
        </p:nvSpPr>
        <p:spPr/>
        <p:txBody>
          <a:bodyPr/>
          <a:lstStyle/>
          <a:p>
            <a:fld id="{C9877B55-932E-4794-8A94-05F08AD0B1AE}" type="datetime4">
              <a:rPr lang="en-US" smtClean="0"/>
              <a:t>November 16, 2023</a:t>
            </a:fld>
            <a:endParaRPr lang="en-US" dirty="0"/>
          </a:p>
        </p:txBody>
      </p:sp>
      <p:sp>
        <p:nvSpPr>
          <p:cNvPr id="6" name="Footer Placeholder 5">
            <a:extLst>
              <a:ext uri="{FF2B5EF4-FFF2-40B4-BE49-F238E27FC236}">
                <a16:creationId xmlns:a16="http://schemas.microsoft.com/office/drawing/2014/main" id="{D9DE5E35-A3F4-4DF9-B514-E9390D184042}"/>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23E195D6-05FA-4674-95FF-25DC3F29EE62}"/>
              </a:ext>
            </a:extLst>
          </p:cNvPr>
          <p:cNvSpPr>
            <a:spLocks noGrp="1"/>
          </p:cNvSpPr>
          <p:nvPr>
            <p:ph type="sldNum" sz="quarter" idx="12"/>
          </p:nvPr>
        </p:nvSpPr>
        <p:spPr/>
        <p:txBody>
          <a:bodyPr/>
          <a:lstStyle/>
          <a:p>
            <a:fld id="{12D7B28B-DC80-4E46-95D7-53BDE8C7F925}" type="slidenum">
              <a:rPr lang="en-US" smtClean="0"/>
              <a:t>‹#›</a:t>
            </a:fld>
            <a:endParaRPr lang="en-US" dirty="0"/>
          </a:p>
        </p:txBody>
      </p:sp>
    </p:spTree>
    <p:extLst>
      <p:ext uri="{BB962C8B-B14F-4D97-AF65-F5344CB8AC3E}">
        <p14:creationId xmlns:p14="http://schemas.microsoft.com/office/powerpoint/2010/main" val="2411895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1_Two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0A3D2DE-1B85-4FA3-81AC-0184C21D2618}"/>
              </a:ext>
            </a:extLst>
          </p:cNvPr>
          <p:cNvSpPr>
            <a:spLocks noGrp="1"/>
          </p:cNvSpPr>
          <p:nvPr>
            <p:ph sz="half" idx="1"/>
          </p:nvPr>
        </p:nvSpPr>
        <p:spPr>
          <a:xfrm>
            <a:off x="838200" y="861238"/>
            <a:ext cx="5181600" cy="5315725"/>
          </a:xfrm>
        </p:spPr>
        <p:txBody>
          <a:bodyPr/>
          <a:lstStyle>
            <a:lvl1pPr>
              <a:defRPr b="1">
                <a:solidFill>
                  <a:schemeClr val="tx1"/>
                </a:solidFill>
                <a:latin typeface="+mn-lt"/>
              </a:defRPr>
            </a:lvl1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957F0098-308F-4050-BD41-AA36E4608A82}"/>
              </a:ext>
            </a:extLst>
          </p:cNvPr>
          <p:cNvSpPr>
            <a:spLocks noGrp="1"/>
          </p:cNvSpPr>
          <p:nvPr>
            <p:ph sz="half" idx="2"/>
          </p:nvPr>
        </p:nvSpPr>
        <p:spPr>
          <a:xfrm>
            <a:off x="6172200" y="861238"/>
            <a:ext cx="5181600" cy="5315725"/>
          </a:xfrm>
        </p:spPr>
        <p:txBody>
          <a:bodyPr/>
          <a:lstStyle>
            <a:lvl1pPr marL="228600" indent="-228600">
              <a:defRPr lang="en-US" sz="2800" b="1" kern="1200" dirty="0">
                <a:solidFill>
                  <a:schemeClr val="tx1"/>
                </a:solidFill>
                <a:latin typeface="+mn-lt"/>
                <a:ea typeface="+mn-ea"/>
                <a:cs typeface="+mn-cs"/>
              </a:defRPr>
            </a:lvl1pPr>
          </a:lstStyle>
          <a:p>
            <a:pPr marL="228600" lvl="0" indent="-228600" algn="l" defTabSz="914400" rtl="0" eaLnBrk="1" latinLnBrk="0" hangingPunct="1">
              <a:lnSpc>
                <a:spcPct val="90000"/>
              </a:lnSpc>
              <a:spcBef>
                <a:spcPts val="1000"/>
              </a:spcBef>
              <a:buFont typeface="Arial" panose="020B0604020202020204" pitchFamily="34" charset="0"/>
              <a:buChar char="•"/>
            </a:pPr>
            <a:r>
              <a:rPr lang="en-US"/>
              <a:t>Edit Master text styles</a:t>
            </a:r>
          </a:p>
          <a:p>
            <a:pPr marL="228600" lvl="1" indent="-228600" algn="l" defTabSz="914400" rtl="0" eaLnBrk="1" latinLnBrk="0" hangingPunct="1">
              <a:lnSpc>
                <a:spcPct val="90000"/>
              </a:lnSpc>
              <a:spcBef>
                <a:spcPts val="1000"/>
              </a:spcBef>
              <a:buFont typeface="Arial" panose="020B0604020202020204" pitchFamily="34" charset="0"/>
              <a:buChar char="•"/>
            </a:pPr>
            <a:r>
              <a:rPr lang="en-US"/>
              <a:t>Second level</a:t>
            </a:r>
          </a:p>
          <a:p>
            <a:pPr marL="228600" lvl="2" indent="-228600" algn="l" defTabSz="914400" rtl="0" eaLnBrk="1" latinLnBrk="0" hangingPunct="1">
              <a:lnSpc>
                <a:spcPct val="90000"/>
              </a:lnSpc>
              <a:spcBef>
                <a:spcPts val="1000"/>
              </a:spcBef>
              <a:buFont typeface="Arial" panose="020B0604020202020204" pitchFamily="34" charset="0"/>
              <a:buChar char="•"/>
            </a:pPr>
            <a:r>
              <a:rPr lang="en-US"/>
              <a:t>Third level</a:t>
            </a:r>
          </a:p>
          <a:p>
            <a:pPr marL="228600" lvl="3" indent="-228600" algn="l" defTabSz="914400" rtl="0" eaLnBrk="1" latinLnBrk="0" hangingPunct="1">
              <a:lnSpc>
                <a:spcPct val="90000"/>
              </a:lnSpc>
              <a:spcBef>
                <a:spcPts val="1000"/>
              </a:spcBef>
              <a:buFont typeface="Arial" panose="020B0604020202020204" pitchFamily="34" charset="0"/>
              <a:buChar char="•"/>
            </a:pPr>
            <a:r>
              <a:rPr lang="en-US"/>
              <a:t>Fourth level</a:t>
            </a:r>
          </a:p>
          <a:p>
            <a:pPr marL="228600" lvl="4" indent="-228600" algn="l" defTabSz="914400" rtl="0" eaLnBrk="1" latinLnBrk="0" hangingPunct="1">
              <a:lnSpc>
                <a:spcPct val="90000"/>
              </a:lnSpc>
              <a:spcBef>
                <a:spcPts val="1000"/>
              </a:spcBef>
              <a:buFont typeface="Arial" panose="020B0604020202020204" pitchFamily="34" charset="0"/>
              <a:buChar char="•"/>
            </a:pPr>
            <a:r>
              <a:rPr lang="en-US"/>
              <a:t>Fifth level</a:t>
            </a:r>
            <a:endParaRPr lang="en-US" dirty="0"/>
          </a:p>
        </p:txBody>
      </p:sp>
      <p:sp>
        <p:nvSpPr>
          <p:cNvPr id="5" name="Date Placeholder 4">
            <a:extLst>
              <a:ext uri="{FF2B5EF4-FFF2-40B4-BE49-F238E27FC236}">
                <a16:creationId xmlns:a16="http://schemas.microsoft.com/office/drawing/2014/main" id="{F11E8451-1383-4BFA-B9B0-E86B45024D0A}"/>
              </a:ext>
            </a:extLst>
          </p:cNvPr>
          <p:cNvSpPr>
            <a:spLocks noGrp="1"/>
          </p:cNvSpPr>
          <p:nvPr>
            <p:ph type="dt" sz="half" idx="10"/>
          </p:nvPr>
        </p:nvSpPr>
        <p:spPr/>
        <p:txBody>
          <a:bodyPr/>
          <a:lstStyle/>
          <a:p>
            <a:fld id="{D6C97EAD-F6CA-42F4-A135-C17E8636FC08}" type="datetime4">
              <a:rPr lang="en-US" smtClean="0"/>
              <a:t>November 16, 2023</a:t>
            </a:fld>
            <a:endParaRPr lang="en-US" dirty="0"/>
          </a:p>
        </p:txBody>
      </p:sp>
      <p:sp>
        <p:nvSpPr>
          <p:cNvPr id="6" name="Footer Placeholder 5">
            <a:extLst>
              <a:ext uri="{FF2B5EF4-FFF2-40B4-BE49-F238E27FC236}">
                <a16:creationId xmlns:a16="http://schemas.microsoft.com/office/drawing/2014/main" id="{D9DE5E35-A3F4-4DF9-B514-E9390D184042}"/>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23E195D6-05FA-4674-95FF-25DC3F29EE62}"/>
              </a:ext>
            </a:extLst>
          </p:cNvPr>
          <p:cNvSpPr>
            <a:spLocks noGrp="1"/>
          </p:cNvSpPr>
          <p:nvPr>
            <p:ph type="sldNum" sz="quarter" idx="12"/>
          </p:nvPr>
        </p:nvSpPr>
        <p:spPr/>
        <p:txBody>
          <a:bodyPr/>
          <a:lstStyle/>
          <a:p>
            <a:fld id="{12D7B28B-DC80-4E46-95D7-53BDE8C7F925}" type="slidenum">
              <a:rPr lang="en-US" smtClean="0"/>
              <a:t>‹#›</a:t>
            </a:fld>
            <a:endParaRPr lang="en-US" dirty="0"/>
          </a:p>
        </p:txBody>
      </p:sp>
    </p:spTree>
    <p:extLst>
      <p:ext uri="{BB962C8B-B14F-4D97-AF65-F5344CB8AC3E}">
        <p14:creationId xmlns:p14="http://schemas.microsoft.com/office/powerpoint/2010/main" val="30085100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3_Two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0A3D2DE-1B85-4FA3-81AC-0184C21D2618}"/>
              </a:ext>
            </a:extLst>
          </p:cNvPr>
          <p:cNvSpPr>
            <a:spLocks noGrp="1"/>
          </p:cNvSpPr>
          <p:nvPr>
            <p:ph sz="half" idx="1"/>
          </p:nvPr>
        </p:nvSpPr>
        <p:spPr>
          <a:xfrm>
            <a:off x="838200" y="1409700"/>
            <a:ext cx="5181600" cy="4767263"/>
          </a:xfrm>
        </p:spPr>
        <p:txBody>
          <a:bodyPr/>
          <a:lstStyle>
            <a:lvl1pPr>
              <a:defRPr b="1">
                <a:solidFill>
                  <a:schemeClr val="tx1"/>
                </a:solidFill>
                <a:latin typeface="+mn-lt"/>
              </a:defRPr>
            </a:lvl1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957F0098-308F-4050-BD41-AA36E4608A82}"/>
              </a:ext>
            </a:extLst>
          </p:cNvPr>
          <p:cNvSpPr>
            <a:spLocks noGrp="1"/>
          </p:cNvSpPr>
          <p:nvPr>
            <p:ph sz="half" idx="2"/>
          </p:nvPr>
        </p:nvSpPr>
        <p:spPr>
          <a:xfrm>
            <a:off x="6172200" y="1409700"/>
            <a:ext cx="5181600" cy="4767263"/>
          </a:xfrm>
        </p:spPr>
        <p:txBody>
          <a:bodyPr/>
          <a:lstStyle>
            <a:lvl1pPr marL="228600" indent="-228600">
              <a:defRPr lang="en-US" sz="2800" b="1" kern="1200" dirty="0">
                <a:solidFill>
                  <a:schemeClr val="tx1"/>
                </a:solidFill>
                <a:latin typeface="+mn-lt"/>
                <a:ea typeface="+mn-ea"/>
                <a:cs typeface="+mn-cs"/>
              </a:defRPr>
            </a:lvl1pPr>
          </a:lstStyle>
          <a:p>
            <a:pPr marL="228600" lvl="0" indent="-228600" algn="l" defTabSz="914400" rtl="0" eaLnBrk="1" latinLnBrk="0" hangingPunct="1">
              <a:lnSpc>
                <a:spcPct val="90000"/>
              </a:lnSpc>
              <a:spcBef>
                <a:spcPts val="1000"/>
              </a:spcBef>
              <a:buFont typeface="Arial" panose="020B0604020202020204" pitchFamily="34" charset="0"/>
              <a:buChar char="•"/>
            </a:pPr>
            <a:r>
              <a:rPr lang="en-US"/>
              <a:t>Edit Master text styles</a:t>
            </a:r>
          </a:p>
          <a:p>
            <a:pPr marL="228600" lvl="1" indent="-228600" algn="l" defTabSz="914400" rtl="0" eaLnBrk="1" latinLnBrk="0" hangingPunct="1">
              <a:lnSpc>
                <a:spcPct val="90000"/>
              </a:lnSpc>
              <a:spcBef>
                <a:spcPts val="1000"/>
              </a:spcBef>
              <a:buFont typeface="Arial" panose="020B0604020202020204" pitchFamily="34" charset="0"/>
              <a:buChar char="•"/>
            </a:pPr>
            <a:r>
              <a:rPr lang="en-US"/>
              <a:t>Second level</a:t>
            </a:r>
          </a:p>
          <a:p>
            <a:pPr marL="228600" lvl="2" indent="-228600" algn="l" defTabSz="914400" rtl="0" eaLnBrk="1" latinLnBrk="0" hangingPunct="1">
              <a:lnSpc>
                <a:spcPct val="90000"/>
              </a:lnSpc>
              <a:spcBef>
                <a:spcPts val="1000"/>
              </a:spcBef>
              <a:buFont typeface="Arial" panose="020B0604020202020204" pitchFamily="34" charset="0"/>
              <a:buChar char="•"/>
            </a:pPr>
            <a:r>
              <a:rPr lang="en-US"/>
              <a:t>Third level</a:t>
            </a:r>
          </a:p>
          <a:p>
            <a:pPr marL="228600" lvl="3" indent="-228600" algn="l" defTabSz="914400" rtl="0" eaLnBrk="1" latinLnBrk="0" hangingPunct="1">
              <a:lnSpc>
                <a:spcPct val="90000"/>
              </a:lnSpc>
              <a:spcBef>
                <a:spcPts val="1000"/>
              </a:spcBef>
              <a:buFont typeface="Arial" panose="020B0604020202020204" pitchFamily="34" charset="0"/>
              <a:buChar char="•"/>
            </a:pPr>
            <a:r>
              <a:rPr lang="en-US"/>
              <a:t>Fourth level</a:t>
            </a:r>
          </a:p>
          <a:p>
            <a:pPr marL="228600" lvl="4" indent="-228600" algn="l" defTabSz="914400" rtl="0" eaLnBrk="1" latinLnBrk="0" hangingPunct="1">
              <a:lnSpc>
                <a:spcPct val="90000"/>
              </a:lnSpc>
              <a:spcBef>
                <a:spcPts val="1000"/>
              </a:spcBef>
              <a:buFont typeface="Arial" panose="020B0604020202020204" pitchFamily="34" charset="0"/>
              <a:buChar char="•"/>
            </a:pPr>
            <a:r>
              <a:rPr lang="en-US"/>
              <a:t>Fifth level</a:t>
            </a:r>
            <a:endParaRPr lang="en-US" dirty="0"/>
          </a:p>
        </p:txBody>
      </p:sp>
      <p:sp>
        <p:nvSpPr>
          <p:cNvPr id="5" name="Date Placeholder 4">
            <a:extLst>
              <a:ext uri="{FF2B5EF4-FFF2-40B4-BE49-F238E27FC236}">
                <a16:creationId xmlns:a16="http://schemas.microsoft.com/office/drawing/2014/main" id="{F11E8451-1383-4BFA-B9B0-E86B45024D0A}"/>
              </a:ext>
            </a:extLst>
          </p:cNvPr>
          <p:cNvSpPr>
            <a:spLocks noGrp="1"/>
          </p:cNvSpPr>
          <p:nvPr>
            <p:ph type="dt" sz="half" idx="10"/>
          </p:nvPr>
        </p:nvSpPr>
        <p:spPr/>
        <p:txBody>
          <a:bodyPr/>
          <a:lstStyle/>
          <a:p>
            <a:fld id="{1F93109A-0358-4712-B84A-E0F4103521EA}" type="datetime4">
              <a:rPr lang="en-US" smtClean="0"/>
              <a:t>November 16, 2023</a:t>
            </a:fld>
            <a:endParaRPr lang="en-US" dirty="0"/>
          </a:p>
        </p:txBody>
      </p:sp>
      <p:sp>
        <p:nvSpPr>
          <p:cNvPr id="6" name="Footer Placeholder 5">
            <a:extLst>
              <a:ext uri="{FF2B5EF4-FFF2-40B4-BE49-F238E27FC236}">
                <a16:creationId xmlns:a16="http://schemas.microsoft.com/office/drawing/2014/main" id="{D9DE5E35-A3F4-4DF9-B514-E9390D184042}"/>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23E195D6-05FA-4674-95FF-25DC3F29EE62}"/>
              </a:ext>
            </a:extLst>
          </p:cNvPr>
          <p:cNvSpPr>
            <a:spLocks noGrp="1"/>
          </p:cNvSpPr>
          <p:nvPr>
            <p:ph type="sldNum" sz="quarter" idx="12"/>
          </p:nvPr>
        </p:nvSpPr>
        <p:spPr/>
        <p:txBody>
          <a:bodyPr/>
          <a:lstStyle/>
          <a:p>
            <a:fld id="{12D7B28B-DC80-4E46-95D7-53BDE8C7F925}" type="slidenum">
              <a:rPr lang="en-US" smtClean="0"/>
              <a:t>‹#›</a:t>
            </a:fld>
            <a:endParaRPr lang="en-US" dirty="0"/>
          </a:p>
        </p:txBody>
      </p:sp>
      <p:sp>
        <p:nvSpPr>
          <p:cNvPr id="8" name="Title 1">
            <a:extLst>
              <a:ext uri="{FF2B5EF4-FFF2-40B4-BE49-F238E27FC236}">
                <a16:creationId xmlns:a16="http://schemas.microsoft.com/office/drawing/2014/main" id="{635D54DE-A734-4EC2-97E9-95E910CFD65B}"/>
              </a:ext>
            </a:extLst>
          </p:cNvPr>
          <p:cNvSpPr>
            <a:spLocks noGrp="1"/>
          </p:cNvSpPr>
          <p:nvPr>
            <p:ph type="title" hasCustomPrompt="1"/>
          </p:nvPr>
        </p:nvSpPr>
        <p:spPr>
          <a:xfrm>
            <a:off x="838200" y="866775"/>
            <a:ext cx="5181600" cy="496113"/>
          </a:xfrm>
        </p:spPr>
        <p:txBody>
          <a:bodyPr>
            <a:normAutofit/>
          </a:bodyPr>
          <a:lstStyle>
            <a:lvl1pPr>
              <a:defRPr sz="2800"/>
            </a:lvl1pPr>
          </a:lstStyle>
          <a:p>
            <a:r>
              <a:rPr lang="ar-LY" dirty="0"/>
              <a:t>ادخل العنوان</a:t>
            </a:r>
            <a:endParaRPr lang="en-US" dirty="0"/>
          </a:p>
        </p:txBody>
      </p:sp>
      <p:sp>
        <p:nvSpPr>
          <p:cNvPr id="16" name="Text Placeholder 15">
            <a:extLst>
              <a:ext uri="{FF2B5EF4-FFF2-40B4-BE49-F238E27FC236}">
                <a16:creationId xmlns:a16="http://schemas.microsoft.com/office/drawing/2014/main" id="{A932ED2D-C6E0-429D-8323-D33C7687E912}"/>
              </a:ext>
            </a:extLst>
          </p:cNvPr>
          <p:cNvSpPr>
            <a:spLocks noGrp="1"/>
          </p:cNvSpPr>
          <p:nvPr>
            <p:ph type="body" sz="quarter" idx="13" hasCustomPrompt="1"/>
          </p:nvPr>
        </p:nvSpPr>
        <p:spPr>
          <a:xfrm>
            <a:off x="6172200" y="866000"/>
            <a:ext cx="5181600" cy="496888"/>
          </a:xfrm>
        </p:spPr>
        <p:txBody>
          <a:bodyPr/>
          <a:lstStyle>
            <a:lvl1pPr marL="0" indent="0">
              <a:buNone/>
              <a:defRPr>
                <a:solidFill>
                  <a:srgbClr val="92278F"/>
                </a:solidFill>
                <a:latin typeface="+mj-lt"/>
                <a:cs typeface="+mj-cs"/>
              </a:defRPr>
            </a:lvl1pPr>
          </a:lstStyle>
          <a:p>
            <a:pPr lvl="0"/>
            <a:r>
              <a:rPr lang="ar-LY" dirty="0"/>
              <a:t>ادخل العنوان</a:t>
            </a:r>
            <a:endParaRPr lang="en-US" dirty="0"/>
          </a:p>
        </p:txBody>
      </p:sp>
    </p:spTree>
    <p:extLst>
      <p:ext uri="{BB962C8B-B14F-4D97-AF65-F5344CB8AC3E}">
        <p14:creationId xmlns:p14="http://schemas.microsoft.com/office/powerpoint/2010/main" val="777258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2_Two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0A3D2DE-1B85-4FA3-81AC-0184C21D2618}"/>
              </a:ext>
            </a:extLst>
          </p:cNvPr>
          <p:cNvSpPr>
            <a:spLocks noGrp="1"/>
          </p:cNvSpPr>
          <p:nvPr>
            <p:ph sz="half" idx="1"/>
          </p:nvPr>
        </p:nvSpPr>
        <p:spPr>
          <a:xfrm>
            <a:off x="838200" y="861238"/>
            <a:ext cx="3414823" cy="5315725"/>
          </a:xfrm>
        </p:spPr>
        <p:txBody>
          <a:bodyPr/>
          <a:lstStyle>
            <a:lvl1pPr>
              <a:defRPr>
                <a:solidFill>
                  <a:schemeClr val="tx1"/>
                </a:solidFill>
                <a:latin typeface="+mn-lt"/>
                <a:cs typeface="+mn-cs"/>
              </a:defRPr>
            </a:lvl1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957F0098-308F-4050-BD41-AA36E4608A82}"/>
              </a:ext>
            </a:extLst>
          </p:cNvPr>
          <p:cNvSpPr>
            <a:spLocks noGrp="1"/>
          </p:cNvSpPr>
          <p:nvPr>
            <p:ph sz="half" idx="2"/>
          </p:nvPr>
        </p:nvSpPr>
        <p:spPr>
          <a:xfrm>
            <a:off x="7938976" y="861238"/>
            <a:ext cx="3414824" cy="5315725"/>
          </a:xfrm>
        </p:spPr>
        <p:txBody>
          <a:bodyPr/>
          <a:lstStyle>
            <a:lvl1pPr marL="228600" indent="-228600">
              <a:defRPr lang="en-US" sz="2800" kern="1200" dirty="0">
                <a:solidFill>
                  <a:schemeClr val="tx1"/>
                </a:solidFill>
                <a:latin typeface="+mn-lt"/>
                <a:ea typeface="+mn-ea"/>
                <a:cs typeface="+mn-cs"/>
              </a:defRPr>
            </a:lvl1pPr>
            <a:lvl2pPr>
              <a:defRPr/>
            </a:lvl2pPr>
            <a:lvl3pPr>
              <a:defRPr/>
            </a:lvl3pPr>
            <a:lvl4pPr>
              <a:defRPr/>
            </a:lvl4pPr>
            <a:lvl5pPr>
              <a:defRPr/>
            </a:lvl5pPr>
          </a:lstStyle>
          <a:p>
            <a:pPr marL="228600" lvl="0" indent="-228600" algn="l" defTabSz="914400" rtl="0" eaLnBrk="1" latinLnBrk="0" hangingPunct="1">
              <a:lnSpc>
                <a:spcPct val="90000"/>
              </a:lnSpc>
              <a:spcBef>
                <a:spcPts val="1000"/>
              </a:spcBef>
              <a:buFont typeface="Arial" panose="020B0604020202020204" pitchFamily="34" charset="0"/>
              <a:buChar char="•"/>
            </a:pPr>
            <a:r>
              <a:rPr lang="en-US"/>
              <a:t>Edit Master text styles</a:t>
            </a:r>
          </a:p>
          <a:p>
            <a:pPr marL="228600" lvl="1" indent="-228600" algn="l" defTabSz="914400" rtl="0" eaLnBrk="1" latinLnBrk="0" hangingPunct="1">
              <a:lnSpc>
                <a:spcPct val="90000"/>
              </a:lnSpc>
              <a:spcBef>
                <a:spcPts val="1000"/>
              </a:spcBef>
              <a:buFont typeface="Arial" panose="020B0604020202020204" pitchFamily="34" charset="0"/>
              <a:buChar char="•"/>
            </a:pPr>
            <a:r>
              <a:rPr lang="en-US"/>
              <a:t>Second level</a:t>
            </a:r>
          </a:p>
          <a:p>
            <a:pPr marL="228600" lvl="2" indent="-228600" algn="l" defTabSz="914400" rtl="0" eaLnBrk="1" latinLnBrk="0" hangingPunct="1">
              <a:lnSpc>
                <a:spcPct val="90000"/>
              </a:lnSpc>
              <a:spcBef>
                <a:spcPts val="1000"/>
              </a:spcBef>
              <a:buFont typeface="Arial" panose="020B0604020202020204" pitchFamily="34" charset="0"/>
              <a:buChar char="•"/>
            </a:pPr>
            <a:r>
              <a:rPr lang="en-US"/>
              <a:t>Third level</a:t>
            </a:r>
          </a:p>
          <a:p>
            <a:pPr marL="228600" lvl="3" indent="-228600" algn="l" defTabSz="914400" rtl="0" eaLnBrk="1" latinLnBrk="0" hangingPunct="1">
              <a:lnSpc>
                <a:spcPct val="90000"/>
              </a:lnSpc>
              <a:spcBef>
                <a:spcPts val="1000"/>
              </a:spcBef>
              <a:buFont typeface="Arial" panose="020B0604020202020204" pitchFamily="34" charset="0"/>
              <a:buChar char="•"/>
            </a:pPr>
            <a:r>
              <a:rPr lang="en-US"/>
              <a:t>Fourth level</a:t>
            </a:r>
          </a:p>
          <a:p>
            <a:pPr marL="228600" lvl="4" indent="-228600" algn="l" defTabSz="914400" rtl="0" eaLnBrk="1" latinLnBrk="0" hangingPunct="1">
              <a:lnSpc>
                <a:spcPct val="90000"/>
              </a:lnSpc>
              <a:spcBef>
                <a:spcPts val="1000"/>
              </a:spcBef>
              <a:buFont typeface="Arial" panose="020B0604020202020204" pitchFamily="34" charset="0"/>
              <a:buChar char="•"/>
            </a:pPr>
            <a:r>
              <a:rPr lang="en-US"/>
              <a:t>Fifth level</a:t>
            </a:r>
            <a:endParaRPr lang="en-US" dirty="0"/>
          </a:p>
        </p:txBody>
      </p:sp>
      <p:sp>
        <p:nvSpPr>
          <p:cNvPr id="5" name="Date Placeholder 4">
            <a:extLst>
              <a:ext uri="{FF2B5EF4-FFF2-40B4-BE49-F238E27FC236}">
                <a16:creationId xmlns:a16="http://schemas.microsoft.com/office/drawing/2014/main" id="{F11E8451-1383-4BFA-B9B0-E86B45024D0A}"/>
              </a:ext>
            </a:extLst>
          </p:cNvPr>
          <p:cNvSpPr>
            <a:spLocks noGrp="1"/>
          </p:cNvSpPr>
          <p:nvPr>
            <p:ph type="dt" sz="half" idx="10"/>
          </p:nvPr>
        </p:nvSpPr>
        <p:spPr/>
        <p:txBody>
          <a:bodyPr/>
          <a:lstStyle/>
          <a:p>
            <a:fld id="{60158B98-372F-4451-90DD-DF2FE4741254}" type="datetime4">
              <a:rPr lang="en-US" smtClean="0"/>
              <a:t>November 16, 2023</a:t>
            </a:fld>
            <a:endParaRPr lang="en-US" dirty="0"/>
          </a:p>
        </p:txBody>
      </p:sp>
      <p:sp>
        <p:nvSpPr>
          <p:cNvPr id="6" name="Footer Placeholder 5">
            <a:extLst>
              <a:ext uri="{FF2B5EF4-FFF2-40B4-BE49-F238E27FC236}">
                <a16:creationId xmlns:a16="http://schemas.microsoft.com/office/drawing/2014/main" id="{D9DE5E35-A3F4-4DF9-B514-E9390D184042}"/>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23E195D6-05FA-4674-95FF-25DC3F29EE62}"/>
              </a:ext>
            </a:extLst>
          </p:cNvPr>
          <p:cNvSpPr>
            <a:spLocks noGrp="1"/>
          </p:cNvSpPr>
          <p:nvPr>
            <p:ph type="sldNum" sz="quarter" idx="12"/>
          </p:nvPr>
        </p:nvSpPr>
        <p:spPr/>
        <p:txBody>
          <a:bodyPr/>
          <a:lstStyle/>
          <a:p>
            <a:fld id="{12D7B28B-DC80-4E46-95D7-53BDE8C7F925}" type="slidenum">
              <a:rPr lang="en-US" smtClean="0"/>
              <a:t>‹#›</a:t>
            </a:fld>
            <a:endParaRPr lang="en-US" dirty="0"/>
          </a:p>
        </p:txBody>
      </p:sp>
      <p:sp>
        <p:nvSpPr>
          <p:cNvPr id="9" name="Content Placeholder 3">
            <a:extLst>
              <a:ext uri="{FF2B5EF4-FFF2-40B4-BE49-F238E27FC236}">
                <a16:creationId xmlns:a16="http://schemas.microsoft.com/office/drawing/2014/main" id="{F4649180-E6D2-4A07-9C3B-9CDE6680F79B}"/>
              </a:ext>
            </a:extLst>
          </p:cNvPr>
          <p:cNvSpPr>
            <a:spLocks noGrp="1"/>
          </p:cNvSpPr>
          <p:nvPr>
            <p:ph sz="half" idx="13"/>
          </p:nvPr>
        </p:nvSpPr>
        <p:spPr>
          <a:xfrm>
            <a:off x="4388587" y="861237"/>
            <a:ext cx="3414824" cy="5315725"/>
          </a:xfrm>
        </p:spPr>
        <p:txBody>
          <a:bodyPr/>
          <a:lstStyle>
            <a:lvl1pPr marL="228600" indent="-228600">
              <a:defRPr lang="en-US" sz="2800" kern="1200" dirty="0">
                <a:solidFill>
                  <a:schemeClr val="tx1"/>
                </a:solidFill>
                <a:latin typeface="+mn-lt"/>
                <a:ea typeface="+mn-ea"/>
                <a:cs typeface="+mn-cs"/>
              </a:defRPr>
            </a:lvl1pPr>
          </a:lstStyle>
          <a:p>
            <a:pPr marL="228600" lvl="0" indent="-228600" algn="l" defTabSz="914400" rtl="0" eaLnBrk="1" latinLnBrk="0" hangingPunct="1">
              <a:lnSpc>
                <a:spcPct val="90000"/>
              </a:lnSpc>
              <a:spcBef>
                <a:spcPts val="1000"/>
              </a:spcBef>
              <a:buFont typeface="Arial" panose="020B0604020202020204" pitchFamily="34" charset="0"/>
              <a:buChar char="•"/>
            </a:pPr>
            <a:r>
              <a:rPr lang="en-US"/>
              <a:t>Edit Master text styles</a:t>
            </a:r>
          </a:p>
          <a:p>
            <a:pPr marL="228600" lvl="1" indent="-228600" algn="l" defTabSz="914400" rtl="0" eaLnBrk="1" latinLnBrk="0" hangingPunct="1">
              <a:lnSpc>
                <a:spcPct val="90000"/>
              </a:lnSpc>
              <a:spcBef>
                <a:spcPts val="1000"/>
              </a:spcBef>
              <a:buFont typeface="Arial" panose="020B0604020202020204" pitchFamily="34" charset="0"/>
              <a:buChar char="•"/>
            </a:pPr>
            <a:r>
              <a:rPr lang="en-US"/>
              <a:t>Second level</a:t>
            </a:r>
          </a:p>
          <a:p>
            <a:pPr marL="228600" lvl="2" indent="-228600" algn="l" defTabSz="914400" rtl="0" eaLnBrk="1" latinLnBrk="0" hangingPunct="1">
              <a:lnSpc>
                <a:spcPct val="90000"/>
              </a:lnSpc>
              <a:spcBef>
                <a:spcPts val="1000"/>
              </a:spcBef>
              <a:buFont typeface="Arial" panose="020B0604020202020204" pitchFamily="34" charset="0"/>
              <a:buChar char="•"/>
            </a:pPr>
            <a:r>
              <a:rPr lang="en-US"/>
              <a:t>Third level</a:t>
            </a:r>
          </a:p>
          <a:p>
            <a:pPr marL="228600" lvl="3" indent="-228600" algn="l" defTabSz="914400" rtl="0" eaLnBrk="1" latinLnBrk="0" hangingPunct="1">
              <a:lnSpc>
                <a:spcPct val="90000"/>
              </a:lnSpc>
              <a:spcBef>
                <a:spcPts val="1000"/>
              </a:spcBef>
              <a:buFont typeface="Arial" panose="020B0604020202020204" pitchFamily="34" charset="0"/>
              <a:buChar char="•"/>
            </a:pPr>
            <a:r>
              <a:rPr lang="en-US"/>
              <a:t>Fourth level</a:t>
            </a:r>
          </a:p>
          <a:p>
            <a:pPr marL="228600" lvl="4" indent="-228600" algn="l" defTabSz="914400" rtl="0" eaLnBrk="1" latinLnBrk="0" hangingPunct="1">
              <a:lnSpc>
                <a:spcPct val="90000"/>
              </a:lnSpc>
              <a:spcBef>
                <a:spcPts val="1000"/>
              </a:spcBef>
              <a:buFont typeface="Arial" panose="020B0604020202020204" pitchFamily="34" charset="0"/>
              <a:buChar char="•"/>
            </a:pPr>
            <a:r>
              <a:rPr lang="en-US"/>
              <a:t>Fifth level</a:t>
            </a:r>
            <a:endParaRPr lang="en-US" dirty="0"/>
          </a:p>
        </p:txBody>
      </p:sp>
    </p:spTree>
    <p:extLst>
      <p:ext uri="{BB962C8B-B14F-4D97-AF65-F5344CB8AC3E}">
        <p14:creationId xmlns:p14="http://schemas.microsoft.com/office/powerpoint/2010/main" val="36773090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4_Two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0A3D2DE-1B85-4FA3-81AC-0184C21D2618}"/>
              </a:ext>
            </a:extLst>
          </p:cNvPr>
          <p:cNvSpPr>
            <a:spLocks noGrp="1"/>
          </p:cNvSpPr>
          <p:nvPr>
            <p:ph sz="half" idx="1"/>
          </p:nvPr>
        </p:nvSpPr>
        <p:spPr>
          <a:xfrm>
            <a:off x="838200" y="1416050"/>
            <a:ext cx="3414823" cy="4760913"/>
          </a:xfrm>
        </p:spPr>
        <p:txBody>
          <a:bodyPr/>
          <a:lstStyle>
            <a:lvl1pPr>
              <a:defRPr>
                <a:solidFill>
                  <a:schemeClr val="tx1"/>
                </a:solidFill>
                <a:latin typeface="+mn-lt"/>
                <a:cs typeface="+mn-cs"/>
              </a:defRPr>
            </a:lvl1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957F0098-308F-4050-BD41-AA36E4608A82}"/>
              </a:ext>
            </a:extLst>
          </p:cNvPr>
          <p:cNvSpPr>
            <a:spLocks noGrp="1"/>
          </p:cNvSpPr>
          <p:nvPr>
            <p:ph sz="half" idx="2"/>
          </p:nvPr>
        </p:nvSpPr>
        <p:spPr>
          <a:xfrm>
            <a:off x="7938976" y="1416048"/>
            <a:ext cx="3414824" cy="4760915"/>
          </a:xfrm>
        </p:spPr>
        <p:txBody>
          <a:bodyPr/>
          <a:lstStyle>
            <a:lvl1pPr marL="228600" indent="-228600">
              <a:defRPr lang="en-US" sz="2800" kern="1200" dirty="0">
                <a:solidFill>
                  <a:schemeClr val="tx1"/>
                </a:solidFill>
                <a:latin typeface="+mn-lt"/>
                <a:ea typeface="+mn-ea"/>
                <a:cs typeface="+mn-cs"/>
              </a:defRPr>
            </a:lvl1pPr>
            <a:lvl2pPr>
              <a:defRPr/>
            </a:lvl2pPr>
            <a:lvl3pPr>
              <a:defRPr/>
            </a:lvl3pPr>
            <a:lvl4pPr>
              <a:defRPr/>
            </a:lvl4pPr>
            <a:lvl5pPr>
              <a:defRPr/>
            </a:lvl5pPr>
          </a:lstStyle>
          <a:p>
            <a:pPr marL="228600" lvl="0" indent="-228600" algn="l" defTabSz="914400" rtl="0" eaLnBrk="1" latinLnBrk="0" hangingPunct="1">
              <a:lnSpc>
                <a:spcPct val="90000"/>
              </a:lnSpc>
              <a:spcBef>
                <a:spcPts val="1000"/>
              </a:spcBef>
              <a:buFont typeface="Arial" panose="020B0604020202020204" pitchFamily="34" charset="0"/>
              <a:buChar char="•"/>
            </a:pPr>
            <a:r>
              <a:rPr lang="en-US"/>
              <a:t>Edit Master text styles</a:t>
            </a:r>
          </a:p>
          <a:p>
            <a:pPr marL="228600" lvl="1" indent="-228600" algn="l" defTabSz="914400" rtl="0" eaLnBrk="1" latinLnBrk="0" hangingPunct="1">
              <a:lnSpc>
                <a:spcPct val="90000"/>
              </a:lnSpc>
              <a:spcBef>
                <a:spcPts val="1000"/>
              </a:spcBef>
              <a:buFont typeface="Arial" panose="020B0604020202020204" pitchFamily="34" charset="0"/>
              <a:buChar char="•"/>
            </a:pPr>
            <a:r>
              <a:rPr lang="en-US"/>
              <a:t>Second level</a:t>
            </a:r>
          </a:p>
          <a:p>
            <a:pPr marL="228600" lvl="2" indent="-228600" algn="l" defTabSz="914400" rtl="0" eaLnBrk="1" latinLnBrk="0" hangingPunct="1">
              <a:lnSpc>
                <a:spcPct val="90000"/>
              </a:lnSpc>
              <a:spcBef>
                <a:spcPts val="1000"/>
              </a:spcBef>
              <a:buFont typeface="Arial" panose="020B0604020202020204" pitchFamily="34" charset="0"/>
              <a:buChar char="•"/>
            </a:pPr>
            <a:r>
              <a:rPr lang="en-US"/>
              <a:t>Third level</a:t>
            </a:r>
          </a:p>
          <a:p>
            <a:pPr marL="228600" lvl="3" indent="-228600" algn="l" defTabSz="914400" rtl="0" eaLnBrk="1" latinLnBrk="0" hangingPunct="1">
              <a:lnSpc>
                <a:spcPct val="90000"/>
              </a:lnSpc>
              <a:spcBef>
                <a:spcPts val="1000"/>
              </a:spcBef>
              <a:buFont typeface="Arial" panose="020B0604020202020204" pitchFamily="34" charset="0"/>
              <a:buChar char="•"/>
            </a:pPr>
            <a:r>
              <a:rPr lang="en-US"/>
              <a:t>Fourth level</a:t>
            </a:r>
          </a:p>
          <a:p>
            <a:pPr marL="228600" lvl="4" indent="-228600" algn="l" defTabSz="914400" rtl="0" eaLnBrk="1" latinLnBrk="0" hangingPunct="1">
              <a:lnSpc>
                <a:spcPct val="90000"/>
              </a:lnSpc>
              <a:spcBef>
                <a:spcPts val="1000"/>
              </a:spcBef>
              <a:buFont typeface="Arial" panose="020B0604020202020204" pitchFamily="34" charset="0"/>
              <a:buChar char="•"/>
            </a:pPr>
            <a:r>
              <a:rPr lang="en-US"/>
              <a:t>Fifth level</a:t>
            </a:r>
            <a:endParaRPr lang="en-US" dirty="0"/>
          </a:p>
        </p:txBody>
      </p:sp>
      <p:sp>
        <p:nvSpPr>
          <p:cNvPr id="5" name="Date Placeholder 4">
            <a:extLst>
              <a:ext uri="{FF2B5EF4-FFF2-40B4-BE49-F238E27FC236}">
                <a16:creationId xmlns:a16="http://schemas.microsoft.com/office/drawing/2014/main" id="{F11E8451-1383-4BFA-B9B0-E86B45024D0A}"/>
              </a:ext>
            </a:extLst>
          </p:cNvPr>
          <p:cNvSpPr>
            <a:spLocks noGrp="1"/>
          </p:cNvSpPr>
          <p:nvPr>
            <p:ph type="dt" sz="half" idx="10"/>
          </p:nvPr>
        </p:nvSpPr>
        <p:spPr/>
        <p:txBody>
          <a:bodyPr/>
          <a:lstStyle/>
          <a:p>
            <a:fld id="{592FA0BE-B157-4377-95ED-90AB3226C5BC}" type="datetime4">
              <a:rPr lang="en-US" smtClean="0"/>
              <a:t>November 16, 2023</a:t>
            </a:fld>
            <a:endParaRPr lang="en-US" dirty="0"/>
          </a:p>
        </p:txBody>
      </p:sp>
      <p:sp>
        <p:nvSpPr>
          <p:cNvPr id="6" name="Footer Placeholder 5">
            <a:extLst>
              <a:ext uri="{FF2B5EF4-FFF2-40B4-BE49-F238E27FC236}">
                <a16:creationId xmlns:a16="http://schemas.microsoft.com/office/drawing/2014/main" id="{D9DE5E35-A3F4-4DF9-B514-E9390D184042}"/>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23E195D6-05FA-4674-95FF-25DC3F29EE62}"/>
              </a:ext>
            </a:extLst>
          </p:cNvPr>
          <p:cNvSpPr>
            <a:spLocks noGrp="1"/>
          </p:cNvSpPr>
          <p:nvPr>
            <p:ph type="sldNum" sz="quarter" idx="12"/>
          </p:nvPr>
        </p:nvSpPr>
        <p:spPr/>
        <p:txBody>
          <a:bodyPr/>
          <a:lstStyle/>
          <a:p>
            <a:fld id="{12D7B28B-DC80-4E46-95D7-53BDE8C7F925}" type="slidenum">
              <a:rPr lang="en-US" smtClean="0"/>
              <a:t>‹#›</a:t>
            </a:fld>
            <a:endParaRPr lang="en-US" dirty="0"/>
          </a:p>
        </p:txBody>
      </p:sp>
      <p:sp>
        <p:nvSpPr>
          <p:cNvPr id="9" name="Content Placeholder 3">
            <a:extLst>
              <a:ext uri="{FF2B5EF4-FFF2-40B4-BE49-F238E27FC236}">
                <a16:creationId xmlns:a16="http://schemas.microsoft.com/office/drawing/2014/main" id="{F4649180-E6D2-4A07-9C3B-9CDE6680F79B}"/>
              </a:ext>
            </a:extLst>
          </p:cNvPr>
          <p:cNvSpPr>
            <a:spLocks noGrp="1"/>
          </p:cNvSpPr>
          <p:nvPr>
            <p:ph sz="half" idx="13"/>
          </p:nvPr>
        </p:nvSpPr>
        <p:spPr>
          <a:xfrm>
            <a:off x="4388587" y="1416048"/>
            <a:ext cx="3414824" cy="4760914"/>
          </a:xfrm>
        </p:spPr>
        <p:txBody>
          <a:bodyPr/>
          <a:lstStyle>
            <a:lvl1pPr marL="228600" indent="-228600">
              <a:defRPr lang="en-US" sz="2800" kern="1200" dirty="0">
                <a:solidFill>
                  <a:schemeClr val="tx1"/>
                </a:solidFill>
                <a:latin typeface="+mn-lt"/>
                <a:ea typeface="+mn-ea"/>
                <a:cs typeface="+mn-cs"/>
              </a:defRPr>
            </a:lvl1pPr>
          </a:lstStyle>
          <a:p>
            <a:pPr marL="228600" lvl="0" indent="-228600" algn="l" defTabSz="914400" rtl="0" eaLnBrk="1" latinLnBrk="0" hangingPunct="1">
              <a:lnSpc>
                <a:spcPct val="90000"/>
              </a:lnSpc>
              <a:spcBef>
                <a:spcPts val="1000"/>
              </a:spcBef>
              <a:buFont typeface="Arial" panose="020B0604020202020204" pitchFamily="34" charset="0"/>
              <a:buChar char="•"/>
            </a:pPr>
            <a:r>
              <a:rPr lang="en-US"/>
              <a:t>Edit Master text styles</a:t>
            </a:r>
          </a:p>
          <a:p>
            <a:pPr marL="228600" lvl="1" indent="-228600" algn="l" defTabSz="914400" rtl="0" eaLnBrk="1" latinLnBrk="0" hangingPunct="1">
              <a:lnSpc>
                <a:spcPct val="90000"/>
              </a:lnSpc>
              <a:spcBef>
                <a:spcPts val="1000"/>
              </a:spcBef>
              <a:buFont typeface="Arial" panose="020B0604020202020204" pitchFamily="34" charset="0"/>
              <a:buChar char="•"/>
            </a:pPr>
            <a:r>
              <a:rPr lang="en-US"/>
              <a:t>Second level</a:t>
            </a:r>
          </a:p>
          <a:p>
            <a:pPr marL="228600" lvl="2" indent="-228600" algn="l" defTabSz="914400" rtl="0" eaLnBrk="1" latinLnBrk="0" hangingPunct="1">
              <a:lnSpc>
                <a:spcPct val="90000"/>
              </a:lnSpc>
              <a:spcBef>
                <a:spcPts val="1000"/>
              </a:spcBef>
              <a:buFont typeface="Arial" panose="020B0604020202020204" pitchFamily="34" charset="0"/>
              <a:buChar char="•"/>
            </a:pPr>
            <a:r>
              <a:rPr lang="en-US"/>
              <a:t>Third level</a:t>
            </a:r>
          </a:p>
          <a:p>
            <a:pPr marL="228600" lvl="3" indent="-228600" algn="l" defTabSz="914400" rtl="0" eaLnBrk="1" latinLnBrk="0" hangingPunct="1">
              <a:lnSpc>
                <a:spcPct val="90000"/>
              </a:lnSpc>
              <a:spcBef>
                <a:spcPts val="1000"/>
              </a:spcBef>
              <a:buFont typeface="Arial" panose="020B0604020202020204" pitchFamily="34" charset="0"/>
              <a:buChar char="•"/>
            </a:pPr>
            <a:r>
              <a:rPr lang="en-US"/>
              <a:t>Fourth level</a:t>
            </a:r>
          </a:p>
          <a:p>
            <a:pPr marL="228600" lvl="4" indent="-228600" algn="l" defTabSz="914400" rtl="0" eaLnBrk="1" latinLnBrk="0" hangingPunct="1">
              <a:lnSpc>
                <a:spcPct val="90000"/>
              </a:lnSpc>
              <a:spcBef>
                <a:spcPts val="1000"/>
              </a:spcBef>
              <a:buFont typeface="Arial" panose="020B0604020202020204" pitchFamily="34" charset="0"/>
              <a:buChar char="•"/>
            </a:pPr>
            <a:r>
              <a:rPr lang="en-US"/>
              <a:t>Fifth level</a:t>
            </a:r>
            <a:endParaRPr lang="en-US" dirty="0"/>
          </a:p>
        </p:txBody>
      </p:sp>
      <p:sp>
        <p:nvSpPr>
          <p:cNvPr id="16" name="Text Placeholder 14">
            <a:extLst>
              <a:ext uri="{FF2B5EF4-FFF2-40B4-BE49-F238E27FC236}">
                <a16:creationId xmlns:a16="http://schemas.microsoft.com/office/drawing/2014/main" id="{EA2AA957-586E-45D5-A231-9E87A2364955}"/>
              </a:ext>
            </a:extLst>
          </p:cNvPr>
          <p:cNvSpPr>
            <a:spLocks noGrp="1"/>
          </p:cNvSpPr>
          <p:nvPr>
            <p:ph type="body" sz="quarter" idx="14" hasCustomPrompt="1"/>
          </p:nvPr>
        </p:nvSpPr>
        <p:spPr>
          <a:xfrm>
            <a:off x="838090" y="866000"/>
            <a:ext cx="3414823" cy="497663"/>
          </a:xfrm>
        </p:spPr>
        <p:txBody>
          <a:bodyPr/>
          <a:lstStyle>
            <a:lvl1pPr marL="0" indent="0">
              <a:buNone/>
              <a:defRPr>
                <a:solidFill>
                  <a:srgbClr val="92278F"/>
                </a:solidFill>
                <a:latin typeface="+mj-lt"/>
                <a:cs typeface="+mj-cs"/>
              </a:defRPr>
            </a:lvl1pPr>
          </a:lstStyle>
          <a:p>
            <a:pPr lvl="0"/>
            <a:r>
              <a:rPr lang="ar-LY" dirty="0"/>
              <a:t>ادخل العنوان</a:t>
            </a:r>
            <a:endParaRPr lang="en-US" dirty="0"/>
          </a:p>
        </p:txBody>
      </p:sp>
      <p:sp>
        <p:nvSpPr>
          <p:cNvPr id="18" name="Text Placeholder 17">
            <a:extLst>
              <a:ext uri="{FF2B5EF4-FFF2-40B4-BE49-F238E27FC236}">
                <a16:creationId xmlns:a16="http://schemas.microsoft.com/office/drawing/2014/main" id="{41B893D3-A9C5-4CDB-86EA-15497290AE52}"/>
              </a:ext>
            </a:extLst>
          </p:cNvPr>
          <p:cNvSpPr>
            <a:spLocks noGrp="1"/>
          </p:cNvSpPr>
          <p:nvPr>
            <p:ph type="body" sz="quarter" idx="15" hasCustomPrompt="1"/>
          </p:nvPr>
        </p:nvSpPr>
        <p:spPr>
          <a:xfrm>
            <a:off x="4388587" y="866000"/>
            <a:ext cx="3414713" cy="496888"/>
          </a:xfrm>
        </p:spPr>
        <p:txBody>
          <a:bodyPr/>
          <a:lstStyle>
            <a:lvl1pPr marL="0" indent="0">
              <a:buNone/>
              <a:defRPr>
                <a:solidFill>
                  <a:srgbClr val="92278F"/>
                </a:solidFill>
                <a:latin typeface="+mj-lt"/>
                <a:cs typeface="+mj-cs"/>
              </a:defRPr>
            </a:lvl1pPr>
          </a:lstStyle>
          <a:p>
            <a:pPr lvl="0"/>
            <a:r>
              <a:rPr lang="ar-LY" dirty="0"/>
              <a:t>ادخل العنوان</a:t>
            </a:r>
            <a:endParaRPr lang="en-US" dirty="0"/>
          </a:p>
        </p:txBody>
      </p:sp>
      <p:sp>
        <p:nvSpPr>
          <p:cNvPr id="20" name="Text Placeholder 19">
            <a:extLst>
              <a:ext uri="{FF2B5EF4-FFF2-40B4-BE49-F238E27FC236}">
                <a16:creationId xmlns:a16="http://schemas.microsoft.com/office/drawing/2014/main" id="{E6810353-87AA-4CB6-9981-9C0303B85E28}"/>
              </a:ext>
            </a:extLst>
          </p:cNvPr>
          <p:cNvSpPr>
            <a:spLocks noGrp="1"/>
          </p:cNvSpPr>
          <p:nvPr>
            <p:ph type="body" sz="quarter" idx="16" hasCustomPrompt="1"/>
          </p:nvPr>
        </p:nvSpPr>
        <p:spPr>
          <a:xfrm>
            <a:off x="7939087" y="866000"/>
            <a:ext cx="3414713" cy="496888"/>
          </a:xfrm>
        </p:spPr>
        <p:txBody>
          <a:bodyPr/>
          <a:lstStyle>
            <a:lvl1pPr marL="0" indent="0">
              <a:buNone/>
              <a:defRPr>
                <a:solidFill>
                  <a:srgbClr val="92278F"/>
                </a:solidFill>
                <a:latin typeface="+mj-lt"/>
                <a:cs typeface="+mj-cs"/>
              </a:defRPr>
            </a:lvl1pPr>
          </a:lstStyle>
          <a:p>
            <a:pPr lvl="0"/>
            <a:r>
              <a:rPr lang="ar-LY" dirty="0"/>
              <a:t>ادخل العنوان</a:t>
            </a:r>
            <a:endParaRPr lang="en-US" dirty="0"/>
          </a:p>
        </p:txBody>
      </p:sp>
    </p:spTree>
    <p:extLst>
      <p:ext uri="{BB962C8B-B14F-4D97-AF65-F5344CB8AC3E}">
        <p14:creationId xmlns:p14="http://schemas.microsoft.com/office/powerpoint/2010/main" val="5797034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A5F6BB-FD63-445B-8F58-9CEA3348BAFA}"/>
              </a:ext>
            </a:extLst>
          </p:cNvPr>
          <p:cNvSpPr>
            <a:spLocks noGrp="1"/>
          </p:cNvSpPr>
          <p:nvPr>
            <p:ph type="title" hasCustomPrompt="1"/>
          </p:nvPr>
        </p:nvSpPr>
        <p:spPr>
          <a:xfrm>
            <a:off x="839788" y="365125"/>
            <a:ext cx="10515600" cy="1325563"/>
          </a:xfrm>
        </p:spPr>
        <p:txBody>
          <a:bodyPr/>
          <a:lstStyle/>
          <a:p>
            <a:r>
              <a:rPr lang="ar-LY" dirty="0"/>
              <a:t>ادخل العنوان</a:t>
            </a:r>
            <a:endParaRPr lang="en-US" dirty="0"/>
          </a:p>
        </p:txBody>
      </p:sp>
      <p:sp>
        <p:nvSpPr>
          <p:cNvPr id="3" name="Text Placeholder 2">
            <a:extLst>
              <a:ext uri="{FF2B5EF4-FFF2-40B4-BE49-F238E27FC236}">
                <a16:creationId xmlns:a16="http://schemas.microsoft.com/office/drawing/2014/main" id="{AA011AE6-AEC0-4E48-80CE-523B9D32A7F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4EA1DE08-CD93-4A2D-80DB-D4CFB5CFBF79}"/>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4C862C5-B64C-4518-ABB0-1E08D23BCF1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20CFCB9A-95D7-49FE-8A44-F9347EE64373}"/>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B5FD07C-7C73-4C8C-9455-BA923AD19A7D}"/>
              </a:ext>
            </a:extLst>
          </p:cNvPr>
          <p:cNvSpPr>
            <a:spLocks noGrp="1"/>
          </p:cNvSpPr>
          <p:nvPr>
            <p:ph type="dt" sz="half" idx="10"/>
          </p:nvPr>
        </p:nvSpPr>
        <p:spPr/>
        <p:txBody>
          <a:bodyPr/>
          <a:lstStyle/>
          <a:p>
            <a:fld id="{07FB1828-460A-403A-9A5B-D545A4615C57}" type="datetime4">
              <a:rPr lang="en-US" smtClean="0"/>
              <a:t>November 16, 2023</a:t>
            </a:fld>
            <a:endParaRPr lang="en-US" dirty="0"/>
          </a:p>
        </p:txBody>
      </p:sp>
      <p:sp>
        <p:nvSpPr>
          <p:cNvPr id="8" name="Footer Placeholder 7">
            <a:extLst>
              <a:ext uri="{FF2B5EF4-FFF2-40B4-BE49-F238E27FC236}">
                <a16:creationId xmlns:a16="http://schemas.microsoft.com/office/drawing/2014/main" id="{07275488-1D12-40BD-8738-ABBC3D8482E8}"/>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89747EB7-762B-4238-A0D1-334BF173E00F}"/>
              </a:ext>
            </a:extLst>
          </p:cNvPr>
          <p:cNvSpPr>
            <a:spLocks noGrp="1"/>
          </p:cNvSpPr>
          <p:nvPr>
            <p:ph type="sldNum" sz="quarter" idx="12"/>
          </p:nvPr>
        </p:nvSpPr>
        <p:spPr/>
        <p:txBody>
          <a:bodyPr/>
          <a:lstStyle/>
          <a:p>
            <a:fld id="{12D7B28B-DC80-4E46-95D7-53BDE8C7F925}" type="slidenum">
              <a:rPr lang="en-US" smtClean="0"/>
              <a:t>‹#›</a:t>
            </a:fld>
            <a:endParaRPr lang="en-US" dirty="0"/>
          </a:p>
        </p:txBody>
      </p:sp>
    </p:spTree>
    <p:extLst>
      <p:ext uri="{BB962C8B-B14F-4D97-AF65-F5344CB8AC3E}">
        <p14:creationId xmlns:p14="http://schemas.microsoft.com/office/powerpoint/2010/main" val="42694158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A080A2-0527-4496-AB0B-D58E8D31A358}"/>
              </a:ext>
            </a:extLst>
          </p:cNvPr>
          <p:cNvSpPr>
            <a:spLocks noGrp="1"/>
          </p:cNvSpPr>
          <p:nvPr>
            <p:ph type="title" hasCustomPrompt="1"/>
          </p:nvPr>
        </p:nvSpPr>
        <p:spPr/>
        <p:txBody>
          <a:bodyPr/>
          <a:lstStyle/>
          <a:p>
            <a:r>
              <a:rPr lang="ar-LY" dirty="0"/>
              <a:t>ادخل العنوان</a:t>
            </a:r>
            <a:endParaRPr lang="en-US" dirty="0"/>
          </a:p>
        </p:txBody>
      </p:sp>
      <p:sp>
        <p:nvSpPr>
          <p:cNvPr id="3" name="Date Placeholder 2">
            <a:extLst>
              <a:ext uri="{FF2B5EF4-FFF2-40B4-BE49-F238E27FC236}">
                <a16:creationId xmlns:a16="http://schemas.microsoft.com/office/drawing/2014/main" id="{F4094CC3-615B-4062-B5C0-DF77478961C7}"/>
              </a:ext>
            </a:extLst>
          </p:cNvPr>
          <p:cNvSpPr>
            <a:spLocks noGrp="1"/>
          </p:cNvSpPr>
          <p:nvPr>
            <p:ph type="dt" sz="half" idx="10"/>
          </p:nvPr>
        </p:nvSpPr>
        <p:spPr/>
        <p:txBody>
          <a:bodyPr/>
          <a:lstStyle/>
          <a:p>
            <a:fld id="{9A6CDACC-E6A1-4C49-8359-F1D1B47BBCB5}" type="datetime4">
              <a:rPr lang="en-US" smtClean="0"/>
              <a:t>November 16, 2023</a:t>
            </a:fld>
            <a:endParaRPr lang="en-US" dirty="0"/>
          </a:p>
        </p:txBody>
      </p:sp>
      <p:sp>
        <p:nvSpPr>
          <p:cNvPr id="4" name="Footer Placeholder 3">
            <a:extLst>
              <a:ext uri="{FF2B5EF4-FFF2-40B4-BE49-F238E27FC236}">
                <a16:creationId xmlns:a16="http://schemas.microsoft.com/office/drawing/2014/main" id="{A5C7FEBF-6DB9-43DF-841A-6A308FA33CD5}"/>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B7480147-EF75-4920-8DA4-98C0A26A4FD4}"/>
              </a:ext>
            </a:extLst>
          </p:cNvPr>
          <p:cNvSpPr>
            <a:spLocks noGrp="1"/>
          </p:cNvSpPr>
          <p:nvPr>
            <p:ph type="sldNum" sz="quarter" idx="12"/>
          </p:nvPr>
        </p:nvSpPr>
        <p:spPr/>
        <p:txBody>
          <a:bodyPr/>
          <a:lstStyle/>
          <a:p>
            <a:fld id="{12D7B28B-DC80-4E46-95D7-53BDE8C7F925}" type="slidenum">
              <a:rPr lang="en-US" smtClean="0"/>
              <a:t>‹#›</a:t>
            </a:fld>
            <a:endParaRPr lang="en-US" dirty="0"/>
          </a:p>
        </p:txBody>
      </p:sp>
    </p:spTree>
    <p:extLst>
      <p:ext uri="{BB962C8B-B14F-4D97-AF65-F5344CB8AC3E}">
        <p14:creationId xmlns:p14="http://schemas.microsoft.com/office/powerpoint/2010/main" val="7159256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5FD0C36-A89E-4CF5-9409-5CA5A857AC53}"/>
              </a:ext>
            </a:extLst>
          </p:cNvPr>
          <p:cNvSpPr>
            <a:spLocks noGrp="1"/>
          </p:cNvSpPr>
          <p:nvPr>
            <p:ph type="dt" sz="half" idx="10"/>
          </p:nvPr>
        </p:nvSpPr>
        <p:spPr/>
        <p:txBody>
          <a:bodyPr/>
          <a:lstStyle/>
          <a:p>
            <a:fld id="{650BC667-798A-4F77-9B2D-0D98A62DFF55}" type="datetime4">
              <a:rPr lang="en-US" smtClean="0"/>
              <a:t>November 16, 2023</a:t>
            </a:fld>
            <a:endParaRPr lang="en-US" dirty="0"/>
          </a:p>
        </p:txBody>
      </p:sp>
      <p:sp>
        <p:nvSpPr>
          <p:cNvPr id="3" name="Footer Placeholder 2">
            <a:extLst>
              <a:ext uri="{FF2B5EF4-FFF2-40B4-BE49-F238E27FC236}">
                <a16:creationId xmlns:a16="http://schemas.microsoft.com/office/drawing/2014/main" id="{763172A1-C178-4B43-B08B-38C99CE18888}"/>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C43B5162-FE0E-44F3-9394-48F4602A736D}"/>
              </a:ext>
            </a:extLst>
          </p:cNvPr>
          <p:cNvSpPr>
            <a:spLocks noGrp="1"/>
          </p:cNvSpPr>
          <p:nvPr>
            <p:ph type="sldNum" sz="quarter" idx="12"/>
          </p:nvPr>
        </p:nvSpPr>
        <p:spPr/>
        <p:txBody>
          <a:bodyPr/>
          <a:lstStyle/>
          <a:p>
            <a:fld id="{12D7B28B-DC80-4E46-95D7-53BDE8C7F925}" type="slidenum">
              <a:rPr lang="en-US" smtClean="0"/>
              <a:t>‹#›</a:t>
            </a:fld>
            <a:endParaRPr lang="en-US" dirty="0"/>
          </a:p>
        </p:txBody>
      </p:sp>
    </p:spTree>
    <p:extLst>
      <p:ext uri="{BB962C8B-B14F-4D97-AF65-F5344CB8AC3E}">
        <p14:creationId xmlns:p14="http://schemas.microsoft.com/office/powerpoint/2010/main" val="264463207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1_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5FD0C36-A89E-4CF5-9409-5CA5A857AC53}"/>
              </a:ext>
            </a:extLst>
          </p:cNvPr>
          <p:cNvSpPr>
            <a:spLocks noGrp="1"/>
          </p:cNvSpPr>
          <p:nvPr>
            <p:ph type="dt" sz="half" idx="10"/>
          </p:nvPr>
        </p:nvSpPr>
        <p:spPr/>
        <p:txBody>
          <a:bodyPr/>
          <a:lstStyle/>
          <a:p>
            <a:fld id="{CA795C9E-FB2F-4030-9424-21172E7CB6C2}" type="datetime4">
              <a:rPr lang="en-US" smtClean="0"/>
              <a:t>November 16, 2023</a:t>
            </a:fld>
            <a:endParaRPr lang="en-US" dirty="0"/>
          </a:p>
        </p:txBody>
      </p:sp>
      <p:sp>
        <p:nvSpPr>
          <p:cNvPr id="3" name="Footer Placeholder 2">
            <a:extLst>
              <a:ext uri="{FF2B5EF4-FFF2-40B4-BE49-F238E27FC236}">
                <a16:creationId xmlns:a16="http://schemas.microsoft.com/office/drawing/2014/main" id="{763172A1-C178-4B43-B08B-38C99CE18888}"/>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C43B5162-FE0E-44F3-9394-48F4602A736D}"/>
              </a:ext>
            </a:extLst>
          </p:cNvPr>
          <p:cNvSpPr>
            <a:spLocks noGrp="1"/>
          </p:cNvSpPr>
          <p:nvPr>
            <p:ph type="sldNum" sz="quarter" idx="12"/>
          </p:nvPr>
        </p:nvSpPr>
        <p:spPr/>
        <p:txBody>
          <a:bodyPr/>
          <a:lstStyle/>
          <a:p>
            <a:fld id="{12D7B28B-DC80-4E46-95D7-53BDE8C7F925}" type="slidenum">
              <a:rPr lang="en-US" smtClean="0"/>
              <a:t>‹#›</a:t>
            </a:fld>
            <a:endParaRPr lang="en-US" dirty="0"/>
          </a:p>
        </p:txBody>
      </p:sp>
      <p:sp>
        <p:nvSpPr>
          <p:cNvPr id="5" name="Rectangle 4">
            <a:extLst>
              <a:ext uri="{FF2B5EF4-FFF2-40B4-BE49-F238E27FC236}">
                <a16:creationId xmlns:a16="http://schemas.microsoft.com/office/drawing/2014/main" id="{3585DA8D-1BD9-4E12-8793-1389D2260DD1}"/>
              </a:ext>
            </a:extLst>
          </p:cNvPr>
          <p:cNvSpPr/>
          <p:nvPr/>
        </p:nvSpPr>
        <p:spPr>
          <a:xfrm>
            <a:off x="0" y="0"/>
            <a:ext cx="3668038" cy="9144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a:extLst>
              <a:ext uri="{FF2B5EF4-FFF2-40B4-BE49-F238E27FC236}">
                <a16:creationId xmlns:a16="http://schemas.microsoft.com/office/drawing/2014/main" id="{C81E8E7A-7FA8-4B95-B9FB-6DB176FC273D}"/>
              </a:ext>
            </a:extLst>
          </p:cNvPr>
          <p:cNvSpPr/>
          <p:nvPr/>
        </p:nvSpPr>
        <p:spPr>
          <a:xfrm>
            <a:off x="10177230" y="5962389"/>
            <a:ext cx="2014770" cy="9144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10307450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613F3C-F0FD-4573-87E9-914EA54A4D86}"/>
              </a:ext>
            </a:extLst>
          </p:cNvPr>
          <p:cNvSpPr>
            <a:spLocks noGrp="1"/>
          </p:cNvSpPr>
          <p:nvPr>
            <p:ph type="title" hasCustomPrompt="1"/>
          </p:nvPr>
        </p:nvSpPr>
        <p:spPr>
          <a:xfrm>
            <a:off x="839788" y="457200"/>
            <a:ext cx="3932237" cy="1600200"/>
          </a:xfrm>
        </p:spPr>
        <p:txBody>
          <a:bodyPr anchor="b"/>
          <a:lstStyle>
            <a:lvl1pPr>
              <a:defRPr sz="3200"/>
            </a:lvl1pPr>
          </a:lstStyle>
          <a:p>
            <a:r>
              <a:rPr lang="ar-LY" dirty="0"/>
              <a:t>ادخل العنوان</a:t>
            </a:r>
            <a:endParaRPr lang="en-US" dirty="0"/>
          </a:p>
        </p:txBody>
      </p:sp>
      <p:sp>
        <p:nvSpPr>
          <p:cNvPr id="3" name="Content Placeholder 2">
            <a:extLst>
              <a:ext uri="{FF2B5EF4-FFF2-40B4-BE49-F238E27FC236}">
                <a16:creationId xmlns:a16="http://schemas.microsoft.com/office/drawing/2014/main" id="{2EB6E79E-79F1-4AF2-A67D-CBA69155D6B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8FDC489-9556-4CAA-AE68-B27AF0A8366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CC006C1C-406C-481F-8995-BA1173AACE85}"/>
              </a:ext>
            </a:extLst>
          </p:cNvPr>
          <p:cNvSpPr>
            <a:spLocks noGrp="1"/>
          </p:cNvSpPr>
          <p:nvPr>
            <p:ph type="dt" sz="half" idx="10"/>
          </p:nvPr>
        </p:nvSpPr>
        <p:spPr/>
        <p:txBody>
          <a:bodyPr/>
          <a:lstStyle/>
          <a:p>
            <a:fld id="{1A2340A5-56F4-40EE-A719-5B7DD6EB394D}" type="datetime4">
              <a:rPr lang="en-US" smtClean="0"/>
              <a:t>November 16, 2023</a:t>
            </a:fld>
            <a:endParaRPr lang="en-US" dirty="0"/>
          </a:p>
        </p:txBody>
      </p:sp>
      <p:sp>
        <p:nvSpPr>
          <p:cNvPr id="6" name="Footer Placeholder 5">
            <a:extLst>
              <a:ext uri="{FF2B5EF4-FFF2-40B4-BE49-F238E27FC236}">
                <a16:creationId xmlns:a16="http://schemas.microsoft.com/office/drawing/2014/main" id="{438D69C8-B1E8-43E1-A5FC-6B0E2FF617A5}"/>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5E8554D-D516-49DD-91B3-5BE6BCCEBFBD}"/>
              </a:ext>
            </a:extLst>
          </p:cNvPr>
          <p:cNvSpPr>
            <a:spLocks noGrp="1"/>
          </p:cNvSpPr>
          <p:nvPr>
            <p:ph type="sldNum" sz="quarter" idx="12"/>
          </p:nvPr>
        </p:nvSpPr>
        <p:spPr/>
        <p:txBody>
          <a:bodyPr/>
          <a:lstStyle/>
          <a:p>
            <a:fld id="{12D7B28B-DC80-4E46-95D7-53BDE8C7F925}" type="slidenum">
              <a:rPr lang="en-US" smtClean="0"/>
              <a:t>‹#›</a:t>
            </a:fld>
            <a:endParaRPr lang="en-US" dirty="0"/>
          </a:p>
        </p:txBody>
      </p:sp>
    </p:spTree>
    <p:extLst>
      <p:ext uri="{BB962C8B-B14F-4D97-AF65-F5344CB8AC3E}">
        <p14:creationId xmlns:p14="http://schemas.microsoft.com/office/powerpoint/2010/main" val="379041672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25A911-3953-45F2-8CF3-0CB1D5FE8A54}"/>
              </a:ext>
            </a:extLst>
          </p:cNvPr>
          <p:cNvSpPr>
            <a:spLocks noGrp="1"/>
          </p:cNvSpPr>
          <p:nvPr>
            <p:ph type="title" hasCustomPrompt="1"/>
          </p:nvPr>
        </p:nvSpPr>
        <p:spPr>
          <a:xfrm>
            <a:off x="839788" y="457200"/>
            <a:ext cx="3932237" cy="1600200"/>
          </a:xfrm>
        </p:spPr>
        <p:txBody>
          <a:bodyPr anchor="b"/>
          <a:lstStyle>
            <a:lvl1pPr>
              <a:defRPr sz="3200"/>
            </a:lvl1pPr>
          </a:lstStyle>
          <a:p>
            <a:r>
              <a:rPr lang="ar-LY" dirty="0"/>
              <a:t>ادخل العنوان</a:t>
            </a:r>
            <a:endParaRPr lang="en-US" dirty="0"/>
          </a:p>
        </p:txBody>
      </p:sp>
      <p:sp>
        <p:nvSpPr>
          <p:cNvPr id="3" name="Picture Placeholder 2">
            <a:extLst>
              <a:ext uri="{FF2B5EF4-FFF2-40B4-BE49-F238E27FC236}">
                <a16:creationId xmlns:a16="http://schemas.microsoft.com/office/drawing/2014/main" id="{C5147979-4552-479C-83A6-E97076EFCE8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a:extLst>
              <a:ext uri="{FF2B5EF4-FFF2-40B4-BE49-F238E27FC236}">
                <a16:creationId xmlns:a16="http://schemas.microsoft.com/office/drawing/2014/main" id="{877F7BC3-9EB2-437B-AB87-0FD03B56D06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84BD92A7-2C83-47FB-B692-00FEFC154ECC}"/>
              </a:ext>
            </a:extLst>
          </p:cNvPr>
          <p:cNvSpPr>
            <a:spLocks noGrp="1"/>
          </p:cNvSpPr>
          <p:nvPr>
            <p:ph type="dt" sz="half" idx="10"/>
          </p:nvPr>
        </p:nvSpPr>
        <p:spPr/>
        <p:txBody>
          <a:bodyPr/>
          <a:lstStyle/>
          <a:p>
            <a:fld id="{F279E480-5CFA-4077-8766-29A3CF56444D}" type="datetime4">
              <a:rPr lang="en-US" smtClean="0"/>
              <a:t>November 16, 2023</a:t>
            </a:fld>
            <a:endParaRPr lang="en-US" dirty="0"/>
          </a:p>
        </p:txBody>
      </p:sp>
      <p:sp>
        <p:nvSpPr>
          <p:cNvPr id="6" name="Footer Placeholder 5">
            <a:extLst>
              <a:ext uri="{FF2B5EF4-FFF2-40B4-BE49-F238E27FC236}">
                <a16:creationId xmlns:a16="http://schemas.microsoft.com/office/drawing/2014/main" id="{5F363FC5-B99A-4FF3-BFC9-979C41A577C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4395FB0D-EB5C-40AD-BD8A-7B9CDC76651A}"/>
              </a:ext>
            </a:extLst>
          </p:cNvPr>
          <p:cNvSpPr>
            <a:spLocks noGrp="1"/>
          </p:cNvSpPr>
          <p:nvPr>
            <p:ph type="sldNum" sz="quarter" idx="12"/>
          </p:nvPr>
        </p:nvSpPr>
        <p:spPr/>
        <p:txBody>
          <a:bodyPr/>
          <a:lstStyle/>
          <a:p>
            <a:fld id="{12D7B28B-DC80-4E46-95D7-53BDE8C7F925}" type="slidenum">
              <a:rPr lang="en-US" smtClean="0"/>
              <a:t>‹#›</a:t>
            </a:fld>
            <a:endParaRPr lang="en-US" dirty="0"/>
          </a:p>
        </p:txBody>
      </p:sp>
    </p:spTree>
    <p:extLst>
      <p:ext uri="{BB962C8B-B14F-4D97-AF65-F5344CB8AC3E}">
        <p14:creationId xmlns:p14="http://schemas.microsoft.com/office/powerpoint/2010/main" val="312345193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FA3A99-24DA-475B-9512-7A97F2848975}"/>
              </a:ext>
            </a:extLst>
          </p:cNvPr>
          <p:cNvSpPr>
            <a:spLocks noGrp="1"/>
          </p:cNvSpPr>
          <p:nvPr>
            <p:ph type="title" hasCustomPrompt="1"/>
          </p:nvPr>
        </p:nvSpPr>
        <p:spPr/>
        <p:txBody>
          <a:bodyPr/>
          <a:lstStyle/>
          <a:p>
            <a:r>
              <a:rPr lang="ar-LY" dirty="0"/>
              <a:t>ادخل العنوان</a:t>
            </a:r>
            <a:endParaRPr lang="en-US" dirty="0"/>
          </a:p>
        </p:txBody>
      </p:sp>
      <p:sp>
        <p:nvSpPr>
          <p:cNvPr id="3" name="Vertical Text Placeholder 2">
            <a:extLst>
              <a:ext uri="{FF2B5EF4-FFF2-40B4-BE49-F238E27FC236}">
                <a16:creationId xmlns:a16="http://schemas.microsoft.com/office/drawing/2014/main" id="{5A03FFC4-569F-413C-8A5F-23D4EC80BF22}"/>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0DD3991-658B-4417-9CE8-7ACFEE02ABDE}"/>
              </a:ext>
            </a:extLst>
          </p:cNvPr>
          <p:cNvSpPr>
            <a:spLocks noGrp="1"/>
          </p:cNvSpPr>
          <p:nvPr>
            <p:ph type="dt" sz="half" idx="10"/>
          </p:nvPr>
        </p:nvSpPr>
        <p:spPr/>
        <p:txBody>
          <a:bodyPr/>
          <a:lstStyle/>
          <a:p>
            <a:fld id="{DD78B615-8727-40ED-9830-C81F8BC431A4}" type="datetime4">
              <a:rPr lang="en-US" smtClean="0"/>
              <a:t>November 16, 2023</a:t>
            </a:fld>
            <a:endParaRPr lang="en-US" dirty="0"/>
          </a:p>
        </p:txBody>
      </p:sp>
      <p:sp>
        <p:nvSpPr>
          <p:cNvPr id="5" name="Footer Placeholder 4">
            <a:extLst>
              <a:ext uri="{FF2B5EF4-FFF2-40B4-BE49-F238E27FC236}">
                <a16:creationId xmlns:a16="http://schemas.microsoft.com/office/drawing/2014/main" id="{2E22A4AA-BAA9-4046-A48D-FD0A4981A64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C567547-4D30-4FDE-8068-3A820446502E}"/>
              </a:ext>
            </a:extLst>
          </p:cNvPr>
          <p:cNvSpPr>
            <a:spLocks noGrp="1"/>
          </p:cNvSpPr>
          <p:nvPr>
            <p:ph type="sldNum" sz="quarter" idx="12"/>
          </p:nvPr>
        </p:nvSpPr>
        <p:spPr/>
        <p:txBody>
          <a:bodyPr/>
          <a:lstStyle/>
          <a:p>
            <a:fld id="{12D7B28B-DC80-4E46-95D7-53BDE8C7F925}" type="slidenum">
              <a:rPr lang="en-US" smtClean="0"/>
              <a:t>‹#›</a:t>
            </a:fld>
            <a:endParaRPr lang="en-US" dirty="0"/>
          </a:p>
        </p:txBody>
      </p:sp>
    </p:spTree>
    <p:extLst>
      <p:ext uri="{BB962C8B-B14F-4D97-AF65-F5344CB8AC3E}">
        <p14:creationId xmlns:p14="http://schemas.microsoft.com/office/powerpoint/2010/main" val="269271549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C810B54-F940-4164-8A0E-F61F91AA2784}"/>
              </a:ext>
            </a:extLst>
          </p:cNvPr>
          <p:cNvSpPr>
            <a:spLocks noGrp="1"/>
          </p:cNvSpPr>
          <p:nvPr>
            <p:ph type="title" orient="vert" hasCustomPrompt="1"/>
          </p:nvPr>
        </p:nvSpPr>
        <p:spPr>
          <a:xfrm>
            <a:off x="8724900" y="365125"/>
            <a:ext cx="2628900" cy="5811838"/>
          </a:xfrm>
        </p:spPr>
        <p:txBody>
          <a:bodyPr vert="eaVert"/>
          <a:lstStyle/>
          <a:p>
            <a:r>
              <a:rPr lang="ar-LY" dirty="0"/>
              <a:t>ادخل العنوان</a:t>
            </a:r>
            <a:endParaRPr lang="en-US" dirty="0"/>
          </a:p>
        </p:txBody>
      </p:sp>
      <p:sp>
        <p:nvSpPr>
          <p:cNvPr id="3" name="Vertical Text Placeholder 2">
            <a:extLst>
              <a:ext uri="{FF2B5EF4-FFF2-40B4-BE49-F238E27FC236}">
                <a16:creationId xmlns:a16="http://schemas.microsoft.com/office/drawing/2014/main" id="{BA0A5C58-7C8F-4CE5-90DD-43FD26AC4941}"/>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80EB906-D240-4D52-9E5F-6DF3EC7445C3}"/>
              </a:ext>
            </a:extLst>
          </p:cNvPr>
          <p:cNvSpPr>
            <a:spLocks noGrp="1"/>
          </p:cNvSpPr>
          <p:nvPr>
            <p:ph type="dt" sz="half" idx="10"/>
          </p:nvPr>
        </p:nvSpPr>
        <p:spPr/>
        <p:txBody>
          <a:bodyPr/>
          <a:lstStyle/>
          <a:p>
            <a:fld id="{E4F63FE2-7586-4DDC-87FF-860A842418D1}" type="datetime4">
              <a:rPr lang="en-US" smtClean="0"/>
              <a:t>November 16, 2023</a:t>
            </a:fld>
            <a:endParaRPr lang="en-US" dirty="0"/>
          </a:p>
        </p:txBody>
      </p:sp>
      <p:sp>
        <p:nvSpPr>
          <p:cNvPr id="5" name="Footer Placeholder 4">
            <a:extLst>
              <a:ext uri="{FF2B5EF4-FFF2-40B4-BE49-F238E27FC236}">
                <a16:creationId xmlns:a16="http://schemas.microsoft.com/office/drawing/2014/main" id="{E8A40B40-145E-4328-849B-32C812414EE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FD04E65-CFAA-46B4-8750-F82B4BA9453C}"/>
              </a:ext>
            </a:extLst>
          </p:cNvPr>
          <p:cNvSpPr>
            <a:spLocks noGrp="1"/>
          </p:cNvSpPr>
          <p:nvPr>
            <p:ph type="sldNum" sz="quarter" idx="12"/>
          </p:nvPr>
        </p:nvSpPr>
        <p:spPr/>
        <p:txBody>
          <a:bodyPr/>
          <a:lstStyle/>
          <a:p>
            <a:fld id="{12D7B28B-DC80-4E46-95D7-53BDE8C7F925}" type="slidenum">
              <a:rPr lang="en-US" smtClean="0"/>
              <a:t>‹#›</a:t>
            </a:fld>
            <a:endParaRPr lang="en-US" dirty="0"/>
          </a:p>
        </p:txBody>
      </p:sp>
    </p:spTree>
    <p:extLst>
      <p:ext uri="{BB962C8B-B14F-4D97-AF65-F5344CB8AC3E}">
        <p14:creationId xmlns:p14="http://schemas.microsoft.com/office/powerpoint/2010/main" val="215844321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Master Slide 1">
    <p:spTree>
      <p:nvGrpSpPr>
        <p:cNvPr id="1" name=""/>
        <p:cNvGrpSpPr/>
        <p:nvPr/>
      </p:nvGrpSpPr>
      <p:grpSpPr>
        <a:xfrm>
          <a:off x="0" y="0"/>
          <a:ext cx="0" cy="0"/>
          <a:chOff x="0" y="0"/>
          <a:chExt cx="0" cy="0"/>
        </a:xfrm>
      </p:grpSpPr>
    </p:spTree>
    <p:extLst>
      <p:ext uri="{BB962C8B-B14F-4D97-AF65-F5344CB8AC3E}">
        <p14:creationId xmlns:p14="http://schemas.microsoft.com/office/powerpoint/2010/main" val="293365095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27985E-5EBE-44F4-B8B7-FC0FB3CD885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87F8CB5-1F0B-46E3-9A7E-739C2D2512B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B740195-5834-44AF-9D76-EFF733C840C6}"/>
              </a:ext>
            </a:extLst>
          </p:cNvPr>
          <p:cNvSpPr>
            <a:spLocks noGrp="1"/>
          </p:cNvSpPr>
          <p:nvPr>
            <p:ph type="dt" sz="half" idx="10"/>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D239852B-32BE-46EA-A3EE-88D6EE87DC44}" type="datetime4">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Calibri"/>
              </a:rPr>
              <a:pPr marL="0" marR="0" lvl="0" indent="0" algn="ctr" defTabSz="914400" rtl="0" eaLnBrk="1" fontAlgn="auto" latinLnBrk="0" hangingPunct="1">
                <a:lnSpc>
                  <a:spcPct val="100000"/>
                </a:lnSpc>
                <a:spcBef>
                  <a:spcPts val="0"/>
                </a:spcBef>
                <a:spcAft>
                  <a:spcPts val="0"/>
                </a:spcAft>
                <a:buClrTx/>
                <a:buSzTx/>
                <a:buFontTx/>
                <a:buNone/>
                <a:tabLst/>
                <a:defRPr/>
              </a:pPr>
              <a:t>November 16, 2023</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Calibri"/>
            </a:endParaRPr>
          </a:p>
        </p:txBody>
      </p:sp>
      <p:sp>
        <p:nvSpPr>
          <p:cNvPr id="5" name="Footer Placeholder 4">
            <a:extLst>
              <a:ext uri="{FF2B5EF4-FFF2-40B4-BE49-F238E27FC236}">
                <a16:creationId xmlns:a16="http://schemas.microsoft.com/office/drawing/2014/main" id="{ACD831D0-6E84-4248-B822-A95B8A8BA500}"/>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Calibri"/>
            </a:endParaRPr>
          </a:p>
        </p:txBody>
      </p:sp>
      <p:sp>
        <p:nvSpPr>
          <p:cNvPr id="6" name="Slide Number Placeholder 5">
            <a:extLst>
              <a:ext uri="{FF2B5EF4-FFF2-40B4-BE49-F238E27FC236}">
                <a16:creationId xmlns:a16="http://schemas.microsoft.com/office/drawing/2014/main" id="{21E6F90D-0307-4E8B-B931-B41FC81ADEE4}"/>
              </a:ext>
            </a:extLst>
          </p:cNvPr>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6C01EF8E-7A2C-4D6B-9AD8-04F8FD90DB7E}"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Calibri"/>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Calibri"/>
            </a:endParaRPr>
          </a:p>
        </p:txBody>
      </p:sp>
    </p:spTree>
    <p:extLst>
      <p:ext uri="{BB962C8B-B14F-4D97-AF65-F5344CB8AC3E}">
        <p14:creationId xmlns:p14="http://schemas.microsoft.com/office/powerpoint/2010/main" val="387046093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FDE567-715D-4BB1-A2D7-5E147B1C5B9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6237591-B40A-4282-92B2-800ADBC7EE7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465B9F8-DABA-4948-8FFC-20B19521B2CD}"/>
              </a:ext>
            </a:extLst>
          </p:cNvPr>
          <p:cNvSpPr>
            <a:spLocks noGrp="1"/>
          </p:cNvSpPr>
          <p:nvPr>
            <p:ph type="dt" sz="half" idx="10"/>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6CE3EE5B-2CA8-4A01-A152-AA5AAE6FEDE5}" type="datetime4">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Calibri"/>
              </a:rPr>
              <a:pPr marL="0" marR="0" lvl="0" indent="0" algn="ctr" defTabSz="914400" rtl="0" eaLnBrk="1" fontAlgn="auto" latinLnBrk="0" hangingPunct="1">
                <a:lnSpc>
                  <a:spcPct val="100000"/>
                </a:lnSpc>
                <a:spcBef>
                  <a:spcPts val="0"/>
                </a:spcBef>
                <a:spcAft>
                  <a:spcPts val="0"/>
                </a:spcAft>
                <a:buClrTx/>
                <a:buSzTx/>
                <a:buFontTx/>
                <a:buNone/>
                <a:tabLst/>
                <a:defRPr/>
              </a:pPr>
              <a:t>November 16, 2023</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Calibri"/>
            </a:endParaRPr>
          </a:p>
        </p:txBody>
      </p:sp>
      <p:sp>
        <p:nvSpPr>
          <p:cNvPr id="5" name="Footer Placeholder 4">
            <a:extLst>
              <a:ext uri="{FF2B5EF4-FFF2-40B4-BE49-F238E27FC236}">
                <a16:creationId xmlns:a16="http://schemas.microsoft.com/office/drawing/2014/main" id="{81F39849-C612-494F-8B65-8B5430F04954}"/>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Calibri"/>
            </a:endParaRPr>
          </a:p>
        </p:txBody>
      </p:sp>
      <p:sp>
        <p:nvSpPr>
          <p:cNvPr id="6" name="Slide Number Placeholder 5">
            <a:extLst>
              <a:ext uri="{FF2B5EF4-FFF2-40B4-BE49-F238E27FC236}">
                <a16:creationId xmlns:a16="http://schemas.microsoft.com/office/drawing/2014/main" id="{A0FF8D28-FB85-4886-B7A0-42268E7620DC}"/>
              </a:ext>
            </a:extLst>
          </p:cNvPr>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6C01EF8E-7A2C-4D6B-9AD8-04F8FD90DB7E}"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Calibri"/>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Calibri"/>
            </a:endParaRPr>
          </a:p>
        </p:txBody>
      </p:sp>
    </p:spTree>
    <p:extLst>
      <p:ext uri="{BB962C8B-B14F-4D97-AF65-F5344CB8AC3E}">
        <p14:creationId xmlns:p14="http://schemas.microsoft.com/office/powerpoint/2010/main" val="107591136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FB19A4-5DA0-4B42-84B0-CB4B66A20BF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8140DF7-49B9-4AA8-AD94-EE8BC9CB8F0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2833386-3FDA-4B24-B9F0-1601F996CC67}"/>
              </a:ext>
            </a:extLst>
          </p:cNvPr>
          <p:cNvSpPr>
            <a:spLocks noGrp="1"/>
          </p:cNvSpPr>
          <p:nvPr>
            <p:ph type="dt" sz="half" idx="10"/>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F2344A6-C5F0-4B7A-978D-2F5461E01EB2}" type="datetime4">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Calibri"/>
              </a:rPr>
              <a:pPr marL="0" marR="0" lvl="0" indent="0" algn="ctr" defTabSz="914400" rtl="0" eaLnBrk="1" fontAlgn="auto" latinLnBrk="0" hangingPunct="1">
                <a:lnSpc>
                  <a:spcPct val="100000"/>
                </a:lnSpc>
                <a:spcBef>
                  <a:spcPts val="0"/>
                </a:spcBef>
                <a:spcAft>
                  <a:spcPts val="0"/>
                </a:spcAft>
                <a:buClrTx/>
                <a:buSzTx/>
                <a:buFontTx/>
                <a:buNone/>
                <a:tabLst/>
                <a:defRPr/>
              </a:pPr>
              <a:t>November 16, 2023</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Calibri"/>
            </a:endParaRPr>
          </a:p>
        </p:txBody>
      </p:sp>
      <p:sp>
        <p:nvSpPr>
          <p:cNvPr id="5" name="Footer Placeholder 4">
            <a:extLst>
              <a:ext uri="{FF2B5EF4-FFF2-40B4-BE49-F238E27FC236}">
                <a16:creationId xmlns:a16="http://schemas.microsoft.com/office/drawing/2014/main" id="{715DC9FD-9A88-4756-977F-54BECF307C07}"/>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Calibri"/>
            </a:endParaRPr>
          </a:p>
        </p:txBody>
      </p:sp>
      <p:sp>
        <p:nvSpPr>
          <p:cNvPr id="6" name="Slide Number Placeholder 5">
            <a:extLst>
              <a:ext uri="{FF2B5EF4-FFF2-40B4-BE49-F238E27FC236}">
                <a16:creationId xmlns:a16="http://schemas.microsoft.com/office/drawing/2014/main" id="{ED1787BB-0406-4B00-97A6-1A4B316C30BA}"/>
              </a:ext>
            </a:extLst>
          </p:cNvPr>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6C01EF8E-7A2C-4D6B-9AD8-04F8FD90DB7E}"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Calibri"/>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Calibri"/>
            </a:endParaRPr>
          </a:p>
        </p:txBody>
      </p:sp>
    </p:spTree>
    <p:extLst>
      <p:ext uri="{BB962C8B-B14F-4D97-AF65-F5344CB8AC3E}">
        <p14:creationId xmlns:p14="http://schemas.microsoft.com/office/powerpoint/2010/main" val="240768493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304391-632C-45D3-A96A-04994AC35327}"/>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40A3D2DE-1B85-4FA3-81AC-0184C21D261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57F0098-308F-4050-BD41-AA36E4608A8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11E8451-1383-4BFA-B9B0-E86B45024D0A}"/>
              </a:ext>
            </a:extLst>
          </p:cNvPr>
          <p:cNvSpPr>
            <a:spLocks noGrp="1"/>
          </p:cNvSpPr>
          <p:nvPr>
            <p:ph type="dt" sz="half" idx="10"/>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FCCE4909-2FE5-44D4-8AF7-0DA59E6D1F38}" type="datetime4">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Calibri"/>
              </a:rPr>
              <a:pPr marL="0" marR="0" lvl="0" indent="0" algn="ctr" defTabSz="914400" rtl="0" eaLnBrk="1" fontAlgn="auto" latinLnBrk="0" hangingPunct="1">
                <a:lnSpc>
                  <a:spcPct val="100000"/>
                </a:lnSpc>
                <a:spcBef>
                  <a:spcPts val="0"/>
                </a:spcBef>
                <a:spcAft>
                  <a:spcPts val="0"/>
                </a:spcAft>
                <a:buClrTx/>
                <a:buSzTx/>
                <a:buFontTx/>
                <a:buNone/>
                <a:tabLst/>
                <a:defRPr/>
              </a:pPr>
              <a:t>November 16, 2023</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Calibri"/>
            </a:endParaRPr>
          </a:p>
        </p:txBody>
      </p:sp>
      <p:sp>
        <p:nvSpPr>
          <p:cNvPr id="6" name="Footer Placeholder 5">
            <a:extLst>
              <a:ext uri="{FF2B5EF4-FFF2-40B4-BE49-F238E27FC236}">
                <a16:creationId xmlns:a16="http://schemas.microsoft.com/office/drawing/2014/main" id="{D9DE5E35-A3F4-4DF9-B514-E9390D184042}"/>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Calibri"/>
            </a:endParaRPr>
          </a:p>
        </p:txBody>
      </p:sp>
      <p:sp>
        <p:nvSpPr>
          <p:cNvPr id="7" name="Slide Number Placeholder 6">
            <a:extLst>
              <a:ext uri="{FF2B5EF4-FFF2-40B4-BE49-F238E27FC236}">
                <a16:creationId xmlns:a16="http://schemas.microsoft.com/office/drawing/2014/main" id="{23E195D6-05FA-4674-95FF-25DC3F29EE62}"/>
              </a:ext>
            </a:extLst>
          </p:cNvPr>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6C01EF8E-7A2C-4D6B-9AD8-04F8FD90DB7E}"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Calibri"/>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Calibri"/>
            </a:endParaRPr>
          </a:p>
        </p:txBody>
      </p:sp>
    </p:spTree>
    <p:extLst>
      <p:ext uri="{BB962C8B-B14F-4D97-AF65-F5344CB8AC3E}">
        <p14:creationId xmlns:p14="http://schemas.microsoft.com/office/powerpoint/2010/main" val="385998119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1_Two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0A3D2DE-1B85-4FA3-81AC-0184C21D2618}"/>
              </a:ext>
            </a:extLst>
          </p:cNvPr>
          <p:cNvSpPr>
            <a:spLocks noGrp="1"/>
          </p:cNvSpPr>
          <p:nvPr>
            <p:ph sz="half" idx="1"/>
          </p:nvPr>
        </p:nvSpPr>
        <p:spPr>
          <a:xfrm>
            <a:off x="838200" y="861238"/>
            <a:ext cx="5181600" cy="5315725"/>
          </a:xfrm>
        </p:spPr>
        <p:txBody>
          <a:bodyPr/>
          <a:lstStyle>
            <a:lvl1pPr>
              <a:defRPr b="1">
                <a:solidFill>
                  <a:schemeClr val="tx1"/>
                </a:solidFill>
                <a:latin typeface="+mn-lt"/>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957F0098-308F-4050-BD41-AA36E4608A82}"/>
              </a:ext>
            </a:extLst>
          </p:cNvPr>
          <p:cNvSpPr>
            <a:spLocks noGrp="1"/>
          </p:cNvSpPr>
          <p:nvPr>
            <p:ph sz="half" idx="2"/>
          </p:nvPr>
        </p:nvSpPr>
        <p:spPr>
          <a:xfrm>
            <a:off x="6172200" y="861238"/>
            <a:ext cx="5181600" cy="5315725"/>
          </a:xfrm>
        </p:spPr>
        <p:txBody>
          <a:bodyPr/>
          <a:lstStyle>
            <a:lvl1pPr marL="228600" indent="-228600">
              <a:defRPr lang="en-US" sz="2800" b="1" kern="1200" dirty="0">
                <a:solidFill>
                  <a:schemeClr val="tx1"/>
                </a:solidFill>
                <a:latin typeface="+mn-lt"/>
                <a:ea typeface="+mn-ea"/>
                <a:cs typeface="+mn-cs"/>
              </a:defRPr>
            </a:lvl1pPr>
          </a:lstStyle>
          <a:p>
            <a:pPr marL="228600" lvl="0" indent="-228600" algn="l" defTabSz="914400" rtl="0" eaLnBrk="1" latinLnBrk="0" hangingPunct="1">
              <a:lnSpc>
                <a:spcPct val="90000"/>
              </a:lnSpc>
              <a:spcBef>
                <a:spcPts val="1000"/>
              </a:spcBef>
              <a:buFont typeface="Arial" panose="020B0604020202020204" pitchFamily="34" charset="0"/>
              <a:buChar char="•"/>
            </a:pPr>
            <a:r>
              <a:rPr lang="en-US"/>
              <a:t>Click to edit Master text styles</a:t>
            </a:r>
          </a:p>
          <a:p>
            <a:pPr marL="228600" lvl="1" indent="-228600" algn="l" defTabSz="914400" rtl="0" eaLnBrk="1" latinLnBrk="0" hangingPunct="1">
              <a:lnSpc>
                <a:spcPct val="90000"/>
              </a:lnSpc>
              <a:spcBef>
                <a:spcPts val="1000"/>
              </a:spcBef>
              <a:buFont typeface="Arial" panose="020B0604020202020204" pitchFamily="34" charset="0"/>
              <a:buChar char="•"/>
            </a:pPr>
            <a:r>
              <a:rPr lang="en-US"/>
              <a:t>Second level</a:t>
            </a:r>
          </a:p>
          <a:p>
            <a:pPr marL="228600" lvl="2" indent="-228600" algn="l" defTabSz="914400" rtl="0" eaLnBrk="1" latinLnBrk="0" hangingPunct="1">
              <a:lnSpc>
                <a:spcPct val="90000"/>
              </a:lnSpc>
              <a:spcBef>
                <a:spcPts val="1000"/>
              </a:spcBef>
              <a:buFont typeface="Arial" panose="020B0604020202020204" pitchFamily="34" charset="0"/>
              <a:buChar char="•"/>
            </a:pPr>
            <a:r>
              <a:rPr lang="en-US"/>
              <a:t>Third level</a:t>
            </a:r>
          </a:p>
          <a:p>
            <a:pPr marL="228600" lvl="3" indent="-228600" algn="l" defTabSz="914400" rtl="0" eaLnBrk="1" latinLnBrk="0" hangingPunct="1">
              <a:lnSpc>
                <a:spcPct val="90000"/>
              </a:lnSpc>
              <a:spcBef>
                <a:spcPts val="1000"/>
              </a:spcBef>
              <a:buFont typeface="Arial" panose="020B0604020202020204" pitchFamily="34" charset="0"/>
              <a:buChar char="•"/>
            </a:pPr>
            <a:r>
              <a:rPr lang="en-US"/>
              <a:t>Fourth level</a:t>
            </a:r>
          </a:p>
          <a:p>
            <a:pPr marL="228600" lvl="4" indent="-228600" algn="l" defTabSz="914400" rtl="0" eaLnBrk="1" latinLnBrk="0" hangingPunct="1">
              <a:lnSpc>
                <a:spcPct val="90000"/>
              </a:lnSpc>
              <a:spcBef>
                <a:spcPts val="1000"/>
              </a:spcBef>
              <a:buFont typeface="Arial" panose="020B0604020202020204" pitchFamily="34" charset="0"/>
              <a:buChar char="•"/>
            </a:pPr>
            <a:r>
              <a:rPr lang="en-US"/>
              <a:t>Fifth level</a:t>
            </a:r>
            <a:endParaRPr lang="en-US" dirty="0"/>
          </a:p>
        </p:txBody>
      </p:sp>
      <p:sp>
        <p:nvSpPr>
          <p:cNvPr id="5" name="Date Placeholder 4">
            <a:extLst>
              <a:ext uri="{FF2B5EF4-FFF2-40B4-BE49-F238E27FC236}">
                <a16:creationId xmlns:a16="http://schemas.microsoft.com/office/drawing/2014/main" id="{F11E8451-1383-4BFA-B9B0-E86B45024D0A}"/>
              </a:ext>
            </a:extLst>
          </p:cNvPr>
          <p:cNvSpPr>
            <a:spLocks noGrp="1"/>
          </p:cNvSpPr>
          <p:nvPr>
            <p:ph type="dt" sz="half" idx="10"/>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47C5C501-FB8D-4E4D-ACD3-E58D8B90485C}" type="datetime4">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Calibri"/>
              </a:rPr>
              <a:pPr marL="0" marR="0" lvl="0" indent="0" algn="ctr" defTabSz="914400" rtl="0" eaLnBrk="1" fontAlgn="auto" latinLnBrk="0" hangingPunct="1">
                <a:lnSpc>
                  <a:spcPct val="100000"/>
                </a:lnSpc>
                <a:spcBef>
                  <a:spcPts val="0"/>
                </a:spcBef>
                <a:spcAft>
                  <a:spcPts val="0"/>
                </a:spcAft>
                <a:buClrTx/>
                <a:buSzTx/>
                <a:buFontTx/>
                <a:buNone/>
                <a:tabLst/>
                <a:defRPr/>
              </a:pPr>
              <a:t>November 16, 2023</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Calibri"/>
            </a:endParaRPr>
          </a:p>
        </p:txBody>
      </p:sp>
      <p:sp>
        <p:nvSpPr>
          <p:cNvPr id="6" name="Footer Placeholder 5">
            <a:extLst>
              <a:ext uri="{FF2B5EF4-FFF2-40B4-BE49-F238E27FC236}">
                <a16:creationId xmlns:a16="http://schemas.microsoft.com/office/drawing/2014/main" id="{D9DE5E35-A3F4-4DF9-B514-E9390D184042}"/>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Calibri"/>
            </a:endParaRPr>
          </a:p>
        </p:txBody>
      </p:sp>
      <p:sp>
        <p:nvSpPr>
          <p:cNvPr id="7" name="Slide Number Placeholder 6">
            <a:extLst>
              <a:ext uri="{FF2B5EF4-FFF2-40B4-BE49-F238E27FC236}">
                <a16:creationId xmlns:a16="http://schemas.microsoft.com/office/drawing/2014/main" id="{23E195D6-05FA-4674-95FF-25DC3F29EE62}"/>
              </a:ext>
            </a:extLst>
          </p:cNvPr>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6C01EF8E-7A2C-4D6B-9AD8-04F8FD90DB7E}"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Calibri"/>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Calibri"/>
            </a:endParaRPr>
          </a:p>
        </p:txBody>
      </p:sp>
    </p:spTree>
    <p:extLst>
      <p:ext uri="{BB962C8B-B14F-4D97-AF65-F5344CB8AC3E}">
        <p14:creationId xmlns:p14="http://schemas.microsoft.com/office/powerpoint/2010/main" val="154877214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3_Two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0A3D2DE-1B85-4FA3-81AC-0184C21D2618}"/>
              </a:ext>
            </a:extLst>
          </p:cNvPr>
          <p:cNvSpPr>
            <a:spLocks noGrp="1"/>
          </p:cNvSpPr>
          <p:nvPr>
            <p:ph sz="half" idx="1"/>
          </p:nvPr>
        </p:nvSpPr>
        <p:spPr>
          <a:xfrm>
            <a:off x="838200" y="1409700"/>
            <a:ext cx="5181600" cy="4767263"/>
          </a:xfrm>
        </p:spPr>
        <p:txBody>
          <a:bodyPr/>
          <a:lstStyle>
            <a:lvl1pPr>
              <a:defRPr b="1">
                <a:solidFill>
                  <a:schemeClr val="tx1"/>
                </a:solidFill>
                <a:latin typeface="+mn-lt"/>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957F0098-308F-4050-BD41-AA36E4608A82}"/>
              </a:ext>
            </a:extLst>
          </p:cNvPr>
          <p:cNvSpPr>
            <a:spLocks noGrp="1"/>
          </p:cNvSpPr>
          <p:nvPr>
            <p:ph sz="half" idx="2"/>
          </p:nvPr>
        </p:nvSpPr>
        <p:spPr>
          <a:xfrm>
            <a:off x="6172200" y="1409700"/>
            <a:ext cx="5181600" cy="4767263"/>
          </a:xfrm>
        </p:spPr>
        <p:txBody>
          <a:bodyPr/>
          <a:lstStyle>
            <a:lvl1pPr marL="228600" indent="-228600">
              <a:defRPr lang="en-US" sz="2800" b="1" kern="1200" dirty="0">
                <a:solidFill>
                  <a:schemeClr val="tx1"/>
                </a:solidFill>
                <a:latin typeface="+mn-lt"/>
                <a:ea typeface="+mn-ea"/>
                <a:cs typeface="+mn-cs"/>
              </a:defRPr>
            </a:lvl1pPr>
          </a:lstStyle>
          <a:p>
            <a:pPr marL="228600" lvl="0" indent="-228600" algn="l" defTabSz="914400" rtl="0" eaLnBrk="1" latinLnBrk="0" hangingPunct="1">
              <a:lnSpc>
                <a:spcPct val="90000"/>
              </a:lnSpc>
              <a:spcBef>
                <a:spcPts val="1000"/>
              </a:spcBef>
              <a:buFont typeface="Arial" panose="020B0604020202020204" pitchFamily="34" charset="0"/>
              <a:buChar char="•"/>
            </a:pPr>
            <a:r>
              <a:rPr lang="en-US"/>
              <a:t>Click to edit Master text styles</a:t>
            </a:r>
          </a:p>
          <a:p>
            <a:pPr marL="228600" lvl="1" indent="-228600" algn="l" defTabSz="914400" rtl="0" eaLnBrk="1" latinLnBrk="0" hangingPunct="1">
              <a:lnSpc>
                <a:spcPct val="90000"/>
              </a:lnSpc>
              <a:spcBef>
                <a:spcPts val="1000"/>
              </a:spcBef>
              <a:buFont typeface="Arial" panose="020B0604020202020204" pitchFamily="34" charset="0"/>
              <a:buChar char="•"/>
            </a:pPr>
            <a:r>
              <a:rPr lang="en-US"/>
              <a:t>Second level</a:t>
            </a:r>
          </a:p>
          <a:p>
            <a:pPr marL="228600" lvl="2" indent="-228600" algn="l" defTabSz="914400" rtl="0" eaLnBrk="1" latinLnBrk="0" hangingPunct="1">
              <a:lnSpc>
                <a:spcPct val="90000"/>
              </a:lnSpc>
              <a:spcBef>
                <a:spcPts val="1000"/>
              </a:spcBef>
              <a:buFont typeface="Arial" panose="020B0604020202020204" pitchFamily="34" charset="0"/>
              <a:buChar char="•"/>
            </a:pPr>
            <a:r>
              <a:rPr lang="en-US"/>
              <a:t>Third level</a:t>
            </a:r>
          </a:p>
          <a:p>
            <a:pPr marL="228600" lvl="3" indent="-228600" algn="l" defTabSz="914400" rtl="0" eaLnBrk="1" latinLnBrk="0" hangingPunct="1">
              <a:lnSpc>
                <a:spcPct val="90000"/>
              </a:lnSpc>
              <a:spcBef>
                <a:spcPts val="1000"/>
              </a:spcBef>
              <a:buFont typeface="Arial" panose="020B0604020202020204" pitchFamily="34" charset="0"/>
              <a:buChar char="•"/>
            </a:pPr>
            <a:r>
              <a:rPr lang="en-US"/>
              <a:t>Fourth level</a:t>
            </a:r>
          </a:p>
          <a:p>
            <a:pPr marL="228600" lvl="4" indent="-228600" algn="l" defTabSz="914400" rtl="0" eaLnBrk="1" latinLnBrk="0" hangingPunct="1">
              <a:lnSpc>
                <a:spcPct val="90000"/>
              </a:lnSpc>
              <a:spcBef>
                <a:spcPts val="1000"/>
              </a:spcBef>
              <a:buFont typeface="Arial" panose="020B0604020202020204" pitchFamily="34" charset="0"/>
              <a:buChar char="•"/>
            </a:pPr>
            <a:r>
              <a:rPr lang="en-US"/>
              <a:t>Fifth level</a:t>
            </a:r>
            <a:endParaRPr lang="en-US" dirty="0"/>
          </a:p>
        </p:txBody>
      </p:sp>
      <p:sp>
        <p:nvSpPr>
          <p:cNvPr id="5" name="Date Placeholder 4">
            <a:extLst>
              <a:ext uri="{FF2B5EF4-FFF2-40B4-BE49-F238E27FC236}">
                <a16:creationId xmlns:a16="http://schemas.microsoft.com/office/drawing/2014/main" id="{F11E8451-1383-4BFA-B9B0-E86B45024D0A}"/>
              </a:ext>
            </a:extLst>
          </p:cNvPr>
          <p:cNvSpPr>
            <a:spLocks noGrp="1"/>
          </p:cNvSpPr>
          <p:nvPr>
            <p:ph type="dt" sz="half" idx="10"/>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65F6D8BA-B041-4379-97FA-96568E17141C}" type="datetime4">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Calibri"/>
              </a:rPr>
              <a:pPr marL="0" marR="0" lvl="0" indent="0" algn="ctr" defTabSz="914400" rtl="0" eaLnBrk="1" fontAlgn="auto" latinLnBrk="0" hangingPunct="1">
                <a:lnSpc>
                  <a:spcPct val="100000"/>
                </a:lnSpc>
                <a:spcBef>
                  <a:spcPts val="0"/>
                </a:spcBef>
                <a:spcAft>
                  <a:spcPts val="0"/>
                </a:spcAft>
                <a:buClrTx/>
                <a:buSzTx/>
                <a:buFontTx/>
                <a:buNone/>
                <a:tabLst/>
                <a:defRPr/>
              </a:pPr>
              <a:t>November 16, 2023</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Calibri"/>
            </a:endParaRPr>
          </a:p>
        </p:txBody>
      </p:sp>
      <p:sp>
        <p:nvSpPr>
          <p:cNvPr id="6" name="Footer Placeholder 5">
            <a:extLst>
              <a:ext uri="{FF2B5EF4-FFF2-40B4-BE49-F238E27FC236}">
                <a16:creationId xmlns:a16="http://schemas.microsoft.com/office/drawing/2014/main" id="{D9DE5E35-A3F4-4DF9-B514-E9390D184042}"/>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Calibri"/>
            </a:endParaRPr>
          </a:p>
        </p:txBody>
      </p:sp>
      <p:sp>
        <p:nvSpPr>
          <p:cNvPr id="7" name="Slide Number Placeholder 6">
            <a:extLst>
              <a:ext uri="{FF2B5EF4-FFF2-40B4-BE49-F238E27FC236}">
                <a16:creationId xmlns:a16="http://schemas.microsoft.com/office/drawing/2014/main" id="{23E195D6-05FA-4674-95FF-25DC3F29EE62}"/>
              </a:ext>
            </a:extLst>
          </p:cNvPr>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6C01EF8E-7A2C-4D6B-9AD8-04F8FD90DB7E}"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Calibri"/>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Calibri"/>
            </a:endParaRPr>
          </a:p>
        </p:txBody>
      </p:sp>
      <p:sp>
        <p:nvSpPr>
          <p:cNvPr id="8" name="Title 1">
            <a:extLst>
              <a:ext uri="{FF2B5EF4-FFF2-40B4-BE49-F238E27FC236}">
                <a16:creationId xmlns:a16="http://schemas.microsoft.com/office/drawing/2014/main" id="{635D54DE-A734-4EC2-97E9-95E910CFD65B}"/>
              </a:ext>
            </a:extLst>
          </p:cNvPr>
          <p:cNvSpPr>
            <a:spLocks noGrp="1"/>
          </p:cNvSpPr>
          <p:nvPr>
            <p:ph type="title"/>
          </p:nvPr>
        </p:nvSpPr>
        <p:spPr>
          <a:xfrm>
            <a:off x="838200" y="866775"/>
            <a:ext cx="5181600" cy="496113"/>
          </a:xfrm>
        </p:spPr>
        <p:txBody>
          <a:bodyPr>
            <a:normAutofit/>
          </a:bodyPr>
          <a:lstStyle>
            <a:lvl1pPr>
              <a:defRPr sz="2800"/>
            </a:lvl1pPr>
          </a:lstStyle>
          <a:p>
            <a:r>
              <a:rPr lang="en-US"/>
              <a:t>Click to edit Master title style</a:t>
            </a:r>
            <a:endParaRPr lang="en-US" dirty="0"/>
          </a:p>
        </p:txBody>
      </p:sp>
      <p:sp>
        <p:nvSpPr>
          <p:cNvPr id="16" name="Text Placeholder 15">
            <a:extLst>
              <a:ext uri="{FF2B5EF4-FFF2-40B4-BE49-F238E27FC236}">
                <a16:creationId xmlns:a16="http://schemas.microsoft.com/office/drawing/2014/main" id="{A932ED2D-C6E0-429D-8323-D33C7687E912}"/>
              </a:ext>
            </a:extLst>
          </p:cNvPr>
          <p:cNvSpPr>
            <a:spLocks noGrp="1"/>
          </p:cNvSpPr>
          <p:nvPr>
            <p:ph type="body" sz="quarter" idx="13" hasCustomPrompt="1"/>
          </p:nvPr>
        </p:nvSpPr>
        <p:spPr>
          <a:xfrm>
            <a:off x="6172200" y="866000"/>
            <a:ext cx="5181600" cy="496888"/>
          </a:xfrm>
        </p:spPr>
        <p:txBody>
          <a:bodyPr/>
          <a:lstStyle>
            <a:lvl1pPr marL="0" indent="0">
              <a:buNone/>
              <a:defRPr>
                <a:solidFill>
                  <a:srgbClr val="92278F"/>
                </a:solidFill>
                <a:latin typeface="+mj-lt"/>
              </a:defRPr>
            </a:lvl1pPr>
          </a:lstStyle>
          <a:p>
            <a:pPr lvl="0"/>
            <a:r>
              <a:rPr lang="en-US" dirty="0"/>
              <a:t>Click to edit Master styles</a:t>
            </a:r>
          </a:p>
        </p:txBody>
      </p:sp>
    </p:spTree>
    <p:extLst>
      <p:ext uri="{BB962C8B-B14F-4D97-AF65-F5344CB8AC3E}">
        <p14:creationId xmlns:p14="http://schemas.microsoft.com/office/powerpoint/2010/main" val="190002325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2_Two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0A3D2DE-1B85-4FA3-81AC-0184C21D2618}"/>
              </a:ext>
            </a:extLst>
          </p:cNvPr>
          <p:cNvSpPr>
            <a:spLocks noGrp="1"/>
          </p:cNvSpPr>
          <p:nvPr>
            <p:ph sz="half" idx="1"/>
          </p:nvPr>
        </p:nvSpPr>
        <p:spPr>
          <a:xfrm>
            <a:off x="838200" y="861238"/>
            <a:ext cx="3414823" cy="5315725"/>
          </a:xfrm>
        </p:spPr>
        <p:txBody>
          <a:bodyPr/>
          <a:lstStyle>
            <a:lvl1pPr>
              <a:defRPr>
                <a:solidFill>
                  <a:schemeClr val="tx1"/>
                </a:solidFill>
                <a:latin typeface="+mn-lt"/>
                <a:cs typeface="+mn-cs"/>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957F0098-308F-4050-BD41-AA36E4608A82}"/>
              </a:ext>
            </a:extLst>
          </p:cNvPr>
          <p:cNvSpPr>
            <a:spLocks noGrp="1"/>
          </p:cNvSpPr>
          <p:nvPr>
            <p:ph sz="half" idx="2"/>
          </p:nvPr>
        </p:nvSpPr>
        <p:spPr>
          <a:xfrm>
            <a:off x="7938976" y="861238"/>
            <a:ext cx="3414824" cy="5315725"/>
          </a:xfrm>
        </p:spPr>
        <p:txBody>
          <a:bodyPr/>
          <a:lstStyle>
            <a:lvl1pPr marL="228600" indent="-228600">
              <a:defRPr lang="en-US" sz="2800" kern="1200" dirty="0">
                <a:solidFill>
                  <a:schemeClr val="tx1"/>
                </a:solidFill>
                <a:latin typeface="+mn-lt"/>
                <a:ea typeface="+mn-ea"/>
                <a:cs typeface="+mn-cs"/>
              </a:defRPr>
            </a:lvl1pPr>
            <a:lvl2pPr>
              <a:defRPr/>
            </a:lvl2pPr>
            <a:lvl3pPr>
              <a:defRPr/>
            </a:lvl3pPr>
            <a:lvl4pPr>
              <a:defRPr/>
            </a:lvl4pPr>
            <a:lvl5pPr>
              <a:defRPr/>
            </a:lvl5pPr>
          </a:lstStyle>
          <a:p>
            <a:pPr marL="228600" lvl="0" indent="-228600" algn="l" defTabSz="914400" rtl="0" eaLnBrk="1" latinLnBrk="0" hangingPunct="1">
              <a:lnSpc>
                <a:spcPct val="90000"/>
              </a:lnSpc>
              <a:spcBef>
                <a:spcPts val="1000"/>
              </a:spcBef>
              <a:buFont typeface="Arial" panose="020B0604020202020204" pitchFamily="34" charset="0"/>
              <a:buChar char="•"/>
            </a:pPr>
            <a:r>
              <a:rPr lang="en-US"/>
              <a:t>Click to edit Master text styles</a:t>
            </a:r>
          </a:p>
          <a:p>
            <a:pPr marL="228600" lvl="1" indent="-228600" algn="l" defTabSz="914400" rtl="0" eaLnBrk="1" latinLnBrk="0" hangingPunct="1">
              <a:lnSpc>
                <a:spcPct val="90000"/>
              </a:lnSpc>
              <a:spcBef>
                <a:spcPts val="1000"/>
              </a:spcBef>
              <a:buFont typeface="Arial" panose="020B0604020202020204" pitchFamily="34" charset="0"/>
              <a:buChar char="•"/>
            </a:pPr>
            <a:r>
              <a:rPr lang="en-US"/>
              <a:t>Second level</a:t>
            </a:r>
          </a:p>
          <a:p>
            <a:pPr marL="228600" lvl="2" indent="-228600" algn="l" defTabSz="914400" rtl="0" eaLnBrk="1" latinLnBrk="0" hangingPunct="1">
              <a:lnSpc>
                <a:spcPct val="90000"/>
              </a:lnSpc>
              <a:spcBef>
                <a:spcPts val="1000"/>
              </a:spcBef>
              <a:buFont typeface="Arial" panose="020B0604020202020204" pitchFamily="34" charset="0"/>
              <a:buChar char="•"/>
            </a:pPr>
            <a:r>
              <a:rPr lang="en-US"/>
              <a:t>Third level</a:t>
            </a:r>
          </a:p>
          <a:p>
            <a:pPr marL="228600" lvl="3" indent="-228600" algn="l" defTabSz="914400" rtl="0" eaLnBrk="1" latinLnBrk="0" hangingPunct="1">
              <a:lnSpc>
                <a:spcPct val="90000"/>
              </a:lnSpc>
              <a:spcBef>
                <a:spcPts val="1000"/>
              </a:spcBef>
              <a:buFont typeface="Arial" panose="020B0604020202020204" pitchFamily="34" charset="0"/>
              <a:buChar char="•"/>
            </a:pPr>
            <a:r>
              <a:rPr lang="en-US"/>
              <a:t>Fourth level</a:t>
            </a:r>
          </a:p>
          <a:p>
            <a:pPr marL="228600" lvl="4" indent="-228600" algn="l" defTabSz="914400" rtl="0" eaLnBrk="1" latinLnBrk="0" hangingPunct="1">
              <a:lnSpc>
                <a:spcPct val="90000"/>
              </a:lnSpc>
              <a:spcBef>
                <a:spcPts val="1000"/>
              </a:spcBef>
              <a:buFont typeface="Arial" panose="020B0604020202020204" pitchFamily="34" charset="0"/>
              <a:buChar char="•"/>
            </a:pPr>
            <a:r>
              <a:rPr lang="en-US"/>
              <a:t>Fifth level</a:t>
            </a:r>
            <a:endParaRPr lang="en-US" dirty="0"/>
          </a:p>
        </p:txBody>
      </p:sp>
      <p:sp>
        <p:nvSpPr>
          <p:cNvPr id="5" name="Date Placeholder 4">
            <a:extLst>
              <a:ext uri="{FF2B5EF4-FFF2-40B4-BE49-F238E27FC236}">
                <a16:creationId xmlns:a16="http://schemas.microsoft.com/office/drawing/2014/main" id="{F11E8451-1383-4BFA-B9B0-E86B45024D0A}"/>
              </a:ext>
            </a:extLst>
          </p:cNvPr>
          <p:cNvSpPr>
            <a:spLocks noGrp="1"/>
          </p:cNvSpPr>
          <p:nvPr>
            <p:ph type="dt" sz="half" idx="10"/>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5C200A06-E0F5-4F25-AC90-A8BA052B69A1}" type="datetime4">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Calibri"/>
              </a:rPr>
              <a:pPr marL="0" marR="0" lvl="0" indent="0" algn="ctr" defTabSz="914400" rtl="0" eaLnBrk="1" fontAlgn="auto" latinLnBrk="0" hangingPunct="1">
                <a:lnSpc>
                  <a:spcPct val="100000"/>
                </a:lnSpc>
                <a:spcBef>
                  <a:spcPts val="0"/>
                </a:spcBef>
                <a:spcAft>
                  <a:spcPts val="0"/>
                </a:spcAft>
                <a:buClrTx/>
                <a:buSzTx/>
                <a:buFontTx/>
                <a:buNone/>
                <a:tabLst/>
                <a:defRPr/>
              </a:pPr>
              <a:t>November 16, 2023</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Calibri"/>
            </a:endParaRPr>
          </a:p>
        </p:txBody>
      </p:sp>
      <p:sp>
        <p:nvSpPr>
          <p:cNvPr id="6" name="Footer Placeholder 5">
            <a:extLst>
              <a:ext uri="{FF2B5EF4-FFF2-40B4-BE49-F238E27FC236}">
                <a16:creationId xmlns:a16="http://schemas.microsoft.com/office/drawing/2014/main" id="{D9DE5E35-A3F4-4DF9-B514-E9390D184042}"/>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Calibri"/>
            </a:endParaRPr>
          </a:p>
        </p:txBody>
      </p:sp>
      <p:sp>
        <p:nvSpPr>
          <p:cNvPr id="7" name="Slide Number Placeholder 6">
            <a:extLst>
              <a:ext uri="{FF2B5EF4-FFF2-40B4-BE49-F238E27FC236}">
                <a16:creationId xmlns:a16="http://schemas.microsoft.com/office/drawing/2014/main" id="{23E195D6-05FA-4674-95FF-25DC3F29EE62}"/>
              </a:ext>
            </a:extLst>
          </p:cNvPr>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6C01EF8E-7A2C-4D6B-9AD8-04F8FD90DB7E}"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Calibri"/>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Calibri"/>
            </a:endParaRPr>
          </a:p>
        </p:txBody>
      </p:sp>
      <p:sp>
        <p:nvSpPr>
          <p:cNvPr id="9" name="Content Placeholder 3">
            <a:extLst>
              <a:ext uri="{FF2B5EF4-FFF2-40B4-BE49-F238E27FC236}">
                <a16:creationId xmlns:a16="http://schemas.microsoft.com/office/drawing/2014/main" id="{F4649180-E6D2-4A07-9C3B-9CDE6680F79B}"/>
              </a:ext>
            </a:extLst>
          </p:cNvPr>
          <p:cNvSpPr>
            <a:spLocks noGrp="1"/>
          </p:cNvSpPr>
          <p:nvPr>
            <p:ph sz="half" idx="13"/>
          </p:nvPr>
        </p:nvSpPr>
        <p:spPr>
          <a:xfrm>
            <a:off x="4388587" y="861237"/>
            <a:ext cx="3414824" cy="5315725"/>
          </a:xfrm>
        </p:spPr>
        <p:txBody>
          <a:bodyPr/>
          <a:lstStyle>
            <a:lvl1pPr marL="228600" indent="-228600">
              <a:defRPr lang="en-US" sz="2800" kern="1200" dirty="0">
                <a:solidFill>
                  <a:schemeClr val="tx1"/>
                </a:solidFill>
                <a:latin typeface="+mn-lt"/>
                <a:ea typeface="+mn-ea"/>
                <a:cs typeface="+mn-cs"/>
              </a:defRPr>
            </a:lvl1pPr>
          </a:lstStyle>
          <a:p>
            <a:pPr marL="228600" lvl="0" indent="-228600" algn="l" defTabSz="914400" rtl="0" eaLnBrk="1" latinLnBrk="0" hangingPunct="1">
              <a:lnSpc>
                <a:spcPct val="90000"/>
              </a:lnSpc>
              <a:spcBef>
                <a:spcPts val="1000"/>
              </a:spcBef>
              <a:buFont typeface="Arial" panose="020B0604020202020204" pitchFamily="34" charset="0"/>
              <a:buChar char="•"/>
            </a:pPr>
            <a:r>
              <a:rPr lang="en-US"/>
              <a:t>Click to edit Master text styles</a:t>
            </a:r>
          </a:p>
          <a:p>
            <a:pPr marL="228600" lvl="1" indent="-228600" algn="l" defTabSz="914400" rtl="0" eaLnBrk="1" latinLnBrk="0" hangingPunct="1">
              <a:lnSpc>
                <a:spcPct val="90000"/>
              </a:lnSpc>
              <a:spcBef>
                <a:spcPts val="1000"/>
              </a:spcBef>
              <a:buFont typeface="Arial" panose="020B0604020202020204" pitchFamily="34" charset="0"/>
              <a:buChar char="•"/>
            </a:pPr>
            <a:r>
              <a:rPr lang="en-US"/>
              <a:t>Second level</a:t>
            </a:r>
          </a:p>
          <a:p>
            <a:pPr marL="228600" lvl="2" indent="-228600" algn="l" defTabSz="914400" rtl="0" eaLnBrk="1" latinLnBrk="0" hangingPunct="1">
              <a:lnSpc>
                <a:spcPct val="90000"/>
              </a:lnSpc>
              <a:spcBef>
                <a:spcPts val="1000"/>
              </a:spcBef>
              <a:buFont typeface="Arial" panose="020B0604020202020204" pitchFamily="34" charset="0"/>
              <a:buChar char="•"/>
            </a:pPr>
            <a:r>
              <a:rPr lang="en-US"/>
              <a:t>Third level</a:t>
            </a:r>
          </a:p>
          <a:p>
            <a:pPr marL="228600" lvl="3" indent="-228600" algn="l" defTabSz="914400" rtl="0" eaLnBrk="1" latinLnBrk="0" hangingPunct="1">
              <a:lnSpc>
                <a:spcPct val="90000"/>
              </a:lnSpc>
              <a:spcBef>
                <a:spcPts val="1000"/>
              </a:spcBef>
              <a:buFont typeface="Arial" panose="020B0604020202020204" pitchFamily="34" charset="0"/>
              <a:buChar char="•"/>
            </a:pPr>
            <a:r>
              <a:rPr lang="en-US"/>
              <a:t>Fourth level</a:t>
            </a:r>
          </a:p>
          <a:p>
            <a:pPr marL="228600" lvl="4" indent="-228600" algn="l" defTabSz="914400" rtl="0" eaLnBrk="1" latinLnBrk="0" hangingPunct="1">
              <a:lnSpc>
                <a:spcPct val="90000"/>
              </a:lnSpc>
              <a:spcBef>
                <a:spcPts val="1000"/>
              </a:spcBef>
              <a:buFont typeface="Arial" panose="020B0604020202020204" pitchFamily="34" charset="0"/>
              <a:buChar char="•"/>
            </a:pPr>
            <a:r>
              <a:rPr lang="en-US"/>
              <a:t>Fifth level</a:t>
            </a:r>
            <a:endParaRPr lang="en-US" dirty="0"/>
          </a:p>
        </p:txBody>
      </p:sp>
    </p:spTree>
    <p:extLst>
      <p:ext uri="{BB962C8B-B14F-4D97-AF65-F5344CB8AC3E}">
        <p14:creationId xmlns:p14="http://schemas.microsoft.com/office/powerpoint/2010/main" val="252697507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4_Two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0A3D2DE-1B85-4FA3-81AC-0184C21D2618}"/>
              </a:ext>
            </a:extLst>
          </p:cNvPr>
          <p:cNvSpPr>
            <a:spLocks noGrp="1"/>
          </p:cNvSpPr>
          <p:nvPr>
            <p:ph sz="half" idx="1"/>
          </p:nvPr>
        </p:nvSpPr>
        <p:spPr>
          <a:xfrm>
            <a:off x="838200" y="1416050"/>
            <a:ext cx="3414823" cy="4760913"/>
          </a:xfrm>
        </p:spPr>
        <p:txBody>
          <a:bodyPr/>
          <a:lstStyle>
            <a:lvl1pPr>
              <a:defRPr>
                <a:solidFill>
                  <a:schemeClr val="tx1"/>
                </a:solidFill>
                <a:latin typeface="+mn-lt"/>
                <a:cs typeface="+mn-cs"/>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957F0098-308F-4050-BD41-AA36E4608A82}"/>
              </a:ext>
            </a:extLst>
          </p:cNvPr>
          <p:cNvSpPr>
            <a:spLocks noGrp="1"/>
          </p:cNvSpPr>
          <p:nvPr>
            <p:ph sz="half" idx="2"/>
          </p:nvPr>
        </p:nvSpPr>
        <p:spPr>
          <a:xfrm>
            <a:off x="7938976" y="1416048"/>
            <a:ext cx="3414824" cy="4760915"/>
          </a:xfrm>
        </p:spPr>
        <p:txBody>
          <a:bodyPr/>
          <a:lstStyle>
            <a:lvl1pPr marL="228600" indent="-228600">
              <a:defRPr lang="en-US" sz="2800" kern="1200" dirty="0">
                <a:solidFill>
                  <a:schemeClr val="tx1"/>
                </a:solidFill>
                <a:latin typeface="+mn-lt"/>
                <a:ea typeface="+mn-ea"/>
                <a:cs typeface="+mn-cs"/>
              </a:defRPr>
            </a:lvl1pPr>
            <a:lvl2pPr>
              <a:defRPr/>
            </a:lvl2pPr>
            <a:lvl3pPr>
              <a:defRPr/>
            </a:lvl3pPr>
            <a:lvl4pPr>
              <a:defRPr/>
            </a:lvl4pPr>
            <a:lvl5pPr>
              <a:defRPr/>
            </a:lvl5pPr>
          </a:lstStyle>
          <a:p>
            <a:pPr marL="228600" lvl="0" indent="-228600" algn="l" defTabSz="914400" rtl="0" eaLnBrk="1" latinLnBrk="0" hangingPunct="1">
              <a:lnSpc>
                <a:spcPct val="90000"/>
              </a:lnSpc>
              <a:spcBef>
                <a:spcPts val="1000"/>
              </a:spcBef>
              <a:buFont typeface="Arial" panose="020B0604020202020204" pitchFamily="34" charset="0"/>
              <a:buChar char="•"/>
            </a:pPr>
            <a:r>
              <a:rPr lang="en-US"/>
              <a:t>Click to edit Master text styles</a:t>
            </a:r>
          </a:p>
          <a:p>
            <a:pPr marL="228600" lvl="1" indent="-228600" algn="l" defTabSz="914400" rtl="0" eaLnBrk="1" latinLnBrk="0" hangingPunct="1">
              <a:lnSpc>
                <a:spcPct val="90000"/>
              </a:lnSpc>
              <a:spcBef>
                <a:spcPts val="1000"/>
              </a:spcBef>
              <a:buFont typeface="Arial" panose="020B0604020202020204" pitchFamily="34" charset="0"/>
              <a:buChar char="•"/>
            </a:pPr>
            <a:r>
              <a:rPr lang="en-US"/>
              <a:t>Second level</a:t>
            </a:r>
          </a:p>
          <a:p>
            <a:pPr marL="228600" lvl="2" indent="-228600" algn="l" defTabSz="914400" rtl="0" eaLnBrk="1" latinLnBrk="0" hangingPunct="1">
              <a:lnSpc>
                <a:spcPct val="90000"/>
              </a:lnSpc>
              <a:spcBef>
                <a:spcPts val="1000"/>
              </a:spcBef>
              <a:buFont typeface="Arial" panose="020B0604020202020204" pitchFamily="34" charset="0"/>
              <a:buChar char="•"/>
            </a:pPr>
            <a:r>
              <a:rPr lang="en-US"/>
              <a:t>Third level</a:t>
            </a:r>
          </a:p>
          <a:p>
            <a:pPr marL="228600" lvl="3" indent="-228600" algn="l" defTabSz="914400" rtl="0" eaLnBrk="1" latinLnBrk="0" hangingPunct="1">
              <a:lnSpc>
                <a:spcPct val="90000"/>
              </a:lnSpc>
              <a:spcBef>
                <a:spcPts val="1000"/>
              </a:spcBef>
              <a:buFont typeface="Arial" panose="020B0604020202020204" pitchFamily="34" charset="0"/>
              <a:buChar char="•"/>
            </a:pPr>
            <a:r>
              <a:rPr lang="en-US"/>
              <a:t>Fourth level</a:t>
            </a:r>
          </a:p>
          <a:p>
            <a:pPr marL="228600" lvl="4" indent="-228600" algn="l" defTabSz="914400" rtl="0" eaLnBrk="1" latinLnBrk="0" hangingPunct="1">
              <a:lnSpc>
                <a:spcPct val="90000"/>
              </a:lnSpc>
              <a:spcBef>
                <a:spcPts val="1000"/>
              </a:spcBef>
              <a:buFont typeface="Arial" panose="020B0604020202020204" pitchFamily="34" charset="0"/>
              <a:buChar char="•"/>
            </a:pPr>
            <a:r>
              <a:rPr lang="en-US"/>
              <a:t>Fifth level</a:t>
            </a:r>
            <a:endParaRPr lang="en-US" dirty="0"/>
          </a:p>
        </p:txBody>
      </p:sp>
      <p:sp>
        <p:nvSpPr>
          <p:cNvPr id="5" name="Date Placeholder 4">
            <a:extLst>
              <a:ext uri="{FF2B5EF4-FFF2-40B4-BE49-F238E27FC236}">
                <a16:creationId xmlns:a16="http://schemas.microsoft.com/office/drawing/2014/main" id="{F11E8451-1383-4BFA-B9B0-E86B45024D0A}"/>
              </a:ext>
            </a:extLst>
          </p:cNvPr>
          <p:cNvSpPr>
            <a:spLocks noGrp="1"/>
          </p:cNvSpPr>
          <p:nvPr>
            <p:ph type="dt" sz="half" idx="10"/>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BB5503AF-A511-4D8C-ADEA-E671B7C0EBFD}" type="datetime4">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Calibri"/>
              </a:rPr>
              <a:pPr marL="0" marR="0" lvl="0" indent="0" algn="ctr" defTabSz="914400" rtl="0" eaLnBrk="1" fontAlgn="auto" latinLnBrk="0" hangingPunct="1">
                <a:lnSpc>
                  <a:spcPct val="100000"/>
                </a:lnSpc>
                <a:spcBef>
                  <a:spcPts val="0"/>
                </a:spcBef>
                <a:spcAft>
                  <a:spcPts val="0"/>
                </a:spcAft>
                <a:buClrTx/>
                <a:buSzTx/>
                <a:buFontTx/>
                <a:buNone/>
                <a:tabLst/>
                <a:defRPr/>
              </a:pPr>
              <a:t>November 16, 2023</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Calibri"/>
            </a:endParaRPr>
          </a:p>
        </p:txBody>
      </p:sp>
      <p:sp>
        <p:nvSpPr>
          <p:cNvPr id="6" name="Footer Placeholder 5">
            <a:extLst>
              <a:ext uri="{FF2B5EF4-FFF2-40B4-BE49-F238E27FC236}">
                <a16:creationId xmlns:a16="http://schemas.microsoft.com/office/drawing/2014/main" id="{D9DE5E35-A3F4-4DF9-B514-E9390D184042}"/>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Calibri"/>
            </a:endParaRPr>
          </a:p>
        </p:txBody>
      </p:sp>
      <p:sp>
        <p:nvSpPr>
          <p:cNvPr id="7" name="Slide Number Placeholder 6">
            <a:extLst>
              <a:ext uri="{FF2B5EF4-FFF2-40B4-BE49-F238E27FC236}">
                <a16:creationId xmlns:a16="http://schemas.microsoft.com/office/drawing/2014/main" id="{23E195D6-05FA-4674-95FF-25DC3F29EE62}"/>
              </a:ext>
            </a:extLst>
          </p:cNvPr>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6C01EF8E-7A2C-4D6B-9AD8-04F8FD90DB7E}"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Calibri"/>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Calibri"/>
            </a:endParaRPr>
          </a:p>
        </p:txBody>
      </p:sp>
      <p:sp>
        <p:nvSpPr>
          <p:cNvPr id="9" name="Content Placeholder 3">
            <a:extLst>
              <a:ext uri="{FF2B5EF4-FFF2-40B4-BE49-F238E27FC236}">
                <a16:creationId xmlns:a16="http://schemas.microsoft.com/office/drawing/2014/main" id="{F4649180-E6D2-4A07-9C3B-9CDE6680F79B}"/>
              </a:ext>
            </a:extLst>
          </p:cNvPr>
          <p:cNvSpPr>
            <a:spLocks noGrp="1"/>
          </p:cNvSpPr>
          <p:nvPr>
            <p:ph sz="half" idx="13"/>
          </p:nvPr>
        </p:nvSpPr>
        <p:spPr>
          <a:xfrm>
            <a:off x="4388587" y="1416048"/>
            <a:ext cx="3414824" cy="4760914"/>
          </a:xfrm>
        </p:spPr>
        <p:txBody>
          <a:bodyPr/>
          <a:lstStyle>
            <a:lvl1pPr marL="228600" indent="-228600">
              <a:defRPr lang="en-US" sz="2800" kern="1200" dirty="0">
                <a:solidFill>
                  <a:schemeClr val="tx1"/>
                </a:solidFill>
                <a:latin typeface="+mn-lt"/>
                <a:ea typeface="+mn-ea"/>
                <a:cs typeface="+mn-cs"/>
              </a:defRPr>
            </a:lvl1pPr>
          </a:lstStyle>
          <a:p>
            <a:pPr marL="228600" lvl="0" indent="-228600" algn="l" defTabSz="914400" rtl="0" eaLnBrk="1" latinLnBrk="0" hangingPunct="1">
              <a:lnSpc>
                <a:spcPct val="90000"/>
              </a:lnSpc>
              <a:spcBef>
                <a:spcPts val="1000"/>
              </a:spcBef>
              <a:buFont typeface="Arial" panose="020B0604020202020204" pitchFamily="34" charset="0"/>
              <a:buChar char="•"/>
            </a:pPr>
            <a:r>
              <a:rPr lang="en-US"/>
              <a:t>Click to edit Master text styles</a:t>
            </a:r>
          </a:p>
          <a:p>
            <a:pPr marL="228600" lvl="1" indent="-228600" algn="l" defTabSz="914400" rtl="0" eaLnBrk="1" latinLnBrk="0" hangingPunct="1">
              <a:lnSpc>
                <a:spcPct val="90000"/>
              </a:lnSpc>
              <a:spcBef>
                <a:spcPts val="1000"/>
              </a:spcBef>
              <a:buFont typeface="Arial" panose="020B0604020202020204" pitchFamily="34" charset="0"/>
              <a:buChar char="•"/>
            </a:pPr>
            <a:r>
              <a:rPr lang="en-US"/>
              <a:t>Second level</a:t>
            </a:r>
          </a:p>
          <a:p>
            <a:pPr marL="228600" lvl="2" indent="-228600" algn="l" defTabSz="914400" rtl="0" eaLnBrk="1" latinLnBrk="0" hangingPunct="1">
              <a:lnSpc>
                <a:spcPct val="90000"/>
              </a:lnSpc>
              <a:spcBef>
                <a:spcPts val="1000"/>
              </a:spcBef>
              <a:buFont typeface="Arial" panose="020B0604020202020204" pitchFamily="34" charset="0"/>
              <a:buChar char="•"/>
            </a:pPr>
            <a:r>
              <a:rPr lang="en-US"/>
              <a:t>Third level</a:t>
            </a:r>
          </a:p>
          <a:p>
            <a:pPr marL="228600" lvl="3" indent="-228600" algn="l" defTabSz="914400" rtl="0" eaLnBrk="1" latinLnBrk="0" hangingPunct="1">
              <a:lnSpc>
                <a:spcPct val="90000"/>
              </a:lnSpc>
              <a:spcBef>
                <a:spcPts val="1000"/>
              </a:spcBef>
              <a:buFont typeface="Arial" panose="020B0604020202020204" pitchFamily="34" charset="0"/>
              <a:buChar char="•"/>
            </a:pPr>
            <a:r>
              <a:rPr lang="en-US"/>
              <a:t>Fourth level</a:t>
            </a:r>
          </a:p>
          <a:p>
            <a:pPr marL="228600" lvl="4" indent="-228600" algn="l" defTabSz="914400" rtl="0" eaLnBrk="1" latinLnBrk="0" hangingPunct="1">
              <a:lnSpc>
                <a:spcPct val="90000"/>
              </a:lnSpc>
              <a:spcBef>
                <a:spcPts val="1000"/>
              </a:spcBef>
              <a:buFont typeface="Arial" panose="020B0604020202020204" pitchFamily="34" charset="0"/>
              <a:buChar char="•"/>
            </a:pPr>
            <a:r>
              <a:rPr lang="en-US"/>
              <a:t>Fifth level</a:t>
            </a:r>
            <a:endParaRPr lang="en-US" dirty="0"/>
          </a:p>
        </p:txBody>
      </p:sp>
      <p:sp>
        <p:nvSpPr>
          <p:cNvPr id="16" name="Text Placeholder 14">
            <a:extLst>
              <a:ext uri="{FF2B5EF4-FFF2-40B4-BE49-F238E27FC236}">
                <a16:creationId xmlns:a16="http://schemas.microsoft.com/office/drawing/2014/main" id="{EA2AA957-586E-45D5-A231-9E87A2364955}"/>
              </a:ext>
            </a:extLst>
          </p:cNvPr>
          <p:cNvSpPr>
            <a:spLocks noGrp="1"/>
          </p:cNvSpPr>
          <p:nvPr>
            <p:ph type="body" sz="quarter" idx="14"/>
          </p:nvPr>
        </p:nvSpPr>
        <p:spPr>
          <a:xfrm>
            <a:off x="838090" y="866000"/>
            <a:ext cx="3414823" cy="497663"/>
          </a:xfrm>
        </p:spPr>
        <p:txBody>
          <a:bodyPr/>
          <a:lstStyle>
            <a:lvl1pPr marL="0" indent="0">
              <a:buNone/>
              <a:defRPr>
                <a:solidFill>
                  <a:srgbClr val="92278F"/>
                </a:solidFill>
                <a:latin typeface="+mj-lt"/>
              </a:defRPr>
            </a:lvl1pPr>
          </a:lstStyle>
          <a:p>
            <a:pPr lvl="0"/>
            <a:r>
              <a:rPr lang="en-US"/>
              <a:t>Click to edit Master text styles</a:t>
            </a:r>
          </a:p>
        </p:txBody>
      </p:sp>
      <p:sp>
        <p:nvSpPr>
          <p:cNvPr id="18" name="Text Placeholder 17">
            <a:extLst>
              <a:ext uri="{FF2B5EF4-FFF2-40B4-BE49-F238E27FC236}">
                <a16:creationId xmlns:a16="http://schemas.microsoft.com/office/drawing/2014/main" id="{41B893D3-A9C5-4CDB-86EA-15497290AE52}"/>
              </a:ext>
            </a:extLst>
          </p:cNvPr>
          <p:cNvSpPr>
            <a:spLocks noGrp="1"/>
          </p:cNvSpPr>
          <p:nvPr>
            <p:ph type="body" sz="quarter" idx="15"/>
          </p:nvPr>
        </p:nvSpPr>
        <p:spPr>
          <a:xfrm>
            <a:off x="4388587" y="866000"/>
            <a:ext cx="3414713" cy="496888"/>
          </a:xfrm>
        </p:spPr>
        <p:txBody>
          <a:bodyPr/>
          <a:lstStyle>
            <a:lvl1pPr marL="0" indent="0">
              <a:buNone/>
              <a:defRPr>
                <a:solidFill>
                  <a:srgbClr val="92278F"/>
                </a:solidFill>
                <a:latin typeface="+mj-lt"/>
              </a:defRPr>
            </a:lvl1pPr>
          </a:lstStyle>
          <a:p>
            <a:pPr lvl="0"/>
            <a:r>
              <a:rPr lang="en-US"/>
              <a:t>Click to edit Master text styles</a:t>
            </a:r>
          </a:p>
        </p:txBody>
      </p:sp>
      <p:sp>
        <p:nvSpPr>
          <p:cNvPr id="20" name="Text Placeholder 19">
            <a:extLst>
              <a:ext uri="{FF2B5EF4-FFF2-40B4-BE49-F238E27FC236}">
                <a16:creationId xmlns:a16="http://schemas.microsoft.com/office/drawing/2014/main" id="{E6810353-87AA-4CB6-9981-9C0303B85E28}"/>
              </a:ext>
            </a:extLst>
          </p:cNvPr>
          <p:cNvSpPr>
            <a:spLocks noGrp="1"/>
          </p:cNvSpPr>
          <p:nvPr>
            <p:ph type="body" sz="quarter" idx="16"/>
          </p:nvPr>
        </p:nvSpPr>
        <p:spPr>
          <a:xfrm>
            <a:off x="7939087" y="866000"/>
            <a:ext cx="3414713" cy="496888"/>
          </a:xfrm>
        </p:spPr>
        <p:txBody>
          <a:bodyPr/>
          <a:lstStyle>
            <a:lvl1pPr marL="0" indent="0">
              <a:buNone/>
              <a:defRPr>
                <a:solidFill>
                  <a:srgbClr val="92278F"/>
                </a:solidFill>
                <a:latin typeface="+mj-lt"/>
              </a:defRPr>
            </a:lvl1pPr>
          </a:lstStyle>
          <a:p>
            <a:pPr lvl="0"/>
            <a:r>
              <a:rPr lang="en-US"/>
              <a:t>Click to edit Master text styles</a:t>
            </a:r>
          </a:p>
        </p:txBody>
      </p:sp>
    </p:spTree>
    <p:extLst>
      <p:ext uri="{BB962C8B-B14F-4D97-AF65-F5344CB8AC3E}">
        <p14:creationId xmlns:p14="http://schemas.microsoft.com/office/powerpoint/2010/main" val="300557338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A5F6BB-FD63-445B-8F58-9CEA3348BAF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A011AE6-AEC0-4E48-80CE-523B9D32A7F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EA1DE08-CD93-4A2D-80DB-D4CFB5CFBF7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4C862C5-B64C-4518-ABB0-1E08D23BCF1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0CFCB9A-95D7-49FE-8A44-F9347EE6437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B5FD07C-7C73-4C8C-9455-BA923AD19A7D}"/>
              </a:ext>
            </a:extLst>
          </p:cNvPr>
          <p:cNvSpPr>
            <a:spLocks noGrp="1"/>
          </p:cNvSpPr>
          <p:nvPr>
            <p:ph type="dt" sz="half" idx="10"/>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9CFE429-3B5A-4D23-A282-3BBD1FBCA4A2}" type="datetime4">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Calibri"/>
              </a:rPr>
              <a:pPr marL="0" marR="0" lvl="0" indent="0" algn="ctr" defTabSz="914400" rtl="0" eaLnBrk="1" fontAlgn="auto" latinLnBrk="0" hangingPunct="1">
                <a:lnSpc>
                  <a:spcPct val="100000"/>
                </a:lnSpc>
                <a:spcBef>
                  <a:spcPts val="0"/>
                </a:spcBef>
                <a:spcAft>
                  <a:spcPts val="0"/>
                </a:spcAft>
                <a:buClrTx/>
                <a:buSzTx/>
                <a:buFontTx/>
                <a:buNone/>
                <a:tabLst/>
                <a:defRPr/>
              </a:pPr>
              <a:t>November 16, 2023</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Calibri"/>
            </a:endParaRPr>
          </a:p>
        </p:txBody>
      </p:sp>
      <p:sp>
        <p:nvSpPr>
          <p:cNvPr id="8" name="Footer Placeholder 7">
            <a:extLst>
              <a:ext uri="{FF2B5EF4-FFF2-40B4-BE49-F238E27FC236}">
                <a16:creationId xmlns:a16="http://schemas.microsoft.com/office/drawing/2014/main" id="{07275488-1D12-40BD-8738-ABBC3D8482E8}"/>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Calibri"/>
            </a:endParaRPr>
          </a:p>
        </p:txBody>
      </p:sp>
      <p:sp>
        <p:nvSpPr>
          <p:cNvPr id="9" name="Slide Number Placeholder 8">
            <a:extLst>
              <a:ext uri="{FF2B5EF4-FFF2-40B4-BE49-F238E27FC236}">
                <a16:creationId xmlns:a16="http://schemas.microsoft.com/office/drawing/2014/main" id="{89747EB7-762B-4238-A0D1-334BF173E00F}"/>
              </a:ext>
            </a:extLst>
          </p:cNvPr>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6C01EF8E-7A2C-4D6B-9AD8-04F8FD90DB7E}"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Calibri"/>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Calibri"/>
            </a:endParaRPr>
          </a:p>
        </p:txBody>
      </p:sp>
    </p:spTree>
    <p:extLst>
      <p:ext uri="{BB962C8B-B14F-4D97-AF65-F5344CB8AC3E}">
        <p14:creationId xmlns:p14="http://schemas.microsoft.com/office/powerpoint/2010/main" val="109317881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A080A2-0527-4496-AB0B-D58E8D31A35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4094CC3-615B-4062-B5C0-DF77478961C7}"/>
              </a:ext>
            </a:extLst>
          </p:cNvPr>
          <p:cNvSpPr>
            <a:spLocks noGrp="1"/>
          </p:cNvSpPr>
          <p:nvPr>
            <p:ph type="dt" sz="half" idx="10"/>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93BBB372-3DE1-4D39-A4CF-BE10427CBDA0}" type="datetime4">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Calibri"/>
              </a:rPr>
              <a:pPr marL="0" marR="0" lvl="0" indent="0" algn="ctr" defTabSz="914400" rtl="0" eaLnBrk="1" fontAlgn="auto" latinLnBrk="0" hangingPunct="1">
                <a:lnSpc>
                  <a:spcPct val="100000"/>
                </a:lnSpc>
                <a:spcBef>
                  <a:spcPts val="0"/>
                </a:spcBef>
                <a:spcAft>
                  <a:spcPts val="0"/>
                </a:spcAft>
                <a:buClrTx/>
                <a:buSzTx/>
                <a:buFontTx/>
                <a:buNone/>
                <a:tabLst/>
                <a:defRPr/>
              </a:pPr>
              <a:t>November 16, 2023</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Calibri"/>
            </a:endParaRPr>
          </a:p>
        </p:txBody>
      </p:sp>
      <p:sp>
        <p:nvSpPr>
          <p:cNvPr id="4" name="Footer Placeholder 3">
            <a:extLst>
              <a:ext uri="{FF2B5EF4-FFF2-40B4-BE49-F238E27FC236}">
                <a16:creationId xmlns:a16="http://schemas.microsoft.com/office/drawing/2014/main" id="{A5C7FEBF-6DB9-43DF-841A-6A308FA33CD5}"/>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Calibri"/>
            </a:endParaRPr>
          </a:p>
        </p:txBody>
      </p:sp>
      <p:sp>
        <p:nvSpPr>
          <p:cNvPr id="5" name="Slide Number Placeholder 4">
            <a:extLst>
              <a:ext uri="{FF2B5EF4-FFF2-40B4-BE49-F238E27FC236}">
                <a16:creationId xmlns:a16="http://schemas.microsoft.com/office/drawing/2014/main" id="{B7480147-EF75-4920-8DA4-98C0A26A4FD4}"/>
              </a:ext>
            </a:extLst>
          </p:cNvPr>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6C01EF8E-7A2C-4D6B-9AD8-04F8FD90DB7E}"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Calibri"/>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Calibri"/>
            </a:endParaRPr>
          </a:p>
        </p:txBody>
      </p:sp>
    </p:spTree>
    <p:extLst>
      <p:ext uri="{BB962C8B-B14F-4D97-AF65-F5344CB8AC3E}">
        <p14:creationId xmlns:p14="http://schemas.microsoft.com/office/powerpoint/2010/main" val="375551058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5FD0C36-A89E-4CF5-9409-5CA5A857AC53}"/>
              </a:ext>
            </a:extLst>
          </p:cNvPr>
          <p:cNvSpPr>
            <a:spLocks noGrp="1"/>
          </p:cNvSpPr>
          <p:nvPr>
            <p:ph type="dt" sz="half" idx="10"/>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4FCF8AE9-3104-4BEC-BADE-A269A699E098}" type="datetime4">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Calibri"/>
              </a:rPr>
              <a:pPr marL="0" marR="0" lvl="0" indent="0" algn="ctr" defTabSz="914400" rtl="0" eaLnBrk="1" fontAlgn="auto" latinLnBrk="0" hangingPunct="1">
                <a:lnSpc>
                  <a:spcPct val="100000"/>
                </a:lnSpc>
                <a:spcBef>
                  <a:spcPts val="0"/>
                </a:spcBef>
                <a:spcAft>
                  <a:spcPts val="0"/>
                </a:spcAft>
                <a:buClrTx/>
                <a:buSzTx/>
                <a:buFontTx/>
                <a:buNone/>
                <a:tabLst/>
                <a:defRPr/>
              </a:pPr>
              <a:t>November 16, 2023</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Calibri"/>
            </a:endParaRPr>
          </a:p>
        </p:txBody>
      </p:sp>
      <p:sp>
        <p:nvSpPr>
          <p:cNvPr id="3" name="Footer Placeholder 2">
            <a:extLst>
              <a:ext uri="{FF2B5EF4-FFF2-40B4-BE49-F238E27FC236}">
                <a16:creationId xmlns:a16="http://schemas.microsoft.com/office/drawing/2014/main" id="{763172A1-C178-4B43-B08B-38C99CE18888}"/>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Calibri"/>
            </a:endParaRPr>
          </a:p>
        </p:txBody>
      </p:sp>
      <p:sp>
        <p:nvSpPr>
          <p:cNvPr id="4" name="Slide Number Placeholder 3">
            <a:extLst>
              <a:ext uri="{FF2B5EF4-FFF2-40B4-BE49-F238E27FC236}">
                <a16:creationId xmlns:a16="http://schemas.microsoft.com/office/drawing/2014/main" id="{C43B5162-FE0E-44F3-9394-48F4602A736D}"/>
              </a:ext>
            </a:extLst>
          </p:cNvPr>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6C01EF8E-7A2C-4D6B-9AD8-04F8FD90DB7E}"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Calibri"/>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Calibri"/>
            </a:endParaRPr>
          </a:p>
        </p:txBody>
      </p:sp>
    </p:spTree>
    <p:extLst>
      <p:ext uri="{BB962C8B-B14F-4D97-AF65-F5344CB8AC3E}">
        <p14:creationId xmlns:p14="http://schemas.microsoft.com/office/powerpoint/2010/main" val="403999277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1_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5FD0C36-A89E-4CF5-9409-5CA5A857AC53}"/>
              </a:ext>
            </a:extLst>
          </p:cNvPr>
          <p:cNvSpPr>
            <a:spLocks noGrp="1"/>
          </p:cNvSpPr>
          <p:nvPr>
            <p:ph type="dt" sz="half" idx="10"/>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FCFB986D-55E6-4836-9C6C-802B88A415D6}" type="datetime4">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Calibri"/>
              </a:rPr>
              <a:pPr marL="0" marR="0" lvl="0" indent="0" algn="ctr" defTabSz="914400" rtl="0" eaLnBrk="1" fontAlgn="auto" latinLnBrk="0" hangingPunct="1">
                <a:lnSpc>
                  <a:spcPct val="100000"/>
                </a:lnSpc>
                <a:spcBef>
                  <a:spcPts val="0"/>
                </a:spcBef>
                <a:spcAft>
                  <a:spcPts val="0"/>
                </a:spcAft>
                <a:buClrTx/>
                <a:buSzTx/>
                <a:buFontTx/>
                <a:buNone/>
                <a:tabLst/>
                <a:defRPr/>
              </a:pPr>
              <a:t>November 16, 2023</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Calibri"/>
            </a:endParaRPr>
          </a:p>
        </p:txBody>
      </p:sp>
      <p:sp>
        <p:nvSpPr>
          <p:cNvPr id="3" name="Footer Placeholder 2">
            <a:extLst>
              <a:ext uri="{FF2B5EF4-FFF2-40B4-BE49-F238E27FC236}">
                <a16:creationId xmlns:a16="http://schemas.microsoft.com/office/drawing/2014/main" id="{763172A1-C178-4B43-B08B-38C99CE18888}"/>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Calibri"/>
            </a:endParaRPr>
          </a:p>
        </p:txBody>
      </p:sp>
      <p:sp>
        <p:nvSpPr>
          <p:cNvPr id="4" name="Slide Number Placeholder 3">
            <a:extLst>
              <a:ext uri="{FF2B5EF4-FFF2-40B4-BE49-F238E27FC236}">
                <a16:creationId xmlns:a16="http://schemas.microsoft.com/office/drawing/2014/main" id="{C43B5162-FE0E-44F3-9394-48F4602A736D}"/>
              </a:ext>
            </a:extLst>
          </p:cNvPr>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6C01EF8E-7A2C-4D6B-9AD8-04F8FD90DB7E}"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Calibri"/>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Calibri"/>
            </a:endParaRPr>
          </a:p>
        </p:txBody>
      </p:sp>
      <p:sp>
        <p:nvSpPr>
          <p:cNvPr id="5" name="Rectangle 4">
            <a:extLst>
              <a:ext uri="{FF2B5EF4-FFF2-40B4-BE49-F238E27FC236}">
                <a16:creationId xmlns:a16="http://schemas.microsoft.com/office/drawing/2014/main" id="{3585DA8D-1BD9-4E12-8793-1389D2260DD1}"/>
              </a:ext>
            </a:extLst>
          </p:cNvPr>
          <p:cNvSpPr/>
          <p:nvPr/>
        </p:nvSpPr>
        <p:spPr>
          <a:xfrm>
            <a:off x="8523962" y="0"/>
            <a:ext cx="3668038" cy="9144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Calibri"/>
            </a:endParaRPr>
          </a:p>
        </p:txBody>
      </p:sp>
      <p:sp>
        <p:nvSpPr>
          <p:cNvPr id="6" name="Rectangle 5">
            <a:extLst>
              <a:ext uri="{FF2B5EF4-FFF2-40B4-BE49-F238E27FC236}">
                <a16:creationId xmlns:a16="http://schemas.microsoft.com/office/drawing/2014/main" id="{C81E8E7A-7FA8-4B95-B9FB-6DB176FC273D}"/>
              </a:ext>
            </a:extLst>
          </p:cNvPr>
          <p:cNvSpPr/>
          <p:nvPr/>
        </p:nvSpPr>
        <p:spPr>
          <a:xfrm>
            <a:off x="0" y="5943600"/>
            <a:ext cx="2199968" cy="9144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Calibri"/>
            </a:endParaRPr>
          </a:p>
        </p:txBody>
      </p:sp>
    </p:spTree>
    <p:extLst>
      <p:ext uri="{BB962C8B-B14F-4D97-AF65-F5344CB8AC3E}">
        <p14:creationId xmlns:p14="http://schemas.microsoft.com/office/powerpoint/2010/main" val="8581577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613F3C-F0FD-4573-87E9-914EA54A4D8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EB6E79E-79F1-4AF2-A67D-CBA69155D6B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8FDC489-9556-4CAA-AE68-B27AF0A8366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C006C1C-406C-481F-8995-BA1173AACE85}"/>
              </a:ext>
            </a:extLst>
          </p:cNvPr>
          <p:cNvSpPr>
            <a:spLocks noGrp="1"/>
          </p:cNvSpPr>
          <p:nvPr>
            <p:ph type="dt" sz="half" idx="10"/>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2A270733-B070-44B1-AE0C-BFC40FE333A7}" type="datetime4">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Calibri"/>
              </a:rPr>
              <a:pPr marL="0" marR="0" lvl="0" indent="0" algn="ctr" defTabSz="914400" rtl="0" eaLnBrk="1" fontAlgn="auto" latinLnBrk="0" hangingPunct="1">
                <a:lnSpc>
                  <a:spcPct val="100000"/>
                </a:lnSpc>
                <a:spcBef>
                  <a:spcPts val="0"/>
                </a:spcBef>
                <a:spcAft>
                  <a:spcPts val="0"/>
                </a:spcAft>
                <a:buClrTx/>
                <a:buSzTx/>
                <a:buFontTx/>
                <a:buNone/>
                <a:tabLst/>
                <a:defRPr/>
              </a:pPr>
              <a:t>November 16, 2023</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Calibri"/>
            </a:endParaRPr>
          </a:p>
        </p:txBody>
      </p:sp>
      <p:sp>
        <p:nvSpPr>
          <p:cNvPr id="6" name="Footer Placeholder 5">
            <a:extLst>
              <a:ext uri="{FF2B5EF4-FFF2-40B4-BE49-F238E27FC236}">
                <a16:creationId xmlns:a16="http://schemas.microsoft.com/office/drawing/2014/main" id="{438D69C8-B1E8-43E1-A5FC-6B0E2FF617A5}"/>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Calibri"/>
            </a:endParaRPr>
          </a:p>
        </p:txBody>
      </p:sp>
      <p:sp>
        <p:nvSpPr>
          <p:cNvPr id="7" name="Slide Number Placeholder 6">
            <a:extLst>
              <a:ext uri="{FF2B5EF4-FFF2-40B4-BE49-F238E27FC236}">
                <a16:creationId xmlns:a16="http://schemas.microsoft.com/office/drawing/2014/main" id="{B5E8554D-D516-49DD-91B3-5BE6BCCEBFBD}"/>
              </a:ext>
            </a:extLst>
          </p:cNvPr>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6C01EF8E-7A2C-4D6B-9AD8-04F8FD90DB7E}"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Calibri"/>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Calibri"/>
            </a:endParaRPr>
          </a:p>
        </p:txBody>
      </p:sp>
    </p:spTree>
    <p:extLst>
      <p:ext uri="{BB962C8B-B14F-4D97-AF65-F5344CB8AC3E}">
        <p14:creationId xmlns:p14="http://schemas.microsoft.com/office/powerpoint/2010/main" val="88826408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25A911-3953-45F2-8CF3-0CB1D5FE8A5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5147979-4552-479C-83A6-E97076EFCE8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877F7BC3-9EB2-437B-AB87-0FD03B56D06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4BD92A7-2C83-47FB-B692-00FEFC154ECC}"/>
              </a:ext>
            </a:extLst>
          </p:cNvPr>
          <p:cNvSpPr>
            <a:spLocks noGrp="1"/>
          </p:cNvSpPr>
          <p:nvPr>
            <p:ph type="dt" sz="half" idx="10"/>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21B0129B-359C-4069-9E34-3F1A2856E945}" type="datetime4">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Calibri"/>
              </a:rPr>
              <a:pPr marL="0" marR="0" lvl="0" indent="0" algn="ctr" defTabSz="914400" rtl="0" eaLnBrk="1" fontAlgn="auto" latinLnBrk="0" hangingPunct="1">
                <a:lnSpc>
                  <a:spcPct val="100000"/>
                </a:lnSpc>
                <a:spcBef>
                  <a:spcPts val="0"/>
                </a:spcBef>
                <a:spcAft>
                  <a:spcPts val="0"/>
                </a:spcAft>
                <a:buClrTx/>
                <a:buSzTx/>
                <a:buFontTx/>
                <a:buNone/>
                <a:tabLst/>
                <a:defRPr/>
              </a:pPr>
              <a:t>November 16, 2023</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Calibri"/>
            </a:endParaRPr>
          </a:p>
        </p:txBody>
      </p:sp>
      <p:sp>
        <p:nvSpPr>
          <p:cNvPr id="6" name="Footer Placeholder 5">
            <a:extLst>
              <a:ext uri="{FF2B5EF4-FFF2-40B4-BE49-F238E27FC236}">
                <a16:creationId xmlns:a16="http://schemas.microsoft.com/office/drawing/2014/main" id="{5F363FC5-B99A-4FF3-BFC9-979C41A577C9}"/>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Calibri"/>
            </a:endParaRPr>
          </a:p>
        </p:txBody>
      </p:sp>
      <p:sp>
        <p:nvSpPr>
          <p:cNvPr id="7" name="Slide Number Placeholder 6">
            <a:extLst>
              <a:ext uri="{FF2B5EF4-FFF2-40B4-BE49-F238E27FC236}">
                <a16:creationId xmlns:a16="http://schemas.microsoft.com/office/drawing/2014/main" id="{4395FB0D-EB5C-40AD-BD8A-7B9CDC76651A}"/>
              </a:ext>
            </a:extLst>
          </p:cNvPr>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6C01EF8E-7A2C-4D6B-9AD8-04F8FD90DB7E}"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Calibri"/>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Calibri"/>
            </a:endParaRPr>
          </a:p>
        </p:txBody>
      </p:sp>
    </p:spTree>
    <p:extLst>
      <p:ext uri="{BB962C8B-B14F-4D97-AF65-F5344CB8AC3E}">
        <p14:creationId xmlns:p14="http://schemas.microsoft.com/office/powerpoint/2010/main" val="74128572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FA3A99-24DA-475B-9512-7A97F284897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A03FFC4-569F-413C-8A5F-23D4EC80BF2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0DD3991-658B-4417-9CE8-7ACFEE02ABDE}"/>
              </a:ext>
            </a:extLst>
          </p:cNvPr>
          <p:cNvSpPr>
            <a:spLocks noGrp="1"/>
          </p:cNvSpPr>
          <p:nvPr>
            <p:ph type="dt" sz="half" idx="10"/>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6FA1056E-E3B6-4D58-93BB-647EC83B0E5D}" type="datetime4">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Calibri"/>
              </a:rPr>
              <a:pPr marL="0" marR="0" lvl="0" indent="0" algn="ctr" defTabSz="914400" rtl="0" eaLnBrk="1" fontAlgn="auto" latinLnBrk="0" hangingPunct="1">
                <a:lnSpc>
                  <a:spcPct val="100000"/>
                </a:lnSpc>
                <a:spcBef>
                  <a:spcPts val="0"/>
                </a:spcBef>
                <a:spcAft>
                  <a:spcPts val="0"/>
                </a:spcAft>
                <a:buClrTx/>
                <a:buSzTx/>
                <a:buFontTx/>
                <a:buNone/>
                <a:tabLst/>
                <a:defRPr/>
              </a:pPr>
              <a:t>November 16, 2023</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Calibri"/>
            </a:endParaRPr>
          </a:p>
        </p:txBody>
      </p:sp>
      <p:sp>
        <p:nvSpPr>
          <p:cNvPr id="5" name="Footer Placeholder 4">
            <a:extLst>
              <a:ext uri="{FF2B5EF4-FFF2-40B4-BE49-F238E27FC236}">
                <a16:creationId xmlns:a16="http://schemas.microsoft.com/office/drawing/2014/main" id="{2E22A4AA-BAA9-4046-A48D-FD0A4981A647}"/>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Calibri"/>
            </a:endParaRPr>
          </a:p>
        </p:txBody>
      </p:sp>
      <p:sp>
        <p:nvSpPr>
          <p:cNvPr id="6" name="Slide Number Placeholder 5">
            <a:extLst>
              <a:ext uri="{FF2B5EF4-FFF2-40B4-BE49-F238E27FC236}">
                <a16:creationId xmlns:a16="http://schemas.microsoft.com/office/drawing/2014/main" id="{0C567547-4D30-4FDE-8068-3A820446502E}"/>
              </a:ext>
            </a:extLst>
          </p:cNvPr>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6C01EF8E-7A2C-4D6B-9AD8-04F8FD90DB7E}"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Calibri"/>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Calibri"/>
            </a:endParaRPr>
          </a:p>
        </p:txBody>
      </p:sp>
    </p:spTree>
    <p:extLst>
      <p:ext uri="{BB962C8B-B14F-4D97-AF65-F5344CB8AC3E}">
        <p14:creationId xmlns:p14="http://schemas.microsoft.com/office/powerpoint/2010/main" val="22891165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C810B54-F940-4164-8A0E-F61F91AA278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A0A5C58-7C8F-4CE5-90DD-43FD26AC494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80EB906-D240-4D52-9E5F-6DF3EC7445C3}"/>
              </a:ext>
            </a:extLst>
          </p:cNvPr>
          <p:cNvSpPr>
            <a:spLocks noGrp="1"/>
          </p:cNvSpPr>
          <p:nvPr>
            <p:ph type="dt" sz="half" idx="10"/>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FBD825BB-6956-45F5-874D-B25C4CE6A75D}" type="datetime4">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Calibri"/>
              </a:rPr>
              <a:pPr marL="0" marR="0" lvl="0" indent="0" algn="ctr" defTabSz="914400" rtl="0" eaLnBrk="1" fontAlgn="auto" latinLnBrk="0" hangingPunct="1">
                <a:lnSpc>
                  <a:spcPct val="100000"/>
                </a:lnSpc>
                <a:spcBef>
                  <a:spcPts val="0"/>
                </a:spcBef>
                <a:spcAft>
                  <a:spcPts val="0"/>
                </a:spcAft>
                <a:buClrTx/>
                <a:buSzTx/>
                <a:buFontTx/>
                <a:buNone/>
                <a:tabLst/>
                <a:defRPr/>
              </a:pPr>
              <a:t>November 16, 2023</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Calibri"/>
            </a:endParaRPr>
          </a:p>
        </p:txBody>
      </p:sp>
      <p:sp>
        <p:nvSpPr>
          <p:cNvPr id="5" name="Footer Placeholder 4">
            <a:extLst>
              <a:ext uri="{FF2B5EF4-FFF2-40B4-BE49-F238E27FC236}">
                <a16:creationId xmlns:a16="http://schemas.microsoft.com/office/drawing/2014/main" id="{E8A40B40-145E-4328-849B-32C812414EE1}"/>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Calibri"/>
            </a:endParaRPr>
          </a:p>
        </p:txBody>
      </p:sp>
      <p:sp>
        <p:nvSpPr>
          <p:cNvPr id="6" name="Slide Number Placeholder 5">
            <a:extLst>
              <a:ext uri="{FF2B5EF4-FFF2-40B4-BE49-F238E27FC236}">
                <a16:creationId xmlns:a16="http://schemas.microsoft.com/office/drawing/2014/main" id="{0FD04E65-CFAA-46B4-8750-F82B4BA9453C}"/>
              </a:ext>
            </a:extLst>
          </p:cNvPr>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6C01EF8E-7A2C-4D6B-9AD8-04F8FD90DB7E}"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Calibri"/>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Calibri"/>
            </a:endParaRPr>
          </a:p>
        </p:txBody>
      </p:sp>
    </p:spTree>
    <p:extLst>
      <p:ext uri="{BB962C8B-B14F-4D97-AF65-F5344CB8AC3E}">
        <p14:creationId xmlns:p14="http://schemas.microsoft.com/office/powerpoint/2010/main" val="397852332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619044" y="469635"/>
            <a:ext cx="8953912" cy="499916"/>
          </a:xfrm>
        </p:spPr>
        <p:txBody>
          <a:bodyPr>
            <a:noAutofit/>
          </a:bodyPr>
          <a:lstStyle>
            <a:lvl1pPr algn="ctr">
              <a:defRPr sz="3600" b="1">
                <a:solidFill>
                  <a:schemeClr val="tx1">
                    <a:lumMod val="65000"/>
                    <a:lumOff val="35000"/>
                  </a:schemeClr>
                </a:solidFill>
              </a:defRPr>
            </a:lvl1pPr>
          </a:lstStyle>
          <a:p>
            <a:r>
              <a:rPr lang="en-US" dirty="0"/>
              <a:t>Click to edit Master title style</a:t>
            </a:r>
          </a:p>
        </p:txBody>
      </p:sp>
      <p:sp>
        <p:nvSpPr>
          <p:cNvPr id="3" name="Content Placeholder 2"/>
          <p:cNvSpPr>
            <a:spLocks noGrp="1"/>
          </p:cNvSpPr>
          <p:nvPr>
            <p:ph idx="1"/>
          </p:nvPr>
        </p:nvSpPr>
        <p:spPr>
          <a:xfrm>
            <a:off x="1619044" y="1012641"/>
            <a:ext cx="8953912" cy="280633"/>
          </a:xfrm>
        </p:spPr>
        <p:txBody>
          <a:bodyPr anchor="ctr">
            <a:noAutofit/>
          </a:bodyPr>
          <a:lstStyle>
            <a:lvl1pPr marL="0" indent="0" algn="ctr">
              <a:buFont typeface="Arial" panose="020B0604020202020204" pitchFamily="34" charset="0"/>
              <a:buNone/>
              <a:defRPr sz="1600">
                <a:solidFill>
                  <a:schemeClr val="tx1">
                    <a:lumMod val="65000"/>
                    <a:lumOff val="35000"/>
                  </a:schemeClr>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pPr lvl="0"/>
            <a:r>
              <a:rPr lang="en-US"/>
              <a:t>Click to edit Master text styles</a:t>
            </a:r>
          </a:p>
        </p:txBody>
      </p:sp>
      <p:sp>
        <p:nvSpPr>
          <p:cNvPr id="8" name="Content Placeholder 7"/>
          <p:cNvSpPr>
            <a:spLocks noGrp="1"/>
          </p:cNvSpPr>
          <p:nvPr>
            <p:ph sz="quarter" idx="13"/>
          </p:nvPr>
        </p:nvSpPr>
        <p:spPr>
          <a:xfrm>
            <a:off x="1619051" y="1756229"/>
            <a:ext cx="8953911" cy="448491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4"/>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CDB9BA37-62A4-4848-A5D0-286D02E4AAAA}" type="datetime1">
              <a:rPr kumimoji="0" lang="en-US" sz="1200" b="0" i="0" u="none" strike="noStrike" kern="1200" cap="none" spc="0" normalizeH="0" baseline="0" noProof="0">
                <a:ln>
                  <a:noFill/>
                </a:ln>
                <a:solidFill>
                  <a:prstClr val="black">
                    <a:tint val="75000"/>
                  </a:prstClr>
                </a:solidFill>
                <a:effectLst/>
                <a:uLnTx/>
                <a:uFillTx/>
                <a:latin typeface="Calibri"/>
                <a:ea typeface="+mn-ea"/>
                <a:cs typeface="Calibri"/>
              </a:rPr>
              <a:pPr marL="0" marR="0" lvl="0" indent="0" algn="ctr" defTabSz="914400" rtl="0" eaLnBrk="1" fontAlgn="auto" latinLnBrk="0" hangingPunct="1">
                <a:lnSpc>
                  <a:spcPct val="100000"/>
                </a:lnSpc>
                <a:spcBef>
                  <a:spcPts val="0"/>
                </a:spcBef>
                <a:spcAft>
                  <a:spcPts val="0"/>
                </a:spcAft>
                <a:buClrTx/>
                <a:buSzTx/>
                <a:buFontTx/>
                <a:buNone/>
                <a:tabLst/>
                <a:defRPr/>
              </a:pPr>
              <a:t>11/16/2023</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Calibri"/>
            </a:endParaRPr>
          </a:p>
        </p:txBody>
      </p:sp>
      <p:sp>
        <p:nvSpPr>
          <p:cNvPr id="6" name="Slide Number Placeholder 5"/>
          <p:cNvSpPr>
            <a:spLocks noGrp="1"/>
          </p:cNvSpPr>
          <p:nvPr>
            <p:ph type="sldNum" sz="quarter" idx="15"/>
          </p:nvPr>
        </p:nvSpPr>
        <p:spPr>
          <a:xfrm>
            <a:off x="7472363" y="6503988"/>
            <a:ext cx="465137" cy="274637"/>
          </a:xfrm>
        </p:spPr>
        <p:txBody>
          <a:bodyPr/>
          <a:lstStyle>
            <a:lvl1pPr algn="ctr">
              <a:defRPr sz="1000">
                <a:solidFill>
                  <a:schemeClr val="bg1">
                    <a:lumMod val="95000"/>
                  </a:schemeClr>
                </a:solidFill>
                <a:latin typeface="+mj-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DADC7271-CBFE-4FC4-9C14-41F8B9E12AD7}" type="slidenum">
              <a:rPr kumimoji="0" lang="en-US" sz="1000" b="0" i="0" u="none" strike="noStrike" kern="1200" cap="none" spc="0" normalizeH="0" baseline="0" noProof="0">
                <a:ln>
                  <a:noFill/>
                </a:ln>
                <a:solidFill>
                  <a:prstClr val="white">
                    <a:lumMod val="95000"/>
                  </a:prstClr>
                </a:solidFill>
                <a:effectLst/>
                <a:uLnTx/>
                <a:uFillTx/>
                <a:latin typeface="Ubuntu Medium"/>
                <a:ea typeface="+mn-ea"/>
                <a:cs typeface="Calibri"/>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dirty="0">
              <a:ln>
                <a:noFill/>
              </a:ln>
              <a:solidFill>
                <a:prstClr val="white">
                  <a:lumMod val="95000"/>
                </a:prstClr>
              </a:solidFill>
              <a:effectLst/>
              <a:uLnTx/>
              <a:uFillTx/>
              <a:latin typeface="Ubuntu Medium"/>
              <a:ea typeface="+mn-ea"/>
              <a:cs typeface="Calibri"/>
            </a:endParaRPr>
          </a:p>
        </p:txBody>
      </p:sp>
    </p:spTree>
    <p:extLst>
      <p:ext uri="{BB962C8B-B14F-4D97-AF65-F5344CB8AC3E}">
        <p14:creationId xmlns:p14="http://schemas.microsoft.com/office/powerpoint/2010/main" val="143134671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Master Slide 1">
    <p:spTree>
      <p:nvGrpSpPr>
        <p:cNvPr id="1" name=""/>
        <p:cNvGrpSpPr/>
        <p:nvPr/>
      </p:nvGrpSpPr>
      <p:grpSpPr>
        <a:xfrm>
          <a:off x="0" y="0"/>
          <a:ext cx="0" cy="0"/>
          <a:chOff x="0" y="0"/>
          <a:chExt cx="0" cy="0"/>
        </a:xfrm>
      </p:grpSpPr>
    </p:spTree>
    <p:extLst>
      <p:ext uri="{BB962C8B-B14F-4D97-AF65-F5344CB8AC3E}">
        <p14:creationId xmlns:p14="http://schemas.microsoft.com/office/powerpoint/2010/main" val="52257964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1_Normal Center">
    <p:spTree>
      <p:nvGrpSpPr>
        <p:cNvPr id="1" name=""/>
        <p:cNvGrpSpPr/>
        <p:nvPr/>
      </p:nvGrpSpPr>
      <p:grpSpPr>
        <a:xfrm>
          <a:off x="0" y="0"/>
          <a:ext cx="0" cy="0"/>
          <a:chOff x="0" y="0"/>
          <a:chExt cx="0" cy="0"/>
        </a:xfrm>
      </p:grpSpPr>
      <p:sp>
        <p:nvSpPr>
          <p:cNvPr id="4" name="Title 1"/>
          <p:cNvSpPr>
            <a:spLocks noGrp="1"/>
          </p:cNvSpPr>
          <p:nvPr>
            <p:ph type="title" hasCustomPrompt="1"/>
          </p:nvPr>
        </p:nvSpPr>
        <p:spPr>
          <a:xfrm>
            <a:off x="470455" y="458073"/>
            <a:ext cx="11357112" cy="562527"/>
          </a:xfrm>
        </p:spPr>
        <p:txBody>
          <a:bodyPr>
            <a:noAutofit/>
          </a:bodyPr>
          <a:lstStyle>
            <a:lvl1pPr algn="ctr">
              <a:defRPr sz="4800">
                <a:solidFill>
                  <a:schemeClr val="tx1"/>
                </a:solidFill>
                <a:latin typeface="+mj-lt"/>
              </a:defRPr>
            </a:lvl1pPr>
          </a:lstStyle>
          <a:p>
            <a:r>
              <a:rPr lang="en-US"/>
              <a:t>CLICK TO EDIT MASTER TITLE STYLE</a:t>
            </a:r>
            <a:endParaRPr lang="id-ID"/>
          </a:p>
        </p:txBody>
      </p:sp>
      <p:sp>
        <p:nvSpPr>
          <p:cNvPr id="5" name="Text Placeholder 7"/>
          <p:cNvSpPr>
            <a:spLocks noGrp="1"/>
          </p:cNvSpPr>
          <p:nvPr>
            <p:ph type="body" sz="quarter" idx="10"/>
          </p:nvPr>
        </p:nvSpPr>
        <p:spPr>
          <a:xfrm>
            <a:off x="470455" y="968698"/>
            <a:ext cx="11357112" cy="436908"/>
          </a:xfrm>
        </p:spPr>
        <p:txBody>
          <a:bodyPr>
            <a:normAutofit/>
          </a:bodyPr>
          <a:lstStyle>
            <a:lvl1pPr marL="0" indent="0" algn="ctr">
              <a:buNone/>
              <a:defRPr sz="1800">
                <a:solidFill>
                  <a:schemeClr val="tx1"/>
                </a:solidFill>
                <a:latin typeface="+mn-lt"/>
              </a:defRPr>
            </a:lvl1pPr>
          </a:lstStyle>
          <a:p>
            <a:pPr lvl="0"/>
            <a:r>
              <a:rPr lang="en-US"/>
              <a:t>Click to edit Master text styles</a:t>
            </a:r>
          </a:p>
        </p:txBody>
      </p:sp>
    </p:spTree>
    <p:extLst>
      <p:ext uri="{BB962C8B-B14F-4D97-AF65-F5344CB8AC3E}">
        <p14:creationId xmlns:p14="http://schemas.microsoft.com/office/powerpoint/2010/main" val="382231173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4_side image small">
    <p:spTree>
      <p:nvGrpSpPr>
        <p:cNvPr id="1" name=""/>
        <p:cNvGrpSpPr/>
        <p:nvPr/>
      </p:nvGrpSpPr>
      <p:grpSpPr>
        <a:xfrm>
          <a:off x="0" y="0"/>
          <a:ext cx="0" cy="0"/>
          <a:chOff x="0" y="0"/>
          <a:chExt cx="0" cy="0"/>
        </a:xfrm>
      </p:grpSpPr>
      <p:sp>
        <p:nvSpPr>
          <p:cNvPr id="4" name="Title 1"/>
          <p:cNvSpPr>
            <a:spLocks noGrp="1"/>
          </p:cNvSpPr>
          <p:nvPr>
            <p:ph type="title" hasCustomPrompt="1"/>
          </p:nvPr>
        </p:nvSpPr>
        <p:spPr>
          <a:xfrm>
            <a:off x="470455" y="458073"/>
            <a:ext cx="11357112" cy="562527"/>
          </a:xfrm>
        </p:spPr>
        <p:txBody>
          <a:bodyPr>
            <a:noAutofit/>
          </a:bodyPr>
          <a:lstStyle>
            <a:lvl1pPr algn="ctr">
              <a:defRPr sz="4800">
                <a:solidFill>
                  <a:schemeClr val="tx1"/>
                </a:solidFill>
                <a:latin typeface="+mj-lt"/>
              </a:defRPr>
            </a:lvl1pPr>
          </a:lstStyle>
          <a:p>
            <a:r>
              <a:rPr lang="en-US"/>
              <a:t>CLICK TO EDIT MASTER TITLE STYLE</a:t>
            </a:r>
            <a:endParaRPr lang="id-ID"/>
          </a:p>
        </p:txBody>
      </p:sp>
      <p:sp>
        <p:nvSpPr>
          <p:cNvPr id="5" name="Text Placeholder 7"/>
          <p:cNvSpPr>
            <a:spLocks noGrp="1"/>
          </p:cNvSpPr>
          <p:nvPr>
            <p:ph type="body" sz="quarter" idx="10"/>
          </p:nvPr>
        </p:nvSpPr>
        <p:spPr>
          <a:xfrm>
            <a:off x="470455" y="968698"/>
            <a:ext cx="11357112" cy="436908"/>
          </a:xfrm>
        </p:spPr>
        <p:txBody>
          <a:bodyPr>
            <a:normAutofit/>
          </a:bodyPr>
          <a:lstStyle>
            <a:lvl1pPr marL="0" indent="0" algn="ctr">
              <a:buNone/>
              <a:defRPr sz="1800">
                <a:solidFill>
                  <a:schemeClr val="tx1"/>
                </a:solidFill>
                <a:latin typeface="+mn-lt"/>
              </a:defRPr>
            </a:lvl1pPr>
          </a:lstStyle>
          <a:p>
            <a:pPr lvl="0"/>
            <a:r>
              <a:rPr lang="en-US"/>
              <a:t>Click to edit Master text styles</a:t>
            </a:r>
          </a:p>
        </p:txBody>
      </p:sp>
      <p:sp>
        <p:nvSpPr>
          <p:cNvPr id="6" name="Picture Placeholder 2"/>
          <p:cNvSpPr>
            <a:spLocks noGrp="1"/>
          </p:cNvSpPr>
          <p:nvPr>
            <p:ph type="pic" sz="quarter" idx="11"/>
          </p:nvPr>
        </p:nvSpPr>
        <p:spPr>
          <a:xfrm>
            <a:off x="0" y="2186608"/>
            <a:ext cx="5751444" cy="3617843"/>
          </a:xfrm>
        </p:spPr>
        <p:txBody>
          <a:bodyPr/>
          <a:lstStyle/>
          <a:p>
            <a:endParaRPr lang="id-ID"/>
          </a:p>
        </p:txBody>
      </p:sp>
    </p:spTree>
    <p:extLst>
      <p:ext uri="{BB962C8B-B14F-4D97-AF65-F5344CB8AC3E}">
        <p14:creationId xmlns:p14="http://schemas.microsoft.com/office/powerpoint/2010/main" val="393855283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4_Normal 3 placeholder">
    <p:spTree>
      <p:nvGrpSpPr>
        <p:cNvPr id="1" name=""/>
        <p:cNvGrpSpPr/>
        <p:nvPr/>
      </p:nvGrpSpPr>
      <p:grpSpPr>
        <a:xfrm>
          <a:off x="0" y="0"/>
          <a:ext cx="0" cy="0"/>
          <a:chOff x="0" y="0"/>
          <a:chExt cx="0" cy="0"/>
        </a:xfrm>
      </p:grpSpPr>
      <p:sp>
        <p:nvSpPr>
          <p:cNvPr id="4" name="Title 1"/>
          <p:cNvSpPr>
            <a:spLocks noGrp="1"/>
          </p:cNvSpPr>
          <p:nvPr>
            <p:ph type="title" hasCustomPrompt="1"/>
          </p:nvPr>
        </p:nvSpPr>
        <p:spPr>
          <a:xfrm>
            <a:off x="470455" y="458073"/>
            <a:ext cx="11357112" cy="562527"/>
          </a:xfrm>
        </p:spPr>
        <p:txBody>
          <a:bodyPr>
            <a:noAutofit/>
          </a:bodyPr>
          <a:lstStyle>
            <a:lvl1pPr algn="ctr">
              <a:defRPr sz="4800">
                <a:solidFill>
                  <a:schemeClr val="tx1"/>
                </a:solidFill>
                <a:latin typeface="+mj-lt"/>
              </a:defRPr>
            </a:lvl1pPr>
          </a:lstStyle>
          <a:p>
            <a:r>
              <a:rPr lang="en-US"/>
              <a:t>CLICK TO EDIT MASTER TITLE STYLE</a:t>
            </a:r>
            <a:endParaRPr lang="id-ID"/>
          </a:p>
        </p:txBody>
      </p:sp>
      <p:sp>
        <p:nvSpPr>
          <p:cNvPr id="5" name="Text Placeholder 7"/>
          <p:cNvSpPr>
            <a:spLocks noGrp="1"/>
          </p:cNvSpPr>
          <p:nvPr>
            <p:ph type="body" sz="quarter" idx="10"/>
          </p:nvPr>
        </p:nvSpPr>
        <p:spPr>
          <a:xfrm>
            <a:off x="470455" y="968698"/>
            <a:ext cx="11357112" cy="436908"/>
          </a:xfrm>
        </p:spPr>
        <p:txBody>
          <a:bodyPr>
            <a:normAutofit/>
          </a:bodyPr>
          <a:lstStyle>
            <a:lvl1pPr marL="0" indent="0" algn="ctr">
              <a:buNone/>
              <a:defRPr sz="1800">
                <a:solidFill>
                  <a:schemeClr val="tx1"/>
                </a:solidFill>
                <a:latin typeface="+mn-lt"/>
              </a:defRPr>
            </a:lvl1pPr>
          </a:lstStyle>
          <a:p>
            <a:pPr lvl="0"/>
            <a:r>
              <a:rPr lang="en-US"/>
              <a:t>Click to edit Master text styles</a:t>
            </a:r>
          </a:p>
        </p:txBody>
      </p:sp>
      <p:sp>
        <p:nvSpPr>
          <p:cNvPr id="6" name="Picture Placeholder 2"/>
          <p:cNvSpPr>
            <a:spLocks noGrp="1"/>
          </p:cNvSpPr>
          <p:nvPr>
            <p:ph type="pic" sz="quarter" idx="11" hasCustomPrompt="1"/>
          </p:nvPr>
        </p:nvSpPr>
        <p:spPr>
          <a:xfrm>
            <a:off x="0" y="2584021"/>
            <a:ext cx="3974123" cy="2759661"/>
          </a:xfrm>
          <a:prstGeom prst="rect">
            <a:avLst/>
          </a:prstGeom>
          <a:pattFill prst="pct80">
            <a:fgClr>
              <a:schemeClr val="bg1">
                <a:lumMod val="65000"/>
              </a:schemeClr>
            </a:fgClr>
            <a:bgClr>
              <a:schemeClr val="bg1">
                <a:lumMod val="95000"/>
              </a:schemeClr>
            </a:bgClr>
          </a:pattFill>
        </p:spPr>
        <p:txBody>
          <a:bodyPr anchor="ctr">
            <a:normAutofit/>
          </a:bodyPr>
          <a:lstStyle>
            <a:lvl1pPr marL="0" indent="0" algn="ctr">
              <a:buNone/>
              <a:defRPr sz="1800" b="0" i="0" baseline="0">
                <a:latin typeface="Roboto Medium" charset="0"/>
                <a:ea typeface="Roboto Medium" charset="0"/>
                <a:cs typeface="Roboto Medium" charset="0"/>
              </a:defRPr>
            </a:lvl1pPr>
          </a:lstStyle>
          <a:p>
            <a:r>
              <a:rPr lang="en-US" dirty="0"/>
              <a:t>Insert Image</a:t>
            </a:r>
          </a:p>
        </p:txBody>
      </p:sp>
      <p:sp>
        <p:nvSpPr>
          <p:cNvPr id="7" name="Picture Placeholder 2"/>
          <p:cNvSpPr>
            <a:spLocks noGrp="1"/>
          </p:cNvSpPr>
          <p:nvPr>
            <p:ph type="pic" sz="quarter" idx="12" hasCustomPrompt="1"/>
          </p:nvPr>
        </p:nvSpPr>
        <p:spPr>
          <a:xfrm>
            <a:off x="8217877" y="2584021"/>
            <a:ext cx="3974123" cy="2759661"/>
          </a:xfrm>
          <a:prstGeom prst="rect">
            <a:avLst/>
          </a:prstGeom>
          <a:pattFill prst="pct80">
            <a:fgClr>
              <a:schemeClr val="bg1">
                <a:lumMod val="65000"/>
              </a:schemeClr>
            </a:fgClr>
            <a:bgClr>
              <a:schemeClr val="bg1">
                <a:lumMod val="95000"/>
              </a:schemeClr>
            </a:bgClr>
          </a:pattFill>
        </p:spPr>
        <p:txBody>
          <a:bodyPr anchor="ctr">
            <a:normAutofit/>
          </a:bodyPr>
          <a:lstStyle>
            <a:lvl1pPr marL="0" indent="0" algn="ctr">
              <a:buNone/>
              <a:defRPr sz="1800" b="0" i="0" baseline="0">
                <a:latin typeface="Roboto Medium" charset="0"/>
                <a:ea typeface="Roboto Medium" charset="0"/>
                <a:cs typeface="Roboto Medium" charset="0"/>
              </a:defRPr>
            </a:lvl1pPr>
          </a:lstStyle>
          <a:p>
            <a:r>
              <a:rPr lang="en-US" dirty="0"/>
              <a:t>Insert Image</a:t>
            </a:r>
          </a:p>
        </p:txBody>
      </p:sp>
      <p:sp>
        <p:nvSpPr>
          <p:cNvPr id="8" name="Rectangle 7"/>
          <p:cNvSpPr/>
          <p:nvPr userDrawn="1"/>
        </p:nvSpPr>
        <p:spPr>
          <a:xfrm>
            <a:off x="3974123" y="2584020"/>
            <a:ext cx="4243754" cy="275966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Roboto Thin" charset="0"/>
            </a:endParaRPr>
          </a:p>
        </p:txBody>
      </p:sp>
    </p:spTree>
    <p:extLst>
      <p:ext uri="{BB962C8B-B14F-4D97-AF65-F5344CB8AC3E}">
        <p14:creationId xmlns:p14="http://schemas.microsoft.com/office/powerpoint/2010/main" val="227794407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4_Normal w/ image">
    <p:spTree>
      <p:nvGrpSpPr>
        <p:cNvPr id="1" name=""/>
        <p:cNvGrpSpPr/>
        <p:nvPr/>
      </p:nvGrpSpPr>
      <p:grpSpPr>
        <a:xfrm>
          <a:off x="0" y="0"/>
          <a:ext cx="0" cy="0"/>
          <a:chOff x="0" y="0"/>
          <a:chExt cx="0" cy="0"/>
        </a:xfrm>
      </p:grpSpPr>
      <p:sp>
        <p:nvSpPr>
          <p:cNvPr id="3" name="Picture Placeholder 2"/>
          <p:cNvSpPr>
            <a:spLocks noGrp="1"/>
          </p:cNvSpPr>
          <p:nvPr>
            <p:ph type="pic" sz="quarter" idx="11"/>
          </p:nvPr>
        </p:nvSpPr>
        <p:spPr>
          <a:xfrm>
            <a:off x="9157252" y="0"/>
            <a:ext cx="3034748" cy="6858000"/>
          </a:xfrm>
        </p:spPr>
        <p:txBody>
          <a:bodyPr/>
          <a:lstStyle/>
          <a:p>
            <a:endParaRPr lang="id-ID"/>
          </a:p>
        </p:txBody>
      </p:sp>
      <p:sp>
        <p:nvSpPr>
          <p:cNvPr id="9" name="Title 1"/>
          <p:cNvSpPr>
            <a:spLocks noGrp="1"/>
          </p:cNvSpPr>
          <p:nvPr>
            <p:ph type="title" hasCustomPrompt="1"/>
          </p:nvPr>
        </p:nvSpPr>
        <p:spPr>
          <a:xfrm>
            <a:off x="470455" y="458073"/>
            <a:ext cx="11357112" cy="562527"/>
          </a:xfrm>
        </p:spPr>
        <p:txBody>
          <a:bodyPr>
            <a:noAutofit/>
          </a:bodyPr>
          <a:lstStyle>
            <a:lvl1pPr algn="l">
              <a:defRPr sz="4400">
                <a:solidFill>
                  <a:schemeClr val="tx1"/>
                </a:solidFill>
                <a:latin typeface="+mj-lt"/>
              </a:defRPr>
            </a:lvl1pPr>
          </a:lstStyle>
          <a:p>
            <a:r>
              <a:rPr lang="en-US"/>
              <a:t>CLICK TO EDIT MASTER TITLE STYLE</a:t>
            </a:r>
            <a:endParaRPr lang="id-ID"/>
          </a:p>
        </p:txBody>
      </p:sp>
      <p:sp>
        <p:nvSpPr>
          <p:cNvPr id="11" name="Text Placeholder 7"/>
          <p:cNvSpPr>
            <a:spLocks noGrp="1"/>
          </p:cNvSpPr>
          <p:nvPr>
            <p:ph type="body" sz="quarter" idx="10"/>
          </p:nvPr>
        </p:nvSpPr>
        <p:spPr>
          <a:xfrm>
            <a:off x="470455" y="902438"/>
            <a:ext cx="11357112" cy="436908"/>
          </a:xfrm>
        </p:spPr>
        <p:txBody>
          <a:bodyPr>
            <a:normAutofit/>
          </a:bodyPr>
          <a:lstStyle>
            <a:lvl1pPr marL="0" indent="0" algn="l">
              <a:buNone/>
              <a:defRPr sz="1800">
                <a:solidFill>
                  <a:schemeClr val="tx1"/>
                </a:solidFill>
                <a:latin typeface="+mn-lt"/>
              </a:defRPr>
            </a:lvl1pPr>
          </a:lstStyle>
          <a:p>
            <a:pPr lvl="0"/>
            <a:r>
              <a:rPr lang="en-US"/>
              <a:t>Click to edit Master text styles</a:t>
            </a:r>
          </a:p>
        </p:txBody>
      </p:sp>
    </p:spTree>
    <p:extLst>
      <p:ext uri="{BB962C8B-B14F-4D97-AF65-F5344CB8AC3E}">
        <p14:creationId xmlns:p14="http://schemas.microsoft.com/office/powerpoint/2010/main" val="384084312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5_Normal w/ image 3">
    <p:spTree>
      <p:nvGrpSpPr>
        <p:cNvPr id="1" name=""/>
        <p:cNvGrpSpPr/>
        <p:nvPr/>
      </p:nvGrpSpPr>
      <p:grpSpPr>
        <a:xfrm>
          <a:off x="0" y="0"/>
          <a:ext cx="0" cy="0"/>
          <a:chOff x="0" y="0"/>
          <a:chExt cx="0" cy="0"/>
        </a:xfrm>
      </p:grpSpPr>
      <p:sp>
        <p:nvSpPr>
          <p:cNvPr id="3" name="Picture Placeholder 2"/>
          <p:cNvSpPr>
            <a:spLocks noGrp="1"/>
          </p:cNvSpPr>
          <p:nvPr>
            <p:ph type="pic" sz="quarter" idx="11"/>
          </p:nvPr>
        </p:nvSpPr>
        <p:spPr>
          <a:xfrm>
            <a:off x="9157252" y="0"/>
            <a:ext cx="3034748" cy="3485322"/>
          </a:xfrm>
        </p:spPr>
        <p:txBody>
          <a:bodyPr/>
          <a:lstStyle/>
          <a:p>
            <a:endParaRPr lang="id-ID"/>
          </a:p>
        </p:txBody>
      </p:sp>
      <p:sp>
        <p:nvSpPr>
          <p:cNvPr id="7" name="Picture Placeholder 2"/>
          <p:cNvSpPr>
            <a:spLocks noGrp="1"/>
          </p:cNvSpPr>
          <p:nvPr>
            <p:ph type="pic" sz="quarter" idx="12"/>
          </p:nvPr>
        </p:nvSpPr>
        <p:spPr>
          <a:xfrm>
            <a:off x="9157252" y="3498574"/>
            <a:ext cx="3034748" cy="3359426"/>
          </a:xfrm>
        </p:spPr>
        <p:txBody>
          <a:bodyPr/>
          <a:lstStyle/>
          <a:p>
            <a:endParaRPr lang="id-ID"/>
          </a:p>
        </p:txBody>
      </p:sp>
      <p:sp>
        <p:nvSpPr>
          <p:cNvPr id="8" name="Title 1"/>
          <p:cNvSpPr>
            <a:spLocks noGrp="1"/>
          </p:cNvSpPr>
          <p:nvPr>
            <p:ph type="title" hasCustomPrompt="1"/>
          </p:nvPr>
        </p:nvSpPr>
        <p:spPr>
          <a:xfrm>
            <a:off x="470455" y="458073"/>
            <a:ext cx="11357112" cy="562527"/>
          </a:xfrm>
        </p:spPr>
        <p:txBody>
          <a:bodyPr>
            <a:normAutofit/>
          </a:bodyPr>
          <a:lstStyle>
            <a:lvl1pPr algn="l">
              <a:defRPr sz="3200">
                <a:solidFill>
                  <a:schemeClr val="tx1"/>
                </a:solidFill>
                <a:latin typeface="+mj-lt"/>
              </a:defRPr>
            </a:lvl1pPr>
          </a:lstStyle>
          <a:p>
            <a:r>
              <a:rPr lang="en-US"/>
              <a:t>CLICK TO EDIT MASTER TITLE STYLE</a:t>
            </a:r>
            <a:endParaRPr lang="id-ID"/>
          </a:p>
        </p:txBody>
      </p:sp>
      <p:sp>
        <p:nvSpPr>
          <p:cNvPr id="9" name="Text Placeholder 7"/>
          <p:cNvSpPr>
            <a:spLocks noGrp="1"/>
          </p:cNvSpPr>
          <p:nvPr>
            <p:ph type="body" sz="quarter" idx="10"/>
          </p:nvPr>
        </p:nvSpPr>
        <p:spPr>
          <a:xfrm>
            <a:off x="470455" y="875934"/>
            <a:ext cx="11357112" cy="436908"/>
          </a:xfrm>
        </p:spPr>
        <p:txBody>
          <a:bodyPr>
            <a:normAutofit/>
          </a:bodyPr>
          <a:lstStyle>
            <a:lvl1pPr marL="0" indent="0" algn="l">
              <a:buNone/>
              <a:defRPr sz="1600">
                <a:solidFill>
                  <a:schemeClr val="tx1"/>
                </a:solidFill>
                <a:latin typeface="+mn-lt"/>
              </a:defRPr>
            </a:lvl1pPr>
          </a:lstStyle>
          <a:p>
            <a:pPr lvl="0"/>
            <a:r>
              <a:rPr lang="en-US"/>
              <a:t>Click to edit Master text styles</a:t>
            </a:r>
          </a:p>
        </p:txBody>
      </p:sp>
    </p:spTree>
    <p:extLst>
      <p:ext uri="{BB962C8B-B14F-4D97-AF65-F5344CB8AC3E}">
        <p14:creationId xmlns:p14="http://schemas.microsoft.com/office/powerpoint/2010/main" val="306993408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6_Normal w/ image 8">
    <p:spTree>
      <p:nvGrpSpPr>
        <p:cNvPr id="1" name=""/>
        <p:cNvGrpSpPr/>
        <p:nvPr/>
      </p:nvGrpSpPr>
      <p:grpSpPr>
        <a:xfrm>
          <a:off x="0" y="0"/>
          <a:ext cx="0" cy="0"/>
          <a:chOff x="0" y="0"/>
          <a:chExt cx="0" cy="0"/>
        </a:xfrm>
      </p:grpSpPr>
      <p:sp>
        <p:nvSpPr>
          <p:cNvPr id="8" name="Title 1"/>
          <p:cNvSpPr>
            <a:spLocks noGrp="1"/>
          </p:cNvSpPr>
          <p:nvPr>
            <p:ph type="title"/>
          </p:nvPr>
        </p:nvSpPr>
        <p:spPr>
          <a:xfrm>
            <a:off x="470455" y="458073"/>
            <a:ext cx="11357112" cy="562527"/>
          </a:xfrm>
        </p:spPr>
        <p:txBody>
          <a:bodyPr>
            <a:noAutofit/>
          </a:bodyPr>
          <a:lstStyle>
            <a:lvl1pPr algn="ctr">
              <a:defRPr sz="4400">
                <a:solidFill>
                  <a:schemeClr val="tx1"/>
                </a:solidFill>
                <a:latin typeface="+mj-lt"/>
              </a:defRPr>
            </a:lvl1pPr>
          </a:lstStyle>
          <a:p>
            <a:r>
              <a:rPr lang="en-US"/>
              <a:t>Click to edit Master title style</a:t>
            </a:r>
            <a:endParaRPr lang="id-ID"/>
          </a:p>
        </p:txBody>
      </p:sp>
      <p:sp>
        <p:nvSpPr>
          <p:cNvPr id="9" name="Text Placeholder 7"/>
          <p:cNvSpPr>
            <a:spLocks noGrp="1"/>
          </p:cNvSpPr>
          <p:nvPr>
            <p:ph type="body" sz="quarter" idx="10"/>
          </p:nvPr>
        </p:nvSpPr>
        <p:spPr>
          <a:xfrm>
            <a:off x="470455" y="981950"/>
            <a:ext cx="11357112" cy="436908"/>
          </a:xfrm>
        </p:spPr>
        <p:txBody>
          <a:bodyPr>
            <a:normAutofit/>
          </a:bodyPr>
          <a:lstStyle>
            <a:lvl1pPr marL="0" indent="0" algn="ctr">
              <a:buNone/>
              <a:defRPr sz="1800">
                <a:solidFill>
                  <a:schemeClr val="tx1">
                    <a:lumMod val="50000"/>
                    <a:lumOff val="50000"/>
                  </a:schemeClr>
                </a:solidFill>
                <a:latin typeface="+mn-lt"/>
              </a:defRPr>
            </a:lvl1pPr>
          </a:lstStyle>
          <a:p>
            <a:pPr lvl="0"/>
            <a:r>
              <a:rPr lang="en-US"/>
              <a:t>Click to edit Master text styles</a:t>
            </a:r>
          </a:p>
        </p:txBody>
      </p:sp>
      <p:sp>
        <p:nvSpPr>
          <p:cNvPr id="6" name="Picture Placeholder 27"/>
          <p:cNvSpPr>
            <a:spLocks noGrp="1"/>
          </p:cNvSpPr>
          <p:nvPr>
            <p:ph type="pic" sz="quarter" idx="65"/>
          </p:nvPr>
        </p:nvSpPr>
        <p:spPr>
          <a:xfrm>
            <a:off x="1934319" y="2018983"/>
            <a:ext cx="1371600" cy="1371600"/>
          </a:xfrm>
          <a:prstGeom prst="ellipse">
            <a:avLst/>
          </a:prstGeom>
          <a:ln w="3175">
            <a:noFill/>
          </a:ln>
          <a:effectLst/>
        </p:spPr>
        <p:txBody>
          <a:bodyPr wrap="none" tIns="0" bIns="182880" anchor="b">
            <a:noAutofit/>
          </a:bodyPr>
          <a:lstStyle>
            <a:lvl1pPr algn="ctr" rtl="0">
              <a:buNone/>
              <a:defRPr sz="900" b="1" i="0" baseline="0">
                <a:solidFill>
                  <a:schemeClr val="tx1">
                    <a:lumMod val="75000"/>
                    <a:lumOff val="25000"/>
                  </a:schemeClr>
                </a:solidFill>
              </a:defRPr>
            </a:lvl1pPr>
          </a:lstStyle>
          <a:p>
            <a:endParaRPr lang="en-US" dirty="0"/>
          </a:p>
        </p:txBody>
      </p:sp>
      <p:sp>
        <p:nvSpPr>
          <p:cNvPr id="10" name="Picture Placeholder 27"/>
          <p:cNvSpPr>
            <a:spLocks noGrp="1"/>
          </p:cNvSpPr>
          <p:nvPr>
            <p:ph type="pic" sz="quarter" idx="66"/>
          </p:nvPr>
        </p:nvSpPr>
        <p:spPr>
          <a:xfrm>
            <a:off x="4004199" y="2018983"/>
            <a:ext cx="1371600" cy="1371600"/>
          </a:xfrm>
          <a:prstGeom prst="ellipse">
            <a:avLst/>
          </a:prstGeom>
          <a:ln w="3175">
            <a:noFill/>
          </a:ln>
          <a:effectLst/>
        </p:spPr>
        <p:txBody>
          <a:bodyPr wrap="none" tIns="0" bIns="182880" anchor="b">
            <a:noAutofit/>
          </a:bodyPr>
          <a:lstStyle>
            <a:lvl1pPr algn="ctr" rtl="0">
              <a:buNone/>
              <a:defRPr sz="900" b="1" i="0" baseline="0">
                <a:solidFill>
                  <a:schemeClr val="tx1">
                    <a:lumMod val="75000"/>
                    <a:lumOff val="25000"/>
                  </a:schemeClr>
                </a:solidFill>
              </a:defRPr>
            </a:lvl1pPr>
          </a:lstStyle>
          <a:p>
            <a:endParaRPr lang="en-US" dirty="0"/>
          </a:p>
        </p:txBody>
      </p:sp>
      <p:sp>
        <p:nvSpPr>
          <p:cNvPr id="11" name="Picture Placeholder 27"/>
          <p:cNvSpPr>
            <a:spLocks noGrp="1"/>
          </p:cNvSpPr>
          <p:nvPr>
            <p:ph type="pic" sz="quarter" idx="67"/>
          </p:nvPr>
        </p:nvSpPr>
        <p:spPr>
          <a:xfrm>
            <a:off x="6074079" y="2018983"/>
            <a:ext cx="1371600" cy="1371600"/>
          </a:xfrm>
          <a:prstGeom prst="ellipse">
            <a:avLst/>
          </a:prstGeom>
          <a:ln w="3175">
            <a:noFill/>
          </a:ln>
          <a:effectLst/>
        </p:spPr>
        <p:txBody>
          <a:bodyPr wrap="none" tIns="0" bIns="182880" anchor="b">
            <a:noAutofit/>
          </a:bodyPr>
          <a:lstStyle>
            <a:lvl1pPr algn="ctr" rtl="0">
              <a:buNone/>
              <a:defRPr sz="900" b="1" i="0" baseline="0">
                <a:solidFill>
                  <a:schemeClr val="tx1">
                    <a:lumMod val="75000"/>
                    <a:lumOff val="25000"/>
                  </a:schemeClr>
                </a:solidFill>
              </a:defRPr>
            </a:lvl1pPr>
          </a:lstStyle>
          <a:p>
            <a:endParaRPr lang="en-US" dirty="0"/>
          </a:p>
        </p:txBody>
      </p:sp>
      <p:sp>
        <p:nvSpPr>
          <p:cNvPr id="12" name="Picture Placeholder 27"/>
          <p:cNvSpPr>
            <a:spLocks noGrp="1"/>
          </p:cNvSpPr>
          <p:nvPr>
            <p:ph type="pic" sz="quarter" idx="68"/>
          </p:nvPr>
        </p:nvSpPr>
        <p:spPr>
          <a:xfrm>
            <a:off x="8143961" y="2018983"/>
            <a:ext cx="1371600" cy="1371600"/>
          </a:xfrm>
          <a:prstGeom prst="ellipse">
            <a:avLst/>
          </a:prstGeom>
          <a:ln w="3175">
            <a:noFill/>
          </a:ln>
          <a:effectLst/>
        </p:spPr>
        <p:txBody>
          <a:bodyPr wrap="none" tIns="0" bIns="182880" anchor="b">
            <a:noAutofit/>
          </a:bodyPr>
          <a:lstStyle>
            <a:lvl1pPr algn="ctr" rtl="0">
              <a:buNone/>
              <a:defRPr sz="900" b="1" i="0" baseline="0">
                <a:solidFill>
                  <a:schemeClr val="tx1">
                    <a:lumMod val="75000"/>
                    <a:lumOff val="25000"/>
                  </a:schemeClr>
                </a:solidFill>
              </a:defRPr>
            </a:lvl1pPr>
          </a:lstStyle>
          <a:p>
            <a:endParaRPr lang="en-US" dirty="0"/>
          </a:p>
        </p:txBody>
      </p:sp>
      <p:sp>
        <p:nvSpPr>
          <p:cNvPr id="13" name="Picture Placeholder 27"/>
          <p:cNvSpPr>
            <a:spLocks noGrp="1"/>
          </p:cNvSpPr>
          <p:nvPr>
            <p:ph type="pic" sz="quarter" idx="69"/>
          </p:nvPr>
        </p:nvSpPr>
        <p:spPr>
          <a:xfrm>
            <a:off x="1934319" y="4257017"/>
            <a:ext cx="1371600" cy="1371600"/>
          </a:xfrm>
          <a:prstGeom prst="ellipse">
            <a:avLst/>
          </a:prstGeom>
          <a:ln w="3175">
            <a:noFill/>
          </a:ln>
          <a:effectLst/>
        </p:spPr>
        <p:txBody>
          <a:bodyPr wrap="none" tIns="0" bIns="182880" anchor="b">
            <a:noAutofit/>
          </a:bodyPr>
          <a:lstStyle>
            <a:lvl1pPr algn="ctr" rtl="0">
              <a:buNone/>
              <a:defRPr sz="900" b="1" i="0" baseline="0">
                <a:solidFill>
                  <a:schemeClr val="tx1">
                    <a:lumMod val="75000"/>
                    <a:lumOff val="25000"/>
                  </a:schemeClr>
                </a:solidFill>
              </a:defRPr>
            </a:lvl1pPr>
          </a:lstStyle>
          <a:p>
            <a:endParaRPr lang="en-US" dirty="0"/>
          </a:p>
        </p:txBody>
      </p:sp>
      <p:sp>
        <p:nvSpPr>
          <p:cNvPr id="14" name="Picture Placeholder 27"/>
          <p:cNvSpPr>
            <a:spLocks noGrp="1"/>
          </p:cNvSpPr>
          <p:nvPr>
            <p:ph type="pic" sz="quarter" idx="70"/>
          </p:nvPr>
        </p:nvSpPr>
        <p:spPr>
          <a:xfrm>
            <a:off x="4004199" y="4257017"/>
            <a:ext cx="1371600" cy="1371600"/>
          </a:xfrm>
          <a:prstGeom prst="ellipse">
            <a:avLst/>
          </a:prstGeom>
          <a:ln w="3175">
            <a:noFill/>
          </a:ln>
          <a:effectLst/>
        </p:spPr>
        <p:txBody>
          <a:bodyPr wrap="none" tIns="0" bIns="182880" anchor="b">
            <a:noAutofit/>
          </a:bodyPr>
          <a:lstStyle>
            <a:lvl1pPr algn="ctr" rtl="0">
              <a:buNone/>
              <a:defRPr sz="900" b="1" i="0" baseline="0">
                <a:solidFill>
                  <a:schemeClr val="tx1">
                    <a:lumMod val="75000"/>
                    <a:lumOff val="25000"/>
                  </a:schemeClr>
                </a:solidFill>
              </a:defRPr>
            </a:lvl1pPr>
          </a:lstStyle>
          <a:p>
            <a:endParaRPr lang="en-US" dirty="0"/>
          </a:p>
        </p:txBody>
      </p:sp>
      <p:sp>
        <p:nvSpPr>
          <p:cNvPr id="15" name="Picture Placeholder 27"/>
          <p:cNvSpPr>
            <a:spLocks noGrp="1"/>
          </p:cNvSpPr>
          <p:nvPr>
            <p:ph type="pic" sz="quarter" idx="71"/>
          </p:nvPr>
        </p:nvSpPr>
        <p:spPr>
          <a:xfrm>
            <a:off x="6074079" y="4257017"/>
            <a:ext cx="1371600" cy="1371600"/>
          </a:xfrm>
          <a:prstGeom prst="ellipse">
            <a:avLst/>
          </a:prstGeom>
          <a:ln w="3175">
            <a:noFill/>
          </a:ln>
          <a:effectLst/>
        </p:spPr>
        <p:txBody>
          <a:bodyPr wrap="none" tIns="0" bIns="182880" anchor="b">
            <a:noAutofit/>
          </a:bodyPr>
          <a:lstStyle>
            <a:lvl1pPr algn="ctr" rtl="0">
              <a:buNone/>
              <a:defRPr sz="900" b="1" i="0" baseline="0">
                <a:solidFill>
                  <a:schemeClr val="tx1">
                    <a:lumMod val="75000"/>
                    <a:lumOff val="25000"/>
                  </a:schemeClr>
                </a:solidFill>
              </a:defRPr>
            </a:lvl1pPr>
          </a:lstStyle>
          <a:p>
            <a:endParaRPr lang="en-US" dirty="0"/>
          </a:p>
        </p:txBody>
      </p:sp>
      <p:sp>
        <p:nvSpPr>
          <p:cNvPr id="16" name="Picture Placeholder 27"/>
          <p:cNvSpPr>
            <a:spLocks noGrp="1"/>
          </p:cNvSpPr>
          <p:nvPr>
            <p:ph type="pic" sz="quarter" idx="72"/>
          </p:nvPr>
        </p:nvSpPr>
        <p:spPr>
          <a:xfrm>
            <a:off x="8143961" y="4257017"/>
            <a:ext cx="1371600" cy="1371600"/>
          </a:xfrm>
          <a:prstGeom prst="ellipse">
            <a:avLst/>
          </a:prstGeom>
          <a:ln w="3175">
            <a:noFill/>
          </a:ln>
          <a:effectLst/>
        </p:spPr>
        <p:txBody>
          <a:bodyPr wrap="none" tIns="0" bIns="182880" anchor="b">
            <a:noAutofit/>
          </a:bodyPr>
          <a:lstStyle>
            <a:lvl1pPr algn="ctr" rtl="0">
              <a:buNone/>
              <a:defRPr sz="900" b="1" i="0" baseline="0">
                <a:solidFill>
                  <a:schemeClr val="tx1">
                    <a:lumMod val="75000"/>
                    <a:lumOff val="25000"/>
                  </a:schemeClr>
                </a:solidFill>
              </a:defRPr>
            </a:lvl1pPr>
          </a:lstStyle>
          <a:p>
            <a:endParaRPr lang="en-US" dirty="0"/>
          </a:p>
        </p:txBody>
      </p:sp>
    </p:spTree>
    <p:extLst>
      <p:ext uri="{BB962C8B-B14F-4D97-AF65-F5344CB8AC3E}">
        <p14:creationId xmlns:p14="http://schemas.microsoft.com/office/powerpoint/2010/main" val="330267435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5_Normal w/ image 2">
    <p:spTree>
      <p:nvGrpSpPr>
        <p:cNvPr id="1" name=""/>
        <p:cNvGrpSpPr/>
        <p:nvPr/>
      </p:nvGrpSpPr>
      <p:grpSpPr>
        <a:xfrm>
          <a:off x="0" y="0"/>
          <a:ext cx="0" cy="0"/>
          <a:chOff x="0" y="0"/>
          <a:chExt cx="0" cy="0"/>
        </a:xfrm>
      </p:grpSpPr>
      <p:sp>
        <p:nvSpPr>
          <p:cNvPr id="3" name="Picture Placeholder 2"/>
          <p:cNvSpPr>
            <a:spLocks noGrp="1"/>
          </p:cNvSpPr>
          <p:nvPr>
            <p:ph type="pic" sz="quarter" idx="11"/>
          </p:nvPr>
        </p:nvSpPr>
        <p:spPr>
          <a:xfrm>
            <a:off x="0" y="2332382"/>
            <a:ext cx="12192000" cy="3635739"/>
          </a:xfrm>
        </p:spPr>
        <p:txBody>
          <a:bodyPr/>
          <a:lstStyle/>
          <a:p>
            <a:endParaRPr lang="id-ID"/>
          </a:p>
        </p:txBody>
      </p:sp>
      <p:sp>
        <p:nvSpPr>
          <p:cNvPr id="7" name="Title 1"/>
          <p:cNvSpPr>
            <a:spLocks noGrp="1"/>
          </p:cNvSpPr>
          <p:nvPr>
            <p:ph type="title"/>
          </p:nvPr>
        </p:nvSpPr>
        <p:spPr>
          <a:xfrm>
            <a:off x="470455" y="458073"/>
            <a:ext cx="11357112" cy="562527"/>
          </a:xfrm>
        </p:spPr>
        <p:txBody>
          <a:bodyPr>
            <a:noAutofit/>
          </a:bodyPr>
          <a:lstStyle>
            <a:lvl1pPr algn="ctr">
              <a:defRPr sz="4400">
                <a:solidFill>
                  <a:schemeClr val="tx1"/>
                </a:solidFill>
                <a:latin typeface="+mj-lt"/>
              </a:defRPr>
            </a:lvl1pPr>
          </a:lstStyle>
          <a:p>
            <a:r>
              <a:rPr lang="en-US"/>
              <a:t>Click to edit Master title style</a:t>
            </a:r>
            <a:endParaRPr lang="id-ID"/>
          </a:p>
        </p:txBody>
      </p:sp>
      <p:sp>
        <p:nvSpPr>
          <p:cNvPr id="8" name="Text Placeholder 7"/>
          <p:cNvSpPr>
            <a:spLocks noGrp="1"/>
          </p:cNvSpPr>
          <p:nvPr>
            <p:ph type="body" sz="quarter" idx="10"/>
          </p:nvPr>
        </p:nvSpPr>
        <p:spPr>
          <a:xfrm>
            <a:off x="470455" y="968698"/>
            <a:ext cx="11357112" cy="436908"/>
          </a:xfrm>
        </p:spPr>
        <p:txBody>
          <a:bodyPr>
            <a:normAutofit/>
          </a:bodyPr>
          <a:lstStyle>
            <a:lvl1pPr marL="0" indent="0" algn="ctr">
              <a:buNone/>
              <a:defRPr sz="1800">
                <a:solidFill>
                  <a:schemeClr val="tx1"/>
                </a:solidFill>
                <a:latin typeface="+mn-lt"/>
              </a:defRPr>
            </a:lvl1pPr>
          </a:lstStyle>
          <a:p>
            <a:pPr lvl="0"/>
            <a:r>
              <a:rPr lang="en-US"/>
              <a:t>Click to edit Master text styles</a:t>
            </a:r>
          </a:p>
        </p:txBody>
      </p:sp>
    </p:spTree>
    <p:extLst>
      <p:ext uri="{BB962C8B-B14F-4D97-AF65-F5344CB8AC3E}">
        <p14:creationId xmlns:p14="http://schemas.microsoft.com/office/powerpoint/2010/main" val="2330464350"/>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Message">
    <p:spTree>
      <p:nvGrpSpPr>
        <p:cNvPr id="1" name=""/>
        <p:cNvGrpSpPr/>
        <p:nvPr/>
      </p:nvGrpSpPr>
      <p:grpSpPr>
        <a:xfrm>
          <a:off x="0" y="0"/>
          <a:ext cx="0" cy="0"/>
          <a:chOff x="0" y="0"/>
          <a:chExt cx="0" cy="0"/>
        </a:xfrm>
      </p:grpSpPr>
      <p:sp>
        <p:nvSpPr>
          <p:cNvPr id="4" name="Picture Placeholder 3"/>
          <p:cNvSpPr>
            <a:spLocks noGrp="1" noChangeAspect="1"/>
          </p:cNvSpPr>
          <p:nvPr>
            <p:ph type="pic" sz="quarter" idx="51"/>
          </p:nvPr>
        </p:nvSpPr>
        <p:spPr>
          <a:xfrm>
            <a:off x="4208022" y="876672"/>
            <a:ext cx="2700000" cy="2700001"/>
          </a:xfrm>
          <a:custGeom>
            <a:avLst/>
            <a:gdLst>
              <a:gd name="connsiteX0" fmla="*/ 2076436 w 4143985"/>
              <a:gd name="connsiteY0" fmla="*/ 2 h 4143986"/>
              <a:gd name="connsiteX1" fmla="*/ 2588092 w 4143985"/>
              <a:gd name="connsiteY1" fmla="*/ 213223 h 4143986"/>
              <a:gd name="connsiteX2" fmla="*/ 3932959 w 4143985"/>
              <a:gd name="connsiteY2" fmla="*/ 1563871 h 4143986"/>
              <a:gd name="connsiteX3" fmla="*/ 3930763 w 4143985"/>
              <a:gd name="connsiteY3" fmla="*/ 2588092 h 4143986"/>
              <a:gd name="connsiteX4" fmla="*/ 2580115 w 4143985"/>
              <a:gd name="connsiteY4" fmla="*/ 3932960 h 4143986"/>
              <a:gd name="connsiteX5" fmla="*/ 1555894 w 4143985"/>
              <a:gd name="connsiteY5" fmla="*/ 3930763 h 4143986"/>
              <a:gd name="connsiteX6" fmla="*/ 211027 w 4143985"/>
              <a:gd name="connsiteY6" fmla="*/ 2580115 h 4143986"/>
              <a:gd name="connsiteX7" fmla="*/ 213223 w 4143985"/>
              <a:gd name="connsiteY7" fmla="*/ 1555895 h 4143986"/>
              <a:gd name="connsiteX8" fmla="*/ 1563871 w 4143985"/>
              <a:gd name="connsiteY8" fmla="*/ 211027 h 4143986"/>
              <a:gd name="connsiteX9" fmla="*/ 2076436 w 4143985"/>
              <a:gd name="connsiteY9" fmla="*/ 2 h 41439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143985" h="4143986">
                <a:moveTo>
                  <a:pt x="2076436" y="2"/>
                </a:moveTo>
                <a:cubicBezTo>
                  <a:pt x="2261784" y="399"/>
                  <a:pt x="2446980" y="71505"/>
                  <a:pt x="2588092" y="213223"/>
                </a:cubicBezTo>
                <a:lnTo>
                  <a:pt x="3932959" y="1563871"/>
                </a:lnTo>
                <a:cubicBezTo>
                  <a:pt x="4215184" y="1847309"/>
                  <a:pt x="4214200" y="2305868"/>
                  <a:pt x="3930763" y="2588092"/>
                </a:cubicBezTo>
                <a:lnTo>
                  <a:pt x="2580115" y="3932960"/>
                </a:lnTo>
                <a:cubicBezTo>
                  <a:pt x="2296678" y="4215184"/>
                  <a:pt x="1838119" y="4214201"/>
                  <a:pt x="1555894" y="3930763"/>
                </a:cubicBezTo>
                <a:lnTo>
                  <a:pt x="211027" y="2580115"/>
                </a:lnTo>
                <a:cubicBezTo>
                  <a:pt x="-71198" y="2296678"/>
                  <a:pt x="-70214" y="1838119"/>
                  <a:pt x="213223" y="1555895"/>
                </a:cubicBezTo>
                <a:lnTo>
                  <a:pt x="1563871" y="211027"/>
                </a:lnTo>
                <a:cubicBezTo>
                  <a:pt x="1705590" y="69915"/>
                  <a:pt x="1891089" y="-396"/>
                  <a:pt x="2076436" y="2"/>
                </a:cubicBezTo>
                <a:close/>
              </a:path>
            </a:pathLst>
          </a:custGeom>
          <a:effectLst/>
        </p:spPr>
        <p:txBody>
          <a:bodyPr wrap="square">
            <a:noAutofit/>
          </a:bodyPr>
          <a:lstStyle>
            <a:lvl1pPr marL="0" indent="0">
              <a:buNone/>
              <a:defRPr sz="2600">
                <a:ln>
                  <a:noFill/>
                </a:ln>
                <a:solidFill>
                  <a:schemeClr val="bg1">
                    <a:lumMod val="85000"/>
                  </a:schemeClr>
                </a:solidFill>
              </a:defRPr>
            </a:lvl1pPr>
          </a:lstStyle>
          <a:p>
            <a:endParaRPr lang="en-US" dirty="0"/>
          </a:p>
        </p:txBody>
      </p:sp>
    </p:spTree>
    <p:extLst>
      <p:ext uri="{BB962C8B-B14F-4D97-AF65-F5344CB8AC3E}">
        <p14:creationId xmlns:p14="http://schemas.microsoft.com/office/powerpoint/2010/main" val="193931770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37337340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1_image full">
    <p:spTree>
      <p:nvGrpSpPr>
        <p:cNvPr id="1" name=""/>
        <p:cNvGrpSpPr/>
        <p:nvPr/>
      </p:nvGrpSpPr>
      <p:grpSpPr>
        <a:xfrm>
          <a:off x="0" y="0"/>
          <a:ext cx="0" cy="0"/>
          <a:chOff x="0" y="0"/>
          <a:chExt cx="0" cy="0"/>
        </a:xfrm>
      </p:grpSpPr>
      <p:sp>
        <p:nvSpPr>
          <p:cNvPr id="15" name="Picture Placeholder 4"/>
          <p:cNvSpPr>
            <a:spLocks noGrp="1"/>
          </p:cNvSpPr>
          <p:nvPr>
            <p:ph type="pic" sz="quarter" idx="10"/>
          </p:nvPr>
        </p:nvSpPr>
        <p:spPr>
          <a:xfrm>
            <a:off x="0" y="1"/>
            <a:ext cx="12192000" cy="6857999"/>
          </a:xfrm>
        </p:spPr>
        <p:txBody>
          <a:bodyPr/>
          <a:lstStyle/>
          <a:p>
            <a:endParaRPr lang="id-ID"/>
          </a:p>
        </p:txBody>
      </p:sp>
    </p:spTree>
    <p:extLst>
      <p:ext uri="{BB962C8B-B14F-4D97-AF65-F5344CB8AC3E}">
        <p14:creationId xmlns:p14="http://schemas.microsoft.com/office/powerpoint/2010/main" val="2693084190"/>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2_Normal Center no title">
    <p:spTree>
      <p:nvGrpSpPr>
        <p:cNvPr id="1" name=""/>
        <p:cNvGrpSpPr/>
        <p:nvPr/>
      </p:nvGrpSpPr>
      <p:grpSpPr>
        <a:xfrm>
          <a:off x="0" y="0"/>
          <a:ext cx="0" cy="0"/>
          <a:chOff x="0" y="0"/>
          <a:chExt cx="0" cy="0"/>
        </a:xfrm>
      </p:grpSpPr>
    </p:spTree>
    <p:extLst>
      <p:ext uri="{BB962C8B-B14F-4D97-AF65-F5344CB8AC3E}">
        <p14:creationId xmlns:p14="http://schemas.microsoft.com/office/powerpoint/2010/main" val="75380017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6_Normal w/ image 4">
    <p:spTree>
      <p:nvGrpSpPr>
        <p:cNvPr id="1" name=""/>
        <p:cNvGrpSpPr/>
        <p:nvPr/>
      </p:nvGrpSpPr>
      <p:grpSpPr>
        <a:xfrm>
          <a:off x="0" y="0"/>
          <a:ext cx="0" cy="0"/>
          <a:chOff x="0" y="0"/>
          <a:chExt cx="0" cy="0"/>
        </a:xfrm>
      </p:grpSpPr>
      <p:sp>
        <p:nvSpPr>
          <p:cNvPr id="3" name="Picture Placeholder 2"/>
          <p:cNvSpPr>
            <a:spLocks noGrp="1"/>
          </p:cNvSpPr>
          <p:nvPr>
            <p:ph type="pic" sz="quarter" idx="11"/>
          </p:nvPr>
        </p:nvSpPr>
        <p:spPr>
          <a:xfrm>
            <a:off x="0" y="1815549"/>
            <a:ext cx="12192000" cy="5042452"/>
          </a:xfrm>
        </p:spPr>
        <p:txBody>
          <a:bodyPr/>
          <a:lstStyle/>
          <a:p>
            <a:endParaRPr lang="id-ID"/>
          </a:p>
        </p:txBody>
      </p:sp>
      <p:sp>
        <p:nvSpPr>
          <p:cNvPr id="7" name="Title 1"/>
          <p:cNvSpPr>
            <a:spLocks noGrp="1"/>
          </p:cNvSpPr>
          <p:nvPr>
            <p:ph type="title"/>
          </p:nvPr>
        </p:nvSpPr>
        <p:spPr>
          <a:xfrm>
            <a:off x="470455" y="458073"/>
            <a:ext cx="11357112" cy="562527"/>
          </a:xfrm>
        </p:spPr>
        <p:txBody>
          <a:bodyPr>
            <a:noAutofit/>
          </a:bodyPr>
          <a:lstStyle>
            <a:lvl1pPr algn="ctr">
              <a:defRPr sz="4400">
                <a:solidFill>
                  <a:schemeClr val="tx1"/>
                </a:solidFill>
                <a:latin typeface="+mj-lt"/>
              </a:defRPr>
            </a:lvl1pPr>
          </a:lstStyle>
          <a:p>
            <a:r>
              <a:rPr lang="en-US"/>
              <a:t>Click to edit Master title style</a:t>
            </a:r>
            <a:endParaRPr lang="id-ID"/>
          </a:p>
        </p:txBody>
      </p:sp>
      <p:sp>
        <p:nvSpPr>
          <p:cNvPr id="8" name="Text Placeholder 7"/>
          <p:cNvSpPr>
            <a:spLocks noGrp="1"/>
          </p:cNvSpPr>
          <p:nvPr>
            <p:ph type="body" sz="quarter" idx="10"/>
          </p:nvPr>
        </p:nvSpPr>
        <p:spPr>
          <a:xfrm>
            <a:off x="470455" y="981950"/>
            <a:ext cx="11357112" cy="436908"/>
          </a:xfrm>
        </p:spPr>
        <p:txBody>
          <a:bodyPr>
            <a:normAutofit/>
          </a:bodyPr>
          <a:lstStyle>
            <a:lvl1pPr marL="0" indent="0" algn="ctr">
              <a:buNone/>
              <a:defRPr sz="1800">
                <a:solidFill>
                  <a:schemeClr val="tx1"/>
                </a:solidFill>
                <a:latin typeface="+mn-lt"/>
              </a:defRPr>
            </a:lvl1pPr>
          </a:lstStyle>
          <a:p>
            <a:pPr lvl="0"/>
            <a:r>
              <a:rPr lang="en-US"/>
              <a:t>Click to edit Master text styles</a:t>
            </a:r>
          </a:p>
        </p:txBody>
      </p:sp>
    </p:spTree>
    <p:extLst>
      <p:ext uri="{BB962C8B-B14F-4D97-AF65-F5344CB8AC3E}">
        <p14:creationId xmlns:p14="http://schemas.microsoft.com/office/powerpoint/2010/main" val="1076889011"/>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7_Normal w/ image 4 kite 1">
    <p:spTree>
      <p:nvGrpSpPr>
        <p:cNvPr id="1" name=""/>
        <p:cNvGrpSpPr/>
        <p:nvPr/>
      </p:nvGrpSpPr>
      <p:grpSpPr>
        <a:xfrm>
          <a:off x="0" y="0"/>
          <a:ext cx="0" cy="0"/>
          <a:chOff x="0" y="0"/>
          <a:chExt cx="0" cy="0"/>
        </a:xfrm>
      </p:grpSpPr>
      <p:sp>
        <p:nvSpPr>
          <p:cNvPr id="5" name="Picture Placeholder 30"/>
          <p:cNvSpPr>
            <a:spLocks noGrp="1"/>
          </p:cNvSpPr>
          <p:nvPr>
            <p:ph type="pic" sz="quarter" idx="62"/>
          </p:nvPr>
        </p:nvSpPr>
        <p:spPr>
          <a:xfrm>
            <a:off x="7185504" y="3637562"/>
            <a:ext cx="1677098" cy="1677099"/>
          </a:xfrm>
          <a:custGeom>
            <a:avLst/>
            <a:gdLst>
              <a:gd name="connsiteX0" fmla="*/ 838549 w 1677098"/>
              <a:gd name="connsiteY0" fmla="*/ 0 h 1677099"/>
              <a:gd name="connsiteX1" fmla="*/ 1677098 w 1677098"/>
              <a:gd name="connsiteY1" fmla="*/ 838550 h 1677099"/>
              <a:gd name="connsiteX2" fmla="*/ 838549 w 1677098"/>
              <a:gd name="connsiteY2" fmla="*/ 1677099 h 1677099"/>
              <a:gd name="connsiteX3" fmla="*/ 0 w 1677098"/>
              <a:gd name="connsiteY3" fmla="*/ 838550 h 1677099"/>
            </a:gdLst>
            <a:ahLst/>
            <a:cxnLst>
              <a:cxn ang="0">
                <a:pos x="connsiteX0" y="connsiteY0"/>
              </a:cxn>
              <a:cxn ang="0">
                <a:pos x="connsiteX1" y="connsiteY1"/>
              </a:cxn>
              <a:cxn ang="0">
                <a:pos x="connsiteX2" y="connsiteY2"/>
              </a:cxn>
              <a:cxn ang="0">
                <a:pos x="connsiteX3" y="connsiteY3"/>
              </a:cxn>
            </a:cxnLst>
            <a:rect l="l" t="t" r="r" b="b"/>
            <a:pathLst>
              <a:path w="1677098" h="1677099">
                <a:moveTo>
                  <a:pt x="838549" y="0"/>
                </a:moveTo>
                <a:lnTo>
                  <a:pt x="1677098" y="838550"/>
                </a:lnTo>
                <a:lnTo>
                  <a:pt x="838549" y="1677099"/>
                </a:lnTo>
                <a:lnTo>
                  <a:pt x="0" y="838550"/>
                </a:lnTo>
                <a:close/>
              </a:path>
            </a:pathLst>
          </a:custGeom>
          <a:ln w="3175">
            <a:noFill/>
          </a:ln>
          <a:effectLst/>
        </p:spPr>
        <p:txBody>
          <a:bodyPr wrap="square" tIns="0" bIns="548640" anchor="b">
            <a:noAutofit/>
          </a:bodyPr>
          <a:lstStyle>
            <a:lvl1pPr algn="ctr" rtl="0">
              <a:buNone/>
              <a:defRPr sz="1000" b="1" i="0" baseline="0">
                <a:solidFill>
                  <a:schemeClr val="tx1">
                    <a:lumMod val="75000"/>
                    <a:lumOff val="25000"/>
                  </a:schemeClr>
                </a:solidFill>
              </a:defRPr>
            </a:lvl1pPr>
          </a:lstStyle>
          <a:p>
            <a:endParaRPr lang="en-US" dirty="0"/>
          </a:p>
        </p:txBody>
      </p:sp>
      <p:sp>
        <p:nvSpPr>
          <p:cNvPr id="6" name="Picture Placeholder 29"/>
          <p:cNvSpPr>
            <a:spLocks noGrp="1"/>
          </p:cNvSpPr>
          <p:nvPr>
            <p:ph type="pic" sz="quarter" idx="63"/>
          </p:nvPr>
        </p:nvSpPr>
        <p:spPr>
          <a:xfrm>
            <a:off x="6241941" y="2691221"/>
            <a:ext cx="1677098" cy="1677099"/>
          </a:xfrm>
          <a:custGeom>
            <a:avLst/>
            <a:gdLst>
              <a:gd name="connsiteX0" fmla="*/ 838549 w 1677098"/>
              <a:gd name="connsiteY0" fmla="*/ 0 h 1677099"/>
              <a:gd name="connsiteX1" fmla="*/ 1677098 w 1677098"/>
              <a:gd name="connsiteY1" fmla="*/ 838550 h 1677099"/>
              <a:gd name="connsiteX2" fmla="*/ 838549 w 1677098"/>
              <a:gd name="connsiteY2" fmla="*/ 1677099 h 1677099"/>
              <a:gd name="connsiteX3" fmla="*/ 0 w 1677098"/>
              <a:gd name="connsiteY3" fmla="*/ 838550 h 1677099"/>
            </a:gdLst>
            <a:ahLst/>
            <a:cxnLst>
              <a:cxn ang="0">
                <a:pos x="connsiteX0" y="connsiteY0"/>
              </a:cxn>
              <a:cxn ang="0">
                <a:pos x="connsiteX1" y="connsiteY1"/>
              </a:cxn>
              <a:cxn ang="0">
                <a:pos x="connsiteX2" y="connsiteY2"/>
              </a:cxn>
              <a:cxn ang="0">
                <a:pos x="connsiteX3" y="connsiteY3"/>
              </a:cxn>
            </a:cxnLst>
            <a:rect l="l" t="t" r="r" b="b"/>
            <a:pathLst>
              <a:path w="1677098" h="1677099">
                <a:moveTo>
                  <a:pt x="838549" y="0"/>
                </a:moveTo>
                <a:lnTo>
                  <a:pt x="1677098" y="838550"/>
                </a:lnTo>
                <a:lnTo>
                  <a:pt x="838549" y="1677099"/>
                </a:lnTo>
                <a:lnTo>
                  <a:pt x="0" y="838550"/>
                </a:lnTo>
                <a:close/>
              </a:path>
            </a:pathLst>
          </a:custGeom>
          <a:ln w="3175">
            <a:noFill/>
          </a:ln>
          <a:effectLst/>
        </p:spPr>
        <p:txBody>
          <a:bodyPr wrap="square" tIns="0" bIns="548640" anchor="b">
            <a:noAutofit/>
          </a:bodyPr>
          <a:lstStyle>
            <a:lvl1pPr algn="ctr" rtl="0">
              <a:buNone/>
              <a:defRPr sz="1000" b="1" i="0" baseline="0">
                <a:solidFill>
                  <a:schemeClr val="tx1">
                    <a:lumMod val="75000"/>
                    <a:lumOff val="25000"/>
                  </a:schemeClr>
                </a:solidFill>
              </a:defRPr>
            </a:lvl1pPr>
          </a:lstStyle>
          <a:p>
            <a:endParaRPr lang="en-US" dirty="0"/>
          </a:p>
        </p:txBody>
      </p:sp>
      <p:sp>
        <p:nvSpPr>
          <p:cNvPr id="9" name="Picture Placeholder 26"/>
          <p:cNvSpPr>
            <a:spLocks noGrp="1"/>
          </p:cNvSpPr>
          <p:nvPr>
            <p:ph type="pic" sz="quarter" idx="64"/>
          </p:nvPr>
        </p:nvSpPr>
        <p:spPr>
          <a:xfrm>
            <a:off x="4361599" y="2691221"/>
            <a:ext cx="1677098" cy="1677099"/>
          </a:xfrm>
          <a:custGeom>
            <a:avLst/>
            <a:gdLst>
              <a:gd name="connsiteX0" fmla="*/ 838549 w 1677098"/>
              <a:gd name="connsiteY0" fmla="*/ 0 h 1677099"/>
              <a:gd name="connsiteX1" fmla="*/ 1677098 w 1677098"/>
              <a:gd name="connsiteY1" fmla="*/ 838550 h 1677099"/>
              <a:gd name="connsiteX2" fmla="*/ 838549 w 1677098"/>
              <a:gd name="connsiteY2" fmla="*/ 1677099 h 1677099"/>
              <a:gd name="connsiteX3" fmla="*/ 0 w 1677098"/>
              <a:gd name="connsiteY3" fmla="*/ 838550 h 1677099"/>
            </a:gdLst>
            <a:ahLst/>
            <a:cxnLst>
              <a:cxn ang="0">
                <a:pos x="connsiteX0" y="connsiteY0"/>
              </a:cxn>
              <a:cxn ang="0">
                <a:pos x="connsiteX1" y="connsiteY1"/>
              </a:cxn>
              <a:cxn ang="0">
                <a:pos x="connsiteX2" y="connsiteY2"/>
              </a:cxn>
              <a:cxn ang="0">
                <a:pos x="connsiteX3" y="connsiteY3"/>
              </a:cxn>
            </a:cxnLst>
            <a:rect l="l" t="t" r="r" b="b"/>
            <a:pathLst>
              <a:path w="1677098" h="1677099">
                <a:moveTo>
                  <a:pt x="838549" y="0"/>
                </a:moveTo>
                <a:lnTo>
                  <a:pt x="1677098" y="838550"/>
                </a:lnTo>
                <a:lnTo>
                  <a:pt x="838549" y="1677099"/>
                </a:lnTo>
                <a:lnTo>
                  <a:pt x="0" y="838550"/>
                </a:lnTo>
                <a:close/>
              </a:path>
            </a:pathLst>
          </a:custGeom>
          <a:ln w="3175">
            <a:noFill/>
          </a:ln>
          <a:effectLst/>
        </p:spPr>
        <p:txBody>
          <a:bodyPr wrap="square" tIns="0" bIns="548640" anchor="b">
            <a:noAutofit/>
          </a:bodyPr>
          <a:lstStyle>
            <a:lvl1pPr algn="ctr" rtl="0">
              <a:buNone/>
              <a:defRPr sz="1000" b="1" i="0" baseline="0">
                <a:solidFill>
                  <a:schemeClr val="tx1">
                    <a:lumMod val="75000"/>
                    <a:lumOff val="25000"/>
                  </a:schemeClr>
                </a:solidFill>
              </a:defRPr>
            </a:lvl1pPr>
          </a:lstStyle>
          <a:p>
            <a:endParaRPr lang="en-US" dirty="0"/>
          </a:p>
        </p:txBody>
      </p:sp>
      <p:sp>
        <p:nvSpPr>
          <p:cNvPr id="10" name="Picture Placeholder 27"/>
          <p:cNvSpPr>
            <a:spLocks noGrp="1"/>
          </p:cNvSpPr>
          <p:nvPr>
            <p:ph type="pic" sz="quarter" idx="65"/>
          </p:nvPr>
        </p:nvSpPr>
        <p:spPr>
          <a:xfrm>
            <a:off x="2481258" y="2691221"/>
            <a:ext cx="1677098" cy="1677099"/>
          </a:xfrm>
          <a:custGeom>
            <a:avLst/>
            <a:gdLst>
              <a:gd name="connsiteX0" fmla="*/ 838549 w 1677098"/>
              <a:gd name="connsiteY0" fmla="*/ 0 h 1677099"/>
              <a:gd name="connsiteX1" fmla="*/ 1677098 w 1677098"/>
              <a:gd name="connsiteY1" fmla="*/ 838550 h 1677099"/>
              <a:gd name="connsiteX2" fmla="*/ 838549 w 1677098"/>
              <a:gd name="connsiteY2" fmla="*/ 1677099 h 1677099"/>
              <a:gd name="connsiteX3" fmla="*/ 0 w 1677098"/>
              <a:gd name="connsiteY3" fmla="*/ 838550 h 1677099"/>
            </a:gdLst>
            <a:ahLst/>
            <a:cxnLst>
              <a:cxn ang="0">
                <a:pos x="connsiteX0" y="connsiteY0"/>
              </a:cxn>
              <a:cxn ang="0">
                <a:pos x="connsiteX1" y="connsiteY1"/>
              </a:cxn>
              <a:cxn ang="0">
                <a:pos x="connsiteX2" y="connsiteY2"/>
              </a:cxn>
              <a:cxn ang="0">
                <a:pos x="connsiteX3" y="connsiteY3"/>
              </a:cxn>
            </a:cxnLst>
            <a:rect l="l" t="t" r="r" b="b"/>
            <a:pathLst>
              <a:path w="1677098" h="1677099">
                <a:moveTo>
                  <a:pt x="838549" y="0"/>
                </a:moveTo>
                <a:lnTo>
                  <a:pt x="1677098" y="838550"/>
                </a:lnTo>
                <a:lnTo>
                  <a:pt x="838549" y="1677099"/>
                </a:lnTo>
                <a:lnTo>
                  <a:pt x="0" y="838550"/>
                </a:lnTo>
                <a:close/>
              </a:path>
            </a:pathLst>
          </a:custGeom>
          <a:ln w="3175">
            <a:noFill/>
          </a:ln>
          <a:effectLst/>
        </p:spPr>
        <p:txBody>
          <a:bodyPr wrap="square" tIns="0" bIns="548640" anchor="b">
            <a:noAutofit/>
          </a:bodyPr>
          <a:lstStyle>
            <a:lvl1pPr algn="ctr" rtl="0">
              <a:buNone/>
              <a:defRPr sz="1000" b="1" i="0" baseline="0">
                <a:solidFill>
                  <a:schemeClr val="tx1">
                    <a:lumMod val="75000"/>
                    <a:lumOff val="25000"/>
                  </a:schemeClr>
                </a:solidFill>
              </a:defRPr>
            </a:lvl1pPr>
          </a:lstStyle>
          <a:p>
            <a:endParaRPr lang="en-US" dirty="0"/>
          </a:p>
        </p:txBody>
      </p:sp>
      <p:sp>
        <p:nvSpPr>
          <p:cNvPr id="11" name="Picture Placeholder 28"/>
          <p:cNvSpPr>
            <a:spLocks noGrp="1"/>
          </p:cNvSpPr>
          <p:nvPr>
            <p:ph type="pic" sz="quarter" idx="66"/>
          </p:nvPr>
        </p:nvSpPr>
        <p:spPr>
          <a:xfrm>
            <a:off x="3424821" y="3637562"/>
            <a:ext cx="1677098" cy="1677099"/>
          </a:xfrm>
          <a:custGeom>
            <a:avLst/>
            <a:gdLst>
              <a:gd name="connsiteX0" fmla="*/ 838549 w 1677098"/>
              <a:gd name="connsiteY0" fmla="*/ 0 h 1677099"/>
              <a:gd name="connsiteX1" fmla="*/ 1677098 w 1677098"/>
              <a:gd name="connsiteY1" fmla="*/ 838550 h 1677099"/>
              <a:gd name="connsiteX2" fmla="*/ 838549 w 1677098"/>
              <a:gd name="connsiteY2" fmla="*/ 1677099 h 1677099"/>
              <a:gd name="connsiteX3" fmla="*/ 0 w 1677098"/>
              <a:gd name="connsiteY3" fmla="*/ 838550 h 1677099"/>
            </a:gdLst>
            <a:ahLst/>
            <a:cxnLst>
              <a:cxn ang="0">
                <a:pos x="connsiteX0" y="connsiteY0"/>
              </a:cxn>
              <a:cxn ang="0">
                <a:pos x="connsiteX1" y="connsiteY1"/>
              </a:cxn>
              <a:cxn ang="0">
                <a:pos x="connsiteX2" y="connsiteY2"/>
              </a:cxn>
              <a:cxn ang="0">
                <a:pos x="connsiteX3" y="connsiteY3"/>
              </a:cxn>
            </a:cxnLst>
            <a:rect l="l" t="t" r="r" b="b"/>
            <a:pathLst>
              <a:path w="1677098" h="1677099">
                <a:moveTo>
                  <a:pt x="838549" y="0"/>
                </a:moveTo>
                <a:lnTo>
                  <a:pt x="1677098" y="838550"/>
                </a:lnTo>
                <a:lnTo>
                  <a:pt x="838549" y="1677099"/>
                </a:lnTo>
                <a:lnTo>
                  <a:pt x="0" y="838550"/>
                </a:lnTo>
                <a:close/>
              </a:path>
            </a:pathLst>
          </a:custGeom>
          <a:ln w="3175">
            <a:noFill/>
          </a:ln>
          <a:effectLst/>
        </p:spPr>
        <p:txBody>
          <a:bodyPr wrap="square" tIns="0" bIns="548640" anchor="b">
            <a:noAutofit/>
          </a:bodyPr>
          <a:lstStyle>
            <a:lvl1pPr algn="ctr" rtl="0">
              <a:buNone/>
              <a:defRPr sz="1000" b="1" i="0" baseline="0">
                <a:solidFill>
                  <a:schemeClr val="tx1">
                    <a:lumMod val="75000"/>
                    <a:lumOff val="25000"/>
                  </a:schemeClr>
                </a:solidFill>
              </a:defRPr>
            </a:lvl1pPr>
          </a:lstStyle>
          <a:p>
            <a:endParaRPr lang="en-US" dirty="0"/>
          </a:p>
        </p:txBody>
      </p:sp>
      <p:sp>
        <p:nvSpPr>
          <p:cNvPr id="12" name="Picture Placeholder 25"/>
          <p:cNvSpPr>
            <a:spLocks noGrp="1"/>
          </p:cNvSpPr>
          <p:nvPr>
            <p:ph type="pic" sz="quarter" idx="67"/>
          </p:nvPr>
        </p:nvSpPr>
        <p:spPr>
          <a:xfrm>
            <a:off x="5305162" y="3637562"/>
            <a:ext cx="1677098" cy="1677099"/>
          </a:xfrm>
          <a:custGeom>
            <a:avLst/>
            <a:gdLst>
              <a:gd name="connsiteX0" fmla="*/ 838549 w 1677098"/>
              <a:gd name="connsiteY0" fmla="*/ 0 h 1677099"/>
              <a:gd name="connsiteX1" fmla="*/ 1677098 w 1677098"/>
              <a:gd name="connsiteY1" fmla="*/ 838550 h 1677099"/>
              <a:gd name="connsiteX2" fmla="*/ 838549 w 1677098"/>
              <a:gd name="connsiteY2" fmla="*/ 1677099 h 1677099"/>
              <a:gd name="connsiteX3" fmla="*/ 0 w 1677098"/>
              <a:gd name="connsiteY3" fmla="*/ 838550 h 1677099"/>
            </a:gdLst>
            <a:ahLst/>
            <a:cxnLst>
              <a:cxn ang="0">
                <a:pos x="connsiteX0" y="connsiteY0"/>
              </a:cxn>
              <a:cxn ang="0">
                <a:pos x="connsiteX1" y="connsiteY1"/>
              </a:cxn>
              <a:cxn ang="0">
                <a:pos x="connsiteX2" y="connsiteY2"/>
              </a:cxn>
              <a:cxn ang="0">
                <a:pos x="connsiteX3" y="connsiteY3"/>
              </a:cxn>
            </a:cxnLst>
            <a:rect l="l" t="t" r="r" b="b"/>
            <a:pathLst>
              <a:path w="1677098" h="1677099">
                <a:moveTo>
                  <a:pt x="838549" y="0"/>
                </a:moveTo>
                <a:lnTo>
                  <a:pt x="1677098" y="838550"/>
                </a:lnTo>
                <a:lnTo>
                  <a:pt x="838549" y="1677099"/>
                </a:lnTo>
                <a:lnTo>
                  <a:pt x="0" y="838550"/>
                </a:lnTo>
                <a:close/>
              </a:path>
            </a:pathLst>
          </a:custGeom>
          <a:ln w="3175">
            <a:noFill/>
          </a:ln>
          <a:effectLst/>
        </p:spPr>
        <p:txBody>
          <a:bodyPr wrap="square" tIns="0" bIns="548640" anchor="b">
            <a:noAutofit/>
          </a:bodyPr>
          <a:lstStyle>
            <a:lvl1pPr algn="ctr" rtl="0">
              <a:buNone/>
              <a:defRPr sz="1000" b="1" i="0" baseline="0">
                <a:solidFill>
                  <a:schemeClr val="tx1">
                    <a:lumMod val="75000"/>
                    <a:lumOff val="25000"/>
                  </a:schemeClr>
                </a:solidFill>
              </a:defRPr>
            </a:lvl1pPr>
          </a:lstStyle>
          <a:p>
            <a:endParaRPr lang="en-US" dirty="0"/>
          </a:p>
        </p:txBody>
      </p:sp>
      <p:sp>
        <p:nvSpPr>
          <p:cNvPr id="13" name="Title 1"/>
          <p:cNvSpPr>
            <a:spLocks noGrp="1"/>
          </p:cNvSpPr>
          <p:nvPr>
            <p:ph type="title"/>
          </p:nvPr>
        </p:nvSpPr>
        <p:spPr>
          <a:xfrm>
            <a:off x="470455" y="458073"/>
            <a:ext cx="11357112" cy="562527"/>
          </a:xfrm>
        </p:spPr>
        <p:txBody>
          <a:bodyPr>
            <a:noAutofit/>
          </a:bodyPr>
          <a:lstStyle>
            <a:lvl1pPr algn="ctr">
              <a:defRPr sz="4400">
                <a:solidFill>
                  <a:schemeClr val="tx1"/>
                </a:solidFill>
                <a:latin typeface="+mj-lt"/>
              </a:defRPr>
            </a:lvl1pPr>
          </a:lstStyle>
          <a:p>
            <a:r>
              <a:rPr lang="en-US"/>
              <a:t>Click to edit Master title style</a:t>
            </a:r>
            <a:endParaRPr lang="id-ID"/>
          </a:p>
        </p:txBody>
      </p:sp>
      <p:sp>
        <p:nvSpPr>
          <p:cNvPr id="14" name="Text Placeholder 7"/>
          <p:cNvSpPr>
            <a:spLocks noGrp="1"/>
          </p:cNvSpPr>
          <p:nvPr>
            <p:ph type="body" sz="quarter" idx="10"/>
          </p:nvPr>
        </p:nvSpPr>
        <p:spPr>
          <a:xfrm>
            <a:off x="470455" y="981950"/>
            <a:ext cx="11357112" cy="436908"/>
          </a:xfrm>
        </p:spPr>
        <p:txBody>
          <a:bodyPr>
            <a:normAutofit/>
          </a:bodyPr>
          <a:lstStyle>
            <a:lvl1pPr marL="0" indent="0" algn="ctr">
              <a:buNone/>
              <a:defRPr sz="1800">
                <a:solidFill>
                  <a:schemeClr val="tx1"/>
                </a:solidFill>
                <a:latin typeface="+mn-lt"/>
              </a:defRPr>
            </a:lvl1pPr>
          </a:lstStyle>
          <a:p>
            <a:pPr lvl="0"/>
            <a:r>
              <a:rPr lang="en-US"/>
              <a:t>Click to edit Master text styles</a:t>
            </a:r>
          </a:p>
        </p:txBody>
      </p:sp>
    </p:spTree>
    <p:extLst>
      <p:ext uri="{BB962C8B-B14F-4D97-AF65-F5344CB8AC3E}">
        <p14:creationId xmlns:p14="http://schemas.microsoft.com/office/powerpoint/2010/main" val="2746418134"/>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4_Normal Center Image">
    <p:spTree>
      <p:nvGrpSpPr>
        <p:cNvPr id="1" name=""/>
        <p:cNvGrpSpPr/>
        <p:nvPr/>
      </p:nvGrpSpPr>
      <p:grpSpPr>
        <a:xfrm>
          <a:off x="0" y="0"/>
          <a:ext cx="0" cy="0"/>
          <a:chOff x="0" y="0"/>
          <a:chExt cx="0" cy="0"/>
        </a:xfrm>
      </p:grpSpPr>
      <p:sp>
        <p:nvSpPr>
          <p:cNvPr id="6" name="Picture Placeholder 4"/>
          <p:cNvSpPr>
            <a:spLocks noGrp="1"/>
          </p:cNvSpPr>
          <p:nvPr>
            <p:ph type="pic" sz="quarter" idx="11"/>
          </p:nvPr>
        </p:nvSpPr>
        <p:spPr>
          <a:xfrm>
            <a:off x="0" y="27381"/>
            <a:ext cx="12192000" cy="6857999"/>
          </a:xfrm>
        </p:spPr>
        <p:txBody>
          <a:bodyPr>
            <a:normAutofit/>
          </a:bodyPr>
          <a:lstStyle>
            <a:lvl1pPr algn="ctr">
              <a:defRPr sz="1600"/>
            </a:lvl1pPr>
          </a:lstStyle>
          <a:p>
            <a:endParaRPr lang="id-ID"/>
          </a:p>
        </p:txBody>
      </p:sp>
      <p:sp>
        <p:nvSpPr>
          <p:cNvPr id="5" name="Title 1"/>
          <p:cNvSpPr>
            <a:spLocks noGrp="1"/>
          </p:cNvSpPr>
          <p:nvPr>
            <p:ph type="title"/>
          </p:nvPr>
        </p:nvSpPr>
        <p:spPr>
          <a:xfrm>
            <a:off x="470455" y="458073"/>
            <a:ext cx="11357112" cy="562527"/>
          </a:xfrm>
        </p:spPr>
        <p:txBody>
          <a:bodyPr>
            <a:noAutofit/>
          </a:bodyPr>
          <a:lstStyle>
            <a:lvl1pPr algn="ctr">
              <a:defRPr sz="4400">
                <a:solidFill>
                  <a:schemeClr val="tx1"/>
                </a:solidFill>
                <a:latin typeface="+mj-lt"/>
              </a:defRPr>
            </a:lvl1pPr>
          </a:lstStyle>
          <a:p>
            <a:r>
              <a:rPr lang="en-US"/>
              <a:t>Click to edit Master title style</a:t>
            </a:r>
            <a:endParaRPr lang="id-ID"/>
          </a:p>
        </p:txBody>
      </p:sp>
      <p:sp>
        <p:nvSpPr>
          <p:cNvPr id="9" name="Text Placeholder 7"/>
          <p:cNvSpPr>
            <a:spLocks noGrp="1"/>
          </p:cNvSpPr>
          <p:nvPr>
            <p:ph type="body" sz="quarter" idx="10"/>
          </p:nvPr>
        </p:nvSpPr>
        <p:spPr>
          <a:xfrm>
            <a:off x="470455" y="981950"/>
            <a:ext cx="11357112" cy="436908"/>
          </a:xfrm>
        </p:spPr>
        <p:txBody>
          <a:bodyPr>
            <a:normAutofit/>
          </a:bodyPr>
          <a:lstStyle>
            <a:lvl1pPr marL="0" indent="0" algn="ctr">
              <a:buNone/>
              <a:defRPr sz="1800">
                <a:solidFill>
                  <a:schemeClr val="tx1"/>
                </a:solidFill>
                <a:latin typeface="+mn-lt"/>
              </a:defRPr>
            </a:lvl1pPr>
          </a:lstStyle>
          <a:p>
            <a:pPr lvl="0"/>
            <a:r>
              <a:rPr lang="en-US"/>
              <a:t>Click to edit Master text styles</a:t>
            </a:r>
          </a:p>
        </p:txBody>
      </p:sp>
    </p:spTree>
    <p:extLst>
      <p:ext uri="{BB962C8B-B14F-4D97-AF65-F5344CB8AC3E}">
        <p14:creationId xmlns:p14="http://schemas.microsoft.com/office/powerpoint/2010/main" val="3950297413"/>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2_image full">
    <p:spTree>
      <p:nvGrpSpPr>
        <p:cNvPr id="1" name=""/>
        <p:cNvGrpSpPr/>
        <p:nvPr/>
      </p:nvGrpSpPr>
      <p:grpSpPr>
        <a:xfrm>
          <a:off x="0" y="0"/>
          <a:ext cx="0" cy="0"/>
          <a:chOff x="0" y="0"/>
          <a:chExt cx="0" cy="0"/>
        </a:xfrm>
      </p:grpSpPr>
      <p:sp>
        <p:nvSpPr>
          <p:cNvPr id="15" name="Picture Placeholder 4"/>
          <p:cNvSpPr>
            <a:spLocks noGrp="1"/>
          </p:cNvSpPr>
          <p:nvPr>
            <p:ph type="pic" sz="quarter" idx="10"/>
          </p:nvPr>
        </p:nvSpPr>
        <p:spPr>
          <a:xfrm>
            <a:off x="0" y="1"/>
            <a:ext cx="12192000" cy="6857999"/>
          </a:xfrm>
        </p:spPr>
        <p:txBody>
          <a:bodyPr/>
          <a:lstStyle/>
          <a:p>
            <a:endParaRPr lang="id-ID"/>
          </a:p>
        </p:txBody>
      </p:sp>
      <p:sp>
        <p:nvSpPr>
          <p:cNvPr id="4" name="Picture Placeholder 3"/>
          <p:cNvSpPr>
            <a:spLocks noGrp="1" noChangeAspect="1"/>
          </p:cNvSpPr>
          <p:nvPr>
            <p:ph type="pic" sz="quarter" idx="11"/>
          </p:nvPr>
        </p:nvSpPr>
        <p:spPr>
          <a:xfrm>
            <a:off x="2433363" y="2239617"/>
            <a:ext cx="2160000" cy="2160000"/>
          </a:xfrm>
          <a:prstGeom prst="ellipse">
            <a:avLst/>
          </a:prstGeom>
        </p:spPr>
        <p:txBody>
          <a:bodyPr lIns="182880" tIns="91440" rIns="182880" bIns="91440"/>
          <a:lstStyle>
            <a:lvl1pPr marL="0" indent="0">
              <a:buFontTx/>
              <a:buNone/>
              <a:defRPr/>
            </a:lvl1pPr>
          </a:lstStyle>
          <a:p>
            <a:endParaRPr lang="en-US"/>
          </a:p>
        </p:txBody>
      </p:sp>
      <p:sp>
        <p:nvSpPr>
          <p:cNvPr id="5" name="Picture Placeholder 3"/>
          <p:cNvSpPr>
            <a:spLocks noGrp="1" noChangeAspect="1"/>
          </p:cNvSpPr>
          <p:nvPr>
            <p:ph type="pic" sz="quarter" idx="12"/>
          </p:nvPr>
        </p:nvSpPr>
        <p:spPr>
          <a:xfrm>
            <a:off x="5236198" y="2239617"/>
            <a:ext cx="2160000" cy="2160000"/>
          </a:xfrm>
          <a:prstGeom prst="ellipse">
            <a:avLst/>
          </a:prstGeom>
        </p:spPr>
        <p:txBody>
          <a:bodyPr lIns="182880" tIns="91440" rIns="182880" bIns="91440"/>
          <a:lstStyle>
            <a:lvl1pPr marL="0" indent="0">
              <a:buFontTx/>
              <a:buNone/>
              <a:defRPr/>
            </a:lvl1pPr>
          </a:lstStyle>
          <a:p>
            <a:endParaRPr lang="en-US"/>
          </a:p>
        </p:txBody>
      </p:sp>
      <p:sp>
        <p:nvSpPr>
          <p:cNvPr id="6" name="Picture Placeholder 3"/>
          <p:cNvSpPr>
            <a:spLocks noGrp="1" noChangeAspect="1"/>
          </p:cNvSpPr>
          <p:nvPr>
            <p:ph type="pic" sz="quarter" idx="13"/>
          </p:nvPr>
        </p:nvSpPr>
        <p:spPr>
          <a:xfrm>
            <a:off x="8039033" y="2239617"/>
            <a:ext cx="2160000" cy="2160000"/>
          </a:xfrm>
          <a:prstGeom prst="ellipse">
            <a:avLst/>
          </a:prstGeom>
        </p:spPr>
        <p:txBody>
          <a:bodyPr lIns="182880" tIns="91440" rIns="182880" bIns="91440"/>
          <a:lstStyle>
            <a:lvl1pPr marL="0" indent="0">
              <a:buFontTx/>
              <a:buNone/>
              <a:defRPr/>
            </a:lvl1pPr>
          </a:lstStyle>
          <a:p>
            <a:endParaRPr lang="en-US"/>
          </a:p>
        </p:txBody>
      </p:sp>
    </p:spTree>
    <p:extLst>
      <p:ext uri="{BB962C8B-B14F-4D97-AF65-F5344CB8AC3E}">
        <p14:creationId xmlns:p14="http://schemas.microsoft.com/office/powerpoint/2010/main" val="1537765553"/>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3_Hierrarchy placeholder">
    <p:spTree>
      <p:nvGrpSpPr>
        <p:cNvPr id="1" name=""/>
        <p:cNvGrpSpPr/>
        <p:nvPr/>
      </p:nvGrpSpPr>
      <p:grpSpPr>
        <a:xfrm>
          <a:off x="0" y="0"/>
          <a:ext cx="0" cy="0"/>
          <a:chOff x="0" y="0"/>
          <a:chExt cx="0" cy="0"/>
        </a:xfrm>
      </p:grpSpPr>
      <p:sp>
        <p:nvSpPr>
          <p:cNvPr id="4" name="Picture Placeholder 3"/>
          <p:cNvSpPr>
            <a:spLocks noGrp="1" noChangeAspect="1"/>
          </p:cNvSpPr>
          <p:nvPr>
            <p:ph type="pic" sz="quarter" idx="11"/>
          </p:nvPr>
        </p:nvSpPr>
        <p:spPr>
          <a:xfrm>
            <a:off x="5223729" y="2563492"/>
            <a:ext cx="1800000" cy="1800000"/>
          </a:xfrm>
          <a:prstGeom prst="ellipse">
            <a:avLst/>
          </a:prstGeom>
        </p:spPr>
        <p:txBody>
          <a:bodyPr lIns="182880" tIns="91440" rIns="182880" bIns="91440"/>
          <a:lstStyle>
            <a:lvl1pPr marL="0" indent="0">
              <a:buFontTx/>
              <a:buNone/>
              <a:defRPr/>
            </a:lvl1pPr>
          </a:lstStyle>
          <a:p>
            <a:endParaRPr lang="en-US"/>
          </a:p>
        </p:txBody>
      </p:sp>
      <p:sp>
        <p:nvSpPr>
          <p:cNvPr id="5" name="Picture Placeholder 3"/>
          <p:cNvSpPr>
            <a:spLocks noGrp="1" noChangeAspect="1"/>
          </p:cNvSpPr>
          <p:nvPr>
            <p:ph type="pic" sz="quarter" idx="12"/>
          </p:nvPr>
        </p:nvSpPr>
        <p:spPr>
          <a:xfrm>
            <a:off x="7284448" y="1547565"/>
            <a:ext cx="1116000" cy="1116000"/>
          </a:xfrm>
          <a:prstGeom prst="ellipse">
            <a:avLst/>
          </a:prstGeom>
        </p:spPr>
        <p:txBody>
          <a:bodyPr lIns="182880" tIns="91440" rIns="182880" bIns="91440"/>
          <a:lstStyle>
            <a:lvl1pPr marL="0" indent="0">
              <a:buFontTx/>
              <a:buNone/>
              <a:defRPr/>
            </a:lvl1pPr>
          </a:lstStyle>
          <a:p>
            <a:endParaRPr lang="en-US"/>
          </a:p>
        </p:txBody>
      </p:sp>
      <p:cxnSp>
        <p:nvCxnSpPr>
          <p:cNvPr id="6" name="Straight Connector 5"/>
          <p:cNvCxnSpPr/>
          <p:nvPr userDrawn="1"/>
        </p:nvCxnSpPr>
        <p:spPr>
          <a:xfrm>
            <a:off x="2351584" y="2109231"/>
            <a:ext cx="3070240" cy="1053035"/>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userDrawn="1"/>
        </p:nvCxnSpPr>
        <p:spPr>
          <a:xfrm>
            <a:off x="2945532" y="3138761"/>
            <a:ext cx="2364099" cy="234777"/>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userDrawn="1"/>
        </p:nvCxnSpPr>
        <p:spPr>
          <a:xfrm flipV="1">
            <a:off x="1597633" y="3664460"/>
            <a:ext cx="3750228" cy="713161"/>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userDrawn="1"/>
        </p:nvCxnSpPr>
        <p:spPr>
          <a:xfrm flipV="1">
            <a:off x="3886705" y="3874323"/>
            <a:ext cx="1567036" cy="804341"/>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userDrawn="1"/>
        </p:nvCxnSpPr>
        <p:spPr>
          <a:xfrm>
            <a:off x="4838486" y="2313100"/>
            <a:ext cx="689817" cy="581419"/>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userDrawn="1"/>
        </p:nvCxnSpPr>
        <p:spPr>
          <a:xfrm flipH="1">
            <a:off x="5259106" y="4095745"/>
            <a:ext cx="445749" cy="833447"/>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userDrawn="1"/>
        </p:nvCxnSpPr>
        <p:spPr>
          <a:xfrm>
            <a:off x="6491334" y="4084097"/>
            <a:ext cx="443527" cy="623225"/>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userDrawn="1"/>
        </p:nvCxnSpPr>
        <p:spPr>
          <a:xfrm flipV="1">
            <a:off x="6722170" y="2444011"/>
            <a:ext cx="689693" cy="531408"/>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userDrawn="1"/>
        </p:nvCxnSpPr>
        <p:spPr>
          <a:xfrm flipV="1">
            <a:off x="6825634" y="2140801"/>
            <a:ext cx="4113161" cy="1032048"/>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userDrawn="1"/>
        </p:nvCxnSpPr>
        <p:spPr>
          <a:xfrm flipV="1">
            <a:off x="6882371" y="3413502"/>
            <a:ext cx="2184883" cy="12452"/>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userDrawn="1"/>
        </p:nvCxnSpPr>
        <p:spPr>
          <a:xfrm>
            <a:off x="6825634" y="3758923"/>
            <a:ext cx="2798759" cy="1103979"/>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9" name="Picture Placeholder 3"/>
          <p:cNvSpPr>
            <a:spLocks noGrp="1" noChangeAspect="1"/>
          </p:cNvSpPr>
          <p:nvPr>
            <p:ph type="pic" sz="quarter" idx="13"/>
          </p:nvPr>
        </p:nvSpPr>
        <p:spPr>
          <a:xfrm>
            <a:off x="1355363" y="1197100"/>
            <a:ext cx="1116000" cy="1116000"/>
          </a:xfrm>
          <a:prstGeom prst="ellipse">
            <a:avLst/>
          </a:prstGeom>
        </p:spPr>
        <p:txBody>
          <a:bodyPr lIns="182880" tIns="91440" rIns="182880" bIns="91440"/>
          <a:lstStyle>
            <a:lvl1pPr marL="0" indent="0">
              <a:buFontTx/>
              <a:buNone/>
              <a:defRPr/>
            </a:lvl1pPr>
          </a:lstStyle>
          <a:p>
            <a:endParaRPr lang="en-US"/>
          </a:p>
        </p:txBody>
      </p:sp>
      <p:sp>
        <p:nvSpPr>
          <p:cNvPr id="20" name="Picture Placeholder 3"/>
          <p:cNvSpPr>
            <a:spLocks noGrp="1" noChangeAspect="1"/>
          </p:cNvSpPr>
          <p:nvPr>
            <p:ph type="pic" sz="quarter" idx="14"/>
          </p:nvPr>
        </p:nvSpPr>
        <p:spPr>
          <a:xfrm>
            <a:off x="9624393" y="4477288"/>
            <a:ext cx="1116000" cy="1116000"/>
          </a:xfrm>
          <a:prstGeom prst="ellipse">
            <a:avLst/>
          </a:prstGeom>
        </p:spPr>
        <p:txBody>
          <a:bodyPr lIns="182880" tIns="91440" rIns="182880" bIns="91440"/>
          <a:lstStyle>
            <a:lvl1pPr marL="0" indent="0">
              <a:buFontTx/>
              <a:buNone/>
              <a:defRPr/>
            </a:lvl1pPr>
          </a:lstStyle>
          <a:p>
            <a:endParaRPr lang="en-US"/>
          </a:p>
        </p:txBody>
      </p:sp>
      <p:sp>
        <p:nvSpPr>
          <p:cNvPr id="21" name="Picture Placeholder 3"/>
          <p:cNvSpPr>
            <a:spLocks noGrp="1" noChangeAspect="1"/>
          </p:cNvSpPr>
          <p:nvPr>
            <p:ph type="pic" sz="quarter" idx="15"/>
          </p:nvPr>
        </p:nvSpPr>
        <p:spPr>
          <a:xfrm>
            <a:off x="4533956" y="4862902"/>
            <a:ext cx="1116000" cy="1116000"/>
          </a:xfrm>
          <a:prstGeom prst="ellipse">
            <a:avLst/>
          </a:prstGeom>
        </p:spPr>
        <p:txBody>
          <a:bodyPr lIns="182880" tIns="91440" rIns="182880" bIns="91440"/>
          <a:lstStyle>
            <a:lvl1pPr marL="0" indent="0">
              <a:buFontTx/>
              <a:buNone/>
              <a:defRPr/>
            </a:lvl1pPr>
          </a:lstStyle>
          <a:p>
            <a:endParaRPr lang="en-US"/>
          </a:p>
        </p:txBody>
      </p:sp>
      <p:sp>
        <p:nvSpPr>
          <p:cNvPr id="22" name="Picture Placeholder 3"/>
          <p:cNvSpPr>
            <a:spLocks noGrp="1" noChangeAspect="1"/>
          </p:cNvSpPr>
          <p:nvPr>
            <p:ph type="pic" sz="quarter" idx="16"/>
          </p:nvPr>
        </p:nvSpPr>
        <p:spPr>
          <a:xfrm>
            <a:off x="589633" y="3843104"/>
            <a:ext cx="1008000" cy="1008000"/>
          </a:xfrm>
          <a:prstGeom prst="ellipse">
            <a:avLst/>
          </a:prstGeom>
        </p:spPr>
        <p:txBody>
          <a:bodyPr lIns="182880" tIns="91440" rIns="182880" bIns="91440"/>
          <a:lstStyle>
            <a:lvl1pPr marL="0" indent="0">
              <a:buFontTx/>
              <a:buNone/>
              <a:defRPr/>
            </a:lvl1pPr>
          </a:lstStyle>
          <a:p>
            <a:endParaRPr lang="en-US"/>
          </a:p>
        </p:txBody>
      </p:sp>
      <p:sp>
        <p:nvSpPr>
          <p:cNvPr id="23" name="Picture Placeholder 3"/>
          <p:cNvSpPr>
            <a:spLocks noGrp="1" noChangeAspect="1"/>
          </p:cNvSpPr>
          <p:nvPr>
            <p:ph type="pic" sz="quarter" idx="17"/>
          </p:nvPr>
        </p:nvSpPr>
        <p:spPr>
          <a:xfrm>
            <a:off x="2075862" y="2635748"/>
            <a:ext cx="900000" cy="900000"/>
          </a:xfrm>
          <a:prstGeom prst="ellipse">
            <a:avLst/>
          </a:prstGeom>
        </p:spPr>
        <p:txBody>
          <a:bodyPr lIns="182880" tIns="91440" rIns="182880" bIns="91440"/>
          <a:lstStyle>
            <a:lvl1pPr marL="0" indent="0">
              <a:buFontTx/>
              <a:buNone/>
              <a:defRPr/>
            </a:lvl1pPr>
          </a:lstStyle>
          <a:p>
            <a:endParaRPr lang="en-US"/>
          </a:p>
        </p:txBody>
      </p:sp>
      <p:sp>
        <p:nvSpPr>
          <p:cNvPr id="24" name="Picture Placeholder 3"/>
          <p:cNvSpPr>
            <a:spLocks noGrp="1" noChangeAspect="1"/>
          </p:cNvSpPr>
          <p:nvPr>
            <p:ph type="pic" sz="quarter" idx="18"/>
          </p:nvPr>
        </p:nvSpPr>
        <p:spPr>
          <a:xfrm>
            <a:off x="4017775" y="1625945"/>
            <a:ext cx="900000" cy="900000"/>
          </a:xfrm>
          <a:prstGeom prst="ellipse">
            <a:avLst/>
          </a:prstGeom>
        </p:spPr>
        <p:txBody>
          <a:bodyPr lIns="182880" tIns="91440" rIns="182880" bIns="91440"/>
          <a:lstStyle>
            <a:lvl1pPr marL="0" indent="0">
              <a:buFontTx/>
              <a:buNone/>
              <a:defRPr/>
            </a:lvl1pPr>
          </a:lstStyle>
          <a:p>
            <a:endParaRPr lang="en-US"/>
          </a:p>
        </p:txBody>
      </p:sp>
      <p:sp>
        <p:nvSpPr>
          <p:cNvPr id="25" name="Picture Placeholder 3"/>
          <p:cNvSpPr>
            <a:spLocks noGrp="1" noChangeAspect="1"/>
          </p:cNvSpPr>
          <p:nvPr>
            <p:ph type="pic" sz="quarter" idx="19"/>
          </p:nvPr>
        </p:nvSpPr>
        <p:spPr>
          <a:xfrm>
            <a:off x="10740393" y="1522768"/>
            <a:ext cx="900000" cy="900000"/>
          </a:xfrm>
          <a:prstGeom prst="ellipse">
            <a:avLst/>
          </a:prstGeom>
        </p:spPr>
        <p:txBody>
          <a:bodyPr lIns="182880" tIns="91440" rIns="182880" bIns="91440"/>
          <a:lstStyle>
            <a:lvl1pPr marL="0" indent="0">
              <a:buFontTx/>
              <a:buNone/>
              <a:defRPr/>
            </a:lvl1pPr>
          </a:lstStyle>
          <a:p>
            <a:endParaRPr lang="en-US"/>
          </a:p>
        </p:txBody>
      </p:sp>
      <p:sp>
        <p:nvSpPr>
          <p:cNvPr id="26" name="Picture Placeholder 3"/>
          <p:cNvSpPr>
            <a:spLocks noGrp="1" noChangeAspect="1"/>
          </p:cNvSpPr>
          <p:nvPr>
            <p:ph type="pic" sz="quarter" idx="20"/>
          </p:nvPr>
        </p:nvSpPr>
        <p:spPr>
          <a:xfrm>
            <a:off x="9011532" y="2963502"/>
            <a:ext cx="900000" cy="900000"/>
          </a:xfrm>
          <a:prstGeom prst="ellipse">
            <a:avLst/>
          </a:prstGeom>
        </p:spPr>
        <p:txBody>
          <a:bodyPr lIns="182880" tIns="91440" rIns="182880" bIns="91440"/>
          <a:lstStyle>
            <a:lvl1pPr marL="0" indent="0">
              <a:buFontTx/>
              <a:buNone/>
              <a:defRPr/>
            </a:lvl1pPr>
          </a:lstStyle>
          <a:p>
            <a:endParaRPr lang="en-US"/>
          </a:p>
        </p:txBody>
      </p:sp>
      <p:sp>
        <p:nvSpPr>
          <p:cNvPr id="27" name="Picture Placeholder 3"/>
          <p:cNvSpPr>
            <a:spLocks noGrp="1" noChangeAspect="1"/>
          </p:cNvSpPr>
          <p:nvPr>
            <p:ph type="pic" sz="quarter" idx="21"/>
          </p:nvPr>
        </p:nvSpPr>
        <p:spPr>
          <a:xfrm>
            <a:off x="6748864" y="4477288"/>
            <a:ext cx="1008000" cy="1008000"/>
          </a:xfrm>
          <a:prstGeom prst="ellipse">
            <a:avLst/>
          </a:prstGeom>
        </p:spPr>
        <p:txBody>
          <a:bodyPr lIns="182880" tIns="91440" rIns="182880" bIns="91440"/>
          <a:lstStyle>
            <a:lvl1pPr marL="0" indent="0">
              <a:buFontTx/>
              <a:buNone/>
              <a:defRPr/>
            </a:lvl1pPr>
          </a:lstStyle>
          <a:p>
            <a:endParaRPr lang="en-US"/>
          </a:p>
        </p:txBody>
      </p:sp>
      <p:sp>
        <p:nvSpPr>
          <p:cNvPr id="28" name="Picture Placeholder 3"/>
          <p:cNvSpPr>
            <a:spLocks noGrp="1" noChangeAspect="1"/>
          </p:cNvSpPr>
          <p:nvPr>
            <p:ph type="pic" sz="quarter" idx="22"/>
          </p:nvPr>
        </p:nvSpPr>
        <p:spPr>
          <a:xfrm>
            <a:off x="3101536" y="4438527"/>
            <a:ext cx="900000" cy="900000"/>
          </a:xfrm>
          <a:prstGeom prst="ellipse">
            <a:avLst/>
          </a:prstGeom>
        </p:spPr>
        <p:txBody>
          <a:bodyPr lIns="182880" tIns="91440" rIns="182880" bIns="91440"/>
          <a:lstStyle>
            <a:lvl1pPr marL="0" indent="0">
              <a:buFontTx/>
              <a:buNone/>
              <a:defRPr/>
            </a:lvl1pPr>
          </a:lstStyle>
          <a:p>
            <a:endParaRPr lang="en-US"/>
          </a:p>
        </p:txBody>
      </p:sp>
      <p:sp>
        <p:nvSpPr>
          <p:cNvPr id="29" name="Title 1"/>
          <p:cNvSpPr>
            <a:spLocks noGrp="1"/>
          </p:cNvSpPr>
          <p:nvPr>
            <p:ph type="title"/>
          </p:nvPr>
        </p:nvSpPr>
        <p:spPr>
          <a:xfrm>
            <a:off x="470455" y="458073"/>
            <a:ext cx="11357112" cy="562527"/>
          </a:xfrm>
        </p:spPr>
        <p:txBody>
          <a:bodyPr>
            <a:noAutofit/>
          </a:bodyPr>
          <a:lstStyle>
            <a:lvl1pPr algn="ctr">
              <a:defRPr sz="4400">
                <a:solidFill>
                  <a:schemeClr val="tx1"/>
                </a:solidFill>
                <a:latin typeface="+mj-lt"/>
              </a:defRPr>
            </a:lvl1pPr>
          </a:lstStyle>
          <a:p>
            <a:r>
              <a:rPr lang="en-US"/>
              <a:t>Click to edit Master title style</a:t>
            </a:r>
            <a:endParaRPr lang="id-ID"/>
          </a:p>
        </p:txBody>
      </p:sp>
      <p:sp>
        <p:nvSpPr>
          <p:cNvPr id="33" name="TextBox 32"/>
          <p:cNvSpPr txBox="1"/>
          <p:nvPr userDrawn="1"/>
        </p:nvSpPr>
        <p:spPr>
          <a:xfrm>
            <a:off x="1189710" y="6379631"/>
            <a:ext cx="649356" cy="307777"/>
          </a:xfrm>
          <a:prstGeom prst="rect">
            <a:avLst/>
          </a:prstGeom>
          <a:noFill/>
        </p:spPr>
        <p:txBody>
          <a:bodyPr wrap="square" rtlCol="0">
            <a:spAutoFit/>
          </a:bodyPr>
          <a:lstStyle/>
          <a:p>
            <a:pPr algn="l"/>
            <a:fld id="{49B9A1CC-CF23-404A-A754-6B4803B2A082}" type="slidenum">
              <a:rPr lang="id-ID" sz="1400" smtClean="0">
                <a:solidFill>
                  <a:schemeClr val="tx1"/>
                </a:solidFill>
              </a:rPr>
              <a:pPr algn="l"/>
              <a:t>‹#›</a:t>
            </a:fld>
            <a:endParaRPr lang="id-ID" sz="1400">
              <a:solidFill>
                <a:schemeClr val="tx1"/>
              </a:solidFill>
            </a:endParaRPr>
          </a:p>
        </p:txBody>
      </p:sp>
      <p:sp>
        <p:nvSpPr>
          <p:cNvPr id="34" name="TextBox 33"/>
          <p:cNvSpPr txBox="1"/>
          <p:nvPr userDrawn="1"/>
        </p:nvSpPr>
        <p:spPr>
          <a:xfrm>
            <a:off x="470455" y="6392883"/>
            <a:ext cx="753731" cy="307777"/>
          </a:xfrm>
          <a:prstGeom prst="rect">
            <a:avLst/>
          </a:prstGeom>
          <a:noFill/>
        </p:spPr>
        <p:txBody>
          <a:bodyPr wrap="none" rtlCol="0">
            <a:spAutoFit/>
          </a:bodyPr>
          <a:lstStyle/>
          <a:p>
            <a:pPr algn="ctr"/>
            <a:r>
              <a:rPr lang="id-ID" sz="1400" b="1">
                <a:solidFill>
                  <a:schemeClr val="tx1"/>
                </a:solidFill>
                <a:latin typeface="+mn-lt"/>
              </a:rPr>
              <a:t>SLIDE  </a:t>
            </a:r>
            <a:endParaRPr lang="id-ID" sz="1400" b="1" dirty="0">
              <a:solidFill>
                <a:schemeClr val="tx1"/>
              </a:solidFill>
              <a:latin typeface="+mn-lt"/>
            </a:endParaRPr>
          </a:p>
        </p:txBody>
      </p:sp>
      <p:cxnSp>
        <p:nvCxnSpPr>
          <p:cNvPr id="35" name="Straight Connector 34"/>
          <p:cNvCxnSpPr/>
          <p:nvPr userDrawn="1"/>
        </p:nvCxnSpPr>
        <p:spPr>
          <a:xfrm>
            <a:off x="1094726" y="6546086"/>
            <a:ext cx="116208" cy="686"/>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401553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500"/>
                                  </p:stCondLst>
                                  <p:childTnLst>
                                    <p:set>
                                      <p:cBhvr>
                                        <p:cTn id="6" dur="1" fill="hold">
                                          <p:stCondLst>
                                            <p:cond delay="0"/>
                                          </p:stCondLst>
                                        </p:cTn>
                                        <p:tgtEl>
                                          <p:spTgt spid="15"/>
                                        </p:tgtEl>
                                        <p:attrNameLst>
                                          <p:attrName>style.visibility</p:attrName>
                                        </p:attrNameLst>
                                      </p:cBhvr>
                                      <p:to>
                                        <p:strVal val="visible"/>
                                      </p:to>
                                    </p:set>
                                    <p:animEffect transition="in" filter="wipe(left)">
                                      <p:cBhvr>
                                        <p:cTn id="7" dur="200"/>
                                        <p:tgtEl>
                                          <p:spTgt spid="15"/>
                                        </p:tgtEl>
                                      </p:cBhvr>
                                    </p:animEffect>
                                  </p:childTnLst>
                                </p:cTn>
                              </p:par>
                              <p:par>
                                <p:cTn id="8" presetID="22" presetClass="entr" presetSubtype="8" fill="hold" nodeType="withEffect">
                                  <p:stCondLst>
                                    <p:cond delay="700"/>
                                  </p:stCondLst>
                                  <p:childTnLst>
                                    <p:set>
                                      <p:cBhvr>
                                        <p:cTn id="9" dur="1" fill="hold">
                                          <p:stCondLst>
                                            <p:cond delay="0"/>
                                          </p:stCondLst>
                                        </p:cTn>
                                        <p:tgtEl>
                                          <p:spTgt spid="16"/>
                                        </p:tgtEl>
                                        <p:attrNameLst>
                                          <p:attrName>style.visibility</p:attrName>
                                        </p:attrNameLst>
                                      </p:cBhvr>
                                      <p:to>
                                        <p:strVal val="visible"/>
                                      </p:to>
                                    </p:set>
                                    <p:animEffect transition="in" filter="wipe(left)">
                                      <p:cBhvr>
                                        <p:cTn id="10" dur="200"/>
                                        <p:tgtEl>
                                          <p:spTgt spid="16"/>
                                        </p:tgtEl>
                                      </p:cBhvr>
                                    </p:animEffect>
                                  </p:childTnLst>
                                </p:cTn>
                              </p:par>
                              <p:par>
                                <p:cTn id="11" presetID="22" presetClass="entr" presetSubtype="8" fill="hold" nodeType="withEffect">
                                  <p:stCondLst>
                                    <p:cond delay="900"/>
                                  </p:stCondLst>
                                  <p:childTnLst>
                                    <p:set>
                                      <p:cBhvr>
                                        <p:cTn id="12" dur="1" fill="hold">
                                          <p:stCondLst>
                                            <p:cond delay="0"/>
                                          </p:stCondLst>
                                        </p:cTn>
                                        <p:tgtEl>
                                          <p:spTgt spid="17"/>
                                        </p:tgtEl>
                                        <p:attrNameLst>
                                          <p:attrName>style.visibility</p:attrName>
                                        </p:attrNameLst>
                                      </p:cBhvr>
                                      <p:to>
                                        <p:strVal val="visible"/>
                                      </p:to>
                                    </p:set>
                                    <p:animEffect transition="in" filter="wipe(left)">
                                      <p:cBhvr>
                                        <p:cTn id="13" dur="200"/>
                                        <p:tgtEl>
                                          <p:spTgt spid="17"/>
                                        </p:tgtEl>
                                      </p:cBhvr>
                                    </p:animEffect>
                                  </p:childTnLst>
                                </p:cTn>
                              </p:par>
                              <p:par>
                                <p:cTn id="14" presetID="22" presetClass="entr" presetSubtype="8" fill="hold" nodeType="withEffect">
                                  <p:stCondLst>
                                    <p:cond delay="1100"/>
                                  </p:stCondLst>
                                  <p:childTnLst>
                                    <p:set>
                                      <p:cBhvr>
                                        <p:cTn id="15" dur="1" fill="hold">
                                          <p:stCondLst>
                                            <p:cond delay="0"/>
                                          </p:stCondLst>
                                        </p:cTn>
                                        <p:tgtEl>
                                          <p:spTgt spid="18"/>
                                        </p:tgtEl>
                                        <p:attrNameLst>
                                          <p:attrName>style.visibility</p:attrName>
                                        </p:attrNameLst>
                                      </p:cBhvr>
                                      <p:to>
                                        <p:strVal val="visible"/>
                                      </p:to>
                                    </p:set>
                                    <p:animEffect transition="in" filter="wipe(left)">
                                      <p:cBhvr>
                                        <p:cTn id="16" dur="200"/>
                                        <p:tgtEl>
                                          <p:spTgt spid="18"/>
                                        </p:tgtEl>
                                      </p:cBhvr>
                                    </p:animEffect>
                                  </p:childTnLst>
                                </p:cTn>
                              </p:par>
                              <p:par>
                                <p:cTn id="17" presetID="22" presetClass="entr" presetSubtype="8" fill="hold" nodeType="withEffect">
                                  <p:stCondLst>
                                    <p:cond delay="1300"/>
                                  </p:stCondLst>
                                  <p:childTnLst>
                                    <p:set>
                                      <p:cBhvr>
                                        <p:cTn id="18" dur="1" fill="hold">
                                          <p:stCondLst>
                                            <p:cond delay="0"/>
                                          </p:stCondLst>
                                        </p:cTn>
                                        <p:tgtEl>
                                          <p:spTgt spid="14"/>
                                        </p:tgtEl>
                                        <p:attrNameLst>
                                          <p:attrName>style.visibility</p:attrName>
                                        </p:attrNameLst>
                                      </p:cBhvr>
                                      <p:to>
                                        <p:strVal val="visible"/>
                                      </p:to>
                                    </p:set>
                                    <p:animEffect transition="in" filter="wipe(left)">
                                      <p:cBhvr>
                                        <p:cTn id="19" dur="200"/>
                                        <p:tgtEl>
                                          <p:spTgt spid="14"/>
                                        </p:tgtEl>
                                      </p:cBhvr>
                                    </p:animEffect>
                                  </p:childTnLst>
                                </p:cTn>
                              </p:par>
                              <p:par>
                                <p:cTn id="20" presetID="22" presetClass="entr" presetSubtype="2" fill="hold" nodeType="withEffect">
                                  <p:stCondLst>
                                    <p:cond delay="1500"/>
                                  </p:stCondLst>
                                  <p:childTnLst>
                                    <p:set>
                                      <p:cBhvr>
                                        <p:cTn id="21" dur="1" fill="hold">
                                          <p:stCondLst>
                                            <p:cond delay="0"/>
                                          </p:stCondLst>
                                        </p:cTn>
                                        <p:tgtEl>
                                          <p:spTgt spid="13"/>
                                        </p:tgtEl>
                                        <p:attrNameLst>
                                          <p:attrName>style.visibility</p:attrName>
                                        </p:attrNameLst>
                                      </p:cBhvr>
                                      <p:to>
                                        <p:strVal val="visible"/>
                                      </p:to>
                                    </p:set>
                                    <p:animEffect transition="in" filter="wipe(right)">
                                      <p:cBhvr>
                                        <p:cTn id="22" dur="200"/>
                                        <p:tgtEl>
                                          <p:spTgt spid="13"/>
                                        </p:tgtEl>
                                      </p:cBhvr>
                                    </p:animEffect>
                                  </p:childTnLst>
                                </p:cTn>
                              </p:par>
                              <p:par>
                                <p:cTn id="23" presetID="22" presetClass="entr" presetSubtype="2" fill="hold" nodeType="withEffect">
                                  <p:stCondLst>
                                    <p:cond delay="1700"/>
                                  </p:stCondLst>
                                  <p:childTnLst>
                                    <p:set>
                                      <p:cBhvr>
                                        <p:cTn id="24" dur="1" fill="hold">
                                          <p:stCondLst>
                                            <p:cond delay="0"/>
                                          </p:stCondLst>
                                        </p:cTn>
                                        <p:tgtEl>
                                          <p:spTgt spid="11"/>
                                        </p:tgtEl>
                                        <p:attrNameLst>
                                          <p:attrName>style.visibility</p:attrName>
                                        </p:attrNameLst>
                                      </p:cBhvr>
                                      <p:to>
                                        <p:strVal val="visible"/>
                                      </p:to>
                                    </p:set>
                                    <p:animEffect transition="in" filter="wipe(right)">
                                      <p:cBhvr>
                                        <p:cTn id="25" dur="200"/>
                                        <p:tgtEl>
                                          <p:spTgt spid="11"/>
                                        </p:tgtEl>
                                      </p:cBhvr>
                                    </p:animEffect>
                                  </p:childTnLst>
                                </p:cTn>
                              </p:par>
                              <p:par>
                                <p:cTn id="26" presetID="22" presetClass="entr" presetSubtype="2" fill="hold" nodeType="withEffect">
                                  <p:stCondLst>
                                    <p:cond delay="1900"/>
                                  </p:stCondLst>
                                  <p:childTnLst>
                                    <p:set>
                                      <p:cBhvr>
                                        <p:cTn id="27" dur="1" fill="hold">
                                          <p:stCondLst>
                                            <p:cond delay="0"/>
                                          </p:stCondLst>
                                        </p:cTn>
                                        <p:tgtEl>
                                          <p:spTgt spid="10"/>
                                        </p:tgtEl>
                                        <p:attrNameLst>
                                          <p:attrName>style.visibility</p:attrName>
                                        </p:attrNameLst>
                                      </p:cBhvr>
                                      <p:to>
                                        <p:strVal val="visible"/>
                                      </p:to>
                                    </p:set>
                                    <p:animEffect transition="in" filter="wipe(right)">
                                      <p:cBhvr>
                                        <p:cTn id="28" dur="200"/>
                                        <p:tgtEl>
                                          <p:spTgt spid="10"/>
                                        </p:tgtEl>
                                      </p:cBhvr>
                                    </p:animEffect>
                                  </p:childTnLst>
                                </p:cTn>
                              </p:par>
                              <p:par>
                                <p:cTn id="29" presetID="22" presetClass="entr" presetSubtype="2" fill="hold" nodeType="withEffect">
                                  <p:stCondLst>
                                    <p:cond delay="2100"/>
                                  </p:stCondLst>
                                  <p:childTnLst>
                                    <p:set>
                                      <p:cBhvr>
                                        <p:cTn id="30" dur="1" fill="hold">
                                          <p:stCondLst>
                                            <p:cond delay="0"/>
                                          </p:stCondLst>
                                        </p:cTn>
                                        <p:tgtEl>
                                          <p:spTgt spid="7"/>
                                        </p:tgtEl>
                                        <p:attrNameLst>
                                          <p:attrName>style.visibility</p:attrName>
                                        </p:attrNameLst>
                                      </p:cBhvr>
                                      <p:to>
                                        <p:strVal val="visible"/>
                                      </p:to>
                                    </p:set>
                                    <p:animEffect transition="in" filter="wipe(right)">
                                      <p:cBhvr>
                                        <p:cTn id="31" dur="200"/>
                                        <p:tgtEl>
                                          <p:spTgt spid="7"/>
                                        </p:tgtEl>
                                      </p:cBhvr>
                                    </p:animEffect>
                                  </p:childTnLst>
                                </p:cTn>
                              </p:par>
                              <p:par>
                                <p:cTn id="32" presetID="22" presetClass="entr" presetSubtype="2" fill="hold" nodeType="withEffect">
                                  <p:stCondLst>
                                    <p:cond delay="2300"/>
                                  </p:stCondLst>
                                  <p:childTnLst>
                                    <p:set>
                                      <p:cBhvr>
                                        <p:cTn id="33" dur="1" fill="hold">
                                          <p:stCondLst>
                                            <p:cond delay="0"/>
                                          </p:stCondLst>
                                        </p:cTn>
                                        <p:tgtEl>
                                          <p:spTgt spid="6"/>
                                        </p:tgtEl>
                                        <p:attrNameLst>
                                          <p:attrName>style.visibility</p:attrName>
                                        </p:attrNameLst>
                                      </p:cBhvr>
                                      <p:to>
                                        <p:strVal val="visible"/>
                                      </p:to>
                                    </p:set>
                                    <p:animEffect transition="in" filter="wipe(right)">
                                      <p:cBhvr>
                                        <p:cTn id="34" dur="200"/>
                                        <p:tgtEl>
                                          <p:spTgt spid="6"/>
                                        </p:tgtEl>
                                      </p:cBhvr>
                                    </p:animEffect>
                                  </p:childTnLst>
                                </p:cTn>
                              </p:par>
                              <p:par>
                                <p:cTn id="35" presetID="22" presetClass="entr" presetSubtype="2" fill="hold" nodeType="withEffect">
                                  <p:stCondLst>
                                    <p:cond delay="2500"/>
                                  </p:stCondLst>
                                  <p:childTnLst>
                                    <p:set>
                                      <p:cBhvr>
                                        <p:cTn id="36" dur="1" fill="hold">
                                          <p:stCondLst>
                                            <p:cond delay="0"/>
                                          </p:stCondLst>
                                        </p:cTn>
                                        <p:tgtEl>
                                          <p:spTgt spid="12"/>
                                        </p:tgtEl>
                                        <p:attrNameLst>
                                          <p:attrName>style.visibility</p:attrName>
                                        </p:attrNameLst>
                                      </p:cBhvr>
                                      <p:to>
                                        <p:strVal val="visible"/>
                                      </p:to>
                                    </p:set>
                                    <p:animEffect transition="in" filter="wipe(right)">
                                      <p:cBhvr>
                                        <p:cTn id="37" dur="200"/>
                                        <p:tgtEl>
                                          <p:spTgt spid="12"/>
                                        </p:tgtEl>
                                      </p:cBhvr>
                                    </p:animEffect>
                                  </p:childTnLst>
                                </p:cTn>
                              </p:par>
                            </p:childTnLst>
                          </p:cTn>
                        </p:par>
                        <p:par>
                          <p:cTn id="38" fill="hold">
                            <p:stCondLst>
                              <p:cond delay="2700"/>
                            </p:stCondLst>
                            <p:childTnLst>
                              <p:par>
                                <p:cTn id="39" presetID="10" presetClass="entr" presetSubtype="0" fill="hold" grpId="0" nodeType="afterEffect">
                                  <p:stCondLst>
                                    <p:cond delay="0"/>
                                  </p:stCondLst>
                                  <p:childTnLst>
                                    <p:set>
                                      <p:cBhvr>
                                        <p:cTn id="40" dur="1" fill="hold">
                                          <p:stCondLst>
                                            <p:cond delay="0"/>
                                          </p:stCondLst>
                                        </p:cTn>
                                        <p:tgtEl>
                                          <p:spTgt spid="34"/>
                                        </p:tgtEl>
                                        <p:attrNameLst>
                                          <p:attrName>style.visibility</p:attrName>
                                        </p:attrNameLst>
                                      </p:cBhvr>
                                      <p:to>
                                        <p:strVal val="visible"/>
                                      </p:to>
                                    </p:set>
                                    <p:animEffect transition="in" filter="fade">
                                      <p:cBhvr>
                                        <p:cTn id="41"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p:bldLst>
  </p:timing>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4_Hierrarchy placeholder center">
    <p:spTree>
      <p:nvGrpSpPr>
        <p:cNvPr id="1" name=""/>
        <p:cNvGrpSpPr/>
        <p:nvPr/>
      </p:nvGrpSpPr>
      <p:grpSpPr>
        <a:xfrm>
          <a:off x="0" y="0"/>
          <a:ext cx="0" cy="0"/>
          <a:chOff x="0" y="0"/>
          <a:chExt cx="0" cy="0"/>
        </a:xfrm>
      </p:grpSpPr>
      <p:sp>
        <p:nvSpPr>
          <p:cNvPr id="5" name="Picture Placeholder 3"/>
          <p:cNvSpPr>
            <a:spLocks noGrp="1" noChangeAspect="1"/>
          </p:cNvSpPr>
          <p:nvPr>
            <p:ph type="pic" sz="quarter" idx="12"/>
          </p:nvPr>
        </p:nvSpPr>
        <p:spPr>
          <a:xfrm>
            <a:off x="7284448" y="1547565"/>
            <a:ext cx="1116000" cy="1116000"/>
          </a:xfrm>
          <a:prstGeom prst="ellipse">
            <a:avLst/>
          </a:prstGeom>
        </p:spPr>
        <p:txBody>
          <a:bodyPr lIns="182880" tIns="91440" rIns="182880" bIns="91440"/>
          <a:lstStyle>
            <a:lvl1pPr marL="0" indent="0">
              <a:buFontTx/>
              <a:buNone/>
              <a:defRPr/>
            </a:lvl1pPr>
          </a:lstStyle>
          <a:p>
            <a:endParaRPr lang="en-US"/>
          </a:p>
        </p:txBody>
      </p:sp>
      <p:cxnSp>
        <p:nvCxnSpPr>
          <p:cNvPr id="6" name="Straight Connector 5"/>
          <p:cNvCxnSpPr/>
          <p:nvPr userDrawn="1"/>
        </p:nvCxnSpPr>
        <p:spPr>
          <a:xfrm>
            <a:off x="2351584" y="2109231"/>
            <a:ext cx="3070240" cy="1053035"/>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userDrawn="1"/>
        </p:nvCxnSpPr>
        <p:spPr>
          <a:xfrm>
            <a:off x="2945532" y="3138761"/>
            <a:ext cx="2364099" cy="234777"/>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userDrawn="1"/>
        </p:nvCxnSpPr>
        <p:spPr>
          <a:xfrm flipV="1">
            <a:off x="1597633" y="3664460"/>
            <a:ext cx="3750228" cy="713161"/>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userDrawn="1"/>
        </p:nvCxnSpPr>
        <p:spPr>
          <a:xfrm flipV="1">
            <a:off x="3886705" y="3874323"/>
            <a:ext cx="1567036" cy="804341"/>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userDrawn="1"/>
        </p:nvCxnSpPr>
        <p:spPr>
          <a:xfrm>
            <a:off x="4838486" y="2313100"/>
            <a:ext cx="689817" cy="581419"/>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userDrawn="1"/>
        </p:nvCxnSpPr>
        <p:spPr>
          <a:xfrm flipH="1">
            <a:off x="5259106" y="4095745"/>
            <a:ext cx="445749" cy="833447"/>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userDrawn="1"/>
        </p:nvCxnSpPr>
        <p:spPr>
          <a:xfrm>
            <a:off x="6491334" y="4084097"/>
            <a:ext cx="443527" cy="623225"/>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userDrawn="1"/>
        </p:nvCxnSpPr>
        <p:spPr>
          <a:xfrm flipV="1">
            <a:off x="6722170" y="2444011"/>
            <a:ext cx="689693" cy="531408"/>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userDrawn="1"/>
        </p:nvCxnSpPr>
        <p:spPr>
          <a:xfrm flipV="1">
            <a:off x="6825634" y="2140801"/>
            <a:ext cx="4113161" cy="1032048"/>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userDrawn="1"/>
        </p:nvCxnSpPr>
        <p:spPr>
          <a:xfrm flipV="1">
            <a:off x="6882371" y="3413502"/>
            <a:ext cx="2184883" cy="12452"/>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userDrawn="1"/>
        </p:nvCxnSpPr>
        <p:spPr>
          <a:xfrm>
            <a:off x="6825634" y="3758923"/>
            <a:ext cx="2798759" cy="1103979"/>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9" name="Picture Placeholder 3"/>
          <p:cNvSpPr>
            <a:spLocks noGrp="1" noChangeAspect="1"/>
          </p:cNvSpPr>
          <p:nvPr>
            <p:ph type="pic" sz="quarter" idx="13"/>
          </p:nvPr>
        </p:nvSpPr>
        <p:spPr>
          <a:xfrm>
            <a:off x="1355363" y="1197100"/>
            <a:ext cx="1116000" cy="1116000"/>
          </a:xfrm>
          <a:prstGeom prst="ellipse">
            <a:avLst/>
          </a:prstGeom>
        </p:spPr>
        <p:txBody>
          <a:bodyPr lIns="182880" tIns="91440" rIns="182880" bIns="91440"/>
          <a:lstStyle>
            <a:lvl1pPr marL="0" indent="0">
              <a:buFontTx/>
              <a:buNone/>
              <a:defRPr/>
            </a:lvl1pPr>
          </a:lstStyle>
          <a:p>
            <a:endParaRPr lang="en-US"/>
          </a:p>
        </p:txBody>
      </p:sp>
      <p:sp>
        <p:nvSpPr>
          <p:cNvPr id="20" name="Picture Placeholder 3"/>
          <p:cNvSpPr>
            <a:spLocks noGrp="1" noChangeAspect="1"/>
          </p:cNvSpPr>
          <p:nvPr>
            <p:ph type="pic" sz="quarter" idx="14"/>
          </p:nvPr>
        </p:nvSpPr>
        <p:spPr>
          <a:xfrm>
            <a:off x="9624393" y="4477288"/>
            <a:ext cx="1116000" cy="1116000"/>
          </a:xfrm>
          <a:prstGeom prst="ellipse">
            <a:avLst/>
          </a:prstGeom>
        </p:spPr>
        <p:txBody>
          <a:bodyPr lIns="182880" tIns="91440" rIns="182880" bIns="91440"/>
          <a:lstStyle>
            <a:lvl1pPr marL="0" indent="0">
              <a:buFontTx/>
              <a:buNone/>
              <a:defRPr/>
            </a:lvl1pPr>
          </a:lstStyle>
          <a:p>
            <a:endParaRPr lang="en-US"/>
          </a:p>
        </p:txBody>
      </p:sp>
      <p:sp>
        <p:nvSpPr>
          <p:cNvPr id="21" name="Picture Placeholder 3"/>
          <p:cNvSpPr>
            <a:spLocks noGrp="1" noChangeAspect="1"/>
          </p:cNvSpPr>
          <p:nvPr>
            <p:ph type="pic" sz="quarter" idx="15"/>
          </p:nvPr>
        </p:nvSpPr>
        <p:spPr>
          <a:xfrm>
            <a:off x="4533956" y="4862902"/>
            <a:ext cx="1116000" cy="1116000"/>
          </a:xfrm>
          <a:prstGeom prst="ellipse">
            <a:avLst/>
          </a:prstGeom>
        </p:spPr>
        <p:txBody>
          <a:bodyPr lIns="182880" tIns="91440" rIns="182880" bIns="91440"/>
          <a:lstStyle>
            <a:lvl1pPr marL="0" indent="0">
              <a:buFontTx/>
              <a:buNone/>
              <a:defRPr/>
            </a:lvl1pPr>
          </a:lstStyle>
          <a:p>
            <a:endParaRPr lang="en-US"/>
          </a:p>
        </p:txBody>
      </p:sp>
      <p:sp>
        <p:nvSpPr>
          <p:cNvPr id="22" name="Picture Placeholder 3"/>
          <p:cNvSpPr>
            <a:spLocks noGrp="1" noChangeAspect="1"/>
          </p:cNvSpPr>
          <p:nvPr>
            <p:ph type="pic" sz="quarter" idx="16"/>
          </p:nvPr>
        </p:nvSpPr>
        <p:spPr>
          <a:xfrm>
            <a:off x="589633" y="3843104"/>
            <a:ext cx="1008000" cy="1008000"/>
          </a:xfrm>
          <a:prstGeom prst="ellipse">
            <a:avLst/>
          </a:prstGeom>
        </p:spPr>
        <p:txBody>
          <a:bodyPr lIns="182880" tIns="91440" rIns="182880" bIns="91440"/>
          <a:lstStyle>
            <a:lvl1pPr marL="0" indent="0">
              <a:buFontTx/>
              <a:buNone/>
              <a:defRPr/>
            </a:lvl1pPr>
          </a:lstStyle>
          <a:p>
            <a:endParaRPr lang="en-US"/>
          </a:p>
        </p:txBody>
      </p:sp>
      <p:sp>
        <p:nvSpPr>
          <p:cNvPr id="23" name="Picture Placeholder 3"/>
          <p:cNvSpPr>
            <a:spLocks noGrp="1" noChangeAspect="1"/>
          </p:cNvSpPr>
          <p:nvPr>
            <p:ph type="pic" sz="quarter" idx="17"/>
          </p:nvPr>
        </p:nvSpPr>
        <p:spPr>
          <a:xfrm>
            <a:off x="2075862" y="2635748"/>
            <a:ext cx="900000" cy="900000"/>
          </a:xfrm>
          <a:prstGeom prst="ellipse">
            <a:avLst/>
          </a:prstGeom>
        </p:spPr>
        <p:txBody>
          <a:bodyPr lIns="182880" tIns="91440" rIns="182880" bIns="91440"/>
          <a:lstStyle>
            <a:lvl1pPr marL="0" indent="0">
              <a:buFontTx/>
              <a:buNone/>
              <a:defRPr/>
            </a:lvl1pPr>
          </a:lstStyle>
          <a:p>
            <a:endParaRPr lang="en-US"/>
          </a:p>
        </p:txBody>
      </p:sp>
      <p:sp>
        <p:nvSpPr>
          <p:cNvPr id="24" name="Picture Placeholder 3"/>
          <p:cNvSpPr>
            <a:spLocks noGrp="1" noChangeAspect="1"/>
          </p:cNvSpPr>
          <p:nvPr>
            <p:ph type="pic" sz="quarter" idx="18"/>
          </p:nvPr>
        </p:nvSpPr>
        <p:spPr>
          <a:xfrm>
            <a:off x="4017775" y="1625945"/>
            <a:ext cx="900000" cy="900000"/>
          </a:xfrm>
          <a:prstGeom prst="ellipse">
            <a:avLst/>
          </a:prstGeom>
        </p:spPr>
        <p:txBody>
          <a:bodyPr lIns="182880" tIns="91440" rIns="182880" bIns="91440"/>
          <a:lstStyle>
            <a:lvl1pPr marL="0" indent="0">
              <a:buFontTx/>
              <a:buNone/>
              <a:defRPr/>
            </a:lvl1pPr>
          </a:lstStyle>
          <a:p>
            <a:endParaRPr lang="en-US"/>
          </a:p>
        </p:txBody>
      </p:sp>
      <p:sp>
        <p:nvSpPr>
          <p:cNvPr id="25" name="Picture Placeholder 3"/>
          <p:cNvSpPr>
            <a:spLocks noGrp="1" noChangeAspect="1"/>
          </p:cNvSpPr>
          <p:nvPr>
            <p:ph type="pic" sz="quarter" idx="19"/>
          </p:nvPr>
        </p:nvSpPr>
        <p:spPr>
          <a:xfrm>
            <a:off x="10740393" y="1522768"/>
            <a:ext cx="900000" cy="900000"/>
          </a:xfrm>
          <a:prstGeom prst="ellipse">
            <a:avLst/>
          </a:prstGeom>
        </p:spPr>
        <p:txBody>
          <a:bodyPr lIns="182880" tIns="91440" rIns="182880" bIns="91440"/>
          <a:lstStyle>
            <a:lvl1pPr marL="0" indent="0">
              <a:buFontTx/>
              <a:buNone/>
              <a:defRPr/>
            </a:lvl1pPr>
          </a:lstStyle>
          <a:p>
            <a:endParaRPr lang="en-US"/>
          </a:p>
        </p:txBody>
      </p:sp>
      <p:sp>
        <p:nvSpPr>
          <p:cNvPr id="26" name="Picture Placeholder 3"/>
          <p:cNvSpPr>
            <a:spLocks noGrp="1" noChangeAspect="1"/>
          </p:cNvSpPr>
          <p:nvPr>
            <p:ph type="pic" sz="quarter" idx="20"/>
          </p:nvPr>
        </p:nvSpPr>
        <p:spPr>
          <a:xfrm>
            <a:off x="9011532" y="2963502"/>
            <a:ext cx="900000" cy="900000"/>
          </a:xfrm>
          <a:prstGeom prst="ellipse">
            <a:avLst/>
          </a:prstGeom>
        </p:spPr>
        <p:txBody>
          <a:bodyPr lIns="182880" tIns="91440" rIns="182880" bIns="91440"/>
          <a:lstStyle>
            <a:lvl1pPr marL="0" indent="0">
              <a:buFontTx/>
              <a:buNone/>
              <a:defRPr/>
            </a:lvl1pPr>
          </a:lstStyle>
          <a:p>
            <a:endParaRPr lang="en-US"/>
          </a:p>
        </p:txBody>
      </p:sp>
      <p:sp>
        <p:nvSpPr>
          <p:cNvPr id="27" name="Picture Placeholder 3"/>
          <p:cNvSpPr>
            <a:spLocks noGrp="1" noChangeAspect="1"/>
          </p:cNvSpPr>
          <p:nvPr>
            <p:ph type="pic" sz="quarter" idx="21"/>
          </p:nvPr>
        </p:nvSpPr>
        <p:spPr>
          <a:xfrm>
            <a:off x="6748864" y="4477288"/>
            <a:ext cx="1008000" cy="1008000"/>
          </a:xfrm>
          <a:prstGeom prst="ellipse">
            <a:avLst/>
          </a:prstGeom>
        </p:spPr>
        <p:txBody>
          <a:bodyPr lIns="182880" tIns="91440" rIns="182880" bIns="91440"/>
          <a:lstStyle>
            <a:lvl1pPr marL="0" indent="0">
              <a:buFontTx/>
              <a:buNone/>
              <a:defRPr/>
            </a:lvl1pPr>
          </a:lstStyle>
          <a:p>
            <a:endParaRPr lang="en-US"/>
          </a:p>
        </p:txBody>
      </p:sp>
      <p:sp>
        <p:nvSpPr>
          <p:cNvPr id="28" name="Picture Placeholder 3"/>
          <p:cNvSpPr>
            <a:spLocks noGrp="1" noChangeAspect="1"/>
          </p:cNvSpPr>
          <p:nvPr>
            <p:ph type="pic" sz="quarter" idx="22"/>
          </p:nvPr>
        </p:nvSpPr>
        <p:spPr>
          <a:xfrm>
            <a:off x="3101536" y="4438527"/>
            <a:ext cx="900000" cy="900000"/>
          </a:xfrm>
          <a:prstGeom prst="ellipse">
            <a:avLst/>
          </a:prstGeom>
        </p:spPr>
        <p:txBody>
          <a:bodyPr lIns="182880" tIns="91440" rIns="182880" bIns="91440"/>
          <a:lstStyle>
            <a:lvl1pPr marL="0" indent="0">
              <a:buFontTx/>
              <a:buNone/>
              <a:defRPr/>
            </a:lvl1pPr>
          </a:lstStyle>
          <a:p>
            <a:endParaRPr lang="en-US"/>
          </a:p>
        </p:txBody>
      </p:sp>
    </p:spTree>
    <p:extLst>
      <p:ext uri="{BB962C8B-B14F-4D97-AF65-F5344CB8AC3E}">
        <p14:creationId xmlns:p14="http://schemas.microsoft.com/office/powerpoint/2010/main" val="777761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500"/>
                                  </p:stCondLst>
                                  <p:childTnLst>
                                    <p:set>
                                      <p:cBhvr>
                                        <p:cTn id="6" dur="1" fill="hold">
                                          <p:stCondLst>
                                            <p:cond delay="0"/>
                                          </p:stCondLst>
                                        </p:cTn>
                                        <p:tgtEl>
                                          <p:spTgt spid="15"/>
                                        </p:tgtEl>
                                        <p:attrNameLst>
                                          <p:attrName>style.visibility</p:attrName>
                                        </p:attrNameLst>
                                      </p:cBhvr>
                                      <p:to>
                                        <p:strVal val="visible"/>
                                      </p:to>
                                    </p:set>
                                    <p:animEffect transition="in" filter="wipe(left)">
                                      <p:cBhvr>
                                        <p:cTn id="7" dur="200"/>
                                        <p:tgtEl>
                                          <p:spTgt spid="15"/>
                                        </p:tgtEl>
                                      </p:cBhvr>
                                    </p:animEffect>
                                  </p:childTnLst>
                                </p:cTn>
                              </p:par>
                              <p:par>
                                <p:cTn id="8" presetID="22" presetClass="entr" presetSubtype="8" fill="hold" nodeType="withEffect">
                                  <p:stCondLst>
                                    <p:cond delay="700"/>
                                  </p:stCondLst>
                                  <p:childTnLst>
                                    <p:set>
                                      <p:cBhvr>
                                        <p:cTn id="9" dur="1" fill="hold">
                                          <p:stCondLst>
                                            <p:cond delay="0"/>
                                          </p:stCondLst>
                                        </p:cTn>
                                        <p:tgtEl>
                                          <p:spTgt spid="16"/>
                                        </p:tgtEl>
                                        <p:attrNameLst>
                                          <p:attrName>style.visibility</p:attrName>
                                        </p:attrNameLst>
                                      </p:cBhvr>
                                      <p:to>
                                        <p:strVal val="visible"/>
                                      </p:to>
                                    </p:set>
                                    <p:animEffect transition="in" filter="wipe(left)">
                                      <p:cBhvr>
                                        <p:cTn id="10" dur="200"/>
                                        <p:tgtEl>
                                          <p:spTgt spid="16"/>
                                        </p:tgtEl>
                                      </p:cBhvr>
                                    </p:animEffect>
                                  </p:childTnLst>
                                </p:cTn>
                              </p:par>
                              <p:par>
                                <p:cTn id="11" presetID="22" presetClass="entr" presetSubtype="8" fill="hold" nodeType="withEffect">
                                  <p:stCondLst>
                                    <p:cond delay="900"/>
                                  </p:stCondLst>
                                  <p:childTnLst>
                                    <p:set>
                                      <p:cBhvr>
                                        <p:cTn id="12" dur="1" fill="hold">
                                          <p:stCondLst>
                                            <p:cond delay="0"/>
                                          </p:stCondLst>
                                        </p:cTn>
                                        <p:tgtEl>
                                          <p:spTgt spid="17"/>
                                        </p:tgtEl>
                                        <p:attrNameLst>
                                          <p:attrName>style.visibility</p:attrName>
                                        </p:attrNameLst>
                                      </p:cBhvr>
                                      <p:to>
                                        <p:strVal val="visible"/>
                                      </p:to>
                                    </p:set>
                                    <p:animEffect transition="in" filter="wipe(left)">
                                      <p:cBhvr>
                                        <p:cTn id="13" dur="200"/>
                                        <p:tgtEl>
                                          <p:spTgt spid="17"/>
                                        </p:tgtEl>
                                      </p:cBhvr>
                                    </p:animEffect>
                                  </p:childTnLst>
                                </p:cTn>
                              </p:par>
                              <p:par>
                                <p:cTn id="14" presetID="22" presetClass="entr" presetSubtype="8" fill="hold" nodeType="withEffect">
                                  <p:stCondLst>
                                    <p:cond delay="1100"/>
                                  </p:stCondLst>
                                  <p:childTnLst>
                                    <p:set>
                                      <p:cBhvr>
                                        <p:cTn id="15" dur="1" fill="hold">
                                          <p:stCondLst>
                                            <p:cond delay="0"/>
                                          </p:stCondLst>
                                        </p:cTn>
                                        <p:tgtEl>
                                          <p:spTgt spid="18"/>
                                        </p:tgtEl>
                                        <p:attrNameLst>
                                          <p:attrName>style.visibility</p:attrName>
                                        </p:attrNameLst>
                                      </p:cBhvr>
                                      <p:to>
                                        <p:strVal val="visible"/>
                                      </p:to>
                                    </p:set>
                                    <p:animEffect transition="in" filter="wipe(left)">
                                      <p:cBhvr>
                                        <p:cTn id="16" dur="200"/>
                                        <p:tgtEl>
                                          <p:spTgt spid="18"/>
                                        </p:tgtEl>
                                      </p:cBhvr>
                                    </p:animEffect>
                                  </p:childTnLst>
                                </p:cTn>
                              </p:par>
                              <p:par>
                                <p:cTn id="17" presetID="22" presetClass="entr" presetSubtype="8" fill="hold" nodeType="withEffect">
                                  <p:stCondLst>
                                    <p:cond delay="1300"/>
                                  </p:stCondLst>
                                  <p:childTnLst>
                                    <p:set>
                                      <p:cBhvr>
                                        <p:cTn id="18" dur="1" fill="hold">
                                          <p:stCondLst>
                                            <p:cond delay="0"/>
                                          </p:stCondLst>
                                        </p:cTn>
                                        <p:tgtEl>
                                          <p:spTgt spid="14"/>
                                        </p:tgtEl>
                                        <p:attrNameLst>
                                          <p:attrName>style.visibility</p:attrName>
                                        </p:attrNameLst>
                                      </p:cBhvr>
                                      <p:to>
                                        <p:strVal val="visible"/>
                                      </p:to>
                                    </p:set>
                                    <p:animEffect transition="in" filter="wipe(left)">
                                      <p:cBhvr>
                                        <p:cTn id="19" dur="200"/>
                                        <p:tgtEl>
                                          <p:spTgt spid="14"/>
                                        </p:tgtEl>
                                      </p:cBhvr>
                                    </p:animEffect>
                                  </p:childTnLst>
                                </p:cTn>
                              </p:par>
                              <p:par>
                                <p:cTn id="20" presetID="22" presetClass="entr" presetSubtype="2" fill="hold" nodeType="withEffect">
                                  <p:stCondLst>
                                    <p:cond delay="1500"/>
                                  </p:stCondLst>
                                  <p:childTnLst>
                                    <p:set>
                                      <p:cBhvr>
                                        <p:cTn id="21" dur="1" fill="hold">
                                          <p:stCondLst>
                                            <p:cond delay="0"/>
                                          </p:stCondLst>
                                        </p:cTn>
                                        <p:tgtEl>
                                          <p:spTgt spid="13"/>
                                        </p:tgtEl>
                                        <p:attrNameLst>
                                          <p:attrName>style.visibility</p:attrName>
                                        </p:attrNameLst>
                                      </p:cBhvr>
                                      <p:to>
                                        <p:strVal val="visible"/>
                                      </p:to>
                                    </p:set>
                                    <p:animEffect transition="in" filter="wipe(right)">
                                      <p:cBhvr>
                                        <p:cTn id="22" dur="200"/>
                                        <p:tgtEl>
                                          <p:spTgt spid="13"/>
                                        </p:tgtEl>
                                      </p:cBhvr>
                                    </p:animEffect>
                                  </p:childTnLst>
                                </p:cTn>
                              </p:par>
                              <p:par>
                                <p:cTn id="23" presetID="22" presetClass="entr" presetSubtype="2" fill="hold" nodeType="withEffect">
                                  <p:stCondLst>
                                    <p:cond delay="1700"/>
                                  </p:stCondLst>
                                  <p:childTnLst>
                                    <p:set>
                                      <p:cBhvr>
                                        <p:cTn id="24" dur="1" fill="hold">
                                          <p:stCondLst>
                                            <p:cond delay="0"/>
                                          </p:stCondLst>
                                        </p:cTn>
                                        <p:tgtEl>
                                          <p:spTgt spid="11"/>
                                        </p:tgtEl>
                                        <p:attrNameLst>
                                          <p:attrName>style.visibility</p:attrName>
                                        </p:attrNameLst>
                                      </p:cBhvr>
                                      <p:to>
                                        <p:strVal val="visible"/>
                                      </p:to>
                                    </p:set>
                                    <p:animEffect transition="in" filter="wipe(right)">
                                      <p:cBhvr>
                                        <p:cTn id="25" dur="200"/>
                                        <p:tgtEl>
                                          <p:spTgt spid="11"/>
                                        </p:tgtEl>
                                      </p:cBhvr>
                                    </p:animEffect>
                                  </p:childTnLst>
                                </p:cTn>
                              </p:par>
                              <p:par>
                                <p:cTn id="26" presetID="22" presetClass="entr" presetSubtype="2" fill="hold" nodeType="withEffect">
                                  <p:stCondLst>
                                    <p:cond delay="1900"/>
                                  </p:stCondLst>
                                  <p:childTnLst>
                                    <p:set>
                                      <p:cBhvr>
                                        <p:cTn id="27" dur="1" fill="hold">
                                          <p:stCondLst>
                                            <p:cond delay="0"/>
                                          </p:stCondLst>
                                        </p:cTn>
                                        <p:tgtEl>
                                          <p:spTgt spid="10"/>
                                        </p:tgtEl>
                                        <p:attrNameLst>
                                          <p:attrName>style.visibility</p:attrName>
                                        </p:attrNameLst>
                                      </p:cBhvr>
                                      <p:to>
                                        <p:strVal val="visible"/>
                                      </p:to>
                                    </p:set>
                                    <p:animEffect transition="in" filter="wipe(right)">
                                      <p:cBhvr>
                                        <p:cTn id="28" dur="200"/>
                                        <p:tgtEl>
                                          <p:spTgt spid="10"/>
                                        </p:tgtEl>
                                      </p:cBhvr>
                                    </p:animEffect>
                                  </p:childTnLst>
                                </p:cTn>
                              </p:par>
                              <p:par>
                                <p:cTn id="29" presetID="22" presetClass="entr" presetSubtype="2" fill="hold" nodeType="withEffect">
                                  <p:stCondLst>
                                    <p:cond delay="2100"/>
                                  </p:stCondLst>
                                  <p:childTnLst>
                                    <p:set>
                                      <p:cBhvr>
                                        <p:cTn id="30" dur="1" fill="hold">
                                          <p:stCondLst>
                                            <p:cond delay="0"/>
                                          </p:stCondLst>
                                        </p:cTn>
                                        <p:tgtEl>
                                          <p:spTgt spid="7"/>
                                        </p:tgtEl>
                                        <p:attrNameLst>
                                          <p:attrName>style.visibility</p:attrName>
                                        </p:attrNameLst>
                                      </p:cBhvr>
                                      <p:to>
                                        <p:strVal val="visible"/>
                                      </p:to>
                                    </p:set>
                                    <p:animEffect transition="in" filter="wipe(right)">
                                      <p:cBhvr>
                                        <p:cTn id="31" dur="200"/>
                                        <p:tgtEl>
                                          <p:spTgt spid="7"/>
                                        </p:tgtEl>
                                      </p:cBhvr>
                                    </p:animEffect>
                                  </p:childTnLst>
                                </p:cTn>
                              </p:par>
                              <p:par>
                                <p:cTn id="32" presetID="22" presetClass="entr" presetSubtype="2" fill="hold" nodeType="withEffect">
                                  <p:stCondLst>
                                    <p:cond delay="2300"/>
                                  </p:stCondLst>
                                  <p:childTnLst>
                                    <p:set>
                                      <p:cBhvr>
                                        <p:cTn id="33" dur="1" fill="hold">
                                          <p:stCondLst>
                                            <p:cond delay="0"/>
                                          </p:stCondLst>
                                        </p:cTn>
                                        <p:tgtEl>
                                          <p:spTgt spid="6"/>
                                        </p:tgtEl>
                                        <p:attrNameLst>
                                          <p:attrName>style.visibility</p:attrName>
                                        </p:attrNameLst>
                                      </p:cBhvr>
                                      <p:to>
                                        <p:strVal val="visible"/>
                                      </p:to>
                                    </p:set>
                                    <p:animEffect transition="in" filter="wipe(right)">
                                      <p:cBhvr>
                                        <p:cTn id="34" dur="200"/>
                                        <p:tgtEl>
                                          <p:spTgt spid="6"/>
                                        </p:tgtEl>
                                      </p:cBhvr>
                                    </p:animEffect>
                                  </p:childTnLst>
                                </p:cTn>
                              </p:par>
                              <p:par>
                                <p:cTn id="35" presetID="22" presetClass="entr" presetSubtype="2" fill="hold" nodeType="withEffect">
                                  <p:stCondLst>
                                    <p:cond delay="2500"/>
                                  </p:stCondLst>
                                  <p:childTnLst>
                                    <p:set>
                                      <p:cBhvr>
                                        <p:cTn id="36" dur="1" fill="hold">
                                          <p:stCondLst>
                                            <p:cond delay="0"/>
                                          </p:stCondLst>
                                        </p:cTn>
                                        <p:tgtEl>
                                          <p:spTgt spid="12"/>
                                        </p:tgtEl>
                                        <p:attrNameLst>
                                          <p:attrName>style.visibility</p:attrName>
                                        </p:attrNameLst>
                                      </p:cBhvr>
                                      <p:to>
                                        <p:strVal val="visible"/>
                                      </p:to>
                                    </p:set>
                                    <p:animEffect transition="in" filter="wipe(right)">
                                      <p:cBhvr>
                                        <p:cTn id="37" dur="2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4_Hierrarchy placeholder 2">
    <p:spTree>
      <p:nvGrpSpPr>
        <p:cNvPr id="1" name=""/>
        <p:cNvGrpSpPr/>
        <p:nvPr/>
      </p:nvGrpSpPr>
      <p:grpSpPr>
        <a:xfrm>
          <a:off x="0" y="0"/>
          <a:ext cx="0" cy="0"/>
          <a:chOff x="0" y="0"/>
          <a:chExt cx="0" cy="0"/>
        </a:xfrm>
      </p:grpSpPr>
      <p:cxnSp>
        <p:nvCxnSpPr>
          <p:cNvPr id="30" name="Straight Connector 29"/>
          <p:cNvCxnSpPr/>
          <p:nvPr userDrawn="1"/>
        </p:nvCxnSpPr>
        <p:spPr>
          <a:xfrm flipV="1">
            <a:off x="1528789" y="3809602"/>
            <a:ext cx="411255" cy="237864"/>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userDrawn="1"/>
        </p:nvCxnSpPr>
        <p:spPr>
          <a:xfrm>
            <a:off x="1528789" y="2620246"/>
            <a:ext cx="411255" cy="237864"/>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userDrawn="1"/>
        </p:nvCxnSpPr>
        <p:spPr>
          <a:xfrm flipH="1" flipV="1">
            <a:off x="3497151" y="3809602"/>
            <a:ext cx="411255" cy="237864"/>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userDrawn="1"/>
        </p:nvCxnSpPr>
        <p:spPr>
          <a:xfrm flipH="1">
            <a:off x="3487814" y="2620246"/>
            <a:ext cx="411255" cy="237864"/>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userDrawn="1"/>
        </p:nvCxnSpPr>
        <p:spPr>
          <a:xfrm flipV="1">
            <a:off x="2766937" y="4211546"/>
            <a:ext cx="0" cy="333316"/>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userDrawn="1"/>
        </p:nvCxnSpPr>
        <p:spPr>
          <a:xfrm>
            <a:off x="2756452" y="2074450"/>
            <a:ext cx="0" cy="333316"/>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8" name="Picture Placeholder 3"/>
          <p:cNvSpPr>
            <a:spLocks noGrp="1" noChangeAspect="1"/>
          </p:cNvSpPr>
          <p:nvPr>
            <p:ph type="pic" sz="quarter" idx="20"/>
          </p:nvPr>
        </p:nvSpPr>
        <p:spPr>
          <a:xfrm>
            <a:off x="3854223" y="1931262"/>
            <a:ext cx="900000" cy="900000"/>
          </a:xfrm>
          <a:prstGeom prst="ellipse">
            <a:avLst/>
          </a:prstGeom>
        </p:spPr>
        <p:txBody>
          <a:bodyPr lIns="182880" tIns="91440" rIns="182880" bIns="91440"/>
          <a:lstStyle>
            <a:lvl1pPr marL="0" indent="0">
              <a:buFontTx/>
              <a:buNone/>
              <a:defRPr/>
            </a:lvl1pPr>
          </a:lstStyle>
          <a:p>
            <a:endParaRPr lang="en-US"/>
          </a:p>
        </p:txBody>
      </p:sp>
      <p:sp>
        <p:nvSpPr>
          <p:cNvPr id="39" name="Picture Placeholder 3"/>
          <p:cNvSpPr>
            <a:spLocks noGrp="1" noChangeAspect="1"/>
          </p:cNvSpPr>
          <p:nvPr>
            <p:ph type="pic" sz="quarter" idx="21"/>
          </p:nvPr>
        </p:nvSpPr>
        <p:spPr>
          <a:xfrm>
            <a:off x="639711" y="1983856"/>
            <a:ext cx="900000" cy="900000"/>
          </a:xfrm>
          <a:prstGeom prst="ellipse">
            <a:avLst/>
          </a:prstGeom>
        </p:spPr>
        <p:txBody>
          <a:bodyPr lIns="182880" tIns="91440" rIns="182880" bIns="91440"/>
          <a:lstStyle>
            <a:lvl1pPr marL="0" indent="0">
              <a:buFontTx/>
              <a:buNone/>
              <a:defRPr/>
            </a:lvl1pPr>
          </a:lstStyle>
          <a:p>
            <a:endParaRPr lang="en-US"/>
          </a:p>
        </p:txBody>
      </p:sp>
      <p:sp>
        <p:nvSpPr>
          <p:cNvPr id="40" name="Picture Placeholder 3"/>
          <p:cNvSpPr>
            <a:spLocks noGrp="1" noChangeAspect="1"/>
          </p:cNvSpPr>
          <p:nvPr>
            <p:ph type="pic" sz="quarter" idx="22"/>
          </p:nvPr>
        </p:nvSpPr>
        <p:spPr>
          <a:xfrm>
            <a:off x="688338" y="3809602"/>
            <a:ext cx="900000" cy="900000"/>
          </a:xfrm>
          <a:prstGeom prst="ellipse">
            <a:avLst/>
          </a:prstGeom>
        </p:spPr>
        <p:txBody>
          <a:bodyPr lIns="182880" tIns="91440" rIns="182880" bIns="91440"/>
          <a:lstStyle>
            <a:lvl1pPr marL="0" indent="0">
              <a:buFontTx/>
              <a:buNone/>
              <a:defRPr/>
            </a:lvl1pPr>
          </a:lstStyle>
          <a:p>
            <a:endParaRPr lang="en-US"/>
          </a:p>
        </p:txBody>
      </p:sp>
      <p:sp>
        <p:nvSpPr>
          <p:cNvPr id="41" name="Picture Placeholder 3"/>
          <p:cNvSpPr>
            <a:spLocks noGrp="1" noChangeAspect="1"/>
          </p:cNvSpPr>
          <p:nvPr>
            <p:ph type="pic" sz="quarter" idx="23"/>
          </p:nvPr>
        </p:nvSpPr>
        <p:spPr>
          <a:xfrm>
            <a:off x="2316937" y="4517001"/>
            <a:ext cx="900000" cy="900000"/>
          </a:xfrm>
          <a:prstGeom prst="ellipse">
            <a:avLst/>
          </a:prstGeom>
        </p:spPr>
        <p:txBody>
          <a:bodyPr lIns="182880" tIns="91440" rIns="182880" bIns="91440"/>
          <a:lstStyle>
            <a:lvl1pPr marL="0" indent="0">
              <a:buFontTx/>
              <a:buNone/>
              <a:defRPr/>
            </a:lvl1pPr>
          </a:lstStyle>
          <a:p>
            <a:endParaRPr lang="en-US"/>
          </a:p>
        </p:txBody>
      </p:sp>
      <p:sp>
        <p:nvSpPr>
          <p:cNvPr id="42" name="Picture Placeholder 3"/>
          <p:cNvSpPr>
            <a:spLocks noGrp="1" noChangeAspect="1"/>
          </p:cNvSpPr>
          <p:nvPr>
            <p:ph type="pic" sz="quarter" idx="24"/>
          </p:nvPr>
        </p:nvSpPr>
        <p:spPr>
          <a:xfrm>
            <a:off x="3839520" y="3828853"/>
            <a:ext cx="900000" cy="900000"/>
          </a:xfrm>
          <a:prstGeom prst="ellipse">
            <a:avLst/>
          </a:prstGeom>
        </p:spPr>
        <p:txBody>
          <a:bodyPr lIns="182880" tIns="91440" rIns="182880" bIns="91440"/>
          <a:lstStyle>
            <a:lvl1pPr marL="0" indent="0">
              <a:buFontTx/>
              <a:buNone/>
              <a:defRPr/>
            </a:lvl1pPr>
          </a:lstStyle>
          <a:p>
            <a:endParaRPr lang="en-US"/>
          </a:p>
        </p:txBody>
      </p:sp>
      <p:cxnSp>
        <p:nvCxnSpPr>
          <p:cNvPr id="43" name="Straight Connector 42"/>
          <p:cNvCxnSpPr/>
          <p:nvPr userDrawn="1"/>
        </p:nvCxnSpPr>
        <p:spPr>
          <a:xfrm flipH="1">
            <a:off x="4659710" y="1864924"/>
            <a:ext cx="411255" cy="237864"/>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4" name="Picture Placeholder 3"/>
          <p:cNvSpPr>
            <a:spLocks noGrp="1" noChangeAspect="1"/>
          </p:cNvSpPr>
          <p:nvPr>
            <p:ph type="pic" sz="quarter" idx="25"/>
          </p:nvPr>
        </p:nvSpPr>
        <p:spPr>
          <a:xfrm>
            <a:off x="4994517" y="1202788"/>
            <a:ext cx="900000" cy="900000"/>
          </a:xfrm>
          <a:prstGeom prst="ellipse">
            <a:avLst/>
          </a:prstGeom>
        </p:spPr>
        <p:txBody>
          <a:bodyPr lIns="182880" tIns="91440" rIns="182880" bIns="91440"/>
          <a:lstStyle>
            <a:lvl1pPr marL="0" indent="0">
              <a:buFontTx/>
              <a:buNone/>
              <a:defRPr/>
            </a:lvl1pPr>
          </a:lstStyle>
          <a:p>
            <a:endParaRPr lang="en-US"/>
          </a:p>
        </p:txBody>
      </p:sp>
      <p:cxnSp>
        <p:nvCxnSpPr>
          <p:cNvPr id="47" name="Straight Connector 46"/>
          <p:cNvCxnSpPr/>
          <p:nvPr userDrawn="1"/>
        </p:nvCxnSpPr>
        <p:spPr>
          <a:xfrm flipH="1" flipV="1">
            <a:off x="4706644" y="2631128"/>
            <a:ext cx="411255" cy="237864"/>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8" name="Picture Placeholder 3"/>
          <p:cNvSpPr>
            <a:spLocks noGrp="1" noChangeAspect="1"/>
          </p:cNvSpPr>
          <p:nvPr>
            <p:ph type="pic" sz="quarter" idx="26"/>
          </p:nvPr>
        </p:nvSpPr>
        <p:spPr>
          <a:xfrm>
            <a:off x="5049013" y="2650379"/>
            <a:ext cx="900000" cy="900000"/>
          </a:xfrm>
          <a:prstGeom prst="ellipse">
            <a:avLst/>
          </a:prstGeom>
        </p:spPr>
        <p:txBody>
          <a:bodyPr lIns="182880" tIns="91440" rIns="182880" bIns="91440"/>
          <a:lstStyle>
            <a:lvl1pPr marL="0" indent="0">
              <a:buFontTx/>
              <a:buNone/>
              <a:defRPr/>
            </a:lvl1pPr>
          </a:lstStyle>
          <a:p>
            <a:endParaRPr lang="en-US"/>
          </a:p>
        </p:txBody>
      </p:sp>
      <p:sp>
        <p:nvSpPr>
          <p:cNvPr id="37" name="Picture Placeholder 3"/>
          <p:cNvSpPr>
            <a:spLocks noGrp="1" noChangeAspect="1"/>
          </p:cNvSpPr>
          <p:nvPr>
            <p:ph type="pic" sz="quarter" idx="19"/>
          </p:nvPr>
        </p:nvSpPr>
        <p:spPr>
          <a:xfrm>
            <a:off x="2316937" y="1224424"/>
            <a:ext cx="900000" cy="900000"/>
          </a:xfrm>
          <a:prstGeom prst="ellipse">
            <a:avLst/>
          </a:prstGeom>
        </p:spPr>
        <p:txBody>
          <a:bodyPr lIns="182880" tIns="91440" rIns="182880" bIns="91440"/>
          <a:lstStyle>
            <a:lvl1pPr marL="0" indent="0">
              <a:buFontTx/>
              <a:buNone/>
              <a:defRPr/>
            </a:lvl1pPr>
          </a:lstStyle>
          <a:p>
            <a:endParaRPr lang="en-US"/>
          </a:p>
        </p:txBody>
      </p:sp>
      <p:sp>
        <p:nvSpPr>
          <p:cNvPr id="36" name="Picture Placeholder 3"/>
          <p:cNvSpPr>
            <a:spLocks noGrp="1" noChangeAspect="1"/>
          </p:cNvSpPr>
          <p:nvPr>
            <p:ph type="pic" sz="quarter" idx="11"/>
          </p:nvPr>
        </p:nvSpPr>
        <p:spPr>
          <a:xfrm>
            <a:off x="1813929" y="2411546"/>
            <a:ext cx="1800000" cy="1800000"/>
          </a:xfrm>
          <a:prstGeom prst="ellipse">
            <a:avLst/>
          </a:prstGeom>
        </p:spPr>
        <p:txBody>
          <a:bodyPr lIns="182880" tIns="91440" rIns="182880" bIns="91440"/>
          <a:lstStyle>
            <a:lvl1pPr marL="0" indent="0">
              <a:buFontTx/>
              <a:buNone/>
              <a:defRPr/>
            </a:lvl1pPr>
          </a:lstStyle>
          <a:p>
            <a:endParaRPr lang="en-US"/>
          </a:p>
        </p:txBody>
      </p:sp>
    </p:spTree>
    <p:extLst>
      <p:ext uri="{BB962C8B-B14F-4D97-AF65-F5344CB8AC3E}">
        <p14:creationId xmlns:p14="http://schemas.microsoft.com/office/powerpoint/2010/main" val="31293559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fade">
                                      <p:cBhvr>
                                        <p:cTn id="7" dur="200"/>
                                        <p:tgtEl>
                                          <p:spTgt spid="35"/>
                                        </p:tgtEl>
                                      </p:cBhvr>
                                    </p:animEffect>
                                  </p:childTnLst>
                                </p:cTn>
                              </p:par>
                              <p:par>
                                <p:cTn id="8" presetID="10" presetClass="entr" presetSubtype="0" fill="hold" nodeType="withEffect">
                                  <p:stCondLst>
                                    <p:cond delay="200"/>
                                  </p:stCondLst>
                                  <p:childTnLst>
                                    <p:set>
                                      <p:cBhvr>
                                        <p:cTn id="9" dur="1" fill="hold">
                                          <p:stCondLst>
                                            <p:cond delay="0"/>
                                          </p:stCondLst>
                                        </p:cTn>
                                        <p:tgtEl>
                                          <p:spTgt spid="33"/>
                                        </p:tgtEl>
                                        <p:attrNameLst>
                                          <p:attrName>style.visibility</p:attrName>
                                        </p:attrNameLst>
                                      </p:cBhvr>
                                      <p:to>
                                        <p:strVal val="visible"/>
                                      </p:to>
                                    </p:set>
                                    <p:animEffect transition="in" filter="fade">
                                      <p:cBhvr>
                                        <p:cTn id="10" dur="200"/>
                                        <p:tgtEl>
                                          <p:spTgt spid="33"/>
                                        </p:tgtEl>
                                      </p:cBhvr>
                                    </p:animEffect>
                                  </p:childTnLst>
                                </p:cTn>
                              </p:par>
                              <p:par>
                                <p:cTn id="11" presetID="10" presetClass="entr" presetSubtype="0" fill="hold" nodeType="withEffect">
                                  <p:stCondLst>
                                    <p:cond delay="400"/>
                                  </p:stCondLst>
                                  <p:childTnLst>
                                    <p:set>
                                      <p:cBhvr>
                                        <p:cTn id="12" dur="1" fill="hold">
                                          <p:stCondLst>
                                            <p:cond delay="0"/>
                                          </p:stCondLst>
                                        </p:cTn>
                                        <p:tgtEl>
                                          <p:spTgt spid="32"/>
                                        </p:tgtEl>
                                        <p:attrNameLst>
                                          <p:attrName>style.visibility</p:attrName>
                                        </p:attrNameLst>
                                      </p:cBhvr>
                                      <p:to>
                                        <p:strVal val="visible"/>
                                      </p:to>
                                    </p:set>
                                    <p:animEffect transition="in" filter="fade">
                                      <p:cBhvr>
                                        <p:cTn id="13" dur="200"/>
                                        <p:tgtEl>
                                          <p:spTgt spid="32"/>
                                        </p:tgtEl>
                                      </p:cBhvr>
                                    </p:animEffect>
                                  </p:childTnLst>
                                </p:cTn>
                              </p:par>
                              <p:par>
                                <p:cTn id="14" presetID="10" presetClass="entr" presetSubtype="0" fill="hold" nodeType="withEffect">
                                  <p:stCondLst>
                                    <p:cond delay="600"/>
                                  </p:stCondLst>
                                  <p:childTnLst>
                                    <p:set>
                                      <p:cBhvr>
                                        <p:cTn id="15" dur="1" fill="hold">
                                          <p:stCondLst>
                                            <p:cond delay="0"/>
                                          </p:stCondLst>
                                        </p:cTn>
                                        <p:tgtEl>
                                          <p:spTgt spid="34"/>
                                        </p:tgtEl>
                                        <p:attrNameLst>
                                          <p:attrName>style.visibility</p:attrName>
                                        </p:attrNameLst>
                                      </p:cBhvr>
                                      <p:to>
                                        <p:strVal val="visible"/>
                                      </p:to>
                                    </p:set>
                                    <p:animEffect transition="in" filter="fade">
                                      <p:cBhvr>
                                        <p:cTn id="16" dur="200"/>
                                        <p:tgtEl>
                                          <p:spTgt spid="34"/>
                                        </p:tgtEl>
                                      </p:cBhvr>
                                    </p:animEffect>
                                  </p:childTnLst>
                                </p:cTn>
                              </p:par>
                              <p:par>
                                <p:cTn id="17" presetID="10" presetClass="entr" presetSubtype="0" fill="hold" nodeType="withEffect">
                                  <p:stCondLst>
                                    <p:cond delay="800"/>
                                  </p:stCondLst>
                                  <p:childTnLst>
                                    <p:set>
                                      <p:cBhvr>
                                        <p:cTn id="18" dur="1" fill="hold">
                                          <p:stCondLst>
                                            <p:cond delay="0"/>
                                          </p:stCondLst>
                                        </p:cTn>
                                        <p:tgtEl>
                                          <p:spTgt spid="30"/>
                                        </p:tgtEl>
                                        <p:attrNameLst>
                                          <p:attrName>style.visibility</p:attrName>
                                        </p:attrNameLst>
                                      </p:cBhvr>
                                      <p:to>
                                        <p:strVal val="visible"/>
                                      </p:to>
                                    </p:set>
                                    <p:animEffect transition="in" filter="fade">
                                      <p:cBhvr>
                                        <p:cTn id="19" dur="200"/>
                                        <p:tgtEl>
                                          <p:spTgt spid="30"/>
                                        </p:tgtEl>
                                      </p:cBhvr>
                                    </p:animEffect>
                                  </p:childTnLst>
                                </p:cTn>
                              </p:par>
                              <p:par>
                                <p:cTn id="20" presetID="10" presetClass="entr" presetSubtype="0" fill="hold" nodeType="withEffect">
                                  <p:stCondLst>
                                    <p:cond delay="1000"/>
                                  </p:stCondLst>
                                  <p:childTnLst>
                                    <p:set>
                                      <p:cBhvr>
                                        <p:cTn id="21" dur="1" fill="hold">
                                          <p:stCondLst>
                                            <p:cond delay="0"/>
                                          </p:stCondLst>
                                        </p:cTn>
                                        <p:tgtEl>
                                          <p:spTgt spid="31"/>
                                        </p:tgtEl>
                                        <p:attrNameLst>
                                          <p:attrName>style.visibility</p:attrName>
                                        </p:attrNameLst>
                                      </p:cBhvr>
                                      <p:to>
                                        <p:strVal val="visible"/>
                                      </p:to>
                                    </p:set>
                                    <p:animEffect transition="in" filter="fade">
                                      <p:cBhvr>
                                        <p:cTn id="22" dur="200"/>
                                        <p:tgtEl>
                                          <p:spTgt spid="31"/>
                                        </p:tgtEl>
                                      </p:cBhvr>
                                    </p:animEffect>
                                  </p:childTnLst>
                                </p:cTn>
                              </p:par>
                              <p:par>
                                <p:cTn id="23" presetID="10" presetClass="entr" presetSubtype="0" fill="hold" nodeType="withEffect">
                                  <p:stCondLst>
                                    <p:cond delay="200"/>
                                  </p:stCondLst>
                                  <p:childTnLst>
                                    <p:set>
                                      <p:cBhvr>
                                        <p:cTn id="24" dur="1" fill="hold">
                                          <p:stCondLst>
                                            <p:cond delay="0"/>
                                          </p:stCondLst>
                                        </p:cTn>
                                        <p:tgtEl>
                                          <p:spTgt spid="43"/>
                                        </p:tgtEl>
                                        <p:attrNameLst>
                                          <p:attrName>style.visibility</p:attrName>
                                        </p:attrNameLst>
                                      </p:cBhvr>
                                      <p:to>
                                        <p:strVal val="visible"/>
                                      </p:to>
                                    </p:set>
                                    <p:animEffect transition="in" filter="fade">
                                      <p:cBhvr>
                                        <p:cTn id="25" dur="200"/>
                                        <p:tgtEl>
                                          <p:spTgt spid="43"/>
                                        </p:tgtEl>
                                      </p:cBhvr>
                                    </p:animEffect>
                                  </p:childTnLst>
                                </p:cTn>
                              </p:par>
                              <p:par>
                                <p:cTn id="26" presetID="10" presetClass="entr" presetSubtype="0" fill="hold" nodeType="withEffect">
                                  <p:stCondLst>
                                    <p:cond delay="400"/>
                                  </p:stCondLst>
                                  <p:childTnLst>
                                    <p:set>
                                      <p:cBhvr>
                                        <p:cTn id="27" dur="1" fill="hold">
                                          <p:stCondLst>
                                            <p:cond delay="0"/>
                                          </p:stCondLst>
                                        </p:cTn>
                                        <p:tgtEl>
                                          <p:spTgt spid="47"/>
                                        </p:tgtEl>
                                        <p:attrNameLst>
                                          <p:attrName>style.visibility</p:attrName>
                                        </p:attrNameLst>
                                      </p:cBhvr>
                                      <p:to>
                                        <p:strVal val="visible"/>
                                      </p:to>
                                    </p:set>
                                    <p:animEffect transition="in" filter="fade">
                                      <p:cBhvr>
                                        <p:cTn id="28" dur="2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5_placeholder 12">
    <p:spTree>
      <p:nvGrpSpPr>
        <p:cNvPr id="1" name=""/>
        <p:cNvGrpSpPr/>
        <p:nvPr/>
      </p:nvGrpSpPr>
      <p:grpSpPr>
        <a:xfrm>
          <a:off x="0" y="0"/>
          <a:ext cx="0" cy="0"/>
          <a:chOff x="0" y="0"/>
          <a:chExt cx="0" cy="0"/>
        </a:xfrm>
      </p:grpSpPr>
      <p:sp>
        <p:nvSpPr>
          <p:cNvPr id="21" name="Picture Placeholder 2"/>
          <p:cNvSpPr>
            <a:spLocks noGrp="1"/>
          </p:cNvSpPr>
          <p:nvPr>
            <p:ph type="pic" sz="quarter" idx="20"/>
          </p:nvPr>
        </p:nvSpPr>
        <p:spPr>
          <a:xfrm>
            <a:off x="4996071" y="2411757"/>
            <a:ext cx="2153478" cy="1709670"/>
          </a:xfrm>
          <a:prstGeom prst="rect">
            <a:avLst/>
          </a:prstGeom>
        </p:spPr>
        <p:txBody>
          <a:bodyPr/>
          <a:lstStyle/>
          <a:p>
            <a:endParaRPr lang="id-ID"/>
          </a:p>
        </p:txBody>
      </p:sp>
      <p:sp>
        <p:nvSpPr>
          <p:cNvPr id="22" name="Picture Placeholder 2"/>
          <p:cNvSpPr>
            <a:spLocks noGrp="1"/>
          </p:cNvSpPr>
          <p:nvPr>
            <p:ph type="pic" sz="quarter" idx="21"/>
          </p:nvPr>
        </p:nvSpPr>
        <p:spPr>
          <a:xfrm>
            <a:off x="7374833" y="2411757"/>
            <a:ext cx="2153478" cy="1709670"/>
          </a:xfrm>
          <a:prstGeom prst="rect">
            <a:avLst/>
          </a:prstGeom>
        </p:spPr>
        <p:txBody>
          <a:bodyPr/>
          <a:lstStyle/>
          <a:p>
            <a:endParaRPr lang="id-ID"/>
          </a:p>
        </p:txBody>
      </p:sp>
      <p:sp>
        <p:nvSpPr>
          <p:cNvPr id="23" name="Picture Placeholder 2"/>
          <p:cNvSpPr>
            <a:spLocks noGrp="1"/>
          </p:cNvSpPr>
          <p:nvPr>
            <p:ph type="pic" sz="quarter" idx="22"/>
          </p:nvPr>
        </p:nvSpPr>
        <p:spPr>
          <a:xfrm>
            <a:off x="9740348" y="2411757"/>
            <a:ext cx="2153478" cy="1709670"/>
          </a:xfrm>
          <a:prstGeom prst="rect">
            <a:avLst/>
          </a:prstGeom>
        </p:spPr>
        <p:txBody>
          <a:bodyPr/>
          <a:lstStyle/>
          <a:p>
            <a:endParaRPr lang="id-ID"/>
          </a:p>
        </p:txBody>
      </p:sp>
      <p:sp>
        <p:nvSpPr>
          <p:cNvPr id="8" name="TextBox 7"/>
          <p:cNvSpPr txBox="1"/>
          <p:nvPr userDrawn="1"/>
        </p:nvSpPr>
        <p:spPr>
          <a:xfrm>
            <a:off x="1189710" y="6379631"/>
            <a:ext cx="649356" cy="307777"/>
          </a:xfrm>
          <a:prstGeom prst="rect">
            <a:avLst/>
          </a:prstGeom>
          <a:noFill/>
        </p:spPr>
        <p:txBody>
          <a:bodyPr wrap="square" rtlCol="0">
            <a:spAutoFit/>
          </a:bodyPr>
          <a:lstStyle/>
          <a:p>
            <a:pPr algn="l"/>
            <a:fld id="{49B9A1CC-CF23-404A-A754-6B4803B2A082}" type="slidenum">
              <a:rPr lang="id-ID" sz="1400" smtClean="0">
                <a:solidFill>
                  <a:schemeClr val="tx1"/>
                </a:solidFill>
              </a:rPr>
              <a:pPr algn="l"/>
              <a:t>‹#›</a:t>
            </a:fld>
            <a:endParaRPr lang="id-ID" sz="1400">
              <a:solidFill>
                <a:schemeClr val="tx1"/>
              </a:solidFill>
            </a:endParaRPr>
          </a:p>
        </p:txBody>
      </p:sp>
      <p:sp>
        <p:nvSpPr>
          <p:cNvPr id="9" name="TextBox 8"/>
          <p:cNvSpPr txBox="1"/>
          <p:nvPr userDrawn="1"/>
        </p:nvSpPr>
        <p:spPr>
          <a:xfrm>
            <a:off x="470455" y="6392883"/>
            <a:ext cx="753731" cy="307777"/>
          </a:xfrm>
          <a:prstGeom prst="rect">
            <a:avLst/>
          </a:prstGeom>
          <a:noFill/>
        </p:spPr>
        <p:txBody>
          <a:bodyPr wrap="none" rtlCol="0">
            <a:spAutoFit/>
          </a:bodyPr>
          <a:lstStyle/>
          <a:p>
            <a:pPr algn="ctr"/>
            <a:r>
              <a:rPr lang="id-ID" sz="1400" b="1">
                <a:solidFill>
                  <a:schemeClr val="tx1"/>
                </a:solidFill>
                <a:latin typeface="+mn-lt"/>
              </a:rPr>
              <a:t>SLIDE  </a:t>
            </a:r>
            <a:endParaRPr lang="id-ID" sz="1400" b="1" dirty="0">
              <a:solidFill>
                <a:schemeClr val="tx1"/>
              </a:solidFill>
              <a:latin typeface="+mn-lt"/>
            </a:endParaRPr>
          </a:p>
        </p:txBody>
      </p:sp>
      <p:cxnSp>
        <p:nvCxnSpPr>
          <p:cNvPr id="12" name="Straight Connector 11"/>
          <p:cNvCxnSpPr/>
          <p:nvPr userDrawn="1"/>
        </p:nvCxnSpPr>
        <p:spPr>
          <a:xfrm>
            <a:off x="1094726" y="6546086"/>
            <a:ext cx="116208" cy="686"/>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974586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3_Placeholder 8">
    <p:spTree>
      <p:nvGrpSpPr>
        <p:cNvPr id="1" name=""/>
        <p:cNvGrpSpPr/>
        <p:nvPr/>
      </p:nvGrpSpPr>
      <p:grpSpPr>
        <a:xfrm>
          <a:off x="0" y="0"/>
          <a:ext cx="0" cy="0"/>
          <a:chOff x="0" y="0"/>
          <a:chExt cx="0" cy="0"/>
        </a:xfrm>
      </p:grpSpPr>
      <p:sp>
        <p:nvSpPr>
          <p:cNvPr id="4" name="Picture Placeholder 3"/>
          <p:cNvSpPr>
            <a:spLocks noGrp="1"/>
          </p:cNvSpPr>
          <p:nvPr>
            <p:ph type="pic" sz="quarter" idx="11"/>
          </p:nvPr>
        </p:nvSpPr>
        <p:spPr>
          <a:xfrm>
            <a:off x="547326" y="487482"/>
            <a:ext cx="2718399" cy="2947814"/>
          </a:xfrm>
          <a:prstGeom prst="rect">
            <a:avLst/>
          </a:prstGeom>
        </p:spPr>
        <p:txBody>
          <a:bodyPr lIns="182880" tIns="91440" rIns="182880" bIns="91440"/>
          <a:lstStyle>
            <a:lvl1pPr marL="0" indent="0">
              <a:buFontTx/>
              <a:buNone/>
              <a:defRPr/>
            </a:lvl1pPr>
          </a:lstStyle>
          <a:p>
            <a:endParaRPr lang="en-US"/>
          </a:p>
        </p:txBody>
      </p:sp>
      <p:sp>
        <p:nvSpPr>
          <p:cNvPr id="5" name="Picture Placeholder 3"/>
          <p:cNvSpPr>
            <a:spLocks noGrp="1"/>
          </p:cNvSpPr>
          <p:nvPr>
            <p:ph type="pic" sz="quarter" idx="12"/>
          </p:nvPr>
        </p:nvSpPr>
        <p:spPr>
          <a:xfrm>
            <a:off x="3265725" y="487482"/>
            <a:ext cx="2843168" cy="2947814"/>
          </a:xfrm>
          <a:prstGeom prst="rect">
            <a:avLst/>
          </a:prstGeom>
        </p:spPr>
        <p:txBody>
          <a:bodyPr lIns="182880" tIns="91440" rIns="182880" bIns="91440"/>
          <a:lstStyle>
            <a:lvl1pPr marL="0" indent="0">
              <a:buFontTx/>
              <a:buNone/>
              <a:defRPr/>
            </a:lvl1pPr>
          </a:lstStyle>
          <a:p>
            <a:endParaRPr lang="en-US"/>
          </a:p>
        </p:txBody>
      </p:sp>
      <p:sp>
        <p:nvSpPr>
          <p:cNvPr id="6" name="Picture Placeholder 3"/>
          <p:cNvSpPr>
            <a:spLocks noGrp="1"/>
          </p:cNvSpPr>
          <p:nvPr>
            <p:ph type="pic" sz="quarter" idx="13"/>
          </p:nvPr>
        </p:nvSpPr>
        <p:spPr>
          <a:xfrm>
            <a:off x="6143781" y="487482"/>
            <a:ext cx="2683511" cy="2947814"/>
          </a:xfrm>
          <a:prstGeom prst="rect">
            <a:avLst/>
          </a:prstGeom>
        </p:spPr>
        <p:txBody>
          <a:bodyPr lIns="182880" tIns="91440" rIns="182880" bIns="91440"/>
          <a:lstStyle>
            <a:lvl1pPr marL="0" indent="0">
              <a:buFontTx/>
              <a:buNone/>
              <a:defRPr/>
            </a:lvl1pPr>
          </a:lstStyle>
          <a:p>
            <a:endParaRPr lang="en-US"/>
          </a:p>
        </p:txBody>
      </p:sp>
      <p:sp>
        <p:nvSpPr>
          <p:cNvPr id="7" name="Picture Placeholder 3"/>
          <p:cNvSpPr>
            <a:spLocks noGrp="1"/>
          </p:cNvSpPr>
          <p:nvPr>
            <p:ph type="pic" sz="quarter" idx="14"/>
          </p:nvPr>
        </p:nvSpPr>
        <p:spPr>
          <a:xfrm>
            <a:off x="8862180" y="487482"/>
            <a:ext cx="2780876" cy="2947814"/>
          </a:xfrm>
          <a:prstGeom prst="rect">
            <a:avLst/>
          </a:prstGeom>
        </p:spPr>
        <p:txBody>
          <a:bodyPr lIns="182880" tIns="91440" rIns="182880" bIns="91440"/>
          <a:lstStyle>
            <a:lvl1pPr marL="0" indent="0">
              <a:buFontTx/>
              <a:buNone/>
              <a:defRPr/>
            </a:lvl1pPr>
          </a:lstStyle>
          <a:p>
            <a:endParaRPr lang="en-US"/>
          </a:p>
        </p:txBody>
      </p:sp>
    </p:spTree>
    <p:extLst>
      <p:ext uri="{BB962C8B-B14F-4D97-AF65-F5344CB8AC3E}">
        <p14:creationId xmlns:p14="http://schemas.microsoft.com/office/powerpoint/2010/main" val="4127261500"/>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4_Placeholder 9">
    <p:spTree>
      <p:nvGrpSpPr>
        <p:cNvPr id="1" name=""/>
        <p:cNvGrpSpPr/>
        <p:nvPr/>
      </p:nvGrpSpPr>
      <p:grpSpPr>
        <a:xfrm>
          <a:off x="0" y="0"/>
          <a:ext cx="0" cy="0"/>
          <a:chOff x="0" y="0"/>
          <a:chExt cx="0" cy="0"/>
        </a:xfrm>
      </p:grpSpPr>
      <p:sp>
        <p:nvSpPr>
          <p:cNvPr id="4" name="Picture Placeholder 3"/>
          <p:cNvSpPr>
            <a:spLocks noGrp="1"/>
          </p:cNvSpPr>
          <p:nvPr>
            <p:ph type="pic" sz="quarter" idx="11"/>
          </p:nvPr>
        </p:nvSpPr>
        <p:spPr>
          <a:xfrm>
            <a:off x="547326" y="487482"/>
            <a:ext cx="2718399" cy="2947814"/>
          </a:xfrm>
          <a:prstGeom prst="rect">
            <a:avLst/>
          </a:prstGeom>
        </p:spPr>
        <p:txBody>
          <a:bodyPr lIns="182880" tIns="91440" rIns="182880" bIns="91440"/>
          <a:lstStyle>
            <a:lvl1pPr marL="0" indent="0">
              <a:buFontTx/>
              <a:buNone/>
              <a:defRPr/>
            </a:lvl1pPr>
          </a:lstStyle>
          <a:p>
            <a:endParaRPr lang="en-US"/>
          </a:p>
        </p:txBody>
      </p:sp>
      <p:sp>
        <p:nvSpPr>
          <p:cNvPr id="5" name="Picture Placeholder 3"/>
          <p:cNvSpPr>
            <a:spLocks noGrp="1"/>
          </p:cNvSpPr>
          <p:nvPr>
            <p:ph type="pic" sz="quarter" idx="12"/>
          </p:nvPr>
        </p:nvSpPr>
        <p:spPr>
          <a:xfrm>
            <a:off x="3265725" y="487482"/>
            <a:ext cx="2843168" cy="2947814"/>
          </a:xfrm>
          <a:prstGeom prst="rect">
            <a:avLst/>
          </a:prstGeom>
        </p:spPr>
        <p:txBody>
          <a:bodyPr lIns="182880" tIns="91440" rIns="182880" bIns="91440"/>
          <a:lstStyle>
            <a:lvl1pPr marL="0" indent="0">
              <a:buFontTx/>
              <a:buNone/>
              <a:defRPr/>
            </a:lvl1pPr>
          </a:lstStyle>
          <a:p>
            <a:endParaRPr lang="en-US"/>
          </a:p>
        </p:txBody>
      </p:sp>
      <p:sp>
        <p:nvSpPr>
          <p:cNvPr id="6" name="Picture Placeholder 3"/>
          <p:cNvSpPr>
            <a:spLocks noGrp="1"/>
          </p:cNvSpPr>
          <p:nvPr>
            <p:ph type="pic" sz="quarter" idx="13"/>
          </p:nvPr>
        </p:nvSpPr>
        <p:spPr>
          <a:xfrm>
            <a:off x="6143781" y="487482"/>
            <a:ext cx="2683511" cy="2947814"/>
          </a:xfrm>
          <a:prstGeom prst="rect">
            <a:avLst/>
          </a:prstGeom>
        </p:spPr>
        <p:txBody>
          <a:bodyPr lIns="182880" tIns="91440" rIns="182880" bIns="91440"/>
          <a:lstStyle>
            <a:lvl1pPr marL="0" indent="0">
              <a:buFontTx/>
              <a:buNone/>
              <a:defRPr/>
            </a:lvl1pPr>
          </a:lstStyle>
          <a:p>
            <a:endParaRPr lang="en-US"/>
          </a:p>
        </p:txBody>
      </p:sp>
      <p:sp>
        <p:nvSpPr>
          <p:cNvPr id="7" name="Picture Placeholder 3"/>
          <p:cNvSpPr>
            <a:spLocks noGrp="1"/>
          </p:cNvSpPr>
          <p:nvPr>
            <p:ph type="pic" sz="quarter" idx="14"/>
          </p:nvPr>
        </p:nvSpPr>
        <p:spPr>
          <a:xfrm>
            <a:off x="8862180" y="487482"/>
            <a:ext cx="2780876" cy="2947814"/>
          </a:xfrm>
          <a:prstGeom prst="rect">
            <a:avLst/>
          </a:prstGeom>
        </p:spPr>
        <p:txBody>
          <a:bodyPr lIns="182880" tIns="91440" rIns="182880" bIns="91440"/>
          <a:lstStyle>
            <a:lvl1pPr marL="0" indent="0">
              <a:buFontTx/>
              <a:buNone/>
              <a:defRPr/>
            </a:lvl1pPr>
          </a:lstStyle>
          <a:p>
            <a:endParaRPr lang="en-US"/>
          </a:p>
        </p:txBody>
      </p:sp>
      <p:sp>
        <p:nvSpPr>
          <p:cNvPr id="10" name="Picture Placeholder 3"/>
          <p:cNvSpPr>
            <a:spLocks noGrp="1"/>
          </p:cNvSpPr>
          <p:nvPr>
            <p:ph type="pic" sz="quarter" idx="15"/>
          </p:nvPr>
        </p:nvSpPr>
        <p:spPr>
          <a:xfrm>
            <a:off x="547326" y="3431817"/>
            <a:ext cx="2718399" cy="2947814"/>
          </a:xfrm>
          <a:prstGeom prst="rect">
            <a:avLst/>
          </a:prstGeom>
        </p:spPr>
        <p:txBody>
          <a:bodyPr lIns="182880" tIns="91440" rIns="182880" bIns="91440"/>
          <a:lstStyle>
            <a:lvl1pPr marL="0" indent="0">
              <a:buFontTx/>
              <a:buNone/>
              <a:defRPr/>
            </a:lvl1pPr>
          </a:lstStyle>
          <a:p>
            <a:endParaRPr lang="en-US"/>
          </a:p>
        </p:txBody>
      </p:sp>
      <p:sp>
        <p:nvSpPr>
          <p:cNvPr id="13" name="Picture Placeholder 3"/>
          <p:cNvSpPr>
            <a:spLocks noGrp="1"/>
          </p:cNvSpPr>
          <p:nvPr>
            <p:ph type="pic" sz="quarter" idx="18"/>
          </p:nvPr>
        </p:nvSpPr>
        <p:spPr>
          <a:xfrm>
            <a:off x="8862180" y="3431817"/>
            <a:ext cx="2780876" cy="2947814"/>
          </a:xfrm>
          <a:prstGeom prst="rect">
            <a:avLst/>
          </a:prstGeom>
        </p:spPr>
        <p:txBody>
          <a:bodyPr lIns="182880" tIns="91440" rIns="182880" bIns="91440"/>
          <a:lstStyle>
            <a:lvl1pPr marL="0" indent="0">
              <a:buFontTx/>
              <a:buNone/>
              <a:defRPr/>
            </a:lvl1pPr>
          </a:lstStyle>
          <a:p>
            <a:endParaRPr lang="en-US"/>
          </a:p>
        </p:txBody>
      </p:sp>
    </p:spTree>
    <p:extLst>
      <p:ext uri="{BB962C8B-B14F-4D97-AF65-F5344CB8AC3E}">
        <p14:creationId xmlns:p14="http://schemas.microsoft.com/office/powerpoint/2010/main" val="3528955708"/>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3_Normal Center 4 images">
    <p:spTree>
      <p:nvGrpSpPr>
        <p:cNvPr id="1" name=""/>
        <p:cNvGrpSpPr/>
        <p:nvPr/>
      </p:nvGrpSpPr>
      <p:grpSpPr>
        <a:xfrm>
          <a:off x="0" y="0"/>
          <a:ext cx="0" cy="0"/>
          <a:chOff x="0" y="0"/>
          <a:chExt cx="0" cy="0"/>
        </a:xfrm>
      </p:grpSpPr>
      <p:sp>
        <p:nvSpPr>
          <p:cNvPr id="4" name="Picture Placeholder 2"/>
          <p:cNvSpPr>
            <a:spLocks noGrp="1"/>
          </p:cNvSpPr>
          <p:nvPr>
            <p:ph type="pic" sz="quarter" idx="19"/>
          </p:nvPr>
        </p:nvSpPr>
        <p:spPr>
          <a:xfrm>
            <a:off x="0" y="2212975"/>
            <a:ext cx="3037024" cy="2438400"/>
          </a:xfrm>
          <a:prstGeom prst="rect">
            <a:avLst/>
          </a:prstGeom>
        </p:spPr>
        <p:txBody>
          <a:bodyPr/>
          <a:lstStyle/>
          <a:p>
            <a:endParaRPr lang="id-ID"/>
          </a:p>
        </p:txBody>
      </p:sp>
      <p:sp>
        <p:nvSpPr>
          <p:cNvPr id="5" name="Picture Placeholder 2"/>
          <p:cNvSpPr>
            <a:spLocks noGrp="1"/>
          </p:cNvSpPr>
          <p:nvPr>
            <p:ph type="pic" sz="quarter" idx="20"/>
          </p:nvPr>
        </p:nvSpPr>
        <p:spPr>
          <a:xfrm>
            <a:off x="3047585" y="2212975"/>
            <a:ext cx="2991886" cy="2438400"/>
          </a:xfrm>
          <a:prstGeom prst="rect">
            <a:avLst/>
          </a:prstGeom>
        </p:spPr>
        <p:txBody>
          <a:bodyPr/>
          <a:lstStyle/>
          <a:p>
            <a:endParaRPr lang="id-ID"/>
          </a:p>
        </p:txBody>
      </p:sp>
      <p:sp>
        <p:nvSpPr>
          <p:cNvPr id="6" name="Picture Placeholder 2"/>
          <p:cNvSpPr>
            <a:spLocks noGrp="1"/>
          </p:cNvSpPr>
          <p:nvPr>
            <p:ph type="pic" sz="quarter" idx="21"/>
          </p:nvPr>
        </p:nvSpPr>
        <p:spPr>
          <a:xfrm>
            <a:off x="6063284" y="2212975"/>
            <a:ext cx="3100594" cy="2438400"/>
          </a:xfrm>
          <a:prstGeom prst="rect">
            <a:avLst/>
          </a:prstGeom>
        </p:spPr>
        <p:txBody>
          <a:bodyPr/>
          <a:lstStyle/>
          <a:p>
            <a:endParaRPr lang="id-ID"/>
          </a:p>
        </p:txBody>
      </p:sp>
      <p:sp>
        <p:nvSpPr>
          <p:cNvPr id="7" name="Picture Placeholder 2"/>
          <p:cNvSpPr>
            <a:spLocks noGrp="1"/>
          </p:cNvSpPr>
          <p:nvPr>
            <p:ph type="pic" sz="quarter" idx="22"/>
          </p:nvPr>
        </p:nvSpPr>
        <p:spPr>
          <a:xfrm>
            <a:off x="9163878" y="2212975"/>
            <a:ext cx="3028122" cy="2438400"/>
          </a:xfrm>
          <a:prstGeom prst="rect">
            <a:avLst/>
          </a:prstGeom>
        </p:spPr>
        <p:txBody>
          <a:bodyPr/>
          <a:lstStyle/>
          <a:p>
            <a:endParaRPr lang="id-ID"/>
          </a:p>
        </p:txBody>
      </p:sp>
      <p:sp>
        <p:nvSpPr>
          <p:cNvPr id="10" name="Title 1"/>
          <p:cNvSpPr>
            <a:spLocks noGrp="1"/>
          </p:cNvSpPr>
          <p:nvPr>
            <p:ph type="title"/>
          </p:nvPr>
        </p:nvSpPr>
        <p:spPr>
          <a:xfrm>
            <a:off x="470455" y="458073"/>
            <a:ext cx="11357112" cy="562527"/>
          </a:xfrm>
        </p:spPr>
        <p:txBody>
          <a:bodyPr>
            <a:noAutofit/>
          </a:bodyPr>
          <a:lstStyle>
            <a:lvl1pPr algn="ctr">
              <a:defRPr sz="4400">
                <a:solidFill>
                  <a:schemeClr val="tx1"/>
                </a:solidFill>
                <a:latin typeface="+mj-lt"/>
              </a:defRPr>
            </a:lvl1pPr>
          </a:lstStyle>
          <a:p>
            <a:r>
              <a:rPr lang="en-US"/>
              <a:t>Click to edit Master title style</a:t>
            </a:r>
            <a:endParaRPr lang="id-ID"/>
          </a:p>
        </p:txBody>
      </p:sp>
      <p:sp>
        <p:nvSpPr>
          <p:cNvPr id="11" name="Text Placeholder 7"/>
          <p:cNvSpPr>
            <a:spLocks noGrp="1"/>
          </p:cNvSpPr>
          <p:nvPr>
            <p:ph type="body" sz="quarter" idx="10"/>
          </p:nvPr>
        </p:nvSpPr>
        <p:spPr>
          <a:xfrm>
            <a:off x="470455" y="981950"/>
            <a:ext cx="11357112" cy="436908"/>
          </a:xfrm>
        </p:spPr>
        <p:txBody>
          <a:bodyPr>
            <a:normAutofit/>
          </a:bodyPr>
          <a:lstStyle>
            <a:lvl1pPr marL="0" indent="0" algn="ctr">
              <a:buNone/>
              <a:defRPr sz="1800">
                <a:solidFill>
                  <a:schemeClr val="tx1"/>
                </a:solidFill>
                <a:latin typeface="+mn-lt"/>
              </a:defRPr>
            </a:lvl1pPr>
          </a:lstStyle>
          <a:p>
            <a:pPr lvl="0"/>
            <a:r>
              <a:rPr lang="en-US"/>
              <a:t>Click to edit Master text styles</a:t>
            </a:r>
          </a:p>
        </p:txBody>
      </p:sp>
    </p:spTree>
    <p:extLst>
      <p:ext uri="{BB962C8B-B14F-4D97-AF65-F5344CB8AC3E}">
        <p14:creationId xmlns:p14="http://schemas.microsoft.com/office/powerpoint/2010/main" val="1307331815"/>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7_Normal Center 3 images">
    <p:spTree>
      <p:nvGrpSpPr>
        <p:cNvPr id="1" name=""/>
        <p:cNvGrpSpPr/>
        <p:nvPr/>
      </p:nvGrpSpPr>
      <p:grpSpPr>
        <a:xfrm>
          <a:off x="0" y="0"/>
          <a:ext cx="0" cy="0"/>
          <a:chOff x="0" y="0"/>
          <a:chExt cx="0" cy="0"/>
        </a:xfrm>
      </p:grpSpPr>
      <p:sp>
        <p:nvSpPr>
          <p:cNvPr id="10" name="Title 1"/>
          <p:cNvSpPr>
            <a:spLocks noGrp="1"/>
          </p:cNvSpPr>
          <p:nvPr>
            <p:ph type="title"/>
          </p:nvPr>
        </p:nvSpPr>
        <p:spPr>
          <a:xfrm>
            <a:off x="470455" y="458073"/>
            <a:ext cx="11357112" cy="562527"/>
          </a:xfrm>
        </p:spPr>
        <p:txBody>
          <a:bodyPr>
            <a:noAutofit/>
          </a:bodyPr>
          <a:lstStyle>
            <a:lvl1pPr algn="ctr">
              <a:defRPr sz="4400">
                <a:solidFill>
                  <a:schemeClr val="tx1"/>
                </a:solidFill>
                <a:latin typeface="+mj-lt"/>
              </a:defRPr>
            </a:lvl1pPr>
          </a:lstStyle>
          <a:p>
            <a:r>
              <a:rPr lang="en-US"/>
              <a:t>Click to edit Master title style</a:t>
            </a:r>
            <a:endParaRPr lang="id-ID"/>
          </a:p>
        </p:txBody>
      </p:sp>
      <p:sp>
        <p:nvSpPr>
          <p:cNvPr id="11" name="Text Placeholder 7"/>
          <p:cNvSpPr>
            <a:spLocks noGrp="1"/>
          </p:cNvSpPr>
          <p:nvPr>
            <p:ph type="body" sz="quarter" idx="10"/>
          </p:nvPr>
        </p:nvSpPr>
        <p:spPr>
          <a:xfrm>
            <a:off x="470455" y="981950"/>
            <a:ext cx="11357112" cy="436908"/>
          </a:xfrm>
        </p:spPr>
        <p:txBody>
          <a:bodyPr>
            <a:normAutofit/>
          </a:bodyPr>
          <a:lstStyle>
            <a:lvl1pPr marL="0" indent="0" algn="ctr">
              <a:buNone/>
              <a:defRPr sz="1800">
                <a:solidFill>
                  <a:schemeClr val="tx1"/>
                </a:solidFill>
                <a:latin typeface="+mn-lt"/>
              </a:defRPr>
            </a:lvl1pPr>
          </a:lstStyle>
          <a:p>
            <a:pPr lvl="0"/>
            <a:r>
              <a:rPr lang="en-US"/>
              <a:t>Click to edit Master text styles</a:t>
            </a:r>
          </a:p>
        </p:txBody>
      </p:sp>
      <p:sp>
        <p:nvSpPr>
          <p:cNvPr id="16" name="Picture Placeholder 2"/>
          <p:cNvSpPr>
            <a:spLocks noGrp="1"/>
          </p:cNvSpPr>
          <p:nvPr>
            <p:ph type="pic" sz="quarter" idx="12" hasCustomPrompt="1"/>
          </p:nvPr>
        </p:nvSpPr>
        <p:spPr>
          <a:xfrm>
            <a:off x="1471587" y="1942735"/>
            <a:ext cx="2212849" cy="2212849"/>
          </a:xfrm>
          <a:prstGeom prst="roundRect">
            <a:avLst>
              <a:gd name="adj" fmla="val 8298"/>
            </a:avLst>
          </a:prstGeom>
          <a:solidFill>
            <a:schemeClr val="bg1"/>
          </a:solidFill>
        </p:spPr>
        <p:txBody>
          <a:bodyPr anchor="ctr">
            <a:normAutofit/>
          </a:bodyPr>
          <a:lstStyle>
            <a:lvl1pPr marL="0" indent="0" algn="ctr">
              <a:buNone/>
              <a:defRPr sz="1800" b="0" i="0" baseline="0">
                <a:latin typeface="Roboto Medium" charset="0"/>
                <a:ea typeface="Roboto Medium" charset="0"/>
                <a:cs typeface="Roboto Medium" charset="0"/>
              </a:defRPr>
            </a:lvl1pPr>
          </a:lstStyle>
          <a:p>
            <a:r>
              <a:rPr lang="en-US" dirty="0"/>
              <a:t>Insert Image</a:t>
            </a:r>
          </a:p>
        </p:txBody>
      </p:sp>
      <p:sp>
        <p:nvSpPr>
          <p:cNvPr id="17" name="Picture Placeholder 2"/>
          <p:cNvSpPr>
            <a:spLocks noGrp="1"/>
          </p:cNvSpPr>
          <p:nvPr>
            <p:ph type="pic" sz="quarter" idx="13" hasCustomPrompt="1"/>
          </p:nvPr>
        </p:nvSpPr>
        <p:spPr>
          <a:xfrm>
            <a:off x="4909268" y="1942735"/>
            <a:ext cx="2212849" cy="2212849"/>
          </a:xfrm>
          <a:prstGeom prst="roundRect">
            <a:avLst>
              <a:gd name="adj" fmla="val 8298"/>
            </a:avLst>
          </a:prstGeom>
          <a:solidFill>
            <a:schemeClr val="bg1"/>
          </a:solidFill>
        </p:spPr>
        <p:txBody>
          <a:bodyPr anchor="ctr">
            <a:normAutofit/>
          </a:bodyPr>
          <a:lstStyle>
            <a:lvl1pPr marL="0" indent="0" algn="ctr">
              <a:buNone/>
              <a:defRPr sz="1800" b="0" i="0" baseline="0">
                <a:latin typeface="Roboto Medium" charset="0"/>
                <a:ea typeface="Roboto Medium" charset="0"/>
                <a:cs typeface="Roboto Medium" charset="0"/>
              </a:defRPr>
            </a:lvl1pPr>
          </a:lstStyle>
          <a:p>
            <a:r>
              <a:rPr lang="en-US" dirty="0"/>
              <a:t>Insert Image</a:t>
            </a:r>
          </a:p>
        </p:txBody>
      </p:sp>
      <p:sp>
        <p:nvSpPr>
          <p:cNvPr id="18" name="Picture Placeholder 2"/>
          <p:cNvSpPr>
            <a:spLocks noGrp="1"/>
          </p:cNvSpPr>
          <p:nvPr>
            <p:ph type="pic" sz="quarter" idx="14" hasCustomPrompt="1"/>
          </p:nvPr>
        </p:nvSpPr>
        <p:spPr>
          <a:xfrm>
            <a:off x="8346949" y="1942735"/>
            <a:ext cx="2212849" cy="2212849"/>
          </a:xfrm>
          <a:prstGeom prst="roundRect">
            <a:avLst>
              <a:gd name="adj" fmla="val 8298"/>
            </a:avLst>
          </a:prstGeom>
          <a:solidFill>
            <a:schemeClr val="bg1"/>
          </a:solidFill>
        </p:spPr>
        <p:txBody>
          <a:bodyPr anchor="ctr">
            <a:normAutofit/>
          </a:bodyPr>
          <a:lstStyle>
            <a:lvl1pPr marL="0" indent="0" algn="ctr">
              <a:buNone/>
              <a:defRPr sz="1800" b="0" i="0" baseline="0">
                <a:latin typeface="Roboto Medium" charset="0"/>
                <a:ea typeface="Roboto Medium" charset="0"/>
                <a:cs typeface="Roboto Medium" charset="0"/>
              </a:defRPr>
            </a:lvl1pPr>
          </a:lstStyle>
          <a:p>
            <a:r>
              <a:rPr lang="en-US" dirty="0"/>
              <a:t>Insert Image</a:t>
            </a:r>
          </a:p>
        </p:txBody>
      </p:sp>
    </p:spTree>
    <p:extLst>
      <p:ext uri="{BB962C8B-B14F-4D97-AF65-F5344CB8AC3E}">
        <p14:creationId xmlns:p14="http://schemas.microsoft.com/office/powerpoint/2010/main" val="3538919154"/>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5_Normal Center 4 ">
    <p:spTree>
      <p:nvGrpSpPr>
        <p:cNvPr id="1" name=""/>
        <p:cNvGrpSpPr/>
        <p:nvPr/>
      </p:nvGrpSpPr>
      <p:grpSpPr>
        <a:xfrm>
          <a:off x="0" y="0"/>
          <a:ext cx="0" cy="0"/>
          <a:chOff x="0" y="0"/>
          <a:chExt cx="0" cy="0"/>
        </a:xfrm>
      </p:grpSpPr>
      <p:sp>
        <p:nvSpPr>
          <p:cNvPr id="12" name="Picture Placeholder 2"/>
          <p:cNvSpPr>
            <a:spLocks noGrp="1"/>
          </p:cNvSpPr>
          <p:nvPr>
            <p:ph type="pic" sz="quarter" idx="25"/>
          </p:nvPr>
        </p:nvSpPr>
        <p:spPr>
          <a:xfrm>
            <a:off x="3763615" y="1298038"/>
            <a:ext cx="1855304" cy="1829475"/>
          </a:xfrm>
          <a:solidFill>
            <a:schemeClr val="bg1">
              <a:lumMod val="95000"/>
            </a:schemeClr>
          </a:solidFill>
        </p:spPr>
        <p:txBody>
          <a:bodyPr>
            <a:normAutofit/>
          </a:bodyPr>
          <a:lstStyle>
            <a:lvl1pPr>
              <a:defRPr sz="2800"/>
            </a:lvl1pPr>
          </a:lstStyle>
          <a:p>
            <a:endParaRPr lang="en-US" dirty="0"/>
          </a:p>
        </p:txBody>
      </p:sp>
      <p:sp>
        <p:nvSpPr>
          <p:cNvPr id="13" name="Picture Placeholder 2"/>
          <p:cNvSpPr>
            <a:spLocks noGrp="1"/>
          </p:cNvSpPr>
          <p:nvPr>
            <p:ph type="pic" sz="quarter" idx="26"/>
          </p:nvPr>
        </p:nvSpPr>
        <p:spPr>
          <a:xfrm>
            <a:off x="5784571" y="1298037"/>
            <a:ext cx="1855304" cy="1829475"/>
          </a:xfrm>
          <a:solidFill>
            <a:schemeClr val="bg1">
              <a:lumMod val="95000"/>
            </a:schemeClr>
          </a:solidFill>
        </p:spPr>
        <p:txBody>
          <a:bodyPr>
            <a:normAutofit/>
          </a:bodyPr>
          <a:lstStyle>
            <a:lvl1pPr>
              <a:defRPr sz="2800"/>
            </a:lvl1pPr>
          </a:lstStyle>
          <a:p>
            <a:endParaRPr lang="en-US" dirty="0"/>
          </a:p>
        </p:txBody>
      </p:sp>
      <p:sp>
        <p:nvSpPr>
          <p:cNvPr id="14" name="Picture Placeholder 2"/>
          <p:cNvSpPr>
            <a:spLocks noGrp="1"/>
          </p:cNvSpPr>
          <p:nvPr>
            <p:ph type="pic" sz="quarter" idx="27"/>
          </p:nvPr>
        </p:nvSpPr>
        <p:spPr>
          <a:xfrm>
            <a:off x="7805527" y="1298037"/>
            <a:ext cx="1855304" cy="1829475"/>
          </a:xfrm>
          <a:solidFill>
            <a:schemeClr val="bg1">
              <a:lumMod val="95000"/>
            </a:schemeClr>
          </a:solidFill>
        </p:spPr>
        <p:txBody>
          <a:bodyPr>
            <a:normAutofit/>
          </a:bodyPr>
          <a:lstStyle>
            <a:lvl1pPr>
              <a:defRPr sz="2800"/>
            </a:lvl1pPr>
          </a:lstStyle>
          <a:p>
            <a:endParaRPr lang="en-US" dirty="0"/>
          </a:p>
        </p:txBody>
      </p:sp>
      <p:sp>
        <p:nvSpPr>
          <p:cNvPr id="15" name="Picture Placeholder 2"/>
          <p:cNvSpPr>
            <a:spLocks noGrp="1"/>
          </p:cNvSpPr>
          <p:nvPr>
            <p:ph type="pic" sz="quarter" idx="28"/>
          </p:nvPr>
        </p:nvSpPr>
        <p:spPr>
          <a:xfrm>
            <a:off x="9826483" y="1310951"/>
            <a:ext cx="1855304" cy="1829475"/>
          </a:xfrm>
          <a:solidFill>
            <a:schemeClr val="bg1">
              <a:lumMod val="95000"/>
            </a:schemeClr>
          </a:solidFill>
        </p:spPr>
        <p:txBody>
          <a:bodyPr>
            <a:normAutofit/>
          </a:bodyPr>
          <a:lstStyle>
            <a:lvl1pPr>
              <a:defRPr sz="2800"/>
            </a:lvl1pPr>
          </a:lstStyle>
          <a:p>
            <a:endParaRPr lang="en-US" dirty="0"/>
          </a:p>
        </p:txBody>
      </p:sp>
    </p:spTree>
    <p:extLst>
      <p:ext uri="{BB962C8B-B14F-4D97-AF65-F5344CB8AC3E}">
        <p14:creationId xmlns:p14="http://schemas.microsoft.com/office/powerpoint/2010/main" val="2875584725"/>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4_Normal Center 4 images">
    <p:spTree>
      <p:nvGrpSpPr>
        <p:cNvPr id="1" name=""/>
        <p:cNvGrpSpPr/>
        <p:nvPr/>
      </p:nvGrpSpPr>
      <p:grpSpPr>
        <a:xfrm>
          <a:off x="0" y="0"/>
          <a:ext cx="0" cy="0"/>
          <a:chOff x="0" y="0"/>
          <a:chExt cx="0" cy="0"/>
        </a:xfrm>
      </p:grpSpPr>
      <p:sp>
        <p:nvSpPr>
          <p:cNvPr id="15" name="Picture Placeholder 2"/>
          <p:cNvSpPr>
            <a:spLocks noGrp="1"/>
          </p:cNvSpPr>
          <p:nvPr>
            <p:ph type="pic" sz="quarter" idx="19"/>
          </p:nvPr>
        </p:nvSpPr>
        <p:spPr>
          <a:xfrm>
            <a:off x="735499" y="2093705"/>
            <a:ext cx="2537788" cy="1325356"/>
          </a:xfrm>
          <a:prstGeom prst="rect">
            <a:avLst/>
          </a:prstGeom>
        </p:spPr>
        <p:txBody>
          <a:bodyPr/>
          <a:lstStyle/>
          <a:p>
            <a:endParaRPr lang="id-ID"/>
          </a:p>
        </p:txBody>
      </p:sp>
      <p:sp>
        <p:nvSpPr>
          <p:cNvPr id="16" name="Picture Placeholder 2"/>
          <p:cNvSpPr>
            <a:spLocks noGrp="1"/>
          </p:cNvSpPr>
          <p:nvPr>
            <p:ph type="pic" sz="quarter" idx="20"/>
          </p:nvPr>
        </p:nvSpPr>
        <p:spPr>
          <a:xfrm>
            <a:off x="3485325" y="2093705"/>
            <a:ext cx="2537788" cy="1325356"/>
          </a:xfrm>
          <a:prstGeom prst="rect">
            <a:avLst/>
          </a:prstGeom>
        </p:spPr>
        <p:txBody>
          <a:bodyPr/>
          <a:lstStyle/>
          <a:p>
            <a:endParaRPr lang="id-ID"/>
          </a:p>
        </p:txBody>
      </p:sp>
      <p:sp>
        <p:nvSpPr>
          <p:cNvPr id="17" name="Picture Placeholder 2"/>
          <p:cNvSpPr>
            <a:spLocks noGrp="1"/>
          </p:cNvSpPr>
          <p:nvPr>
            <p:ph type="pic" sz="quarter" idx="21"/>
          </p:nvPr>
        </p:nvSpPr>
        <p:spPr>
          <a:xfrm>
            <a:off x="6235151" y="2093705"/>
            <a:ext cx="2537788" cy="1325356"/>
          </a:xfrm>
          <a:prstGeom prst="rect">
            <a:avLst/>
          </a:prstGeom>
        </p:spPr>
        <p:txBody>
          <a:bodyPr/>
          <a:lstStyle/>
          <a:p>
            <a:endParaRPr lang="id-ID"/>
          </a:p>
        </p:txBody>
      </p:sp>
      <p:sp>
        <p:nvSpPr>
          <p:cNvPr id="18" name="Picture Placeholder 2"/>
          <p:cNvSpPr>
            <a:spLocks noGrp="1"/>
          </p:cNvSpPr>
          <p:nvPr>
            <p:ph type="pic" sz="quarter" idx="22"/>
          </p:nvPr>
        </p:nvSpPr>
        <p:spPr>
          <a:xfrm>
            <a:off x="8984977" y="2093705"/>
            <a:ext cx="2537788" cy="1325356"/>
          </a:xfrm>
          <a:prstGeom prst="rect">
            <a:avLst/>
          </a:prstGeom>
        </p:spPr>
        <p:txBody>
          <a:bodyPr/>
          <a:lstStyle/>
          <a:p>
            <a:endParaRPr lang="id-ID"/>
          </a:p>
        </p:txBody>
      </p:sp>
      <p:sp>
        <p:nvSpPr>
          <p:cNvPr id="8" name="Title 1"/>
          <p:cNvSpPr>
            <a:spLocks noGrp="1"/>
          </p:cNvSpPr>
          <p:nvPr>
            <p:ph type="title"/>
          </p:nvPr>
        </p:nvSpPr>
        <p:spPr>
          <a:xfrm>
            <a:off x="470455" y="458073"/>
            <a:ext cx="11357112" cy="562527"/>
          </a:xfrm>
        </p:spPr>
        <p:txBody>
          <a:bodyPr>
            <a:noAutofit/>
          </a:bodyPr>
          <a:lstStyle>
            <a:lvl1pPr algn="ctr">
              <a:defRPr sz="4400">
                <a:solidFill>
                  <a:schemeClr val="tx1"/>
                </a:solidFill>
                <a:latin typeface="+mj-lt"/>
              </a:defRPr>
            </a:lvl1pPr>
          </a:lstStyle>
          <a:p>
            <a:r>
              <a:rPr lang="en-US"/>
              <a:t>Click to edit Master title style</a:t>
            </a:r>
            <a:endParaRPr lang="id-ID"/>
          </a:p>
        </p:txBody>
      </p:sp>
      <p:sp>
        <p:nvSpPr>
          <p:cNvPr id="9" name="Text Placeholder 7"/>
          <p:cNvSpPr>
            <a:spLocks noGrp="1"/>
          </p:cNvSpPr>
          <p:nvPr>
            <p:ph type="body" sz="quarter" idx="10"/>
          </p:nvPr>
        </p:nvSpPr>
        <p:spPr>
          <a:xfrm>
            <a:off x="470455" y="981950"/>
            <a:ext cx="11357112" cy="436908"/>
          </a:xfrm>
        </p:spPr>
        <p:txBody>
          <a:bodyPr>
            <a:normAutofit/>
          </a:bodyPr>
          <a:lstStyle>
            <a:lvl1pPr marL="0" indent="0" algn="ctr">
              <a:buNone/>
              <a:defRPr sz="1800">
                <a:solidFill>
                  <a:schemeClr val="tx1"/>
                </a:solidFill>
                <a:latin typeface="+mn-lt"/>
              </a:defRPr>
            </a:lvl1pPr>
          </a:lstStyle>
          <a:p>
            <a:pPr lvl="0"/>
            <a:r>
              <a:rPr lang="en-US"/>
              <a:t>Click to edit Master text styles</a:t>
            </a:r>
          </a:p>
        </p:txBody>
      </p:sp>
    </p:spTree>
    <p:extLst>
      <p:ext uri="{BB962C8B-B14F-4D97-AF65-F5344CB8AC3E}">
        <p14:creationId xmlns:p14="http://schemas.microsoft.com/office/powerpoint/2010/main" val="2203399889"/>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5_Normal Center 4 images">
    <p:spTree>
      <p:nvGrpSpPr>
        <p:cNvPr id="1" name=""/>
        <p:cNvGrpSpPr/>
        <p:nvPr/>
      </p:nvGrpSpPr>
      <p:grpSpPr>
        <a:xfrm>
          <a:off x="0" y="0"/>
          <a:ext cx="0" cy="0"/>
          <a:chOff x="0" y="0"/>
          <a:chExt cx="0" cy="0"/>
        </a:xfrm>
      </p:grpSpPr>
      <p:sp>
        <p:nvSpPr>
          <p:cNvPr id="8" name="Title 1"/>
          <p:cNvSpPr>
            <a:spLocks noGrp="1"/>
          </p:cNvSpPr>
          <p:nvPr>
            <p:ph type="title"/>
          </p:nvPr>
        </p:nvSpPr>
        <p:spPr>
          <a:xfrm>
            <a:off x="470455" y="458073"/>
            <a:ext cx="11357112" cy="562527"/>
          </a:xfrm>
        </p:spPr>
        <p:txBody>
          <a:bodyPr>
            <a:noAutofit/>
          </a:bodyPr>
          <a:lstStyle>
            <a:lvl1pPr algn="ctr">
              <a:defRPr sz="4400">
                <a:solidFill>
                  <a:schemeClr val="tx1"/>
                </a:solidFill>
                <a:latin typeface="+mj-lt"/>
              </a:defRPr>
            </a:lvl1pPr>
          </a:lstStyle>
          <a:p>
            <a:r>
              <a:rPr lang="en-US"/>
              <a:t>Click to edit Master title style</a:t>
            </a:r>
            <a:endParaRPr lang="id-ID"/>
          </a:p>
        </p:txBody>
      </p:sp>
      <p:sp>
        <p:nvSpPr>
          <p:cNvPr id="9" name="Text Placeholder 7"/>
          <p:cNvSpPr>
            <a:spLocks noGrp="1"/>
          </p:cNvSpPr>
          <p:nvPr>
            <p:ph type="body" sz="quarter" idx="10"/>
          </p:nvPr>
        </p:nvSpPr>
        <p:spPr>
          <a:xfrm>
            <a:off x="470455" y="981950"/>
            <a:ext cx="11357112" cy="436908"/>
          </a:xfrm>
        </p:spPr>
        <p:txBody>
          <a:bodyPr>
            <a:normAutofit/>
          </a:bodyPr>
          <a:lstStyle>
            <a:lvl1pPr marL="0" indent="0" algn="ctr">
              <a:buNone/>
              <a:defRPr sz="1800">
                <a:solidFill>
                  <a:schemeClr val="tx1"/>
                </a:solidFill>
                <a:latin typeface="+mn-lt"/>
              </a:defRPr>
            </a:lvl1pPr>
          </a:lstStyle>
          <a:p>
            <a:pPr lvl="0"/>
            <a:r>
              <a:rPr lang="en-US"/>
              <a:t>Click to edit Master text styles</a:t>
            </a:r>
          </a:p>
        </p:txBody>
      </p:sp>
      <p:sp>
        <p:nvSpPr>
          <p:cNvPr id="10" name="Picture Placeholder 2"/>
          <p:cNvSpPr>
            <a:spLocks noGrp="1"/>
          </p:cNvSpPr>
          <p:nvPr>
            <p:ph type="pic" sz="quarter" idx="11" hasCustomPrompt="1"/>
          </p:nvPr>
        </p:nvSpPr>
        <p:spPr>
          <a:xfrm>
            <a:off x="1189098" y="1791950"/>
            <a:ext cx="4571999" cy="4142984"/>
          </a:xfrm>
          <a:prstGeom prst="rect">
            <a:avLst/>
          </a:prstGeom>
          <a:noFill/>
        </p:spPr>
        <p:txBody>
          <a:bodyPr anchor="ctr">
            <a:normAutofit/>
          </a:bodyPr>
          <a:lstStyle>
            <a:lvl1pPr marL="0" indent="0" algn="ctr">
              <a:buNone/>
              <a:defRPr sz="1800" b="0" i="0" baseline="0">
                <a:latin typeface="Roboto Medium" charset="0"/>
                <a:ea typeface="Roboto Medium" charset="0"/>
                <a:cs typeface="Roboto Medium" charset="0"/>
              </a:defRPr>
            </a:lvl1pPr>
          </a:lstStyle>
          <a:p>
            <a:r>
              <a:rPr lang="en-US" dirty="0"/>
              <a:t>Insert Image</a:t>
            </a:r>
          </a:p>
        </p:txBody>
      </p:sp>
      <p:sp>
        <p:nvSpPr>
          <p:cNvPr id="11" name="Picture Placeholder 2"/>
          <p:cNvSpPr>
            <a:spLocks noGrp="1"/>
          </p:cNvSpPr>
          <p:nvPr>
            <p:ph type="pic" sz="quarter" idx="12" hasCustomPrompt="1"/>
          </p:nvPr>
        </p:nvSpPr>
        <p:spPr>
          <a:xfrm>
            <a:off x="5842268" y="1791950"/>
            <a:ext cx="2963119" cy="2032831"/>
          </a:xfrm>
          <a:prstGeom prst="rect">
            <a:avLst/>
          </a:prstGeom>
          <a:noFill/>
        </p:spPr>
        <p:txBody>
          <a:bodyPr anchor="ctr">
            <a:normAutofit/>
          </a:bodyPr>
          <a:lstStyle>
            <a:lvl1pPr marL="0" indent="0" algn="ctr">
              <a:buNone/>
              <a:defRPr sz="1800" b="0" i="0" baseline="0">
                <a:latin typeface="Roboto Medium" charset="0"/>
                <a:ea typeface="Roboto Medium" charset="0"/>
                <a:cs typeface="Roboto Medium" charset="0"/>
              </a:defRPr>
            </a:lvl1pPr>
          </a:lstStyle>
          <a:p>
            <a:r>
              <a:rPr lang="en-US" dirty="0"/>
              <a:t>Insert Image</a:t>
            </a:r>
          </a:p>
        </p:txBody>
      </p:sp>
      <p:sp>
        <p:nvSpPr>
          <p:cNvPr id="13" name="Picture Placeholder 2"/>
          <p:cNvSpPr>
            <a:spLocks noGrp="1"/>
          </p:cNvSpPr>
          <p:nvPr>
            <p:ph type="pic" sz="quarter" idx="15" hasCustomPrompt="1"/>
          </p:nvPr>
        </p:nvSpPr>
        <p:spPr>
          <a:xfrm>
            <a:off x="8285413" y="3902103"/>
            <a:ext cx="2963119" cy="2032831"/>
          </a:xfrm>
          <a:prstGeom prst="rect">
            <a:avLst/>
          </a:prstGeom>
          <a:noFill/>
        </p:spPr>
        <p:txBody>
          <a:bodyPr anchor="ctr">
            <a:normAutofit/>
          </a:bodyPr>
          <a:lstStyle>
            <a:lvl1pPr marL="0" indent="0" algn="ctr">
              <a:buNone/>
              <a:defRPr sz="1800" b="0" i="0" baseline="0">
                <a:latin typeface="Roboto Medium" charset="0"/>
                <a:ea typeface="Roboto Medium" charset="0"/>
                <a:cs typeface="Roboto Medium" charset="0"/>
              </a:defRPr>
            </a:lvl1pPr>
          </a:lstStyle>
          <a:p>
            <a:r>
              <a:rPr lang="en-US" dirty="0"/>
              <a:t>Insert Image</a:t>
            </a:r>
          </a:p>
        </p:txBody>
      </p:sp>
      <p:sp>
        <p:nvSpPr>
          <p:cNvPr id="14" name="Picture Placeholder 2"/>
          <p:cNvSpPr>
            <a:spLocks noGrp="1"/>
          </p:cNvSpPr>
          <p:nvPr>
            <p:ph type="pic" sz="quarter" idx="16" hasCustomPrompt="1"/>
          </p:nvPr>
        </p:nvSpPr>
        <p:spPr>
          <a:xfrm>
            <a:off x="5842268" y="3902103"/>
            <a:ext cx="2361974" cy="2032831"/>
          </a:xfrm>
          <a:prstGeom prst="rect">
            <a:avLst/>
          </a:prstGeom>
          <a:noFill/>
        </p:spPr>
        <p:txBody>
          <a:bodyPr anchor="ctr">
            <a:normAutofit/>
          </a:bodyPr>
          <a:lstStyle>
            <a:lvl1pPr marL="0" indent="0" algn="ctr">
              <a:buNone/>
              <a:defRPr sz="1800" b="0" i="0" baseline="0">
                <a:latin typeface="Roboto Medium" charset="0"/>
                <a:ea typeface="Roboto Medium" charset="0"/>
                <a:cs typeface="Roboto Medium" charset="0"/>
              </a:defRPr>
            </a:lvl1pPr>
          </a:lstStyle>
          <a:p>
            <a:r>
              <a:rPr lang="en-US" dirty="0"/>
              <a:t>Insert Image</a:t>
            </a:r>
          </a:p>
        </p:txBody>
      </p:sp>
      <p:sp>
        <p:nvSpPr>
          <p:cNvPr id="12" name="Picture Placeholder 2"/>
          <p:cNvSpPr>
            <a:spLocks noGrp="1"/>
          </p:cNvSpPr>
          <p:nvPr>
            <p:ph type="pic" sz="quarter" idx="13" hasCustomPrompt="1"/>
          </p:nvPr>
        </p:nvSpPr>
        <p:spPr>
          <a:xfrm>
            <a:off x="8886558" y="1791950"/>
            <a:ext cx="2361974" cy="2032831"/>
          </a:xfrm>
          <a:prstGeom prst="rect">
            <a:avLst/>
          </a:prstGeom>
          <a:noFill/>
        </p:spPr>
        <p:txBody>
          <a:bodyPr anchor="ctr">
            <a:normAutofit/>
          </a:bodyPr>
          <a:lstStyle>
            <a:lvl1pPr marL="0" indent="0" algn="ctr">
              <a:buNone/>
              <a:defRPr sz="1800" b="0" i="0" baseline="0">
                <a:latin typeface="Roboto Medium" charset="0"/>
                <a:ea typeface="Roboto Medium" charset="0"/>
                <a:cs typeface="Roboto Medium" charset="0"/>
              </a:defRPr>
            </a:lvl1pPr>
          </a:lstStyle>
          <a:p>
            <a:r>
              <a:rPr lang="id-ID"/>
              <a:t>Images</a:t>
            </a:r>
            <a:endParaRPr lang="en-US" dirty="0"/>
          </a:p>
        </p:txBody>
      </p:sp>
    </p:spTree>
    <p:extLst>
      <p:ext uri="{BB962C8B-B14F-4D97-AF65-F5344CB8AC3E}">
        <p14:creationId xmlns:p14="http://schemas.microsoft.com/office/powerpoint/2010/main" val="1684697426"/>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4_Normal Center 4 images 2">
    <p:spTree>
      <p:nvGrpSpPr>
        <p:cNvPr id="1" name=""/>
        <p:cNvGrpSpPr/>
        <p:nvPr/>
      </p:nvGrpSpPr>
      <p:grpSpPr>
        <a:xfrm>
          <a:off x="0" y="0"/>
          <a:ext cx="0" cy="0"/>
          <a:chOff x="0" y="0"/>
          <a:chExt cx="0" cy="0"/>
        </a:xfrm>
      </p:grpSpPr>
      <p:sp>
        <p:nvSpPr>
          <p:cNvPr id="4" name="Picture Placeholder 2"/>
          <p:cNvSpPr>
            <a:spLocks noGrp="1"/>
          </p:cNvSpPr>
          <p:nvPr>
            <p:ph type="pic" sz="quarter" idx="19"/>
          </p:nvPr>
        </p:nvSpPr>
        <p:spPr>
          <a:xfrm>
            <a:off x="0" y="0"/>
            <a:ext cx="3037024" cy="3485322"/>
          </a:xfrm>
          <a:prstGeom prst="rect">
            <a:avLst/>
          </a:prstGeom>
        </p:spPr>
        <p:txBody>
          <a:bodyPr/>
          <a:lstStyle/>
          <a:p>
            <a:endParaRPr lang="id-ID"/>
          </a:p>
        </p:txBody>
      </p:sp>
      <p:sp>
        <p:nvSpPr>
          <p:cNvPr id="5" name="Picture Placeholder 2"/>
          <p:cNvSpPr>
            <a:spLocks noGrp="1"/>
          </p:cNvSpPr>
          <p:nvPr>
            <p:ph type="pic" sz="quarter" idx="20"/>
          </p:nvPr>
        </p:nvSpPr>
        <p:spPr>
          <a:xfrm>
            <a:off x="3047585" y="0"/>
            <a:ext cx="2991886" cy="3485322"/>
          </a:xfrm>
          <a:prstGeom prst="rect">
            <a:avLst/>
          </a:prstGeom>
        </p:spPr>
        <p:txBody>
          <a:bodyPr/>
          <a:lstStyle/>
          <a:p>
            <a:endParaRPr lang="id-ID"/>
          </a:p>
        </p:txBody>
      </p:sp>
      <p:sp>
        <p:nvSpPr>
          <p:cNvPr id="6" name="Picture Placeholder 2"/>
          <p:cNvSpPr>
            <a:spLocks noGrp="1"/>
          </p:cNvSpPr>
          <p:nvPr>
            <p:ph type="pic" sz="quarter" idx="21"/>
          </p:nvPr>
        </p:nvSpPr>
        <p:spPr>
          <a:xfrm>
            <a:off x="6063284" y="0"/>
            <a:ext cx="3100594" cy="3485322"/>
          </a:xfrm>
          <a:prstGeom prst="rect">
            <a:avLst/>
          </a:prstGeom>
        </p:spPr>
        <p:txBody>
          <a:bodyPr/>
          <a:lstStyle/>
          <a:p>
            <a:endParaRPr lang="id-ID"/>
          </a:p>
        </p:txBody>
      </p:sp>
      <p:sp>
        <p:nvSpPr>
          <p:cNvPr id="7" name="Picture Placeholder 2"/>
          <p:cNvSpPr>
            <a:spLocks noGrp="1"/>
          </p:cNvSpPr>
          <p:nvPr>
            <p:ph type="pic" sz="quarter" idx="22"/>
          </p:nvPr>
        </p:nvSpPr>
        <p:spPr>
          <a:xfrm>
            <a:off x="9163878" y="0"/>
            <a:ext cx="3028122" cy="3485322"/>
          </a:xfrm>
          <a:prstGeom prst="rect">
            <a:avLst/>
          </a:prstGeom>
        </p:spPr>
        <p:txBody>
          <a:bodyPr/>
          <a:lstStyle/>
          <a:p>
            <a:endParaRPr lang="id-ID"/>
          </a:p>
        </p:txBody>
      </p:sp>
    </p:spTree>
    <p:extLst>
      <p:ext uri="{BB962C8B-B14F-4D97-AF65-F5344CB8AC3E}">
        <p14:creationId xmlns:p14="http://schemas.microsoft.com/office/powerpoint/2010/main" val="734962202"/>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3_Normal Center circle images">
    <p:spTree>
      <p:nvGrpSpPr>
        <p:cNvPr id="1" name=""/>
        <p:cNvGrpSpPr/>
        <p:nvPr/>
      </p:nvGrpSpPr>
      <p:grpSpPr>
        <a:xfrm>
          <a:off x="0" y="0"/>
          <a:ext cx="0" cy="0"/>
          <a:chOff x="0" y="0"/>
          <a:chExt cx="0" cy="0"/>
        </a:xfrm>
      </p:grpSpPr>
      <p:sp>
        <p:nvSpPr>
          <p:cNvPr id="4" name="Picture Placeholder 3"/>
          <p:cNvSpPr>
            <a:spLocks noGrp="1" noChangeAspect="1"/>
          </p:cNvSpPr>
          <p:nvPr>
            <p:ph type="pic" sz="quarter" idx="11"/>
          </p:nvPr>
        </p:nvSpPr>
        <p:spPr>
          <a:xfrm>
            <a:off x="2022547" y="2173356"/>
            <a:ext cx="2160000" cy="2160000"/>
          </a:xfrm>
          <a:prstGeom prst="ellipse">
            <a:avLst/>
          </a:prstGeom>
        </p:spPr>
        <p:txBody>
          <a:bodyPr lIns="182880" tIns="91440" rIns="182880" bIns="91440"/>
          <a:lstStyle>
            <a:lvl1pPr marL="0" indent="0">
              <a:buFontTx/>
              <a:buNone/>
              <a:defRPr/>
            </a:lvl1pPr>
          </a:lstStyle>
          <a:p>
            <a:endParaRPr lang="en-US"/>
          </a:p>
        </p:txBody>
      </p:sp>
      <p:sp>
        <p:nvSpPr>
          <p:cNvPr id="5" name="Picture Placeholder 3"/>
          <p:cNvSpPr>
            <a:spLocks noGrp="1" noChangeAspect="1"/>
          </p:cNvSpPr>
          <p:nvPr>
            <p:ph type="pic" sz="quarter" idx="12"/>
          </p:nvPr>
        </p:nvSpPr>
        <p:spPr>
          <a:xfrm>
            <a:off x="4825382" y="2173356"/>
            <a:ext cx="2160000" cy="2160000"/>
          </a:xfrm>
          <a:prstGeom prst="ellipse">
            <a:avLst/>
          </a:prstGeom>
        </p:spPr>
        <p:txBody>
          <a:bodyPr lIns="182880" tIns="91440" rIns="182880" bIns="91440"/>
          <a:lstStyle>
            <a:lvl1pPr marL="0" indent="0">
              <a:buFontTx/>
              <a:buNone/>
              <a:defRPr/>
            </a:lvl1pPr>
          </a:lstStyle>
          <a:p>
            <a:endParaRPr lang="en-US"/>
          </a:p>
        </p:txBody>
      </p:sp>
      <p:sp>
        <p:nvSpPr>
          <p:cNvPr id="6" name="Picture Placeholder 3"/>
          <p:cNvSpPr>
            <a:spLocks noGrp="1" noChangeAspect="1"/>
          </p:cNvSpPr>
          <p:nvPr>
            <p:ph type="pic" sz="quarter" idx="13"/>
          </p:nvPr>
        </p:nvSpPr>
        <p:spPr>
          <a:xfrm>
            <a:off x="7628217" y="2173356"/>
            <a:ext cx="2160000" cy="2160000"/>
          </a:xfrm>
          <a:prstGeom prst="ellipse">
            <a:avLst/>
          </a:prstGeom>
        </p:spPr>
        <p:txBody>
          <a:bodyPr lIns="182880" tIns="91440" rIns="182880" bIns="91440"/>
          <a:lstStyle>
            <a:lvl1pPr marL="0" indent="0">
              <a:buFontTx/>
              <a:buNone/>
              <a:defRPr/>
            </a:lvl1pPr>
          </a:lstStyle>
          <a:p>
            <a:endParaRPr lang="en-US"/>
          </a:p>
        </p:txBody>
      </p:sp>
      <p:sp>
        <p:nvSpPr>
          <p:cNvPr id="9" name="Title 1"/>
          <p:cNvSpPr>
            <a:spLocks noGrp="1"/>
          </p:cNvSpPr>
          <p:nvPr>
            <p:ph type="title"/>
          </p:nvPr>
        </p:nvSpPr>
        <p:spPr>
          <a:xfrm>
            <a:off x="470455" y="458073"/>
            <a:ext cx="11357112" cy="562527"/>
          </a:xfrm>
        </p:spPr>
        <p:txBody>
          <a:bodyPr>
            <a:noAutofit/>
          </a:bodyPr>
          <a:lstStyle>
            <a:lvl1pPr algn="ctr">
              <a:defRPr sz="4400">
                <a:solidFill>
                  <a:schemeClr val="tx1"/>
                </a:solidFill>
                <a:latin typeface="+mj-lt"/>
              </a:defRPr>
            </a:lvl1pPr>
          </a:lstStyle>
          <a:p>
            <a:r>
              <a:rPr lang="en-US"/>
              <a:t>Click to edit Master title style</a:t>
            </a:r>
            <a:endParaRPr lang="id-ID"/>
          </a:p>
        </p:txBody>
      </p:sp>
      <p:sp>
        <p:nvSpPr>
          <p:cNvPr id="10" name="Text Placeholder 7"/>
          <p:cNvSpPr>
            <a:spLocks noGrp="1"/>
          </p:cNvSpPr>
          <p:nvPr>
            <p:ph type="body" sz="quarter" idx="10"/>
          </p:nvPr>
        </p:nvSpPr>
        <p:spPr>
          <a:xfrm>
            <a:off x="470455" y="981950"/>
            <a:ext cx="11357112" cy="436908"/>
          </a:xfrm>
        </p:spPr>
        <p:txBody>
          <a:bodyPr>
            <a:normAutofit/>
          </a:bodyPr>
          <a:lstStyle>
            <a:lvl1pPr marL="0" indent="0" algn="ctr">
              <a:buNone/>
              <a:defRPr sz="1800">
                <a:solidFill>
                  <a:schemeClr val="tx1"/>
                </a:solidFill>
                <a:latin typeface="+mn-lt"/>
              </a:defRPr>
            </a:lvl1pPr>
          </a:lstStyle>
          <a:p>
            <a:pPr lvl="0"/>
            <a:r>
              <a:rPr lang="en-US"/>
              <a:t>Click to edit Master text styles</a:t>
            </a:r>
          </a:p>
        </p:txBody>
      </p:sp>
    </p:spTree>
    <p:extLst>
      <p:ext uri="{BB962C8B-B14F-4D97-AF65-F5344CB8AC3E}">
        <p14:creationId xmlns:p14="http://schemas.microsoft.com/office/powerpoint/2010/main" val="185788441"/>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4_Normal Center circle images 4">
    <p:spTree>
      <p:nvGrpSpPr>
        <p:cNvPr id="1" name=""/>
        <p:cNvGrpSpPr/>
        <p:nvPr/>
      </p:nvGrpSpPr>
      <p:grpSpPr>
        <a:xfrm>
          <a:off x="0" y="0"/>
          <a:ext cx="0" cy="0"/>
          <a:chOff x="0" y="0"/>
          <a:chExt cx="0" cy="0"/>
        </a:xfrm>
      </p:grpSpPr>
      <p:sp>
        <p:nvSpPr>
          <p:cNvPr id="4" name="Picture Placeholder 3"/>
          <p:cNvSpPr>
            <a:spLocks noGrp="1" noChangeAspect="1"/>
          </p:cNvSpPr>
          <p:nvPr>
            <p:ph type="pic" sz="quarter" idx="11"/>
          </p:nvPr>
        </p:nvSpPr>
        <p:spPr>
          <a:xfrm>
            <a:off x="1224186" y="2478156"/>
            <a:ext cx="2160000" cy="2160000"/>
          </a:xfrm>
          <a:prstGeom prst="ellipse">
            <a:avLst/>
          </a:prstGeom>
        </p:spPr>
        <p:txBody>
          <a:bodyPr lIns="182880" tIns="91440" rIns="182880" bIns="91440"/>
          <a:lstStyle>
            <a:lvl1pPr marL="0" indent="0">
              <a:buFontTx/>
              <a:buNone/>
              <a:defRPr/>
            </a:lvl1pPr>
          </a:lstStyle>
          <a:p>
            <a:endParaRPr lang="en-US"/>
          </a:p>
        </p:txBody>
      </p:sp>
      <p:sp>
        <p:nvSpPr>
          <p:cNvPr id="5" name="Picture Placeholder 3"/>
          <p:cNvSpPr>
            <a:spLocks noGrp="1" noChangeAspect="1"/>
          </p:cNvSpPr>
          <p:nvPr>
            <p:ph type="pic" sz="quarter" idx="12"/>
          </p:nvPr>
        </p:nvSpPr>
        <p:spPr>
          <a:xfrm>
            <a:off x="3781803" y="2478156"/>
            <a:ext cx="2160000" cy="2160000"/>
          </a:xfrm>
          <a:prstGeom prst="ellipse">
            <a:avLst/>
          </a:prstGeom>
        </p:spPr>
        <p:txBody>
          <a:bodyPr lIns="182880" tIns="91440" rIns="182880" bIns="91440"/>
          <a:lstStyle>
            <a:lvl1pPr marL="0" indent="0">
              <a:buFontTx/>
              <a:buNone/>
              <a:defRPr/>
            </a:lvl1pPr>
          </a:lstStyle>
          <a:p>
            <a:endParaRPr lang="en-US"/>
          </a:p>
        </p:txBody>
      </p:sp>
      <p:sp>
        <p:nvSpPr>
          <p:cNvPr id="6" name="Picture Placeholder 3"/>
          <p:cNvSpPr>
            <a:spLocks noGrp="1" noChangeAspect="1"/>
          </p:cNvSpPr>
          <p:nvPr>
            <p:ph type="pic" sz="quarter" idx="13"/>
          </p:nvPr>
        </p:nvSpPr>
        <p:spPr>
          <a:xfrm>
            <a:off x="8918455" y="2478156"/>
            <a:ext cx="2160000" cy="2160000"/>
          </a:xfrm>
          <a:prstGeom prst="ellipse">
            <a:avLst/>
          </a:prstGeom>
        </p:spPr>
        <p:txBody>
          <a:bodyPr lIns="182880" tIns="91440" rIns="182880" bIns="91440"/>
          <a:lstStyle>
            <a:lvl1pPr marL="0" indent="0">
              <a:buFontTx/>
              <a:buNone/>
              <a:defRPr/>
            </a:lvl1pPr>
          </a:lstStyle>
          <a:p>
            <a:endParaRPr lang="en-US"/>
          </a:p>
        </p:txBody>
      </p:sp>
      <p:sp>
        <p:nvSpPr>
          <p:cNvPr id="10" name="Picture Placeholder 3"/>
          <p:cNvSpPr>
            <a:spLocks noGrp="1" noChangeAspect="1"/>
          </p:cNvSpPr>
          <p:nvPr>
            <p:ph type="pic" sz="quarter" idx="14"/>
          </p:nvPr>
        </p:nvSpPr>
        <p:spPr>
          <a:xfrm>
            <a:off x="6339420" y="2478156"/>
            <a:ext cx="2160000" cy="2160000"/>
          </a:xfrm>
          <a:prstGeom prst="ellipse">
            <a:avLst/>
          </a:prstGeom>
        </p:spPr>
        <p:txBody>
          <a:bodyPr lIns="182880" tIns="91440" rIns="182880" bIns="91440"/>
          <a:lstStyle>
            <a:lvl1pPr marL="0" indent="0">
              <a:buFontTx/>
              <a:buNone/>
              <a:defRPr/>
            </a:lvl1pPr>
          </a:lstStyle>
          <a:p>
            <a:endParaRPr lang="en-US"/>
          </a:p>
        </p:txBody>
      </p:sp>
      <p:sp>
        <p:nvSpPr>
          <p:cNvPr id="7" name="Title 1"/>
          <p:cNvSpPr>
            <a:spLocks noGrp="1"/>
          </p:cNvSpPr>
          <p:nvPr>
            <p:ph type="title"/>
          </p:nvPr>
        </p:nvSpPr>
        <p:spPr>
          <a:xfrm>
            <a:off x="470455" y="458073"/>
            <a:ext cx="11357112" cy="562527"/>
          </a:xfrm>
        </p:spPr>
        <p:txBody>
          <a:bodyPr>
            <a:normAutofit/>
          </a:bodyPr>
          <a:lstStyle>
            <a:lvl1pPr algn="ctr">
              <a:defRPr sz="3200">
                <a:solidFill>
                  <a:schemeClr val="tx1"/>
                </a:solidFill>
                <a:latin typeface="+mj-lt"/>
              </a:defRPr>
            </a:lvl1pPr>
          </a:lstStyle>
          <a:p>
            <a:r>
              <a:rPr lang="en-US"/>
              <a:t>Click to edit Master title style</a:t>
            </a:r>
            <a:endParaRPr lang="id-ID"/>
          </a:p>
        </p:txBody>
      </p:sp>
      <p:sp>
        <p:nvSpPr>
          <p:cNvPr id="8" name="Text Placeholder 7"/>
          <p:cNvSpPr>
            <a:spLocks noGrp="1"/>
          </p:cNvSpPr>
          <p:nvPr>
            <p:ph type="body" sz="quarter" idx="10"/>
          </p:nvPr>
        </p:nvSpPr>
        <p:spPr>
          <a:xfrm>
            <a:off x="470455" y="928942"/>
            <a:ext cx="11357112" cy="436908"/>
          </a:xfrm>
        </p:spPr>
        <p:txBody>
          <a:bodyPr>
            <a:normAutofit/>
          </a:bodyPr>
          <a:lstStyle>
            <a:lvl1pPr marL="0" indent="0" algn="ctr">
              <a:buNone/>
              <a:defRPr sz="1600">
                <a:solidFill>
                  <a:schemeClr val="tx1">
                    <a:lumMod val="50000"/>
                    <a:lumOff val="50000"/>
                  </a:schemeClr>
                </a:solidFill>
                <a:latin typeface="+mn-lt"/>
              </a:defRPr>
            </a:lvl1pPr>
          </a:lstStyle>
          <a:p>
            <a:pPr lvl="0"/>
            <a:r>
              <a:rPr lang="en-US"/>
              <a:t>Click to edit Master text styles</a:t>
            </a:r>
          </a:p>
        </p:txBody>
      </p:sp>
    </p:spTree>
    <p:extLst>
      <p:ext uri="{BB962C8B-B14F-4D97-AF65-F5344CB8AC3E}">
        <p14:creationId xmlns:p14="http://schemas.microsoft.com/office/powerpoint/2010/main" val="2171851834"/>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5_Normal Center circle images 4">
    <p:spTree>
      <p:nvGrpSpPr>
        <p:cNvPr id="1" name=""/>
        <p:cNvGrpSpPr/>
        <p:nvPr/>
      </p:nvGrpSpPr>
      <p:grpSpPr>
        <a:xfrm>
          <a:off x="0" y="0"/>
          <a:ext cx="0" cy="0"/>
          <a:chOff x="0" y="0"/>
          <a:chExt cx="0" cy="0"/>
        </a:xfrm>
      </p:grpSpPr>
      <p:sp>
        <p:nvSpPr>
          <p:cNvPr id="4" name="Picture Placeholder 3"/>
          <p:cNvSpPr>
            <a:spLocks noGrp="1" noChangeAspect="1"/>
          </p:cNvSpPr>
          <p:nvPr>
            <p:ph type="pic" sz="quarter" idx="11"/>
          </p:nvPr>
        </p:nvSpPr>
        <p:spPr>
          <a:xfrm>
            <a:off x="1224186" y="2478156"/>
            <a:ext cx="2160000" cy="2160000"/>
          </a:xfrm>
          <a:prstGeom prst="ellipse">
            <a:avLst/>
          </a:prstGeom>
        </p:spPr>
        <p:txBody>
          <a:bodyPr lIns="182880" tIns="91440" rIns="182880" bIns="91440"/>
          <a:lstStyle>
            <a:lvl1pPr marL="0" indent="0">
              <a:buFontTx/>
              <a:buNone/>
              <a:defRPr/>
            </a:lvl1pPr>
          </a:lstStyle>
          <a:p>
            <a:endParaRPr lang="en-US"/>
          </a:p>
        </p:txBody>
      </p:sp>
      <p:sp>
        <p:nvSpPr>
          <p:cNvPr id="5" name="Picture Placeholder 3"/>
          <p:cNvSpPr>
            <a:spLocks noGrp="1" noChangeAspect="1"/>
          </p:cNvSpPr>
          <p:nvPr>
            <p:ph type="pic" sz="quarter" idx="12"/>
          </p:nvPr>
        </p:nvSpPr>
        <p:spPr>
          <a:xfrm>
            <a:off x="3781803" y="2478156"/>
            <a:ext cx="2160000" cy="2160000"/>
          </a:xfrm>
          <a:prstGeom prst="ellipse">
            <a:avLst/>
          </a:prstGeom>
        </p:spPr>
        <p:txBody>
          <a:bodyPr lIns="182880" tIns="91440" rIns="182880" bIns="91440"/>
          <a:lstStyle>
            <a:lvl1pPr marL="0" indent="0">
              <a:buFontTx/>
              <a:buNone/>
              <a:defRPr/>
            </a:lvl1pPr>
          </a:lstStyle>
          <a:p>
            <a:endParaRPr lang="en-US"/>
          </a:p>
        </p:txBody>
      </p:sp>
      <p:sp>
        <p:nvSpPr>
          <p:cNvPr id="6" name="Picture Placeholder 3"/>
          <p:cNvSpPr>
            <a:spLocks noGrp="1" noChangeAspect="1"/>
          </p:cNvSpPr>
          <p:nvPr>
            <p:ph type="pic" sz="quarter" idx="13"/>
          </p:nvPr>
        </p:nvSpPr>
        <p:spPr>
          <a:xfrm>
            <a:off x="8918455" y="2478156"/>
            <a:ext cx="2160000" cy="2160000"/>
          </a:xfrm>
          <a:prstGeom prst="ellipse">
            <a:avLst/>
          </a:prstGeom>
        </p:spPr>
        <p:txBody>
          <a:bodyPr lIns="182880" tIns="91440" rIns="182880" bIns="91440"/>
          <a:lstStyle>
            <a:lvl1pPr marL="0" indent="0">
              <a:buFontTx/>
              <a:buNone/>
              <a:defRPr/>
            </a:lvl1pPr>
          </a:lstStyle>
          <a:p>
            <a:endParaRPr lang="en-US"/>
          </a:p>
        </p:txBody>
      </p:sp>
      <p:sp>
        <p:nvSpPr>
          <p:cNvPr id="10" name="Picture Placeholder 3"/>
          <p:cNvSpPr>
            <a:spLocks noGrp="1" noChangeAspect="1"/>
          </p:cNvSpPr>
          <p:nvPr>
            <p:ph type="pic" sz="quarter" idx="14"/>
          </p:nvPr>
        </p:nvSpPr>
        <p:spPr>
          <a:xfrm>
            <a:off x="6339420" y="2478156"/>
            <a:ext cx="2160000" cy="2160000"/>
          </a:xfrm>
          <a:prstGeom prst="ellipse">
            <a:avLst/>
          </a:prstGeom>
        </p:spPr>
        <p:txBody>
          <a:bodyPr lIns="182880" tIns="91440" rIns="182880" bIns="91440"/>
          <a:lstStyle>
            <a:lvl1pPr marL="0" indent="0">
              <a:buFontTx/>
              <a:buNone/>
              <a:defRPr/>
            </a:lvl1pPr>
          </a:lstStyle>
          <a:p>
            <a:endParaRPr lang="en-US"/>
          </a:p>
        </p:txBody>
      </p:sp>
      <p:sp>
        <p:nvSpPr>
          <p:cNvPr id="9" name="Title 1"/>
          <p:cNvSpPr>
            <a:spLocks noGrp="1"/>
          </p:cNvSpPr>
          <p:nvPr>
            <p:ph type="title"/>
          </p:nvPr>
        </p:nvSpPr>
        <p:spPr>
          <a:xfrm>
            <a:off x="470455" y="458073"/>
            <a:ext cx="11357112" cy="562527"/>
          </a:xfrm>
        </p:spPr>
        <p:txBody>
          <a:bodyPr>
            <a:noAutofit/>
          </a:bodyPr>
          <a:lstStyle>
            <a:lvl1pPr algn="ctr">
              <a:defRPr sz="4400">
                <a:solidFill>
                  <a:schemeClr val="tx1"/>
                </a:solidFill>
                <a:latin typeface="+mj-lt"/>
              </a:defRPr>
            </a:lvl1pPr>
          </a:lstStyle>
          <a:p>
            <a:r>
              <a:rPr lang="en-US"/>
              <a:t>Click to edit Master title style</a:t>
            </a:r>
            <a:endParaRPr lang="id-ID"/>
          </a:p>
        </p:txBody>
      </p:sp>
      <p:sp>
        <p:nvSpPr>
          <p:cNvPr id="11" name="Text Placeholder 7"/>
          <p:cNvSpPr>
            <a:spLocks noGrp="1"/>
          </p:cNvSpPr>
          <p:nvPr>
            <p:ph type="body" sz="quarter" idx="10"/>
          </p:nvPr>
        </p:nvSpPr>
        <p:spPr>
          <a:xfrm>
            <a:off x="470455" y="981950"/>
            <a:ext cx="11357112" cy="436908"/>
          </a:xfrm>
        </p:spPr>
        <p:txBody>
          <a:bodyPr>
            <a:normAutofit/>
          </a:bodyPr>
          <a:lstStyle>
            <a:lvl1pPr marL="0" indent="0" algn="ctr">
              <a:buNone/>
              <a:defRPr sz="1800">
                <a:solidFill>
                  <a:schemeClr val="tx1"/>
                </a:solidFill>
                <a:latin typeface="+mn-lt"/>
              </a:defRPr>
            </a:lvl1pPr>
          </a:lstStyle>
          <a:p>
            <a:pPr lvl="0"/>
            <a:r>
              <a:rPr lang="en-US"/>
              <a:t>Click to edit Master text styles</a:t>
            </a:r>
          </a:p>
        </p:txBody>
      </p:sp>
    </p:spTree>
    <p:extLst>
      <p:ext uri="{BB962C8B-B14F-4D97-AF65-F5344CB8AC3E}">
        <p14:creationId xmlns:p14="http://schemas.microsoft.com/office/powerpoint/2010/main" val="1975746604"/>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side placeholder small">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6930887" y="1880517"/>
            <a:ext cx="5261113" cy="2994992"/>
          </a:xfrm>
        </p:spPr>
        <p:txBody>
          <a:bodyPr/>
          <a:lstStyle/>
          <a:p>
            <a:endParaRPr lang="id-ID"/>
          </a:p>
        </p:txBody>
      </p:sp>
      <p:sp>
        <p:nvSpPr>
          <p:cNvPr id="6" name="Title 1"/>
          <p:cNvSpPr>
            <a:spLocks noGrp="1"/>
          </p:cNvSpPr>
          <p:nvPr>
            <p:ph type="title"/>
          </p:nvPr>
        </p:nvSpPr>
        <p:spPr>
          <a:xfrm>
            <a:off x="470455" y="458073"/>
            <a:ext cx="11357112" cy="562527"/>
          </a:xfrm>
        </p:spPr>
        <p:txBody>
          <a:bodyPr>
            <a:noAutofit/>
          </a:bodyPr>
          <a:lstStyle>
            <a:lvl1pPr algn="ctr">
              <a:defRPr sz="4400">
                <a:solidFill>
                  <a:schemeClr val="tx1"/>
                </a:solidFill>
                <a:latin typeface="+mj-lt"/>
              </a:defRPr>
            </a:lvl1pPr>
          </a:lstStyle>
          <a:p>
            <a:r>
              <a:rPr lang="en-US"/>
              <a:t>Click to edit Master title style</a:t>
            </a:r>
            <a:endParaRPr lang="id-ID"/>
          </a:p>
        </p:txBody>
      </p:sp>
      <p:sp>
        <p:nvSpPr>
          <p:cNvPr id="7" name="Text Placeholder 7"/>
          <p:cNvSpPr>
            <a:spLocks noGrp="1"/>
          </p:cNvSpPr>
          <p:nvPr>
            <p:ph type="body" sz="quarter" idx="11"/>
          </p:nvPr>
        </p:nvSpPr>
        <p:spPr>
          <a:xfrm>
            <a:off x="470455" y="981950"/>
            <a:ext cx="11357112" cy="436908"/>
          </a:xfrm>
        </p:spPr>
        <p:txBody>
          <a:bodyPr>
            <a:normAutofit/>
          </a:bodyPr>
          <a:lstStyle>
            <a:lvl1pPr marL="0" indent="0" algn="ctr">
              <a:buNone/>
              <a:defRPr sz="1800">
                <a:solidFill>
                  <a:schemeClr val="tx1"/>
                </a:solidFill>
                <a:latin typeface="+mn-lt"/>
              </a:defRPr>
            </a:lvl1pPr>
          </a:lstStyle>
          <a:p>
            <a:pPr lvl="0"/>
            <a:r>
              <a:rPr lang="en-US"/>
              <a:t>Click to edit Master text styles</a:t>
            </a:r>
          </a:p>
        </p:txBody>
      </p:sp>
    </p:spTree>
    <p:extLst>
      <p:ext uri="{BB962C8B-B14F-4D97-AF65-F5344CB8AC3E}">
        <p14:creationId xmlns:p14="http://schemas.microsoft.com/office/powerpoint/2010/main" val="1787215130"/>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1_side placeholder small">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0" y="0"/>
            <a:ext cx="4359965" cy="6858000"/>
          </a:xfrm>
        </p:spPr>
        <p:txBody>
          <a:bodyPr/>
          <a:lstStyle/>
          <a:p>
            <a:endParaRPr lang="id-ID"/>
          </a:p>
        </p:txBody>
      </p:sp>
    </p:spTree>
    <p:extLst>
      <p:ext uri="{BB962C8B-B14F-4D97-AF65-F5344CB8AC3E}">
        <p14:creationId xmlns:p14="http://schemas.microsoft.com/office/powerpoint/2010/main" val="1405711714"/>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2_side placeholder">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1" y="0"/>
            <a:ext cx="4081670" cy="6858000"/>
          </a:xfrm>
        </p:spPr>
        <p:txBody>
          <a:bodyPr/>
          <a:lstStyle/>
          <a:p>
            <a:endParaRPr lang="id-ID"/>
          </a:p>
        </p:txBody>
      </p:sp>
    </p:spTree>
    <p:extLst>
      <p:ext uri="{BB962C8B-B14F-4D97-AF65-F5344CB8AC3E}">
        <p14:creationId xmlns:p14="http://schemas.microsoft.com/office/powerpoint/2010/main" val="3610254331"/>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8_side placeholder 3 full">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1" y="0"/>
            <a:ext cx="4081670" cy="6858000"/>
          </a:xfrm>
        </p:spPr>
        <p:txBody>
          <a:bodyPr/>
          <a:lstStyle/>
          <a:p>
            <a:endParaRPr lang="id-ID"/>
          </a:p>
        </p:txBody>
      </p:sp>
      <p:sp>
        <p:nvSpPr>
          <p:cNvPr id="6" name="Picture Placeholder 2"/>
          <p:cNvSpPr>
            <a:spLocks noGrp="1"/>
          </p:cNvSpPr>
          <p:nvPr>
            <p:ph type="pic" sz="quarter" idx="11"/>
          </p:nvPr>
        </p:nvSpPr>
        <p:spPr>
          <a:xfrm>
            <a:off x="4081671" y="0"/>
            <a:ext cx="4081670" cy="6858000"/>
          </a:xfrm>
        </p:spPr>
        <p:txBody>
          <a:bodyPr/>
          <a:lstStyle/>
          <a:p>
            <a:endParaRPr lang="id-ID"/>
          </a:p>
        </p:txBody>
      </p:sp>
      <p:sp>
        <p:nvSpPr>
          <p:cNvPr id="9" name="Picture Placeholder 2"/>
          <p:cNvSpPr>
            <a:spLocks noGrp="1"/>
          </p:cNvSpPr>
          <p:nvPr>
            <p:ph type="pic" sz="quarter" idx="12"/>
          </p:nvPr>
        </p:nvSpPr>
        <p:spPr>
          <a:xfrm>
            <a:off x="8110330" y="0"/>
            <a:ext cx="4081670" cy="6858000"/>
          </a:xfrm>
        </p:spPr>
        <p:txBody>
          <a:bodyPr/>
          <a:lstStyle/>
          <a:p>
            <a:endParaRPr lang="id-ID"/>
          </a:p>
        </p:txBody>
      </p:sp>
    </p:spTree>
    <p:extLst>
      <p:ext uri="{BB962C8B-B14F-4D97-AF65-F5344CB8AC3E}">
        <p14:creationId xmlns:p14="http://schemas.microsoft.com/office/powerpoint/2010/main" val="1644504211"/>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8_side placeholder left full">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0" y="0"/>
            <a:ext cx="6771861" cy="6858000"/>
          </a:xfrm>
        </p:spPr>
        <p:txBody>
          <a:bodyPr/>
          <a:lstStyle/>
          <a:p>
            <a:endParaRPr lang="id-ID"/>
          </a:p>
        </p:txBody>
      </p:sp>
    </p:spTree>
    <p:extLst>
      <p:ext uri="{BB962C8B-B14F-4D97-AF65-F5344CB8AC3E}">
        <p14:creationId xmlns:p14="http://schemas.microsoft.com/office/powerpoint/2010/main" val="3149658003"/>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9_side placeholder abstract 1">
    <p:spTree>
      <p:nvGrpSpPr>
        <p:cNvPr id="1" name=""/>
        <p:cNvGrpSpPr/>
        <p:nvPr/>
      </p:nvGrpSpPr>
      <p:grpSpPr>
        <a:xfrm>
          <a:off x="0" y="0"/>
          <a:ext cx="0" cy="0"/>
          <a:chOff x="0" y="0"/>
          <a:chExt cx="0" cy="0"/>
        </a:xfrm>
      </p:grpSpPr>
      <p:sp>
        <p:nvSpPr>
          <p:cNvPr id="4" name="Picture Placeholder 5"/>
          <p:cNvSpPr>
            <a:spLocks noGrp="1"/>
          </p:cNvSpPr>
          <p:nvPr>
            <p:ph type="pic" sz="quarter" idx="10"/>
          </p:nvPr>
        </p:nvSpPr>
        <p:spPr>
          <a:xfrm>
            <a:off x="440080" y="1789043"/>
            <a:ext cx="5351119" cy="4791213"/>
          </a:xfrm>
          <a:custGeom>
            <a:avLst/>
            <a:gdLst>
              <a:gd name="connsiteX0" fmla="*/ 2602292 w 3886200"/>
              <a:gd name="connsiteY0" fmla="*/ 3572857 h 3670596"/>
              <a:gd name="connsiteX1" fmla="*/ 2611883 w 3886200"/>
              <a:gd name="connsiteY1" fmla="*/ 3587729 h 3670596"/>
              <a:gd name="connsiteX2" fmla="*/ 2634791 w 3886200"/>
              <a:gd name="connsiteY2" fmla="*/ 3652838 h 3670596"/>
              <a:gd name="connsiteX3" fmla="*/ 2614645 w 3886200"/>
              <a:gd name="connsiteY3" fmla="*/ 3638016 h 3670596"/>
              <a:gd name="connsiteX4" fmla="*/ 2606688 w 3886200"/>
              <a:gd name="connsiteY4" fmla="*/ 3596037 h 3670596"/>
              <a:gd name="connsiteX5" fmla="*/ 2604202 w 3886200"/>
              <a:gd name="connsiteY5" fmla="*/ 3582932 h 3670596"/>
              <a:gd name="connsiteX6" fmla="*/ 2602292 w 3886200"/>
              <a:gd name="connsiteY6" fmla="*/ 3572853 h 3670596"/>
              <a:gd name="connsiteX7" fmla="*/ 2602292 w 3886200"/>
              <a:gd name="connsiteY7" fmla="*/ 3572856 h 3670596"/>
              <a:gd name="connsiteX8" fmla="*/ 2602290 w 3886200"/>
              <a:gd name="connsiteY8" fmla="*/ 3572854 h 3670596"/>
              <a:gd name="connsiteX9" fmla="*/ 2599406 w 3886200"/>
              <a:gd name="connsiteY9" fmla="*/ 3557641 h 3670596"/>
              <a:gd name="connsiteX10" fmla="*/ 2602292 w 3886200"/>
              <a:gd name="connsiteY10" fmla="*/ 3572853 h 3670596"/>
              <a:gd name="connsiteX11" fmla="*/ 2602287 w 3886200"/>
              <a:gd name="connsiteY11" fmla="*/ 3572836 h 3670596"/>
              <a:gd name="connsiteX12" fmla="*/ 2598852 w 3886200"/>
              <a:gd name="connsiteY12" fmla="*/ 3554724 h 3670596"/>
              <a:gd name="connsiteX13" fmla="*/ 2599202 w 3886200"/>
              <a:gd name="connsiteY13" fmla="*/ 3556566 h 3670596"/>
              <a:gd name="connsiteX14" fmla="*/ 2599406 w 3886200"/>
              <a:gd name="connsiteY14" fmla="*/ 3557641 h 3670596"/>
              <a:gd name="connsiteX15" fmla="*/ 2595779 w 3886200"/>
              <a:gd name="connsiteY15" fmla="*/ 3538498 h 3670596"/>
              <a:gd name="connsiteX16" fmla="*/ 2598852 w 3886200"/>
              <a:gd name="connsiteY16" fmla="*/ 3554724 h 3670596"/>
              <a:gd name="connsiteX17" fmla="*/ 2597658 w 3886200"/>
              <a:gd name="connsiteY17" fmla="*/ 3548421 h 3670596"/>
              <a:gd name="connsiteX18" fmla="*/ 2775073 w 3886200"/>
              <a:gd name="connsiteY18" fmla="*/ 3528914 h 3670596"/>
              <a:gd name="connsiteX19" fmla="*/ 2775194 w 3886200"/>
              <a:gd name="connsiteY19" fmla="*/ 3529551 h 3670596"/>
              <a:gd name="connsiteX20" fmla="*/ 2781249 w 3886200"/>
              <a:gd name="connsiteY20" fmla="*/ 3561494 h 3670596"/>
              <a:gd name="connsiteX21" fmla="*/ 2768896 w 3886200"/>
              <a:gd name="connsiteY21" fmla="*/ 3496333 h 3670596"/>
              <a:gd name="connsiteX22" fmla="*/ 2775073 w 3886200"/>
              <a:gd name="connsiteY22" fmla="*/ 3528914 h 3670596"/>
              <a:gd name="connsiteX23" fmla="*/ 2768896 w 3886200"/>
              <a:gd name="connsiteY23" fmla="*/ 3496336 h 3670596"/>
              <a:gd name="connsiteX24" fmla="*/ 2745756 w 3886200"/>
              <a:gd name="connsiteY24" fmla="*/ 3493686 h 3670596"/>
              <a:gd name="connsiteX25" fmla="*/ 2751431 w 3886200"/>
              <a:gd name="connsiteY25" fmla="*/ 3499487 h 3670596"/>
              <a:gd name="connsiteX26" fmla="*/ 2775073 w 3886200"/>
              <a:gd name="connsiteY26" fmla="*/ 3528914 h 3670596"/>
              <a:gd name="connsiteX27" fmla="*/ 2745753 w 3886200"/>
              <a:gd name="connsiteY27" fmla="*/ 3493681 h 3670596"/>
              <a:gd name="connsiteX28" fmla="*/ 2745756 w 3886200"/>
              <a:gd name="connsiteY28" fmla="*/ 3493686 h 3670596"/>
              <a:gd name="connsiteX29" fmla="*/ 2745753 w 3886200"/>
              <a:gd name="connsiteY29" fmla="*/ 3493683 h 3670596"/>
              <a:gd name="connsiteX30" fmla="*/ 2766484 w 3886200"/>
              <a:gd name="connsiteY30" fmla="*/ 3483615 h 3670596"/>
              <a:gd name="connsiteX31" fmla="*/ 2766580 w 3886200"/>
              <a:gd name="connsiteY31" fmla="*/ 3484116 h 3670596"/>
              <a:gd name="connsiteX32" fmla="*/ 2768896 w 3886200"/>
              <a:gd name="connsiteY32" fmla="*/ 3496333 h 3670596"/>
              <a:gd name="connsiteX33" fmla="*/ 2768895 w 3886200"/>
              <a:gd name="connsiteY33" fmla="*/ 3496332 h 3670596"/>
              <a:gd name="connsiteX34" fmla="*/ 2583758 w 3886200"/>
              <a:gd name="connsiteY34" fmla="*/ 3475115 h 3670596"/>
              <a:gd name="connsiteX35" fmla="*/ 2595779 w 3886200"/>
              <a:gd name="connsiteY35" fmla="*/ 3538498 h 3670596"/>
              <a:gd name="connsiteX36" fmla="*/ 2593025 w 3886200"/>
              <a:gd name="connsiteY36" fmla="*/ 3523985 h 3670596"/>
              <a:gd name="connsiteX37" fmla="*/ 2583758 w 3886200"/>
              <a:gd name="connsiteY37" fmla="*/ 3475115 h 3670596"/>
              <a:gd name="connsiteX38" fmla="*/ 2696888 w 3886200"/>
              <a:gd name="connsiteY38" fmla="*/ 3434961 h 3670596"/>
              <a:gd name="connsiteX39" fmla="*/ 2729871 w 3886200"/>
              <a:gd name="connsiteY39" fmla="*/ 3474597 h 3670596"/>
              <a:gd name="connsiteX40" fmla="*/ 2745753 w 3886200"/>
              <a:gd name="connsiteY40" fmla="*/ 3493681 h 3670596"/>
              <a:gd name="connsiteX41" fmla="*/ 2740812 w 3886200"/>
              <a:gd name="connsiteY41" fmla="*/ 3488135 h 3670596"/>
              <a:gd name="connsiteX42" fmla="*/ 2755232 w 3886200"/>
              <a:gd name="connsiteY42" fmla="*/ 3515684 h 3670596"/>
              <a:gd name="connsiteX43" fmla="*/ 2781249 w 3886200"/>
              <a:gd name="connsiteY43" fmla="*/ 3561494 h 3670596"/>
              <a:gd name="connsiteX44" fmla="*/ 2779935 w 3886200"/>
              <a:gd name="connsiteY44" fmla="*/ 3559517 h 3670596"/>
              <a:gd name="connsiteX45" fmla="*/ 2696888 w 3886200"/>
              <a:gd name="connsiteY45" fmla="*/ 3434961 h 3670596"/>
              <a:gd name="connsiteX46" fmla="*/ 2452100 w 3886200"/>
              <a:gd name="connsiteY46" fmla="*/ 3417533 h 3670596"/>
              <a:gd name="connsiteX47" fmla="*/ 2463011 w 3886200"/>
              <a:gd name="connsiteY47" fmla="*/ 3439368 h 3670596"/>
              <a:gd name="connsiteX48" fmla="*/ 2484006 w 3886200"/>
              <a:gd name="connsiteY48" fmla="*/ 3494392 h 3670596"/>
              <a:gd name="connsiteX49" fmla="*/ 2458278 w 3886200"/>
              <a:gd name="connsiteY49" fmla="*/ 3450110 h 3670596"/>
              <a:gd name="connsiteX50" fmla="*/ 2456154 w 3886200"/>
              <a:gd name="connsiteY50" fmla="*/ 3438913 h 3670596"/>
              <a:gd name="connsiteX51" fmla="*/ 2454595 w 3886200"/>
              <a:gd name="connsiteY51" fmla="*/ 3430688 h 3670596"/>
              <a:gd name="connsiteX52" fmla="*/ 2452193 w 3886200"/>
              <a:gd name="connsiteY52" fmla="*/ 3418023 h 3670596"/>
              <a:gd name="connsiteX53" fmla="*/ 2452099 w 3886200"/>
              <a:gd name="connsiteY53" fmla="*/ 3417529 h 3670596"/>
              <a:gd name="connsiteX54" fmla="*/ 2452100 w 3886200"/>
              <a:gd name="connsiteY54" fmla="*/ 3417533 h 3670596"/>
              <a:gd name="connsiteX55" fmla="*/ 2452099 w 3886200"/>
              <a:gd name="connsiteY55" fmla="*/ 3417531 h 3670596"/>
              <a:gd name="connsiteX56" fmla="*/ 2512263 w 3886200"/>
              <a:gd name="connsiteY56" fmla="*/ 3416434 h 3670596"/>
              <a:gd name="connsiteX57" fmla="*/ 2515575 w 3886200"/>
              <a:gd name="connsiteY57" fmla="*/ 3433903 h 3670596"/>
              <a:gd name="connsiteX58" fmla="*/ 2514032 w 3886200"/>
              <a:gd name="connsiteY58" fmla="*/ 3425768 h 3670596"/>
              <a:gd name="connsiteX59" fmla="*/ 2511752 w 3886200"/>
              <a:gd name="connsiteY59" fmla="*/ 3413741 h 3670596"/>
              <a:gd name="connsiteX60" fmla="*/ 2512263 w 3886200"/>
              <a:gd name="connsiteY60" fmla="*/ 3416434 h 3670596"/>
              <a:gd name="connsiteX61" fmla="*/ 2511752 w 3886200"/>
              <a:gd name="connsiteY61" fmla="*/ 3413742 h 3670596"/>
              <a:gd name="connsiteX62" fmla="*/ 2451205 w 3886200"/>
              <a:gd name="connsiteY62" fmla="*/ 3412810 h 3670596"/>
              <a:gd name="connsiteX63" fmla="*/ 2451327 w 3886200"/>
              <a:gd name="connsiteY63" fmla="*/ 3413456 h 3670596"/>
              <a:gd name="connsiteX64" fmla="*/ 2452099 w 3886200"/>
              <a:gd name="connsiteY64" fmla="*/ 3417529 h 3670596"/>
              <a:gd name="connsiteX65" fmla="*/ 2451162 w 3886200"/>
              <a:gd name="connsiteY65" fmla="*/ 3412584 h 3670596"/>
              <a:gd name="connsiteX66" fmla="*/ 2451205 w 3886200"/>
              <a:gd name="connsiteY66" fmla="*/ 3412810 h 3670596"/>
              <a:gd name="connsiteX67" fmla="*/ 2451168 w 3886200"/>
              <a:gd name="connsiteY67" fmla="*/ 3412618 h 3670596"/>
              <a:gd name="connsiteX68" fmla="*/ 2751300 w 3886200"/>
              <a:gd name="connsiteY68" fmla="*/ 3403540 h 3670596"/>
              <a:gd name="connsiteX69" fmla="*/ 2752317 w 3886200"/>
              <a:gd name="connsiteY69" fmla="*/ 3408903 h 3670596"/>
              <a:gd name="connsiteX70" fmla="*/ 2766001 w 3886200"/>
              <a:gd name="connsiteY70" fmla="*/ 3481062 h 3670596"/>
              <a:gd name="connsiteX71" fmla="*/ 2766484 w 3886200"/>
              <a:gd name="connsiteY71" fmla="*/ 3483615 h 3670596"/>
              <a:gd name="connsiteX72" fmla="*/ 2764371 w 3886200"/>
              <a:gd name="connsiteY72" fmla="*/ 3472471 h 3670596"/>
              <a:gd name="connsiteX73" fmla="*/ 2756480 w 3886200"/>
              <a:gd name="connsiteY73" fmla="*/ 3430856 h 3670596"/>
              <a:gd name="connsiteX74" fmla="*/ 2853129 w 3886200"/>
              <a:gd name="connsiteY74" fmla="*/ 3402918 h 3670596"/>
              <a:gd name="connsiteX75" fmla="*/ 2882023 w 3886200"/>
              <a:gd name="connsiteY75" fmla="*/ 3456179 h 3670596"/>
              <a:gd name="connsiteX76" fmla="*/ 2870836 w 3886200"/>
              <a:gd name="connsiteY76" fmla="*/ 3441951 h 3670596"/>
              <a:gd name="connsiteX77" fmla="*/ 2750362 w 3886200"/>
              <a:gd name="connsiteY77" fmla="*/ 3398594 h 3670596"/>
              <a:gd name="connsiteX78" fmla="*/ 2751300 w 3886200"/>
              <a:gd name="connsiteY78" fmla="*/ 3403540 h 3670596"/>
              <a:gd name="connsiteX79" fmla="*/ 2750606 w 3886200"/>
              <a:gd name="connsiteY79" fmla="*/ 3399883 h 3670596"/>
              <a:gd name="connsiteX80" fmla="*/ 2750362 w 3886200"/>
              <a:gd name="connsiteY80" fmla="*/ 3398594 h 3670596"/>
              <a:gd name="connsiteX81" fmla="*/ 2447677 w 3886200"/>
              <a:gd name="connsiteY81" fmla="*/ 3394197 h 3670596"/>
              <a:gd name="connsiteX82" fmla="*/ 2449011 w 3886200"/>
              <a:gd name="connsiteY82" fmla="*/ 3401238 h 3670596"/>
              <a:gd name="connsiteX83" fmla="*/ 2450321 w 3886200"/>
              <a:gd name="connsiteY83" fmla="*/ 3408148 h 3670596"/>
              <a:gd name="connsiteX84" fmla="*/ 2449920 w 3886200"/>
              <a:gd name="connsiteY84" fmla="*/ 3406035 h 3670596"/>
              <a:gd name="connsiteX85" fmla="*/ 2449397 w 3886200"/>
              <a:gd name="connsiteY85" fmla="*/ 3403276 h 3670596"/>
              <a:gd name="connsiteX86" fmla="*/ 2447589 w 3886200"/>
              <a:gd name="connsiteY86" fmla="*/ 3393734 h 3670596"/>
              <a:gd name="connsiteX87" fmla="*/ 2447677 w 3886200"/>
              <a:gd name="connsiteY87" fmla="*/ 3394197 h 3670596"/>
              <a:gd name="connsiteX88" fmla="*/ 2447607 w 3886200"/>
              <a:gd name="connsiteY88" fmla="*/ 3393828 h 3670596"/>
              <a:gd name="connsiteX89" fmla="*/ 2447218 w 3886200"/>
              <a:gd name="connsiteY89" fmla="*/ 3391779 h 3670596"/>
              <a:gd name="connsiteX90" fmla="*/ 2447589 w 3886200"/>
              <a:gd name="connsiteY90" fmla="*/ 3393734 h 3670596"/>
              <a:gd name="connsiteX91" fmla="*/ 2447540 w 3886200"/>
              <a:gd name="connsiteY91" fmla="*/ 3393477 h 3670596"/>
              <a:gd name="connsiteX92" fmla="*/ 2446882 w 3886200"/>
              <a:gd name="connsiteY92" fmla="*/ 3390006 h 3670596"/>
              <a:gd name="connsiteX93" fmla="*/ 2447218 w 3886200"/>
              <a:gd name="connsiteY93" fmla="*/ 3391779 h 3670596"/>
              <a:gd name="connsiteX94" fmla="*/ 2447126 w 3886200"/>
              <a:gd name="connsiteY94" fmla="*/ 3391296 h 3670596"/>
              <a:gd name="connsiteX95" fmla="*/ 2748321 w 3886200"/>
              <a:gd name="connsiteY95" fmla="*/ 3387825 h 3670596"/>
              <a:gd name="connsiteX96" fmla="*/ 2749978 w 3886200"/>
              <a:gd name="connsiteY96" fmla="*/ 3396556 h 3670596"/>
              <a:gd name="connsiteX97" fmla="*/ 2750362 w 3886200"/>
              <a:gd name="connsiteY97" fmla="*/ 3398594 h 3670596"/>
              <a:gd name="connsiteX98" fmla="*/ 2445923 w 3886200"/>
              <a:gd name="connsiteY98" fmla="*/ 3384948 h 3670596"/>
              <a:gd name="connsiteX99" fmla="*/ 2446882 w 3886200"/>
              <a:gd name="connsiteY99" fmla="*/ 3390006 h 3670596"/>
              <a:gd name="connsiteX100" fmla="*/ 2446574 w 3886200"/>
              <a:gd name="connsiteY100" fmla="*/ 3388384 h 3670596"/>
              <a:gd name="connsiteX101" fmla="*/ 2445923 w 3886200"/>
              <a:gd name="connsiteY101" fmla="*/ 3384948 h 3670596"/>
              <a:gd name="connsiteX102" fmla="*/ 2744186 w 3886200"/>
              <a:gd name="connsiteY102" fmla="*/ 3366009 h 3670596"/>
              <a:gd name="connsiteX103" fmla="*/ 2744186 w 3886200"/>
              <a:gd name="connsiteY103" fmla="*/ 3366012 h 3670596"/>
              <a:gd name="connsiteX104" fmla="*/ 2744183 w 3886200"/>
              <a:gd name="connsiteY104" fmla="*/ 3366012 h 3670596"/>
              <a:gd name="connsiteX105" fmla="*/ 2744186 w 3886200"/>
              <a:gd name="connsiteY105" fmla="*/ 3366009 h 3670596"/>
              <a:gd name="connsiteX106" fmla="*/ 2747276 w 3886200"/>
              <a:gd name="connsiteY106" fmla="*/ 3382303 h 3670596"/>
              <a:gd name="connsiteX107" fmla="*/ 2748321 w 3886200"/>
              <a:gd name="connsiteY107" fmla="*/ 3387825 h 3670596"/>
              <a:gd name="connsiteX108" fmla="*/ 2744008 w 3886200"/>
              <a:gd name="connsiteY108" fmla="*/ 3365069 h 3670596"/>
              <a:gd name="connsiteX109" fmla="*/ 2744015 w 3886200"/>
              <a:gd name="connsiteY109" fmla="*/ 3365109 h 3670596"/>
              <a:gd name="connsiteX110" fmla="*/ 2744009 w 3886200"/>
              <a:gd name="connsiteY110" fmla="*/ 3365075 h 3670596"/>
              <a:gd name="connsiteX111" fmla="*/ 2741360 w 3886200"/>
              <a:gd name="connsiteY111" fmla="*/ 3351116 h 3670596"/>
              <a:gd name="connsiteX112" fmla="*/ 2742726 w 3886200"/>
              <a:gd name="connsiteY112" fmla="*/ 3358314 h 3670596"/>
              <a:gd name="connsiteX113" fmla="*/ 2744009 w 3886200"/>
              <a:gd name="connsiteY113" fmla="*/ 3365075 h 3670596"/>
              <a:gd name="connsiteX114" fmla="*/ 2744015 w 3886200"/>
              <a:gd name="connsiteY114" fmla="*/ 3365112 h 3670596"/>
              <a:gd name="connsiteX115" fmla="*/ 2744186 w 3886200"/>
              <a:gd name="connsiteY115" fmla="*/ 3366006 h 3670596"/>
              <a:gd name="connsiteX116" fmla="*/ 2744182 w 3886200"/>
              <a:gd name="connsiteY116" fmla="*/ 3365994 h 3670596"/>
              <a:gd name="connsiteX117" fmla="*/ 2741269 w 3886200"/>
              <a:gd name="connsiteY117" fmla="*/ 3350636 h 3670596"/>
              <a:gd name="connsiteX118" fmla="*/ 2741287 w 3886200"/>
              <a:gd name="connsiteY118" fmla="*/ 3350729 h 3670596"/>
              <a:gd name="connsiteX119" fmla="*/ 2741360 w 3886200"/>
              <a:gd name="connsiteY119" fmla="*/ 3351116 h 3670596"/>
              <a:gd name="connsiteX120" fmla="*/ 2740739 w 3886200"/>
              <a:gd name="connsiteY120" fmla="*/ 3347841 h 3670596"/>
              <a:gd name="connsiteX121" fmla="*/ 2741174 w 3886200"/>
              <a:gd name="connsiteY121" fmla="*/ 3350133 h 3670596"/>
              <a:gd name="connsiteX122" fmla="*/ 2741269 w 3886200"/>
              <a:gd name="connsiteY122" fmla="*/ 3350636 h 3670596"/>
              <a:gd name="connsiteX123" fmla="*/ 2738752 w 3886200"/>
              <a:gd name="connsiteY123" fmla="*/ 3337352 h 3670596"/>
              <a:gd name="connsiteX124" fmla="*/ 2744008 w 3886200"/>
              <a:gd name="connsiteY124" fmla="*/ 3365069 h 3670596"/>
              <a:gd name="connsiteX125" fmla="*/ 2742726 w 3886200"/>
              <a:gd name="connsiteY125" fmla="*/ 3358314 h 3670596"/>
              <a:gd name="connsiteX126" fmla="*/ 2741386 w 3886200"/>
              <a:gd name="connsiteY126" fmla="*/ 3351251 h 3670596"/>
              <a:gd name="connsiteX127" fmla="*/ 2741287 w 3886200"/>
              <a:gd name="connsiteY127" fmla="*/ 3350729 h 3670596"/>
              <a:gd name="connsiteX128" fmla="*/ 2741174 w 3886200"/>
              <a:gd name="connsiteY128" fmla="*/ 3350133 h 3670596"/>
              <a:gd name="connsiteX129" fmla="*/ 2739135 w 3886200"/>
              <a:gd name="connsiteY129" fmla="*/ 3339376 h 3670596"/>
              <a:gd name="connsiteX130" fmla="*/ 2738781 w 3886200"/>
              <a:gd name="connsiteY130" fmla="*/ 3337506 h 3670596"/>
              <a:gd name="connsiteX131" fmla="*/ 2738544 w 3886200"/>
              <a:gd name="connsiteY131" fmla="*/ 3336256 h 3670596"/>
              <a:gd name="connsiteX132" fmla="*/ 2738752 w 3886200"/>
              <a:gd name="connsiteY132" fmla="*/ 3337352 h 3670596"/>
              <a:gd name="connsiteX133" fmla="*/ 2738569 w 3886200"/>
              <a:gd name="connsiteY133" fmla="*/ 3336390 h 3670596"/>
              <a:gd name="connsiteX134" fmla="*/ 2738509 w 3886200"/>
              <a:gd name="connsiteY134" fmla="*/ 3336068 h 3670596"/>
              <a:gd name="connsiteX135" fmla="*/ 2738544 w 3886200"/>
              <a:gd name="connsiteY135" fmla="*/ 3336256 h 3670596"/>
              <a:gd name="connsiteX136" fmla="*/ 2738520 w 3886200"/>
              <a:gd name="connsiteY136" fmla="*/ 3336129 h 3670596"/>
              <a:gd name="connsiteX137" fmla="*/ 2738505 w 3886200"/>
              <a:gd name="connsiteY137" fmla="*/ 3336047 h 3670596"/>
              <a:gd name="connsiteX138" fmla="*/ 2738509 w 3886200"/>
              <a:gd name="connsiteY138" fmla="*/ 3336068 h 3670596"/>
              <a:gd name="connsiteX139" fmla="*/ 2738506 w 3886200"/>
              <a:gd name="connsiteY139" fmla="*/ 3336054 h 3670596"/>
              <a:gd name="connsiteX140" fmla="*/ 2738486 w 3886200"/>
              <a:gd name="connsiteY140" fmla="*/ 3335949 h 3670596"/>
              <a:gd name="connsiteX141" fmla="*/ 2738505 w 3886200"/>
              <a:gd name="connsiteY141" fmla="*/ 3336047 h 3670596"/>
              <a:gd name="connsiteX142" fmla="*/ 2738501 w 3886200"/>
              <a:gd name="connsiteY142" fmla="*/ 3336026 h 3670596"/>
              <a:gd name="connsiteX143" fmla="*/ 2738361 w 3886200"/>
              <a:gd name="connsiteY143" fmla="*/ 3335297 h 3670596"/>
              <a:gd name="connsiteX144" fmla="*/ 2738475 w 3886200"/>
              <a:gd name="connsiteY144" fmla="*/ 3335893 h 3670596"/>
              <a:gd name="connsiteX145" fmla="*/ 2738501 w 3886200"/>
              <a:gd name="connsiteY145" fmla="*/ 3336026 h 3670596"/>
              <a:gd name="connsiteX146" fmla="*/ 2738506 w 3886200"/>
              <a:gd name="connsiteY146" fmla="*/ 3336054 h 3670596"/>
              <a:gd name="connsiteX147" fmla="*/ 2738520 w 3886200"/>
              <a:gd name="connsiteY147" fmla="*/ 3336129 h 3670596"/>
              <a:gd name="connsiteX148" fmla="*/ 2738569 w 3886200"/>
              <a:gd name="connsiteY148" fmla="*/ 3336390 h 3670596"/>
              <a:gd name="connsiteX149" fmla="*/ 2739135 w 3886200"/>
              <a:gd name="connsiteY149" fmla="*/ 3339376 h 3670596"/>
              <a:gd name="connsiteX150" fmla="*/ 2740739 w 3886200"/>
              <a:gd name="connsiteY150" fmla="*/ 3347841 h 3670596"/>
              <a:gd name="connsiteX151" fmla="*/ 2739938 w 3886200"/>
              <a:gd name="connsiteY151" fmla="*/ 3343615 h 3670596"/>
              <a:gd name="connsiteX152" fmla="*/ 2738007 w 3886200"/>
              <a:gd name="connsiteY152" fmla="*/ 3333434 h 3670596"/>
              <a:gd name="connsiteX153" fmla="*/ 2738010 w 3886200"/>
              <a:gd name="connsiteY153" fmla="*/ 3333434 h 3670596"/>
              <a:gd name="connsiteX154" fmla="*/ 2738486 w 3886200"/>
              <a:gd name="connsiteY154" fmla="*/ 3335949 h 3670596"/>
              <a:gd name="connsiteX155" fmla="*/ 2738475 w 3886200"/>
              <a:gd name="connsiteY155" fmla="*/ 3335893 h 3670596"/>
              <a:gd name="connsiteX156" fmla="*/ 2737253 w 3886200"/>
              <a:gd name="connsiteY156" fmla="*/ 3329444 h 3670596"/>
              <a:gd name="connsiteX157" fmla="*/ 2737438 w 3886200"/>
              <a:gd name="connsiteY157" fmla="*/ 3330417 h 3670596"/>
              <a:gd name="connsiteX158" fmla="*/ 2737537 w 3886200"/>
              <a:gd name="connsiteY158" fmla="*/ 3330941 h 3670596"/>
              <a:gd name="connsiteX159" fmla="*/ 2738007 w 3886200"/>
              <a:gd name="connsiteY159" fmla="*/ 3333428 h 3670596"/>
              <a:gd name="connsiteX160" fmla="*/ 2737667 w 3886200"/>
              <a:gd name="connsiteY160" fmla="*/ 3331640 h 3670596"/>
              <a:gd name="connsiteX161" fmla="*/ 2737253 w 3886200"/>
              <a:gd name="connsiteY161" fmla="*/ 3329445 h 3670596"/>
              <a:gd name="connsiteX162" fmla="*/ 2737252 w 3886200"/>
              <a:gd name="connsiteY162" fmla="*/ 3329438 h 3670596"/>
              <a:gd name="connsiteX163" fmla="*/ 2737253 w 3886200"/>
              <a:gd name="connsiteY163" fmla="*/ 3329442 h 3670596"/>
              <a:gd name="connsiteX164" fmla="*/ 2737253 w 3886200"/>
              <a:gd name="connsiteY164" fmla="*/ 3329444 h 3670596"/>
              <a:gd name="connsiteX165" fmla="*/ 2737252 w 3886200"/>
              <a:gd name="connsiteY165" fmla="*/ 3329439 h 3670596"/>
              <a:gd name="connsiteX166" fmla="*/ 2737250 w 3886200"/>
              <a:gd name="connsiteY166" fmla="*/ 3329431 h 3670596"/>
              <a:gd name="connsiteX167" fmla="*/ 2737252 w 3886200"/>
              <a:gd name="connsiteY167" fmla="*/ 3329438 h 3670596"/>
              <a:gd name="connsiteX168" fmla="*/ 2737251 w 3886200"/>
              <a:gd name="connsiteY168" fmla="*/ 3329437 h 3670596"/>
              <a:gd name="connsiteX169" fmla="*/ 2737216 w 3886200"/>
              <a:gd name="connsiteY169" fmla="*/ 3329252 h 3670596"/>
              <a:gd name="connsiteX170" fmla="*/ 2737218 w 3886200"/>
              <a:gd name="connsiteY170" fmla="*/ 3329259 h 3670596"/>
              <a:gd name="connsiteX171" fmla="*/ 2737237 w 3886200"/>
              <a:gd name="connsiteY171" fmla="*/ 3329360 h 3670596"/>
              <a:gd name="connsiteX172" fmla="*/ 2737250 w 3886200"/>
              <a:gd name="connsiteY172" fmla="*/ 3329431 h 3670596"/>
              <a:gd name="connsiteX173" fmla="*/ 2737240 w 3886200"/>
              <a:gd name="connsiteY173" fmla="*/ 3329376 h 3670596"/>
              <a:gd name="connsiteX174" fmla="*/ 2737177 w 3886200"/>
              <a:gd name="connsiteY174" fmla="*/ 3329045 h 3670596"/>
              <a:gd name="connsiteX175" fmla="*/ 2737216 w 3886200"/>
              <a:gd name="connsiteY175" fmla="*/ 3329252 h 3670596"/>
              <a:gd name="connsiteX176" fmla="*/ 2737179 w 3886200"/>
              <a:gd name="connsiteY176" fmla="*/ 3329058 h 3670596"/>
              <a:gd name="connsiteX177" fmla="*/ 2737173 w 3886200"/>
              <a:gd name="connsiteY177" fmla="*/ 3329026 h 3670596"/>
              <a:gd name="connsiteX178" fmla="*/ 2737176 w 3886200"/>
              <a:gd name="connsiteY178" fmla="*/ 3329040 h 3670596"/>
              <a:gd name="connsiteX179" fmla="*/ 2737177 w 3886200"/>
              <a:gd name="connsiteY179" fmla="*/ 3329045 h 3670596"/>
              <a:gd name="connsiteX180" fmla="*/ 2737169 w 3886200"/>
              <a:gd name="connsiteY180" fmla="*/ 3329003 h 3670596"/>
              <a:gd name="connsiteX181" fmla="*/ 2737173 w 3886200"/>
              <a:gd name="connsiteY181" fmla="*/ 3329026 h 3670596"/>
              <a:gd name="connsiteX182" fmla="*/ 2737172 w 3886200"/>
              <a:gd name="connsiteY182" fmla="*/ 3329017 h 3670596"/>
              <a:gd name="connsiteX183" fmla="*/ 2737158 w 3886200"/>
              <a:gd name="connsiteY183" fmla="*/ 3328949 h 3670596"/>
              <a:gd name="connsiteX184" fmla="*/ 2737172 w 3886200"/>
              <a:gd name="connsiteY184" fmla="*/ 3329017 h 3670596"/>
              <a:gd name="connsiteX185" fmla="*/ 2737179 w 3886200"/>
              <a:gd name="connsiteY185" fmla="*/ 3329058 h 3670596"/>
              <a:gd name="connsiteX186" fmla="*/ 2737240 w 3886200"/>
              <a:gd name="connsiteY186" fmla="*/ 3329376 h 3670596"/>
              <a:gd name="connsiteX187" fmla="*/ 2737251 w 3886200"/>
              <a:gd name="connsiteY187" fmla="*/ 3329437 h 3670596"/>
              <a:gd name="connsiteX188" fmla="*/ 2737252 w 3886200"/>
              <a:gd name="connsiteY188" fmla="*/ 3329439 h 3670596"/>
              <a:gd name="connsiteX189" fmla="*/ 2737253 w 3886200"/>
              <a:gd name="connsiteY189" fmla="*/ 3329445 h 3670596"/>
              <a:gd name="connsiteX190" fmla="*/ 2737253 w 3886200"/>
              <a:gd name="connsiteY190" fmla="*/ 3329452 h 3670596"/>
              <a:gd name="connsiteX191" fmla="*/ 2737154 w 3886200"/>
              <a:gd name="connsiteY191" fmla="*/ 3328925 h 3670596"/>
              <a:gd name="connsiteX192" fmla="*/ 2737157 w 3886200"/>
              <a:gd name="connsiteY192" fmla="*/ 3328939 h 3670596"/>
              <a:gd name="connsiteX193" fmla="*/ 2737169 w 3886200"/>
              <a:gd name="connsiteY193" fmla="*/ 3329003 h 3670596"/>
              <a:gd name="connsiteX194" fmla="*/ 2737142 w 3886200"/>
              <a:gd name="connsiteY194" fmla="*/ 3328867 h 3670596"/>
              <a:gd name="connsiteX195" fmla="*/ 2737149 w 3886200"/>
              <a:gd name="connsiteY195" fmla="*/ 3328899 h 3670596"/>
              <a:gd name="connsiteX196" fmla="*/ 2737158 w 3886200"/>
              <a:gd name="connsiteY196" fmla="*/ 3328949 h 3670596"/>
              <a:gd name="connsiteX197" fmla="*/ 2737120 w 3886200"/>
              <a:gd name="connsiteY197" fmla="*/ 3328750 h 3670596"/>
              <a:gd name="connsiteX198" fmla="*/ 2737124 w 3886200"/>
              <a:gd name="connsiteY198" fmla="*/ 3328768 h 3670596"/>
              <a:gd name="connsiteX199" fmla="*/ 2737142 w 3886200"/>
              <a:gd name="connsiteY199" fmla="*/ 3328867 h 3670596"/>
              <a:gd name="connsiteX200" fmla="*/ 2737002 w 3886200"/>
              <a:gd name="connsiteY200" fmla="*/ 3328131 h 3670596"/>
              <a:gd name="connsiteX201" fmla="*/ 2737066 w 3886200"/>
              <a:gd name="connsiteY201" fmla="*/ 3328466 h 3670596"/>
              <a:gd name="connsiteX202" fmla="*/ 2737120 w 3886200"/>
              <a:gd name="connsiteY202" fmla="*/ 3328750 h 3670596"/>
              <a:gd name="connsiteX203" fmla="*/ 2736882 w 3886200"/>
              <a:gd name="connsiteY203" fmla="*/ 3327493 h 3670596"/>
              <a:gd name="connsiteX204" fmla="*/ 2737054 w 3886200"/>
              <a:gd name="connsiteY204" fmla="*/ 3328394 h 3670596"/>
              <a:gd name="connsiteX205" fmla="*/ 2737154 w 3886200"/>
              <a:gd name="connsiteY205" fmla="*/ 3328925 h 3670596"/>
              <a:gd name="connsiteX206" fmla="*/ 2737149 w 3886200"/>
              <a:gd name="connsiteY206" fmla="*/ 3328899 h 3670596"/>
              <a:gd name="connsiteX207" fmla="*/ 2737124 w 3886200"/>
              <a:gd name="connsiteY207" fmla="*/ 3328768 h 3670596"/>
              <a:gd name="connsiteX208" fmla="*/ 2737066 w 3886200"/>
              <a:gd name="connsiteY208" fmla="*/ 3328466 h 3670596"/>
              <a:gd name="connsiteX209" fmla="*/ 2736914 w 3886200"/>
              <a:gd name="connsiteY209" fmla="*/ 3327662 h 3670596"/>
              <a:gd name="connsiteX210" fmla="*/ 2736720 w 3886200"/>
              <a:gd name="connsiteY210" fmla="*/ 3326636 h 3670596"/>
              <a:gd name="connsiteX211" fmla="*/ 2736882 w 3886200"/>
              <a:gd name="connsiteY211" fmla="*/ 3327493 h 3670596"/>
              <a:gd name="connsiteX212" fmla="*/ 2736720 w 3886200"/>
              <a:gd name="connsiteY212" fmla="*/ 3326638 h 3670596"/>
              <a:gd name="connsiteX213" fmla="*/ 2736396 w 3886200"/>
              <a:gd name="connsiteY213" fmla="*/ 3324932 h 3670596"/>
              <a:gd name="connsiteX214" fmla="*/ 2736719 w 3886200"/>
              <a:gd name="connsiteY214" fmla="*/ 3326634 h 3670596"/>
              <a:gd name="connsiteX215" fmla="*/ 2736720 w 3886200"/>
              <a:gd name="connsiteY215" fmla="*/ 3326638 h 3670596"/>
              <a:gd name="connsiteX216" fmla="*/ 2736914 w 3886200"/>
              <a:gd name="connsiteY216" fmla="*/ 3327662 h 3670596"/>
              <a:gd name="connsiteX217" fmla="*/ 2737002 w 3886200"/>
              <a:gd name="connsiteY217" fmla="*/ 3328131 h 3670596"/>
              <a:gd name="connsiteX218" fmla="*/ 2681569 w 3886200"/>
              <a:gd name="connsiteY218" fmla="*/ 3323251 h 3670596"/>
              <a:gd name="connsiteX219" fmla="*/ 2684268 w 3886200"/>
              <a:gd name="connsiteY219" fmla="*/ 3328602 h 3670596"/>
              <a:gd name="connsiteX220" fmla="*/ 2736971 w 3886200"/>
              <a:gd name="connsiteY220" fmla="*/ 3433060 h 3670596"/>
              <a:gd name="connsiteX221" fmla="*/ 2768895 w 3886200"/>
              <a:gd name="connsiteY221" fmla="*/ 3496332 h 3670596"/>
              <a:gd name="connsiteX222" fmla="*/ 2768896 w 3886200"/>
              <a:gd name="connsiteY222" fmla="*/ 3496336 h 3670596"/>
              <a:gd name="connsiteX223" fmla="*/ 2769261 w 3886200"/>
              <a:gd name="connsiteY223" fmla="*/ 3511316 h 3670596"/>
              <a:gd name="connsiteX224" fmla="*/ 2763306 w 3886200"/>
              <a:gd name="connsiteY224" fmla="*/ 3511630 h 3670596"/>
              <a:gd name="connsiteX225" fmla="*/ 2751431 w 3886200"/>
              <a:gd name="connsiteY225" fmla="*/ 3499487 h 3670596"/>
              <a:gd name="connsiteX226" fmla="*/ 2729389 w 3886200"/>
              <a:gd name="connsiteY226" fmla="*/ 3472052 h 3670596"/>
              <a:gd name="connsiteX227" fmla="*/ 2698167 w 3886200"/>
              <a:gd name="connsiteY227" fmla="*/ 3401907 h 3670596"/>
              <a:gd name="connsiteX228" fmla="*/ 2679036 w 3886200"/>
              <a:gd name="connsiteY228" fmla="*/ 3334259 h 3670596"/>
              <a:gd name="connsiteX229" fmla="*/ 2735615 w 3886200"/>
              <a:gd name="connsiteY229" fmla="*/ 3320811 h 3670596"/>
              <a:gd name="connsiteX230" fmla="*/ 2736720 w 3886200"/>
              <a:gd name="connsiteY230" fmla="*/ 3326636 h 3670596"/>
              <a:gd name="connsiteX231" fmla="*/ 2736719 w 3886200"/>
              <a:gd name="connsiteY231" fmla="*/ 3326634 h 3670596"/>
              <a:gd name="connsiteX232" fmla="*/ 2734872 w 3886200"/>
              <a:gd name="connsiteY232" fmla="*/ 3316892 h 3670596"/>
              <a:gd name="connsiteX233" fmla="*/ 2735615 w 3886200"/>
              <a:gd name="connsiteY233" fmla="*/ 3320811 h 3670596"/>
              <a:gd name="connsiteX234" fmla="*/ 2735152 w 3886200"/>
              <a:gd name="connsiteY234" fmla="*/ 3318369 h 3670596"/>
              <a:gd name="connsiteX235" fmla="*/ 2672178 w 3886200"/>
              <a:gd name="connsiteY235" fmla="*/ 3304642 h 3670596"/>
              <a:gd name="connsiteX236" fmla="*/ 2673059 w 3886200"/>
              <a:gd name="connsiteY236" fmla="*/ 3306384 h 3670596"/>
              <a:gd name="connsiteX237" fmla="*/ 2678130 w 3886200"/>
              <a:gd name="connsiteY237" fmla="*/ 3331051 h 3670596"/>
              <a:gd name="connsiteX238" fmla="*/ 2679036 w 3886200"/>
              <a:gd name="connsiteY238" fmla="*/ 3334259 h 3670596"/>
              <a:gd name="connsiteX239" fmla="*/ 2678356 w 3886200"/>
              <a:gd name="connsiteY239" fmla="*/ 3337221 h 3670596"/>
              <a:gd name="connsiteX240" fmla="*/ 2673143 w 3886200"/>
              <a:gd name="connsiteY240" fmla="*/ 3309730 h 3670596"/>
              <a:gd name="connsiteX241" fmla="*/ 2732458 w 3886200"/>
              <a:gd name="connsiteY241" fmla="*/ 3304148 h 3670596"/>
              <a:gd name="connsiteX242" fmla="*/ 2732982 w 3886200"/>
              <a:gd name="connsiteY242" fmla="*/ 3306914 h 3670596"/>
              <a:gd name="connsiteX243" fmla="*/ 2734872 w 3886200"/>
              <a:gd name="connsiteY243" fmla="*/ 3316892 h 3670596"/>
              <a:gd name="connsiteX244" fmla="*/ 2732549 w 3886200"/>
              <a:gd name="connsiteY244" fmla="*/ 3304635 h 3670596"/>
              <a:gd name="connsiteX245" fmla="*/ 2732246 w 3886200"/>
              <a:gd name="connsiteY245" fmla="*/ 3303033 h 3670596"/>
              <a:gd name="connsiteX246" fmla="*/ 2732379 w 3886200"/>
              <a:gd name="connsiteY246" fmla="*/ 3303733 h 3670596"/>
              <a:gd name="connsiteX247" fmla="*/ 2732458 w 3886200"/>
              <a:gd name="connsiteY247" fmla="*/ 3304148 h 3670596"/>
              <a:gd name="connsiteX248" fmla="*/ 2272660 w 3886200"/>
              <a:gd name="connsiteY248" fmla="*/ 3302527 h 3670596"/>
              <a:gd name="connsiteX249" fmla="*/ 2275240 w 3886200"/>
              <a:gd name="connsiteY249" fmla="*/ 3305624 h 3670596"/>
              <a:gd name="connsiteX250" fmla="*/ 2320438 w 3886200"/>
              <a:gd name="connsiteY250" fmla="*/ 3359942 h 3670596"/>
              <a:gd name="connsiteX251" fmla="*/ 2275819 w 3886200"/>
              <a:gd name="connsiteY251" fmla="*/ 3308681 h 3670596"/>
              <a:gd name="connsiteX252" fmla="*/ 2731775 w 3886200"/>
              <a:gd name="connsiteY252" fmla="*/ 3300550 h 3670596"/>
              <a:gd name="connsiteX253" fmla="*/ 2731833 w 3886200"/>
              <a:gd name="connsiteY253" fmla="*/ 3300852 h 3670596"/>
              <a:gd name="connsiteX254" fmla="*/ 2732246 w 3886200"/>
              <a:gd name="connsiteY254" fmla="*/ 3303033 h 3670596"/>
              <a:gd name="connsiteX255" fmla="*/ 2732004 w 3886200"/>
              <a:gd name="connsiteY255" fmla="*/ 3301758 h 3670596"/>
              <a:gd name="connsiteX256" fmla="*/ 2731568 w 3886200"/>
              <a:gd name="connsiteY256" fmla="*/ 3299462 h 3670596"/>
              <a:gd name="connsiteX257" fmla="*/ 2731619 w 3886200"/>
              <a:gd name="connsiteY257" fmla="*/ 3299727 h 3670596"/>
              <a:gd name="connsiteX258" fmla="*/ 2731775 w 3886200"/>
              <a:gd name="connsiteY258" fmla="*/ 3300550 h 3670596"/>
              <a:gd name="connsiteX259" fmla="*/ 2731768 w 3886200"/>
              <a:gd name="connsiteY259" fmla="*/ 3300512 h 3670596"/>
              <a:gd name="connsiteX260" fmla="*/ 2731530 w 3886200"/>
              <a:gd name="connsiteY260" fmla="*/ 3299256 h 3670596"/>
              <a:gd name="connsiteX261" fmla="*/ 2731530 w 3886200"/>
              <a:gd name="connsiteY261" fmla="*/ 3299257 h 3670596"/>
              <a:gd name="connsiteX262" fmla="*/ 2731568 w 3886200"/>
              <a:gd name="connsiteY262" fmla="*/ 3299462 h 3670596"/>
              <a:gd name="connsiteX263" fmla="*/ 2731510 w 3886200"/>
              <a:gd name="connsiteY263" fmla="*/ 3299163 h 3670596"/>
              <a:gd name="connsiteX264" fmla="*/ 2731768 w 3886200"/>
              <a:gd name="connsiteY264" fmla="*/ 3300512 h 3670596"/>
              <a:gd name="connsiteX265" fmla="*/ 2732004 w 3886200"/>
              <a:gd name="connsiteY265" fmla="*/ 3301758 h 3670596"/>
              <a:gd name="connsiteX266" fmla="*/ 2732549 w 3886200"/>
              <a:gd name="connsiteY266" fmla="*/ 3304635 h 3670596"/>
              <a:gd name="connsiteX267" fmla="*/ 2733857 w 3886200"/>
              <a:gd name="connsiteY267" fmla="*/ 3311543 h 3670596"/>
              <a:gd name="connsiteX268" fmla="*/ 2735152 w 3886200"/>
              <a:gd name="connsiteY268" fmla="*/ 3318369 h 3670596"/>
              <a:gd name="connsiteX269" fmla="*/ 2736396 w 3886200"/>
              <a:gd name="connsiteY269" fmla="*/ 3324932 h 3670596"/>
              <a:gd name="connsiteX270" fmla="*/ 2735690 w 3886200"/>
              <a:gd name="connsiteY270" fmla="*/ 3321215 h 3670596"/>
              <a:gd name="connsiteX271" fmla="*/ 2731485 w 3886200"/>
              <a:gd name="connsiteY271" fmla="*/ 3299019 h 3670596"/>
              <a:gd name="connsiteX272" fmla="*/ 2731833 w 3886200"/>
              <a:gd name="connsiteY272" fmla="*/ 3300852 h 3670596"/>
              <a:gd name="connsiteX273" fmla="*/ 2731619 w 3886200"/>
              <a:gd name="connsiteY273" fmla="*/ 3299727 h 3670596"/>
              <a:gd name="connsiteX274" fmla="*/ 2731530 w 3886200"/>
              <a:gd name="connsiteY274" fmla="*/ 3299257 h 3670596"/>
              <a:gd name="connsiteX275" fmla="*/ 2731482 w 3886200"/>
              <a:gd name="connsiteY275" fmla="*/ 3299004 h 3670596"/>
              <a:gd name="connsiteX276" fmla="*/ 2731485 w 3886200"/>
              <a:gd name="connsiteY276" fmla="*/ 3299017 h 3670596"/>
              <a:gd name="connsiteX277" fmla="*/ 2731530 w 3886200"/>
              <a:gd name="connsiteY277" fmla="*/ 3299256 h 3670596"/>
              <a:gd name="connsiteX278" fmla="*/ 2731487 w 3886200"/>
              <a:gd name="connsiteY278" fmla="*/ 3299030 h 3670596"/>
              <a:gd name="connsiteX279" fmla="*/ 2731476 w 3886200"/>
              <a:gd name="connsiteY279" fmla="*/ 3298973 h 3670596"/>
              <a:gd name="connsiteX280" fmla="*/ 2731485 w 3886200"/>
              <a:gd name="connsiteY280" fmla="*/ 3299019 h 3670596"/>
              <a:gd name="connsiteX281" fmla="*/ 2731485 w 3886200"/>
              <a:gd name="connsiteY281" fmla="*/ 3299017 h 3670596"/>
              <a:gd name="connsiteX282" fmla="*/ 2731482 w 3886200"/>
              <a:gd name="connsiteY282" fmla="*/ 3299002 h 3670596"/>
              <a:gd name="connsiteX283" fmla="*/ 2731475 w 3886200"/>
              <a:gd name="connsiteY283" fmla="*/ 3298968 h 3670596"/>
              <a:gd name="connsiteX284" fmla="*/ 2731475 w 3886200"/>
              <a:gd name="connsiteY284" fmla="*/ 3298969 h 3670596"/>
              <a:gd name="connsiteX285" fmla="*/ 2731482 w 3886200"/>
              <a:gd name="connsiteY285" fmla="*/ 3299002 h 3670596"/>
              <a:gd name="connsiteX286" fmla="*/ 2731482 w 3886200"/>
              <a:gd name="connsiteY286" fmla="*/ 3299004 h 3670596"/>
              <a:gd name="connsiteX287" fmla="*/ 2731470 w 3886200"/>
              <a:gd name="connsiteY287" fmla="*/ 3298939 h 3670596"/>
              <a:gd name="connsiteX288" fmla="*/ 2731471 w 3886200"/>
              <a:gd name="connsiteY288" fmla="*/ 3298944 h 3670596"/>
              <a:gd name="connsiteX289" fmla="*/ 2731475 w 3886200"/>
              <a:gd name="connsiteY289" fmla="*/ 3298968 h 3670596"/>
              <a:gd name="connsiteX290" fmla="*/ 2731471 w 3886200"/>
              <a:gd name="connsiteY290" fmla="*/ 3298949 h 3670596"/>
              <a:gd name="connsiteX291" fmla="*/ 2731470 w 3886200"/>
              <a:gd name="connsiteY291" fmla="*/ 3298938 h 3670596"/>
              <a:gd name="connsiteX292" fmla="*/ 2731470 w 3886200"/>
              <a:gd name="connsiteY292" fmla="*/ 3298939 h 3670596"/>
              <a:gd name="connsiteX293" fmla="*/ 2731470 w 3886200"/>
              <a:gd name="connsiteY293" fmla="*/ 3298939 h 3670596"/>
              <a:gd name="connsiteX294" fmla="*/ 2731438 w 3886200"/>
              <a:gd name="connsiteY294" fmla="*/ 3298771 h 3670596"/>
              <a:gd name="connsiteX295" fmla="*/ 2731470 w 3886200"/>
              <a:gd name="connsiteY295" fmla="*/ 3298938 h 3670596"/>
              <a:gd name="connsiteX296" fmla="*/ 2731455 w 3886200"/>
              <a:gd name="connsiteY296" fmla="*/ 3298864 h 3670596"/>
              <a:gd name="connsiteX297" fmla="*/ 2731436 w 3886200"/>
              <a:gd name="connsiteY297" fmla="*/ 3298760 h 3670596"/>
              <a:gd name="connsiteX298" fmla="*/ 2731476 w 3886200"/>
              <a:gd name="connsiteY298" fmla="*/ 3298973 h 3670596"/>
              <a:gd name="connsiteX299" fmla="*/ 2731475 w 3886200"/>
              <a:gd name="connsiteY299" fmla="*/ 3298969 h 3670596"/>
              <a:gd name="connsiteX300" fmla="*/ 2731471 w 3886200"/>
              <a:gd name="connsiteY300" fmla="*/ 3298944 h 3670596"/>
              <a:gd name="connsiteX301" fmla="*/ 2731470 w 3886200"/>
              <a:gd name="connsiteY301" fmla="*/ 3298939 h 3670596"/>
              <a:gd name="connsiteX302" fmla="*/ 2731404 w 3886200"/>
              <a:gd name="connsiteY302" fmla="*/ 3298592 h 3670596"/>
              <a:gd name="connsiteX303" fmla="*/ 2731416 w 3886200"/>
              <a:gd name="connsiteY303" fmla="*/ 3298654 h 3670596"/>
              <a:gd name="connsiteX304" fmla="*/ 2731438 w 3886200"/>
              <a:gd name="connsiteY304" fmla="*/ 3298771 h 3670596"/>
              <a:gd name="connsiteX305" fmla="*/ 2731432 w 3886200"/>
              <a:gd name="connsiteY305" fmla="*/ 3298740 h 3670596"/>
              <a:gd name="connsiteX306" fmla="*/ 2731361 w 3886200"/>
              <a:gd name="connsiteY306" fmla="*/ 3298363 h 3670596"/>
              <a:gd name="connsiteX307" fmla="*/ 2731436 w 3886200"/>
              <a:gd name="connsiteY307" fmla="*/ 3298760 h 3670596"/>
              <a:gd name="connsiteX308" fmla="*/ 2731416 w 3886200"/>
              <a:gd name="connsiteY308" fmla="*/ 3298654 h 3670596"/>
              <a:gd name="connsiteX309" fmla="*/ 2731398 w 3886200"/>
              <a:gd name="connsiteY309" fmla="*/ 3298558 h 3670596"/>
              <a:gd name="connsiteX310" fmla="*/ 2669648 w 3886200"/>
              <a:gd name="connsiteY310" fmla="*/ 3291290 h 3670596"/>
              <a:gd name="connsiteX311" fmla="*/ 2672180 w 3886200"/>
              <a:gd name="connsiteY311" fmla="*/ 3304641 h 3670596"/>
              <a:gd name="connsiteX312" fmla="*/ 2672178 w 3886200"/>
              <a:gd name="connsiteY312" fmla="*/ 3304642 h 3670596"/>
              <a:gd name="connsiteX313" fmla="*/ 2314768 w 3886200"/>
              <a:gd name="connsiteY313" fmla="*/ 3290236 h 3670596"/>
              <a:gd name="connsiteX314" fmla="*/ 2322995 w 3886200"/>
              <a:gd name="connsiteY314" fmla="*/ 3291767 h 3670596"/>
              <a:gd name="connsiteX315" fmla="*/ 2333958 w 3886200"/>
              <a:gd name="connsiteY315" fmla="*/ 3301897 h 3670596"/>
              <a:gd name="connsiteX316" fmla="*/ 2380091 w 3886200"/>
              <a:gd name="connsiteY316" fmla="*/ 3356154 h 3670596"/>
              <a:gd name="connsiteX317" fmla="*/ 2314259 w 3886200"/>
              <a:gd name="connsiteY317" fmla="*/ 3327362 h 3670596"/>
              <a:gd name="connsiteX318" fmla="*/ 2314768 w 3886200"/>
              <a:gd name="connsiteY318" fmla="*/ 3290236 h 3670596"/>
              <a:gd name="connsiteX319" fmla="*/ 2729722 w 3886200"/>
              <a:gd name="connsiteY319" fmla="*/ 3289723 h 3670596"/>
              <a:gd name="connsiteX320" fmla="*/ 2730887 w 3886200"/>
              <a:gd name="connsiteY320" fmla="*/ 3295865 h 3670596"/>
              <a:gd name="connsiteX321" fmla="*/ 2731361 w 3886200"/>
              <a:gd name="connsiteY321" fmla="*/ 3298363 h 3670596"/>
              <a:gd name="connsiteX322" fmla="*/ 2730677 w 3886200"/>
              <a:gd name="connsiteY322" fmla="*/ 3294763 h 3670596"/>
              <a:gd name="connsiteX323" fmla="*/ 2668799 w 3886200"/>
              <a:gd name="connsiteY323" fmla="*/ 3286818 h 3670596"/>
              <a:gd name="connsiteX324" fmla="*/ 2668800 w 3886200"/>
              <a:gd name="connsiteY324" fmla="*/ 3286821 h 3670596"/>
              <a:gd name="connsiteX325" fmla="*/ 2669648 w 3886200"/>
              <a:gd name="connsiteY325" fmla="*/ 3291290 h 3670596"/>
              <a:gd name="connsiteX326" fmla="*/ 2668738 w 3886200"/>
              <a:gd name="connsiteY326" fmla="*/ 3286493 h 3670596"/>
              <a:gd name="connsiteX327" fmla="*/ 2668801 w 3886200"/>
              <a:gd name="connsiteY327" fmla="*/ 3286823 h 3670596"/>
              <a:gd name="connsiteX328" fmla="*/ 2668800 w 3886200"/>
              <a:gd name="connsiteY328" fmla="*/ 3286821 h 3670596"/>
              <a:gd name="connsiteX329" fmla="*/ 2668760 w 3886200"/>
              <a:gd name="connsiteY329" fmla="*/ 3286609 h 3670596"/>
              <a:gd name="connsiteX330" fmla="*/ 2668579 w 3886200"/>
              <a:gd name="connsiteY330" fmla="*/ 3285652 h 3670596"/>
              <a:gd name="connsiteX331" fmla="*/ 2668705 w 3886200"/>
              <a:gd name="connsiteY331" fmla="*/ 3286313 h 3670596"/>
              <a:gd name="connsiteX332" fmla="*/ 2668738 w 3886200"/>
              <a:gd name="connsiteY332" fmla="*/ 3286493 h 3670596"/>
              <a:gd name="connsiteX333" fmla="*/ 2668590 w 3886200"/>
              <a:gd name="connsiteY333" fmla="*/ 3285713 h 3670596"/>
              <a:gd name="connsiteX334" fmla="*/ 2668568 w 3886200"/>
              <a:gd name="connsiteY334" fmla="*/ 3285598 h 3670596"/>
              <a:gd name="connsiteX335" fmla="*/ 2668590 w 3886200"/>
              <a:gd name="connsiteY335" fmla="*/ 3285713 h 3670596"/>
              <a:gd name="connsiteX336" fmla="*/ 2668760 w 3886200"/>
              <a:gd name="connsiteY336" fmla="*/ 3286609 h 3670596"/>
              <a:gd name="connsiteX337" fmla="*/ 2668799 w 3886200"/>
              <a:gd name="connsiteY337" fmla="*/ 3286818 h 3670596"/>
              <a:gd name="connsiteX338" fmla="*/ 2668567 w 3886200"/>
              <a:gd name="connsiteY338" fmla="*/ 3285591 h 3670596"/>
              <a:gd name="connsiteX339" fmla="*/ 2668579 w 3886200"/>
              <a:gd name="connsiteY339" fmla="*/ 3285652 h 3670596"/>
              <a:gd name="connsiteX340" fmla="*/ 2668568 w 3886200"/>
              <a:gd name="connsiteY340" fmla="*/ 3285595 h 3670596"/>
              <a:gd name="connsiteX341" fmla="*/ 2668548 w 3886200"/>
              <a:gd name="connsiteY341" fmla="*/ 3285489 h 3670596"/>
              <a:gd name="connsiteX342" fmla="*/ 2668567 w 3886200"/>
              <a:gd name="connsiteY342" fmla="*/ 3285591 h 3670596"/>
              <a:gd name="connsiteX343" fmla="*/ 2668560 w 3886200"/>
              <a:gd name="connsiteY343" fmla="*/ 3285553 h 3670596"/>
              <a:gd name="connsiteX344" fmla="*/ 2668508 w 3886200"/>
              <a:gd name="connsiteY344" fmla="*/ 3285285 h 3670596"/>
              <a:gd name="connsiteX345" fmla="*/ 2668521 w 3886200"/>
              <a:gd name="connsiteY345" fmla="*/ 3285349 h 3670596"/>
              <a:gd name="connsiteX346" fmla="*/ 2668560 w 3886200"/>
              <a:gd name="connsiteY346" fmla="*/ 3285553 h 3670596"/>
              <a:gd name="connsiteX347" fmla="*/ 2668568 w 3886200"/>
              <a:gd name="connsiteY347" fmla="*/ 3285595 h 3670596"/>
              <a:gd name="connsiteX348" fmla="*/ 2668568 w 3886200"/>
              <a:gd name="connsiteY348" fmla="*/ 3285598 h 3670596"/>
              <a:gd name="connsiteX349" fmla="*/ 2668475 w 3886200"/>
              <a:gd name="connsiteY349" fmla="*/ 3285113 h 3670596"/>
              <a:gd name="connsiteX350" fmla="*/ 2668483 w 3886200"/>
              <a:gd name="connsiteY350" fmla="*/ 3285155 h 3670596"/>
              <a:gd name="connsiteX351" fmla="*/ 2668508 w 3886200"/>
              <a:gd name="connsiteY351" fmla="*/ 3285285 h 3670596"/>
              <a:gd name="connsiteX352" fmla="*/ 2668414 w 3886200"/>
              <a:gd name="connsiteY352" fmla="*/ 3284800 h 3670596"/>
              <a:gd name="connsiteX353" fmla="*/ 2668458 w 3886200"/>
              <a:gd name="connsiteY353" fmla="*/ 3285024 h 3670596"/>
              <a:gd name="connsiteX354" fmla="*/ 2668475 w 3886200"/>
              <a:gd name="connsiteY354" fmla="*/ 3285113 h 3670596"/>
              <a:gd name="connsiteX355" fmla="*/ 2728693 w 3886200"/>
              <a:gd name="connsiteY355" fmla="*/ 3284298 h 3670596"/>
              <a:gd name="connsiteX356" fmla="*/ 2729722 w 3886200"/>
              <a:gd name="connsiteY356" fmla="*/ 3289723 h 3670596"/>
              <a:gd name="connsiteX357" fmla="*/ 2729291 w 3886200"/>
              <a:gd name="connsiteY357" fmla="*/ 3287448 h 3670596"/>
              <a:gd name="connsiteX358" fmla="*/ 2728721 w 3886200"/>
              <a:gd name="connsiteY358" fmla="*/ 3284444 h 3670596"/>
              <a:gd name="connsiteX359" fmla="*/ 2727531 w 3886200"/>
              <a:gd name="connsiteY359" fmla="*/ 3278176 h 3670596"/>
              <a:gd name="connsiteX360" fmla="*/ 2728075 w 3886200"/>
              <a:gd name="connsiteY360" fmla="*/ 3281040 h 3670596"/>
              <a:gd name="connsiteX361" fmla="*/ 2728721 w 3886200"/>
              <a:gd name="connsiteY361" fmla="*/ 3284444 h 3670596"/>
              <a:gd name="connsiteX362" fmla="*/ 2728743 w 3886200"/>
              <a:gd name="connsiteY362" fmla="*/ 3284562 h 3670596"/>
              <a:gd name="connsiteX363" fmla="*/ 2729291 w 3886200"/>
              <a:gd name="connsiteY363" fmla="*/ 3287448 h 3670596"/>
              <a:gd name="connsiteX364" fmla="*/ 2730677 w 3886200"/>
              <a:gd name="connsiteY364" fmla="*/ 3294763 h 3670596"/>
              <a:gd name="connsiteX365" fmla="*/ 2731398 w 3886200"/>
              <a:gd name="connsiteY365" fmla="*/ 3298558 h 3670596"/>
              <a:gd name="connsiteX366" fmla="*/ 2731404 w 3886200"/>
              <a:gd name="connsiteY366" fmla="*/ 3298592 h 3670596"/>
              <a:gd name="connsiteX367" fmla="*/ 2731156 w 3886200"/>
              <a:gd name="connsiteY367" fmla="*/ 3297289 h 3670596"/>
              <a:gd name="connsiteX368" fmla="*/ 2731432 w 3886200"/>
              <a:gd name="connsiteY368" fmla="*/ 3298740 h 3670596"/>
              <a:gd name="connsiteX369" fmla="*/ 2731455 w 3886200"/>
              <a:gd name="connsiteY369" fmla="*/ 3298864 h 3670596"/>
              <a:gd name="connsiteX370" fmla="*/ 2731471 w 3886200"/>
              <a:gd name="connsiteY370" fmla="*/ 3298949 h 3670596"/>
              <a:gd name="connsiteX371" fmla="*/ 2731487 w 3886200"/>
              <a:gd name="connsiteY371" fmla="*/ 3299030 h 3670596"/>
              <a:gd name="connsiteX372" fmla="*/ 2731510 w 3886200"/>
              <a:gd name="connsiteY372" fmla="*/ 3299163 h 3670596"/>
              <a:gd name="connsiteX373" fmla="*/ 2546203 w 3886200"/>
              <a:gd name="connsiteY373" fmla="*/ 3277039 h 3670596"/>
              <a:gd name="connsiteX374" fmla="*/ 2546332 w 3886200"/>
              <a:gd name="connsiteY374" fmla="*/ 3277714 h 3670596"/>
              <a:gd name="connsiteX375" fmla="*/ 2546695 w 3886200"/>
              <a:gd name="connsiteY375" fmla="*/ 3279633 h 3670596"/>
              <a:gd name="connsiteX376" fmla="*/ 2726561 w 3886200"/>
              <a:gd name="connsiteY376" fmla="*/ 3273060 h 3670596"/>
              <a:gd name="connsiteX377" fmla="*/ 2726607 w 3886200"/>
              <a:gd name="connsiteY377" fmla="*/ 3273299 h 3670596"/>
              <a:gd name="connsiteX378" fmla="*/ 2727531 w 3886200"/>
              <a:gd name="connsiteY378" fmla="*/ 3278176 h 3670596"/>
              <a:gd name="connsiteX379" fmla="*/ 2726534 w 3886200"/>
              <a:gd name="connsiteY379" fmla="*/ 3272921 h 3670596"/>
              <a:gd name="connsiteX380" fmla="*/ 2726547 w 3886200"/>
              <a:gd name="connsiteY380" fmla="*/ 3272988 h 3670596"/>
              <a:gd name="connsiteX381" fmla="*/ 2726561 w 3886200"/>
              <a:gd name="connsiteY381" fmla="*/ 3273060 h 3670596"/>
              <a:gd name="connsiteX382" fmla="*/ 2726455 w 3886200"/>
              <a:gd name="connsiteY382" fmla="*/ 3272500 h 3670596"/>
              <a:gd name="connsiteX383" fmla="*/ 2726460 w 3886200"/>
              <a:gd name="connsiteY383" fmla="*/ 3272524 h 3670596"/>
              <a:gd name="connsiteX384" fmla="*/ 2726619 w 3886200"/>
              <a:gd name="connsiteY384" fmla="*/ 3273363 h 3670596"/>
              <a:gd name="connsiteX385" fmla="*/ 2726505 w 3886200"/>
              <a:gd name="connsiteY385" fmla="*/ 3272758 h 3670596"/>
              <a:gd name="connsiteX386" fmla="*/ 2727698 w 3886200"/>
              <a:gd name="connsiteY386" fmla="*/ 3279041 h 3670596"/>
              <a:gd name="connsiteX387" fmla="*/ 2728693 w 3886200"/>
              <a:gd name="connsiteY387" fmla="*/ 3284298 h 3670596"/>
              <a:gd name="connsiteX388" fmla="*/ 2728075 w 3886200"/>
              <a:gd name="connsiteY388" fmla="*/ 3281040 h 3670596"/>
              <a:gd name="connsiteX389" fmla="*/ 2726607 w 3886200"/>
              <a:gd name="connsiteY389" fmla="*/ 3273299 h 3670596"/>
              <a:gd name="connsiteX390" fmla="*/ 2726547 w 3886200"/>
              <a:gd name="connsiteY390" fmla="*/ 3272988 h 3670596"/>
              <a:gd name="connsiteX391" fmla="*/ 2726447 w 3886200"/>
              <a:gd name="connsiteY391" fmla="*/ 3272458 h 3670596"/>
              <a:gd name="connsiteX392" fmla="*/ 2726453 w 3886200"/>
              <a:gd name="connsiteY392" fmla="*/ 3272485 h 3670596"/>
              <a:gd name="connsiteX393" fmla="*/ 2726455 w 3886200"/>
              <a:gd name="connsiteY393" fmla="*/ 3272500 h 3670596"/>
              <a:gd name="connsiteX394" fmla="*/ 2726429 w 3886200"/>
              <a:gd name="connsiteY394" fmla="*/ 3272361 h 3670596"/>
              <a:gd name="connsiteX395" fmla="*/ 2726440 w 3886200"/>
              <a:gd name="connsiteY395" fmla="*/ 3272418 h 3670596"/>
              <a:gd name="connsiteX396" fmla="*/ 2726447 w 3886200"/>
              <a:gd name="connsiteY396" fmla="*/ 3272458 h 3670596"/>
              <a:gd name="connsiteX397" fmla="*/ 2726422 w 3886200"/>
              <a:gd name="connsiteY397" fmla="*/ 3272327 h 3670596"/>
              <a:gd name="connsiteX398" fmla="*/ 2726498 w 3886200"/>
              <a:gd name="connsiteY398" fmla="*/ 3272726 h 3670596"/>
              <a:gd name="connsiteX399" fmla="*/ 2726534 w 3886200"/>
              <a:gd name="connsiteY399" fmla="*/ 3272921 h 3670596"/>
              <a:gd name="connsiteX400" fmla="*/ 2666001 w 3886200"/>
              <a:gd name="connsiteY400" fmla="*/ 3272060 h 3670596"/>
              <a:gd name="connsiteX401" fmla="*/ 2668548 w 3886200"/>
              <a:gd name="connsiteY401" fmla="*/ 3285489 h 3670596"/>
              <a:gd name="connsiteX402" fmla="*/ 2668521 w 3886200"/>
              <a:gd name="connsiteY402" fmla="*/ 3285349 h 3670596"/>
              <a:gd name="connsiteX403" fmla="*/ 2668483 w 3886200"/>
              <a:gd name="connsiteY403" fmla="*/ 3285155 h 3670596"/>
              <a:gd name="connsiteX404" fmla="*/ 2668458 w 3886200"/>
              <a:gd name="connsiteY404" fmla="*/ 3285024 h 3670596"/>
              <a:gd name="connsiteX405" fmla="*/ 2726352 w 3886200"/>
              <a:gd name="connsiteY405" fmla="*/ 3271961 h 3670596"/>
              <a:gd name="connsiteX406" fmla="*/ 2726429 w 3886200"/>
              <a:gd name="connsiteY406" fmla="*/ 3272361 h 3670596"/>
              <a:gd name="connsiteX407" fmla="*/ 2726392 w 3886200"/>
              <a:gd name="connsiteY407" fmla="*/ 3272172 h 3670596"/>
              <a:gd name="connsiteX408" fmla="*/ 2726351 w 3886200"/>
              <a:gd name="connsiteY408" fmla="*/ 3271947 h 3670596"/>
              <a:gd name="connsiteX409" fmla="*/ 2726505 w 3886200"/>
              <a:gd name="connsiteY409" fmla="*/ 3272758 h 3670596"/>
              <a:gd name="connsiteX410" fmla="*/ 2726460 w 3886200"/>
              <a:gd name="connsiteY410" fmla="*/ 3272524 h 3670596"/>
              <a:gd name="connsiteX411" fmla="*/ 2726453 w 3886200"/>
              <a:gd name="connsiteY411" fmla="*/ 3272485 h 3670596"/>
              <a:gd name="connsiteX412" fmla="*/ 2726440 w 3886200"/>
              <a:gd name="connsiteY412" fmla="*/ 3272418 h 3670596"/>
              <a:gd name="connsiteX413" fmla="*/ 2726336 w 3886200"/>
              <a:gd name="connsiteY413" fmla="*/ 3271877 h 3670596"/>
              <a:gd name="connsiteX414" fmla="*/ 2726392 w 3886200"/>
              <a:gd name="connsiteY414" fmla="*/ 3272172 h 3670596"/>
              <a:gd name="connsiteX415" fmla="*/ 2726422 w 3886200"/>
              <a:gd name="connsiteY415" fmla="*/ 3272327 h 3670596"/>
              <a:gd name="connsiteX416" fmla="*/ 2726324 w 3886200"/>
              <a:gd name="connsiteY416" fmla="*/ 3271812 h 3670596"/>
              <a:gd name="connsiteX417" fmla="*/ 2726352 w 3886200"/>
              <a:gd name="connsiteY417" fmla="*/ 3271961 h 3670596"/>
              <a:gd name="connsiteX418" fmla="*/ 2726328 w 3886200"/>
              <a:gd name="connsiteY418" fmla="*/ 3271835 h 3670596"/>
              <a:gd name="connsiteX419" fmla="*/ 2726318 w 3886200"/>
              <a:gd name="connsiteY419" fmla="*/ 3271777 h 3670596"/>
              <a:gd name="connsiteX420" fmla="*/ 2726324 w 3886200"/>
              <a:gd name="connsiteY420" fmla="*/ 3271812 h 3670596"/>
              <a:gd name="connsiteX421" fmla="*/ 2726320 w 3886200"/>
              <a:gd name="connsiteY421" fmla="*/ 3271793 h 3670596"/>
              <a:gd name="connsiteX422" fmla="*/ 2726311 w 3886200"/>
              <a:gd name="connsiteY422" fmla="*/ 3271745 h 3670596"/>
              <a:gd name="connsiteX423" fmla="*/ 2726317 w 3886200"/>
              <a:gd name="connsiteY423" fmla="*/ 3271774 h 3670596"/>
              <a:gd name="connsiteX424" fmla="*/ 2726320 w 3886200"/>
              <a:gd name="connsiteY424" fmla="*/ 3271793 h 3670596"/>
              <a:gd name="connsiteX425" fmla="*/ 2726328 w 3886200"/>
              <a:gd name="connsiteY425" fmla="*/ 3271835 h 3670596"/>
              <a:gd name="connsiteX426" fmla="*/ 2726336 w 3886200"/>
              <a:gd name="connsiteY426" fmla="*/ 3271877 h 3670596"/>
              <a:gd name="connsiteX427" fmla="*/ 2726289 w 3886200"/>
              <a:gd name="connsiteY427" fmla="*/ 3271626 h 3670596"/>
              <a:gd name="connsiteX428" fmla="*/ 2726307 w 3886200"/>
              <a:gd name="connsiteY428" fmla="*/ 3271721 h 3670596"/>
              <a:gd name="connsiteX429" fmla="*/ 2726311 w 3886200"/>
              <a:gd name="connsiteY429" fmla="*/ 3271745 h 3670596"/>
              <a:gd name="connsiteX430" fmla="*/ 2726286 w 3886200"/>
              <a:gd name="connsiteY430" fmla="*/ 3271603 h 3670596"/>
              <a:gd name="connsiteX431" fmla="*/ 2726305 w 3886200"/>
              <a:gd name="connsiteY431" fmla="*/ 3271704 h 3670596"/>
              <a:gd name="connsiteX432" fmla="*/ 2726351 w 3886200"/>
              <a:gd name="connsiteY432" fmla="*/ 3271947 h 3670596"/>
              <a:gd name="connsiteX433" fmla="*/ 2726290 w 3886200"/>
              <a:gd name="connsiteY433" fmla="*/ 3271625 h 3670596"/>
              <a:gd name="connsiteX434" fmla="*/ 2726242 w 3886200"/>
              <a:gd name="connsiteY434" fmla="*/ 3271368 h 3670596"/>
              <a:gd name="connsiteX435" fmla="*/ 2726290 w 3886200"/>
              <a:gd name="connsiteY435" fmla="*/ 3271625 h 3670596"/>
              <a:gd name="connsiteX436" fmla="*/ 2726318 w 3886200"/>
              <a:gd name="connsiteY436" fmla="*/ 3271777 h 3670596"/>
              <a:gd name="connsiteX437" fmla="*/ 2726317 w 3886200"/>
              <a:gd name="connsiteY437" fmla="*/ 3271774 h 3670596"/>
              <a:gd name="connsiteX438" fmla="*/ 2726307 w 3886200"/>
              <a:gd name="connsiteY438" fmla="*/ 3271721 h 3670596"/>
              <a:gd name="connsiteX439" fmla="*/ 2726268 w 3886200"/>
              <a:gd name="connsiteY439" fmla="*/ 3271510 h 3670596"/>
              <a:gd name="connsiteX440" fmla="*/ 2726217 w 3886200"/>
              <a:gd name="connsiteY440" fmla="*/ 3271236 h 3670596"/>
              <a:gd name="connsiteX441" fmla="*/ 2726238 w 3886200"/>
              <a:gd name="connsiteY441" fmla="*/ 3271348 h 3670596"/>
              <a:gd name="connsiteX442" fmla="*/ 2726242 w 3886200"/>
              <a:gd name="connsiteY442" fmla="*/ 3271368 h 3670596"/>
              <a:gd name="connsiteX443" fmla="*/ 2726217 w 3886200"/>
              <a:gd name="connsiteY443" fmla="*/ 3271237 h 3670596"/>
              <a:gd name="connsiteX444" fmla="*/ 2726211 w 3886200"/>
              <a:gd name="connsiteY444" fmla="*/ 3271207 h 3670596"/>
              <a:gd name="connsiteX445" fmla="*/ 2726215 w 3886200"/>
              <a:gd name="connsiteY445" fmla="*/ 3271225 h 3670596"/>
              <a:gd name="connsiteX446" fmla="*/ 2726217 w 3886200"/>
              <a:gd name="connsiteY446" fmla="*/ 3271236 h 3670596"/>
              <a:gd name="connsiteX447" fmla="*/ 2726212 w 3886200"/>
              <a:gd name="connsiteY447" fmla="*/ 3271213 h 3670596"/>
              <a:gd name="connsiteX448" fmla="*/ 2726208 w 3886200"/>
              <a:gd name="connsiteY448" fmla="*/ 3271189 h 3670596"/>
              <a:gd name="connsiteX449" fmla="*/ 2726208 w 3886200"/>
              <a:gd name="connsiteY449" fmla="*/ 3271189 h 3670596"/>
              <a:gd name="connsiteX450" fmla="*/ 2726211 w 3886200"/>
              <a:gd name="connsiteY450" fmla="*/ 3271207 h 3670596"/>
              <a:gd name="connsiteX451" fmla="*/ 2726211 w 3886200"/>
              <a:gd name="connsiteY451" fmla="*/ 3271206 h 3670596"/>
              <a:gd name="connsiteX452" fmla="*/ 2726186 w 3886200"/>
              <a:gd name="connsiteY452" fmla="*/ 3271072 h 3670596"/>
              <a:gd name="connsiteX453" fmla="*/ 2726208 w 3886200"/>
              <a:gd name="connsiteY453" fmla="*/ 3271186 h 3670596"/>
              <a:gd name="connsiteX454" fmla="*/ 2726208 w 3886200"/>
              <a:gd name="connsiteY454" fmla="*/ 3271189 h 3670596"/>
              <a:gd name="connsiteX455" fmla="*/ 2726197 w 3886200"/>
              <a:gd name="connsiteY455" fmla="*/ 3271132 h 3670596"/>
              <a:gd name="connsiteX456" fmla="*/ 2726182 w 3886200"/>
              <a:gd name="connsiteY456" fmla="*/ 3271049 h 3670596"/>
              <a:gd name="connsiteX457" fmla="*/ 2726182 w 3886200"/>
              <a:gd name="connsiteY457" fmla="*/ 3271052 h 3670596"/>
              <a:gd name="connsiteX458" fmla="*/ 2726186 w 3886200"/>
              <a:gd name="connsiteY458" fmla="*/ 3271072 h 3670596"/>
              <a:gd name="connsiteX459" fmla="*/ 2726169 w 3886200"/>
              <a:gd name="connsiteY459" fmla="*/ 3270985 h 3670596"/>
              <a:gd name="connsiteX460" fmla="*/ 2726179 w 3886200"/>
              <a:gd name="connsiteY460" fmla="*/ 3271035 h 3670596"/>
              <a:gd name="connsiteX461" fmla="*/ 2726182 w 3886200"/>
              <a:gd name="connsiteY461" fmla="*/ 3271049 h 3670596"/>
              <a:gd name="connsiteX462" fmla="*/ 2726178 w 3886200"/>
              <a:gd name="connsiteY462" fmla="*/ 3271031 h 3670596"/>
              <a:gd name="connsiteX463" fmla="*/ 2726150 w 3886200"/>
              <a:gd name="connsiteY463" fmla="*/ 3270885 h 3670596"/>
              <a:gd name="connsiteX464" fmla="*/ 2726160 w 3886200"/>
              <a:gd name="connsiteY464" fmla="*/ 3270937 h 3670596"/>
              <a:gd name="connsiteX465" fmla="*/ 2726169 w 3886200"/>
              <a:gd name="connsiteY465" fmla="*/ 3270985 h 3670596"/>
              <a:gd name="connsiteX466" fmla="*/ 2628704 w 3886200"/>
              <a:gd name="connsiteY466" fmla="*/ 3270716 h 3670596"/>
              <a:gd name="connsiteX467" fmla="*/ 2637720 w 3886200"/>
              <a:gd name="connsiteY467" fmla="*/ 3282099 h 3670596"/>
              <a:gd name="connsiteX468" fmla="*/ 2690709 w 3886200"/>
              <a:gd name="connsiteY468" fmla="*/ 3402381 h 3670596"/>
              <a:gd name="connsiteX469" fmla="*/ 2638367 w 3886200"/>
              <a:gd name="connsiteY469" fmla="*/ 3310391 h 3670596"/>
              <a:gd name="connsiteX470" fmla="*/ 2638165 w 3886200"/>
              <a:gd name="connsiteY470" fmla="*/ 3310038 h 3670596"/>
              <a:gd name="connsiteX471" fmla="*/ 2638271 w 3886200"/>
              <a:gd name="connsiteY471" fmla="*/ 3309883 h 3670596"/>
              <a:gd name="connsiteX472" fmla="*/ 2726068 w 3886200"/>
              <a:gd name="connsiteY472" fmla="*/ 3270454 h 3670596"/>
              <a:gd name="connsiteX473" fmla="*/ 2726129 w 3886200"/>
              <a:gd name="connsiteY473" fmla="*/ 3270775 h 3670596"/>
              <a:gd name="connsiteX474" fmla="*/ 2726178 w 3886200"/>
              <a:gd name="connsiteY474" fmla="*/ 3271031 h 3670596"/>
              <a:gd name="connsiteX475" fmla="*/ 2726197 w 3886200"/>
              <a:gd name="connsiteY475" fmla="*/ 3271132 h 3670596"/>
              <a:gd name="connsiteX476" fmla="*/ 2726211 w 3886200"/>
              <a:gd name="connsiteY476" fmla="*/ 3271206 h 3670596"/>
              <a:gd name="connsiteX477" fmla="*/ 2726212 w 3886200"/>
              <a:gd name="connsiteY477" fmla="*/ 3271213 h 3670596"/>
              <a:gd name="connsiteX478" fmla="*/ 2726217 w 3886200"/>
              <a:gd name="connsiteY478" fmla="*/ 3271237 h 3670596"/>
              <a:gd name="connsiteX479" fmla="*/ 2726268 w 3886200"/>
              <a:gd name="connsiteY479" fmla="*/ 3271510 h 3670596"/>
              <a:gd name="connsiteX480" fmla="*/ 2726289 w 3886200"/>
              <a:gd name="connsiteY480" fmla="*/ 3271626 h 3670596"/>
              <a:gd name="connsiteX481" fmla="*/ 2725954 w 3886200"/>
              <a:gd name="connsiteY481" fmla="*/ 3269856 h 3670596"/>
              <a:gd name="connsiteX482" fmla="*/ 2726022 w 3886200"/>
              <a:gd name="connsiteY482" fmla="*/ 3270211 h 3670596"/>
              <a:gd name="connsiteX483" fmla="*/ 2726068 w 3886200"/>
              <a:gd name="connsiteY483" fmla="*/ 3270454 h 3670596"/>
              <a:gd name="connsiteX484" fmla="*/ 2725915 w 3886200"/>
              <a:gd name="connsiteY484" fmla="*/ 3269646 h 3670596"/>
              <a:gd name="connsiteX485" fmla="*/ 2726020 w 3886200"/>
              <a:gd name="connsiteY485" fmla="*/ 3270196 h 3670596"/>
              <a:gd name="connsiteX486" fmla="*/ 2726041 w 3886200"/>
              <a:gd name="connsiteY486" fmla="*/ 3270308 h 3670596"/>
              <a:gd name="connsiteX487" fmla="*/ 2726150 w 3886200"/>
              <a:gd name="connsiteY487" fmla="*/ 3270885 h 3670596"/>
              <a:gd name="connsiteX488" fmla="*/ 2726129 w 3886200"/>
              <a:gd name="connsiteY488" fmla="*/ 3270775 h 3670596"/>
              <a:gd name="connsiteX489" fmla="*/ 2726022 w 3886200"/>
              <a:gd name="connsiteY489" fmla="*/ 3270211 h 3670596"/>
              <a:gd name="connsiteX490" fmla="*/ 2725900 w 3886200"/>
              <a:gd name="connsiteY490" fmla="*/ 3269569 h 3670596"/>
              <a:gd name="connsiteX491" fmla="*/ 2725907 w 3886200"/>
              <a:gd name="connsiteY491" fmla="*/ 3269603 h 3670596"/>
              <a:gd name="connsiteX492" fmla="*/ 2725954 w 3886200"/>
              <a:gd name="connsiteY492" fmla="*/ 3269856 h 3670596"/>
              <a:gd name="connsiteX493" fmla="*/ 2725900 w 3886200"/>
              <a:gd name="connsiteY493" fmla="*/ 3269566 h 3670596"/>
              <a:gd name="connsiteX494" fmla="*/ 2725915 w 3886200"/>
              <a:gd name="connsiteY494" fmla="*/ 3269646 h 3670596"/>
              <a:gd name="connsiteX495" fmla="*/ 2725907 w 3886200"/>
              <a:gd name="connsiteY495" fmla="*/ 3269603 h 3670596"/>
              <a:gd name="connsiteX496" fmla="*/ 2725899 w 3886200"/>
              <a:gd name="connsiteY496" fmla="*/ 3269561 h 3670596"/>
              <a:gd name="connsiteX497" fmla="*/ 2725900 w 3886200"/>
              <a:gd name="connsiteY497" fmla="*/ 3269566 h 3670596"/>
              <a:gd name="connsiteX498" fmla="*/ 2725899 w 3886200"/>
              <a:gd name="connsiteY498" fmla="*/ 3269562 h 3670596"/>
              <a:gd name="connsiteX499" fmla="*/ 2725889 w 3886200"/>
              <a:gd name="connsiteY499" fmla="*/ 3269510 h 3670596"/>
              <a:gd name="connsiteX500" fmla="*/ 2725891 w 3886200"/>
              <a:gd name="connsiteY500" fmla="*/ 3269518 h 3670596"/>
              <a:gd name="connsiteX501" fmla="*/ 2725899 w 3886200"/>
              <a:gd name="connsiteY501" fmla="*/ 3269561 h 3670596"/>
              <a:gd name="connsiteX502" fmla="*/ 2725888 w 3886200"/>
              <a:gd name="connsiteY502" fmla="*/ 3269506 h 3670596"/>
              <a:gd name="connsiteX503" fmla="*/ 2725889 w 3886200"/>
              <a:gd name="connsiteY503" fmla="*/ 3269508 h 3670596"/>
              <a:gd name="connsiteX504" fmla="*/ 2725899 w 3886200"/>
              <a:gd name="connsiteY504" fmla="*/ 3269562 h 3670596"/>
              <a:gd name="connsiteX505" fmla="*/ 2725900 w 3886200"/>
              <a:gd name="connsiteY505" fmla="*/ 3269569 h 3670596"/>
              <a:gd name="connsiteX506" fmla="*/ 2725879 w 3886200"/>
              <a:gd name="connsiteY506" fmla="*/ 3269457 h 3670596"/>
              <a:gd name="connsiteX507" fmla="*/ 2725889 w 3886200"/>
              <a:gd name="connsiteY507" fmla="*/ 3269510 h 3670596"/>
              <a:gd name="connsiteX508" fmla="*/ 2725889 w 3886200"/>
              <a:gd name="connsiteY508" fmla="*/ 3269508 h 3670596"/>
              <a:gd name="connsiteX509" fmla="*/ 2725885 w 3886200"/>
              <a:gd name="connsiteY509" fmla="*/ 3269486 h 3670596"/>
              <a:gd name="connsiteX510" fmla="*/ 2725839 w 3886200"/>
              <a:gd name="connsiteY510" fmla="*/ 3269248 h 3670596"/>
              <a:gd name="connsiteX511" fmla="*/ 2725870 w 3886200"/>
              <a:gd name="connsiteY511" fmla="*/ 3269411 h 3670596"/>
              <a:gd name="connsiteX512" fmla="*/ 2725885 w 3886200"/>
              <a:gd name="connsiteY512" fmla="*/ 3269486 h 3670596"/>
              <a:gd name="connsiteX513" fmla="*/ 2725888 w 3886200"/>
              <a:gd name="connsiteY513" fmla="*/ 3269506 h 3670596"/>
              <a:gd name="connsiteX514" fmla="*/ 2725721 w 3886200"/>
              <a:gd name="connsiteY514" fmla="*/ 3268624 h 3670596"/>
              <a:gd name="connsiteX515" fmla="*/ 2725738 w 3886200"/>
              <a:gd name="connsiteY515" fmla="*/ 3268713 h 3670596"/>
              <a:gd name="connsiteX516" fmla="*/ 2725879 w 3886200"/>
              <a:gd name="connsiteY516" fmla="*/ 3269457 h 3670596"/>
              <a:gd name="connsiteX517" fmla="*/ 2725870 w 3886200"/>
              <a:gd name="connsiteY517" fmla="*/ 3269411 h 3670596"/>
              <a:gd name="connsiteX518" fmla="*/ 2725724 w 3886200"/>
              <a:gd name="connsiteY518" fmla="*/ 3268639 h 3670596"/>
              <a:gd name="connsiteX519" fmla="*/ 2544589 w 3886200"/>
              <a:gd name="connsiteY519" fmla="*/ 3268530 h 3670596"/>
              <a:gd name="connsiteX520" fmla="*/ 2545151 w 3886200"/>
              <a:gd name="connsiteY520" fmla="*/ 3271488 h 3670596"/>
              <a:gd name="connsiteX521" fmla="*/ 2546203 w 3886200"/>
              <a:gd name="connsiteY521" fmla="*/ 3277039 h 3670596"/>
              <a:gd name="connsiteX522" fmla="*/ 2725687 w 3886200"/>
              <a:gd name="connsiteY522" fmla="*/ 3268448 h 3670596"/>
              <a:gd name="connsiteX523" fmla="*/ 2725688 w 3886200"/>
              <a:gd name="connsiteY523" fmla="*/ 3268452 h 3670596"/>
              <a:gd name="connsiteX524" fmla="*/ 2725721 w 3886200"/>
              <a:gd name="connsiteY524" fmla="*/ 3268624 h 3670596"/>
              <a:gd name="connsiteX525" fmla="*/ 2725720 w 3886200"/>
              <a:gd name="connsiteY525" fmla="*/ 3268621 h 3670596"/>
              <a:gd name="connsiteX526" fmla="*/ 2725672 w 3886200"/>
              <a:gd name="connsiteY526" fmla="*/ 3268368 h 3670596"/>
              <a:gd name="connsiteX527" fmla="*/ 2725683 w 3886200"/>
              <a:gd name="connsiteY527" fmla="*/ 3268424 h 3670596"/>
              <a:gd name="connsiteX528" fmla="*/ 2725720 w 3886200"/>
              <a:gd name="connsiteY528" fmla="*/ 3268621 h 3670596"/>
              <a:gd name="connsiteX529" fmla="*/ 2725724 w 3886200"/>
              <a:gd name="connsiteY529" fmla="*/ 3268639 h 3670596"/>
              <a:gd name="connsiteX530" fmla="*/ 2725839 w 3886200"/>
              <a:gd name="connsiteY530" fmla="*/ 3269248 h 3670596"/>
              <a:gd name="connsiteX531" fmla="*/ 2725671 w 3886200"/>
              <a:gd name="connsiteY531" fmla="*/ 3268362 h 3670596"/>
              <a:gd name="connsiteX532" fmla="*/ 2725686 w 3886200"/>
              <a:gd name="connsiteY532" fmla="*/ 3268439 h 3670596"/>
              <a:gd name="connsiteX533" fmla="*/ 2725687 w 3886200"/>
              <a:gd name="connsiteY533" fmla="*/ 3268448 h 3670596"/>
              <a:gd name="connsiteX534" fmla="*/ 2725683 w 3886200"/>
              <a:gd name="connsiteY534" fmla="*/ 3268424 h 3670596"/>
              <a:gd name="connsiteX535" fmla="*/ 2725671 w 3886200"/>
              <a:gd name="connsiteY535" fmla="*/ 3268363 h 3670596"/>
              <a:gd name="connsiteX536" fmla="*/ 2725658 w 3886200"/>
              <a:gd name="connsiteY536" fmla="*/ 3268296 h 3670596"/>
              <a:gd name="connsiteX537" fmla="*/ 2725662 w 3886200"/>
              <a:gd name="connsiteY537" fmla="*/ 3268314 h 3670596"/>
              <a:gd name="connsiteX538" fmla="*/ 2725671 w 3886200"/>
              <a:gd name="connsiteY538" fmla="*/ 3268363 h 3670596"/>
              <a:gd name="connsiteX539" fmla="*/ 2725672 w 3886200"/>
              <a:gd name="connsiteY539" fmla="*/ 3268368 h 3670596"/>
              <a:gd name="connsiteX540" fmla="*/ 2725658 w 3886200"/>
              <a:gd name="connsiteY540" fmla="*/ 3268291 h 3670596"/>
              <a:gd name="connsiteX541" fmla="*/ 2725671 w 3886200"/>
              <a:gd name="connsiteY541" fmla="*/ 3268360 h 3670596"/>
              <a:gd name="connsiteX542" fmla="*/ 2725671 w 3886200"/>
              <a:gd name="connsiteY542" fmla="*/ 3268362 h 3670596"/>
              <a:gd name="connsiteX543" fmla="*/ 2725662 w 3886200"/>
              <a:gd name="connsiteY543" fmla="*/ 3268314 h 3670596"/>
              <a:gd name="connsiteX544" fmla="*/ 2725658 w 3886200"/>
              <a:gd name="connsiteY544" fmla="*/ 3268292 h 3670596"/>
              <a:gd name="connsiteX545" fmla="*/ 2725654 w 3886200"/>
              <a:gd name="connsiteY545" fmla="*/ 3268273 h 3670596"/>
              <a:gd name="connsiteX546" fmla="*/ 2725654 w 3886200"/>
              <a:gd name="connsiteY546" fmla="*/ 3268274 h 3670596"/>
              <a:gd name="connsiteX547" fmla="*/ 2725658 w 3886200"/>
              <a:gd name="connsiteY547" fmla="*/ 3268292 h 3670596"/>
              <a:gd name="connsiteX548" fmla="*/ 2725658 w 3886200"/>
              <a:gd name="connsiteY548" fmla="*/ 3268296 h 3670596"/>
              <a:gd name="connsiteX549" fmla="*/ 2725629 w 3886200"/>
              <a:gd name="connsiteY549" fmla="*/ 3268139 h 3670596"/>
              <a:gd name="connsiteX550" fmla="*/ 2725657 w 3886200"/>
              <a:gd name="connsiteY550" fmla="*/ 3268288 h 3670596"/>
              <a:gd name="connsiteX551" fmla="*/ 2725658 w 3886200"/>
              <a:gd name="connsiteY551" fmla="*/ 3268291 h 3670596"/>
              <a:gd name="connsiteX552" fmla="*/ 2725654 w 3886200"/>
              <a:gd name="connsiteY552" fmla="*/ 3268274 h 3670596"/>
              <a:gd name="connsiteX553" fmla="*/ 2725654 w 3886200"/>
              <a:gd name="connsiteY553" fmla="*/ 3268273 h 3670596"/>
              <a:gd name="connsiteX554" fmla="*/ 2725375 w 3886200"/>
              <a:gd name="connsiteY554" fmla="*/ 3266811 h 3670596"/>
              <a:gd name="connsiteX555" fmla="*/ 2725627 w 3886200"/>
              <a:gd name="connsiteY555" fmla="*/ 3268131 h 3670596"/>
              <a:gd name="connsiteX556" fmla="*/ 2725654 w 3886200"/>
              <a:gd name="connsiteY556" fmla="*/ 3268273 h 3670596"/>
              <a:gd name="connsiteX557" fmla="*/ 2725654 w 3886200"/>
              <a:gd name="connsiteY557" fmla="*/ 3268273 h 3670596"/>
              <a:gd name="connsiteX558" fmla="*/ 2253786 w 3886200"/>
              <a:gd name="connsiteY558" fmla="*/ 3265755 h 3670596"/>
              <a:gd name="connsiteX559" fmla="*/ 2272660 w 3886200"/>
              <a:gd name="connsiteY559" fmla="*/ 3302527 h 3670596"/>
              <a:gd name="connsiteX560" fmla="*/ 2252027 w 3886200"/>
              <a:gd name="connsiteY560" fmla="*/ 3277733 h 3670596"/>
              <a:gd name="connsiteX561" fmla="*/ 2242254 w 3886200"/>
              <a:gd name="connsiteY561" fmla="*/ 3265989 h 3670596"/>
              <a:gd name="connsiteX562" fmla="*/ 2724848 w 3886200"/>
              <a:gd name="connsiteY562" fmla="*/ 3264027 h 3670596"/>
              <a:gd name="connsiteX563" fmla="*/ 2725343 w 3886200"/>
              <a:gd name="connsiteY563" fmla="*/ 3266631 h 3670596"/>
              <a:gd name="connsiteX564" fmla="*/ 2725629 w 3886200"/>
              <a:gd name="connsiteY564" fmla="*/ 3268139 h 3670596"/>
              <a:gd name="connsiteX565" fmla="*/ 2725627 w 3886200"/>
              <a:gd name="connsiteY565" fmla="*/ 3268131 h 3670596"/>
              <a:gd name="connsiteX566" fmla="*/ 2724753 w 3886200"/>
              <a:gd name="connsiteY566" fmla="*/ 3263528 h 3670596"/>
              <a:gd name="connsiteX567" fmla="*/ 2724782 w 3886200"/>
              <a:gd name="connsiteY567" fmla="*/ 3263679 h 3670596"/>
              <a:gd name="connsiteX568" fmla="*/ 2725375 w 3886200"/>
              <a:gd name="connsiteY568" fmla="*/ 3266811 h 3670596"/>
              <a:gd name="connsiteX569" fmla="*/ 2724675 w 3886200"/>
              <a:gd name="connsiteY569" fmla="*/ 3263114 h 3670596"/>
              <a:gd name="connsiteX570" fmla="*/ 2724682 w 3886200"/>
              <a:gd name="connsiteY570" fmla="*/ 3263150 h 3670596"/>
              <a:gd name="connsiteX571" fmla="*/ 2724753 w 3886200"/>
              <a:gd name="connsiteY571" fmla="*/ 3263528 h 3670596"/>
              <a:gd name="connsiteX572" fmla="*/ 2611327 w 3886200"/>
              <a:gd name="connsiteY572" fmla="*/ 3262875 h 3670596"/>
              <a:gd name="connsiteX573" fmla="*/ 2611489 w 3886200"/>
              <a:gd name="connsiteY573" fmla="*/ 3263155 h 3670596"/>
              <a:gd name="connsiteX574" fmla="*/ 2638165 w 3886200"/>
              <a:gd name="connsiteY574" fmla="*/ 3310038 h 3670596"/>
              <a:gd name="connsiteX575" fmla="*/ 2631895 w 3886200"/>
              <a:gd name="connsiteY575" fmla="*/ 3319176 h 3670596"/>
              <a:gd name="connsiteX576" fmla="*/ 2612527 w 3886200"/>
              <a:gd name="connsiteY576" fmla="*/ 3308427 h 3670596"/>
              <a:gd name="connsiteX577" fmla="*/ 2608286 w 3886200"/>
              <a:gd name="connsiteY577" fmla="*/ 3272374 h 3670596"/>
              <a:gd name="connsiteX578" fmla="*/ 2724529 w 3886200"/>
              <a:gd name="connsiteY578" fmla="*/ 3262342 h 3670596"/>
              <a:gd name="connsiteX579" fmla="*/ 2724533 w 3886200"/>
              <a:gd name="connsiteY579" fmla="*/ 3262363 h 3670596"/>
              <a:gd name="connsiteX580" fmla="*/ 2724848 w 3886200"/>
              <a:gd name="connsiteY580" fmla="*/ 3264027 h 3670596"/>
              <a:gd name="connsiteX581" fmla="*/ 2724782 w 3886200"/>
              <a:gd name="connsiteY581" fmla="*/ 3263679 h 3670596"/>
              <a:gd name="connsiteX582" fmla="*/ 2724682 w 3886200"/>
              <a:gd name="connsiteY582" fmla="*/ 3263150 h 3670596"/>
              <a:gd name="connsiteX583" fmla="*/ 2724624 w 3886200"/>
              <a:gd name="connsiteY583" fmla="*/ 3262846 h 3670596"/>
              <a:gd name="connsiteX584" fmla="*/ 2724348 w 3886200"/>
              <a:gd name="connsiteY584" fmla="*/ 3261389 h 3670596"/>
              <a:gd name="connsiteX585" fmla="*/ 2724529 w 3886200"/>
              <a:gd name="connsiteY585" fmla="*/ 3262342 h 3670596"/>
              <a:gd name="connsiteX586" fmla="*/ 2724413 w 3886200"/>
              <a:gd name="connsiteY586" fmla="*/ 3261731 h 3670596"/>
              <a:gd name="connsiteX587" fmla="*/ 2723913 w 3886200"/>
              <a:gd name="connsiteY587" fmla="*/ 3259097 h 3670596"/>
              <a:gd name="connsiteX588" fmla="*/ 2723928 w 3886200"/>
              <a:gd name="connsiteY588" fmla="*/ 3259173 h 3670596"/>
              <a:gd name="connsiteX589" fmla="*/ 2724413 w 3886200"/>
              <a:gd name="connsiteY589" fmla="*/ 3261731 h 3670596"/>
              <a:gd name="connsiteX590" fmla="*/ 2724624 w 3886200"/>
              <a:gd name="connsiteY590" fmla="*/ 3262846 h 3670596"/>
              <a:gd name="connsiteX591" fmla="*/ 2724675 w 3886200"/>
              <a:gd name="connsiteY591" fmla="*/ 3263114 h 3670596"/>
              <a:gd name="connsiteX592" fmla="*/ 2723874 w 3886200"/>
              <a:gd name="connsiteY592" fmla="*/ 3258890 h 3670596"/>
              <a:gd name="connsiteX593" fmla="*/ 2724110 w 3886200"/>
              <a:gd name="connsiteY593" fmla="*/ 3260128 h 3670596"/>
              <a:gd name="connsiteX594" fmla="*/ 2724348 w 3886200"/>
              <a:gd name="connsiteY594" fmla="*/ 3261389 h 3670596"/>
              <a:gd name="connsiteX595" fmla="*/ 2723928 w 3886200"/>
              <a:gd name="connsiteY595" fmla="*/ 3259173 h 3670596"/>
              <a:gd name="connsiteX596" fmla="*/ 2723876 w 3886200"/>
              <a:gd name="connsiteY596" fmla="*/ 3258897 h 3670596"/>
              <a:gd name="connsiteX597" fmla="*/ 2723857 w 3886200"/>
              <a:gd name="connsiteY597" fmla="*/ 3258800 h 3670596"/>
              <a:gd name="connsiteX598" fmla="*/ 2723876 w 3886200"/>
              <a:gd name="connsiteY598" fmla="*/ 3258897 h 3670596"/>
              <a:gd name="connsiteX599" fmla="*/ 2723913 w 3886200"/>
              <a:gd name="connsiteY599" fmla="*/ 3259097 h 3670596"/>
              <a:gd name="connsiteX600" fmla="*/ 2723836 w 3886200"/>
              <a:gd name="connsiteY600" fmla="*/ 3258687 h 3670596"/>
              <a:gd name="connsiteX601" fmla="*/ 2723856 w 3886200"/>
              <a:gd name="connsiteY601" fmla="*/ 3258794 h 3670596"/>
              <a:gd name="connsiteX602" fmla="*/ 2723857 w 3886200"/>
              <a:gd name="connsiteY602" fmla="*/ 3258800 h 3670596"/>
              <a:gd name="connsiteX603" fmla="*/ 2723836 w 3886200"/>
              <a:gd name="connsiteY603" fmla="*/ 3258683 h 3670596"/>
              <a:gd name="connsiteX604" fmla="*/ 2723874 w 3886200"/>
              <a:gd name="connsiteY604" fmla="*/ 3258890 h 3670596"/>
              <a:gd name="connsiteX605" fmla="*/ 2723856 w 3886200"/>
              <a:gd name="connsiteY605" fmla="*/ 3258794 h 3670596"/>
              <a:gd name="connsiteX606" fmla="*/ 2723836 w 3886200"/>
              <a:gd name="connsiteY606" fmla="*/ 3258685 h 3670596"/>
              <a:gd name="connsiteX607" fmla="*/ 2723825 w 3886200"/>
              <a:gd name="connsiteY607" fmla="*/ 3258631 h 3670596"/>
              <a:gd name="connsiteX608" fmla="*/ 2723836 w 3886200"/>
              <a:gd name="connsiteY608" fmla="*/ 3258685 h 3670596"/>
              <a:gd name="connsiteX609" fmla="*/ 2723836 w 3886200"/>
              <a:gd name="connsiteY609" fmla="*/ 3258687 h 3670596"/>
              <a:gd name="connsiteX610" fmla="*/ 2723814 w 3886200"/>
              <a:gd name="connsiteY610" fmla="*/ 3258572 h 3670596"/>
              <a:gd name="connsiteX611" fmla="*/ 2723836 w 3886200"/>
              <a:gd name="connsiteY611" fmla="*/ 3258683 h 3670596"/>
              <a:gd name="connsiteX612" fmla="*/ 2723820 w 3886200"/>
              <a:gd name="connsiteY612" fmla="*/ 3258603 h 3670596"/>
              <a:gd name="connsiteX613" fmla="*/ 2723808 w 3886200"/>
              <a:gd name="connsiteY613" fmla="*/ 3258540 h 3670596"/>
              <a:gd name="connsiteX614" fmla="*/ 2723813 w 3886200"/>
              <a:gd name="connsiteY614" fmla="*/ 3258563 h 3670596"/>
              <a:gd name="connsiteX615" fmla="*/ 2723820 w 3886200"/>
              <a:gd name="connsiteY615" fmla="*/ 3258603 h 3670596"/>
              <a:gd name="connsiteX616" fmla="*/ 2723825 w 3886200"/>
              <a:gd name="connsiteY616" fmla="*/ 3258631 h 3670596"/>
              <a:gd name="connsiteX617" fmla="*/ 2723729 w 3886200"/>
              <a:gd name="connsiteY617" fmla="*/ 3258120 h 3670596"/>
              <a:gd name="connsiteX618" fmla="*/ 2723740 w 3886200"/>
              <a:gd name="connsiteY618" fmla="*/ 3258182 h 3670596"/>
              <a:gd name="connsiteX619" fmla="*/ 2723808 w 3886200"/>
              <a:gd name="connsiteY619" fmla="*/ 3258540 h 3670596"/>
              <a:gd name="connsiteX620" fmla="*/ 2723726 w 3886200"/>
              <a:gd name="connsiteY620" fmla="*/ 3258105 h 3670596"/>
              <a:gd name="connsiteX621" fmla="*/ 2723761 w 3886200"/>
              <a:gd name="connsiteY621" fmla="*/ 3258291 h 3670596"/>
              <a:gd name="connsiteX622" fmla="*/ 2723814 w 3886200"/>
              <a:gd name="connsiteY622" fmla="*/ 3258572 h 3670596"/>
              <a:gd name="connsiteX623" fmla="*/ 2723813 w 3886200"/>
              <a:gd name="connsiteY623" fmla="*/ 3258563 h 3670596"/>
              <a:gd name="connsiteX624" fmla="*/ 2723740 w 3886200"/>
              <a:gd name="connsiteY624" fmla="*/ 3258182 h 3670596"/>
              <a:gd name="connsiteX625" fmla="*/ 2723728 w 3886200"/>
              <a:gd name="connsiteY625" fmla="*/ 3258119 h 3670596"/>
              <a:gd name="connsiteX626" fmla="*/ 2723661 w 3886200"/>
              <a:gd name="connsiteY626" fmla="*/ 3257764 h 3670596"/>
              <a:gd name="connsiteX627" fmla="*/ 2723719 w 3886200"/>
              <a:gd name="connsiteY627" fmla="*/ 3258066 h 3670596"/>
              <a:gd name="connsiteX628" fmla="*/ 2723726 w 3886200"/>
              <a:gd name="connsiteY628" fmla="*/ 3258105 h 3670596"/>
              <a:gd name="connsiteX629" fmla="*/ 2723703 w 3886200"/>
              <a:gd name="connsiteY629" fmla="*/ 3257986 h 3670596"/>
              <a:gd name="connsiteX630" fmla="*/ 2723651 w 3886200"/>
              <a:gd name="connsiteY630" fmla="*/ 3257710 h 3670596"/>
              <a:gd name="connsiteX631" fmla="*/ 2723703 w 3886200"/>
              <a:gd name="connsiteY631" fmla="*/ 3257986 h 3670596"/>
              <a:gd name="connsiteX632" fmla="*/ 2723728 w 3886200"/>
              <a:gd name="connsiteY632" fmla="*/ 3258119 h 3670596"/>
              <a:gd name="connsiteX633" fmla="*/ 2723729 w 3886200"/>
              <a:gd name="connsiteY633" fmla="*/ 3258120 h 3670596"/>
              <a:gd name="connsiteX634" fmla="*/ 2723579 w 3886200"/>
              <a:gd name="connsiteY634" fmla="*/ 3257330 h 3670596"/>
              <a:gd name="connsiteX635" fmla="*/ 2723609 w 3886200"/>
              <a:gd name="connsiteY635" fmla="*/ 3257487 h 3670596"/>
              <a:gd name="connsiteX636" fmla="*/ 2723651 w 3886200"/>
              <a:gd name="connsiteY636" fmla="*/ 3257710 h 3670596"/>
              <a:gd name="connsiteX637" fmla="*/ 2723564 w 3886200"/>
              <a:gd name="connsiteY637" fmla="*/ 3257253 h 3670596"/>
              <a:gd name="connsiteX638" fmla="*/ 2723571 w 3886200"/>
              <a:gd name="connsiteY638" fmla="*/ 3257287 h 3670596"/>
              <a:gd name="connsiteX639" fmla="*/ 2723579 w 3886200"/>
              <a:gd name="connsiteY639" fmla="*/ 3257330 h 3670596"/>
              <a:gd name="connsiteX640" fmla="*/ 2723530 w 3886200"/>
              <a:gd name="connsiteY640" fmla="*/ 3257070 h 3670596"/>
              <a:gd name="connsiteX641" fmla="*/ 2723661 w 3886200"/>
              <a:gd name="connsiteY641" fmla="*/ 3257764 h 3670596"/>
              <a:gd name="connsiteX642" fmla="*/ 2723609 w 3886200"/>
              <a:gd name="connsiteY642" fmla="*/ 3257487 h 3670596"/>
              <a:gd name="connsiteX643" fmla="*/ 2723571 w 3886200"/>
              <a:gd name="connsiteY643" fmla="*/ 3257287 h 3670596"/>
              <a:gd name="connsiteX644" fmla="*/ 2723464 w 3886200"/>
              <a:gd name="connsiteY644" fmla="*/ 3256722 h 3670596"/>
              <a:gd name="connsiteX645" fmla="*/ 2723483 w 3886200"/>
              <a:gd name="connsiteY645" fmla="*/ 3256821 h 3670596"/>
              <a:gd name="connsiteX646" fmla="*/ 2723530 w 3886200"/>
              <a:gd name="connsiteY646" fmla="*/ 3257070 h 3670596"/>
              <a:gd name="connsiteX647" fmla="*/ 2723470 w 3886200"/>
              <a:gd name="connsiteY647" fmla="*/ 3256754 h 3670596"/>
              <a:gd name="connsiteX648" fmla="*/ 2723430 w 3886200"/>
              <a:gd name="connsiteY648" fmla="*/ 3256548 h 3670596"/>
              <a:gd name="connsiteX649" fmla="*/ 2723463 w 3886200"/>
              <a:gd name="connsiteY649" fmla="*/ 3256716 h 3670596"/>
              <a:gd name="connsiteX650" fmla="*/ 2723470 w 3886200"/>
              <a:gd name="connsiteY650" fmla="*/ 3256754 h 3670596"/>
              <a:gd name="connsiteX651" fmla="*/ 2723564 w 3886200"/>
              <a:gd name="connsiteY651" fmla="*/ 3257253 h 3670596"/>
              <a:gd name="connsiteX652" fmla="*/ 3086699 w 3886200"/>
              <a:gd name="connsiteY652" fmla="*/ 3251046 h 3670596"/>
              <a:gd name="connsiteX653" fmla="*/ 3094890 w 3886200"/>
              <a:gd name="connsiteY653" fmla="*/ 3265439 h 3670596"/>
              <a:gd name="connsiteX654" fmla="*/ 3174110 w 3886200"/>
              <a:gd name="connsiteY654" fmla="*/ 3404664 h 3670596"/>
              <a:gd name="connsiteX655" fmla="*/ 3125959 w 3886200"/>
              <a:gd name="connsiteY655" fmla="*/ 3377068 h 3670596"/>
              <a:gd name="connsiteX656" fmla="*/ 3102105 w 3886200"/>
              <a:gd name="connsiteY656" fmla="*/ 3343292 h 3670596"/>
              <a:gd name="connsiteX657" fmla="*/ 3101137 w 3886200"/>
              <a:gd name="connsiteY657" fmla="*/ 3338200 h 3670596"/>
              <a:gd name="connsiteX658" fmla="*/ 3095925 w 3886200"/>
              <a:gd name="connsiteY658" fmla="*/ 3310710 h 3670596"/>
              <a:gd name="connsiteX659" fmla="*/ 3087333 w 3886200"/>
              <a:gd name="connsiteY659" fmla="*/ 3258327 h 3670596"/>
              <a:gd name="connsiteX660" fmla="*/ 2541010 w 3886200"/>
              <a:gd name="connsiteY660" fmla="*/ 3249663 h 3670596"/>
              <a:gd name="connsiteX661" fmla="*/ 2541482 w 3886200"/>
              <a:gd name="connsiteY661" fmla="*/ 3252143 h 3670596"/>
              <a:gd name="connsiteX662" fmla="*/ 2544589 w 3886200"/>
              <a:gd name="connsiteY662" fmla="*/ 3268530 h 3670596"/>
              <a:gd name="connsiteX663" fmla="*/ 2544378 w 3886200"/>
              <a:gd name="connsiteY663" fmla="*/ 3267416 h 3670596"/>
              <a:gd name="connsiteX664" fmla="*/ 2600170 w 3886200"/>
              <a:gd name="connsiteY664" fmla="*/ 3243266 h 3670596"/>
              <a:gd name="connsiteX665" fmla="*/ 2623439 w 3886200"/>
              <a:gd name="connsiteY665" fmla="*/ 3253443 h 3670596"/>
              <a:gd name="connsiteX666" fmla="*/ 2625629 w 3886200"/>
              <a:gd name="connsiteY666" fmla="*/ 3258137 h 3670596"/>
              <a:gd name="connsiteX667" fmla="*/ 2628704 w 3886200"/>
              <a:gd name="connsiteY667" fmla="*/ 3270716 h 3670596"/>
              <a:gd name="connsiteX668" fmla="*/ 2623148 w 3886200"/>
              <a:gd name="connsiteY668" fmla="*/ 3263702 h 3670596"/>
              <a:gd name="connsiteX669" fmla="*/ 2612581 w 3886200"/>
              <a:gd name="connsiteY669" fmla="*/ 3258965 h 3670596"/>
              <a:gd name="connsiteX670" fmla="*/ 2611327 w 3886200"/>
              <a:gd name="connsiteY670" fmla="*/ 3262875 h 3670596"/>
              <a:gd name="connsiteX671" fmla="*/ 2601587 w 3886200"/>
              <a:gd name="connsiteY671" fmla="*/ 3245752 h 3670596"/>
              <a:gd name="connsiteX672" fmla="*/ 2600170 w 3886200"/>
              <a:gd name="connsiteY672" fmla="*/ 3243266 h 3670596"/>
              <a:gd name="connsiteX673" fmla="*/ 2534340 w 3886200"/>
              <a:gd name="connsiteY673" fmla="*/ 3214472 h 3670596"/>
              <a:gd name="connsiteX674" fmla="*/ 2538876 w 3886200"/>
              <a:gd name="connsiteY674" fmla="*/ 3238399 h 3670596"/>
              <a:gd name="connsiteX675" fmla="*/ 2541010 w 3886200"/>
              <a:gd name="connsiteY675" fmla="*/ 3249663 h 3670596"/>
              <a:gd name="connsiteX676" fmla="*/ 2531734 w 3886200"/>
              <a:gd name="connsiteY676" fmla="*/ 3200728 h 3670596"/>
              <a:gd name="connsiteX677" fmla="*/ 2531854 w 3886200"/>
              <a:gd name="connsiteY677" fmla="*/ 3201356 h 3670596"/>
              <a:gd name="connsiteX678" fmla="*/ 2533085 w 3886200"/>
              <a:gd name="connsiteY678" fmla="*/ 3207847 h 3670596"/>
              <a:gd name="connsiteX679" fmla="*/ 2533472 w 3886200"/>
              <a:gd name="connsiteY679" fmla="*/ 3209891 h 3670596"/>
              <a:gd name="connsiteX680" fmla="*/ 2534340 w 3886200"/>
              <a:gd name="connsiteY680" fmla="*/ 3214472 h 3670596"/>
              <a:gd name="connsiteX681" fmla="*/ 2531734 w 3886200"/>
              <a:gd name="connsiteY681" fmla="*/ 3200728 h 3670596"/>
              <a:gd name="connsiteX682" fmla="*/ 1074182 w 3886200"/>
              <a:gd name="connsiteY682" fmla="*/ 3172016 h 3670596"/>
              <a:gd name="connsiteX683" fmla="*/ 1076520 w 3886200"/>
              <a:gd name="connsiteY683" fmla="*/ 3174996 h 3670596"/>
              <a:gd name="connsiteX684" fmla="*/ 1074336 w 3886200"/>
              <a:gd name="connsiteY684" fmla="*/ 3172212 h 3670596"/>
              <a:gd name="connsiteX685" fmla="*/ 1070237 w 3886200"/>
              <a:gd name="connsiteY685" fmla="*/ 3166985 h 3670596"/>
              <a:gd name="connsiteX686" fmla="*/ 1076520 w 3886200"/>
              <a:gd name="connsiteY686" fmla="*/ 3174996 h 3670596"/>
              <a:gd name="connsiteX687" fmla="*/ 1073562 w 3886200"/>
              <a:gd name="connsiteY687" fmla="*/ 3171225 h 3670596"/>
              <a:gd name="connsiteX688" fmla="*/ 1073125 w 3886200"/>
              <a:gd name="connsiteY688" fmla="*/ 3170668 h 3670596"/>
              <a:gd name="connsiteX689" fmla="*/ 1065772 w 3886200"/>
              <a:gd name="connsiteY689" fmla="*/ 3161292 h 3670596"/>
              <a:gd name="connsiteX690" fmla="*/ 1069802 w 3886200"/>
              <a:gd name="connsiteY690" fmla="*/ 3166431 h 3670596"/>
              <a:gd name="connsiteX691" fmla="*/ 1073125 w 3886200"/>
              <a:gd name="connsiteY691" fmla="*/ 3170668 h 3670596"/>
              <a:gd name="connsiteX692" fmla="*/ 1073335 w 3886200"/>
              <a:gd name="connsiteY692" fmla="*/ 3170936 h 3670596"/>
              <a:gd name="connsiteX693" fmla="*/ 1073562 w 3886200"/>
              <a:gd name="connsiteY693" fmla="*/ 3171225 h 3670596"/>
              <a:gd name="connsiteX694" fmla="*/ 1074182 w 3886200"/>
              <a:gd name="connsiteY694" fmla="*/ 3172016 h 3670596"/>
              <a:gd name="connsiteX695" fmla="*/ 2098237 w 3886200"/>
              <a:gd name="connsiteY695" fmla="*/ 3143241 h 3670596"/>
              <a:gd name="connsiteX696" fmla="*/ 2104416 w 3886200"/>
              <a:gd name="connsiteY696" fmla="*/ 3175823 h 3670596"/>
              <a:gd name="connsiteX697" fmla="*/ 2099781 w 3886200"/>
              <a:gd name="connsiteY697" fmla="*/ 3167528 h 3670596"/>
              <a:gd name="connsiteX698" fmla="*/ 1051043 w 3886200"/>
              <a:gd name="connsiteY698" fmla="*/ 3142507 h 3670596"/>
              <a:gd name="connsiteX699" fmla="*/ 1051045 w 3886200"/>
              <a:gd name="connsiteY699" fmla="*/ 3142509 h 3670596"/>
              <a:gd name="connsiteX700" fmla="*/ 1065773 w 3886200"/>
              <a:gd name="connsiteY700" fmla="*/ 3161291 h 3670596"/>
              <a:gd name="connsiteX701" fmla="*/ 1070237 w 3886200"/>
              <a:gd name="connsiteY701" fmla="*/ 3166985 h 3670596"/>
              <a:gd name="connsiteX702" fmla="*/ 3178167 w 3886200"/>
              <a:gd name="connsiteY702" fmla="*/ 3107654 h 3670596"/>
              <a:gd name="connsiteX703" fmla="*/ 3199512 w 3886200"/>
              <a:gd name="connsiteY703" fmla="*/ 3164259 h 3670596"/>
              <a:gd name="connsiteX704" fmla="*/ 3182801 w 3886200"/>
              <a:gd name="connsiteY704" fmla="*/ 3132092 h 3670596"/>
              <a:gd name="connsiteX705" fmla="*/ 3182801 w 3886200"/>
              <a:gd name="connsiteY705" fmla="*/ 3132090 h 3670596"/>
              <a:gd name="connsiteX706" fmla="*/ 3182800 w 3886200"/>
              <a:gd name="connsiteY706" fmla="*/ 3132089 h 3670596"/>
              <a:gd name="connsiteX707" fmla="*/ 3178940 w 3886200"/>
              <a:gd name="connsiteY707" fmla="*/ 3111728 h 3670596"/>
              <a:gd name="connsiteX708" fmla="*/ 3178167 w 3886200"/>
              <a:gd name="connsiteY708" fmla="*/ 3107654 h 3670596"/>
              <a:gd name="connsiteX709" fmla="*/ 2028683 w 3886200"/>
              <a:gd name="connsiteY709" fmla="*/ 3094807 h 3670596"/>
              <a:gd name="connsiteX710" fmla="*/ 2029383 w 3886200"/>
              <a:gd name="connsiteY710" fmla="*/ 3098495 h 3670596"/>
              <a:gd name="connsiteX711" fmla="*/ 2030405 w 3886200"/>
              <a:gd name="connsiteY711" fmla="*/ 3103886 h 3670596"/>
              <a:gd name="connsiteX712" fmla="*/ 2028067 w 3886200"/>
              <a:gd name="connsiteY712" fmla="*/ 3091555 h 3670596"/>
              <a:gd name="connsiteX713" fmla="*/ 2028499 w 3886200"/>
              <a:gd name="connsiteY713" fmla="*/ 3093833 h 3670596"/>
              <a:gd name="connsiteX714" fmla="*/ 2028683 w 3886200"/>
              <a:gd name="connsiteY714" fmla="*/ 3094807 h 3670596"/>
              <a:gd name="connsiteX715" fmla="*/ 2027725 w 3886200"/>
              <a:gd name="connsiteY715" fmla="*/ 3089752 h 3670596"/>
              <a:gd name="connsiteX716" fmla="*/ 2027775 w 3886200"/>
              <a:gd name="connsiteY716" fmla="*/ 3090013 h 3670596"/>
              <a:gd name="connsiteX717" fmla="*/ 2028063 w 3886200"/>
              <a:gd name="connsiteY717" fmla="*/ 3091531 h 3670596"/>
              <a:gd name="connsiteX718" fmla="*/ 2028067 w 3886200"/>
              <a:gd name="connsiteY718" fmla="*/ 3091555 h 3670596"/>
              <a:gd name="connsiteX719" fmla="*/ 2027027 w 3886200"/>
              <a:gd name="connsiteY719" fmla="*/ 3086069 h 3670596"/>
              <a:gd name="connsiteX720" fmla="*/ 2027693 w 3886200"/>
              <a:gd name="connsiteY720" fmla="*/ 3089581 h 3670596"/>
              <a:gd name="connsiteX721" fmla="*/ 2027725 w 3886200"/>
              <a:gd name="connsiteY721" fmla="*/ 3089752 h 3670596"/>
              <a:gd name="connsiteX722" fmla="*/ 1991265 w 3886200"/>
              <a:gd name="connsiteY722" fmla="*/ 3085597 h 3670596"/>
              <a:gd name="connsiteX723" fmla="*/ 1992420 w 3886200"/>
              <a:gd name="connsiteY723" fmla="*/ 3087622 h 3670596"/>
              <a:gd name="connsiteX724" fmla="*/ 1994011 w 3886200"/>
              <a:gd name="connsiteY724" fmla="*/ 3090418 h 3670596"/>
              <a:gd name="connsiteX725" fmla="*/ 1982516 w 3886200"/>
              <a:gd name="connsiteY725" fmla="*/ 3070219 h 3670596"/>
              <a:gd name="connsiteX726" fmla="*/ 1991265 w 3886200"/>
              <a:gd name="connsiteY726" fmla="*/ 3085597 h 3670596"/>
              <a:gd name="connsiteX727" fmla="*/ 1988174 w 3886200"/>
              <a:gd name="connsiteY727" fmla="*/ 3080164 h 3670596"/>
              <a:gd name="connsiteX728" fmla="*/ 1975046 w 3886200"/>
              <a:gd name="connsiteY728" fmla="*/ 3057090 h 3670596"/>
              <a:gd name="connsiteX729" fmla="*/ 1980217 w 3886200"/>
              <a:gd name="connsiteY729" fmla="*/ 3066179 h 3670596"/>
              <a:gd name="connsiteX730" fmla="*/ 1982516 w 3886200"/>
              <a:gd name="connsiteY730" fmla="*/ 3070219 h 3670596"/>
              <a:gd name="connsiteX731" fmla="*/ 1954220 w 3886200"/>
              <a:gd name="connsiteY731" fmla="*/ 3020496 h 3670596"/>
              <a:gd name="connsiteX732" fmla="*/ 1966955 w 3886200"/>
              <a:gd name="connsiteY732" fmla="*/ 3042870 h 3670596"/>
              <a:gd name="connsiteX733" fmla="*/ 1975046 w 3886200"/>
              <a:gd name="connsiteY733" fmla="*/ 3057090 h 3670596"/>
              <a:gd name="connsiteX734" fmla="*/ 3295138 w 3886200"/>
              <a:gd name="connsiteY734" fmla="*/ 2987323 h 3670596"/>
              <a:gd name="connsiteX735" fmla="*/ 3295210 w 3886200"/>
              <a:gd name="connsiteY735" fmla="*/ 2987397 h 3670596"/>
              <a:gd name="connsiteX736" fmla="*/ 3300331 w 3886200"/>
              <a:gd name="connsiteY736" fmla="*/ 2994584 h 3670596"/>
              <a:gd name="connsiteX737" fmla="*/ 3300288 w 3886200"/>
              <a:gd name="connsiteY737" fmla="*/ 2994593 h 3670596"/>
              <a:gd name="connsiteX738" fmla="*/ 3303578 w 3886200"/>
              <a:gd name="connsiteY738" fmla="*/ 2975134 h 3670596"/>
              <a:gd name="connsiteX739" fmla="*/ 3304133 w 3886200"/>
              <a:gd name="connsiteY739" fmla="*/ 2976011 h 3670596"/>
              <a:gd name="connsiteX740" fmla="*/ 3350949 w 3886200"/>
              <a:gd name="connsiteY740" fmla="*/ 3063713 h 3670596"/>
              <a:gd name="connsiteX741" fmla="*/ 3310313 w 3886200"/>
              <a:gd name="connsiteY741" fmla="*/ 3008592 h 3670596"/>
              <a:gd name="connsiteX742" fmla="*/ 3300331 w 3886200"/>
              <a:gd name="connsiteY742" fmla="*/ 2994584 h 3670596"/>
              <a:gd name="connsiteX743" fmla="*/ 3304939 w 3886200"/>
              <a:gd name="connsiteY743" fmla="*/ 2993591 h 3670596"/>
              <a:gd name="connsiteX744" fmla="*/ 3304415 w 3886200"/>
              <a:gd name="connsiteY744" fmla="*/ 2979987 h 3670596"/>
              <a:gd name="connsiteX745" fmla="*/ 3802375 w 3886200"/>
              <a:gd name="connsiteY745" fmla="*/ 2938058 h 3670596"/>
              <a:gd name="connsiteX746" fmla="*/ 3853326 w 3886200"/>
              <a:gd name="connsiteY746" fmla="*/ 3003030 h 3670596"/>
              <a:gd name="connsiteX747" fmla="*/ 3843804 w 3886200"/>
              <a:gd name="connsiteY747" fmla="*/ 3026343 h 3670596"/>
              <a:gd name="connsiteX748" fmla="*/ 3809817 w 3886200"/>
              <a:gd name="connsiteY748" fmla="*/ 2959365 h 3670596"/>
              <a:gd name="connsiteX749" fmla="*/ 3799095 w 3886200"/>
              <a:gd name="connsiteY749" fmla="*/ 2933874 h 3670596"/>
              <a:gd name="connsiteX750" fmla="*/ 3802374 w 3886200"/>
              <a:gd name="connsiteY750" fmla="*/ 2938055 h 3670596"/>
              <a:gd name="connsiteX751" fmla="*/ 3802375 w 3886200"/>
              <a:gd name="connsiteY751" fmla="*/ 2938058 h 3670596"/>
              <a:gd name="connsiteX752" fmla="*/ 3594620 w 3886200"/>
              <a:gd name="connsiteY752" fmla="*/ 2925234 h 3670596"/>
              <a:gd name="connsiteX753" fmla="*/ 3613454 w 3886200"/>
              <a:gd name="connsiteY753" fmla="*/ 2949250 h 3670596"/>
              <a:gd name="connsiteX754" fmla="*/ 3638431 w 3886200"/>
              <a:gd name="connsiteY754" fmla="*/ 2981102 h 3670596"/>
              <a:gd name="connsiteX755" fmla="*/ 3663905 w 3886200"/>
              <a:gd name="connsiteY755" fmla="*/ 3013589 h 3670596"/>
              <a:gd name="connsiteX756" fmla="*/ 3587483 w 3886200"/>
              <a:gd name="connsiteY756" fmla="*/ 2916132 h 3670596"/>
              <a:gd name="connsiteX757" fmla="*/ 3587485 w 3886200"/>
              <a:gd name="connsiteY757" fmla="*/ 2916134 h 3670596"/>
              <a:gd name="connsiteX758" fmla="*/ 3594620 w 3886200"/>
              <a:gd name="connsiteY758" fmla="*/ 2925234 h 3670596"/>
              <a:gd name="connsiteX759" fmla="*/ 3604791 w 3886200"/>
              <a:gd name="connsiteY759" fmla="*/ 2906687 h 3670596"/>
              <a:gd name="connsiteX760" fmla="*/ 3612957 w 3886200"/>
              <a:gd name="connsiteY760" fmla="*/ 2948615 h 3670596"/>
              <a:gd name="connsiteX761" fmla="*/ 3605412 w 3886200"/>
              <a:gd name="connsiteY761" fmla="*/ 2913850 h 3670596"/>
              <a:gd name="connsiteX762" fmla="*/ 3773912 w 3886200"/>
              <a:gd name="connsiteY762" fmla="*/ 2901759 h 3670596"/>
              <a:gd name="connsiteX763" fmla="*/ 3789639 w 3886200"/>
              <a:gd name="connsiteY763" fmla="*/ 2921813 h 3670596"/>
              <a:gd name="connsiteX764" fmla="*/ 3799095 w 3886200"/>
              <a:gd name="connsiteY764" fmla="*/ 2933874 h 3670596"/>
              <a:gd name="connsiteX765" fmla="*/ 3783270 w 3886200"/>
              <a:gd name="connsiteY765" fmla="*/ 2913692 h 3670596"/>
              <a:gd name="connsiteX766" fmla="*/ 3427158 w 3886200"/>
              <a:gd name="connsiteY766" fmla="*/ 2853587 h 3670596"/>
              <a:gd name="connsiteX767" fmla="*/ 3448853 w 3886200"/>
              <a:gd name="connsiteY767" fmla="*/ 2895600 h 3670596"/>
              <a:gd name="connsiteX768" fmla="*/ 3455897 w 3886200"/>
              <a:gd name="connsiteY768" fmla="*/ 2912955 h 3670596"/>
              <a:gd name="connsiteX769" fmla="*/ 3452712 w 3886200"/>
              <a:gd name="connsiteY769" fmla="*/ 2912339 h 3670596"/>
              <a:gd name="connsiteX770" fmla="*/ 3725950 w 3886200"/>
              <a:gd name="connsiteY770" fmla="*/ 2840598 h 3670596"/>
              <a:gd name="connsiteX771" fmla="*/ 3760183 w 3886200"/>
              <a:gd name="connsiteY771" fmla="*/ 2884250 h 3670596"/>
              <a:gd name="connsiteX772" fmla="*/ 3773912 w 3886200"/>
              <a:gd name="connsiteY772" fmla="*/ 2901759 h 3670596"/>
              <a:gd name="connsiteX773" fmla="*/ 3764164 w 3886200"/>
              <a:gd name="connsiteY773" fmla="*/ 2889327 h 3670596"/>
              <a:gd name="connsiteX774" fmla="*/ 3725950 w 3886200"/>
              <a:gd name="connsiteY774" fmla="*/ 2840598 h 3670596"/>
              <a:gd name="connsiteX775" fmla="*/ 3591181 w 3886200"/>
              <a:gd name="connsiteY775" fmla="*/ 2836807 h 3670596"/>
              <a:gd name="connsiteX776" fmla="*/ 3637693 w 3886200"/>
              <a:gd name="connsiteY776" fmla="*/ 2978847 h 3670596"/>
              <a:gd name="connsiteX777" fmla="*/ 3638431 w 3886200"/>
              <a:gd name="connsiteY777" fmla="*/ 2981102 h 3670596"/>
              <a:gd name="connsiteX778" fmla="*/ 3621590 w 3886200"/>
              <a:gd name="connsiteY778" fmla="*/ 2940214 h 3670596"/>
              <a:gd name="connsiteX779" fmla="*/ 3603786 w 3886200"/>
              <a:gd name="connsiteY779" fmla="*/ 2899989 h 3670596"/>
              <a:gd name="connsiteX780" fmla="*/ 3604791 w 3886200"/>
              <a:gd name="connsiteY780" fmla="*/ 2906687 h 3670596"/>
              <a:gd name="connsiteX781" fmla="*/ 3600368 w 3886200"/>
              <a:gd name="connsiteY781" fmla="*/ 2883975 h 3670596"/>
              <a:gd name="connsiteX782" fmla="*/ 3591181 w 3886200"/>
              <a:gd name="connsiteY782" fmla="*/ 2836807 h 3670596"/>
              <a:gd name="connsiteX783" fmla="*/ 3511058 w 3886200"/>
              <a:gd name="connsiteY783" fmla="*/ 2818669 h 3670596"/>
              <a:gd name="connsiteX784" fmla="*/ 3575540 w 3886200"/>
              <a:gd name="connsiteY784" fmla="*/ 2900900 h 3670596"/>
              <a:gd name="connsiteX785" fmla="*/ 3587480 w 3886200"/>
              <a:gd name="connsiteY785" fmla="*/ 2916128 h 3670596"/>
              <a:gd name="connsiteX786" fmla="*/ 3511058 w 3886200"/>
              <a:gd name="connsiteY786" fmla="*/ 2818669 h 3670596"/>
              <a:gd name="connsiteX787" fmla="*/ 3503173 w 3886200"/>
              <a:gd name="connsiteY787" fmla="*/ 2808614 h 3670596"/>
              <a:gd name="connsiteX788" fmla="*/ 3507138 w 3886200"/>
              <a:gd name="connsiteY788" fmla="*/ 2813667 h 3670596"/>
              <a:gd name="connsiteX789" fmla="*/ 3511058 w 3886200"/>
              <a:gd name="connsiteY789" fmla="*/ 2818669 h 3670596"/>
              <a:gd name="connsiteX790" fmla="*/ 3500034 w 3886200"/>
              <a:gd name="connsiteY790" fmla="*/ 2804610 h 3670596"/>
              <a:gd name="connsiteX791" fmla="*/ 3500936 w 3886200"/>
              <a:gd name="connsiteY791" fmla="*/ 2805759 h 3670596"/>
              <a:gd name="connsiteX792" fmla="*/ 3503173 w 3886200"/>
              <a:gd name="connsiteY792" fmla="*/ 2808614 h 3670596"/>
              <a:gd name="connsiteX793" fmla="*/ 3495230 w 3886200"/>
              <a:gd name="connsiteY793" fmla="*/ 2798485 h 3670596"/>
              <a:gd name="connsiteX794" fmla="*/ 3496794 w 3886200"/>
              <a:gd name="connsiteY794" fmla="*/ 2800479 h 3670596"/>
              <a:gd name="connsiteX795" fmla="*/ 3500034 w 3886200"/>
              <a:gd name="connsiteY795" fmla="*/ 2804610 h 3670596"/>
              <a:gd name="connsiteX796" fmla="*/ 3498318 w 3886200"/>
              <a:gd name="connsiteY796" fmla="*/ 2802424 h 3670596"/>
              <a:gd name="connsiteX797" fmla="*/ 3492767 w 3886200"/>
              <a:gd name="connsiteY797" fmla="*/ 2795345 h 3670596"/>
              <a:gd name="connsiteX798" fmla="*/ 3494249 w 3886200"/>
              <a:gd name="connsiteY798" fmla="*/ 2797233 h 3670596"/>
              <a:gd name="connsiteX799" fmla="*/ 3495230 w 3886200"/>
              <a:gd name="connsiteY799" fmla="*/ 2798485 h 3670596"/>
              <a:gd name="connsiteX800" fmla="*/ 3490922 w 3886200"/>
              <a:gd name="connsiteY800" fmla="*/ 2792992 h 3670596"/>
              <a:gd name="connsiteX801" fmla="*/ 3491913 w 3886200"/>
              <a:gd name="connsiteY801" fmla="*/ 2794255 h 3670596"/>
              <a:gd name="connsiteX802" fmla="*/ 3492767 w 3886200"/>
              <a:gd name="connsiteY802" fmla="*/ 2795345 h 3670596"/>
              <a:gd name="connsiteX803" fmla="*/ 3485579 w 3886200"/>
              <a:gd name="connsiteY803" fmla="*/ 2786179 h 3670596"/>
              <a:gd name="connsiteX804" fmla="*/ 3485581 w 3886200"/>
              <a:gd name="connsiteY804" fmla="*/ 2786182 h 3670596"/>
              <a:gd name="connsiteX805" fmla="*/ 3490922 w 3886200"/>
              <a:gd name="connsiteY805" fmla="*/ 2792992 h 3670596"/>
              <a:gd name="connsiteX806" fmla="*/ 3485580 w 3886200"/>
              <a:gd name="connsiteY806" fmla="*/ 2786181 h 3670596"/>
              <a:gd name="connsiteX807" fmla="*/ 3744248 w 3886200"/>
              <a:gd name="connsiteY807" fmla="*/ 2779889 h 3670596"/>
              <a:gd name="connsiteX808" fmla="*/ 3748309 w 3886200"/>
              <a:gd name="connsiteY808" fmla="*/ 2785069 h 3670596"/>
              <a:gd name="connsiteX809" fmla="*/ 3749951 w 3886200"/>
              <a:gd name="connsiteY809" fmla="*/ 2787164 h 3670596"/>
              <a:gd name="connsiteX810" fmla="*/ 3734161 w 3886200"/>
              <a:gd name="connsiteY810" fmla="*/ 2767027 h 3670596"/>
              <a:gd name="connsiteX811" fmla="*/ 3744248 w 3886200"/>
              <a:gd name="connsiteY811" fmla="*/ 2779889 h 3670596"/>
              <a:gd name="connsiteX812" fmla="*/ 3739053 w 3886200"/>
              <a:gd name="connsiteY812" fmla="*/ 2773267 h 3670596"/>
              <a:gd name="connsiteX813" fmla="*/ 3729651 w 3886200"/>
              <a:gd name="connsiteY813" fmla="*/ 2761274 h 3670596"/>
              <a:gd name="connsiteX814" fmla="*/ 3734161 w 3886200"/>
              <a:gd name="connsiteY814" fmla="*/ 2767027 h 3670596"/>
              <a:gd name="connsiteX815" fmla="*/ 3729651 w 3886200"/>
              <a:gd name="connsiteY815" fmla="*/ 2761275 h 3670596"/>
              <a:gd name="connsiteX816" fmla="*/ 3456497 w 3886200"/>
              <a:gd name="connsiteY816" fmla="*/ 2749091 h 3670596"/>
              <a:gd name="connsiteX817" fmla="*/ 3460107 w 3886200"/>
              <a:gd name="connsiteY817" fmla="*/ 2753695 h 3670596"/>
              <a:gd name="connsiteX818" fmla="*/ 3456853 w 3886200"/>
              <a:gd name="connsiteY818" fmla="*/ 2749546 h 3670596"/>
              <a:gd name="connsiteX819" fmla="*/ 3456475 w 3886200"/>
              <a:gd name="connsiteY819" fmla="*/ 2749063 h 3670596"/>
              <a:gd name="connsiteX820" fmla="*/ 3456497 w 3886200"/>
              <a:gd name="connsiteY820" fmla="*/ 2749091 h 3670596"/>
              <a:gd name="connsiteX821" fmla="*/ 3456476 w 3886200"/>
              <a:gd name="connsiteY821" fmla="*/ 2749064 h 3670596"/>
              <a:gd name="connsiteX822" fmla="*/ 3455725 w 3886200"/>
              <a:gd name="connsiteY822" fmla="*/ 2748106 h 3670596"/>
              <a:gd name="connsiteX823" fmla="*/ 3456302 w 3886200"/>
              <a:gd name="connsiteY823" fmla="*/ 2748841 h 3670596"/>
              <a:gd name="connsiteX824" fmla="*/ 3456475 w 3886200"/>
              <a:gd name="connsiteY824" fmla="*/ 2749063 h 3670596"/>
              <a:gd name="connsiteX825" fmla="*/ 3456466 w 3886200"/>
              <a:gd name="connsiteY825" fmla="*/ 2749052 h 3670596"/>
              <a:gd name="connsiteX826" fmla="*/ 3784299 w 3886200"/>
              <a:gd name="connsiteY826" fmla="*/ 2746925 h 3670596"/>
              <a:gd name="connsiteX827" fmla="*/ 3809177 w 3886200"/>
              <a:gd name="connsiteY827" fmla="*/ 2778651 h 3670596"/>
              <a:gd name="connsiteX828" fmla="*/ 3809775 w 3886200"/>
              <a:gd name="connsiteY828" fmla="*/ 2779414 h 3670596"/>
              <a:gd name="connsiteX829" fmla="*/ 3821474 w 3886200"/>
              <a:gd name="connsiteY829" fmla="*/ 2808182 h 3670596"/>
              <a:gd name="connsiteX830" fmla="*/ 3836475 w 3886200"/>
              <a:gd name="connsiteY830" fmla="*/ 2848917 h 3670596"/>
              <a:gd name="connsiteX831" fmla="*/ 3788375 w 3886200"/>
              <a:gd name="connsiteY831" fmla="*/ 2755573 h 3670596"/>
              <a:gd name="connsiteX832" fmla="*/ 3454399 w 3886200"/>
              <a:gd name="connsiteY832" fmla="*/ 2746416 h 3670596"/>
              <a:gd name="connsiteX833" fmla="*/ 3455725 w 3886200"/>
              <a:gd name="connsiteY833" fmla="*/ 2748106 h 3670596"/>
              <a:gd name="connsiteX834" fmla="*/ 3454975 w 3886200"/>
              <a:gd name="connsiteY834" fmla="*/ 2747150 h 3670596"/>
              <a:gd name="connsiteX835" fmla="*/ 3451633 w 3886200"/>
              <a:gd name="connsiteY835" fmla="*/ 2742889 h 3670596"/>
              <a:gd name="connsiteX836" fmla="*/ 3454399 w 3886200"/>
              <a:gd name="connsiteY836" fmla="*/ 2746416 h 3670596"/>
              <a:gd name="connsiteX837" fmla="*/ 3453751 w 3886200"/>
              <a:gd name="connsiteY837" fmla="*/ 2745590 h 3670596"/>
              <a:gd name="connsiteX838" fmla="*/ 3451847 w 3886200"/>
              <a:gd name="connsiteY838" fmla="*/ 2743163 h 3670596"/>
              <a:gd name="connsiteX839" fmla="*/ 3451540 w 3886200"/>
              <a:gd name="connsiteY839" fmla="*/ 2742770 h 3670596"/>
              <a:gd name="connsiteX840" fmla="*/ 3451633 w 3886200"/>
              <a:gd name="connsiteY840" fmla="*/ 2742889 h 3670596"/>
              <a:gd name="connsiteX841" fmla="*/ 3451603 w 3886200"/>
              <a:gd name="connsiteY841" fmla="*/ 2742852 h 3670596"/>
              <a:gd name="connsiteX842" fmla="*/ 3450171 w 3886200"/>
              <a:gd name="connsiteY842" fmla="*/ 2741025 h 3670596"/>
              <a:gd name="connsiteX843" fmla="*/ 3451494 w 3886200"/>
              <a:gd name="connsiteY843" fmla="*/ 2742711 h 3670596"/>
              <a:gd name="connsiteX844" fmla="*/ 3451540 w 3886200"/>
              <a:gd name="connsiteY844" fmla="*/ 2742770 h 3670596"/>
              <a:gd name="connsiteX845" fmla="*/ 3451407 w 3886200"/>
              <a:gd name="connsiteY845" fmla="*/ 2742600 h 3670596"/>
              <a:gd name="connsiteX846" fmla="*/ 3447356 w 3886200"/>
              <a:gd name="connsiteY846" fmla="*/ 2737435 h 3670596"/>
              <a:gd name="connsiteX847" fmla="*/ 3450171 w 3886200"/>
              <a:gd name="connsiteY847" fmla="*/ 2741025 h 3670596"/>
              <a:gd name="connsiteX848" fmla="*/ 3449899 w 3886200"/>
              <a:gd name="connsiteY848" fmla="*/ 2740678 h 3670596"/>
              <a:gd name="connsiteX849" fmla="*/ 3775932 w 3886200"/>
              <a:gd name="connsiteY849" fmla="*/ 2736258 h 3670596"/>
              <a:gd name="connsiteX850" fmla="*/ 3781115 w 3886200"/>
              <a:gd name="connsiteY850" fmla="*/ 2742865 h 3670596"/>
              <a:gd name="connsiteX851" fmla="*/ 3781565 w 3886200"/>
              <a:gd name="connsiteY851" fmla="*/ 2743438 h 3670596"/>
              <a:gd name="connsiteX852" fmla="*/ 3782136 w 3886200"/>
              <a:gd name="connsiteY852" fmla="*/ 2744168 h 3670596"/>
              <a:gd name="connsiteX853" fmla="*/ 3780318 w 3886200"/>
              <a:gd name="connsiteY853" fmla="*/ 2741851 h 3670596"/>
              <a:gd name="connsiteX854" fmla="*/ 3774789 w 3886200"/>
              <a:gd name="connsiteY854" fmla="*/ 2734799 h 3670596"/>
              <a:gd name="connsiteX855" fmla="*/ 3775857 w 3886200"/>
              <a:gd name="connsiteY855" fmla="*/ 2736161 h 3670596"/>
              <a:gd name="connsiteX856" fmla="*/ 3775932 w 3886200"/>
              <a:gd name="connsiteY856" fmla="*/ 2736258 h 3670596"/>
              <a:gd name="connsiteX857" fmla="*/ 3774233 w 3886200"/>
              <a:gd name="connsiteY857" fmla="*/ 2734090 h 3670596"/>
              <a:gd name="connsiteX858" fmla="*/ 3774491 w 3886200"/>
              <a:gd name="connsiteY858" fmla="*/ 2734419 h 3670596"/>
              <a:gd name="connsiteX859" fmla="*/ 3774789 w 3886200"/>
              <a:gd name="connsiteY859" fmla="*/ 2734799 h 3670596"/>
              <a:gd name="connsiteX860" fmla="*/ 3443146 w 3886200"/>
              <a:gd name="connsiteY860" fmla="*/ 2732066 h 3670596"/>
              <a:gd name="connsiteX861" fmla="*/ 3447356 w 3886200"/>
              <a:gd name="connsiteY861" fmla="*/ 2737435 h 3670596"/>
              <a:gd name="connsiteX862" fmla="*/ 3446577 w 3886200"/>
              <a:gd name="connsiteY862" fmla="*/ 2736442 h 3670596"/>
              <a:gd name="connsiteX863" fmla="*/ 3442944 w 3886200"/>
              <a:gd name="connsiteY863" fmla="*/ 2731808 h 3670596"/>
              <a:gd name="connsiteX864" fmla="*/ 3443146 w 3886200"/>
              <a:gd name="connsiteY864" fmla="*/ 2732066 h 3670596"/>
              <a:gd name="connsiteX865" fmla="*/ 3442991 w 3886200"/>
              <a:gd name="connsiteY865" fmla="*/ 2731868 h 3670596"/>
              <a:gd name="connsiteX866" fmla="*/ 3442962 w 3886200"/>
              <a:gd name="connsiteY866" fmla="*/ 2731832 h 3670596"/>
              <a:gd name="connsiteX867" fmla="*/ 3771823 w 3886200"/>
              <a:gd name="connsiteY867" fmla="*/ 2731017 h 3670596"/>
              <a:gd name="connsiteX868" fmla="*/ 3773980 w 3886200"/>
              <a:gd name="connsiteY868" fmla="*/ 2733768 h 3670596"/>
              <a:gd name="connsiteX869" fmla="*/ 3774233 w 3886200"/>
              <a:gd name="connsiteY869" fmla="*/ 2734090 h 3670596"/>
              <a:gd name="connsiteX870" fmla="*/ 3441308 w 3886200"/>
              <a:gd name="connsiteY870" fmla="*/ 2729722 h 3670596"/>
              <a:gd name="connsiteX871" fmla="*/ 3468069 w 3886200"/>
              <a:gd name="connsiteY871" fmla="*/ 2763846 h 3670596"/>
              <a:gd name="connsiteX872" fmla="*/ 3485581 w 3886200"/>
              <a:gd name="connsiteY872" fmla="*/ 2786176 h 3670596"/>
              <a:gd name="connsiteX873" fmla="*/ 3485579 w 3886200"/>
              <a:gd name="connsiteY873" fmla="*/ 2786178 h 3670596"/>
              <a:gd name="connsiteX874" fmla="*/ 3485579 w 3886200"/>
              <a:gd name="connsiteY874" fmla="*/ 2786179 h 3670596"/>
              <a:gd name="connsiteX875" fmla="*/ 3463291 w 3886200"/>
              <a:gd name="connsiteY875" fmla="*/ 2757756 h 3670596"/>
              <a:gd name="connsiteX876" fmla="*/ 3460107 w 3886200"/>
              <a:gd name="connsiteY876" fmla="*/ 2753695 h 3670596"/>
              <a:gd name="connsiteX877" fmla="*/ 3468475 w 3886200"/>
              <a:gd name="connsiteY877" fmla="*/ 2764366 h 3670596"/>
              <a:gd name="connsiteX878" fmla="*/ 3474039 w 3886200"/>
              <a:gd name="connsiteY878" fmla="*/ 2771461 h 3670596"/>
              <a:gd name="connsiteX879" fmla="*/ 3484051 w 3886200"/>
              <a:gd name="connsiteY879" fmla="*/ 2784230 h 3670596"/>
              <a:gd name="connsiteX880" fmla="*/ 3468475 w 3886200"/>
              <a:gd name="connsiteY880" fmla="*/ 2764366 h 3670596"/>
              <a:gd name="connsiteX881" fmla="*/ 3456302 w 3886200"/>
              <a:gd name="connsiteY881" fmla="*/ 2748841 h 3670596"/>
              <a:gd name="connsiteX882" fmla="*/ 3451494 w 3886200"/>
              <a:gd name="connsiteY882" fmla="*/ 2742711 h 3670596"/>
              <a:gd name="connsiteX883" fmla="*/ 3441037 w 3886200"/>
              <a:gd name="connsiteY883" fmla="*/ 2729376 h 3670596"/>
              <a:gd name="connsiteX884" fmla="*/ 3442944 w 3886200"/>
              <a:gd name="connsiteY884" fmla="*/ 2731808 h 3670596"/>
              <a:gd name="connsiteX885" fmla="*/ 3442617 w 3886200"/>
              <a:gd name="connsiteY885" fmla="*/ 2731392 h 3670596"/>
              <a:gd name="connsiteX886" fmla="*/ 3769299 w 3886200"/>
              <a:gd name="connsiteY886" fmla="*/ 2727798 h 3670596"/>
              <a:gd name="connsiteX887" fmla="*/ 3769401 w 3886200"/>
              <a:gd name="connsiteY887" fmla="*/ 2727928 h 3670596"/>
              <a:gd name="connsiteX888" fmla="*/ 3771823 w 3886200"/>
              <a:gd name="connsiteY888" fmla="*/ 2731017 h 3670596"/>
              <a:gd name="connsiteX889" fmla="*/ 3771561 w 3886200"/>
              <a:gd name="connsiteY889" fmla="*/ 2730683 h 3670596"/>
              <a:gd name="connsiteX890" fmla="*/ 3437967 w 3886200"/>
              <a:gd name="connsiteY890" fmla="*/ 2725463 h 3670596"/>
              <a:gd name="connsiteX891" fmla="*/ 3438949 w 3886200"/>
              <a:gd name="connsiteY891" fmla="*/ 2726715 h 3670596"/>
              <a:gd name="connsiteX892" fmla="*/ 3441037 w 3886200"/>
              <a:gd name="connsiteY892" fmla="*/ 2729376 h 3670596"/>
              <a:gd name="connsiteX893" fmla="*/ 3440882 w 3886200"/>
              <a:gd name="connsiteY893" fmla="*/ 2729180 h 3670596"/>
              <a:gd name="connsiteX894" fmla="*/ 3437088 w 3886200"/>
              <a:gd name="connsiteY894" fmla="*/ 2724341 h 3670596"/>
              <a:gd name="connsiteX895" fmla="*/ 3437363 w 3886200"/>
              <a:gd name="connsiteY895" fmla="*/ 2724691 h 3670596"/>
              <a:gd name="connsiteX896" fmla="*/ 3437967 w 3886200"/>
              <a:gd name="connsiteY896" fmla="*/ 2725463 h 3670596"/>
              <a:gd name="connsiteX897" fmla="*/ 3496381 w 3886200"/>
              <a:gd name="connsiteY897" fmla="*/ 2721990 h 3670596"/>
              <a:gd name="connsiteX898" fmla="*/ 3498925 w 3886200"/>
              <a:gd name="connsiteY898" fmla="*/ 2722768 h 3670596"/>
              <a:gd name="connsiteX899" fmla="*/ 3509014 w 3886200"/>
              <a:gd name="connsiteY899" fmla="*/ 2733333 h 3670596"/>
              <a:gd name="connsiteX900" fmla="*/ 3509125 w 3886200"/>
              <a:gd name="connsiteY900" fmla="*/ 2733479 h 3670596"/>
              <a:gd name="connsiteX901" fmla="*/ 3598378 w 3886200"/>
              <a:gd name="connsiteY901" fmla="*/ 2881439 h 3670596"/>
              <a:gd name="connsiteX902" fmla="*/ 3605412 w 3886200"/>
              <a:gd name="connsiteY902" fmla="*/ 2913850 h 3670596"/>
              <a:gd name="connsiteX903" fmla="*/ 3606710 w 3886200"/>
              <a:gd name="connsiteY903" fmla="*/ 2928832 h 3670596"/>
              <a:gd name="connsiteX904" fmla="*/ 3601317 w 3886200"/>
              <a:gd name="connsiteY904" fmla="*/ 2930322 h 3670596"/>
              <a:gd name="connsiteX905" fmla="*/ 3587485 w 3886200"/>
              <a:gd name="connsiteY905" fmla="*/ 2916134 h 3670596"/>
              <a:gd name="connsiteX906" fmla="*/ 3587480 w 3886200"/>
              <a:gd name="connsiteY906" fmla="*/ 2916128 h 3670596"/>
              <a:gd name="connsiteX907" fmla="*/ 3555068 w 3886200"/>
              <a:gd name="connsiteY907" fmla="*/ 2847054 h 3670596"/>
              <a:gd name="connsiteX908" fmla="*/ 3501557 w 3886200"/>
              <a:gd name="connsiteY908" fmla="*/ 2733019 h 3670596"/>
              <a:gd name="connsiteX909" fmla="*/ 3434987 w 3886200"/>
              <a:gd name="connsiteY909" fmla="*/ 2721661 h 3670596"/>
              <a:gd name="connsiteX910" fmla="*/ 3437088 w 3886200"/>
              <a:gd name="connsiteY910" fmla="*/ 2724341 h 3670596"/>
              <a:gd name="connsiteX911" fmla="*/ 3435368 w 3886200"/>
              <a:gd name="connsiteY911" fmla="*/ 2722148 h 3670596"/>
              <a:gd name="connsiteX912" fmla="*/ 3429508 w 3886200"/>
              <a:gd name="connsiteY912" fmla="*/ 2714674 h 3670596"/>
              <a:gd name="connsiteX913" fmla="*/ 3434633 w 3886200"/>
              <a:gd name="connsiteY913" fmla="*/ 2721209 h 3670596"/>
              <a:gd name="connsiteX914" fmla="*/ 3434987 w 3886200"/>
              <a:gd name="connsiteY914" fmla="*/ 2721661 h 3670596"/>
              <a:gd name="connsiteX915" fmla="*/ 3432880 w 3886200"/>
              <a:gd name="connsiteY915" fmla="*/ 2718975 h 3670596"/>
              <a:gd name="connsiteX916" fmla="*/ 3430624 w 3886200"/>
              <a:gd name="connsiteY916" fmla="*/ 2716097 h 3670596"/>
              <a:gd name="connsiteX917" fmla="*/ 3758825 w 3886200"/>
              <a:gd name="connsiteY917" fmla="*/ 2714440 h 3670596"/>
              <a:gd name="connsiteX918" fmla="*/ 3768164 w 3886200"/>
              <a:gd name="connsiteY918" fmla="*/ 2726350 h 3670596"/>
              <a:gd name="connsiteX919" fmla="*/ 3769299 w 3886200"/>
              <a:gd name="connsiteY919" fmla="*/ 2727798 h 3670596"/>
              <a:gd name="connsiteX920" fmla="*/ 3489281 w 3886200"/>
              <a:gd name="connsiteY920" fmla="*/ 2706862 h 3670596"/>
              <a:gd name="connsiteX921" fmla="*/ 3493261 w 3886200"/>
              <a:gd name="connsiteY921" fmla="*/ 2711936 h 3670596"/>
              <a:gd name="connsiteX922" fmla="*/ 3514756 w 3886200"/>
              <a:gd name="connsiteY922" fmla="*/ 2739347 h 3670596"/>
              <a:gd name="connsiteX923" fmla="*/ 3509014 w 3886200"/>
              <a:gd name="connsiteY923" fmla="*/ 2733333 h 3670596"/>
              <a:gd name="connsiteX924" fmla="*/ 3490174 w 3886200"/>
              <a:gd name="connsiteY924" fmla="*/ 2708763 h 3670596"/>
              <a:gd name="connsiteX925" fmla="*/ 3421794 w 3886200"/>
              <a:gd name="connsiteY925" fmla="*/ 2704837 h 3670596"/>
              <a:gd name="connsiteX926" fmla="*/ 3434633 w 3886200"/>
              <a:gd name="connsiteY926" fmla="*/ 2721209 h 3670596"/>
              <a:gd name="connsiteX927" fmla="*/ 3422003 w 3886200"/>
              <a:gd name="connsiteY927" fmla="*/ 2705104 h 3670596"/>
              <a:gd name="connsiteX928" fmla="*/ 3420771 w 3886200"/>
              <a:gd name="connsiteY928" fmla="*/ 2703533 h 3670596"/>
              <a:gd name="connsiteX929" fmla="*/ 3421794 w 3886200"/>
              <a:gd name="connsiteY929" fmla="*/ 2704837 h 3670596"/>
              <a:gd name="connsiteX930" fmla="*/ 3420864 w 3886200"/>
              <a:gd name="connsiteY930" fmla="*/ 2703652 h 3670596"/>
              <a:gd name="connsiteX931" fmla="*/ 3420758 w 3886200"/>
              <a:gd name="connsiteY931" fmla="*/ 2703516 h 3670596"/>
              <a:gd name="connsiteX932" fmla="*/ 3420771 w 3886200"/>
              <a:gd name="connsiteY932" fmla="*/ 2703533 h 3670596"/>
              <a:gd name="connsiteX933" fmla="*/ 3420762 w 3886200"/>
              <a:gd name="connsiteY933" fmla="*/ 2703521 h 3670596"/>
              <a:gd name="connsiteX934" fmla="*/ 3420390 w 3886200"/>
              <a:gd name="connsiteY934" fmla="*/ 2703046 h 3670596"/>
              <a:gd name="connsiteX935" fmla="*/ 3421898 w 3886200"/>
              <a:gd name="connsiteY935" fmla="*/ 2704966 h 3670596"/>
              <a:gd name="connsiteX936" fmla="*/ 3441308 w 3886200"/>
              <a:gd name="connsiteY936" fmla="*/ 2729722 h 3670596"/>
              <a:gd name="connsiteX937" fmla="*/ 3438949 w 3886200"/>
              <a:gd name="connsiteY937" fmla="*/ 2726715 h 3670596"/>
              <a:gd name="connsiteX938" fmla="*/ 3437363 w 3886200"/>
              <a:gd name="connsiteY938" fmla="*/ 2724691 h 3670596"/>
              <a:gd name="connsiteX939" fmla="*/ 3434633 w 3886200"/>
              <a:gd name="connsiteY939" fmla="*/ 2721209 h 3670596"/>
              <a:gd name="connsiteX940" fmla="*/ 3420539 w 3886200"/>
              <a:gd name="connsiteY940" fmla="*/ 2703237 h 3670596"/>
              <a:gd name="connsiteX941" fmla="*/ 3420018 w 3886200"/>
              <a:gd name="connsiteY941" fmla="*/ 2702572 h 3670596"/>
              <a:gd name="connsiteX942" fmla="*/ 3420390 w 3886200"/>
              <a:gd name="connsiteY942" fmla="*/ 2703046 h 3670596"/>
              <a:gd name="connsiteX943" fmla="*/ 3420295 w 3886200"/>
              <a:gd name="connsiteY943" fmla="*/ 2702926 h 3670596"/>
              <a:gd name="connsiteX944" fmla="*/ 3419882 w 3886200"/>
              <a:gd name="connsiteY944" fmla="*/ 2702399 h 3670596"/>
              <a:gd name="connsiteX945" fmla="*/ 3419945 w 3886200"/>
              <a:gd name="connsiteY945" fmla="*/ 2702479 h 3670596"/>
              <a:gd name="connsiteX946" fmla="*/ 3420295 w 3886200"/>
              <a:gd name="connsiteY946" fmla="*/ 2702926 h 3670596"/>
              <a:gd name="connsiteX947" fmla="*/ 3420539 w 3886200"/>
              <a:gd name="connsiteY947" fmla="*/ 2703237 h 3670596"/>
              <a:gd name="connsiteX948" fmla="*/ 3420758 w 3886200"/>
              <a:gd name="connsiteY948" fmla="*/ 2703516 h 3670596"/>
              <a:gd name="connsiteX949" fmla="*/ 3419316 w 3886200"/>
              <a:gd name="connsiteY949" fmla="*/ 2701677 h 3670596"/>
              <a:gd name="connsiteX950" fmla="*/ 3419537 w 3886200"/>
              <a:gd name="connsiteY950" fmla="*/ 2701959 h 3670596"/>
              <a:gd name="connsiteX951" fmla="*/ 3419882 w 3886200"/>
              <a:gd name="connsiteY951" fmla="*/ 2702399 h 3670596"/>
              <a:gd name="connsiteX952" fmla="*/ 3419362 w 3886200"/>
              <a:gd name="connsiteY952" fmla="*/ 2701738 h 3670596"/>
              <a:gd name="connsiteX953" fmla="*/ 3419281 w 3886200"/>
              <a:gd name="connsiteY953" fmla="*/ 2701632 h 3670596"/>
              <a:gd name="connsiteX954" fmla="*/ 3420018 w 3886200"/>
              <a:gd name="connsiteY954" fmla="*/ 2702572 h 3670596"/>
              <a:gd name="connsiteX955" fmla="*/ 3419945 w 3886200"/>
              <a:gd name="connsiteY955" fmla="*/ 2702479 h 3670596"/>
              <a:gd name="connsiteX956" fmla="*/ 3419537 w 3886200"/>
              <a:gd name="connsiteY956" fmla="*/ 2701959 h 3670596"/>
              <a:gd name="connsiteX957" fmla="*/ 3419306 w 3886200"/>
              <a:gd name="connsiteY957" fmla="*/ 2701664 h 3670596"/>
              <a:gd name="connsiteX958" fmla="*/ 3418744 w 3886200"/>
              <a:gd name="connsiteY958" fmla="*/ 2700948 h 3670596"/>
              <a:gd name="connsiteX959" fmla="*/ 3419281 w 3886200"/>
              <a:gd name="connsiteY959" fmla="*/ 2701632 h 3670596"/>
              <a:gd name="connsiteX960" fmla="*/ 3419141 w 3886200"/>
              <a:gd name="connsiteY960" fmla="*/ 2701453 h 3670596"/>
              <a:gd name="connsiteX961" fmla="*/ 3418629 w 3886200"/>
              <a:gd name="connsiteY961" fmla="*/ 2700802 h 3670596"/>
              <a:gd name="connsiteX962" fmla="*/ 3419141 w 3886200"/>
              <a:gd name="connsiteY962" fmla="*/ 2701453 h 3670596"/>
              <a:gd name="connsiteX963" fmla="*/ 3419306 w 3886200"/>
              <a:gd name="connsiteY963" fmla="*/ 2701664 h 3670596"/>
              <a:gd name="connsiteX964" fmla="*/ 3419316 w 3886200"/>
              <a:gd name="connsiteY964" fmla="*/ 2701677 h 3670596"/>
              <a:gd name="connsiteX965" fmla="*/ 3418207 w 3886200"/>
              <a:gd name="connsiteY965" fmla="*/ 2700262 h 3670596"/>
              <a:gd name="connsiteX966" fmla="*/ 3418629 w 3886200"/>
              <a:gd name="connsiteY966" fmla="*/ 2700802 h 3670596"/>
              <a:gd name="connsiteX967" fmla="*/ 3418347 w 3886200"/>
              <a:gd name="connsiteY967" fmla="*/ 2700441 h 3670596"/>
              <a:gd name="connsiteX968" fmla="*/ 3418010 w 3886200"/>
              <a:gd name="connsiteY968" fmla="*/ 2700012 h 3670596"/>
              <a:gd name="connsiteX969" fmla="*/ 3418744 w 3886200"/>
              <a:gd name="connsiteY969" fmla="*/ 2700948 h 3670596"/>
              <a:gd name="connsiteX970" fmla="*/ 3418083 w 3886200"/>
              <a:gd name="connsiteY970" fmla="*/ 2700105 h 3670596"/>
              <a:gd name="connsiteX971" fmla="*/ 3417936 w 3886200"/>
              <a:gd name="connsiteY971" fmla="*/ 2699918 h 3670596"/>
              <a:gd name="connsiteX972" fmla="*/ 3417976 w 3886200"/>
              <a:gd name="connsiteY972" fmla="*/ 2699968 h 3670596"/>
              <a:gd name="connsiteX973" fmla="*/ 3418083 w 3886200"/>
              <a:gd name="connsiteY973" fmla="*/ 2700105 h 3670596"/>
              <a:gd name="connsiteX974" fmla="*/ 3418207 w 3886200"/>
              <a:gd name="connsiteY974" fmla="*/ 2700262 h 3670596"/>
              <a:gd name="connsiteX975" fmla="*/ 3417726 w 3886200"/>
              <a:gd name="connsiteY975" fmla="*/ 2699649 h 3670596"/>
              <a:gd name="connsiteX976" fmla="*/ 3418010 w 3886200"/>
              <a:gd name="connsiteY976" fmla="*/ 2700012 h 3670596"/>
              <a:gd name="connsiteX977" fmla="*/ 3417976 w 3886200"/>
              <a:gd name="connsiteY977" fmla="*/ 2699968 h 3670596"/>
              <a:gd name="connsiteX978" fmla="*/ 3417342 w 3886200"/>
              <a:gd name="connsiteY978" fmla="*/ 2699160 h 3670596"/>
              <a:gd name="connsiteX979" fmla="*/ 3417726 w 3886200"/>
              <a:gd name="connsiteY979" fmla="*/ 2699649 h 3670596"/>
              <a:gd name="connsiteX980" fmla="*/ 3417589 w 3886200"/>
              <a:gd name="connsiteY980" fmla="*/ 2699475 h 3670596"/>
              <a:gd name="connsiteX981" fmla="*/ 3417137 w 3886200"/>
              <a:gd name="connsiteY981" fmla="*/ 2698899 h 3670596"/>
              <a:gd name="connsiteX982" fmla="*/ 3417589 w 3886200"/>
              <a:gd name="connsiteY982" fmla="*/ 2699475 h 3670596"/>
              <a:gd name="connsiteX983" fmla="*/ 3417936 w 3886200"/>
              <a:gd name="connsiteY983" fmla="*/ 2699918 h 3670596"/>
              <a:gd name="connsiteX984" fmla="*/ 3417778 w 3886200"/>
              <a:gd name="connsiteY984" fmla="*/ 2699716 h 3670596"/>
              <a:gd name="connsiteX985" fmla="*/ 3416342 w 3886200"/>
              <a:gd name="connsiteY985" fmla="*/ 2697884 h 3670596"/>
              <a:gd name="connsiteX986" fmla="*/ 3417342 w 3886200"/>
              <a:gd name="connsiteY986" fmla="*/ 2699160 h 3670596"/>
              <a:gd name="connsiteX987" fmla="*/ 3416660 w 3886200"/>
              <a:gd name="connsiteY987" fmla="*/ 2698290 h 3670596"/>
              <a:gd name="connsiteX988" fmla="*/ 3416316 w 3886200"/>
              <a:gd name="connsiteY988" fmla="*/ 2697852 h 3670596"/>
              <a:gd name="connsiteX989" fmla="*/ 3416660 w 3886200"/>
              <a:gd name="connsiteY989" fmla="*/ 2698290 h 3670596"/>
              <a:gd name="connsiteX990" fmla="*/ 3417137 w 3886200"/>
              <a:gd name="connsiteY990" fmla="*/ 2698899 h 3670596"/>
              <a:gd name="connsiteX991" fmla="*/ 3416784 w 3886200"/>
              <a:gd name="connsiteY991" fmla="*/ 2698449 h 3670596"/>
              <a:gd name="connsiteX992" fmla="*/ 3416191 w 3886200"/>
              <a:gd name="connsiteY992" fmla="*/ 2697693 h 3670596"/>
              <a:gd name="connsiteX993" fmla="*/ 3416200 w 3886200"/>
              <a:gd name="connsiteY993" fmla="*/ 2697704 h 3670596"/>
              <a:gd name="connsiteX994" fmla="*/ 3416316 w 3886200"/>
              <a:gd name="connsiteY994" fmla="*/ 2697852 h 3670596"/>
              <a:gd name="connsiteX995" fmla="*/ 3416278 w 3886200"/>
              <a:gd name="connsiteY995" fmla="*/ 2697803 h 3670596"/>
              <a:gd name="connsiteX996" fmla="*/ 3415973 w 3886200"/>
              <a:gd name="connsiteY996" fmla="*/ 2697415 h 3670596"/>
              <a:gd name="connsiteX997" fmla="*/ 3416191 w 3886200"/>
              <a:gd name="connsiteY997" fmla="*/ 2697693 h 3670596"/>
              <a:gd name="connsiteX998" fmla="*/ 3416171 w 3886200"/>
              <a:gd name="connsiteY998" fmla="*/ 2697668 h 3670596"/>
              <a:gd name="connsiteX999" fmla="*/ 3415091 w 3886200"/>
              <a:gd name="connsiteY999" fmla="*/ 2696290 h 3670596"/>
              <a:gd name="connsiteX1000" fmla="*/ 3415825 w 3886200"/>
              <a:gd name="connsiteY1000" fmla="*/ 2697226 h 3670596"/>
              <a:gd name="connsiteX1001" fmla="*/ 3415973 w 3886200"/>
              <a:gd name="connsiteY1001" fmla="*/ 2697415 h 3670596"/>
              <a:gd name="connsiteX1002" fmla="*/ 3415331 w 3886200"/>
              <a:gd name="connsiteY1002" fmla="*/ 2696596 h 3670596"/>
              <a:gd name="connsiteX1003" fmla="*/ 3414652 w 3886200"/>
              <a:gd name="connsiteY1003" fmla="*/ 2695729 h 3670596"/>
              <a:gd name="connsiteX1004" fmla="*/ 3416342 w 3886200"/>
              <a:gd name="connsiteY1004" fmla="*/ 2697884 h 3670596"/>
              <a:gd name="connsiteX1005" fmla="*/ 3416200 w 3886200"/>
              <a:gd name="connsiteY1005" fmla="*/ 2697704 h 3670596"/>
              <a:gd name="connsiteX1006" fmla="*/ 3415825 w 3886200"/>
              <a:gd name="connsiteY1006" fmla="*/ 2697226 h 3670596"/>
              <a:gd name="connsiteX1007" fmla="*/ 3413057 w 3886200"/>
              <a:gd name="connsiteY1007" fmla="*/ 2693697 h 3670596"/>
              <a:gd name="connsiteX1008" fmla="*/ 3413094 w 3886200"/>
              <a:gd name="connsiteY1008" fmla="*/ 2693743 h 3670596"/>
              <a:gd name="connsiteX1009" fmla="*/ 3415091 w 3886200"/>
              <a:gd name="connsiteY1009" fmla="*/ 2696290 h 3670596"/>
              <a:gd name="connsiteX1010" fmla="*/ 3414206 w 3886200"/>
              <a:gd name="connsiteY1010" fmla="*/ 2695161 h 3670596"/>
              <a:gd name="connsiteX1011" fmla="*/ 3412987 w 3886200"/>
              <a:gd name="connsiteY1011" fmla="*/ 2693607 h 3670596"/>
              <a:gd name="connsiteX1012" fmla="*/ 3413137 w 3886200"/>
              <a:gd name="connsiteY1012" fmla="*/ 2693798 h 3670596"/>
              <a:gd name="connsiteX1013" fmla="*/ 3413094 w 3886200"/>
              <a:gd name="connsiteY1013" fmla="*/ 2693743 h 3670596"/>
              <a:gd name="connsiteX1014" fmla="*/ 3413022 w 3886200"/>
              <a:gd name="connsiteY1014" fmla="*/ 2693652 h 3670596"/>
              <a:gd name="connsiteX1015" fmla="*/ 3412921 w 3886200"/>
              <a:gd name="connsiteY1015" fmla="*/ 2693522 h 3670596"/>
              <a:gd name="connsiteX1016" fmla="*/ 3414652 w 3886200"/>
              <a:gd name="connsiteY1016" fmla="*/ 2695729 h 3670596"/>
              <a:gd name="connsiteX1017" fmla="*/ 3412931 w 3886200"/>
              <a:gd name="connsiteY1017" fmla="*/ 2693534 h 3670596"/>
              <a:gd name="connsiteX1018" fmla="*/ 3412870 w 3886200"/>
              <a:gd name="connsiteY1018" fmla="*/ 2693456 h 3670596"/>
              <a:gd name="connsiteX1019" fmla="*/ 3412921 w 3886200"/>
              <a:gd name="connsiteY1019" fmla="*/ 2693522 h 3670596"/>
              <a:gd name="connsiteX1020" fmla="*/ 3412910 w 3886200"/>
              <a:gd name="connsiteY1020" fmla="*/ 2693508 h 3670596"/>
              <a:gd name="connsiteX1021" fmla="*/ 3412829 w 3886200"/>
              <a:gd name="connsiteY1021" fmla="*/ 2693405 h 3670596"/>
              <a:gd name="connsiteX1022" fmla="*/ 3413022 w 3886200"/>
              <a:gd name="connsiteY1022" fmla="*/ 2693652 h 3670596"/>
              <a:gd name="connsiteX1023" fmla="*/ 3413057 w 3886200"/>
              <a:gd name="connsiteY1023" fmla="*/ 2693697 h 3670596"/>
              <a:gd name="connsiteX1024" fmla="*/ 3412828 w 3886200"/>
              <a:gd name="connsiteY1024" fmla="*/ 2693404 h 3670596"/>
              <a:gd name="connsiteX1025" fmla="*/ 3412910 w 3886200"/>
              <a:gd name="connsiteY1025" fmla="*/ 2693508 h 3670596"/>
              <a:gd name="connsiteX1026" fmla="*/ 3412931 w 3886200"/>
              <a:gd name="connsiteY1026" fmla="*/ 2693534 h 3670596"/>
              <a:gd name="connsiteX1027" fmla="*/ 3412987 w 3886200"/>
              <a:gd name="connsiteY1027" fmla="*/ 2693607 h 3670596"/>
              <a:gd name="connsiteX1028" fmla="*/ 3412814 w 3886200"/>
              <a:gd name="connsiteY1028" fmla="*/ 2693387 h 3670596"/>
              <a:gd name="connsiteX1029" fmla="*/ 3412822 w 3886200"/>
              <a:gd name="connsiteY1029" fmla="*/ 2693396 h 3670596"/>
              <a:gd name="connsiteX1030" fmla="*/ 3412828 w 3886200"/>
              <a:gd name="connsiteY1030" fmla="*/ 2693404 h 3670596"/>
              <a:gd name="connsiteX1031" fmla="*/ 3412702 w 3886200"/>
              <a:gd name="connsiteY1031" fmla="*/ 2693243 h 3670596"/>
              <a:gd name="connsiteX1032" fmla="*/ 3412814 w 3886200"/>
              <a:gd name="connsiteY1032" fmla="*/ 2693387 h 3670596"/>
              <a:gd name="connsiteX1033" fmla="*/ 3412722 w 3886200"/>
              <a:gd name="connsiteY1033" fmla="*/ 2693269 h 3670596"/>
              <a:gd name="connsiteX1034" fmla="*/ 3412664 w 3886200"/>
              <a:gd name="connsiteY1034" fmla="*/ 2693195 h 3670596"/>
              <a:gd name="connsiteX1035" fmla="*/ 3412700 w 3886200"/>
              <a:gd name="connsiteY1035" fmla="*/ 2693240 h 3670596"/>
              <a:gd name="connsiteX1036" fmla="*/ 3412702 w 3886200"/>
              <a:gd name="connsiteY1036" fmla="*/ 2693243 h 3670596"/>
              <a:gd name="connsiteX1037" fmla="*/ 3412642 w 3886200"/>
              <a:gd name="connsiteY1037" fmla="*/ 2693167 h 3670596"/>
              <a:gd name="connsiteX1038" fmla="*/ 3412663 w 3886200"/>
              <a:gd name="connsiteY1038" fmla="*/ 2693194 h 3670596"/>
              <a:gd name="connsiteX1039" fmla="*/ 3412722 w 3886200"/>
              <a:gd name="connsiteY1039" fmla="*/ 2693269 h 3670596"/>
              <a:gd name="connsiteX1040" fmla="*/ 3412829 w 3886200"/>
              <a:gd name="connsiteY1040" fmla="*/ 2693405 h 3670596"/>
              <a:gd name="connsiteX1041" fmla="*/ 3411795 w 3886200"/>
              <a:gd name="connsiteY1041" fmla="*/ 2692087 h 3670596"/>
              <a:gd name="connsiteX1042" fmla="*/ 3412642 w 3886200"/>
              <a:gd name="connsiteY1042" fmla="*/ 2693167 h 3670596"/>
              <a:gd name="connsiteX1043" fmla="*/ 3412584 w 3886200"/>
              <a:gd name="connsiteY1043" fmla="*/ 2693094 h 3670596"/>
              <a:gd name="connsiteX1044" fmla="*/ 3410468 w 3886200"/>
              <a:gd name="connsiteY1044" fmla="*/ 2690394 h 3670596"/>
              <a:gd name="connsiteX1045" fmla="*/ 3410749 w 3886200"/>
              <a:gd name="connsiteY1045" fmla="*/ 2690753 h 3670596"/>
              <a:gd name="connsiteX1046" fmla="*/ 3411163 w 3886200"/>
              <a:gd name="connsiteY1046" fmla="*/ 2691281 h 3670596"/>
              <a:gd name="connsiteX1047" fmla="*/ 3411795 w 3886200"/>
              <a:gd name="connsiteY1047" fmla="*/ 2692087 h 3670596"/>
              <a:gd name="connsiteX1048" fmla="*/ 3411538 w 3886200"/>
              <a:gd name="connsiteY1048" fmla="*/ 2691759 h 3670596"/>
              <a:gd name="connsiteX1049" fmla="*/ 3410466 w 3886200"/>
              <a:gd name="connsiteY1049" fmla="*/ 2690391 h 3670596"/>
              <a:gd name="connsiteX1050" fmla="*/ 3412640 w 3886200"/>
              <a:gd name="connsiteY1050" fmla="*/ 2693163 h 3670596"/>
              <a:gd name="connsiteX1051" fmla="*/ 3412870 w 3886200"/>
              <a:gd name="connsiteY1051" fmla="*/ 2693456 h 3670596"/>
              <a:gd name="connsiteX1052" fmla="*/ 3412822 w 3886200"/>
              <a:gd name="connsiteY1052" fmla="*/ 2693396 h 3670596"/>
              <a:gd name="connsiteX1053" fmla="*/ 3412700 w 3886200"/>
              <a:gd name="connsiteY1053" fmla="*/ 2693240 h 3670596"/>
              <a:gd name="connsiteX1054" fmla="*/ 3412139 w 3886200"/>
              <a:gd name="connsiteY1054" fmla="*/ 2692525 h 3670596"/>
              <a:gd name="connsiteX1055" fmla="*/ 3412664 w 3886200"/>
              <a:gd name="connsiteY1055" fmla="*/ 2693195 h 3670596"/>
              <a:gd name="connsiteX1056" fmla="*/ 3412663 w 3886200"/>
              <a:gd name="connsiteY1056" fmla="*/ 2693194 h 3670596"/>
              <a:gd name="connsiteX1057" fmla="*/ 3411163 w 3886200"/>
              <a:gd name="connsiteY1057" fmla="*/ 2691281 h 3670596"/>
              <a:gd name="connsiteX1058" fmla="*/ 3408643 w 3886200"/>
              <a:gd name="connsiteY1058" fmla="*/ 2688066 h 3670596"/>
              <a:gd name="connsiteX1059" fmla="*/ 3410466 w 3886200"/>
              <a:gd name="connsiteY1059" fmla="*/ 2690391 h 3670596"/>
              <a:gd name="connsiteX1060" fmla="*/ 3408994 w 3886200"/>
              <a:gd name="connsiteY1060" fmla="*/ 2688515 h 3670596"/>
              <a:gd name="connsiteX1061" fmla="*/ 3408410 w 3886200"/>
              <a:gd name="connsiteY1061" fmla="*/ 2687770 h 3670596"/>
              <a:gd name="connsiteX1062" fmla="*/ 3408994 w 3886200"/>
              <a:gd name="connsiteY1062" fmla="*/ 2688515 h 3670596"/>
              <a:gd name="connsiteX1063" fmla="*/ 3410468 w 3886200"/>
              <a:gd name="connsiteY1063" fmla="*/ 2690394 h 3670596"/>
              <a:gd name="connsiteX1064" fmla="*/ 3409156 w 3886200"/>
              <a:gd name="connsiteY1064" fmla="*/ 2688722 h 3670596"/>
              <a:gd name="connsiteX1065" fmla="*/ 3407868 w 3886200"/>
              <a:gd name="connsiteY1065" fmla="*/ 2687079 h 3670596"/>
              <a:gd name="connsiteX1066" fmla="*/ 3408001 w 3886200"/>
              <a:gd name="connsiteY1066" fmla="*/ 2687248 h 3670596"/>
              <a:gd name="connsiteX1067" fmla="*/ 3408410 w 3886200"/>
              <a:gd name="connsiteY1067" fmla="*/ 2687770 h 3670596"/>
              <a:gd name="connsiteX1068" fmla="*/ 3407795 w 3886200"/>
              <a:gd name="connsiteY1068" fmla="*/ 2686985 h 3670596"/>
              <a:gd name="connsiteX1069" fmla="*/ 3407868 w 3886200"/>
              <a:gd name="connsiteY1069" fmla="*/ 2687079 h 3670596"/>
              <a:gd name="connsiteX1070" fmla="*/ 3407857 w 3886200"/>
              <a:gd name="connsiteY1070" fmla="*/ 2687065 h 3670596"/>
              <a:gd name="connsiteX1071" fmla="*/ 3472807 w 3886200"/>
              <a:gd name="connsiteY1071" fmla="*/ 2685852 h 3670596"/>
              <a:gd name="connsiteX1072" fmla="*/ 3475349 w 3886200"/>
              <a:gd name="connsiteY1072" fmla="*/ 2689094 h 3670596"/>
              <a:gd name="connsiteX1073" fmla="*/ 3474951 w 3886200"/>
              <a:gd name="connsiteY1073" fmla="*/ 2688587 h 3670596"/>
              <a:gd name="connsiteX1074" fmla="*/ 3406693 w 3886200"/>
              <a:gd name="connsiteY1074" fmla="*/ 2685580 h 3670596"/>
              <a:gd name="connsiteX1075" fmla="*/ 3407474 w 3886200"/>
              <a:gd name="connsiteY1075" fmla="*/ 2686575 h 3670596"/>
              <a:gd name="connsiteX1076" fmla="*/ 3407795 w 3886200"/>
              <a:gd name="connsiteY1076" fmla="*/ 2686985 h 3670596"/>
              <a:gd name="connsiteX1077" fmla="*/ 3407287 w 3886200"/>
              <a:gd name="connsiteY1077" fmla="*/ 2686338 h 3670596"/>
              <a:gd name="connsiteX1078" fmla="*/ 3406201 w 3886200"/>
              <a:gd name="connsiteY1078" fmla="*/ 2684953 h 3670596"/>
              <a:gd name="connsiteX1079" fmla="*/ 3406669 w 3886200"/>
              <a:gd name="connsiteY1079" fmla="*/ 2685549 h 3670596"/>
              <a:gd name="connsiteX1080" fmla="*/ 3406693 w 3886200"/>
              <a:gd name="connsiteY1080" fmla="*/ 2685580 h 3670596"/>
              <a:gd name="connsiteX1081" fmla="*/ 3406213 w 3886200"/>
              <a:gd name="connsiteY1081" fmla="*/ 2684968 h 3670596"/>
              <a:gd name="connsiteX1082" fmla="*/ 3406030 w 3886200"/>
              <a:gd name="connsiteY1082" fmla="*/ 2684734 h 3670596"/>
              <a:gd name="connsiteX1083" fmla="*/ 3408643 w 3886200"/>
              <a:gd name="connsiteY1083" fmla="*/ 2688066 h 3670596"/>
              <a:gd name="connsiteX1084" fmla="*/ 3408001 w 3886200"/>
              <a:gd name="connsiteY1084" fmla="*/ 2687248 h 3670596"/>
              <a:gd name="connsiteX1085" fmla="*/ 3407474 w 3886200"/>
              <a:gd name="connsiteY1085" fmla="*/ 2686575 h 3670596"/>
              <a:gd name="connsiteX1086" fmla="*/ 3406669 w 3886200"/>
              <a:gd name="connsiteY1086" fmla="*/ 2685549 h 3670596"/>
              <a:gd name="connsiteX1087" fmla="*/ 3406122 w 3886200"/>
              <a:gd name="connsiteY1087" fmla="*/ 2684852 h 3670596"/>
              <a:gd name="connsiteX1088" fmla="*/ 3405963 w 3886200"/>
              <a:gd name="connsiteY1088" fmla="*/ 2684649 h 3670596"/>
              <a:gd name="connsiteX1089" fmla="*/ 3406122 w 3886200"/>
              <a:gd name="connsiteY1089" fmla="*/ 2684852 h 3670596"/>
              <a:gd name="connsiteX1090" fmla="*/ 3406201 w 3886200"/>
              <a:gd name="connsiteY1090" fmla="*/ 2684953 h 3670596"/>
              <a:gd name="connsiteX1091" fmla="*/ 3406187 w 3886200"/>
              <a:gd name="connsiteY1091" fmla="*/ 2684935 h 3670596"/>
              <a:gd name="connsiteX1092" fmla="*/ 3470693 w 3886200"/>
              <a:gd name="connsiteY1092" fmla="*/ 2683155 h 3670596"/>
              <a:gd name="connsiteX1093" fmla="*/ 3472807 w 3886200"/>
              <a:gd name="connsiteY1093" fmla="*/ 2685852 h 3670596"/>
              <a:gd name="connsiteX1094" fmla="*/ 3470763 w 3886200"/>
              <a:gd name="connsiteY1094" fmla="*/ 2683244 h 3670596"/>
              <a:gd name="connsiteX1095" fmla="*/ 3470459 w 3886200"/>
              <a:gd name="connsiteY1095" fmla="*/ 2682857 h 3670596"/>
              <a:gd name="connsiteX1096" fmla="*/ 3470693 w 3886200"/>
              <a:gd name="connsiteY1096" fmla="*/ 2683155 h 3670596"/>
              <a:gd name="connsiteX1097" fmla="*/ 3470499 w 3886200"/>
              <a:gd name="connsiteY1097" fmla="*/ 2682907 h 3670596"/>
              <a:gd name="connsiteX1098" fmla="*/ 3404514 w 3886200"/>
              <a:gd name="connsiteY1098" fmla="*/ 2682800 h 3670596"/>
              <a:gd name="connsiteX1099" fmla="*/ 3406030 w 3886200"/>
              <a:gd name="connsiteY1099" fmla="*/ 2684734 h 3670596"/>
              <a:gd name="connsiteX1100" fmla="*/ 3404929 w 3886200"/>
              <a:gd name="connsiteY1100" fmla="*/ 2683330 h 3670596"/>
              <a:gd name="connsiteX1101" fmla="*/ 3470267 w 3886200"/>
              <a:gd name="connsiteY1101" fmla="*/ 2682612 h 3670596"/>
              <a:gd name="connsiteX1102" fmla="*/ 3470459 w 3886200"/>
              <a:gd name="connsiteY1102" fmla="*/ 2682857 h 3670596"/>
              <a:gd name="connsiteX1103" fmla="*/ 3470285 w 3886200"/>
              <a:gd name="connsiteY1103" fmla="*/ 2682635 h 3670596"/>
              <a:gd name="connsiteX1104" fmla="*/ 3469826 w 3886200"/>
              <a:gd name="connsiteY1104" fmla="*/ 2682049 h 3670596"/>
              <a:gd name="connsiteX1105" fmla="*/ 3470267 w 3886200"/>
              <a:gd name="connsiteY1105" fmla="*/ 2682612 h 3670596"/>
              <a:gd name="connsiteX1106" fmla="*/ 3470256 w 3886200"/>
              <a:gd name="connsiteY1106" fmla="*/ 2682598 h 3670596"/>
              <a:gd name="connsiteX1107" fmla="*/ 3402893 w 3886200"/>
              <a:gd name="connsiteY1107" fmla="*/ 2680735 h 3670596"/>
              <a:gd name="connsiteX1108" fmla="*/ 3403862 w 3886200"/>
              <a:gd name="connsiteY1108" fmla="*/ 2681969 h 3670596"/>
              <a:gd name="connsiteX1109" fmla="*/ 3404929 w 3886200"/>
              <a:gd name="connsiteY1109" fmla="*/ 2683330 h 3670596"/>
              <a:gd name="connsiteX1110" fmla="*/ 3405963 w 3886200"/>
              <a:gd name="connsiteY1110" fmla="*/ 2684649 h 3670596"/>
              <a:gd name="connsiteX1111" fmla="*/ 3403321 w 3886200"/>
              <a:gd name="connsiteY1111" fmla="*/ 2681282 h 3670596"/>
              <a:gd name="connsiteX1112" fmla="*/ 3402742 w 3886200"/>
              <a:gd name="connsiteY1112" fmla="*/ 2680542 h 3670596"/>
              <a:gd name="connsiteX1113" fmla="*/ 3402893 w 3886200"/>
              <a:gd name="connsiteY1113" fmla="*/ 2680735 h 3670596"/>
              <a:gd name="connsiteX1114" fmla="*/ 3402787 w 3886200"/>
              <a:gd name="connsiteY1114" fmla="*/ 2680601 h 3670596"/>
              <a:gd name="connsiteX1115" fmla="*/ 3402232 w 3886200"/>
              <a:gd name="connsiteY1115" fmla="*/ 2679890 h 3670596"/>
              <a:gd name="connsiteX1116" fmla="*/ 3404514 w 3886200"/>
              <a:gd name="connsiteY1116" fmla="*/ 2682800 h 3670596"/>
              <a:gd name="connsiteX1117" fmla="*/ 3403862 w 3886200"/>
              <a:gd name="connsiteY1117" fmla="*/ 2681969 h 3670596"/>
              <a:gd name="connsiteX1118" fmla="*/ 3402305 w 3886200"/>
              <a:gd name="connsiteY1118" fmla="*/ 2679984 h 3670596"/>
              <a:gd name="connsiteX1119" fmla="*/ 3402141 w 3886200"/>
              <a:gd name="connsiteY1119" fmla="*/ 2679775 h 3670596"/>
              <a:gd name="connsiteX1120" fmla="*/ 3402232 w 3886200"/>
              <a:gd name="connsiteY1120" fmla="*/ 2679890 h 3670596"/>
              <a:gd name="connsiteX1121" fmla="*/ 3402227 w 3886200"/>
              <a:gd name="connsiteY1121" fmla="*/ 2679885 h 3670596"/>
              <a:gd name="connsiteX1122" fmla="*/ 3402076 w 3886200"/>
              <a:gd name="connsiteY1122" fmla="*/ 2679694 h 3670596"/>
              <a:gd name="connsiteX1123" fmla="*/ 3402227 w 3886200"/>
              <a:gd name="connsiteY1123" fmla="*/ 2679885 h 3670596"/>
              <a:gd name="connsiteX1124" fmla="*/ 3402305 w 3886200"/>
              <a:gd name="connsiteY1124" fmla="*/ 2679984 h 3670596"/>
              <a:gd name="connsiteX1125" fmla="*/ 3402742 w 3886200"/>
              <a:gd name="connsiteY1125" fmla="*/ 2680542 h 3670596"/>
              <a:gd name="connsiteX1126" fmla="*/ 3402629 w 3886200"/>
              <a:gd name="connsiteY1126" fmla="*/ 2680399 h 3670596"/>
              <a:gd name="connsiteX1127" fmla="*/ 3467131 w 3886200"/>
              <a:gd name="connsiteY1127" fmla="*/ 2678614 h 3670596"/>
              <a:gd name="connsiteX1128" fmla="*/ 3470256 w 3886200"/>
              <a:gd name="connsiteY1128" fmla="*/ 2682598 h 3670596"/>
              <a:gd name="connsiteX1129" fmla="*/ 3470285 w 3886200"/>
              <a:gd name="connsiteY1129" fmla="*/ 2682635 h 3670596"/>
              <a:gd name="connsiteX1130" fmla="*/ 3470499 w 3886200"/>
              <a:gd name="connsiteY1130" fmla="*/ 2682907 h 3670596"/>
              <a:gd name="connsiteX1131" fmla="*/ 3470763 w 3886200"/>
              <a:gd name="connsiteY1131" fmla="*/ 2683244 h 3670596"/>
              <a:gd name="connsiteX1132" fmla="*/ 3470916 w 3886200"/>
              <a:gd name="connsiteY1132" fmla="*/ 2683440 h 3670596"/>
              <a:gd name="connsiteX1133" fmla="*/ 3399662 w 3886200"/>
              <a:gd name="connsiteY1133" fmla="*/ 2676612 h 3670596"/>
              <a:gd name="connsiteX1134" fmla="*/ 3402141 w 3886200"/>
              <a:gd name="connsiteY1134" fmla="*/ 2679775 h 3670596"/>
              <a:gd name="connsiteX1135" fmla="*/ 3401622 w 3886200"/>
              <a:gd name="connsiteY1135" fmla="*/ 2679115 h 3670596"/>
              <a:gd name="connsiteX1136" fmla="*/ 3464429 w 3886200"/>
              <a:gd name="connsiteY1136" fmla="*/ 2675165 h 3670596"/>
              <a:gd name="connsiteX1137" fmla="*/ 3469826 w 3886200"/>
              <a:gd name="connsiteY1137" fmla="*/ 2682049 h 3670596"/>
              <a:gd name="connsiteX1138" fmla="*/ 3464900 w 3886200"/>
              <a:gd name="connsiteY1138" fmla="*/ 2675767 h 3670596"/>
              <a:gd name="connsiteX1139" fmla="*/ 3463870 w 3886200"/>
              <a:gd name="connsiteY1139" fmla="*/ 2674454 h 3670596"/>
              <a:gd name="connsiteX1140" fmla="*/ 3464429 w 3886200"/>
              <a:gd name="connsiteY1140" fmla="*/ 2675165 h 3670596"/>
              <a:gd name="connsiteX1141" fmla="*/ 3464102 w 3886200"/>
              <a:gd name="connsiteY1141" fmla="*/ 2674749 h 3670596"/>
              <a:gd name="connsiteX1142" fmla="*/ 3463844 w 3886200"/>
              <a:gd name="connsiteY1142" fmla="*/ 2674420 h 3670596"/>
              <a:gd name="connsiteX1143" fmla="*/ 3464102 w 3886200"/>
              <a:gd name="connsiteY1143" fmla="*/ 2674749 h 3670596"/>
              <a:gd name="connsiteX1144" fmla="*/ 3464900 w 3886200"/>
              <a:gd name="connsiteY1144" fmla="*/ 2675767 h 3670596"/>
              <a:gd name="connsiteX1145" fmla="*/ 3467131 w 3886200"/>
              <a:gd name="connsiteY1145" fmla="*/ 2678614 h 3670596"/>
              <a:gd name="connsiteX1146" fmla="*/ 3463844 w 3886200"/>
              <a:gd name="connsiteY1146" fmla="*/ 2674421 h 3670596"/>
              <a:gd name="connsiteX1147" fmla="*/ 3463841 w 3886200"/>
              <a:gd name="connsiteY1147" fmla="*/ 2674416 h 3670596"/>
              <a:gd name="connsiteX1148" fmla="*/ 3463844 w 3886200"/>
              <a:gd name="connsiteY1148" fmla="*/ 2674420 h 3670596"/>
              <a:gd name="connsiteX1149" fmla="*/ 3463844 w 3886200"/>
              <a:gd name="connsiteY1149" fmla="*/ 2674420 h 3670596"/>
              <a:gd name="connsiteX1150" fmla="*/ 3463839 w 3886200"/>
              <a:gd name="connsiteY1150" fmla="*/ 2674413 h 3670596"/>
              <a:gd name="connsiteX1151" fmla="*/ 3463841 w 3886200"/>
              <a:gd name="connsiteY1151" fmla="*/ 2674416 h 3670596"/>
              <a:gd name="connsiteX1152" fmla="*/ 3463840 w 3886200"/>
              <a:gd name="connsiteY1152" fmla="*/ 2674415 h 3670596"/>
              <a:gd name="connsiteX1153" fmla="*/ 3463836 w 3886200"/>
              <a:gd name="connsiteY1153" fmla="*/ 2674409 h 3670596"/>
              <a:gd name="connsiteX1154" fmla="*/ 3463870 w 3886200"/>
              <a:gd name="connsiteY1154" fmla="*/ 2674454 h 3670596"/>
              <a:gd name="connsiteX1155" fmla="*/ 3463844 w 3886200"/>
              <a:gd name="connsiteY1155" fmla="*/ 2674420 h 3670596"/>
              <a:gd name="connsiteX1156" fmla="*/ 3463836 w 3886200"/>
              <a:gd name="connsiteY1156" fmla="*/ 2674409 h 3670596"/>
              <a:gd name="connsiteX1157" fmla="*/ 3463835 w 3886200"/>
              <a:gd name="connsiteY1157" fmla="*/ 2674408 h 3670596"/>
              <a:gd name="connsiteX1158" fmla="*/ 3463835 w 3886200"/>
              <a:gd name="connsiteY1158" fmla="*/ 2674409 h 3670596"/>
              <a:gd name="connsiteX1159" fmla="*/ 3463836 w 3886200"/>
              <a:gd name="connsiteY1159" fmla="*/ 2674409 h 3670596"/>
              <a:gd name="connsiteX1160" fmla="*/ 3463839 w 3886200"/>
              <a:gd name="connsiteY1160" fmla="*/ 2674413 h 3670596"/>
              <a:gd name="connsiteX1161" fmla="*/ 3463833 w 3886200"/>
              <a:gd name="connsiteY1161" fmla="*/ 2674406 h 3670596"/>
              <a:gd name="connsiteX1162" fmla="*/ 3463835 w 3886200"/>
              <a:gd name="connsiteY1162" fmla="*/ 2674408 h 3670596"/>
              <a:gd name="connsiteX1163" fmla="*/ 3463833 w 3886200"/>
              <a:gd name="connsiteY1163" fmla="*/ 2674407 h 3670596"/>
              <a:gd name="connsiteX1164" fmla="*/ 3463833 w 3886200"/>
              <a:gd name="connsiteY1164" fmla="*/ 2674406 h 3670596"/>
              <a:gd name="connsiteX1165" fmla="*/ 3463836 w 3886200"/>
              <a:gd name="connsiteY1165" fmla="*/ 2674409 h 3670596"/>
              <a:gd name="connsiteX1166" fmla="*/ 3463835 w 3886200"/>
              <a:gd name="connsiteY1166" fmla="*/ 2674409 h 3670596"/>
              <a:gd name="connsiteX1167" fmla="*/ 3463833 w 3886200"/>
              <a:gd name="connsiteY1167" fmla="*/ 2674406 h 3670596"/>
              <a:gd name="connsiteX1168" fmla="*/ 3463830 w 3886200"/>
              <a:gd name="connsiteY1168" fmla="*/ 2674402 h 3670596"/>
              <a:gd name="connsiteX1169" fmla="*/ 3463831 w 3886200"/>
              <a:gd name="connsiteY1169" fmla="*/ 2674403 h 3670596"/>
              <a:gd name="connsiteX1170" fmla="*/ 3463833 w 3886200"/>
              <a:gd name="connsiteY1170" fmla="*/ 2674406 h 3670596"/>
              <a:gd name="connsiteX1171" fmla="*/ 3463833 w 3886200"/>
              <a:gd name="connsiteY1171" fmla="*/ 2674406 h 3670596"/>
              <a:gd name="connsiteX1172" fmla="*/ 3463824 w 3886200"/>
              <a:gd name="connsiteY1172" fmla="*/ 2674395 h 3670596"/>
              <a:gd name="connsiteX1173" fmla="*/ 3463833 w 3886200"/>
              <a:gd name="connsiteY1173" fmla="*/ 2674406 h 3670596"/>
              <a:gd name="connsiteX1174" fmla="*/ 3463831 w 3886200"/>
              <a:gd name="connsiteY1174" fmla="*/ 2674403 h 3670596"/>
              <a:gd name="connsiteX1175" fmla="*/ 3463825 w 3886200"/>
              <a:gd name="connsiteY1175" fmla="*/ 2674396 h 3670596"/>
              <a:gd name="connsiteX1176" fmla="*/ 3463823 w 3886200"/>
              <a:gd name="connsiteY1176" fmla="*/ 2674394 h 3670596"/>
              <a:gd name="connsiteX1177" fmla="*/ 3463825 w 3886200"/>
              <a:gd name="connsiteY1177" fmla="*/ 2674396 h 3670596"/>
              <a:gd name="connsiteX1178" fmla="*/ 3463830 w 3886200"/>
              <a:gd name="connsiteY1178" fmla="*/ 2674402 h 3670596"/>
              <a:gd name="connsiteX1179" fmla="*/ 3463828 w 3886200"/>
              <a:gd name="connsiteY1179" fmla="*/ 2674400 h 3670596"/>
              <a:gd name="connsiteX1180" fmla="*/ 3463814 w 3886200"/>
              <a:gd name="connsiteY1180" fmla="*/ 2674382 h 3670596"/>
              <a:gd name="connsiteX1181" fmla="*/ 3463824 w 3886200"/>
              <a:gd name="connsiteY1181" fmla="*/ 2674395 h 3670596"/>
              <a:gd name="connsiteX1182" fmla="*/ 3463823 w 3886200"/>
              <a:gd name="connsiteY1182" fmla="*/ 2674394 h 3670596"/>
              <a:gd name="connsiteX1183" fmla="*/ 3463811 w 3886200"/>
              <a:gd name="connsiteY1183" fmla="*/ 2674378 h 3670596"/>
              <a:gd name="connsiteX1184" fmla="*/ 3463811 w 3886200"/>
              <a:gd name="connsiteY1184" fmla="*/ 2674378 h 3670596"/>
              <a:gd name="connsiteX1185" fmla="*/ 3463814 w 3886200"/>
              <a:gd name="connsiteY1185" fmla="*/ 2674382 h 3670596"/>
              <a:gd name="connsiteX1186" fmla="*/ 3463807 w 3886200"/>
              <a:gd name="connsiteY1186" fmla="*/ 2674373 h 3670596"/>
              <a:gd name="connsiteX1187" fmla="*/ 3463811 w 3886200"/>
              <a:gd name="connsiteY1187" fmla="*/ 2674378 h 3670596"/>
              <a:gd name="connsiteX1188" fmla="*/ 3463807 w 3886200"/>
              <a:gd name="connsiteY1188" fmla="*/ 2674376 h 3670596"/>
              <a:gd name="connsiteX1189" fmla="*/ 3494471 w 3886200"/>
              <a:gd name="connsiteY1189" fmla="*/ 2661912 h 3670596"/>
              <a:gd name="connsiteX1190" fmla="*/ 3523263 w 3886200"/>
              <a:gd name="connsiteY1190" fmla="*/ 2701611 h 3670596"/>
              <a:gd name="connsiteX1191" fmla="*/ 3523499 w 3886200"/>
              <a:gd name="connsiteY1191" fmla="*/ 2701725 h 3670596"/>
              <a:gd name="connsiteX1192" fmla="*/ 3523661 w 3886200"/>
              <a:gd name="connsiteY1192" fmla="*/ 2702118 h 3670596"/>
              <a:gd name="connsiteX1193" fmla="*/ 3565706 w 3886200"/>
              <a:gd name="connsiteY1193" fmla="*/ 2804321 h 3670596"/>
              <a:gd name="connsiteX1194" fmla="*/ 3497498 w 3886200"/>
              <a:gd name="connsiteY1194" fmla="*/ 2675321 h 3670596"/>
              <a:gd name="connsiteX1195" fmla="*/ 3501943 w 3886200"/>
              <a:gd name="connsiteY1195" fmla="*/ 2649323 h 3670596"/>
              <a:gd name="connsiteX1196" fmla="*/ 3513518 w 3886200"/>
              <a:gd name="connsiteY1196" fmla="*/ 2657343 h 3670596"/>
              <a:gd name="connsiteX1197" fmla="*/ 3543931 w 3886200"/>
              <a:gd name="connsiteY1197" fmla="*/ 2692513 h 3670596"/>
              <a:gd name="connsiteX1198" fmla="*/ 3537493 w 3886200"/>
              <a:gd name="connsiteY1198" fmla="*/ 2708433 h 3670596"/>
              <a:gd name="connsiteX1199" fmla="*/ 3523499 w 3886200"/>
              <a:gd name="connsiteY1199" fmla="*/ 2701725 h 3670596"/>
              <a:gd name="connsiteX1200" fmla="*/ 3502069 w 3886200"/>
              <a:gd name="connsiteY1200" fmla="*/ 2649637 h 3670596"/>
              <a:gd name="connsiteX1201" fmla="*/ 3492981 w 3886200"/>
              <a:gd name="connsiteY1201" fmla="*/ 2627538 h 3670596"/>
              <a:gd name="connsiteX1202" fmla="*/ 3492981 w 3886200"/>
              <a:gd name="connsiteY1202" fmla="*/ 2627540 h 3670596"/>
              <a:gd name="connsiteX1203" fmla="*/ 3494117 w 3886200"/>
              <a:gd name="connsiteY1203" fmla="*/ 2630301 h 3670596"/>
              <a:gd name="connsiteX1204" fmla="*/ 3501943 w 3886200"/>
              <a:gd name="connsiteY1204" fmla="*/ 2649323 h 3670596"/>
              <a:gd name="connsiteX1205" fmla="*/ 3497177 w 3886200"/>
              <a:gd name="connsiteY1205" fmla="*/ 2646023 h 3670596"/>
              <a:gd name="connsiteX1206" fmla="*/ 3492606 w 3886200"/>
              <a:gd name="connsiteY1206" fmla="*/ 2653651 h 3670596"/>
              <a:gd name="connsiteX1207" fmla="*/ 3494471 w 3886200"/>
              <a:gd name="connsiteY1207" fmla="*/ 2661912 h 3670596"/>
              <a:gd name="connsiteX1208" fmla="*/ 3485222 w 3886200"/>
              <a:gd name="connsiteY1208" fmla="*/ 2649162 h 3670596"/>
              <a:gd name="connsiteX1209" fmla="*/ 3482666 w 3886200"/>
              <a:gd name="connsiteY1209" fmla="*/ 2644092 h 3670596"/>
              <a:gd name="connsiteX1210" fmla="*/ 3544107 w 3886200"/>
              <a:gd name="connsiteY1210" fmla="*/ 2608699 h 3670596"/>
              <a:gd name="connsiteX1211" fmla="*/ 3547629 w 3886200"/>
              <a:gd name="connsiteY1211" fmla="*/ 2613189 h 3670596"/>
              <a:gd name="connsiteX1212" fmla="*/ 3573103 w 3886200"/>
              <a:gd name="connsiteY1212" fmla="*/ 2645676 h 3670596"/>
              <a:gd name="connsiteX1213" fmla="*/ 3569277 w 3886200"/>
              <a:gd name="connsiteY1213" fmla="*/ 2640797 h 3670596"/>
              <a:gd name="connsiteX1214" fmla="*/ 3566734 w 3886200"/>
              <a:gd name="connsiteY1214" fmla="*/ 2637555 h 3670596"/>
              <a:gd name="connsiteX1215" fmla="*/ 3555323 w 3886200"/>
              <a:gd name="connsiteY1215" fmla="*/ 2623006 h 3670596"/>
              <a:gd name="connsiteX1216" fmla="*/ 3551133 w 3886200"/>
              <a:gd name="connsiteY1216" fmla="*/ 2617660 h 3670596"/>
              <a:gd name="connsiteX1217" fmla="*/ 3534435 w 3886200"/>
              <a:gd name="connsiteY1217" fmla="*/ 2596368 h 3670596"/>
              <a:gd name="connsiteX1218" fmla="*/ 3540862 w 3886200"/>
              <a:gd name="connsiteY1218" fmla="*/ 2604562 h 3670596"/>
              <a:gd name="connsiteX1219" fmla="*/ 3544107 w 3886200"/>
              <a:gd name="connsiteY1219" fmla="*/ 2608699 h 3670596"/>
              <a:gd name="connsiteX1220" fmla="*/ 3534634 w 3886200"/>
              <a:gd name="connsiteY1220" fmla="*/ 2596623 h 3670596"/>
              <a:gd name="connsiteX1221" fmla="*/ 3533770 w 3886200"/>
              <a:gd name="connsiteY1221" fmla="*/ 2595518 h 3670596"/>
              <a:gd name="connsiteX1222" fmla="*/ 3534435 w 3886200"/>
              <a:gd name="connsiteY1222" fmla="*/ 2596368 h 3670596"/>
              <a:gd name="connsiteX1223" fmla="*/ 3534182 w 3886200"/>
              <a:gd name="connsiteY1223" fmla="*/ 2596046 h 3670596"/>
              <a:gd name="connsiteX1224" fmla="*/ 3781682 w 3886200"/>
              <a:gd name="connsiteY1224" fmla="*/ 2586017 h 3670596"/>
              <a:gd name="connsiteX1225" fmla="*/ 3817170 w 3886200"/>
              <a:gd name="connsiteY1225" fmla="*/ 2620771 h 3670596"/>
              <a:gd name="connsiteX1226" fmla="*/ 3787996 w 3886200"/>
              <a:gd name="connsiteY1226" fmla="*/ 2667605 h 3670596"/>
              <a:gd name="connsiteX1227" fmla="*/ 3776262 w 3886200"/>
              <a:gd name="connsiteY1227" fmla="*/ 2602741 h 3670596"/>
              <a:gd name="connsiteX1228" fmla="*/ 3776081 w 3886200"/>
              <a:gd name="connsiteY1228" fmla="*/ 2589927 h 3670596"/>
              <a:gd name="connsiteX1229" fmla="*/ 3829338 w 3886200"/>
              <a:gd name="connsiteY1229" fmla="*/ 2584930 h 3670596"/>
              <a:gd name="connsiteX1230" fmla="*/ 3832445 w 3886200"/>
              <a:gd name="connsiteY1230" fmla="*/ 2591664 h 3670596"/>
              <a:gd name="connsiteX1231" fmla="*/ 3842644 w 3886200"/>
              <a:gd name="connsiteY1231" fmla="*/ 2653256 h 3670596"/>
              <a:gd name="connsiteX1232" fmla="*/ 3830057 w 3886200"/>
              <a:gd name="connsiteY1232" fmla="*/ 2588618 h 3670596"/>
              <a:gd name="connsiteX1233" fmla="*/ 3522153 w 3886200"/>
              <a:gd name="connsiteY1233" fmla="*/ 2580703 h 3670596"/>
              <a:gd name="connsiteX1234" fmla="*/ 3533770 w 3886200"/>
              <a:gd name="connsiteY1234" fmla="*/ 2595518 h 3670596"/>
              <a:gd name="connsiteX1235" fmla="*/ 3525508 w 3886200"/>
              <a:gd name="connsiteY1235" fmla="*/ 2584984 h 3670596"/>
              <a:gd name="connsiteX1236" fmla="*/ 3525337 w 3886200"/>
              <a:gd name="connsiteY1236" fmla="*/ 2584765 h 3670596"/>
              <a:gd name="connsiteX1237" fmla="*/ 3522153 w 3886200"/>
              <a:gd name="connsiteY1237" fmla="*/ 2580704 h 3670596"/>
              <a:gd name="connsiteX1238" fmla="*/ 3514247 w 3886200"/>
              <a:gd name="connsiteY1238" fmla="*/ 2570621 h 3670596"/>
              <a:gd name="connsiteX1239" fmla="*/ 3514570 w 3886200"/>
              <a:gd name="connsiteY1239" fmla="*/ 2571032 h 3670596"/>
              <a:gd name="connsiteX1240" fmla="*/ 3522153 w 3886200"/>
              <a:gd name="connsiteY1240" fmla="*/ 2580704 h 3670596"/>
              <a:gd name="connsiteX1241" fmla="*/ 3511493 w 3886200"/>
              <a:gd name="connsiteY1241" fmla="*/ 2567111 h 3670596"/>
              <a:gd name="connsiteX1242" fmla="*/ 3511543 w 3886200"/>
              <a:gd name="connsiteY1242" fmla="*/ 2567171 h 3670596"/>
              <a:gd name="connsiteX1243" fmla="*/ 3514247 w 3886200"/>
              <a:gd name="connsiteY1243" fmla="*/ 2570621 h 3670596"/>
              <a:gd name="connsiteX1244" fmla="*/ 3820870 w 3886200"/>
              <a:gd name="connsiteY1244" fmla="*/ 2541448 h 3670596"/>
              <a:gd name="connsiteX1245" fmla="*/ 3823592 w 3886200"/>
              <a:gd name="connsiteY1245" fmla="*/ 2555424 h 3670596"/>
              <a:gd name="connsiteX1246" fmla="*/ 3829338 w 3886200"/>
              <a:gd name="connsiteY1246" fmla="*/ 2584930 h 3670596"/>
              <a:gd name="connsiteX1247" fmla="*/ 3810773 w 3886200"/>
              <a:gd name="connsiteY1247" fmla="*/ 2544691 h 3670596"/>
              <a:gd name="connsiteX1248" fmla="*/ 3749321 w 3886200"/>
              <a:gd name="connsiteY1248" fmla="*/ 2450206 h 3670596"/>
              <a:gd name="connsiteX1249" fmla="*/ 3757182 w 3886200"/>
              <a:gd name="connsiteY1249" fmla="*/ 2460232 h 3670596"/>
              <a:gd name="connsiteX1250" fmla="*/ 3765939 w 3886200"/>
              <a:gd name="connsiteY1250" fmla="*/ 2471399 h 3670596"/>
              <a:gd name="connsiteX1251" fmla="*/ 3766735 w 3886200"/>
              <a:gd name="connsiteY1251" fmla="*/ 2472414 h 3670596"/>
              <a:gd name="connsiteX1252" fmla="*/ 3759172 w 3886200"/>
              <a:gd name="connsiteY1252" fmla="*/ 2462770 h 3670596"/>
              <a:gd name="connsiteX1253" fmla="*/ 3744445 w 3886200"/>
              <a:gd name="connsiteY1253" fmla="*/ 2443988 h 3670596"/>
              <a:gd name="connsiteX1254" fmla="*/ 3749321 w 3886200"/>
              <a:gd name="connsiteY1254" fmla="*/ 2450206 h 3670596"/>
              <a:gd name="connsiteX1255" fmla="*/ 3748425 w 3886200"/>
              <a:gd name="connsiteY1255" fmla="*/ 2449064 h 3670596"/>
              <a:gd name="connsiteX1256" fmla="*/ 3744445 w 3886200"/>
              <a:gd name="connsiteY1256" fmla="*/ 2443988 h 3670596"/>
              <a:gd name="connsiteX1257" fmla="*/ 3828264 w 3886200"/>
              <a:gd name="connsiteY1257" fmla="*/ 2382805 h 3670596"/>
              <a:gd name="connsiteX1258" fmla="*/ 3849877 w 3886200"/>
              <a:gd name="connsiteY1258" fmla="*/ 2406102 h 3670596"/>
              <a:gd name="connsiteX1259" fmla="*/ 3853739 w 3886200"/>
              <a:gd name="connsiteY1259" fmla="*/ 2415292 h 3670596"/>
              <a:gd name="connsiteX1260" fmla="*/ 3828264 w 3886200"/>
              <a:gd name="connsiteY1260" fmla="*/ 2382805 h 3670596"/>
              <a:gd name="connsiteX1261" fmla="*/ 3831965 w 3886200"/>
              <a:gd name="connsiteY1261" fmla="*/ 2303483 h 3670596"/>
              <a:gd name="connsiteX1262" fmla="*/ 3849478 w 3886200"/>
              <a:gd name="connsiteY1262" fmla="*/ 2325818 h 3670596"/>
              <a:gd name="connsiteX1263" fmla="*/ 3848661 w 3886200"/>
              <a:gd name="connsiteY1263" fmla="*/ 2324777 h 3670596"/>
              <a:gd name="connsiteX1264" fmla="*/ 3863561 w 3886200"/>
              <a:gd name="connsiteY1264" fmla="*/ 2291975 h 3670596"/>
              <a:gd name="connsiteX1265" fmla="*/ 3867624 w 3886200"/>
              <a:gd name="connsiteY1265" fmla="*/ 2301848 h 3670596"/>
              <a:gd name="connsiteX1266" fmla="*/ 3866345 w 3886200"/>
              <a:gd name="connsiteY1266" fmla="*/ 2298741 h 3670596"/>
              <a:gd name="connsiteX1267" fmla="*/ 3857928 w 3886200"/>
              <a:gd name="connsiteY1267" fmla="*/ 2278287 h 3670596"/>
              <a:gd name="connsiteX1268" fmla="*/ 3863561 w 3886200"/>
              <a:gd name="connsiteY1268" fmla="*/ 2291975 h 3670596"/>
              <a:gd name="connsiteX1269" fmla="*/ 3862933 w 3886200"/>
              <a:gd name="connsiteY1269" fmla="*/ 2290454 h 3670596"/>
              <a:gd name="connsiteX1270" fmla="*/ 3842560 w 3886200"/>
              <a:gd name="connsiteY1270" fmla="*/ 2240931 h 3670596"/>
              <a:gd name="connsiteX1271" fmla="*/ 3845890 w 3886200"/>
              <a:gd name="connsiteY1271" fmla="*/ 2249020 h 3670596"/>
              <a:gd name="connsiteX1272" fmla="*/ 3857928 w 3886200"/>
              <a:gd name="connsiteY1272" fmla="*/ 2278287 h 3670596"/>
              <a:gd name="connsiteX1273" fmla="*/ 3856542 w 3886200"/>
              <a:gd name="connsiteY1273" fmla="*/ 2274918 h 3670596"/>
              <a:gd name="connsiteX1274" fmla="*/ 3835664 w 3886200"/>
              <a:gd name="connsiteY1274" fmla="*/ 2224162 h 3670596"/>
              <a:gd name="connsiteX1275" fmla="*/ 3842560 w 3886200"/>
              <a:gd name="connsiteY1275" fmla="*/ 2240931 h 3670596"/>
              <a:gd name="connsiteX1276" fmla="*/ 3838644 w 3886200"/>
              <a:gd name="connsiteY1276" fmla="*/ 2231413 h 3670596"/>
              <a:gd name="connsiteX1277" fmla="*/ 3835664 w 3886200"/>
              <a:gd name="connsiteY1277" fmla="*/ 2224162 h 3670596"/>
              <a:gd name="connsiteX1278" fmla="*/ 392393 w 3886200"/>
              <a:gd name="connsiteY1278" fmla="*/ 2218535 h 3670596"/>
              <a:gd name="connsiteX1279" fmla="*/ 392394 w 3886200"/>
              <a:gd name="connsiteY1279" fmla="*/ 2218537 h 3670596"/>
              <a:gd name="connsiteX1280" fmla="*/ 392405 w 3886200"/>
              <a:gd name="connsiteY1280" fmla="*/ 2218552 h 3670596"/>
              <a:gd name="connsiteX1281" fmla="*/ 387595 w 3886200"/>
              <a:gd name="connsiteY1281" fmla="*/ 2212418 h 3670596"/>
              <a:gd name="connsiteX1282" fmla="*/ 392388 w 3886200"/>
              <a:gd name="connsiteY1282" fmla="*/ 2218528 h 3670596"/>
              <a:gd name="connsiteX1283" fmla="*/ 392393 w 3886200"/>
              <a:gd name="connsiteY1283" fmla="*/ 2218535 h 3670596"/>
              <a:gd name="connsiteX1284" fmla="*/ 391597 w 3886200"/>
              <a:gd name="connsiteY1284" fmla="*/ 2217520 h 3670596"/>
              <a:gd name="connsiteX1285" fmla="*/ 385785 w 3886200"/>
              <a:gd name="connsiteY1285" fmla="*/ 2210109 h 3670596"/>
              <a:gd name="connsiteX1286" fmla="*/ 386024 w 3886200"/>
              <a:gd name="connsiteY1286" fmla="*/ 2210414 h 3670596"/>
              <a:gd name="connsiteX1287" fmla="*/ 387595 w 3886200"/>
              <a:gd name="connsiteY1287" fmla="*/ 2212418 h 3670596"/>
              <a:gd name="connsiteX1288" fmla="*/ 341444 w 3886200"/>
              <a:gd name="connsiteY1288" fmla="*/ 2153562 h 3670596"/>
              <a:gd name="connsiteX1289" fmla="*/ 370898 w 3886200"/>
              <a:gd name="connsiteY1289" fmla="*/ 2191125 h 3670596"/>
              <a:gd name="connsiteX1290" fmla="*/ 385785 w 3886200"/>
              <a:gd name="connsiteY1290" fmla="*/ 2210109 h 3670596"/>
              <a:gd name="connsiteX1291" fmla="*/ 378061 w 3886200"/>
              <a:gd name="connsiteY1291" fmla="*/ 2200262 h 3670596"/>
              <a:gd name="connsiteX1292" fmla="*/ 341444 w 3886200"/>
              <a:gd name="connsiteY1292" fmla="*/ 2153562 h 3670596"/>
              <a:gd name="connsiteX1293" fmla="*/ 3737460 w 3886200"/>
              <a:gd name="connsiteY1293" fmla="*/ 2014894 h 3670596"/>
              <a:gd name="connsiteX1294" fmla="*/ 3813887 w 3886200"/>
              <a:gd name="connsiteY1294" fmla="*/ 2112353 h 3670596"/>
              <a:gd name="connsiteX1295" fmla="*/ 3802225 w 3886200"/>
              <a:gd name="connsiteY1295" fmla="*/ 2121612 h 3670596"/>
              <a:gd name="connsiteX1296" fmla="*/ 3745300 w 3886200"/>
              <a:gd name="connsiteY1296" fmla="*/ 2036709 h 3670596"/>
              <a:gd name="connsiteX1297" fmla="*/ 225870 w 3886200"/>
              <a:gd name="connsiteY1297" fmla="*/ 1585985 h 3670596"/>
              <a:gd name="connsiteX1298" fmla="*/ 229875 w 3886200"/>
              <a:gd name="connsiteY1298" fmla="*/ 1591093 h 3670596"/>
              <a:gd name="connsiteX1299" fmla="*/ 232562 w 3886200"/>
              <a:gd name="connsiteY1299" fmla="*/ 1594519 h 3670596"/>
              <a:gd name="connsiteX1300" fmla="*/ 218865 w 3886200"/>
              <a:gd name="connsiteY1300" fmla="*/ 1577052 h 3670596"/>
              <a:gd name="connsiteX1301" fmla="*/ 225870 w 3886200"/>
              <a:gd name="connsiteY1301" fmla="*/ 1585985 h 3670596"/>
              <a:gd name="connsiteX1302" fmla="*/ 223494 w 3886200"/>
              <a:gd name="connsiteY1302" fmla="*/ 1582955 h 3670596"/>
              <a:gd name="connsiteX1303" fmla="*/ 210710 w 3886200"/>
              <a:gd name="connsiteY1303" fmla="*/ 1566653 h 3670596"/>
              <a:gd name="connsiteX1304" fmla="*/ 211067 w 3886200"/>
              <a:gd name="connsiteY1304" fmla="*/ 1567108 h 3670596"/>
              <a:gd name="connsiteX1305" fmla="*/ 218865 w 3886200"/>
              <a:gd name="connsiteY1305" fmla="*/ 1577052 h 3670596"/>
              <a:gd name="connsiteX1306" fmla="*/ 83974 w 3886200"/>
              <a:gd name="connsiteY1306" fmla="*/ 1548984 h 3670596"/>
              <a:gd name="connsiteX1307" fmla="*/ 140900 w 3886200"/>
              <a:gd name="connsiteY1307" fmla="*/ 1633888 h 3670596"/>
              <a:gd name="connsiteX1308" fmla="*/ 148740 w 3886200"/>
              <a:gd name="connsiteY1308" fmla="*/ 1655701 h 3670596"/>
              <a:gd name="connsiteX1309" fmla="*/ 72313 w 3886200"/>
              <a:gd name="connsiteY1309" fmla="*/ 1558242 h 3670596"/>
              <a:gd name="connsiteX1310" fmla="*/ 83974 w 3886200"/>
              <a:gd name="connsiteY1310" fmla="*/ 1548984 h 3670596"/>
              <a:gd name="connsiteX1311" fmla="*/ 188536 w 3886200"/>
              <a:gd name="connsiteY1311" fmla="*/ 1538376 h 3670596"/>
              <a:gd name="connsiteX1312" fmla="*/ 199125 w 3886200"/>
              <a:gd name="connsiteY1312" fmla="*/ 1551880 h 3670596"/>
              <a:gd name="connsiteX1313" fmla="*/ 210710 w 3886200"/>
              <a:gd name="connsiteY1313" fmla="*/ 1566653 h 3670596"/>
              <a:gd name="connsiteX1314" fmla="*/ 192870 w 3886200"/>
              <a:gd name="connsiteY1314" fmla="*/ 1543905 h 3670596"/>
              <a:gd name="connsiteX1315" fmla="*/ 185508 w 3886200"/>
              <a:gd name="connsiteY1315" fmla="*/ 1534515 h 3670596"/>
              <a:gd name="connsiteX1316" fmla="*/ 187980 w 3886200"/>
              <a:gd name="connsiteY1316" fmla="*/ 1537667 h 3670596"/>
              <a:gd name="connsiteX1317" fmla="*/ 188536 w 3886200"/>
              <a:gd name="connsiteY1317" fmla="*/ 1538376 h 3670596"/>
              <a:gd name="connsiteX1318" fmla="*/ 3500031 w 3886200"/>
              <a:gd name="connsiteY1318" fmla="*/ 1459997 h 3670596"/>
              <a:gd name="connsiteX1319" fmla="*/ 3508138 w 3886200"/>
              <a:gd name="connsiteY1319" fmla="*/ 1470335 h 3670596"/>
              <a:gd name="connsiteX1320" fmla="*/ 3544756 w 3886200"/>
              <a:gd name="connsiteY1320" fmla="*/ 1517034 h 3670596"/>
              <a:gd name="connsiteX1321" fmla="*/ 3500176 w 3886200"/>
              <a:gd name="connsiteY1321" fmla="*/ 1460183 h 3670596"/>
              <a:gd name="connsiteX1322" fmla="*/ 3493808 w 3886200"/>
              <a:gd name="connsiteY1322" fmla="*/ 1452061 h 3670596"/>
              <a:gd name="connsiteX1323" fmla="*/ 3494603 w 3886200"/>
              <a:gd name="connsiteY1323" fmla="*/ 1453076 h 3670596"/>
              <a:gd name="connsiteX1324" fmla="*/ 3500031 w 3886200"/>
              <a:gd name="connsiteY1324" fmla="*/ 1459997 h 3670596"/>
              <a:gd name="connsiteX1325" fmla="*/ 3493810 w 3886200"/>
              <a:gd name="connsiteY1325" fmla="*/ 1452066 h 3670596"/>
              <a:gd name="connsiteX1326" fmla="*/ 3493799 w 3886200"/>
              <a:gd name="connsiteY1326" fmla="*/ 1452050 h 3670596"/>
              <a:gd name="connsiteX1327" fmla="*/ 3493808 w 3886200"/>
              <a:gd name="connsiteY1327" fmla="*/ 1452061 h 3670596"/>
              <a:gd name="connsiteX1328" fmla="*/ 3493806 w 3886200"/>
              <a:gd name="connsiteY1328" fmla="*/ 1452060 h 3670596"/>
              <a:gd name="connsiteX1329" fmla="*/ 43640 w 3886200"/>
              <a:gd name="connsiteY1329" fmla="*/ 1429665 h 3670596"/>
              <a:gd name="connsiteX1330" fmla="*/ 47556 w 3886200"/>
              <a:gd name="connsiteY1330" fmla="*/ 1439184 h 3670596"/>
              <a:gd name="connsiteX1331" fmla="*/ 50536 w 3886200"/>
              <a:gd name="connsiteY1331" fmla="*/ 1446435 h 3670596"/>
              <a:gd name="connsiteX1332" fmla="*/ 28272 w 3886200"/>
              <a:gd name="connsiteY1332" fmla="*/ 1392309 h 3670596"/>
              <a:gd name="connsiteX1333" fmla="*/ 29659 w 3886200"/>
              <a:gd name="connsiteY1333" fmla="*/ 1395678 h 3670596"/>
              <a:gd name="connsiteX1334" fmla="*/ 43640 w 3886200"/>
              <a:gd name="connsiteY1334" fmla="*/ 1429665 h 3670596"/>
              <a:gd name="connsiteX1335" fmla="*/ 40310 w 3886200"/>
              <a:gd name="connsiteY1335" fmla="*/ 1421575 h 3670596"/>
              <a:gd name="connsiteX1336" fmla="*/ 22638 w 3886200"/>
              <a:gd name="connsiteY1336" fmla="*/ 1378621 h 3670596"/>
              <a:gd name="connsiteX1337" fmla="*/ 23267 w 3886200"/>
              <a:gd name="connsiteY1337" fmla="*/ 1380142 h 3670596"/>
              <a:gd name="connsiteX1338" fmla="*/ 28272 w 3886200"/>
              <a:gd name="connsiteY1338" fmla="*/ 1392309 h 3670596"/>
              <a:gd name="connsiteX1339" fmla="*/ 18576 w 3886200"/>
              <a:gd name="connsiteY1339" fmla="*/ 1368747 h 3670596"/>
              <a:gd name="connsiteX1340" fmla="*/ 19855 w 3886200"/>
              <a:gd name="connsiteY1340" fmla="*/ 1371855 h 3670596"/>
              <a:gd name="connsiteX1341" fmla="*/ 22638 w 3886200"/>
              <a:gd name="connsiteY1341" fmla="*/ 1378621 h 3670596"/>
              <a:gd name="connsiteX1342" fmla="*/ 36723 w 3886200"/>
              <a:gd name="connsiteY1342" fmla="*/ 1344778 h 3670596"/>
              <a:gd name="connsiteX1343" fmla="*/ 37397 w 3886200"/>
              <a:gd name="connsiteY1343" fmla="*/ 1345638 h 3670596"/>
              <a:gd name="connsiteX1344" fmla="*/ 54236 w 3886200"/>
              <a:gd name="connsiteY1344" fmla="*/ 1367113 h 3670596"/>
              <a:gd name="connsiteX1345" fmla="*/ 36723 w 3886200"/>
              <a:gd name="connsiteY1345" fmla="*/ 1344778 h 3670596"/>
              <a:gd name="connsiteX1346" fmla="*/ 32461 w 3886200"/>
              <a:gd name="connsiteY1346" fmla="*/ 1255303 h 3670596"/>
              <a:gd name="connsiteX1347" fmla="*/ 57935 w 3886200"/>
              <a:gd name="connsiteY1347" fmla="*/ 1287790 h 3670596"/>
              <a:gd name="connsiteX1348" fmla="*/ 36323 w 3886200"/>
              <a:gd name="connsiteY1348" fmla="*/ 1264494 h 3670596"/>
              <a:gd name="connsiteX1349" fmla="*/ 136194 w 3886200"/>
              <a:gd name="connsiteY1349" fmla="*/ 1219517 h 3670596"/>
              <a:gd name="connsiteX1350" fmla="*/ 141755 w 3886200"/>
              <a:gd name="connsiteY1350" fmla="*/ 1226608 h 3670596"/>
              <a:gd name="connsiteX1351" fmla="*/ 137775 w 3886200"/>
              <a:gd name="connsiteY1351" fmla="*/ 1221532 h 3670596"/>
              <a:gd name="connsiteX1352" fmla="*/ 120705 w 3886200"/>
              <a:gd name="connsiteY1352" fmla="*/ 1199763 h 3670596"/>
              <a:gd name="connsiteX1353" fmla="*/ 129018 w 3886200"/>
              <a:gd name="connsiteY1353" fmla="*/ 1210364 h 3670596"/>
              <a:gd name="connsiteX1354" fmla="*/ 136194 w 3886200"/>
              <a:gd name="connsiteY1354" fmla="*/ 1219517 h 3670596"/>
              <a:gd name="connsiteX1355" fmla="*/ 127028 w 3886200"/>
              <a:gd name="connsiteY1355" fmla="*/ 1207826 h 3670596"/>
              <a:gd name="connsiteX1356" fmla="*/ 116281 w 3886200"/>
              <a:gd name="connsiteY1356" fmla="*/ 1194121 h 3670596"/>
              <a:gd name="connsiteX1357" fmla="*/ 119465 w 3886200"/>
              <a:gd name="connsiteY1357" fmla="*/ 1198182 h 3670596"/>
              <a:gd name="connsiteX1358" fmla="*/ 120705 w 3886200"/>
              <a:gd name="connsiteY1358" fmla="*/ 1199763 h 3670596"/>
              <a:gd name="connsiteX1359" fmla="*/ 120261 w 3886200"/>
              <a:gd name="connsiteY1359" fmla="*/ 1199197 h 3670596"/>
              <a:gd name="connsiteX1360" fmla="*/ 116281 w 3886200"/>
              <a:gd name="connsiteY1360" fmla="*/ 1194121 h 3670596"/>
              <a:gd name="connsiteX1361" fmla="*/ 371953 w 3886200"/>
              <a:gd name="connsiteY1361" fmla="*/ 1099975 h 3670596"/>
              <a:gd name="connsiteX1362" fmla="*/ 374707 w 3886200"/>
              <a:gd name="connsiteY1362" fmla="*/ 1103485 h 3670596"/>
              <a:gd name="connsiteX1363" fmla="*/ 374657 w 3886200"/>
              <a:gd name="connsiteY1363" fmla="*/ 1103426 h 3670596"/>
              <a:gd name="connsiteX1364" fmla="*/ 364047 w 3886200"/>
              <a:gd name="connsiteY1364" fmla="*/ 1089892 h 3670596"/>
              <a:gd name="connsiteX1365" fmla="*/ 371953 w 3886200"/>
              <a:gd name="connsiteY1365" fmla="*/ 1099975 h 3670596"/>
              <a:gd name="connsiteX1366" fmla="*/ 371630 w 3886200"/>
              <a:gd name="connsiteY1366" fmla="*/ 1099564 h 3670596"/>
              <a:gd name="connsiteX1367" fmla="*/ 56862 w 3886200"/>
              <a:gd name="connsiteY1367" fmla="*/ 1085666 h 3670596"/>
              <a:gd name="connsiteX1368" fmla="*/ 75427 w 3886200"/>
              <a:gd name="connsiteY1368" fmla="*/ 1125905 h 3670596"/>
              <a:gd name="connsiteX1369" fmla="*/ 65330 w 3886200"/>
              <a:gd name="connsiteY1369" fmla="*/ 1129148 h 3670596"/>
              <a:gd name="connsiteX1370" fmla="*/ 62608 w 3886200"/>
              <a:gd name="connsiteY1370" fmla="*/ 1115172 h 3670596"/>
              <a:gd name="connsiteX1371" fmla="*/ 352430 w 3886200"/>
              <a:gd name="connsiteY1371" fmla="*/ 1075078 h 3670596"/>
              <a:gd name="connsiteX1372" fmla="*/ 364047 w 3886200"/>
              <a:gd name="connsiteY1372" fmla="*/ 1089892 h 3670596"/>
              <a:gd name="connsiteX1373" fmla="*/ 364047 w 3886200"/>
              <a:gd name="connsiteY1373" fmla="*/ 1089893 h 3670596"/>
              <a:gd name="connsiteX1374" fmla="*/ 351765 w 3886200"/>
              <a:gd name="connsiteY1374" fmla="*/ 1074227 h 3670596"/>
              <a:gd name="connsiteX1375" fmla="*/ 352018 w 3886200"/>
              <a:gd name="connsiteY1375" fmla="*/ 1074549 h 3670596"/>
              <a:gd name="connsiteX1376" fmla="*/ 352430 w 3886200"/>
              <a:gd name="connsiteY1376" fmla="*/ 1075078 h 3670596"/>
              <a:gd name="connsiteX1377" fmla="*/ 351566 w 3886200"/>
              <a:gd name="connsiteY1377" fmla="*/ 1073973 h 3670596"/>
              <a:gd name="connsiteX1378" fmla="*/ 351738 w 3886200"/>
              <a:gd name="connsiteY1378" fmla="*/ 1074193 h 3670596"/>
              <a:gd name="connsiteX1379" fmla="*/ 351765 w 3886200"/>
              <a:gd name="connsiteY1379" fmla="*/ 1074227 h 3670596"/>
              <a:gd name="connsiteX1380" fmla="*/ 347765 w 3886200"/>
              <a:gd name="connsiteY1380" fmla="*/ 1069128 h 3670596"/>
              <a:gd name="connsiteX1381" fmla="*/ 350879 w 3886200"/>
              <a:gd name="connsiteY1381" fmla="*/ 1073098 h 3670596"/>
              <a:gd name="connsiteX1382" fmla="*/ 351566 w 3886200"/>
              <a:gd name="connsiteY1382" fmla="*/ 1073973 h 3670596"/>
              <a:gd name="connsiteX1383" fmla="*/ 342092 w 3886200"/>
              <a:gd name="connsiteY1383" fmla="*/ 1061897 h 3670596"/>
              <a:gd name="connsiteX1384" fmla="*/ 347765 w 3886200"/>
              <a:gd name="connsiteY1384" fmla="*/ 1069128 h 3670596"/>
              <a:gd name="connsiteX1385" fmla="*/ 345338 w 3886200"/>
              <a:gd name="connsiteY1385" fmla="*/ 1066034 h 3670596"/>
              <a:gd name="connsiteX1386" fmla="*/ 318806 w 3886200"/>
              <a:gd name="connsiteY1386" fmla="*/ 1032201 h 3670596"/>
              <a:gd name="connsiteX1387" fmla="*/ 319466 w 3886200"/>
              <a:gd name="connsiteY1387" fmla="*/ 1033041 h 3670596"/>
              <a:gd name="connsiteX1388" fmla="*/ 330876 w 3886200"/>
              <a:gd name="connsiteY1388" fmla="*/ 1047591 h 3670596"/>
              <a:gd name="connsiteX1389" fmla="*/ 342092 w 3886200"/>
              <a:gd name="connsiteY1389" fmla="*/ 1061897 h 3670596"/>
              <a:gd name="connsiteX1390" fmla="*/ 338571 w 3886200"/>
              <a:gd name="connsiteY1390" fmla="*/ 1057406 h 3670596"/>
              <a:gd name="connsiteX1391" fmla="*/ 327824 w 3886200"/>
              <a:gd name="connsiteY1391" fmla="*/ 1043701 h 3670596"/>
              <a:gd name="connsiteX1392" fmla="*/ 316923 w 3886200"/>
              <a:gd name="connsiteY1392" fmla="*/ 1029799 h 3670596"/>
              <a:gd name="connsiteX1393" fmla="*/ 317850 w 3886200"/>
              <a:gd name="connsiteY1393" fmla="*/ 1030981 h 3670596"/>
              <a:gd name="connsiteX1394" fmla="*/ 318806 w 3886200"/>
              <a:gd name="connsiteY1394" fmla="*/ 1032201 h 3670596"/>
              <a:gd name="connsiteX1395" fmla="*/ 313097 w 3886200"/>
              <a:gd name="connsiteY1395" fmla="*/ 1024919 h 3670596"/>
              <a:gd name="connsiteX1396" fmla="*/ 316470 w 3886200"/>
              <a:gd name="connsiteY1396" fmla="*/ 1029221 h 3670596"/>
              <a:gd name="connsiteX1397" fmla="*/ 316923 w 3886200"/>
              <a:gd name="connsiteY1397" fmla="*/ 1029799 h 3670596"/>
              <a:gd name="connsiteX1398" fmla="*/ 43555 w 3886200"/>
              <a:gd name="connsiteY1398" fmla="*/ 1017339 h 3670596"/>
              <a:gd name="connsiteX1399" fmla="*/ 56143 w 3886200"/>
              <a:gd name="connsiteY1399" fmla="*/ 1081978 h 3670596"/>
              <a:gd name="connsiteX1400" fmla="*/ 56862 w 3886200"/>
              <a:gd name="connsiteY1400" fmla="*/ 1085666 h 3670596"/>
              <a:gd name="connsiteX1401" fmla="*/ 53755 w 3886200"/>
              <a:gd name="connsiteY1401" fmla="*/ 1078932 h 3670596"/>
              <a:gd name="connsiteX1402" fmla="*/ 43555 w 3886200"/>
              <a:gd name="connsiteY1402" fmla="*/ 1017339 h 3670596"/>
              <a:gd name="connsiteX1403" fmla="*/ 391729 w 3886200"/>
              <a:gd name="connsiteY1403" fmla="*/ 1008684 h 3670596"/>
              <a:gd name="connsiteX1404" fmla="*/ 400977 w 3886200"/>
              <a:gd name="connsiteY1404" fmla="*/ 1021434 h 3670596"/>
              <a:gd name="connsiteX1405" fmla="*/ 403534 w 3886200"/>
              <a:gd name="connsiteY1405" fmla="*/ 1026503 h 3670596"/>
              <a:gd name="connsiteX1406" fmla="*/ 393219 w 3886200"/>
              <a:gd name="connsiteY1406" fmla="*/ 1043058 h 3670596"/>
              <a:gd name="connsiteX1407" fmla="*/ 393219 w 3886200"/>
              <a:gd name="connsiteY1407" fmla="*/ 1043056 h 3670596"/>
              <a:gd name="connsiteX1408" fmla="*/ 392082 w 3886200"/>
              <a:gd name="connsiteY1408" fmla="*/ 1040294 h 3670596"/>
              <a:gd name="connsiteX1409" fmla="*/ 384257 w 3886200"/>
              <a:gd name="connsiteY1409" fmla="*/ 1021273 h 3670596"/>
              <a:gd name="connsiteX1410" fmla="*/ 389022 w 3886200"/>
              <a:gd name="connsiteY1410" fmla="*/ 1024572 h 3670596"/>
              <a:gd name="connsiteX1411" fmla="*/ 393594 w 3886200"/>
              <a:gd name="connsiteY1411" fmla="*/ 1016945 h 3670596"/>
              <a:gd name="connsiteX1412" fmla="*/ 98203 w 3886200"/>
              <a:gd name="connsiteY1412" fmla="*/ 1002991 h 3670596"/>
              <a:gd name="connsiteX1413" fmla="*/ 109938 w 3886200"/>
              <a:gd name="connsiteY1413" fmla="*/ 1067855 h 3670596"/>
              <a:gd name="connsiteX1414" fmla="*/ 110119 w 3886200"/>
              <a:gd name="connsiteY1414" fmla="*/ 1080669 h 3670596"/>
              <a:gd name="connsiteX1415" fmla="*/ 104518 w 3886200"/>
              <a:gd name="connsiteY1415" fmla="*/ 1084579 h 3670596"/>
              <a:gd name="connsiteX1416" fmla="*/ 69030 w 3886200"/>
              <a:gd name="connsiteY1416" fmla="*/ 1049825 h 3670596"/>
              <a:gd name="connsiteX1417" fmla="*/ 98203 w 3886200"/>
              <a:gd name="connsiteY1417" fmla="*/ 1002991 h 3670596"/>
              <a:gd name="connsiteX1418" fmla="*/ 422386 w 3886200"/>
              <a:gd name="connsiteY1418" fmla="*/ 996214 h 3670596"/>
              <a:gd name="connsiteX1419" fmla="*/ 422389 w 3886200"/>
              <a:gd name="connsiteY1419" fmla="*/ 996217 h 3670596"/>
              <a:gd name="connsiteX1420" fmla="*/ 422393 w 3886200"/>
              <a:gd name="connsiteY1420" fmla="*/ 996220 h 3670596"/>
              <a:gd name="connsiteX1421" fmla="*/ 422393 w 3886200"/>
              <a:gd name="connsiteY1421" fmla="*/ 996222 h 3670596"/>
              <a:gd name="connsiteX1422" fmla="*/ 422372 w 3886200"/>
              <a:gd name="connsiteY1422" fmla="*/ 996195 h 3670596"/>
              <a:gd name="connsiteX1423" fmla="*/ 422372 w 3886200"/>
              <a:gd name="connsiteY1423" fmla="*/ 996195 h 3670596"/>
              <a:gd name="connsiteX1424" fmla="*/ 422377 w 3886200"/>
              <a:gd name="connsiteY1424" fmla="*/ 996202 h 3670596"/>
              <a:gd name="connsiteX1425" fmla="*/ 422368 w 3886200"/>
              <a:gd name="connsiteY1425" fmla="*/ 996191 h 3670596"/>
              <a:gd name="connsiteX1426" fmla="*/ 422377 w 3886200"/>
              <a:gd name="connsiteY1426" fmla="*/ 996202 h 3670596"/>
              <a:gd name="connsiteX1427" fmla="*/ 422386 w 3886200"/>
              <a:gd name="connsiteY1427" fmla="*/ 996214 h 3670596"/>
              <a:gd name="connsiteX1428" fmla="*/ 422365 w 3886200"/>
              <a:gd name="connsiteY1428" fmla="*/ 996188 h 3670596"/>
              <a:gd name="connsiteX1429" fmla="*/ 422367 w 3886200"/>
              <a:gd name="connsiteY1429" fmla="*/ 996189 h 3670596"/>
              <a:gd name="connsiteX1430" fmla="*/ 422368 w 3886200"/>
              <a:gd name="connsiteY1430" fmla="*/ 996191 h 3670596"/>
              <a:gd name="connsiteX1431" fmla="*/ 422337 w 3886200"/>
              <a:gd name="connsiteY1431" fmla="*/ 996151 h 3670596"/>
              <a:gd name="connsiteX1432" fmla="*/ 422372 w 3886200"/>
              <a:gd name="connsiteY1432" fmla="*/ 996195 h 3670596"/>
              <a:gd name="connsiteX1433" fmla="*/ 422367 w 3886200"/>
              <a:gd name="connsiteY1433" fmla="*/ 996189 h 3670596"/>
              <a:gd name="connsiteX1434" fmla="*/ 422356 w 3886200"/>
              <a:gd name="connsiteY1434" fmla="*/ 996176 h 3670596"/>
              <a:gd name="connsiteX1435" fmla="*/ 421837 w 3886200"/>
              <a:gd name="connsiteY1435" fmla="*/ 995514 h 3670596"/>
              <a:gd name="connsiteX1436" fmla="*/ 422330 w 3886200"/>
              <a:gd name="connsiteY1436" fmla="*/ 996142 h 3670596"/>
              <a:gd name="connsiteX1437" fmla="*/ 422337 w 3886200"/>
              <a:gd name="connsiteY1437" fmla="*/ 996151 h 3670596"/>
              <a:gd name="connsiteX1438" fmla="*/ 422257 w 3886200"/>
              <a:gd name="connsiteY1438" fmla="*/ 996050 h 3670596"/>
              <a:gd name="connsiteX1439" fmla="*/ 421671 w 3886200"/>
              <a:gd name="connsiteY1439" fmla="*/ 995302 h 3670596"/>
              <a:gd name="connsiteX1440" fmla="*/ 421816 w 3886200"/>
              <a:gd name="connsiteY1440" fmla="*/ 995488 h 3670596"/>
              <a:gd name="connsiteX1441" fmla="*/ 422257 w 3886200"/>
              <a:gd name="connsiteY1441" fmla="*/ 996050 h 3670596"/>
              <a:gd name="connsiteX1442" fmla="*/ 422356 w 3886200"/>
              <a:gd name="connsiteY1442" fmla="*/ 996176 h 3670596"/>
              <a:gd name="connsiteX1443" fmla="*/ 422365 w 3886200"/>
              <a:gd name="connsiteY1443" fmla="*/ 996188 h 3670596"/>
              <a:gd name="connsiteX1444" fmla="*/ 421586 w 3886200"/>
              <a:gd name="connsiteY1444" fmla="*/ 995194 h 3670596"/>
              <a:gd name="connsiteX1445" fmla="*/ 421837 w 3886200"/>
              <a:gd name="connsiteY1445" fmla="*/ 995514 h 3670596"/>
              <a:gd name="connsiteX1446" fmla="*/ 421816 w 3886200"/>
              <a:gd name="connsiteY1446" fmla="*/ 995488 h 3670596"/>
              <a:gd name="connsiteX1447" fmla="*/ 421602 w 3886200"/>
              <a:gd name="connsiteY1447" fmla="*/ 995214 h 3670596"/>
              <a:gd name="connsiteX1448" fmla="*/ 420481 w 3886200"/>
              <a:gd name="connsiteY1448" fmla="*/ 993784 h 3670596"/>
              <a:gd name="connsiteX1449" fmla="*/ 420650 w 3886200"/>
              <a:gd name="connsiteY1449" fmla="*/ 994001 h 3670596"/>
              <a:gd name="connsiteX1450" fmla="*/ 421602 w 3886200"/>
              <a:gd name="connsiteY1450" fmla="*/ 995214 h 3670596"/>
              <a:gd name="connsiteX1451" fmla="*/ 421671 w 3886200"/>
              <a:gd name="connsiteY1451" fmla="*/ 995302 h 3670596"/>
              <a:gd name="connsiteX1452" fmla="*/ 419068 w 3886200"/>
              <a:gd name="connsiteY1452" fmla="*/ 991982 h 3670596"/>
              <a:gd name="connsiteX1453" fmla="*/ 421586 w 3886200"/>
              <a:gd name="connsiteY1453" fmla="*/ 995194 h 3670596"/>
              <a:gd name="connsiteX1454" fmla="*/ 420650 w 3886200"/>
              <a:gd name="connsiteY1454" fmla="*/ 994001 h 3670596"/>
              <a:gd name="connsiteX1455" fmla="*/ 420430 w 3886200"/>
              <a:gd name="connsiteY1455" fmla="*/ 993719 h 3670596"/>
              <a:gd name="connsiteX1456" fmla="*/ 484068 w 3886200"/>
              <a:gd name="connsiteY1456" fmla="*/ 990833 h 3670596"/>
              <a:gd name="connsiteX1457" fmla="*/ 484070 w 3886200"/>
              <a:gd name="connsiteY1457" fmla="*/ 990835 h 3670596"/>
              <a:gd name="connsiteX1458" fmla="*/ 484569 w 3886200"/>
              <a:gd name="connsiteY1458" fmla="*/ 991472 h 3670596"/>
              <a:gd name="connsiteX1459" fmla="*/ 486538 w 3886200"/>
              <a:gd name="connsiteY1459" fmla="*/ 993984 h 3670596"/>
              <a:gd name="connsiteX1460" fmla="*/ 483972 w 3886200"/>
              <a:gd name="connsiteY1460" fmla="*/ 990711 h 3670596"/>
              <a:gd name="connsiteX1461" fmla="*/ 484059 w 3886200"/>
              <a:gd name="connsiteY1461" fmla="*/ 990821 h 3670596"/>
              <a:gd name="connsiteX1462" fmla="*/ 484068 w 3886200"/>
              <a:gd name="connsiteY1462" fmla="*/ 990833 h 3670596"/>
              <a:gd name="connsiteX1463" fmla="*/ 483921 w 3886200"/>
              <a:gd name="connsiteY1463" fmla="*/ 990646 h 3670596"/>
              <a:gd name="connsiteX1464" fmla="*/ 483967 w 3886200"/>
              <a:gd name="connsiteY1464" fmla="*/ 990705 h 3670596"/>
              <a:gd name="connsiteX1465" fmla="*/ 483972 w 3886200"/>
              <a:gd name="connsiteY1465" fmla="*/ 990711 h 3670596"/>
              <a:gd name="connsiteX1466" fmla="*/ 483503 w 3886200"/>
              <a:gd name="connsiteY1466" fmla="*/ 990111 h 3670596"/>
              <a:gd name="connsiteX1467" fmla="*/ 483581 w 3886200"/>
              <a:gd name="connsiteY1467" fmla="*/ 990209 h 3670596"/>
              <a:gd name="connsiteX1468" fmla="*/ 484124 w 3886200"/>
              <a:gd name="connsiteY1468" fmla="*/ 990903 h 3670596"/>
              <a:gd name="connsiteX1469" fmla="*/ 484070 w 3886200"/>
              <a:gd name="connsiteY1469" fmla="*/ 990835 h 3670596"/>
              <a:gd name="connsiteX1470" fmla="*/ 484059 w 3886200"/>
              <a:gd name="connsiteY1470" fmla="*/ 990821 h 3670596"/>
              <a:gd name="connsiteX1471" fmla="*/ 483967 w 3886200"/>
              <a:gd name="connsiteY1471" fmla="*/ 990705 h 3670596"/>
              <a:gd name="connsiteX1472" fmla="*/ 483885 w 3886200"/>
              <a:gd name="connsiteY1472" fmla="*/ 990600 h 3670596"/>
              <a:gd name="connsiteX1473" fmla="*/ 483412 w 3886200"/>
              <a:gd name="connsiteY1473" fmla="*/ 989995 h 3670596"/>
              <a:gd name="connsiteX1474" fmla="*/ 483460 w 3886200"/>
              <a:gd name="connsiteY1474" fmla="*/ 990056 h 3670596"/>
              <a:gd name="connsiteX1475" fmla="*/ 483503 w 3886200"/>
              <a:gd name="connsiteY1475" fmla="*/ 990111 h 3670596"/>
              <a:gd name="connsiteX1476" fmla="*/ 483069 w 3886200"/>
              <a:gd name="connsiteY1476" fmla="*/ 989557 h 3670596"/>
              <a:gd name="connsiteX1477" fmla="*/ 483293 w 3886200"/>
              <a:gd name="connsiteY1477" fmla="*/ 989843 h 3670596"/>
              <a:gd name="connsiteX1478" fmla="*/ 483412 w 3886200"/>
              <a:gd name="connsiteY1478" fmla="*/ 989995 h 3670596"/>
              <a:gd name="connsiteX1479" fmla="*/ 416635 w 3886200"/>
              <a:gd name="connsiteY1479" fmla="*/ 988879 h 3670596"/>
              <a:gd name="connsiteX1480" fmla="*/ 417781 w 3886200"/>
              <a:gd name="connsiteY1480" fmla="*/ 990341 h 3670596"/>
              <a:gd name="connsiteX1481" fmla="*/ 420430 w 3886200"/>
              <a:gd name="connsiteY1481" fmla="*/ 993719 h 3670596"/>
              <a:gd name="connsiteX1482" fmla="*/ 420481 w 3886200"/>
              <a:gd name="connsiteY1482" fmla="*/ 993784 h 3670596"/>
              <a:gd name="connsiteX1483" fmla="*/ 416369 w 3886200"/>
              <a:gd name="connsiteY1483" fmla="*/ 988540 h 3670596"/>
              <a:gd name="connsiteX1484" fmla="*/ 416554 w 3886200"/>
              <a:gd name="connsiteY1484" fmla="*/ 988775 h 3670596"/>
              <a:gd name="connsiteX1485" fmla="*/ 416635 w 3886200"/>
              <a:gd name="connsiteY1485" fmla="*/ 988879 h 3670596"/>
              <a:gd name="connsiteX1486" fmla="*/ 481685 w 3886200"/>
              <a:gd name="connsiteY1486" fmla="*/ 987796 h 3670596"/>
              <a:gd name="connsiteX1487" fmla="*/ 482308 w 3886200"/>
              <a:gd name="connsiteY1487" fmla="*/ 988589 h 3670596"/>
              <a:gd name="connsiteX1488" fmla="*/ 483885 w 3886200"/>
              <a:gd name="connsiteY1488" fmla="*/ 990600 h 3670596"/>
              <a:gd name="connsiteX1489" fmla="*/ 483921 w 3886200"/>
              <a:gd name="connsiteY1489" fmla="*/ 990646 h 3670596"/>
              <a:gd name="connsiteX1490" fmla="*/ 415507 w 3886200"/>
              <a:gd name="connsiteY1490" fmla="*/ 987441 h 3670596"/>
              <a:gd name="connsiteX1491" fmla="*/ 415741 w 3886200"/>
              <a:gd name="connsiteY1491" fmla="*/ 987739 h 3670596"/>
              <a:gd name="connsiteX1492" fmla="*/ 416369 w 3886200"/>
              <a:gd name="connsiteY1492" fmla="*/ 988540 h 3670596"/>
              <a:gd name="connsiteX1493" fmla="*/ 415313 w 3886200"/>
              <a:gd name="connsiteY1493" fmla="*/ 987193 h 3670596"/>
              <a:gd name="connsiteX1494" fmla="*/ 419068 w 3886200"/>
              <a:gd name="connsiteY1494" fmla="*/ 991982 h 3670596"/>
              <a:gd name="connsiteX1495" fmla="*/ 417781 w 3886200"/>
              <a:gd name="connsiteY1495" fmla="*/ 990341 h 3670596"/>
              <a:gd name="connsiteX1496" fmla="*/ 416554 w 3886200"/>
              <a:gd name="connsiteY1496" fmla="*/ 988775 h 3670596"/>
              <a:gd name="connsiteX1497" fmla="*/ 415741 w 3886200"/>
              <a:gd name="connsiteY1497" fmla="*/ 987739 h 3670596"/>
              <a:gd name="connsiteX1498" fmla="*/ 415358 w 3886200"/>
              <a:gd name="connsiteY1498" fmla="*/ 987250 h 3670596"/>
              <a:gd name="connsiteX1499" fmla="*/ 480358 w 3886200"/>
              <a:gd name="connsiteY1499" fmla="*/ 986102 h 3670596"/>
              <a:gd name="connsiteX1500" fmla="*/ 481271 w 3886200"/>
              <a:gd name="connsiteY1500" fmla="*/ 987266 h 3670596"/>
              <a:gd name="connsiteX1501" fmla="*/ 481685 w 3886200"/>
              <a:gd name="connsiteY1501" fmla="*/ 987796 h 3670596"/>
              <a:gd name="connsiteX1502" fmla="*/ 414230 w 3886200"/>
              <a:gd name="connsiteY1502" fmla="*/ 985811 h 3670596"/>
              <a:gd name="connsiteX1503" fmla="*/ 415313 w 3886200"/>
              <a:gd name="connsiteY1503" fmla="*/ 987193 h 3670596"/>
              <a:gd name="connsiteX1504" fmla="*/ 415284 w 3886200"/>
              <a:gd name="connsiteY1504" fmla="*/ 987156 h 3670596"/>
              <a:gd name="connsiteX1505" fmla="*/ 415358 w 3886200"/>
              <a:gd name="connsiteY1505" fmla="*/ 987250 h 3670596"/>
              <a:gd name="connsiteX1506" fmla="*/ 415507 w 3886200"/>
              <a:gd name="connsiteY1506" fmla="*/ 987441 h 3670596"/>
              <a:gd name="connsiteX1507" fmla="*/ 480072 w 3886200"/>
              <a:gd name="connsiteY1507" fmla="*/ 985737 h 3670596"/>
              <a:gd name="connsiteX1508" fmla="*/ 482722 w 3886200"/>
              <a:gd name="connsiteY1508" fmla="*/ 989114 h 3670596"/>
              <a:gd name="connsiteX1509" fmla="*/ 483069 w 3886200"/>
              <a:gd name="connsiteY1509" fmla="*/ 989557 h 3670596"/>
              <a:gd name="connsiteX1510" fmla="*/ 482308 w 3886200"/>
              <a:gd name="connsiteY1510" fmla="*/ 988589 h 3670596"/>
              <a:gd name="connsiteX1511" fmla="*/ 481271 w 3886200"/>
              <a:gd name="connsiteY1511" fmla="*/ 987266 h 3670596"/>
              <a:gd name="connsiteX1512" fmla="*/ 479986 w 3886200"/>
              <a:gd name="connsiteY1512" fmla="*/ 985628 h 3670596"/>
              <a:gd name="connsiteX1513" fmla="*/ 479995 w 3886200"/>
              <a:gd name="connsiteY1513" fmla="*/ 985640 h 3670596"/>
              <a:gd name="connsiteX1514" fmla="*/ 480358 w 3886200"/>
              <a:gd name="connsiteY1514" fmla="*/ 986102 h 3670596"/>
              <a:gd name="connsiteX1515" fmla="*/ 479933 w 3886200"/>
              <a:gd name="connsiteY1515" fmla="*/ 985561 h 3670596"/>
              <a:gd name="connsiteX1516" fmla="*/ 479935 w 3886200"/>
              <a:gd name="connsiteY1516" fmla="*/ 985562 h 3670596"/>
              <a:gd name="connsiteX1517" fmla="*/ 479986 w 3886200"/>
              <a:gd name="connsiteY1517" fmla="*/ 985628 h 3670596"/>
              <a:gd name="connsiteX1518" fmla="*/ 479506 w 3886200"/>
              <a:gd name="connsiteY1518" fmla="*/ 985015 h 3670596"/>
              <a:gd name="connsiteX1519" fmla="*/ 480072 w 3886200"/>
              <a:gd name="connsiteY1519" fmla="*/ 985737 h 3670596"/>
              <a:gd name="connsiteX1520" fmla="*/ 479995 w 3886200"/>
              <a:gd name="connsiteY1520" fmla="*/ 985640 h 3670596"/>
              <a:gd name="connsiteX1521" fmla="*/ 479935 w 3886200"/>
              <a:gd name="connsiteY1521" fmla="*/ 985562 h 3670596"/>
              <a:gd name="connsiteX1522" fmla="*/ 479287 w 3886200"/>
              <a:gd name="connsiteY1522" fmla="*/ 984735 h 3670596"/>
              <a:gd name="connsiteX1523" fmla="*/ 479288 w 3886200"/>
              <a:gd name="connsiteY1523" fmla="*/ 984736 h 3670596"/>
              <a:gd name="connsiteX1524" fmla="*/ 479506 w 3886200"/>
              <a:gd name="connsiteY1524" fmla="*/ 985015 h 3670596"/>
              <a:gd name="connsiteX1525" fmla="*/ 479494 w 3886200"/>
              <a:gd name="connsiteY1525" fmla="*/ 984999 h 3670596"/>
              <a:gd name="connsiteX1526" fmla="*/ 478806 w 3886200"/>
              <a:gd name="connsiteY1526" fmla="*/ 984122 h 3670596"/>
              <a:gd name="connsiteX1527" fmla="*/ 479256 w 3886200"/>
              <a:gd name="connsiteY1527" fmla="*/ 984696 h 3670596"/>
              <a:gd name="connsiteX1528" fmla="*/ 479287 w 3886200"/>
              <a:gd name="connsiteY1528" fmla="*/ 984735 h 3670596"/>
              <a:gd name="connsiteX1529" fmla="*/ 478815 w 3886200"/>
              <a:gd name="connsiteY1529" fmla="*/ 984134 h 3670596"/>
              <a:gd name="connsiteX1530" fmla="*/ 478610 w 3886200"/>
              <a:gd name="connsiteY1530" fmla="*/ 983872 h 3670596"/>
              <a:gd name="connsiteX1531" fmla="*/ 478692 w 3886200"/>
              <a:gd name="connsiteY1531" fmla="*/ 983976 h 3670596"/>
              <a:gd name="connsiteX1532" fmla="*/ 478806 w 3886200"/>
              <a:gd name="connsiteY1532" fmla="*/ 984122 h 3670596"/>
              <a:gd name="connsiteX1533" fmla="*/ 478799 w 3886200"/>
              <a:gd name="connsiteY1533" fmla="*/ 984113 h 3670596"/>
              <a:gd name="connsiteX1534" fmla="*/ 477746 w 3886200"/>
              <a:gd name="connsiteY1534" fmla="*/ 982771 h 3670596"/>
              <a:gd name="connsiteX1535" fmla="*/ 478799 w 3886200"/>
              <a:gd name="connsiteY1535" fmla="*/ 984113 h 3670596"/>
              <a:gd name="connsiteX1536" fmla="*/ 478815 w 3886200"/>
              <a:gd name="connsiteY1536" fmla="*/ 984134 h 3670596"/>
              <a:gd name="connsiteX1537" fmla="*/ 479494 w 3886200"/>
              <a:gd name="connsiteY1537" fmla="*/ 984999 h 3670596"/>
              <a:gd name="connsiteX1538" fmla="*/ 479933 w 3886200"/>
              <a:gd name="connsiteY1538" fmla="*/ 985561 h 3670596"/>
              <a:gd name="connsiteX1539" fmla="*/ 477469 w 3886200"/>
              <a:gd name="connsiteY1539" fmla="*/ 982417 h 3670596"/>
              <a:gd name="connsiteX1540" fmla="*/ 477706 w 3886200"/>
              <a:gd name="connsiteY1540" fmla="*/ 982720 h 3670596"/>
              <a:gd name="connsiteX1541" fmla="*/ 477746 w 3886200"/>
              <a:gd name="connsiteY1541" fmla="*/ 982771 h 3670596"/>
              <a:gd name="connsiteX1542" fmla="*/ 477004 w 3886200"/>
              <a:gd name="connsiteY1542" fmla="*/ 981825 h 3670596"/>
              <a:gd name="connsiteX1543" fmla="*/ 477205 w 3886200"/>
              <a:gd name="connsiteY1543" fmla="*/ 982081 h 3670596"/>
              <a:gd name="connsiteX1544" fmla="*/ 477469 w 3886200"/>
              <a:gd name="connsiteY1544" fmla="*/ 982417 h 3670596"/>
              <a:gd name="connsiteX1545" fmla="*/ 410851 w 3886200"/>
              <a:gd name="connsiteY1545" fmla="*/ 981502 h 3670596"/>
              <a:gd name="connsiteX1546" fmla="*/ 414230 w 3886200"/>
              <a:gd name="connsiteY1546" fmla="*/ 985811 h 3670596"/>
              <a:gd name="connsiteX1547" fmla="*/ 411249 w 3886200"/>
              <a:gd name="connsiteY1547" fmla="*/ 982009 h 3670596"/>
              <a:gd name="connsiteX1548" fmla="*/ 410851 w 3886200"/>
              <a:gd name="connsiteY1548" fmla="*/ 981502 h 3670596"/>
              <a:gd name="connsiteX1549" fmla="*/ 476168 w 3886200"/>
              <a:gd name="connsiteY1549" fmla="*/ 980758 h 3670596"/>
              <a:gd name="connsiteX1550" fmla="*/ 477043 w 3886200"/>
              <a:gd name="connsiteY1550" fmla="*/ 981874 h 3670596"/>
              <a:gd name="connsiteX1551" fmla="*/ 478610 w 3886200"/>
              <a:gd name="connsiteY1551" fmla="*/ 983872 h 3670596"/>
              <a:gd name="connsiteX1552" fmla="*/ 477706 w 3886200"/>
              <a:gd name="connsiteY1552" fmla="*/ 982720 h 3670596"/>
              <a:gd name="connsiteX1553" fmla="*/ 477205 w 3886200"/>
              <a:gd name="connsiteY1553" fmla="*/ 982081 h 3670596"/>
              <a:gd name="connsiteX1554" fmla="*/ 475734 w 3886200"/>
              <a:gd name="connsiteY1554" fmla="*/ 980205 h 3670596"/>
              <a:gd name="connsiteX1555" fmla="*/ 476168 w 3886200"/>
              <a:gd name="connsiteY1555" fmla="*/ 980758 h 3670596"/>
              <a:gd name="connsiteX1556" fmla="*/ 476097 w 3886200"/>
              <a:gd name="connsiteY1556" fmla="*/ 980667 h 3670596"/>
              <a:gd name="connsiteX1557" fmla="*/ 475553 w 3886200"/>
              <a:gd name="connsiteY1557" fmla="*/ 979974 h 3670596"/>
              <a:gd name="connsiteX1558" fmla="*/ 476097 w 3886200"/>
              <a:gd name="connsiteY1558" fmla="*/ 980667 h 3670596"/>
              <a:gd name="connsiteX1559" fmla="*/ 477004 w 3886200"/>
              <a:gd name="connsiteY1559" fmla="*/ 981825 h 3670596"/>
              <a:gd name="connsiteX1560" fmla="*/ 475509 w 3886200"/>
              <a:gd name="connsiteY1560" fmla="*/ 979918 h 3670596"/>
              <a:gd name="connsiteX1561" fmla="*/ 475734 w 3886200"/>
              <a:gd name="connsiteY1561" fmla="*/ 980205 h 3670596"/>
              <a:gd name="connsiteX1562" fmla="*/ 475515 w 3886200"/>
              <a:gd name="connsiteY1562" fmla="*/ 979926 h 3670596"/>
              <a:gd name="connsiteX1563" fmla="*/ 475247 w 3886200"/>
              <a:gd name="connsiteY1563" fmla="*/ 979584 h 3670596"/>
              <a:gd name="connsiteX1564" fmla="*/ 475515 w 3886200"/>
              <a:gd name="connsiteY1564" fmla="*/ 979926 h 3670596"/>
              <a:gd name="connsiteX1565" fmla="*/ 475553 w 3886200"/>
              <a:gd name="connsiteY1565" fmla="*/ 979974 h 3670596"/>
              <a:gd name="connsiteX1566" fmla="*/ 475161 w 3886200"/>
              <a:gd name="connsiteY1566" fmla="*/ 979475 h 3670596"/>
              <a:gd name="connsiteX1567" fmla="*/ 475451 w 3886200"/>
              <a:gd name="connsiteY1567" fmla="*/ 979843 h 3670596"/>
              <a:gd name="connsiteX1568" fmla="*/ 475509 w 3886200"/>
              <a:gd name="connsiteY1568" fmla="*/ 979918 h 3670596"/>
              <a:gd name="connsiteX1569" fmla="*/ 475106 w 3886200"/>
              <a:gd name="connsiteY1569" fmla="*/ 979404 h 3670596"/>
              <a:gd name="connsiteX1570" fmla="*/ 475161 w 3886200"/>
              <a:gd name="connsiteY1570" fmla="*/ 979475 h 3670596"/>
              <a:gd name="connsiteX1571" fmla="*/ 475143 w 3886200"/>
              <a:gd name="connsiteY1571" fmla="*/ 979452 h 3670596"/>
              <a:gd name="connsiteX1572" fmla="*/ 475068 w 3886200"/>
              <a:gd name="connsiteY1572" fmla="*/ 979356 h 3670596"/>
              <a:gd name="connsiteX1573" fmla="*/ 475143 w 3886200"/>
              <a:gd name="connsiteY1573" fmla="*/ 979452 h 3670596"/>
              <a:gd name="connsiteX1574" fmla="*/ 475247 w 3886200"/>
              <a:gd name="connsiteY1574" fmla="*/ 979584 h 3670596"/>
              <a:gd name="connsiteX1575" fmla="*/ 474342 w 3886200"/>
              <a:gd name="connsiteY1575" fmla="*/ 978430 h 3670596"/>
              <a:gd name="connsiteX1576" fmla="*/ 474902 w 3886200"/>
              <a:gd name="connsiteY1576" fmla="*/ 979144 h 3670596"/>
              <a:gd name="connsiteX1577" fmla="*/ 475068 w 3886200"/>
              <a:gd name="connsiteY1577" fmla="*/ 979356 h 3670596"/>
              <a:gd name="connsiteX1578" fmla="*/ 473969 w 3886200"/>
              <a:gd name="connsiteY1578" fmla="*/ 977953 h 3670596"/>
              <a:gd name="connsiteX1579" fmla="*/ 474045 w 3886200"/>
              <a:gd name="connsiteY1579" fmla="*/ 978050 h 3670596"/>
              <a:gd name="connsiteX1580" fmla="*/ 475106 w 3886200"/>
              <a:gd name="connsiteY1580" fmla="*/ 979404 h 3670596"/>
              <a:gd name="connsiteX1581" fmla="*/ 474902 w 3886200"/>
              <a:gd name="connsiteY1581" fmla="*/ 979144 h 3670596"/>
              <a:gd name="connsiteX1582" fmla="*/ 473572 w 3886200"/>
              <a:gd name="connsiteY1582" fmla="*/ 977447 h 3670596"/>
              <a:gd name="connsiteX1583" fmla="*/ 473616 w 3886200"/>
              <a:gd name="connsiteY1583" fmla="*/ 977503 h 3670596"/>
              <a:gd name="connsiteX1584" fmla="*/ 473969 w 3886200"/>
              <a:gd name="connsiteY1584" fmla="*/ 977953 h 3670596"/>
              <a:gd name="connsiteX1585" fmla="*/ 473510 w 3886200"/>
              <a:gd name="connsiteY1585" fmla="*/ 977369 h 3670596"/>
              <a:gd name="connsiteX1586" fmla="*/ 473535 w 3886200"/>
              <a:gd name="connsiteY1586" fmla="*/ 977400 h 3670596"/>
              <a:gd name="connsiteX1587" fmla="*/ 474061 w 3886200"/>
              <a:gd name="connsiteY1587" fmla="*/ 978071 h 3670596"/>
              <a:gd name="connsiteX1588" fmla="*/ 473330 w 3886200"/>
              <a:gd name="connsiteY1588" fmla="*/ 977140 h 3670596"/>
              <a:gd name="connsiteX1589" fmla="*/ 473399 w 3886200"/>
              <a:gd name="connsiteY1589" fmla="*/ 977227 h 3670596"/>
              <a:gd name="connsiteX1590" fmla="*/ 474342 w 3886200"/>
              <a:gd name="connsiteY1590" fmla="*/ 978430 h 3670596"/>
              <a:gd name="connsiteX1591" fmla="*/ 473560 w 3886200"/>
              <a:gd name="connsiteY1591" fmla="*/ 977433 h 3670596"/>
              <a:gd name="connsiteX1592" fmla="*/ 473262 w 3886200"/>
              <a:gd name="connsiteY1592" fmla="*/ 977054 h 3670596"/>
              <a:gd name="connsiteX1593" fmla="*/ 473291 w 3886200"/>
              <a:gd name="connsiteY1593" fmla="*/ 977090 h 3670596"/>
              <a:gd name="connsiteX1594" fmla="*/ 473330 w 3886200"/>
              <a:gd name="connsiteY1594" fmla="*/ 977140 h 3670596"/>
              <a:gd name="connsiteX1595" fmla="*/ 473117 w 3886200"/>
              <a:gd name="connsiteY1595" fmla="*/ 976867 h 3670596"/>
              <a:gd name="connsiteX1596" fmla="*/ 473510 w 3886200"/>
              <a:gd name="connsiteY1596" fmla="*/ 977369 h 3670596"/>
              <a:gd name="connsiteX1597" fmla="*/ 473399 w 3886200"/>
              <a:gd name="connsiteY1597" fmla="*/ 977227 h 3670596"/>
              <a:gd name="connsiteX1598" fmla="*/ 473291 w 3886200"/>
              <a:gd name="connsiteY1598" fmla="*/ 977090 h 3670596"/>
              <a:gd name="connsiteX1599" fmla="*/ 473246 w 3886200"/>
              <a:gd name="connsiteY1599" fmla="*/ 977032 h 3670596"/>
              <a:gd name="connsiteX1600" fmla="*/ 473063 w 3886200"/>
              <a:gd name="connsiteY1600" fmla="*/ 976798 h 3670596"/>
              <a:gd name="connsiteX1601" fmla="*/ 473071 w 3886200"/>
              <a:gd name="connsiteY1601" fmla="*/ 976809 h 3670596"/>
              <a:gd name="connsiteX1602" fmla="*/ 473117 w 3886200"/>
              <a:gd name="connsiteY1602" fmla="*/ 976867 h 3670596"/>
              <a:gd name="connsiteX1603" fmla="*/ 472939 w 3886200"/>
              <a:gd name="connsiteY1603" fmla="*/ 976640 h 3670596"/>
              <a:gd name="connsiteX1604" fmla="*/ 473572 w 3886200"/>
              <a:gd name="connsiteY1604" fmla="*/ 977447 h 3670596"/>
              <a:gd name="connsiteX1605" fmla="*/ 473535 w 3886200"/>
              <a:gd name="connsiteY1605" fmla="*/ 977400 h 3670596"/>
              <a:gd name="connsiteX1606" fmla="*/ 473071 w 3886200"/>
              <a:gd name="connsiteY1606" fmla="*/ 976809 h 3670596"/>
              <a:gd name="connsiteX1607" fmla="*/ 471148 w 3886200"/>
              <a:gd name="connsiteY1607" fmla="*/ 974357 h 3670596"/>
              <a:gd name="connsiteX1608" fmla="*/ 473246 w 3886200"/>
              <a:gd name="connsiteY1608" fmla="*/ 977032 h 3670596"/>
              <a:gd name="connsiteX1609" fmla="*/ 473262 w 3886200"/>
              <a:gd name="connsiteY1609" fmla="*/ 977054 h 3670596"/>
              <a:gd name="connsiteX1610" fmla="*/ 471109 w 3886200"/>
              <a:gd name="connsiteY1610" fmla="*/ 974306 h 3670596"/>
              <a:gd name="connsiteX1611" fmla="*/ 472156 w 3886200"/>
              <a:gd name="connsiteY1611" fmla="*/ 975640 h 3670596"/>
              <a:gd name="connsiteX1612" fmla="*/ 472939 w 3886200"/>
              <a:gd name="connsiteY1612" fmla="*/ 976640 h 3670596"/>
              <a:gd name="connsiteX1613" fmla="*/ 470745 w 3886200"/>
              <a:gd name="connsiteY1613" fmla="*/ 973842 h 3670596"/>
              <a:gd name="connsiteX1614" fmla="*/ 470828 w 3886200"/>
              <a:gd name="connsiteY1614" fmla="*/ 973948 h 3670596"/>
              <a:gd name="connsiteX1615" fmla="*/ 471109 w 3886200"/>
              <a:gd name="connsiteY1615" fmla="*/ 974306 h 3670596"/>
              <a:gd name="connsiteX1616" fmla="*/ 469990 w 3886200"/>
              <a:gd name="connsiteY1616" fmla="*/ 972881 h 3670596"/>
              <a:gd name="connsiteX1617" fmla="*/ 470043 w 3886200"/>
              <a:gd name="connsiteY1617" fmla="*/ 972948 h 3670596"/>
              <a:gd name="connsiteX1618" fmla="*/ 471148 w 3886200"/>
              <a:gd name="connsiteY1618" fmla="*/ 974357 h 3670596"/>
              <a:gd name="connsiteX1619" fmla="*/ 469601 w 3886200"/>
              <a:gd name="connsiteY1619" fmla="*/ 972385 h 3670596"/>
              <a:gd name="connsiteX1620" fmla="*/ 469858 w 3886200"/>
              <a:gd name="connsiteY1620" fmla="*/ 972712 h 3670596"/>
              <a:gd name="connsiteX1621" fmla="*/ 469990 w 3886200"/>
              <a:gd name="connsiteY1621" fmla="*/ 972881 h 3670596"/>
              <a:gd name="connsiteX1622" fmla="*/ 468989 w 3886200"/>
              <a:gd name="connsiteY1622" fmla="*/ 971605 h 3670596"/>
              <a:gd name="connsiteX1623" fmla="*/ 469516 w 3886200"/>
              <a:gd name="connsiteY1623" fmla="*/ 972277 h 3670596"/>
              <a:gd name="connsiteX1624" fmla="*/ 469601 w 3886200"/>
              <a:gd name="connsiteY1624" fmla="*/ 972385 h 3670596"/>
              <a:gd name="connsiteX1625" fmla="*/ 468432 w 3886200"/>
              <a:gd name="connsiteY1625" fmla="*/ 970893 h 3670596"/>
              <a:gd name="connsiteX1626" fmla="*/ 469293 w 3886200"/>
              <a:gd name="connsiteY1626" fmla="*/ 971990 h 3670596"/>
              <a:gd name="connsiteX1627" fmla="*/ 470745 w 3886200"/>
              <a:gd name="connsiteY1627" fmla="*/ 973842 h 3670596"/>
              <a:gd name="connsiteX1628" fmla="*/ 470043 w 3886200"/>
              <a:gd name="connsiteY1628" fmla="*/ 972948 h 3670596"/>
              <a:gd name="connsiteX1629" fmla="*/ 469858 w 3886200"/>
              <a:gd name="connsiteY1629" fmla="*/ 972712 h 3670596"/>
              <a:gd name="connsiteX1630" fmla="*/ 469516 w 3886200"/>
              <a:gd name="connsiteY1630" fmla="*/ 972277 h 3670596"/>
              <a:gd name="connsiteX1631" fmla="*/ 466913 w 3886200"/>
              <a:gd name="connsiteY1631" fmla="*/ 968955 h 3670596"/>
              <a:gd name="connsiteX1632" fmla="*/ 468206 w 3886200"/>
              <a:gd name="connsiteY1632" fmla="*/ 970605 h 3670596"/>
              <a:gd name="connsiteX1633" fmla="*/ 468432 w 3886200"/>
              <a:gd name="connsiteY1633" fmla="*/ 970893 h 3670596"/>
              <a:gd name="connsiteX1634" fmla="*/ 466919 w 3886200"/>
              <a:gd name="connsiteY1634" fmla="*/ 968963 h 3670596"/>
              <a:gd name="connsiteX1635" fmla="*/ 466837 w 3886200"/>
              <a:gd name="connsiteY1635" fmla="*/ 968858 h 3670596"/>
              <a:gd name="connsiteX1636" fmla="*/ 466894 w 3886200"/>
              <a:gd name="connsiteY1636" fmla="*/ 968931 h 3670596"/>
              <a:gd name="connsiteX1637" fmla="*/ 466913 w 3886200"/>
              <a:gd name="connsiteY1637" fmla="*/ 968955 h 3670596"/>
              <a:gd name="connsiteX1638" fmla="*/ 466633 w 3886200"/>
              <a:gd name="connsiteY1638" fmla="*/ 968598 h 3670596"/>
              <a:gd name="connsiteX1639" fmla="*/ 466644 w 3886200"/>
              <a:gd name="connsiteY1639" fmla="*/ 968612 h 3670596"/>
              <a:gd name="connsiteX1640" fmla="*/ 466837 w 3886200"/>
              <a:gd name="connsiteY1640" fmla="*/ 968858 h 3670596"/>
              <a:gd name="connsiteX1641" fmla="*/ 466729 w 3886200"/>
              <a:gd name="connsiteY1641" fmla="*/ 968721 h 3670596"/>
              <a:gd name="connsiteX1642" fmla="*/ 466259 w 3886200"/>
              <a:gd name="connsiteY1642" fmla="*/ 968122 h 3670596"/>
              <a:gd name="connsiteX1643" fmla="*/ 466615 w 3886200"/>
              <a:gd name="connsiteY1643" fmla="*/ 968575 h 3670596"/>
              <a:gd name="connsiteX1644" fmla="*/ 466633 w 3886200"/>
              <a:gd name="connsiteY1644" fmla="*/ 968598 h 3670596"/>
              <a:gd name="connsiteX1645" fmla="*/ 466339 w 3886200"/>
              <a:gd name="connsiteY1645" fmla="*/ 968224 h 3670596"/>
              <a:gd name="connsiteX1646" fmla="*/ 466136 w 3886200"/>
              <a:gd name="connsiteY1646" fmla="*/ 967965 h 3670596"/>
              <a:gd name="connsiteX1647" fmla="*/ 466196 w 3886200"/>
              <a:gd name="connsiteY1647" fmla="*/ 968041 h 3670596"/>
              <a:gd name="connsiteX1648" fmla="*/ 466259 w 3886200"/>
              <a:gd name="connsiteY1648" fmla="*/ 968122 h 3670596"/>
              <a:gd name="connsiteX1649" fmla="*/ 465935 w 3886200"/>
              <a:gd name="connsiteY1649" fmla="*/ 967709 h 3670596"/>
              <a:gd name="connsiteX1650" fmla="*/ 466083 w 3886200"/>
              <a:gd name="connsiteY1650" fmla="*/ 967897 h 3670596"/>
              <a:gd name="connsiteX1651" fmla="*/ 466339 w 3886200"/>
              <a:gd name="connsiteY1651" fmla="*/ 968224 h 3670596"/>
              <a:gd name="connsiteX1652" fmla="*/ 466729 w 3886200"/>
              <a:gd name="connsiteY1652" fmla="*/ 968721 h 3670596"/>
              <a:gd name="connsiteX1653" fmla="*/ 466919 w 3886200"/>
              <a:gd name="connsiteY1653" fmla="*/ 968963 h 3670596"/>
              <a:gd name="connsiteX1654" fmla="*/ 468989 w 3886200"/>
              <a:gd name="connsiteY1654" fmla="*/ 971605 h 3670596"/>
              <a:gd name="connsiteX1655" fmla="*/ 465458 w 3886200"/>
              <a:gd name="connsiteY1655" fmla="*/ 967101 h 3670596"/>
              <a:gd name="connsiteX1656" fmla="*/ 466136 w 3886200"/>
              <a:gd name="connsiteY1656" fmla="*/ 967965 h 3670596"/>
              <a:gd name="connsiteX1657" fmla="*/ 466083 w 3886200"/>
              <a:gd name="connsiteY1657" fmla="*/ 967897 h 3670596"/>
              <a:gd name="connsiteX1658" fmla="*/ 465335 w 3886200"/>
              <a:gd name="connsiteY1658" fmla="*/ 966943 h 3670596"/>
              <a:gd name="connsiteX1659" fmla="*/ 465426 w 3886200"/>
              <a:gd name="connsiteY1659" fmla="*/ 967060 h 3670596"/>
              <a:gd name="connsiteX1660" fmla="*/ 465458 w 3886200"/>
              <a:gd name="connsiteY1660" fmla="*/ 967101 h 3670596"/>
              <a:gd name="connsiteX1661" fmla="*/ 348707 w 3886200"/>
              <a:gd name="connsiteY1661" fmla="*/ 962163 h 3670596"/>
              <a:gd name="connsiteX1662" fmla="*/ 362700 w 3886200"/>
              <a:gd name="connsiteY1662" fmla="*/ 968871 h 3670596"/>
              <a:gd name="connsiteX1663" fmla="*/ 384130 w 3886200"/>
              <a:gd name="connsiteY1663" fmla="*/ 1020959 h 3670596"/>
              <a:gd name="connsiteX1664" fmla="*/ 384257 w 3886200"/>
              <a:gd name="connsiteY1664" fmla="*/ 1021273 h 3670596"/>
              <a:gd name="connsiteX1665" fmla="*/ 372682 w 3886200"/>
              <a:gd name="connsiteY1665" fmla="*/ 1013252 h 3670596"/>
              <a:gd name="connsiteX1666" fmla="*/ 342268 w 3886200"/>
              <a:gd name="connsiteY1666" fmla="*/ 978083 h 3670596"/>
              <a:gd name="connsiteX1667" fmla="*/ 348707 w 3886200"/>
              <a:gd name="connsiteY1667" fmla="*/ 962163 h 3670596"/>
              <a:gd name="connsiteX1668" fmla="*/ 456506 w 3886200"/>
              <a:gd name="connsiteY1668" fmla="*/ 955685 h 3670596"/>
              <a:gd name="connsiteX1669" fmla="*/ 464058 w 3886200"/>
              <a:gd name="connsiteY1669" fmla="*/ 965314 h 3670596"/>
              <a:gd name="connsiteX1670" fmla="*/ 465335 w 3886200"/>
              <a:gd name="connsiteY1670" fmla="*/ 966943 h 3670596"/>
              <a:gd name="connsiteX1671" fmla="*/ 456662 w 3886200"/>
              <a:gd name="connsiteY1671" fmla="*/ 955884 h 3670596"/>
              <a:gd name="connsiteX1672" fmla="*/ 456692 w 3886200"/>
              <a:gd name="connsiteY1672" fmla="*/ 955922 h 3670596"/>
              <a:gd name="connsiteX1673" fmla="*/ 456553 w 3886200"/>
              <a:gd name="connsiteY1673" fmla="*/ 955746 h 3670596"/>
              <a:gd name="connsiteX1674" fmla="*/ 454497 w 3886200"/>
              <a:gd name="connsiteY1674" fmla="*/ 953124 h 3670596"/>
              <a:gd name="connsiteX1675" fmla="*/ 455635 w 3886200"/>
              <a:gd name="connsiteY1675" fmla="*/ 954575 h 3670596"/>
              <a:gd name="connsiteX1676" fmla="*/ 456553 w 3886200"/>
              <a:gd name="connsiteY1676" fmla="*/ 955746 h 3670596"/>
              <a:gd name="connsiteX1677" fmla="*/ 456662 w 3886200"/>
              <a:gd name="connsiteY1677" fmla="*/ 955884 h 3670596"/>
              <a:gd name="connsiteX1678" fmla="*/ 454337 w 3886200"/>
              <a:gd name="connsiteY1678" fmla="*/ 952920 h 3670596"/>
              <a:gd name="connsiteX1679" fmla="*/ 454497 w 3886200"/>
              <a:gd name="connsiteY1679" fmla="*/ 953124 h 3670596"/>
              <a:gd name="connsiteX1680" fmla="*/ 454353 w 3886200"/>
              <a:gd name="connsiteY1680" fmla="*/ 952940 h 3670596"/>
              <a:gd name="connsiteX1681" fmla="*/ 454222 w 3886200"/>
              <a:gd name="connsiteY1681" fmla="*/ 952773 h 3670596"/>
              <a:gd name="connsiteX1682" fmla="*/ 456506 w 3886200"/>
              <a:gd name="connsiteY1682" fmla="*/ 955685 h 3670596"/>
              <a:gd name="connsiteX1683" fmla="*/ 455635 w 3886200"/>
              <a:gd name="connsiteY1683" fmla="*/ 954575 h 3670596"/>
              <a:gd name="connsiteX1684" fmla="*/ 454257 w 3886200"/>
              <a:gd name="connsiteY1684" fmla="*/ 952817 h 3670596"/>
              <a:gd name="connsiteX1685" fmla="*/ 122573 w 3886200"/>
              <a:gd name="connsiteY1685" fmla="*/ 950032 h 3670596"/>
              <a:gd name="connsiteX1686" fmla="*/ 126580 w 3886200"/>
              <a:gd name="connsiteY1686" fmla="*/ 955140 h 3670596"/>
              <a:gd name="connsiteX1687" fmla="*/ 127375 w 3886200"/>
              <a:gd name="connsiteY1687" fmla="*/ 956156 h 3670596"/>
              <a:gd name="connsiteX1688" fmla="*/ 451567 w 3886200"/>
              <a:gd name="connsiteY1688" fmla="*/ 949387 h 3670596"/>
              <a:gd name="connsiteX1689" fmla="*/ 454257 w 3886200"/>
              <a:gd name="connsiteY1689" fmla="*/ 952817 h 3670596"/>
              <a:gd name="connsiteX1690" fmla="*/ 454337 w 3886200"/>
              <a:gd name="connsiteY1690" fmla="*/ 952920 h 3670596"/>
              <a:gd name="connsiteX1691" fmla="*/ 451525 w 3886200"/>
              <a:gd name="connsiteY1691" fmla="*/ 949333 h 3670596"/>
              <a:gd name="connsiteX1692" fmla="*/ 451567 w 3886200"/>
              <a:gd name="connsiteY1692" fmla="*/ 949387 h 3670596"/>
              <a:gd name="connsiteX1693" fmla="*/ 465935 w 3886200"/>
              <a:gd name="connsiteY1693" fmla="*/ 967709 h 3670596"/>
              <a:gd name="connsiteX1694" fmla="*/ 464302 w 3886200"/>
              <a:gd name="connsiteY1694" fmla="*/ 965630 h 3670596"/>
              <a:gd name="connsiteX1695" fmla="*/ 451202 w 3886200"/>
              <a:gd name="connsiteY1695" fmla="*/ 948922 h 3670596"/>
              <a:gd name="connsiteX1696" fmla="*/ 453649 w 3886200"/>
              <a:gd name="connsiteY1696" fmla="*/ 952041 h 3670596"/>
              <a:gd name="connsiteX1697" fmla="*/ 454222 w 3886200"/>
              <a:gd name="connsiteY1697" fmla="*/ 952773 h 3670596"/>
              <a:gd name="connsiteX1698" fmla="*/ 451567 w 3886200"/>
              <a:gd name="connsiteY1698" fmla="*/ 949387 h 3670596"/>
              <a:gd name="connsiteX1699" fmla="*/ 120979 w 3886200"/>
              <a:gd name="connsiteY1699" fmla="*/ 947999 h 3670596"/>
              <a:gd name="connsiteX1700" fmla="*/ 121007 w 3886200"/>
              <a:gd name="connsiteY1700" fmla="*/ 948034 h 3670596"/>
              <a:gd name="connsiteX1701" fmla="*/ 122573 w 3886200"/>
              <a:gd name="connsiteY1701" fmla="*/ 950032 h 3670596"/>
              <a:gd name="connsiteX1702" fmla="*/ 120995 w 3886200"/>
              <a:gd name="connsiteY1702" fmla="*/ 948019 h 3670596"/>
              <a:gd name="connsiteX1703" fmla="*/ 120974 w 3886200"/>
              <a:gd name="connsiteY1703" fmla="*/ 947993 h 3670596"/>
              <a:gd name="connsiteX1704" fmla="*/ 120979 w 3886200"/>
              <a:gd name="connsiteY1704" fmla="*/ 947999 h 3670596"/>
              <a:gd name="connsiteX1705" fmla="*/ 120979 w 3886200"/>
              <a:gd name="connsiteY1705" fmla="*/ 947999 h 3670596"/>
              <a:gd name="connsiteX1706" fmla="*/ 448335 w 3886200"/>
              <a:gd name="connsiteY1706" fmla="*/ 945266 h 3670596"/>
              <a:gd name="connsiteX1707" fmla="*/ 450271 w 3886200"/>
              <a:gd name="connsiteY1707" fmla="*/ 947734 h 3670596"/>
              <a:gd name="connsiteX1708" fmla="*/ 451525 w 3886200"/>
              <a:gd name="connsiteY1708" fmla="*/ 949333 h 3670596"/>
              <a:gd name="connsiteX1709" fmla="*/ 445231 w 3886200"/>
              <a:gd name="connsiteY1709" fmla="*/ 941306 h 3670596"/>
              <a:gd name="connsiteX1710" fmla="*/ 450832 w 3886200"/>
              <a:gd name="connsiteY1710" fmla="*/ 948448 h 3670596"/>
              <a:gd name="connsiteX1711" fmla="*/ 451202 w 3886200"/>
              <a:gd name="connsiteY1711" fmla="*/ 948922 h 3670596"/>
              <a:gd name="connsiteX1712" fmla="*/ 450271 w 3886200"/>
              <a:gd name="connsiteY1712" fmla="*/ 947734 h 3670596"/>
              <a:gd name="connsiteX1713" fmla="*/ 446656 w 3886200"/>
              <a:gd name="connsiteY1713" fmla="*/ 943124 h 3670596"/>
              <a:gd name="connsiteX1714" fmla="*/ 115435 w 3886200"/>
              <a:gd name="connsiteY1714" fmla="*/ 940928 h 3670596"/>
              <a:gd name="connsiteX1715" fmla="*/ 120974 w 3886200"/>
              <a:gd name="connsiteY1715" fmla="*/ 947993 h 3670596"/>
              <a:gd name="connsiteX1716" fmla="*/ 118035 w 3886200"/>
              <a:gd name="connsiteY1716" fmla="*/ 944245 h 3670596"/>
              <a:gd name="connsiteX1717" fmla="*/ 444892 w 3886200"/>
              <a:gd name="connsiteY1717" fmla="*/ 940874 h 3670596"/>
              <a:gd name="connsiteX1718" fmla="*/ 446656 w 3886200"/>
              <a:gd name="connsiteY1718" fmla="*/ 943124 h 3670596"/>
              <a:gd name="connsiteX1719" fmla="*/ 448335 w 3886200"/>
              <a:gd name="connsiteY1719" fmla="*/ 945266 h 3670596"/>
              <a:gd name="connsiteX1720" fmla="*/ 443934 w 3886200"/>
              <a:gd name="connsiteY1720" fmla="*/ 939652 h 3670596"/>
              <a:gd name="connsiteX1721" fmla="*/ 445164 w 3886200"/>
              <a:gd name="connsiteY1721" fmla="*/ 941220 h 3670596"/>
              <a:gd name="connsiteX1722" fmla="*/ 445231 w 3886200"/>
              <a:gd name="connsiteY1722" fmla="*/ 941306 h 3670596"/>
              <a:gd name="connsiteX1723" fmla="*/ 114414 w 3886200"/>
              <a:gd name="connsiteY1723" fmla="*/ 939626 h 3670596"/>
              <a:gd name="connsiteX1724" fmla="*/ 115435 w 3886200"/>
              <a:gd name="connsiteY1724" fmla="*/ 940928 h 3670596"/>
              <a:gd name="connsiteX1725" fmla="*/ 114639 w 3886200"/>
              <a:gd name="connsiteY1725" fmla="*/ 939913 h 3670596"/>
              <a:gd name="connsiteX1726" fmla="*/ 443246 w 3886200"/>
              <a:gd name="connsiteY1726" fmla="*/ 938775 h 3670596"/>
              <a:gd name="connsiteX1727" fmla="*/ 443256 w 3886200"/>
              <a:gd name="connsiteY1727" fmla="*/ 938787 h 3670596"/>
              <a:gd name="connsiteX1728" fmla="*/ 443934 w 3886200"/>
              <a:gd name="connsiteY1728" fmla="*/ 939652 h 3670596"/>
              <a:gd name="connsiteX1729" fmla="*/ 443268 w 3886200"/>
              <a:gd name="connsiteY1729" fmla="*/ 938803 h 3670596"/>
              <a:gd name="connsiteX1730" fmla="*/ 443245 w 3886200"/>
              <a:gd name="connsiteY1730" fmla="*/ 938774 h 3670596"/>
              <a:gd name="connsiteX1731" fmla="*/ 443246 w 3886200"/>
              <a:gd name="connsiteY1731" fmla="*/ 938775 h 3670596"/>
              <a:gd name="connsiteX1732" fmla="*/ 443246 w 3886200"/>
              <a:gd name="connsiteY1732" fmla="*/ 938775 h 3670596"/>
              <a:gd name="connsiteX1733" fmla="*/ 111710 w 3886200"/>
              <a:gd name="connsiteY1733" fmla="*/ 936177 h 3670596"/>
              <a:gd name="connsiteX1734" fmla="*/ 114414 w 3886200"/>
              <a:gd name="connsiteY1734" fmla="*/ 939626 h 3670596"/>
              <a:gd name="connsiteX1735" fmla="*/ 114278 w 3886200"/>
              <a:gd name="connsiteY1735" fmla="*/ 939453 h 3670596"/>
              <a:gd name="connsiteX1736" fmla="*/ 112465 w 3886200"/>
              <a:gd name="connsiteY1736" fmla="*/ 937141 h 3670596"/>
              <a:gd name="connsiteX1737" fmla="*/ 439622 w 3886200"/>
              <a:gd name="connsiteY1737" fmla="*/ 934153 h 3670596"/>
              <a:gd name="connsiteX1738" fmla="*/ 443236 w 3886200"/>
              <a:gd name="connsiteY1738" fmla="*/ 938763 h 3670596"/>
              <a:gd name="connsiteX1739" fmla="*/ 443245 w 3886200"/>
              <a:gd name="connsiteY1739" fmla="*/ 938774 h 3670596"/>
              <a:gd name="connsiteX1740" fmla="*/ 443169 w 3886200"/>
              <a:gd name="connsiteY1740" fmla="*/ 938677 h 3670596"/>
              <a:gd name="connsiteX1741" fmla="*/ 371445 w 3886200"/>
              <a:gd name="connsiteY1741" fmla="*/ 931249 h 3670596"/>
              <a:gd name="connsiteX1742" fmla="*/ 377185 w 3886200"/>
              <a:gd name="connsiteY1742" fmla="*/ 937262 h 3670596"/>
              <a:gd name="connsiteX1743" fmla="*/ 396026 w 3886200"/>
              <a:gd name="connsiteY1743" fmla="*/ 961832 h 3670596"/>
              <a:gd name="connsiteX1744" fmla="*/ 396919 w 3886200"/>
              <a:gd name="connsiteY1744" fmla="*/ 963734 h 3670596"/>
              <a:gd name="connsiteX1745" fmla="*/ 392938 w 3886200"/>
              <a:gd name="connsiteY1745" fmla="*/ 958659 h 3670596"/>
              <a:gd name="connsiteX1746" fmla="*/ 371445 w 3886200"/>
              <a:gd name="connsiteY1746" fmla="*/ 931249 h 3670596"/>
              <a:gd name="connsiteX1747" fmla="*/ 434687 w 3886200"/>
              <a:gd name="connsiteY1747" fmla="*/ 927861 h 3670596"/>
              <a:gd name="connsiteX1748" fmla="*/ 435607 w 3886200"/>
              <a:gd name="connsiteY1748" fmla="*/ 929033 h 3670596"/>
              <a:gd name="connsiteX1749" fmla="*/ 435893 w 3886200"/>
              <a:gd name="connsiteY1749" fmla="*/ 929397 h 3670596"/>
              <a:gd name="connsiteX1750" fmla="*/ 439622 w 3886200"/>
              <a:gd name="connsiteY1750" fmla="*/ 934153 h 3670596"/>
              <a:gd name="connsiteX1751" fmla="*/ 434706 w 3886200"/>
              <a:gd name="connsiteY1751" fmla="*/ 927885 h 3670596"/>
              <a:gd name="connsiteX1752" fmla="*/ 434581 w 3886200"/>
              <a:gd name="connsiteY1752" fmla="*/ 927726 h 3670596"/>
              <a:gd name="connsiteX1753" fmla="*/ 434687 w 3886200"/>
              <a:gd name="connsiteY1753" fmla="*/ 927861 h 3670596"/>
              <a:gd name="connsiteX1754" fmla="*/ 434596 w 3886200"/>
              <a:gd name="connsiteY1754" fmla="*/ 927744 h 3670596"/>
              <a:gd name="connsiteX1755" fmla="*/ 434523 w 3886200"/>
              <a:gd name="connsiteY1755" fmla="*/ 927651 h 3670596"/>
              <a:gd name="connsiteX1756" fmla="*/ 434596 w 3886200"/>
              <a:gd name="connsiteY1756" fmla="*/ 927744 h 3670596"/>
              <a:gd name="connsiteX1757" fmla="*/ 434706 w 3886200"/>
              <a:gd name="connsiteY1757" fmla="*/ 927885 h 3670596"/>
              <a:gd name="connsiteX1758" fmla="*/ 443169 w 3886200"/>
              <a:gd name="connsiteY1758" fmla="*/ 938677 h 3670596"/>
              <a:gd name="connsiteX1759" fmla="*/ 443246 w 3886200"/>
              <a:gd name="connsiteY1759" fmla="*/ 938775 h 3670596"/>
              <a:gd name="connsiteX1760" fmla="*/ 443268 w 3886200"/>
              <a:gd name="connsiteY1760" fmla="*/ 938803 h 3670596"/>
              <a:gd name="connsiteX1761" fmla="*/ 444892 w 3886200"/>
              <a:gd name="connsiteY1761" fmla="*/ 940874 h 3670596"/>
              <a:gd name="connsiteX1762" fmla="*/ 104064 w 3886200"/>
              <a:gd name="connsiteY1762" fmla="*/ 926428 h 3670596"/>
              <a:gd name="connsiteX1763" fmla="*/ 105882 w 3886200"/>
              <a:gd name="connsiteY1763" fmla="*/ 928745 h 3670596"/>
              <a:gd name="connsiteX1764" fmla="*/ 111710 w 3886200"/>
              <a:gd name="connsiteY1764" fmla="*/ 936177 h 3670596"/>
              <a:gd name="connsiteX1765" fmla="*/ 110326 w 3886200"/>
              <a:gd name="connsiteY1765" fmla="*/ 934413 h 3670596"/>
              <a:gd name="connsiteX1766" fmla="*/ 105085 w 3886200"/>
              <a:gd name="connsiteY1766" fmla="*/ 927730 h 3670596"/>
              <a:gd name="connsiteX1767" fmla="*/ 104635 w 3886200"/>
              <a:gd name="connsiteY1767" fmla="*/ 927158 h 3670596"/>
              <a:gd name="connsiteX1768" fmla="*/ 430801 w 3886200"/>
              <a:gd name="connsiteY1768" fmla="*/ 922905 h 3670596"/>
              <a:gd name="connsiteX1769" fmla="*/ 432624 w 3886200"/>
              <a:gd name="connsiteY1769" fmla="*/ 925229 h 3670596"/>
              <a:gd name="connsiteX1770" fmla="*/ 434395 w 3886200"/>
              <a:gd name="connsiteY1770" fmla="*/ 927487 h 3670596"/>
              <a:gd name="connsiteX1771" fmla="*/ 434581 w 3886200"/>
              <a:gd name="connsiteY1771" fmla="*/ 927726 h 3670596"/>
              <a:gd name="connsiteX1772" fmla="*/ 434073 w 3886200"/>
              <a:gd name="connsiteY1772" fmla="*/ 927078 h 3670596"/>
              <a:gd name="connsiteX1773" fmla="*/ 430731 w 3886200"/>
              <a:gd name="connsiteY1773" fmla="*/ 922817 h 3670596"/>
              <a:gd name="connsiteX1774" fmla="*/ 434073 w 3886200"/>
              <a:gd name="connsiteY1774" fmla="*/ 927078 h 3670596"/>
              <a:gd name="connsiteX1775" fmla="*/ 434523 w 3886200"/>
              <a:gd name="connsiteY1775" fmla="*/ 927651 h 3670596"/>
              <a:gd name="connsiteX1776" fmla="*/ 430609 w 3886200"/>
              <a:gd name="connsiteY1776" fmla="*/ 922661 h 3670596"/>
              <a:gd name="connsiteX1777" fmla="*/ 430801 w 3886200"/>
              <a:gd name="connsiteY1777" fmla="*/ 922905 h 3670596"/>
              <a:gd name="connsiteX1778" fmla="*/ 430639 w 3886200"/>
              <a:gd name="connsiteY1778" fmla="*/ 922699 h 3670596"/>
              <a:gd name="connsiteX1779" fmla="*/ 430525 w 3886200"/>
              <a:gd name="connsiteY1779" fmla="*/ 922553 h 3670596"/>
              <a:gd name="connsiteX1780" fmla="*/ 430639 w 3886200"/>
              <a:gd name="connsiteY1780" fmla="*/ 922699 h 3670596"/>
              <a:gd name="connsiteX1781" fmla="*/ 430731 w 3886200"/>
              <a:gd name="connsiteY1781" fmla="*/ 922817 h 3670596"/>
              <a:gd name="connsiteX1782" fmla="*/ 430475 w 3886200"/>
              <a:gd name="connsiteY1782" fmla="*/ 922489 h 3670596"/>
              <a:gd name="connsiteX1783" fmla="*/ 430609 w 3886200"/>
              <a:gd name="connsiteY1783" fmla="*/ 922661 h 3670596"/>
              <a:gd name="connsiteX1784" fmla="*/ 430511 w 3886200"/>
              <a:gd name="connsiteY1784" fmla="*/ 922536 h 3670596"/>
              <a:gd name="connsiteX1785" fmla="*/ 430407 w 3886200"/>
              <a:gd name="connsiteY1785" fmla="*/ 922403 h 3670596"/>
              <a:gd name="connsiteX1786" fmla="*/ 430427 w 3886200"/>
              <a:gd name="connsiteY1786" fmla="*/ 922428 h 3670596"/>
              <a:gd name="connsiteX1787" fmla="*/ 430511 w 3886200"/>
              <a:gd name="connsiteY1787" fmla="*/ 922536 h 3670596"/>
              <a:gd name="connsiteX1788" fmla="*/ 430525 w 3886200"/>
              <a:gd name="connsiteY1788" fmla="*/ 922553 h 3670596"/>
              <a:gd name="connsiteX1789" fmla="*/ 429898 w 3886200"/>
              <a:gd name="connsiteY1789" fmla="*/ 921754 h 3670596"/>
              <a:gd name="connsiteX1790" fmla="*/ 430475 w 3886200"/>
              <a:gd name="connsiteY1790" fmla="*/ 922489 h 3670596"/>
              <a:gd name="connsiteX1791" fmla="*/ 430427 w 3886200"/>
              <a:gd name="connsiteY1791" fmla="*/ 922428 h 3670596"/>
              <a:gd name="connsiteX1792" fmla="*/ 430162 w 3886200"/>
              <a:gd name="connsiteY1792" fmla="*/ 922090 h 3670596"/>
              <a:gd name="connsiteX1793" fmla="*/ 429837 w 3886200"/>
              <a:gd name="connsiteY1793" fmla="*/ 921676 h 3670596"/>
              <a:gd name="connsiteX1794" fmla="*/ 430162 w 3886200"/>
              <a:gd name="connsiteY1794" fmla="*/ 922090 h 3670596"/>
              <a:gd name="connsiteX1795" fmla="*/ 430407 w 3886200"/>
              <a:gd name="connsiteY1795" fmla="*/ 922403 h 3670596"/>
              <a:gd name="connsiteX1796" fmla="*/ 429708 w 3886200"/>
              <a:gd name="connsiteY1796" fmla="*/ 921512 h 3670596"/>
              <a:gd name="connsiteX1797" fmla="*/ 429898 w 3886200"/>
              <a:gd name="connsiteY1797" fmla="*/ 921754 h 3670596"/>
              <a:gd name="connsiteX1798" fmla="*/ 429804 w 3886200"/>
              <a:gd name="connsiteY1798" fmla="*/ 921634 h 3670596"/>
              <a:gd name="connsiteX1799" fmla="*/ 426093 w 3886200"/>
              <a:gd name="connsiteY1799" fmla="*/ 916900 h 3670596"/>
              <a:gd name="connsiteX1800" fmla="*/ 429277 w 3886200"/>
              <a:gd name="connsiteY1800" fmla="*/ 920961 h 3670596"/>
              <a:gd name="connsiteX1801" fmla="*/ 429342 w 3886200"/>
              <a:gd name="connsiteY1801" fmla="*/ 921043 h 3670596"/>
              <a:gd name="connsiteX1802" fmla="*/ 429708 w 3886200"/>
              <a:gd name="connsiteY1802" fmla="*/ 921512 h 3670596"/>
              <a:gd name="connsiteX1803" fmla="*/ 429099 w 3886200"/>
              <a:gd name="connsiteY1803" fmla="*/ 920734 h 3670596"/>
              <a:gd name="connsiteX1804" fmla="*/ 423329 w 3886200"/>
              <a:gd name="connsiteY1804" fmla="*/ 913377 h 3670596"/>
              <a:gd name="connsiteX1805" fmla="*/ 429099 w 3886200"/>
              <a:gd name="connsiteY1805" fmla="*/ 920734 h 3670596"/>
              <a:gd name="connsiteX1806" fmla="*/ 429804 w 3886200"/>
              <a:gd name="connsiteY1806" fmla="*/ 921634 h 3670596"/>
              <a:gd name="connsiteX1807" fmla="*/ 429837 w 3886200"/>
              <a:gd name="connsiteY1807" fmla="*/ 921676 h 3670596"/>
              <a:gd name="connsiteX1808" fmla="*/ 418754 w 3886200"/>
              <a:gd name="connsiteY1808" fmla="*/ 907543 h 3670596"/>
              <a:gd name="connsiteX1809" fmla="*/ 419759 w 3886200"/>
              <a:gd name="connsiteY1809" fmla="*/ 908824 h 3670596"/>
              <a:gd name="connsiteX1810" fmla="*/ 423329 w 3886200"/>
              <a:gd name="connsiteY1810" fmla="*/ 913377 h 3670596"/>
              <a:gd name="connsiteX1811" fmla="*/ 416840 w 3886200"/>
              <a:gd name="connsiteY1811" fmla="*/ 905102 h 3670596"/>
              <a:gd name="connsiteX1812" fmla="*/ 417763 w 3886200"/>
              <a:gd name="connsiteY1812" fmla="*/ 906279 h 3670596"/>
              <a:gd name="connsiteX1813" fmla="*/ 418754 w 3886200"/>
              <a:gd name="connsiteY1813" fmla="*/ 907543 h 3670596"/>
              <a:gd name="connsiteX1814" fmla="*/ 150252 w 3886200"/>
              <a:gd name="connsiteY1814" fmla="*/ 901289 h 3670596"/>
              <a:gd name="connsiteX1815" fmla="*/ 156549 w 3886200"/>
              <a:gd name="connsiteY1815" fmla="*/ 909320 h 3670596"/>
              <a:gd name="connsiteX1816" fmla="*/ 156549 w 3886200"/>
              <a:gd name="connsiteY1816" fmla="*/ 909322 h 3670596"/>
              <a:gd name="connsiteX1817" fmla="*/ 141952 w 3886200"/>
              <a:gd name="connsiteY1817" fmla="*/ 890707 h 3670596"/>
              <a:gd name="connsiteX1818" fmla="*/ 150252 w 3886200"/>
              <a:gd name="connsiteY1818" fmla="*/ 901289 h 3670596"/>
              <a:gd name="connsiteX1819" fmla="*/ 147146 w 3886200"/>
              <a:gd name="connsiteY1819" fmla="*/ 897329 h 3670596"/>
              <a:gd name="connsiteX1820" fmla="*/ 400621 w 3886200"/>
              <a:gd name="connsiteY1820" fmla="*/ 884416 h 3670596"/>
              <a:gd name="connsiteX1821" fmla="*/ 422908 w 3886200"/>
              <a:gd name="connsiteY1821" fmla="*/ 912840 h 3670596"/>
              <a:gd name="connsiteX1822" fmla="*/ 426093 w 3886200"/>
              <a:gd name="connsiteY1822" fmla="*/ 916900 h 3670596"/>
              <a:gd name="connsiteX1823" fmla="*/ 419759 w 3886200"/>
              <a:gd name="connsiteY1823" fmla="*/ 908824 h 3670596"/>
              <a:gd name="connsiteX1824" fmla="*/ 418131 w 3886200"/>
              <a:gd name="connsiteY1824" fmla="*/ 906749 h 3670596"/>
              <a:gd name="connsiteX1825" fmla="*/ 417763 w 3886200"/>
              <a:gd name="connsiteY1825" fmla="*/ 906279 h 3670596"/>
              <a:gd name="connsiteX1826" fmla="*/ 402149 w 3886200"/>
              <a:gd name="connsiteY1826" fmla="*/ 886366 h 3670596"/>
              <a:gd name="connsiteX1827" fmla="*/ 412160 w 3886200"/>
              <a:gd name="connsiteY1827" fmla="*/ 899135 h 3670596"/>
              <a:gd name="connsiteX1828" fmla="*/ 416840 w 3886200"/>
              <a:gd name="connsiteY1828" fmla="*/ 905102 h 3670596"/>
              <a:gd name="connsiteX1829" fmla="*/ 400618 w 3886200"/>
              <a:gd name="connsiteY1829" fmla="*/ 884420 h 3670596"/>
              <a:gd name="connsiteX1830" fmla="*/ 400621 w 3886200"/>
              <a:gd name="connsiteY1830" fmla="*/ 884418 h 3670596"/>
              <a:gd name="connsiteX1831" fmla="*/ 136249 w 3886200"/>
              <a:gd name="connsiteY1831" fmla="*/ 883432 h 3670596"/>
              <a:gd name="connsiteX1832" fmla="*/ 141952 w 3886200"/>
              <a:gd name="connsiteY1832" fmla="*/ 890707 h 3670596"/>
              <a:gd name="connsiteX1833" fmla="*/ 137891 w 3886200"/>
              <a:gd name="connsiteY1833" fmla="*/ 885527 h 3670596"/>
              <a:gd name="connsiteX1834" fmla="*/ 136249 w 3886200"/>
              <a:gd name="connsiteY1834" fmla="*/ 883432 h 3670596"/>
              <a:gd name="connsiteX1835" fmla="*/ 391952 w 3886200"/>
              <a:gd name="connsiteY1835" fmla="*/ 873363 h 3670596"/>
              <a:gd name="connsiteX1836" fmla="*/ 400621 w 3886200"/>
              <a:gd name="connsiteY1836" fmla="*/ 884416 h 3670596"/>
              <a:gd name="connsiteX1837" fmla="*/ 400618 w 3886200"/>
              <a:gd name="connsiteY1837" fmla="*/ 884414 h 3670596"/>
              <a:gd name="connsiteX1838" fmla="*/ 393433 w 3886200"/>
              <a:gd name="connsiteY1838" fmla="*/ 875251 h 3670596"/>
              <a:gd name="connsiteX1839" fmla="*/ 320494 w 3886200"/>
              <a:gd name="connsiteY1839" fmla="*/ 866275 h 3670596"/>
              <a:gd name="connsiteX1840" fmla="*/ 388701 w 3886200"/>
              <a:gd name="connsiteY1840" fmla="*/ 995275 h 3670596"/>
              <a:gd name="connsiteX1841" fmla="*/ 391729 w 3886200"/>
              <a:gd name="connsiteY1841" fmla="*/ 1008684 h 3670596"/>
              <a:gd name="connsiteX1842" fmla="*/ 362937 w 3886200"/>
              <a:gd name="connsiteY1842" fmla="*/ 968986 h 3670596"/>
              <a:gd name="connsiteX1843" fmla="*/ 362700 w 3886200"/>
              <a:gd name="connsiteY1843" fmla="*/ 968871 h 3670596"/>
              <a:gd name="connsiteX1844" fmla="*/ 362539 w 3886200"/>
              <a:gd name="connsiteY1844" fmla="*/ 968478 h 3670596"/>
              <a:gd name="connsiteX1845" fmla="*/ 320494 w 3886200"/>
              <a:gd name="connsiteY1845" fmla="*/ 866275 h 3670596"/>
              <a:gd name="connsiteX1846" fmla="*/ 386166 w 3886200"/>
              <a:gd name="connsiteY1846" fmla="*/ 865985 h 3670596"/>
              <a:gd name="connsiteX1847" fmla="*/ 387882 w 3886200"/>
              <a:gd name="connsiteY1847" fmla="*/ 868171 h 3670596"/>
              <a:gd name="connsiteX1848" fmla="*/ 391952 w 3886200"/>
              <a:gd name="connsiteY1848" fmla="*/ 873363 h 3670596"/>
              <a:gd name="connsiteX1849" fmla="*/ 383027 w 3886200"/>
              <a:gd name="connsiteY1849" fmla="*/ 861982 h 3670596"/>
              <a:gd name="connsiteX1850" fmla="*/ 386166 w 3886200"/>
              <a:gd name="connsiteY1850" fmla="*/ 865985 h 3670596"/>
              <a:gd name="connsiteX1851" fmla="*/ 385264 w 3886200"/>
              <a:gd name="connsiteY1851" fmla="*/ 864837 h 3670596"/>
              <a:gd name="connsiteX1852" fmla="*/ 375142 w 3886200"/>
              <a:gd name="connsiteY1852" fmla="*/ 851927 h 3670596"/>
              <a:gd name="connsiteX1853" fmla="*/ 383027 w 3886200"/>
              <a:gd name="connsiteY1853" fmla="*/ 861982 h 3670596"/>
              <a:gd name="connsiteX1854" fmla="*/ 379062 w 3886200"/>
              <a:gd name="connsiteY1854" fmla="*/ 856929 h 3670596"/>
              <a:gd name="connsiteX1855" fmla="*/ 50538 w 3886200"/>
              <a:gd name="connsiteY1855" fmla="*/ 820825 h 3670596"/>
              <a:gd name="connsiteX1856" fmla="*/ 97824 w 3886200"/>
              <a:gd name="connsiteY1856" fmla="*/ 915023 h 3670596"/>
              <a:gd name="connsiteX1857" fmla="*/ 101901 w 3886200"/>
              <a:gd name="connsiteY1857" fmla="*/ 923670 h 3670596"/>
              <a:gd name="connsiteX1858" fmla="*/ 77023 w 3886200"/>
              <a:gd name="connsiteY1858" fmla="*/ 891944 h 3670596"/>
              <a:gd name="connsiteX1859" fmla="*/ 76764 w 3886200"/>
              <a:gd name="connsiteY1859" fmla="*/ 891615 h 3670596"/>
              <a:gd name="connsiteX1860" fmla="*/ 76425 w 3886200"/>
              <a:gd name="connsiteY1860" fmla="*/ 891182 h 3670596"/>
              <a:gd name="connsiteX1861" fmla="*/ 76424 w 3886200"/>
              <a:gd name="connsiteY1861" fmla="*/ 891181 h 3670596"/>
              <a:gd name="connsiteX1862" fmla="*/ 64726 w 3886200"/>
              <a:gd name="connsiteY1862" fmla="*/ 862414 h 3670596"/>
              <a:gd name="connsiteX1863" fmla="*/ 49725 w 3886200"/>
              <a:gd name="connsiteY1863" fmla="*/ 821680 h 3670596"/>
              <a:gd name="connsiteX1864" fmla="*/ 50538 w 3886200"/>
              <a:gd name="connsiteY1864" fmla="*/ 820825 h 3670596"/>
              <a:gd name="connsiteX1865" fmla="*/ 109175 w 3886200"/>
              <a:gd name="connsiteY1865" fmla="*/ 764868 h 3670596"/>
              <a:gd name="connsiteX1866" fmla="*/ 122036 w 3886200"/>
              <a:gd name="connsiteY1866" fmla="*/ 781269 h 3670596"/>
              <a:gd name="connsiteX1867" fmla="*/ 160249 w 3886200"/>
              <a:gd name="connsiteY1867" fmla="*/ 829998 h 3670596"/>
              <a:gd name="connsiteX1868" fmla="*/ 126017 w 3886200"/>
              <a:gd name="connsiteY1868" fmla="*/ 786346 h 3670596"/>
              <a:gd name="connsiteX1869" fmla="*/ 430304 w 3886200"/>
              <a:gd name="connsiteY1869" fmla="*/ 757641 h 3670596"/>
              <a:gd name="connsiteX1870" fmla="*/ 433488 w 3886200"/>
              <a:gd name="connsiteY1870" fmla="*/ 758257 h 3670596"/>
              <a:gd name="connsiteX1871" fmla="*/ 459042 w 3886200"/>
              <a:gd name="connsiteY1871" fmla="*/ 817008 h 3670596"/>
              <a:gd name="connsiteX1872" fmla="*/ 437347 w 3886200"/>
              <a:gd name="connsiteY1872" fmla="*/ 774996 h 3670596"/>
              <a:gd name="connsiteX1873" fmla="*/ 430304 w 3886200"/>
              <a:gd name="connsiteY1873" fmla="*/ 757641 h 3670596"/>
              <a:gd name="connsiteX1874" fmla="*/ 298720 w 3886200"/>
              <a:gd name="connsiteY1874" fmla="*/ 754467 h 3670596"/>
              <a:gd name="connsiteX1875" fmla="*/ 375142 w 3886200"/>
              <a:gd name="connsiteY1875" fmla="*/ 851927 h 3670596"/>
              <a:gd name="connsiteX1876" fmla="*/ 310660 w 3886200"/>
              <a:gd name="connsiteY1876" fmla="*/ 769696 h 3670596"/>
              <a:gd name="connsiteX1877" fmla="*/ 83827 w 3886200"/>
              <a:gd name="connsiteY1877" fmla="*/ 732542 h 3670596"/>
              <a:gd name="connsiteX1878" fmla="*/ 96561 w 3886200"/>
              <a:gd name="connsiteY1878" fmla="*/ 748782 h 3670596"/>
              <a:gd name="connsiteX1879" fmla="*/ 109175 w 3886200"/>
              <a:gd name="connsiteY1879" fmla="*/ 764868 h 3670596"/>
              <a:gd name="connsiteX1880" fmla="*/ 102930 w 3886200"/>
              <a:gd name="connsiteY1880" fmla="*/ 756904 h 3670596"/>
              <a:gd name="connsiteX1881" fmla="*/ 83830 w 3886200"/>
              <a:gd name="connsiteY1881" fmla="*/ 732546 h 3670596"/>
              <a:gd name="connsiteX1882" fmla="*/ 83826 w 3886200"/>
              <a:gd name="connsiteY1882" fmla="*/ 732540 h 3670596"/>
              <a:gd name="connsiteX1883" fmla="*/ 83827 w 3886200"/>
              <a:gd name="connsiteY1883" fmla="*/ 732542 h 3670596"/>
              <a:gd name="connsiteX1884" fmla="*/ 83826 w 3886200"/>
              <a:gd name="connsiteY1884" fmla="*/ 732541 h 3670596"/>
              <a:gd name="connsiteX1885" fmla="*/ 83824 w 3886200"/>
              <a:gd name="connsiteY1885" fmla="*/ 732537 h 3670596"/>
              <a:gd name="connsiteX1886" fmla="*/ 83826 w 3886200"/>
              <a:gd name="connsiteY1886" fmla="*/ 732540 h 3670596"/>
              <a:gd name="connsiteX1887" fmla="*/ 83824 w 3886200"/>
              <a:gd name="connsiteY1887" fmla="*/ 732538 h 3670596"/>
              <a:gd name="connsiteX1888" fmla="*/ 273243 w 3886200"/>
              <a:gd name="connsiteY1888" fmla="*/ 721981 h 3670596"/>
              <a:gd name="connsiteX1889" fmla="*/ 280788 w 3886200"/>
              <a:gd name="connsiteY1889" fmla="*/ 756746 h 3670596"/>
              <a:gd name="connsiteX1890" fmla="*/ 281408 w 3886200"/>
              <a:gd name="connsiteY1890" fmla="*/ 763909 h 3670596"/>
              <a:gd name="connsiteX1891" fmla="*/ 247768 w 3886200"/>
              <a:gd name="connsiteY1891" fmla="*/ 689494 h 3670596"/>
              <a:gd name="connsiteX1892" fmla="*/ 282414 w 3886200"/>
              <a:gd name="connsiteY1892" fmla="*/ 770607 h 3670596"/>
              <a:gd name="connsiteX1893" fmla="*/ 281408 w 3886200"/>
              <a:gd name="connsiteY1893" fmla="*/ 763909 h 3670596"/>
              <a:gd name="connsiteX1894" fmla="*/ 285832 w 3886200"/>
              <a:gd name="connsiteY1894" fmla="*/ 786620 h 3670596"/>
              <a:gd name="connsiteX1895" fmla="*/ 295020 w 3886200"/>
              <a:gd name="connsiteY1895" fmla="*/ 833789 h 3670596"/>
              <a:gd name="connsiteX1896" fmla="*/ 247768 w 3886200"/>
              <a:gd name="connsiteY1896" fmla="*/ 689494 h 3670596"/>
              <a:gd name="connsiteX1897" fmla="*/ 585912 w 3886200"/>
              <a:gd name="connsiteY1897" fmla="*/ 676003 h 3670596"/>
              <a:gd name="connsiteX1898" fmla="*/ 591062 w 3886200"/>
              <a:gd name="connsiteY1898" fmla="*/ 683273 h 3670596"/>
              <a:gd name="connsiteX1899" fmla="*/ 590990 w 3886200"/>
              <a:gd name="connsiteY1899" fmla="*/ 683199 h 3670596"/>
              <a:gd name="connsiteX1900" fmla="*/ 585869 w 3886200"/>
              <a:gd name="connsiteY1900" fmla="*/ 676012 h 3670596"/>
              <a:gd name="connsiteX1901" fmla="*/ 222295 w 3886200"/>
              <a:gd name="connsiteY1901" fmla="*/ 657007 h 3670596"/>
              <a:gd name="connsiteX1902" fmla="*/ 298720 w 3886200"/>
              <a:gd name="connsiteY1902" fmla="*/ 754467 h 3670596"/>
              <a:gd name="connsiteX1903" fmla="*/ 331131 w 3886200"/>
              <a:gd name="connsiteY1903" fmla="*/ 823542 h 3670596"/>
              <a:gd name="connsiteX1904" fmla="*/ 384643 w 3886200"/>
              <a:gd name="connsiteY1904" fmla="*/ 937577 h 3670596"/>
              <a:gd name="connsiteX1905" fmla="*/ 389819 w 3886200"/>
              <a:gd name="connsiteY1905" fmla="*/ 948606 h 3670596"/>
              <a:gd name="connsiteX1906" fmla="*/ 387275 w 3886200"/>
              <a:gd name="connsiteY1906" fmla="*/ 947828 h 3670596"/>
              <a:gd name="connsiteX1907" fmla="*/ 377185 w 3886200"/>
              <a:gd name="connsiteY1907" fmla="*/ 937262 h 3670596"/>
              <a:gd name="connsiteX1908" fmla="*/ 377075 w 3886200"/>
              <a:gd name="connsiteY1908" fmla="*/ 937117 h 3670596"/>
              <a:gd name="connsiteX1909" fmla="*/ 287822 w 3886200"/>
              <a:gd name="connsiteY1909" fmla="*/ 789157 h 3670596"/>
              <a:gd name="connsiteX1910" fmla="*/ 280788 w 3886200"/>
              <a:gd name="connsiteY1910" fmla="*/ 756746 h 3670596"/>
              <a:gd name="connsiteX1911" fmla="*/ 279490 w 3886200"/>
              <a:gd name="connsiteY1911" fmla="*/ 741765 h 3670596"/>
              <a:gd name="connsiteX1912" fmla="*/ 284884 w 3886200"/>
              <a:gd name="connsiteY1912" fmla="*/ 740273 h 3670596"/>
              <a:gd name="connsiteX1913" fmla="*/ 298717 w 3886200"/>
              <a:gd name="connsiteY1913" fmla="*/ 754464 h 3670596"/>
              <a:gd name="connsiteX1914" fmla="*/ 272746 w 3886200"/>
              <a:gd name="connsiteY1914" fmla="*/ 721346 h 3670596"/>
              <a:gd name="connsiteX1915" fmla="*/ 222295 w 3886200"/>
              <a:gd name="connsiteY1915" fmla="*/ 657007 h 3670596"/>
              <a:gd name="connsiteX1916" fmla="*/ 42396 w 3886200"/>
              <a:gd name="connsiteY1916" fmla="*/ 644253 h 3670596"/>
              <a:gd name="connsiteX1917" fmla="*/ 76383 w 3886200"/>
              <a:gd name="connsiteY1917" fmla="*/ 711231 h 3670596"/>
              <a:gd name="connsiteX1918" fmla="*/ 83824 w 3886200"/>
              <a:gd name="connsiteY1918" fmla="*/ 732537 h 3670596"/>
              <a:gd name="connsiteX1919" fmla="*/ 83250 w 3886200"/>
              <a:gd name="connsiteY1919" fmla="*/ 731807 h 3670596"/>
              <a:gd name="connsiteX1920" fmla="*/ 51831 w 3886200"/>
              <a:gd name="connsiteY1920" fmla="*/ 691743 h 3670596"/>
              <a:gd name="connsiteX1921" fmla="*/ 47402 w 3886200"/>
              <a:gd name="connsiteY1921" fmla="*/ 686093 h 3670596"/>
              <a:gd name="connsiteX1922" fmla="*/ 32873 w 3886200"/>
              <a:gd name="connsiteY1922" fmla="*/ 667566 h 3670596"/>
              <a:gd name="connsiteX1923" fmla="*/ 36124 w 3886200"/>
              <a:gd name="connsiteY1923" fmla="*/ 647583 h 3670596"/>
              <a:gd name="connsiteX1924" fmla="*/ 42396 w 3886200"/>
              <a:gd name="connsiteY1924" fmla="*/ 644253 h 3670596"/>
              <a:gd name="connsiteX1925" fmla="*/ 1911155 w 3886200"/>
              <a:gd name="connsiteY1925" fmla="*/ 613506 h 3670596"/>
              <a:gd name="connsiteX1926" fmla="*/ 1931980 w 3886200"/>
              <a:gd name="connsiteY1926" fmla="*/ 650101 h 3670596"/>
              <a:gd name="connsiteX1927" fmla="*/ 1919245 w 3886200"/>
              <a:gd name="connsiteY1927" fmla="*/ 627726 h 3670596"/>
              <a:gd name="connsiteX1928" fmla="*/ 537331 w 3886200"/>
              <a:gd name="connsiteY1928" fmla="*/ 604175 h 3670596"/>
              <a:gd name="connsiteX1929" fmla="*/ 575887 w 3886200"/>
              <a:gd name="connsiteY1929" fmla="*/ 662005 h 3670596"/>
              <a:gd name="connsiteX1930" fmla="*/ 585869 w 3886200"/>
              <a:gd name="connsiteY1930" fmla="*/ 676012 h 3670596"/>
              <a:gd name="connsiteX1931" fmla="*/ 581260 w 3886200"/>
              <a:gd name="connsiteY1931" fmla="*/ 677004 h 3670596"/>
              <a:gd name="connsiteX1932" fmla="*/ 581785 w 3886200"/>
              <a:gd name="connsiteY1932" fmla="*/ 690610 h 3670596"/>
              <a:gd name="connsiteX1933" fmla="*/ 582621 w 3886200"/>
              <a:gd name="connsiteY1933" fmla="*/ 695462 h 3670596"/>
              <a:gd name="connsiteX1934" fmla="*/ 582066 w 3886200"/>
              <a:gd name="connsiteY1934" fmla="*/ 694585 h 3670596"/>
              <a:gd name="connsiteX1935" fmla="*/ 535251 w 3886200"/>
              <a:gd name="connsiteY1935" fmla="*/ 606883 h 3670596"/>
              <a:gd name="connsiteX1936" fmla="*/ 537331 w 3886200"/>
              <a:gd name="connsiteY1936" fmla="*/ 604175 h 3670596"/>
              <a:gd name="connsiteX1937" fmla="*/ 1903326 w 3886200"/>
              <a:gd name="connsiteY1937" fmla="*/ 599747 h 3670596"/>
              <a:gd name="connsiteX1938" fmla="*/ 1911155 w 3886200"/>
              <a:gd name="connsiteY1938" fmla="*/ 613506 h 3670596"/>
              <a:gd name="connsiteX1939" fmla="*/ 1905983 w 3886200"/>
              <a:gd name="connsiteY1939" fmla="*/ 604417 h 3670596"/>
              <a:gd name="connsiteX1940" fmla="*/ 1894935 w 3886200"/>
              <a:gd name="connsiteY1940" fmla="*/ 585000 h 3670596"/>
              <a:gd name="connsiteX1941" fmla="*/ 1903326 w 3886200"/>
              <a:gd name="connsiteY1941" fmla="*/ 599747 h 3670596"/>
              <a:gd name="connsiteX1942" fmla="*/ 1898025 w 3886200"/>
              <a:gd name="connsiteY1942" fmla="*/ 590432 h 3670596"/>
              <a:gd name="connsiteX1943" fmla="*/ 1892189 w 3886200"/>
              <a:gd name="connsiteY1943" fmla="*/ 580178 h 3670596"/>
              <a:gd name="connsiteX1944" fmla="*/ 1894935 w 3886200"/>
              <a:gd name="connsiteY1944" fmla="*/ 585000 h 3670596"/>
              <a:gd name="connsiteX1945" fmla="*/ 1893780 w 3886200"/>
              <a:gd name="connsiteY1945" fmla="*/ 582974 h 3670596"/>
              <a:gd name="connsiteX1946" fmla="*/ 1892189 w 3886200"/>
              <a:gd name="connsiteY1946" fmla="*/ 580178 h 3670596"/>
              <a:gd name="connsiteX1947" fmla="*/ 1858302 w 3886200"/>
              <a:gd name="connsiteY1947" fmla="*/ 579936 h 3670596"/>
              <a:gd name="connsiteX1948" fmla="*/ 1858496 w 3886200"/>
              <a:gd name="connsiteY1948" fmla="*/ 580959 h 3670596"/>
              <a:gd name="connsiteX1949" fmla="*/ 1858458 w 3886200"/>
              <a:gd name="connsiteY1949" fmla="*/ 580757 h 3670596"/>
              <a:gd name="connsiteX1950" fmla="*/ 1857701 w 3886200"/>
              <a:gd name="connsiteY1950" fmla="*/ 576763 h 3670596"/>
              <a:gd name="connsiteX1951" fmla="*/ 1858302 w 3886200"/>
              <a:gd name="connsiteY1951" fmla="*/ 579936 h 3670596"/>
              <a:gd name="connsiteX1952" fmla="*/ 1858157 w 3886200"/>
              <a:gd name="connsiteY1952" fmla="*/ 579167 h 3670596"/>
              <a:gd name="connsiteX1953" fmla="*/ 1857082 w 3886200"/>
              <a:gd name="connsiteY1953" fmla="*/ 573499 h 3670596"/>
              <a:gd name="connsiteX1954" fmla="*/ 1857701 w 3886200"/>
              <a:gd name="connsiteY1954" fmla="*/ 576763 h 3670596"/>
              <a:gd name="connsiteX1955" fmla="*/ 1857503 w 3886200"/>
              <a:gd name="connsiteY1955" fmla="*/ 575718 h 3670596"/>
              <a:gd name="connsiteX1956" fmla="*/ 1855723 w 3886200"/>
              <a:gd name="connsiteY1956" fmla="*/ 566329 h 3670596"/>
              <a:gd name="connsiteX1957" fmla="*/ 1856688 w 3886200"/>
              <a:gd name="connsiteY1957" fmla="*/ 571420 h 3670596"/>
              <a:gd name="connsiteX1958" fmla="*/ 1857082 w 3886200"/>
              <a:gd name="connsiteY1958" fmla="*/ 573499 h 3670596"/>
              <a:gd name="connsiteX1959" fmla="*/ 1856925 w 3886200"/>
              <a:gd name="connsiteY1959" fmla="*/ 572667 h 3670596"/>
              <a:gd name="connsiteX1960" fmla="*/ 2821403 w 3886200"/>
              <a:gd name="connsiteY1960" fmla="*/ 510549 h 3670596"/>
              <a:gd name="connsiteX1961" fmla="*/ 2835157 w 3886200"/>
              <a:gd name="connsiteY1961" fmla="*/ 528089 h 3670596"/>
              <a:gd name="connsiteX1962" fmla="*/ 2835155 w 3886200"/>
              <a:gd name="connsiteY1962" fmla="*/ 528087 h 3670596"/>
              <a:gd name="connsiteX1963" fmla="*/ 2809680 w 3886200"/>
              <a:gd name="connsiteY1963" fmla="*/ 495600 h 3670596"/>
              <a:gd name="connsiteX1964" fmla="*/ 2821403 w 3886200"/>
              <a:gd name="connsiteY1964" fmla="*/ 510549 h 3670596"/>
              <a:gd name="connsiteX1965" fmla="*/ 2820427 w 3886200"/>
              <a:gd name="connsiteY1965" fmla="*/ 509305 h 3670596"/>
              <a:gd name="connsiteX1966" fmla="*/ 2809680 w 3886200"/>
              <a:gd name="connsiteY1966" fmla="*/ 495600 h 3670596"/>
              <a:gd name="connsiteX1967" fmla="*/ 2809680 w 3886200"/>
              <a:gd name="connsiteY1967" fmla="*/ 495600 h 3670596"/>
              <a:gd name="connsiteX1968" fmla="*/ 2820428 w 3886200"/>
              <a:gd name="connsiteY1968" fmla="*/ 509304 h 3670596"/>
              <a:gd name="connsiteX1969" fmla="*/ 2809680 w 3886200"/>
              <a:gd name="connsiteY1969" fmla="*/ 495600 h 3670596"/>
              <a:gd name="connsiteX1970" fmla="*/ 1781785 w 3886200"/>
              <a:gd name="connsiteY1970" fmla="*/ 494773 h 3670596"/>
              <a:gd name="connsiteX1971" fmla="*/ 1786419 w 3886200"/>
              <a:gd name="connsiteY1971" fmla="*/ 503068 h 3670596"/>
              <a:gd name="connsiteX1972" fmla="*/ 1787963 w 3886200"/>
              <a:gd name="connsiteY1972" fmla="*/ 527355 h 3670596"/>
              <a:gd name="connsiteX1973" fmla="*/ 1781785 w 3886200"/>
              <a:gd name="connsiteY1973" fmla="*/ 494773 h 3670596"/>
              <a:gd name="connsiteX1974" fmla="*/ 1352873 w 3886200"/>
              <a:gd name="connsiteY1974" fmla="*/ 461464 h 3670596"/>
              <a:gd name="connsiteX1975" fmla="*/ 1354466 w 3886200"/>
              <a:gd name="connsiteY1975" fmla="*/ 469869 h 3670596"/>
              <a:gd name="connsiteX1976" fmla="*/ 1354346 w 3886200"/>
              <a:gd name="connsiteY1976" fmla="*/ 469240 h 3670596"/>
              <a:gd name="connsiteX1977" fmla="*/ 1353116 w 3886200"/>
              <a:gd name="connsiteY1977" fmla="*/ 462749 h 3670596"/>
              <a:gd name="connsiteX1978" fmla="*/ 1351860 w 3886200"/>
              <a:gd name="connsiteY1978" fmla="*/ 456124 h 3670596"/>
              <a:gd name="connsiteX1979" fmla="*/ 1352760 w 3886200"/>
              <a:gd name="connsiteY1979" fmla="*/ 460871 h 3670596"/>
              <a:gd name="connsiteX1980" fmla="*/ 1352873 w 3886200"/>
              <a:gd name="connsiteY1980" fmla="*/ 461464 h 3670596"/>
              <a:gd name="connsiteX1981" fmla="*/ 1345189 w 3886200"/>
              <a:gd name="connsiteY1981" fmla="*/ 420933 h 3670596"/>
              <a:gd name="connsiteX1982" fmla="*/ 1351860 w 3886200"/>
              <a:gd name="connsiteY1982" fmla="*/ 456124 h 3670596"/>
              <a:gd name="connsiteX1983" fmla="*/ 1347324 w 3886200"/>
              <a:gd name="connsiteY1983" fmla="*/ 432197 h 3670596"/>
              <a:gd name="connsiteX1984" fmla="*/ 1162718 w 3886200"/>
              <a:gd name="connsiteY1984" fmla="*/ 413776 h 3670596"/>
              <a:gd name="connsiteX1985" fmla="*/ 1162769 w 3886200"/>
              <a:gd name="connsiteY1985" fmla="*/ 414046 h 3670596"/>
              <a:gd name="connsiteX1986" fmla="*/ 1162730 w 3886200"/>
              <a:gd name="connsiteY1986" fmla="*/ 413842 h 3670596"/>
              <a:gd name="connsiteX1987" fmla="*/ 1162659 w 3886200"/>
              <a:gd name="connsiteY1987" fmla="*/ 413464 h 3670596"/>
              <a:gd name="connsiteX1988" fmla="*/ 1162718 w 3886200"/>
              <a:gd name="connsiteY1988" fmla="*/ 413776 h 3670596"/>
              <a:gd name="connsiteX1989" fmla="*/ 1162699 w 3886200"/>
              <a:gd name="connsiteY1989" fmla="*/ 413678 h 3670596"/>
              <a:gd name="connsiteX1990" fmla="*/ 1162640 w 3886200"/>
              <a:gd name="connsiteY1990" fmla="*/ 413368 h 3670596"/>
              <a:gd name="connsiteX1991" fmla="*/ 1162699 w 3886200"/>
              <a:gd name="connsiteY1991" fmla="*/ 413678 h 3670596"/>
              <a:gd name="connsiteX1992" fmla="*/ 1162730 w 3886200"/>
              <a:gd name="connsiteY1992" fmla="*/ 413842 h 3670596"/>
              <a:gd name="connsiteX1993" fmla="*/ 1162769 w 3886200"/>
              <a:gd name="connsiteY1993" fmla="*/ 414048 h 3670596"/>
              <a:gd name="connsiteX1994" fmla="*/ 1162698 w 3886200"/>
              <a:gd name="connsiteY1994" fmla="*/ 413674 h 3670596"/>
              <a:gd name="connsiteX1995" fmla="*/ 1162525 w 3886200"/>
              <a:gd name="connsiteY1995" fmla="*/ 412760 h 3670596"/>
              <a:gd name="connsiteX1996" fmla="*/ 1162537 w 3886200"/>
              <a:gd name="connsiteY1996" fmla="*/ 412826 h 3670596"/>
              <a:gd name="connsiteX1997" fmla="*/ 1162640 w 3886200"/>
              <a:gd name="connsiteY1997" fmla="*/ 413368 h 3670596"/>
              <a:gd name="connsiteX1998" fmla="*/ 1162504 w 3886200"/>
              <a:gd name="connsiteY1998" fmla="*/ 412654 h 3670596"/>
              <a:gd name="connsiteX1999" fmla="*/ 1162525 w 3886200"/>
              <a:gd name="connsiteY1999" fmla="*/ 412760 h 3670596"/>
              <a:gd name="connsiteX2000" fmla="*/ 1162520 w 3886200"/>
              <a:gd name="connsiteY2000" fmla="*/ 412735 h 3670596"/>
              <a:gd name="connsiteX2001" fmla="*/ 1162434 w 3886200"/>
              <a:gd name="connsiteY2001" fmla="*/ 412278 h 3670596"/>
              <a:gd name="connsiteX2002" fmla="*/ 1162659 w 3886200"/>
              <a:gd name="connsiteY2002" fmla="*/ 413464 h 3670596"/>
              <a:gd name="connsiteX2003" fmla="*/ 1162537 w 3886200"/>
              <a:gd name="connsiteY2003" fmla="*/ 412826 h 3670596"/>
              <a:gd name="connsiteX2004" fmla="*/ 1162392 w 3886200"/>
              <a:gd name="connsiteY2004" fmla="*/ 412056 h 3670596"/>
              <a:gd name="connsiteX2005" fmla="*/ 1162396 w 3886200"/>
              <a:gd name="connsiteY2005" fmla="*/ 412079 h 3670596"/>
              <a:gd name="connsiteX2006" fmla="*/ 1162504 w 3886200"/>
              <a:gd name="connsiteY2006" fmla="*/ 412654 h 3670596"/>
              <a:gd name="connsiteX2007" fmla="*/ 1162504 w 3886200"/>
              <a:gd name="connsiteY2007" fmla="*/ 412652 h 3670596"/>
              <a:gd name="connsiteX2008" fmla="*/ 1162353 w 3886200"/>
              <a:gd name="connsiteY2008" fmla="*/ 411849 h 3670596"/>
              <a:gd name="connsiteX2009" fmla="*/ 1162434 w 3886200"/>
              <a:gd name="connsiteY2009" fmla="*/ 412278 h 3670596"/>
              <a:gd name="connsiteX2010" fmla="*/ 1162396 w 3886200"/>
              <a:gd name="connsiteY2010" fmla="*/ 412079 h 3670596"/>
              <a:gd name="connsiteX2011" fmla="*/ 1162351 w 3886200"/>
              <a:gd name="connsiteY2011" fmla="*/ 411842 h 3670596"/>
              <a:gd name="connsiteX2012" fmla="*/ 1162351 w 3886200"/>
              <a:gd name="connsiteY2012" fmla="*/ 411843 h 3670596"/>
              <a:gd name="connsiteX2013" fmla="*/ 1162392 w 3886200"/>
              <a:gd name="connsiteY2013" fmla="*/ 412056 h 3670596"/>
              <a:gd name="connsiteX2014" fmla="*/ 1162348 w 3886200"/>
              <a:gd name="connsiteY2014" fmla="*/ 411826 h 3670596"/>
              <a:gd name="connsiteX2015" fmla="*/ 1162353 w 3886200"/>
              <a:gd name="connsiteY2015" fmla="*/ 411849 h 3670596"/>
              <a:gd name="connsiteX2016" fmla="*/ 1162351 w 3886200"/>
              <a:gd name="connsiteY2016" fmla="*/ 411843 h 3670596"/>
              <a:gd name="connsiteX2017" fmla="*/ 1162346 w 3886200"/>
              <a:gd name="connsiteY2017" fmla="*/ 411818 h 3670596"/>
              <a:gd name="connsiteX2018" fmla="*/ 1162347 w 3886200"/>
              <a:gd name="connsiteY2018" fmla="*/ 411819 h 3670596"/>
              <a:gd name="connsiteX2019" fmla="*/ 1162351 w 3886200"/>
              <a:gd name="connsiteY2019" fmla="*/ 411842 h 3670596"/>
              <a:gd name="connsiteX2020" fmla="*/ 1162347 w 3886200"/>
              <a:gd name="connsiteY2020" fmla="*/ 411822 h 3670596"/>
              <a:gd name="connsiteX2021" fmla="*/ 1162270 w 3886200"/>
              <a:gd name="connsiteY2021" fmla="*/ 411419 h 3670596"/>
              <a:gd name="connsiteX2022" fmla="*/ 1162346 w 3886200"/>
              <a:gd name="connsiteY2022" fmla="*/ 411818 h 3670596"/>
              <a:gd name="connsiteX2023" fmla="*/ 1162346 w 3886200"/>
              <a:gd name="connsiteY2023" fmla="*/ 411818 h 3670596"/>
              <a:gd name="connsiteX2024" fmla="*/ 1162222 w 3886200"/>
              <a:gd name="connsiteY2024" fmla="*/ 411159 h 3670596"/>
              <a:gd name="connsiteX2025" fmla="*/ 1162348 w 3886200"/>
              <a:gd name="connsiteY2025" fmla="*/ 411826 h 3670596"/>
              <a:gd name="connsiteX2026" fmla="*/ 1162347 w 3886200"/>
              <a:gd name="connsiteY2026" fmla="*/ 411819 h 3670596"/>
              <a:gd name="connsiteX2027" fmla="*/ 1342913 w 3886200"/>
              <a:gd name="connsiteY2027" fmla="*/ 408931 h 3670596"/>
              <a:gd name="connsiteX2028" fmla="*/ 1345189 w 3886200"/>
              <a:gd name="connsiteY2028" fmla="*/ 420933 h 3670596"/>
              <a:gd name="connsiteX2029" fmla="*/ 1344719 w 3886200"/>
              <a:gd name="connsiteY2029" fmla="*/ 418453 h 3670596"/>
              <a:gd name="connsiteX2030" fmla="*/ 1161783 w 3886200"/>
              <a:gd name="connsiteY2030" fmla="*/ 408847 h 3670596"/>
              <a:gd name="connsiteX2031" fmla="*/ 1162203 w 3886200"/>
              <a:gd name="connsiteY2031" fmla="*/ 411066 h 3670596"/>
              <a:gd name="connsiteX2032" fmla="*/ 1162270 w 3886200"/>
              <a:gd name="connsiteY2032" fmla="*/ 411419 h 3670596"/>
              <a:gd name="connsiteX2033" fmla="*/ 1162090 w 3886200"/>
              <a:gd name="connsiteY2033" fmla="*/ 410468 h 3670596"/>
              <a:gd name="connsiteX2034" fmla="*/ 1161776 w 3886200"/>
              <a:gd name="connsiteY2034" fmla="*/ 408809 h 3670596"/>
              <a:gd name="connsiteX2035" fmla="*/ 1161779 w 3886200"/>
              <a:gd name="connsiteY2035" fmla="*/ 408824 h 3670596"/>
              <a:gd name="connsiteX2036" fmla="*/ 1161783 w 3886200"/>
              <a:gd name="connsiteY2036" fmla="*/ 408847 h 3670596"/>
              <a:gd name="connsiteX2037" fmla="*/ 1161674 w 3886200"/>
              <a:gd name="connsiteY2037" fmla="*/ 408272 h 3670596"/>
              <a:gd name="connsiteX2038" fmla="*/ 1162222 w 3886200"/>
              <a:gd name="connsiteY2038" fmla="*/ 411159 h 3670596"/>
              <a:gd name="connsiteX2039" fmla="*/ 1162203 w 3886200"/>
              <a:gd name="connsiteY2039" fmla="*/ 411066 h 3670596"/>
              <a:gd name="connsiteX2040" fmla="*/ 1161779 w 3886200"/>
              <a:gd name="connsiteY2040" fmla="*/ 408824 h 3670596"/>
              <a:gd name="connsiteX2041" fmla="*/ 1161573 w 3886200"/>
              <a:gd name="connsiteY2041" fmla="*/ 407735 h 3670596"/>
              <a:gd name="connsiteX2042" fmla="*/ 1161674 w 3886200"/>
              <a:gd name="connsiteY2042" fmla="*/ 408272 h 3670596"/>
              <a:gd name="connsiteX2043" fmla="*/ 1161673 w 3886200"/>
              <a:gd name="connsiteY2043" fmla="*/ 408264 h 3670596"/>
              <a:gd name="connsiteX2044" fmla="*/ 1161559 w 3886200"/>
              <a:gd name="connsiteY2044" fmla="*/ 407665 h 3670596"/>
              <a:gd name="connsiteX2045" fmla="*/ 1161673 w 3886200"/>
              <a:gd name="connsiteY2045" fmla="*/ 408264 h 3670596"/>
              <a:gd name="connsiteX2046" fmla="*/ 1161776 w 3886200"/>
              <a:gd name="connsiteY2046" fmla="*/ 408809 h 3670596"/>
              <a:gd name="connsiteX2047" fmla="*/ 1161661 w 3886200"/>
              <a:gd name="connsiteY2047" fmla="*/ 408201 h 3670596"/>
              <a:gd name="connsiteX2048" fmla="*/ 1161518 w 3886200"/>
              <a:gd name="connsiteY2048" fmla="*/ 407446 h 3670596"/>
              <a:gd name="connsiteX2049" fmla="*/ 1161534 w 3886200"/>
              <a:gd name="connsiteY2049" fmla="*/ 407529 h 3670596"/>
              <a:gd name="connsiteX2050" fmla="*/ 1161559 w 3886200"/>
              <a:gd name="connsiteY2050" fmla="*/ 407665 h 3670596"/>
              <a:gd name="connsiteX2051" fmla="*/ 1161463 w 3886200"/>
              <a:gd name="connsiteY2051" fmla="*/ 407157 h 3670596"/>
              <a:gd name="connsiteX2052" fmla="*/ 1161573 w 3886200"/>
              <a:gd name="connsiteY2052" fmla="*/ 407735 h 3670596"/>
              <a:gd name="connsiteX2053" fmla="*/ 1161534 w 3886200"/>
              <a:gd name="connsiteY2053" fmla="*/ 407529 h 3670596"/>
              <a:gd name="connsiteX2054" fmla="*/ 1161352 w 3886200"/>
              <a:gd name="connsiteY2054" fmla="*/ 406569 h 3670596"/>
              <a:gd name="connsiteX2055" fmla="*/ 1161463 w 3886200"/>
              <a:gd name="connsiteY2055" fmla="*/ 407157 h 3670596"/>
              <a:gd name="connsiteX2056" fmla="*/ 1161451 w 3886200"/>
              <a:gd name="connsiteY2056" fmla="*/ 407092 h 3670596"/>
              <a:gd name="connsiteX2057" fmla="*/ 1161163 w 3886200"/>
              <a:gd name="connsiteY2057" fmla="*/ 405574 h 3670596"/>
              <a:gd name="connsiteX2058" fmla="*/ 1161352 w 3886200"/>
              <a:gd name="connsiteY2058" fmla="*/ 406569 h 3670596"/>
              <a:gd name="connsiteX2059" fmla="*/ 1161166 w 3886200"/>
              <a:gd name="connsiteY2059" fmla="*/ 405588 h 3670596"/>
              <a:gd name="connsiteX2060" fmla="*/ 1161101 w 3886200"/>
              <a:gd name="connsiteY2060" fmla="*/ 405247 h 3670596"/>
              <a:gd name="connsiteX2061" fmla="*/ 1161166 w 3886200"/>
              <a:gd name="connsiteY2061" fmla="*/ 405588 h 3670596"/>
              <a:gd name="connsiteX2062" fmla="*/ 1161451 w 3886200"/>
              <a:gd name="connsiteY2062" fmla="*/ 407092 h 3670596"/>
              <a:gd name="connsiteX2063" fmla="*/ 1161518 w 3886200"/>
              <a:gd name="connsiteY2063" fmla="*/ 407446 h 3670596"/>
              <a:gd name="connsiteX2064" fmla="*/ 1160824 w 3886200"/>
              <a:gd name="connsiteY2064" fmla="*/ 403786 h 3670596"/>
              <a:gd name="connsiteX2065" fmla="*/ 1161163 w 3886200"/>
              <a:gd name="connsiteY2065" fmla="*/ 405574 h 3670596"/>
              <a:gd name="connsiteX2066" fmla="*/ 1161098 w 3886200"/>
              <a:gd name="connsiteY2066" fmla="*/ 405232 h 3670596"/>
              <a:gd name="connsiteX2067" fmla="*/ 1160554 w 3886200"/>
              <a:gd name="connsiteY2067" fmla="*/ 402369 h 3670596"/>
              <a:gd name="connsiteX2068" fmla="*/ 1160563 w 3886200"/>
              <a:gd name="connsiteY2068" fmla="*/ 402414 h 3670596"/>
              <a:gd name="connsiteX2069" fmla="*/ 1161098 w 3886200"/>
              <a:gd name="connsiteY2069" fmla="*/ 405232 h 3670596"/>
              <a:gd name="connsiteX2070" fmla="*/ 1161101 w 3886200"/>
              <a:gd name="connsiteY2070" fmla="*/ 405247 h 3670596"/>
              <a:gd name="connsiteX2071" fmla="*/ 1160546 w 3886200"/>
              <a:gd name="connsiteY2071" fmla="*/ 402323 h 3670596"/>
              <a:gd name="connsiteX2072" fmla="*/ 1160554 w 3886200"/>
              <a:gd name="connsiteY2072" fmla="*/ 402369 h 3670596"/>
              <a:gd name="connsiteX2073" fmla="*/ 1160551 w 3886200"/>
              <a:gd name="connsiteY2073" fmla="*/ 402352 h 3670596"/>
              <a:gd name="connsiteX2074" fmla="*/ 1160546 w 3886200"/>
              <a:gd name="connsiteY2074" fmla="*/ 402322 h 3670596"/>
              <a:gd name="connsiteX2075" fmla="*/ 1160824 w 3886200"/>
              <a:gd name="connsiteY2075" fmla="*/ 403786 h 3670596"/>
              <a:gd name="connsiteX2076" fmla="*/ 1160563 w 3886200"/>
              <a:gd name="connsiteY2076" fmla="*/ 402414 h 3670596"/>
              <a:gd name="connsiteX2077" fmla="*/ 1160546 w 3886200"/>
              <a:gd name="connsiteY2077" fmla="*/ 402322 h 3670596"/>
              <a:gd name="connsiteX2078" fmla="*/ 1160540 w 3886200"/>
              <a:gd name="connsiteY2078" fmla="*/ 402293 h 3670596"/>
              <a:gd name="connsiteX2079" fmla="*/ 1160546 w 3886200"/>
              <a:gd name="connsiteY2079" fmla="*/ 402322 h 3670596"/>
              <a:gd name="connsiteX2080" fmla="*/ 1160545 w 3886200"/>
              <a:gd name="connsiteY2080" fmla="*/ 402318 h 3670596"/>
              <a:gd name="connsiteX2081" fmla="*/ 1160538 w 3886200"/>
              <a:gd name="connsiteY2081" fmla="*/ 402281 h 3670596"/>
              <a:gd name="connsiteX2082" fmla="*/ 1160538 w 3886200"/>
              <a:gd name="connsiteY2082" fmla="*/ 402282 h 3670596"/>
              <a:gd name="connsiteX2083" fmla="*/ 1160545 w 3886200"/>
              <a:gd name="connsiteY2083" fmla="*/ 402318 h 3670596"/>
              <a:gd name="connsiteX2084" fmla="*/ 1160546 w 3886200"/>
              <a:gd name="connsiteY2084" fmla="*/ 402322 h 3670596"/>
              <a:gd name="connsiteX2085" fmla="*/ 1160546 w 3886200"/>
              <a:gd name="connsiteY2085" fmla="*/ 402323 h 3670596"/>
              <a:gd name="connsiteX2086" fmla="*/ 1160545 w 3886200"/>
              <a:gd name="connsiteY2086" fmla="*/ 402320 h 3670596"/>
              <a:gd name="connsiteX2087" fmla="*/ 1160525 w 3886200"/>
              <a:gd name="connsiteY2087" fmla="*/ 402212 h 3670596"/>
              <a:gd name="connsiteX2088" fmla="*/ 1160540 w 3886200"/>
              <a:gd name="connsiteY2088" fmla="*/ 402293 h 3670596"/>
              <a:gd name="connsiteX2089" fmla="*/ 1160538 w 3886200"/>
              <a:gd name="connsiteY2089" fmla="*/ 402282 h 3670596"/>
              <a:gd name="connsiteX2090" fmla="*/ 1160529 w 3886200"/>
              <a:gd name="connsiteY2090" fmla="*/ 402237 h 3670596"/>
              <a:gd name="connsiteX2091" fmla="*/ 1160516 w 3886200"/>
              <a:gd name="connsiteY2091" fmla="*/ 402166 h 3670596"/>
              <a:gd name="connsiteX2092" fmla="*/ 1160521 w 3886200"/>
              <a:gd name="connsiteY2092" fmla="*/ 402192 h 3670596"/>
              <a:gd name="connsiteX2093" fmla="*/ 1160529 w 3886200"/>
              <a:gd name="connsiteY2093" fmla="*/ 402237 h 3670596"/>
              <a:gd name="connsiteX2094" fmla="*/ 1160538 w 3886200"/>
              <a:gd name="connsiteY2094" fmla="*/ 402281 h 3670596"/>
              <a:gd name="connsiteX2095" fmla="*/ 1160536 w 3886200"/>
              <a:gd name="connsiteY2095" fmla="*/ 402272 h 3670596"/>
              <a:gd name="connsiteX2096" fmla="*/ 1341611 w 3886200"/>
              <a:gd name="connsiteY2096" fmla="*/ 402067 h 3670596"/>
              <a:gd name="connsiteX2097" fmla="*/ 1342913 w 3886200"/>
              <a:gd name="connsiteY2097" fmla="*/ 408931 h 3670596"/>
              <a:gd name="connsiteX2098" fmla="*/ 1341822 w 3886200"/>
              <a:gd name="connsiteY2098" fmla="*/ 403180 h 3670596"/>
              <a:gd name="connsiteX2099" fmla="*/ 1160421 w 3886200"/>
              <a:gd name="connsiteY2099" fmla="*/ 401671 h 3670596"/>
              <a:gd name="connsiteX2100" fmla="*/ 1160516 w 3886200"/>
              <a:gd name="connsiteY2100" fmla="*/ 402166 h 3670596"/>
              <a:gd name="connsiteX2101" fmla="*/ 1160507 w 3886200"/>
              <a:gd name="connsiteY2101" fmla="*/ 402124 h 3670596"/>
              <a:gd name="connsiteX2102" fmla="*/ 1160330 w 3886200"/>
              <a:gd name="connsiteY2102" fmla="*/ 401186 h 3670596"/>
              <a:gd name="connsiteX2103" fmla="*/ 1160525 w 3886200"/>
              <a:gd name="connsiteY2103" fmla="*/ 402212 h 3670596"/>
              <a:gd name="connsiteX2104" fmla="*/ 1160521 w 3886200"/>
              <a:gd name="connsiteY2104" fmla="*/ 402192 h 3670596"/>
              <a:gd name="connsiteX2105" fmla="*/ 1160321 w 3886200"/>
              <a:gd name="connsiteY2105" fmla="*/ 401141 h 3670596"/>
              <a:gd name="connsiteX2106" fmla="*/ 1160327 w 3886200"/>
              <a:gd name="connsiteY2106" fmla="*/ 401171 h 3670596"/>
              <a:gd name="connsiteX2107" fmla="*/ 1160421 w 3886200"/>
              <a:gd name="connsiteY2107" fmla="*/ 401671 h 3670596"/>
              <a:gd name="connsiteX2108" fmla="*/ 1160345 w 3886200"/>
              <a:gd name="connsiteY2108" fmla="*/ 401270 h 3670596"/>
              <a:gd name="connsiteX2109" fmla="*/ 1160310 w 3886200"/>
              <a:gd name="connsiteY2109" fmla="*/ 401082 h 3670596"/>
              <a:gd name="connsiteX2110" fmla="*/ 1160312 w 3886200"/>
              <a:gd name="connsiteY2110" fmla="*/ 401092 h 3670596"/>
              <a:gd name="connsiteX2111" fmla="*/ 1160321 w 3886200"/>
              <a:gd name="connsiteY2111" fmla="*/ 401141 h 3670596"/>
              <a:gd name="connsiteX2112" fmla="*/ 1160299 w 3886200"/>
              <a:gd name="connsiteY2112" fmla="*/ 401030 h 3670596"/>
              <a:gd name="connsiteX2113" fmla="*/ 1160304 w 3886200"/>
              <a:gd name="connsiteY2113" fmla="*/ 401050 h 3670596"/>
              <a:gd name="connsiteX2114" fmla="*/ 1160310 w 3886200"/>
              <a:gd name="connsiteY2114" fmla="*/ 401082 h 3670596"/>
              <a:gd name="connsiteX2115" fmla="*/ 1160309 w 3886200"/>
              <a:gd name="connsiteY2115" fmla="*/ 401078 h 3670596"/>
              <a:gd name="connsiteX2116" fmla="*/ 1160291 w 3886200"/>
              <a:gd name="connsiteY2116" fmla="*/ 400987 h 3670596"/>
              <a:gd name="connsiteX2117" fmla="*/ 1160299 w 3886200"/>
              <a:gd name="connsiteY2117" fmla="*/ 401030 h 3670596"/>
              <a:gd name="connsiteX2118" fmla="*/ 1160298 w 3886200"/>
              <a:gd name="connsiteY2118" fmla="*/ 401021 h 3670596"/>
              <a:gd name="connsiteX2119" fmla="*/ 1160178 w 3886200"/>
              <a:gd name="connsiteY2119" fmla="*/ 400385 h 3670596"/>
              <a:gd name="connsiteX2120" fmla="*/ 1160330 w 3886200"/>
              <a:gd name="connsiteY2120" fmla="*/ 401186 h 3670596"/>
              <a:gd name="connsiteX2121" fmla="*/ 1160327 w 3886200"/>
              <a:gd name="connsiteY2121" fmla="*/ 401171 h 3670596"/>
              <a:gd name="connsiteX2122" fmla="*/ 1160312 w 3886200"/>
              <a:gd name="connsiteY2122" fmla="*/ 401092 h 3670596"/>
              <a:gd name="connsiteX2123" fmla="*/ 1160304 w 3886200"/>
              <a:gd name="connsiteY2123" fmla="*/ 401050 h 3670596"/>
              <a:gd name="connsiteX2124" fmla="*/ 1160241 w 3886200"/>
              <a:gd name="connsiteY2124" fmla="*/ 400718 h 3670596"/>
              <a:gd name="connsiteX2125" fmla="*/ 1160088 w 3886200"/>
              <a:gd name="connsiteY2125" fmla="*/ 399916 h 3670596"/>
              <a:gd name="connsiteX2126" fmla="*/ 1160100 w 3886200"/>
              <a:gd name="connsiteY2126" fmla="*/ 399976 h 3670596"/>
              <a:gd name="connsiteX2127" fmla="*/ 1160241 w 3886200"/>
              <a:gd name="connsiteY2127" fmla="*/ 400718 h 3670596"/>
              <a:gd name="connsiteX2128" fmla="*/ 1160291 w 3886200"/>
              <a:gd name="connsiteY2128" fmla="*/ 400987 h 3670596"/>
              <a:gd name="connsiteX2129" fmla="*/ 1160180 w 3886200"/>
              <a:gd name="connsiteY2129" fmla="*/ 400400 h 3670596"/>
              <a:gd name="connsiteX2130" fmla="*/ 1160159 w 3886200"/>
              <a:gd name="connsiteY2130" fmla="*/ 400288 h 3670596"/>
              <a:gd name="connsiteX2131" fmla="*/ 1257496 w 3886200"/>
              <a:gd name="connsiteY2131" fmla="*/ 399880 h 3670596"/>
              <a:gd name="connsiteX2132" fmla="*/ 1263052 w 3886200"/>
              <a:gd name="connsiteY2132" fmla="*/ 406894 h 3670596"/>
              <a:gd name="connsiteX2133" fmla="*/ 1273619 w 3886200"/>
              <a:gd name="connsiteY2133" fmla="*/ 411632 h 3670596"/>
              <a:gd name="connsiteX2134" fmla="*/ 1274873 w 3886200"/>
              <a:gd name="connsiteY2134" fmla="*/ 407721 h 3670596"/>
              <a:gd name="connsiteX2135" fmla="*/ 1284613 w 3886200"/>
              <a:gd name="connsiteY2135" fmla="*/ 424844 h 3670596"/>
              <a:gd name="connsiteX2136" fmla="*/ 1286031 w 3886200"/>
              <a:gd name="connsiteY2136" fmla="*/ 427330 h 3670596"/>
              <a:gd name="connsiteX2137" fmla="*/ 1262761 w 3886200"/>
              <a:gd name="connsiteY2137" fmla="*/ 417153 h 3670596"/>
              <a:gd name="connsiteX2138" fmla="*/ 1260570 w 3886200"/>
              <a:gd name="connsiteY2138" fmla="*/ 412459 h 3670596"/>
              <a:gd name="connsiteX2139" fmla="*/ 1160041 w 3886200"/>
              <a:gd name="connsiteY2139" fmla="*/ 399667 h 3670596"/>
              <a:gd name="connsiteX2140" fmla="*/ 1160051 w 3886200"/>
              <a:gd name="connsiteY2140" fmla="*/ 399720 h 3670596"/>
              <a:gd name="connsiteX2141" fmla="*/ 1160088 w 3886200"/>
              <a:gd name="connsiteY2141" fmla="*/ 399916 h 3670596"/>
              <a:gd name="connsiteX2142" fmla="*/ 1160060 w 3886200"/>
              <a:gd name="connsiteY2142" fmla="*/ 399770 h 3670596"/>
              <a:gd name="connsiteX2143" fmla="*/ 1160015 w 3886200"/>
              <a:gd name="connsiteY2143" fmla="*/ 399530 h 3670596"/>
              <a:gd name="connsiteX2144" fmla="*/ 1160028 w 3886200"/>
              <a:gd name="connsiteY2144" fmla="*/ 399599 h 3670596"/>
              <a:gd name="connsiteX2145" fmla="*/ 1160041 w 3886200"/>
              <a:gd name="connsiteY2145" fmla="*/ 399667 h 3670596"/>
              <a:gd name="connsiteX2146" fmla="*/ 1160018 w 3886200"/>
              <a:gd name="connsiteY2146" fmla="*/ 399548 h 3670596"/>
              <a:gd name="connsiteX2147" fmla="*/ 1160014 w 3886200"/>
              <a:gd name="connsiteY2147" fmla="*/ 399526 h 3670596"/>
              <a:gd name="connsiteX2148" fmla="*/ 1160014 w 3886200"/>
              <a:gd name="connsiteY2148" fmla="*/ 399528 h 3670596"/>
              <a:gd name="connsiteX2149" fmla="*/ 1160015 w 3886200"/>
              <a:gd name="connsiteY2149" fmla="*/ 399530 h 3670596"/>
              <a:gd name="connsiteX2150" fmla="*/ 1160014 w 3886200"/>
              <a:gd name="connsiteY2150" fmla="*/ 399528 h 3670596"/>
              <a:gd name="connsiteX2151" fmla="*/ 1159991 w 3886200"/>
              <a:gd name="connsiteY2151" fmla="*/ 399405 h 3670596"/>
              <a:gd name="connsiteX2152" fmla="*/ 1160009 w 3886200"/>
              <a:gd name="connsiteY2152" fmla="*/ 399496 h 3670596"/>
              <a:gd name="connsiteX2153" fmla="*/ 1160014 w 3886200"/>
              <a:gd name="connsiteY2153" fmla="*/ 399526 h 3670596"/>
              <a:gd name="connsiteX2154" fmla="*/ 1159992 w 3886200"/>
              <a:gd name="connsiteY2154" fmla="*/ 399411 h 3670596"/>
              <a:gd name="connsiteX2155" fmla="*/ 1159989 w 3886200"/>
              <a:gd name="connsiteY2155" fmla="*/ 399390 h 3670596"/>
              <a:gd name="connsiteX2156" fmla="*/ 1159989 w 3886200"/>
              <a:gd name="connsiteY2156" fmla="*/ 399392 h 3670596"/>
              <a:gd name="connsiteX2157" fmla="*/ 1159991 w 3886200"/>
              <a:gd name="connsiteY2157" fmla="*/ 399405 h 3670596"/>
              <a:gd name="connsiteX2158" fmla="*/ 1159991 w 3886200"/>
              <a:gd name="connsiteY2158" fmla="*/ 399404 h 3670596"/>
              <a:gd name="connsiteX2159" fmla="*/ 1159986 w 3886200"/>
              <a:gd name="connsiteY2159" fmla="*/ 399376 h 3670596"/>
              <a:gd name="connsiteX2160" fmla="*/ 1159988 w 3886200"/>
              <a:gd name="connsiteY2160" fmla="*/ 399384 h 3670596"/>
              <a:gd name="connsiteX2161" fmla="*/ 1159989 w 3886200"/>
              <a:gd name="connsiteY2161" fmla="*/ 399390 h 3670596"/>
              <a:gd name="connsiteX2162" fmla="*/ 1159987 w 3886200"/>
              <a:gd name="connsiteY2162" fmla="*/ 399381 h 3670596"/>
              <a:gd name="connsiteX2163" fmla="*/ 1159951 w 3886200"/>
              <a:gd name="connsiteY2163" fmla="*/ 399188 h 3670596"/>
              <a:gd name="connsiteX2164" fmla="*/ 1159970 w 3886200"/>
              <a:gd name="connsiteY2164" fmla="*/ 399291 h 3670596"/>
              <a:gd name="connsiteX2165" fmla="*/ 1159986 w 3886200"/>
              <a:gd name="connsiteY2165" fmla="*/ 399376 h 3670596"/>
              <a:gd name="connsiteX2166" fmla="*/ 1159985 w 3886200"/>
              <a:gd name="connsiteY2166" fmla="*/ 399372 h 3670596"/>
              <a:gd name="connsiteX2167" fmla="*/ 1159911 w 3886200"/>
              <a:gd name="connsiteY2167" fmla="*/ 398970 h 3670596"/>
              <a:gd name="connsiteX2168" fmla="*/ 1160178 w 3886200"/>
              <a:gd name="connsiteY2168" fmla="*/ 400385 h 3670596"/>
              <a:gd name="connsiteX2169" fmla="*/ 1160100 w 3886200"/>
              <a:gd name="connsiteY2169" fmla="*/ 399976 h 3670596"/>
              <a:gd name="connsiteX2170" fmla="*/ 1160051 w 3886200"/>
              <a:gd name="connsiteY2170" fmla="*/ 399720 h 3670596"/>
              <a:gd name="connsiteX2171" fmla="*/ 1160028 w 3886200"/>
              <a:gd name="connsiteY2171" fmla="*/ 399599 h 3670596"/>
              <a:gd name="connsiteX2172" fmla="*/ 1160014 w 3886200"/>
              <a:gd name="connsiteY2172" fmla="*/ 399528 h 3670596"/>
              <a:gd name="connsiteX2173" fmla="*/ 1160009 w 3886200"/>
              <a:gd name="connsiteY2173" fmla="*/ 399496 h 3670596"/>
              <a:gd name="connsiteX2174" fmla="*/ 1159989 w 3886200"/>
              <a:gd name="connsiteY2174" fmla="*/ 399392 h 3670596"/>
              <a:gd name="connsiteX2175" fmla="*/ 1159988 w 3886200"/>
              <a:gd name="connsiteY2175" fmla="*/ 399384 h 3670596"/>
              <a:gd name="connsiteX2176" fmla="*/ 1159970 w 3886200"/>
              <a:gd name="connsiteY2176" fmla="*/ 399291 h 3670596"/>
              <a:gd name="connsiteX2177" fmla="*/ 1159906 w 3886200"/>
              <a:gd name="connsiteY2177" fmla="*/ 398952 h 3670596"/>
              <a:gd name="connsiteX2178" fmla="*/ 1159915 w 3886200"/>
              <a:gd name="connsiteY2178" fmla="*/ 399002 h 3670596"/>
              <a:gd name="connsiteX2179" fmla="*/ 1159917 w 3886200"/>
              <a:gd name="connsiteY2179" fmla="*/ 399013 h 3670596"/>
              <a:gd name="connsiteX2180" fmla="*/ 1159890 w 3886200"/>
              <a:gd name="connsiteY2180" fmla="*/ 398862 h 3670596"/>
              <a:gd name="connsiteX2181" fmla="*/ 1159911 w 3886200"/>
              <a:gd name="connsiteY2181" fmla="*/ 398970 h 3670596"/>
              <a:gd name="connsiteX2182" fmla="*/ 1159891 w 3886200"/>
              <a:gd name="connsiteY2182" fmla="*/ 398867 h 3670596"/>
              <a:gd name="connsiteX2183" fmla="*/ 1159882 w 3886200"/>
              <a:gd name="connsiteY2183" fmla="*/ 398823 h 3670596"/>
              <a:gd name="connsiteX2184" fmla="*/ 1159890 w 3886200"/>
              <a:gd name="connsiteY2184" fmla="*/ 398862 h 3670596"/>
              <a:gd name="connsiteX2185" fmla="*/ 1159886 w 3886200"/>
              <a:gd name="connsiteY2185" fmla="*/ 398841 h 3670596"/>
              <a:gd name="connsiteX2186" fmla="*/ 1159878 w 3886200"/>
              <a:gd name="connsiteY2186" fmla="*/ 398798 h 3670596"/>
              <a:gd name="connsiteX2187" fmla="*/ 1159879 w 3886200"/>
              <a:gd name="connsiteY2187" fmla="*/ 398806 h 3670596"/>
              <a:gd name="connsiteX2188" fmla="*/ 1159886 w 3886200"/>
              <a:gd name="connsiteY2188" fmla="*/ 398841 h 3670596"/>
              <a:gd name="connsiteX2189" fmla="*/ 1159891 w 3886200"/>
              <a:gd name="connsiteY2189" fmla="*/ 398867 h 3670596"/>
              <a:gd name="connsiteX2190" fmla="*/ 1159951 w 3886200"/>
              <a:gd name="connsiteY2190" fmla="*/ 399188 h 3670596"/>
              <a:gd name="connsiteX2191" fmla="*/ 1159915 w 3886200"/>
              <a:gd name="connsiteY2191" fmla="*/ 399002 h 3670596"/>
              <a:gd name="connsiteX2192" fmla="*/ 1159874 w 3886200"/>
              <a:gd name="connsiteY2192" fmla="*/ 398778 h 3670596"/>
              <a:gd name="connsiteX2193" fmla="*/ 1159882 w 3886200"/>
              <a:gd name="connsiteY2193" fmla="*/ 398823 h 3670596"/>
              <a:gd name="connsiteX2194" fmla="*/ 1159879 w 3886200"/>
              <a:gd name="connsiteY2194" fmla="*/ 398806 h 3670596"/>
              <a:gd name="connsiteX2195" fmla="*/ 1159877 w 3886200"/>
              <a:gd name="connsiteY2195" fmla="*/ 398796 h 3670596"/>
              <a:gd name="connsiteX2196" fmla="*/ 1159863 w 3886200"/>
              <a:gd name="connsiteY2196" fmla="*/ 398719 h 3670596"/>
              <a:gd name="connsiteX2197" fmla="*/ 1159874 w 3886200"/>
              <a:gd name="connsiteY2197" fmla="*/ 398778 h 3670596"/>
              <a:gd name="connsiteX2198" fmla="*/ 1159864 w 3886200"/>
              <a:gd name="connsiteY2198" fmla="*/ 398722 h 3670596"/>
              <a:gd name="connsiteX2199" fmla="*/ 1159808 w 3886200"/>
              <a:gd name="connsiteY2199" fmla="*/ 398425 h 3670596"/>
              <a:gd name="connsiteX2200" fmla="*/ 1159863 w 3886200"/>
              <a:gd name="connsiteY2200" fmla="*/ 398719 h 3670596"/>
              <a:gd name="connsiteX2201" fmla="*/ 1159862 w 3886200"/>
              <a:gd name="connsiteY2201" fmla="*/ 398712 h 3670596"/>
              <a:gd name="connsiteX2202" fmla="*/ 1159747 w 3886200"/>
              <a:gd name="connsiteY2202" fmla="*/ 398112 h 3670596"/>
              <a:gd name="connsiteX2203" fmla="*/ 1159784 w 3886200"/>
              <a:gd name="connsiteY2203" fmla="*/ 398300 h 3670596"/>
              <a:gd name="connsiteX2204" fmla="*/ 1159862 w 3886200"/>
              <a:gd name="connsiteY2204" fmla="*/ 398712 h 3670596"/>
              <a:gd name="connsiteX2205" fmla="*/ 1159864 w 3886200"/>
              <a:gd name="connsiteY2205" fmla="*/ 398722 h 3670596"/>
              <a:gd name="connsiteX2206" fmla="*/ 1159877 w 3886200"/>
              <a:gd name="connsiteY2206" fmla="*/ 398796 h 3670596"/>
              <a:gd name="connsiteX2207" fmla="*/ 1159878 w 3886200"/>
              <a:gd name="connsiteY2207" fmla="*/ 398798 h 3670596"/>
              <a:gd name="connsiteX2208" fmla="*/ 1159747 w 3886200"/>
              <a:gd name="connsiteY2208" fmla="*/ 398109 h 3670596"/>
              <a:gd name="connsiteX2209" fmla="*/ 1159747 w 3886200"/>
              <a:gd name="connsiteY2209" fmla="*/ 398112 h 3670596"/>
              <a:gd name="connsiteX2210" fmla="*/ 1159747 w 3886200"/>
              <a:gd name="connsiteY2210" fmla="*/ 398111 h 3670596"/>
              <a:gd name="connsiteX2211" fmla="*/ 1159740 w 3886200"/>
              <a:gd name="connsiteY2211" fmla="*/ 398072 h 3670596"/>
              <a:gd name="connsiteX2212" fmla="*/ 1159747 w 3886200"/>
              <a:gd name="connsiteY2212" fmla="*/ 398109 h 3670596"/>
              <a:gd name="connsiteX2213" fmla="*/ 1159744 w 3886200"/>
              <a:gd name="connsiteY2213" fmla="*/ 398094 h 3670596"/>
              <a:gd name="connsiteX2214" fmla="*/ 1159709 w 3886200"/>
              <a:gd name="connsiteY2214" fmla="*/ 397911 h 3670596"/>
              <a:gd name="connsiteX2215" fmla="*/ 1159740 w 3886200"/>
              <a:gd name="connsiteY2215" fmla="*/ 398072 h 3670596"/>
              <a:gd name="connsiteX2216" fmla="*/ 1159721 w 3886200"/>
              <a:gd name="connsiteY2216" fmla="*/ 397976 h 3670596"/>
              <a:gd name="connsiteX2217" fmla="*/ 1159705 w 3886200"/>
              <a:gd name="connsiteY2217" fmla="*/ 397885 h 3670596"/>
              <a:gd name="connsiteX2218" fmla="*/ 1159808 w 3886200"/>
              <a:gd name="connsiteY2218" fmla="*/ 398425 h 3670596"/>
              <a:gd name="connsiteX2219" fmla="*/ 1159784 w 3886200"/>
              <a:gd name="connsiteY2219" fmla="*/ 398300 h 3670596"/>
              <a:gd name="connsiteX2220" fmla="*/ 1159687 w 3886200"/>
              <a:gd name="connsiteY2220" fmla="*/ 397791 h 3670596"/>
              <a:gd name="connsiteX2221" fmla="*/ 1159702 w 3886200"/>
              <a:gd name="connsiteY2221" fmla="*/ 397871 h 3670596"/>
              <a:gd name="connsiteX2222" fmla="*/ 1159705 w 3886200"/>
              <a:gd name="connsiteY2222" fmla="*/ 397885 h 3670596"/>
              <a:gd name="connsiteX2223" fmla="*/ 1159580 w 3886200"/>
              <a:gd name="connsiteY2223" fmla="*/ 397233 h 3670596"/>
              <a:gd name="connsiteX2224" fmla="*/ 1159721 w 3886200"/>
              <a:gd name="connsiteY2224" fmla="*/ 397976 h 3670596"/>
              <a:gd name="connsiteX2225" fmla="*/ 1159744 w 3886200"/>
              <a:gd name="connsiteY2225" fmla="*/ 398094 h 3670596"/>
              <a:gd name="connsiteX2226" fmla="*/ 1159747 w 3886200"/>
              <a:gd name="connsiteY2226" fmla="*/ 398111 h 3670596"/>
              <a:gd name="connsiteX2227" fmla="*/ 1159906 w 3886200"/>
              <a:gd name="connsiteY2227" fmla="*/ 398952 h 3670596"/>
              <a:gd name="connsiteX2228" fmla="*/ 1159718 w 3886200"/>
              <a:gd name="connsiteY2228" fmla="*/ 397963 h 3670596"/>
              <a:gd name="connsiteX2229" fmla="*/ 1159527 w 3886200"/>
              <a:gd name="connsiteY2229" fmla="*/ 396944 h 3670596"/>
              <a:gd name="connsiteX2230" fmla="*/ 1159687 w 3886200"/>
              <a:gd name="connsiteY2230" fmla="*/ 397791 h 3670596"/>
              <a:gd name="connsiteX2231" fmla="*/ 1159638 w 3886200"/>
              <a:gd name="connsiteY2231" fmla="*/ 397536 h 3670596"/>
              <a:gd name="connsiteX2232" fmla="*/ 1339997 w 3886200"/>
              <a:gd name="connsiteY2232" fmla="*/ 393557 h 3670596"/>
              <a:gd name="connsiteX2233" fmla="*/ 1341611 w 3886200"/>
              <a:gd name="connsiteY2233" fmla="*/ 402067 h 3670596"/>
              <a:gd name="connsiteX2234" fmla="*/ 1341049 w 3886200"/>
              <a:gd name="connsiteY2234" fmla="*/ 399108 h 3670596"/>
              <a:gd name="connsiteX2235" fmla="*/ 1339505 w 3886200"/>
              <a:gd name="connsiteY2235" fmla="*/ 390964 h 3670596"/>
              <a:gd name="connsiteX2236" fmla="*/ 1339997 w 3886200"/>
              <a:gd name="connsiteY2236" fmla="*/ 393557 h 3670596"/>
              <a:gd name="connsiteX2237" fmla="*/ 1339868 w 3886200"/>
              <a:gd name="connsiteY2237" fmla="*/ 392882 h 3670596"/>
              <a:gd name="connsiteX2238" fmla="*/ 1157507 w 3886200"/>
              <a:gd name="connsiteY2238" fmla="*/ 386298 h 3670596"/>
              <a:gd name="connsiteX2239" fmla="*/ 1158125 w 3886200"/>
              <a:gd name="connsiteY2239" fmla="*/ 389556 h 3670596"/>
              <a:gd name="connsiteX2240" fmla="*/ 1159638 w 3886200"/>
              <a:gd name="connsiteY2240" fmla="*/ 397536 h 3670596"/>
              <a:gd name="connsiteX2241" fmla="*/ 1159709 w 3886200"/>
              <a:gd name="connsiteY2241" fmla="*/ 397911 h 3670596"/>
              <a:gd name="connsiteX2242" fmla="*/ 1158502 w 3886200"/>
              <a:gd name="connsiteY2242" fmla="*/ 391555 h 3670596"/>
              <a:gd name="connsiteX2243" fmla="*/ 1217717 w 3886200"/>
              <a:gd name="connsiteY2243" fmla="*/ 385442 h 3670596"/>
              <a:gd name="connsiteX2244" fmla="*/ 1217785 w 3886200"/>
              <a:gd name="connsiteY2244" fmla="*/ 385796 h 3670596"/>
              <a:gd name="connsiteX2245" fmla="*/ 1217729 w 3886200"/>
              <a:gd name="connsiteY2245" fmla="*/ 385505 h 3670596"/>
              <a:gd name="connsiteX2246" fmla="*/ 1217640 w 3886200"/>
              <a:gd name="connsiteY2246" fmla="*/ 385043 h 3670596"/>
              <a:gd name="connsiteX2247" fmla="*/ 1217662 w 3886200"/>
              <a:gd name="connsiteY2247" fmla="*/ 385158 h 3670596"/>
              <a:gd name="connsiteX2248" fmla="*/ 1217729 w 3886200"/>
              <a:gd name="connsiteY2248" fmla="*/ 385505 h 3670596"/>
              <a:gd name="connsiteX2249" fmla="*/ 1220199 w 3886200"/>
              <a:gd name="connsiteY2249" fmla="*/ 398536 h 3670596"/>
              <a:gd name="connsiteX2250" fmla="*/ 1217634 w 3886200"/>
              <a:gd name="connsiteY2250" fmla="*/ 385009 h 3670596"/>
              <a:gd name="connsiteX2251" fmla="*/ 1217717 w 3886200"/>
              <a:gd name="connsiteY2251" fmla="*/ 385442 h 3670596"/>
              <a:gd name="connsiteX2252" fmla="*/ 1217662 w 3886200"/>
              <a:gd name="connsiteY2252" fmla="*/ 385158 h 3670596"/>
              <a:gd name="connsiteX2253" fmla="*/ 1217636 w 3886200"/>
              <a:gd name="connsiteY2253" fmla="*/ 385021 h 3670596"/>
              <a:gd name="connsiteX2254" fmla="*/ 1217619 w 3886200"/>
              <a:gd name="connsiteY2254" fmla="*/ 384935 h 3670596"/>
              <a:gd name="connsiteX2255" fmla="*/ 1217636 w 3886200"/>
              <a:gd name="connsiteY2255" fmla="*/ 385021 h 3670596"/>
              <a:gd name="connsiteX2256" fmla="*/ 1217640 w 3886200"/>
              <a:gd name="connsiteY2256" fmla="*/ 385043 h 3670596"/>
              <a:gd name="connsiteX2257" fmla="*/ 1217609 w 3886200"/>
              <a:gd name="connsiteY2257" fmla="*/ 384883 h 3670596"/>
              <a:gd name="connsiteX2258" fmla="*/ 1217617 w 3886200"/>
              <a:gd name="connsiteY2258" fmla="*/ 384918 h 3670596"/>
              <a:gd name="connsiteX2259" fmla="*/ 1217619 w 3886200"/>
              <a:gd name="connsiteY2259" fmla="*/ 384935 h 3670596"/>
              <a:gd name="connsiteX2260" fmla="*/ 1217607 w 3886200"/>
              <a:gd name="connsiteY2260" fmla="*/ 384867 h 3670596"/>
              <a:gd name="connsiteX2261" fmla="*/ 1217607 w 3886200"/>
              <a:gd name="connsiteY2261" fmla="*/ 384868 h 3670596"/>
              <a:gd name="connsiteX2262" fmla="*/ 1217609 w 3886200"/>
              <a:gd name="connsiteY2262" fmla="*/ 384883 h 3670596"/>
              <a:gd name="connsiteX2263" fmla="*/ 1217581 w 3886200"/>
              <a:gd name="connsiteY2263" fmla="*/ 384733 h 3670596"/>
              <a:gd name="connsiteX2264" fmla="*/ 1217606 w 3886200"/>
              <a:gd name="connsiteY2264" fmla="*/ 384860 h 3670596"/>
              <a:gd name="connsiteX2265" fmla="*/ 1217607 w 3886200"/>
              <a:gd name="connsiteY2265" fmla="*/ 384867 h 3670596"/>
              <a:gd name="connsiteX2266" fmla="*/ 1217462 w 3886200"/>
              <a:gd name="connsiteY2266" fmla="*/ 384108 h 3670596"/>
              <a:gd name="connsiteX2267" fmla="*/ 1217569 w 3886200"/>
              <a:gd name="connsiteY2267" fmla="*/ 384666 h 3670596"/>
              <a:gd name="connsiteX2268" fmla="*/ 1217581 w 3886200"/>
              <a:gd name="connsiteY2268" fmla="*/ 384733 h 3670596"/>
              <a:gd name="connsiteX2269" fmla="*/ 1217495 w 3886200"/>
              <a:gd name="connsiteY2269" fmla="*/ 384283 h 3670596"/>
              <a:gd name="connsiteX2270" fmla="*/ 1217401 w 3886200"/>
              <a:gd name="connsiteY2270" fmla="*/ 383778 h 3670596"/>
              <a:gd name="connsiteX2271" fmla="*/ 1217634 w 3886200"/>
              <a:gd name="connsiteY2271" fmla="*/ 385009 h 3670596"/>
              <a:gd name="connsiteX2272" fmla="*/ 1217617 w 3886200"/>
              <a:gd name="connsiteY2272" fmla="*/ 384918 h 3670596"/>
              <a:gd name="connsiteX2273" fmla="*/ 1217607 w 3886200"/>
              <a:gd name="connsiteY2273" fmla="*/ 384868 h 3670596"/>
              <a:gd name="connsiteX2274" fmla="*/ 1217606 w 3886200"/>
              <a:gd name="connsiteY2274" fmla="*/ 384860 h 3670596"/>
              <a:gd name="connsiteX2275" fmla="*/ 1217569 w 3886200"/>
              <a:gd name="connsiteY2275" fmla="*/ 384666 h 3670596"/>
              <a:gd name="connsiteX2276" fmla="*/ 1217441 w 3886200"/>
              <a:gd name="connsiteY2276" fmla="*/ 383993 h 3670596"/>
              <a:gd name="connsiteX2277" fmla="*/ 1217399 w 3886200"/>
              <a:gd name="connsiteY2277" fmla="*/ 383774 h 3670596"/>
              <a:gd name="connsiteX2278" fmla="*/ 1217400 w 3886200"/>
              <a:gd name="connsiteY2278" fmla="*/ 383775 h 3670596"/>
              <a:gd name="connsiteX2279" fmla="*/ 1217441 w 3886200"/>
              <a:gd name="connsiteY2279" fmla="*/ 383993 h 3670596"/>
              <a:gd name="connsiteX2280" fmla="*/ 1217462 w 3886200"/>
              <a:gd name="connsiteY2280" fmla="*/ 384108 h 3670596"/>
              <a:gd name="connsiteX2281" fmla="*/ 1156478 w 3886200"/>
              <a:gd name="connsiteY2281" fmla="*/ 380873 h 3670596"/>
              <a:gd name="connsiteX2282" fmla="*/ 1156882 w 3886200"/>
              <a:gd name="connsiteY2282" fmla="*/ 383003 h 3670596"/>
              <a:gd name="connsiteX2283" fmla="*/ 1157483 w 3886200"/>
              <a:gd name="connsiteY2283" fmla="*/ 386170 h 3670596"/>
              <a:gd name="connsiteX2284" fmla="*/ 1157507 w 3886200"/>
              <a:gd name="connsiteY2284" fmla="*/ 386298 h 3670596"/>
              <a:gd name="connsiteX2285" fmla="*/ 1216534 w 3886200"/>
              <a:gd name="connsiteY2285" fmla="*/ 379210 h 3670596"/>
              <a:gd name="connsiteX2286" fmla="*/ 1217401 w 3886200"/>
              <a:gd name="connsiteY2286" fmla="*/ 383778 h 3670596"/>
              <a:gd name="connsiteX2287" fmla="*/ 1217400 w 3886200"/>
              <a:gd name="connsiteY2287" fmla="*/ 383775 h 3670596"/>
              <a:gd name="connsiteX2288" fmla="*/ 1154938 w 3886200"/>
              <a:gd name="connsiteY2288" fmla="*/ 372754 h 3670596"/>
              <a:gd name="connsiteX2289" fmla="*/ 1155605 w 3886200"/>
              <a:gd name="connsiteY2289" fmla="*/ 376270 h 3670596"/>
              <a:gd name="connsiteX2290" fmla="*/ 1156478 w 3886200"/>
              <a:gd name="connsiteY2290" fmla="*/ 380873 h 3670596"/>
              <a:gd name="connsiteX2291" fmla="*/ 1155392 w 3886200"/>
              <a:gd name="connsiteY2291" fmla="*/ 375150 h 3670596"/>
              <a:gd name="connsiteX2292" fmla="*/ 1154780 w 3886200"/>
              <a:gd name="connsiteY2292" fmla="*/ 371920 h 3670596"/>
              <a:gd name="connsiteX2293" fmla="*/ 1154793 w 3886200"/>
              <a:gd name="connsiteY2293" fmla="*/ 371989 h 3670596"/>
              <a:gd name="connsiteX2294" fmla="*/ 1154885 w 3886200"/>
              <a:gd name="connsiteY2294" fmla="*/ 372477 h 3670596"/>
              <a:gd name="connsiteX2295" fmla="*/ 1154938 w 3886200"/>
              <a:gd name="connsiteY2295" fmla="*/ 372754 h 3670596"/>
              <a:gd name="connsiteX2296" fmla="*/ 1154757 w 3886200"/>
              <a:gd name="connsiteY2296" fmla="*/ 371798 h 3670596"/>
              <a:gd name="connsiteX2297" fmla="*/ 1154829 w 3886200"/>
              <a:gd name="connsiteY2297" fmla="*/ 372180 h 3670596"/>
              <a:gd name="connsiteX2298" fmla="*/ 1154793 w 3886200"/>
              <a:gd name="connsiteY2298" fmla="*/ 371989 h 3670596"/>
              <a:gd name="connsiteX2299" fmla="*/ 1154727 w 3886200"/>
              <a:gd name="connsiteY2299" fmla="*/ 371639 h 3670596"/>
              <a:gd name="connsiteX2300" fmla="*/ 1154757 w 3886200"/>
              <a:gd name="connsiteY2300" fmla="*/ 371798 h 3670596"/>
              <a:gd name="connsiteX2301" fmla="*/ 1154730 w 3886200"/>
              <a:gd name="connsiteY2301" fmla="*/ 371657 h 3670596"/>
              <a:gd name="connsiteX2302" fmla="*/ 1154722 w 3886200"/>
              <a:gd name="connsiteY2302" fmla="*/ 371617 h 3670596"/>
              <a:gd name="connsiteX2303" fmla="*/ 1154723 w 3886200"/>
              <a:gd name="connsiteY2303" fmla="*/ 371623 h 3670596"/>
              <a:gd name="connsiteX2304" fmla="*/ 1154730 w 3886200"/>
              <a:gd name="connsiteY2304" fmla="*/ 371657 h 3670596"/>
              <a:gd name="connsiteX2305" fmla="*/ 1154780 w 3886200"/>
              <a:gd name="connsiteY2305" fmla="*/ 371920 h 3670596"/>
              <a:gd name="connsiteX2306" fmla="*/ 1154720 w 3886200"/>
              <a:gd name="connsiteY2306" fmla="*/ 371601 h 3670596"/>
              <a:gd name="connsiteX2307" fmla="*/ 1154727 w 3886200"/>
              <a:gd name="connsiteY2307" fmla="*/ 371639 h 3670596"/>
              <a:gd name="connsiteX2308" fmla="*/ 1154723 w 3886200"/>
              <a:gd name="connsiteY2308" fmla="*/ 371623 h 3670596"/>
              <a:gd name="connsiteX2309" fmla="*/ 1154721 w 3886200"/>
              <a:gd name="connsiteY2309" fmla="*/ 371612 h 3670596"/>
              <a:gd name="connsiteX2310" fmla="*/ 1154701 w 3886200"/>
              <a:gd name="connsiteY2310" fmla="*/ 371505 h 3670596"/>
              <a:gd name="connsiteX2311" fmla="*/ 1154721 w 3886200"/>
              <a:gd name="connsiteY2311" fmla="*/ 371612 h 3670596"/>
              <a:gd name="connsiteX2312" fmla="*/ 1154722 w 3886200"/>
              <a:gd name="connsiteY2312" fmla="*/ 371617 h 3670596"/>
              <a:gd name="connsiteX2313" fmla="*/ 1154690 w 3886200"/>
              <a:gd name="connsiteY2313" fmla="*/ 371433 h 3670596"/>
              <a:gd name="connsiteX2314" fmla="*/ 1159527 w 3886200"/>
              <a:gd name="connsiteY2314" fmla="*/ 396944 h 3670596"/>
              <a:gd name="connsiteX2315" fmla="*/ 1158125 w 3886200"/>
              <a:gd name="connsiteY2315" fmla="*/ 389556 h 3670596"/>
              <a:gd name="connsiteX2316" fmla="*/ 1157483 w 3886200"/>
              <a:gd name="connsiteY2316" fmla="*/ 386170 h 3670596"/>
              <a:gd name="connsiteX2317" fmla="*/ 1157457 w 3886200"/>
              <a:gd name="connsiteY2317" fmla="*/ 386034 h 3670596"/>
              <a:gd name="connsiteX2318" fmla="*/ 1156882 w 3886200"/>
              <a:gd name="connsiteY2318" fmla="*/ 383003 h 3670596"/>
              <a:gd name="connsiteX2319" fmla="*/ 1155605 w 3886200"/>
              <a:gd name="connsiteY2319" fmla="*/ 376270 h 3670596"/>
              <a:gd name="connsiteX2320" fmla="*/ 1154885 w 3886200"/>
              <a:gd name="connsiteY2320" fmla="*/ 372477 h 3670596"/>
              <a:gd name="connsiteX2321" fmla="*/ 1154829 w 3886200"/>
              <a:gd name="connsiteY2321" fmla="*/ 372180 h 3670596"/>
              <a:gd name="connsiteX2322" fmla="*/ 1155044 w 3886200"/>
              <a:gd name="connsiteY2322" fmla="*/ 373308 h 3670596"/>
              <a:gd name="connsiteX2323" fmla="*/ 1154719 w 3886200"/>
              <a:gd name="connsiteY2323" fmla="*/ 371594 h 3670596"/>
              <a:gd name="connsiteX2324" fmla="*/ 1154654 w 3886200"/>
              <a:gd name="connsiteY2324" fmla="*/ 371254 h 3670596"/>
              <a:gd name="connsiteX2325" fmla="*/ 1154719 w 3886200"/>
              <a:gd name="connsiteY2325" fmla="*/ 371594 h 3670596"/>
              <a:gd name="connsiteX2326" fmla="*/ 1154720 w 3886200"/>
              <a:gd name="connsiteY2326" fmla="*/ 371601 h 3670596"/>
              <a:gd name="connsiteX2327" fmla="*/ 1154662 w 3886200"/>
              <a:gd name="connsiteY2327" fmla="*/ 371298 h 3670596"/>
              <a:gd name="connsiteX2328" fmla="*/ 1154553 w 3886200"/>
              <a:gd name="connsiteY2328" fmla="*/ 370724 h 3670596"/>
              <a:gd name="connsiteX2329" fmla="*/ 1154654 w 3886200"/>
              <a:gd name="connsiteY2329" fmla="*/ 371254 h 3670596"/>
              <a:gd name="connsiteX2330" fmla="*/ 1154603 w 3886200"/>
              <a:gd name="connsiteY2330" fmla="*/ 370990 h 3670596"/>
              <a:gd name="connsiteX2331" fmla="*/ 1154437 w 3886200"/>
              <a:gd name="connsiteY2331" fmla="*/ 370112 h 3670596"/>
              <a:gd name="connsiteX2332" fmla="*/ 1154475 w 3886200"/>
              <a:gd name="connsiteY2332" fmla="*/ 370310 h 3670596"/>
              <a:gd name="connsiteX2333" fmla="*/ 1154553 w 3886200"/>
              <a:gd name="connsiteY2333" fmla="*/ 370724 h 3670596"/>
              <a:gd name="connsiteX2334" fmla="*/ 1154405 w 3886200"/>
              <a:gd name="connsiteY2334" fmla="*/ 369944 h 3670596"/>
              <a:gd name="connsiteX2335" fmla="*/ 1154430 w 3886200"/>
              <a:gd name="connsiteY2335" fmla="*/ 370076 h 3670596"/>
              <a:gd name="connsiteX2336" fmla="*/ 1154437 w 3886200"/>
              <a:gd name="connsiteY2336" fmla="*/ 370112 h 3670596"/>
              <a:gd name="connsiteX2337" fmla="*/ 1154366 w 3886200"/>
              <a:gd name="connsiteY2337" fmla="*/ 369744 h 3670596"/>
              <a:gd name="connsiteX2338" fmla="*/ 1154603 w 3886200"/>
              <a:gd name="connsiteY2338" fmla="*/ 370990 h 3670596"/>
              <a:gd name="connsiteX2339" fmla="*/ 1154662 w 3886200"/>
              <a:gd name="connsiteY2339" fmla="*/ 371298 h 3670596"/>
              <a:gd name="connsiteX2340" fmla="*/ 1154701 w 3886200"/>
              <a:gd name="connsiteY2340" fmla="*/ 371505 h 3670596"/>
              <a:gd name="connsiteX2341" fmla="*/ 1613540 w 3886200"/>
              <a:gd name="connsiteY2341" fmla="*/ 368069 h 3670596"/>
              <a:gd name="connsiteX2342" fmla="*/ 1634174 w 3886200"/>
              <a:gd name="connsiteY2342" fmla="*/ 392864 h 3670596"/>
              <a:gd name="connsiteX2343" fmla="*/ 1643946 w 3886200"/>
              <a:gd name="connsiteY2343" fmla="*/ 404607 h 3670596"/>
              <a:gd name="connsiteX2344" fmla="*/ 1632414 w 3886200"/>
              <a:gd name="connsiteY2344" fmla="*/ 404841 h 3670596"/>
              <a:gd name="connsiteX2345" fmla="*/ 1153856 w 3886200"/>
              <a:gd name="connsiteY2345" fmla="*/ 367048 h 3670596"/>
              <a:gd name="connsiteX2346" fmla="*/ 1154195 w 3886200"/>
              <a:gd name="connsiteY2346" fmla="*/ 368839 h 3670596"/>
              <a:gd name="connsiteX2347" fmla="*/ 1154405 w 3886200"/>
              <a:gd name="connsiteY2347" fmla="*/ 369944 h 3670596"/>
              <a:gd name="connsiteX2348" fmla="*/ 1154366 w 3886200"/>
              <a:gd name="connsiteY2348" fmla="*/ 369744 h 3670596"/>
              <a:gd name="connsiteX2349" fmla="*/ 1153700 w 3886200"/>
              <a:gd name="connsiteY2349" fmla="*/ 366224 h 3670596"/>
              <a:gd name="connsiteX2350" fmla="*/ 1153856 w 3886200"/>
              <a:gd name="connsiteY2350" fmla="*/ 367048 h 3670596"/>
              <a:gd name="connsiteX2351" fmla="*/ 1153785 w 3886200"/>
              <a:gd name="connsiteY2351" fmla="*/ 366677 h 3670596"/>
              <a:gd name="connsiteX2352" fmla="*/ 1214022 w 3886200"/>
              <a:gd name="connsiteY2352" fmla="*/ 365954 h 3670596"/>
              <a:gd name="connsiteX2353" fmla="*/ 1216534 w 3886200"/>
              <a:gd name="connsiteY2353" fmla="*/ 379210 h 3670596"/>
              <a:gd name="connsiteX2354" fmla="*/ 1214020 w 3886200"/>
              <a:gd name="connsiteY2354" fmla="*/ 365955 h 3670596"/>
              <a:gd name="connsiteX2355" fmla="*/ 1153446 w 3886200"/>
              <a:gd name="connsiteY2355" fmla="*/ 364883 h 3670596"/>
              <a:gd name="connsiteX2356" fmla="*/ 1153614 w 3886200"/>
              <a:gd name="connsiteY2356" fmla="*/ 365773 h 3670596"/>
              <a:gd name="connsiteX2357" fmla="*/ 1153700 w 3886200"/>
              <a:gd name="connsiteY2357" fmla="*/ 366224 h 3670596"/>
              <a:gd name="connsiteX2358" fmla="*/ 1153129 w 3886200"/>
              <a:gd name="connsiteY2358" fmla="*/ 363210 h 3670596"/>
              <a:gd name="connsiteX2359" fmla="*/ 1153446 w 3886200"/>
              <a:gd name="connsiteY2359" fmla="*/ 364883 h 3670596"/>
              <a:gd name="connsiteX2360" fmla="*/ 1153381 w 3886200"/>
              <a:gd name="connsiteY2360" fmla="*/ 364540 h 3670596"/>
              <a:gd name="connsiteX2361" fmla="*/ 1151327 w 3886200"/>
              <a:gd name="connsiteY2361" fmla="*/ 353705 h 3670596"/>
              <a:gd name="connsiteX2362" fmla="*/ 1153129 w 3886200"/>
              <a:gd name="connsiteY2362" fmla="*/ 363210 h 3670596"/>
              <a:gd name="connsiteX2363" fmla="*/ 1152738 w 3886200"/>
              <a:gd name="connsiteY2363" fmla="*/ 361150 h 3670596"/>
              <a:gd name="connsiteX2364" fmla="*/ 1254305 w 3886200"/>
              <a:gd name="connsiteY2364" fmla="*/ 351421 h 3670596"/>
              <a:gd name="connsiteX2365" fmla="*/ 1273673 w 3886200"/>
              <a:gd name="connsiteY2365" fmla="*/ 362169 h 3670596"/>
              <a:gd name="connsiteX2366" fmla="*/ 1277914 w 3886200"/>
              <a:gd name="connsiteY2366" fmla="*/ 398222 h 3670596"/>
              <a:gd name="connsiteX2367" fmla="*/ 1274873 w 3886200"/>
              <a:gd name="connsiteY2367" fmla="*/ 407721 h 3670596"/>
              <a:gd name="connsiteX2368" fmla="*/ 1274711 w 3886200"/>
              <a:gd name="connsiteY2368" fmla="*/ 407441 h 3670596"/>
              <a:gd name="connsiteX2369" fmla="*/ 1248035 w 3886200"/>
              <a:gd name="connsiteY2369" fmla="*/ 360558 h 3670596"/>
              <a:gd name="connsiteX2370" fmla="*/ 1150575 w 3886200"/>
              <a:gd name="connsiteY2370" fmla="*/ 349739 h 3670596"/>
              <a:gd name="connsiteX2371" fmla="*/ 1151015 w 3886200"/>
              <a:gd name="connsiteY2371" fmla="*/ 352058 h 3670596"/>
              <a:gd name="connsiteX2372" fmla="*/ 1151327 w 3886200"/>
              <a:gd name="connsiteY2372" fmla="*/ 353705 h 3670596"/>
              <a:gd name="connsiteX2373" fmla="*/ 1149823 w 3886200"/>
              <a:gd name="connsiteY2373" fmla="*/ 345765 h 3670596"/>
              <a:gd name="connsiteX2374" fmla="*/ 1150510 w 3886200"/>
              <a:gd name="connsiteY2374" fmla="*/ 349381 h 3670596"/>
              <a:gd name="connsiteX2375" fmla="*/ 1154690 w 3886200"/>
              <a:gd name="connsiteY2375" fmla="*/ 371433 h 3670596"/>
              <a:gd name="connsiteX2376" fmla="*/ 1154475 w 3886200"/>
              <a:gd name="connsiteY2376" fmla="*/ 370310 h 3670596"/>
              <a:gd name="connsiteX2377" fmla="*/ 1154430 w 3886200"/>
              <a:gd name="connsiteY2377" fmla="*/ 370076 h 3670596"/>
              <a:gd name="connsiteX2378" fmla="*/ 1154195 w 3886200"/>
              <a:gd name="connsiteY2378" fmla="*/ 368839 h 3670596"/>
              <a:gd name="connsiteX2379" fmla="*/ 1153614 w 3886200"/>
              <a:gd name="connsiteY2379" fmla="*/ 365773 h 3670596"/>
              <a:gd name="connsiteX2380" fmla="*/ 1152342 w 3886200"/>
              <a:gd name="connsiteY2380" fmla="*/ 359053 h 3670596"/>
              <a:gd name="connsiteX2381" fmla="*/ 1151015 w 3886200"/>
              <a:gd name="connsiteY2381" fmla="*/ 352058 h 3670596"/>
              <a:gd name="connsiteX2382" fmla="*/ 1149396 w 3886200"/>
              <a:gd name="connsiteY2382" fmla="*/ 343517 h 3670596"/>
              <a:gd name="connsiteX2383" fmla="*/ 1149506 w 3886200"/>
              <a:gd name="connsiteY2383" fmla="*/ 344095 h 3670596"/>
              <a:gd name="connsiteX2384" fmla="*/ 1150575 w 3886200"/>
              <a:gd name="connsiteY2384" fmla="*/ 349739 h 3670596"/>
              <a:gd name="connsiteX2385" fmla="*/ 1149282 w 3886200"/>
              <a:gd name="connsiteY2385" fmla="*/ 342915 h 3670596"/>
              <a:gd name="connsiteX2386" fmla="*/ 1149318 w 3886200"/>
              <a:gd name="connsiteY2386" fmla="*/ 343104 h 3670596"/>
              <a:gd name="connsiteX2387" fmla="*/ 1149396 w 3886200"/>
              <a:gd name="connsiteY2387" fmla="*/ 343517 h 3670596"/>
              <a:gd name="connsiteX2388" fmla="*/ 1149243 w 3886200"/>
              <a:gd name="connsiteY2388" fmla="*/ 342713 h 3670596"/>
              <a:gd name="connsiteX2389" fmla="*/ 1149278 w 3886200"/>
              <a:gd name="connsiteY2389" fmla="*/ 342892 h 3670596"/>
              <a:gd name="connsiteX2390" fmla="*/ 1149282 w 3886200"/>
              <a:gd name="connsiteY2390" fmla="*/ 342915 h 3670596"/>
              <a:gd name="connsiteX2391" fmla="*/ 1149198 w 3886200"/>
              <a:gd name="connsiteY2391" fmla="*/ 342465 h 3670596"/>
              <a:gd name="connsiteX2392" fmla="*/ 1149823 w 3886200"/>
              <a:gd name="connsiteY2392" fmla="*/ 345765 h 3670596"/>
              <a:gd name="connsiteX2393" fmla="*/ 1149506 w 3886200"/>
              <a:gd name="connsiteY2393" fmla="*/ 344095 h 3670596"/>
              <a:gd name="connsiteX2394" fmla="*/ 1149318 w 3886200"/>
              <a:gd name="connsiteY2394" fmla="*/ 343104 h 3670596"/>
              <a:gd name="connsiteX2395" fmla="*/ 1149278 w 3886200"/>
              <a:gd name="connsiteY2395" fmla="*/ 342892 h 3670596"/>
              <a:gd name="connsiteX2396" fmla="*/ 1149082 w 3886200"/>
              <a:gd name="connsiteY2396" fmla="*/ 341864 h 3670596"/>
              <a:gd name="connsiteX2397" fmla="*/ 1149084 w 3886200"/>
              <a:gd name="connsiteY2397" fmla="*/ 341874 h 3670596"/>
              <a:gd name="connsiteX2398" fmla="*/ 1149243 w 3886200"/>
              <a:gd name="connsiteY2398" fmla="*/ 342713 h 3670596"/>
              <a:gd name="connsiteX2399" fmla="*/ 1149171 w 3886200"/>
              <a:gd name="connsiteY2399" fmla="*/ 342330 h 3670596"/>
              <a:gd name="connsiteX2400" fmla="*/ 1149076 w 3886200"/>
              <a:gd name="connsiteY2400" fmla="*/ 341828 h 3670596"/>
              <a:gd name="connsiteX2401" fmla="*/ 1149198 w 3886200"/>
              <a:gd name="connsiteY2401" fmla="*/ 342465 h 3670596"/>
              <a:gd name="connsiteX2402" fmla="*/ 1149084 w 3886200"/>
              <a:gd name="connsiteY2402" fmla="*/ 341874 h 3670596"/>
              <a:gd name="connsiteX2403" fmla="*/ 1149057 w 3886200"/>
              <a:gd name="connsiteY2403" fmla="*/ 341730 h 3670596"/>
              <a:gd name="connsiteX2404" fmla="*/ 1149065 w 3886200"/>
              <a:gd name="connsiteY2404" fmla="*/ 341771 h 3670596"/>
              <a:gd name="connsiteX2405" fmla="*/ 1149082 w 3886200"/>
              <a:gd name="connsiteY2405" fmla="*/ 341864 h 3670596"/>
              <a:gd name="connsiteX2406" fmla="*/ 1149028 w 3886200"/>
              <a:gd name="connsiteY2406" fmla="*/ 341576 h 3670596"/>
              <a:gd name="connsiteX2407" fmla="*/ 1149036 w 3886200"/>
              <a:gd name="connsiteY2407" fmla="*/ 341620 h 3670596"/>
              <a:gd name="connsiteX2408" fmla="*/ 1149057 w 3886200"/>
              <a:gd name="connsiteY2408" fmla="*/ 341730 h 3670596"/>
              <a:gd name="connsiteX2409" fmla="*/ 1149043 w 3886200"/>
              <a:gd name="connsiteY2409" fmla="*/ 341657 h 3670596"/>
              <a:gd name="connsiteX2410" fmla="*/ 1149024 w 3886200"/>
              <a:gd name="connsiteY2410" fmla="*/ 341558 h 3670596"/>
              <a:gd name="connsiteX2411" fmla="*/ 1149025 w 3886200"/>
              <a:gd name="connsiteY2411" fmla="*/ 341560 h 3670596"/>
              <a:gd name="connsiteX2412" fmla="*/ 1149028 w 3886200"/>
              <a:gd name="connsiteY2412" fmla="*/ 341576 h 3670596"/>
              <a:gd name="connsiteX2413" fmla="*/ 1148985 w 3886200"/>
              <a:gd name="connsiteY2413" fmla="*/ 341349 h 3670596"/>
              <a:gd name="connsiteX2414" fmla="*/ 1149024 w 3886200"/>
              <a:gd name="connsiteY2414" fmla="*/ 341558 h 3670596"/>
              <a:gd name="connsiteX2415" fmla="*/ 1149021 w 3886200"/>
              <a:gd name="connsiteY2415" fmla="*/ 341544 h 3670596"/>
              <a:gd name="connsiteX2416" fmla="*/ 1148971 w 3886200"/>
              <a:gd name="connsiteY2416" fmla="*/ 341278 h 3670596"/>
              <a:gd name="connsiteX2417" fmla="*/ 1148985 w 3886200"/>
              <a:gd name="connsiteY2417" fmla="*/ 341349 h 3670596"/>
              <a:gd name="connsiteX2418" fmla="*/ 1148972 w 3886200"/>
              <a:gd name="connsiteY2418" fmla="*/ 341281 h 3670596"/>
              <a:gd name="connsiteX2419" fmla="*/ 1148948 w 3886200"/>
              <a:gd name="connsiteY2419" fmla="*/ 341160 h 3670596"/>
              <a:gd name="connsiteX2420" fmla="*/ 1148950 w 3886200"/>
              <a:gd name="connsiteY2420" fmla="*/ 341165 h 3670596"/>
              <a:gd name="connsiteX2421" fmla="*/ 1148971 w 3886200"/>
              <a:gd name="connsiteY2421" fmla="*/ 341278 h 3670596"/>
              <a:gd name="connsiteX2422" fmla="*/ 1148948 w 3886200"/>
              <a:gd name="connsiteY2422" fmla="*/ 341158 h 3670596"/>
              <a:gd name="connsiteX2423" fmla="*/ 1148948 w 3886200"/>
              <a:gd name="connsiteY2423" fmla="*/ 341160 h 3670596"/>
              <a:gd name="connsiteX2424" fmla="*/ 1148948 w 3886200"/>
              <a:gd name="connsiteY2424" fmla="*/ 341160 h 3670596"/>
              <a:gd name="connsiteX2425" fmla="*/ 1148947 w 3886200"/>
              <a:gd name="connsiteY2425" fmla="*/ 341153 h 3670596"/>
              <a:gd name="connsiteX2426" fmla="*/ 1148948 w 3886200"/>
              <a:gd name="connsiteY2426" fmla="*/ 341158 h 3670596"/>
              <a:gd name="connsiteX2427" fmla="*/ 1148947 w 3886200"/>
              <a:gd name="connsiteY2427" fmla="*/ 341154 h 3670596"/>
              <a:gd name="connsiteX2428" fmla="*/ 1148947 w 3886200"/>
              <a:gd name="connsiteY2428" fmla="*/ 341144 h 3670596"/>
              <a:gd name="connsiteX2429" fmla="*/ 1149076 w 3886200"/>
              <a:gd name="connsiteY2429" fmla="*/ 341828 h 3670596"/>
              <a:gd name="connsiteX2430" fmla="*/ 1149065 w 3886200"/>
              <a:gd name="connsiteY2430" fmla="*/ 341771 h 3670596"/>
              <a:gd name="connsiteX2431" fmla="*/ 1149036 w 3886200"/>
              <a:gd name="connsiteY2431" fmla="*/ 341620 h 3670596"/>
              <a:gd name="connsiteX2432" fmla="*/ 1149025 w 3886200"/>
              <a:gd name="connsiteY2432" fmla="*/ 341560 h 3670596"/>
              <a:gd name="connsiteX2433" fmla="*/ 1148964 w 3886200"/>
              <a:gd name="connsiteY2433" fmla="*/ 341237 h 3670596"/>
              <a:gd name="connsiteX2434" fmla="*/ 1148950 w 3886200"/>
              <a:gd name="connsiteY2434" fmla="*/ 341165 h 3670596"/>
              <a:gd name="connsiteX2435" fmla="*/ 1148947 w 3886200"/>
              <a:gd name="connsiteY2435" fmla="*/ 341150 h 3670596"/>
              <a:gd name="connsiteX2436" fmla="*/ 1148192 w 3886200"/>
              <a:gd name="connsiteY2436" fmla="*/ 337168 h 3670596"/>
              <a:gd name="connsiteX2437" fmla="*/ 1148533 w 3886200"/>
              <a:gd name="connsiteY2437" fmla="*/ 338956 h 3670596"/>
              <a:gd name="connsiteX2438" fmla="*/ 1148947 w 3886200"/>
              <a:gd name="connsiteY2438" fmla="*/ 341150 h 3670596"/>
              <a:gd name="connsiteX2439" fmla="*/ 1148947 w 3886200"/>
              <a:gd name="connsiteY2439" fmla="*/ 341153 h 3670596"/>
              <a:gd name="connsiteX2440" fmla="*/ 1148757 w 3886200"/>
              <a:gd name="connsiteY2440" fmla="*/ 340149 h 3670596"/>
              <a:gd name="connsiteX2441" fmla="*/ 1148641 w 3886200"/>
              <a:gd name="connsiteY2441" fmla="*/ 339537 h 3670596"/>
              <a:gd name="connsiteX2442" fmla="*/ 1147809 w 3886200"/>
              <a:gd name="connsiteY2442" fmla="*/ 335147 h 3670596"/>
              <a:gd name="connsiteX2443" fmla="*/ 1148192 w 3886200"/>
              <a:gd name="connsiteY2443" fmla="*/ 337163 h 3670596"/>
              <a:gd name="connsiteX2444" fmla="*/ 1148191 w 3886200"/>
              <a:gd name="connsiteY2444" fmla="*/ 337163 h 3670596"/>
              <a:gd name="connsiteX2445" fmla="*/ 1147691 w 3886200"/>
              <a:gd name="connsiteY2445" fmla="*/ 334528 h 3670596"/>
              <a:gd name="connsiteX2446" fmla="*/ 1147720 w 3886200"/>
              <a:gd name="connsiteY2446" fmla="*/ 334681 h 3670596"/>
              <a:gd name="connsiteX2447" fmla="*/ 1147809 w 3886200"/>
              <a:gd name="connsiteY2447" fmla="*/ 335147 h 3670596"/>
              <a:gd name="connsiteX2448" fmla="*/ 1207844 w 3886200"/>
              <a:gd name="connsiteY2448" fmla="*/ 333376 h 3670596"/>
              <a:gd name="connsiteX2449" fmla="*/ 1213057 w 3886200"/>
              <a:gd name="connsiteY2449" fmla="*/ 360866 h 3670596"/>
              <a:gd name="connsiteX2450" fmla="*/ 1214022 w 3886200"/>
              <a:gd name="connsiteY2450" fmla="*/ 365954 h 3670596"/>
              <a:gd name="connsiteX2451" fmla="*/ 1213141 w 3886200"/>
              <a:gd name="connsiteY2451" fmla="*/ 364213 h 3670596"/>
              <a:gd name="connsiteX2452" fmla="*/ 1208071 w 3886200"/>
              <a:gd name="connsiteY2452" fmla="*/ 339545 h 3670596"/>
              <a:gd name="connsiteX2453" fmla="*/ 1207164 w 3886200"/>
              <a:gd name="connsiteY2453" fmla="*/ 336337 h 3670596"/>
              <a:gd name="connsiteX2454" fmla="*/ 1146989 w 3886200"/>
              <a:gd name="connsiteY2454" fmla="*/ 330827 h 3670596"/>
              <a:gd name="connsiteX2455" fmla="*/ 1147584 w 3886200"/>
              <a:gd name="connsiteY2455" fmla="*/ 333962 h 3670596"/>
              <a:gd name="connsiteX2456" fmla="*/ 1147691 w 3886200"/>
              <a:gd name="connsiteY2456" fmla="*/ 334528 h 3670596"/>
              <a:gd name="connsiteX2457" fmla="*/ 1145461 w 3886200"/>
              <a:gd name="connsiteY2457" fmla="*/ 322755 h 3670596"/>
              <a:gd name="connsiteX2458" fmla="*/ 1146262 w 3886200"/>
              <a:gd name="connsiteY2458" fmla="*/ 326982 h 3670596"/>
              <a:gd name="connsiteX2459" fmla="*/ 1147839 w 3886200"/>
              <a:gd name="connsiteY2459" fmla="*/ 335299 h 3670596"/>
              <a:gd name="connsiteX2460" fmla="*/ 1147720 w 3886200"/>
              <a:gd name="connsiteY2460" fmla="*/ 334681 h 3670596"/>
              <a:gd name="connsiteX2461" fmla="*/ 1147584 w 3886200"/>
              <a:gd name="connsiteY2461" fmla="*/ 333962 h 3670596"/>
              <a:gd name="connsiteX2462" fmla="*/ 1147419 w 3886200"/>
              <a:gd name="connsiteY2462" fmla="*/ 333090 h 3670596"/>
              <a:gd name="connsiteX2463" fmla="*/ 1506109 w 3886200"/>
              <a:gd name="connsiteY2463" fmla="*/ 314442 h 3670596"/>
              <a:gd name="connsiteX2464" fmla="*/ 1571941 w 3886200"/>
              <a:gd name="connsiteY2464" fmla="*/ 343234 h 3670596"/>
              <a:gd name="connsiteX2465" fmla="*/ 1571432 w 3886200"/>
              <a:gd name="connsiteY2465" fmla="*/ 380360 h 3670596"/>
              <a:gd name="connsiteX2466" fmla="*/ 1563205 w 3886200"/>
              <a:gd name="connsiteY2466" fmla="*/ 378830 h 3670596"/>
              <a:gd name="connsiteX2467" fmla="*/ 1552243 w 3886200"/>
              <a:gd name="connsiteY2467" fmla="*/ 368699 h 3670596"/>
              <a:gd name="connsiteX2468" fmla="*/ 1506109 w 3886200"/>
              <a:gd name="connsiteY2468" fmla="*/ 314442 h 3670596"/>
              <a:gd name="connsiteX2469" fmla="*/ 1565762 w 3886200"/>
              <a:gd name="connsiteY2469" fmla="*/ 310654 h 3670596"/>
              <a:gd name="connsiteX2470" fmla="*/ 1610382 w 3886200"/>
              <a:gd name="connsiteY2470" fmla="*/ 361915 h 3670596"/>
              <a:gd name="connsiteX2471" fmla="*/ 1613540 w 3886200"/>
              <a:gd name="connsiteY2471" fmla="*/ 368069 h 3670596"/>
              <a:gd name="connsiteX2472" fmla="*/ 1610961 w 3886200"/>
              <a:gd name="connsiteY2472" fmla="*/ 364972 h 3670596"/>
              <a:gd name="connsiteX2473" fmla="*/ 1565762 w 3886200"/>
              <a:gd name="connsiteY2473" fmla="*/ 310654 h 3670596"/>
              <a:gd name="connsiteX2474" fmla="*/ 1142192 w 3886200"/>
              <a:gd name="connsiteY2474" fmla="*/ 305527 h 3670596"/>
              <a:gd name="connsiteX2475" fmla="*/ 1143131 w 3886200"/>
              <a:gd name="connsiteY2475" fmla="*/ 310474 h 3670596"/>
              <a:gd name="connsiteX2476" fmla="*/ 1144934 w 3886200"/>
              <a:gd name="connsiteY2476" fmla="*/ 319980 h 3670596"/>
              <a:gd name="connsiteX2477" fmla="*/ 1146989 w 3886200"/>
              <a:gd name="connsiteY2477" fmla="*/ 330827 h 3670596"/>
              <a:gd name="connsiteX2478" fmla="*/ 1142185 w 3886200"/>
              <a:gd name="connsiteY2478" fmla="*/ 305488 h 3670596"/>
              <a:gd name="connsiteX2479" fmla="*/ 1142191 w 3886200"/>
              <a:gd name="connsiteY2479" fmla="*/ 305523 h 3670596"/>
              <a:gd name="connsiteX2480" fmla="*/ 1142192 w 3886200"/>
              <a:gd name="connsiteY2480" fmla="*/ 305527 h 3670596"/>
              <a:gd name="connsiteX2481" fmla="*/ 1142014 w 3886200"/>
              <a:gd name="connsiteY2481" fmla="*/ 304590 h 3670596"/>
              <a:gd name="connsiteX2482" fmla="*/ 1142018 w 3886200"/>
              <a:gd name="connsiteY2482" fmla="*/ 304602 h 3670596"/>
              <a:gd name="connsiteX2483" fmla="*/ 1145461 w 3886200"/>
              <a:gd name="connsiteY2483" fmla="*/ 322755 h 3670596"/>
              <a:gd name="connsiteX2484" fmla="*/ 1144934 w 3886200"/>
              <a:gd name="connsiteY2484" fmla="*/ 319980 h 3670596"/>
              <a:gd name="connsiteX2485" fmla="*/ 1144814 w 3886200"/>
              <a:gd name="connsiteY2485" fmla="*/ 319345 h 3670596"/>
              <a:gd name="connsiteX2486" fmla="*/ 1143131 w 3886200"/>
              <a:gd name="connsiteY2486" fmla="*/ 310474 h 3670596"/>
              <a:gd name="connsiteX2487" fmla="*/ 1142191 w 3886200"/>
              <a:gd name="connsiteY2487" fmla="*/ 305523 h 3670596"/>
              <a:gd name="connsiteX2488" fmla="*/ 1142185 w 3886200"/>
              <a:gd name="connsiteY2488" fmla="*/ 305484 h 3670596"/>
              <a:gd name="connsiteX2489" fmla="*/ 1142014 w 3886200"/>
              <a:gd name="connsiteY2489" fmla="*/ 304584 h 3670596"/>
              <a:gd name="connsiteX2490" fmla="*/ 1142017 w 3886200"/>
              <a:gd name="connsiteY2490" fmla="*/ 304585 h 3670596"/>
              <a:gd name="connsiteX2491" fmla="*/ 1142014 w 3886200"/>
              <a:gd name="connsiteY2491" fmla="*/ 304587 h 3670596"/>
              <a:gd name="connsiteX2492" fmla="*/ 1137878 w 3886200"/>
              <a:gd name="connsiteY2492" fmla="*/ 282771 h 3670596"/>
              <a:gd name="connsiteX2493" fmla="*/ 1142014 w 3886200"/>
              <a:gd name="connsiteY2493" fmla="*/ 304587 h 3670596"/>
              <a:gd name="connsiteX2494" fmla="*/ 1138924 w 3886200"/>
              <a:gd name="connsiteY2494" fmla="*/ 288294 h 3670596"/>
              <a:gd name="connsiteX2495" fmla="*/ 1439429 w 3886200"/>
              <a:gd name="connsiteY2495" fmla="*/ 281173 h 3670596"/>
              <a:gd name="connsiteX2496" fmla="*/ 1440277 w 3886200"/>
              <a:gd name="connsiteY2496" fmla="*/ 285648 h 3670596"/>
              <a:gd name="connsiteX2497" fmla="*/ 1439625 w 3886200"/>
              <a:gd name="connsiteY2497" fmla="*/ 282212 h 3670596"/>
              <a:gd name="connsiteX2498" fmla="*/ 1439264 w 3886200"/>
              <a:gd name="connsiteY2498" fmla="*/ 280306 h 3670596"/>
              <a:gd name="connsiteX2499" fmla="*/ 1439429 w 3886200"/>
              <a:gd name="connsiteY2499" fmla="*/ 281173 h 3670596"/>
              <a:gd name="connsiteX2500" fmla="*/ 1439312 w 3886200"/>
              <a:gd name="connsiteY2500" fmla="*/ 280557 h 3670596"/>
              <a:gd name="connsiteX2501" fmla="*/ 1438607 w 3886200"/>
              <a:gd name="connsiteY2501" fmla="*/ 276837 h 3670596"/>
              <a:gd name="connsiteX2502" fmla="*/ 1439074 w 3886200"/>
              <a:gd name="connsiteY2502" fmla="*/ 279302 h 3670596"/>
              <a:gd name="connsiteX2503" fmla="*/ 1439264 w 3886200"/>
              <a:gd name="connsiteY2503" fmla="*/ 280306 h 3670596"/>
              <a:gd name="connsiteX2504" fmla="*/ 1438413 w 3886200"/>
              <a:gd name="connsiteY2504" fmla="*/ 275811 h 3670596"/>
              <a:gd name="connsiteX2505" fmla="*/ 1438454 w 3886200"/>
              <a:gd name="connsiteY2505" fmla="*/ 276028 h 3670596"/>
              <a:gd name="connsiteX2506" fmla="*/ 1438607 w 3886200"/>
              <a:gd name="connsiteY2506" fmla="*/ 276837 h 3670596"/>
              <a:gd name="connsiteX2507" fmla="*/ 1135837 w 3886200"/>
              <a:gd name="connsiteY2507" fmla="*/ 272002 h 3670596"/>
              <a:gd name="connsiteX2508" fmla="*/ 1137878 w 3886200"/>
              <a:gd name="connsiteY2508" fmla="*/ 282771 h 3670596"/>
              <a:gd name="connsiteX2509" fmla="*/ 1136221 w 3886200"/>
              <a:gd name="connsiteY2509" fmla="*/ 274040 h 3670596"/>
              <a:gd name="connsiteX2510" fmla="*/ 1135837 w 3886200"/>
              <a:gd name="connsiteY2510" fmla="*/ 272002 h 3670596"/>
              <a:gd name="connsiteX2511" fmla="*/ 1195490 w 3886200"/>
              <a:gd name="connsiteY2511" fmla="*/ 268215 h 3670596"/>
              <a:gd name="connsiteX2512" fmla="*/ 1247833 w 3886200"/>
              <a:gd name="connsiteY2512" fmla="*/ 360205 h 3670596"/>
              <a:gd name="connsiteX2513" fmla="*/ 1248035 w 3886200"/>
              <a:gd name="connsiteY2513" fmla="*/ 360558 h 3670596"/>
              <a:gd name="connsiteX2514" fmla="*/ 1247929 w 3886200"/>
              <a:gd name="connsiteY2514" fmla="*/ 360713 h 3670596"/>
              <a:gd name="connsiteX2515" fmla="*/ 1257496 w 3886200"/>
              <a:gd name="connsiteY2515" fmla="*/ 399880 h 3670596"/>
              <a:gd name="connsiteX2516" fmla="*/ 1248480 w 3886200"/>
              <a:gd name="connsiteY2516" fmla="*/ 388497 h 3670596"/>
              <a:gd name="connsiteX2517" fmla="*/ 1195490 w 3886200"/>
              <a:gd name="connsiteY2517" fmla="*/ 268215 h 3670596"/>
              <a:gd name="connsiteX2518" fmla="*/ 1134932 w 3886200"/>
              <a:gd name="connsiteY2518" fmla="*/ 267227 h 3670596"/>
              <a:gd name="connsiteX2519" fmla="*/ 1135593 w 3886200"/>
              <a:gd name="connsiteY2519" fmla="*/ 270713 h 3670596"/>
              <a:gd name="connsiteX2520" fmla="*/ 1135837 w 3886200"/>
              <a:gd name="connsiteY2520" fmla="*/ 272002 h 3670596"/>
              <a:gd name="connsiteX2521" fmla="*/ 1436719 w 3886200"/>
              <a:gd name="connsiteY2521" fmla="*/ 266879 h 3670596"/>
              <a:gd name="connsiteX2522" fmla="*/ 1438235 w 3886200"/>
              <a:gd name="connsiteY2522" fmla="*/ 274877 h 3670596"/>
              <a:gd name="connsiteX2523" fmla="*/ 1438413 w 3886200"/>
              <a:gd name="connsiteY2523" fmla="*/ 275811 h 3670596"/>
              <a:gd name="connsiteX2524" fmla="*/ 1438078 w 3886200"/>
              <a:gd name="connsiteY2524" fmla="*/ 274052 h 3670596"/>
              <a:gd name="connsiteX2525" fmla="*/ 1436586 w 3886200"/>
              <a:gd name="connsiteY2525" fmla="*/ 266180 h 3670596"/>
              <a:gd name="connsiteX2526" fmla="*/ 1436719 w 3886200"/>
              <a:gd name="connsiteY2526" fmla="*/ 266879 h 3670596"/>
              <a:gd name="connsiteX2527" fmla="*/ 1436706 w 3886200"/>
              <a:gd name="connsiteY2527" fmla="*/ 266813 h 3670596"/>
              <a:gd name="connsiteX2528" fmla="*/ 712090 w 3886200"/>
              <a:gd name="connsiteY2528" fmla="*/ 265932 h 3670596"/>
              <a:gd name="connsiteX2529" fmla="*/ 760240 w 3886200"/>
              <a:gd name="connsiteY2529" fmla="*/ 293528 h 3670596"/>
              <a:gd name="connsiteX2530" fmla="*/ 784095 w 3886200"/>
              <a:gd name="connsiteY2530" fmla="*/ 327304 h 3670596"/>
              <a:gd name="connsiteX2531" fmla="*/ 785063 w 3886200"/>
              <a:gd name="connsiteY2531" fmla="*/ 332396 h 3670596"/>
              <a:gd name="connsiteX2532" fmla="*/ 790274 w 3886200"/>
              <a:gd name="connsiteY2532" fmla="*/ 359886 h 3670596"/>
              <a:gd name="connsiteX2533" fmla="*/ 798867 w 3886200"/>
              <a:gd name="connsiteY2533" fmla="*/ 412269 h 3670596"/>
              <a:gd name="connsiteX2534" fmla="*/ 799501 w 3886200"/>
              <a:gd name="connsiteY2534" fmla="*/ 419550 h 3670596"/>
              <a:gd name="connsiteX2535" fmla="*/ 791310 w 3886200"/>
              <a:gd name="connsiteY2535" fmla="*/ 405157 h 3670596"/>
              <a:gd name="connsiteX2536" fmla="*/ 712090 w 3886200"/>
              <a:gd name="connsiteY2536" fmla="*/ 265932 h 3670596"/>
              <a:gd name="connsiteX2537" fmla="*/ 1435289 w 3886200"/>
              <a:gd name="connsiteY2537" fmla="*/ 259338 h 3670596"/>
              <a:gd name="connsiteX2538" fmla="*/ 1435987 w 3886200"/>
              <a:gd name="connsiteY2538" fmla="*/ 263016 h 3670596"/>
              <a:gd name="connsiteX2539" fmla="*/ 1436586 w 3886200"/>
              <a:gd name="connsiteY2539" fmla="*/ 266180 h 3670596"/>
              <a:gd name="connsiteX2540" fmla="*/ 1434713 w 3886200"/>
              <a:gd name="connsiteY2540" fmla="*/ 256294 h 3670596"/>
              <a:gd name="connsiteX2541" fmla="*/ 1434963 w 3886200"/>
              <a:gd name="connsiteY2541" fmla="*/ 257615 h 3670596"/>
              <a:gd name="connsiteX2542" fmla="*/ 1435030 w 3886200"/>
              <a:gd name="connsiteY2542" fmla="*/ 257973 h 3670596"/>
              <a:gd name="connsiteX2543" fmla="*/ 1373769 w 3886200"/>
              <a:gd name="connsiteY2543" fmla="*/ 253276 h 3670596"/>
              <a:gd name="connsiteX2544" fmla="*/ 1374448 w 3886200"/>
              <a:gd name="connsiteY2544" fmla="*/ 256854 h 3670596"/>
              <a:gd name="connsiteX2545" fmla="*/ 1374448 w 3886200"/>
              <a:gd name="connsiteY2545" fmla="*/ 256855 h 3670596"/>
              <a:gd name="connsiteX2546" fmla="*/ 1434101 w 3886200"/>
              <a:gd name="connsiteY2546" fmla="*/ 253068 h 3670596"/>
              <a:gd name="connsiteX2547" fmla="*/ 1434497 w 3886200"/>
              <a:gd name="connsiteY2547" fmla="*/ 255155 h 3670596"/>
              <a:gd name="connsiteX2548" fmla="*/ 1434713 w 3886200"/>
              <a:gd name="connsiteY2548" fmla="*/ 256294 h 3670596"/>
              <a:gd name="connsiteX2549" fmla="*/ 1434100 w 3886200"/>
              <a:gd name="connsiteY2549" fmla="*/ 253064 h 3670596"/>
              <a:gd name="connsiteX2550" fmla="*/ 1434101 w 3886200"/>
              <a:gd name="connsiteY2550" fmla="*/ 253065 h 3670596"/>
              <a:gd name="connsiteX2551" fmla="*/ 1434101 w 3886200"/>
              <a:gd name="connsiteY2551" fmla="*/ 253068 h 3670596"/>
              <a:gd name="connsiteX2552" fmla="*/ 1369276 w 3886200"/>
              <a:gd name="connsiteY2552" fmla="*/ 229579 h 3670596"/>
              <a:gd name="connsiteX2553" fmla="*/ 1372168 w 3886200"/>
              <a:gd name="connsiteY2553" fmla="*/ 244828 h 3670596"/>
              <a:gd name="connsiteX2554" fmla="*/ 1373769 w 3886200"/>
              <a:gd name="connsiteY2554" fmla="*/ 253276 h 3670596"/>
              <a:gd name="connsiteX2555" fmla="*/ 1370625 w 3886200"/>
              <a:gd name="connsiteY2555" fmla="*/ 236693 h 3670596"/>
              <a:gd name="connsiteX2556" fmla="*/ 1369276 w 3886200"/>
              <a:gd name="connsiteY2556" fmla="*/ 229579 h 3670596"/>
              <a:gd name="connsiteX2557" fmla="*/ 1125543 w 3886200"/>
              <a:gd name="connsiteY2557" fmla="*/ 217712 h 3670596"/>
              <a:gd name="connsiteX2558" fmla="*/ 1129720 w 3886200"/>
              <a:gd name="connsiteY2558" fmla="*/ 239740 h 3670596"/>
              <a:gd name="connsiteX2559" fmla="*/ 1134932 w 3886200"/>
              <a:gd name="connsiteY2559" fmla="*/ 267227 h 3670596"/>
              <a:gd name="connsiteX2560" fmla="*/ 1133882 w 3886200"/>
              <a:gd name="connsiteY2560" fmla="*/ 261694 h 3670596"/>
              <a:gd name="connsiteX2561" fmla="*/ 1129240 w 3886200"/>
              <a:gd name="connsiteY2561" fmla="*/ 237211 h 3670596"/>
              <a:gd name="connsiteX2562" fmla="*/ 1006393 w 3886200"/>
              <a:gd name="connsiteY2562" fmla="*/ 213052 h 3670596"/>
              <a:gd name="connsiteX2563" fmla="*/ 1015365 w 3886200"/>
              <a:gd name="connsiteY2563" fmla="*/ 228646 h 3670596"/>
              <a:gd name="connsiteX2564" fmla="*/ 1033071 w 3886200"/>
              <a:gd name="connsiteY2564" fmla="*/ 267679 h 3670596"/>
              <a:gd name="connsiteX2565" fmla="*/ 1004177 w 3886200"/>
              <a:gd name="connsiteY2565" fmla="*/ 214417 h 3670596"/>
              <a:gd name="connsiteX2566" fmla="*/ 1006393 w 3886200"/>
              <a:gd name="connsiteY2566" fmla="*/ 213052 h 3670596"/>
              <a:gd name="connsiteX2567" fmla="*/ 1124613 w 3886200"/>
              <a:gd name="connsiteY2567" fmla="*/ 212809 h 3670596"/>
              <a:gd name="connsiteX2568" fmla="*/ 1125361 w 3886200"/>
              <a:gd name="connsiteY2568" fmla="*/ 216755 h 3670596"/>
              <a:gd name="connsiteX2569" fmla="*/ 1125543 w 3886200"/>
              <a:gd name="connsiteY2569" fmla="*/ 217712 h 3670596"/>
              <a:gd name="connsiteX2570" fmla="*/ 1125123 w 3886200"/>
              <a:gd name="connsiteY2570" fmla="*/ 215496 h 3670596"/>
              <a:gd name="connsiteX2571" fmla="*/ 1121511 w 3886200"/>
              <a:gd name="connsiteY2571" fmla="*/ 196451 h 3670596"/>
              <a:gd name="connsiteX2572" fmla="*/ 1121829 w 3886200"/>
              <a:gd name="connsiteY2572" fmla="*/ 198125 h 3670596"/>
              <a:gd name="connsiteX2573" fmla="*/ 1124613 w 3886200"/>
              <a:gd name="connsiteY2573" fmla="*/ 212809 h 3670596"/>
              <a:gd name="connsiteX2574" fmla="*/ 1119666 w 3886200"/>
              <a:gd name="connsiteY2574" fmla="*/ 186721 h 3670596"/>
              <a:gd name="connsiteX2575" fmla="*/ 1120200 w 3886200"/>
              <a:gd name="connsiteY2575" fmla="*/ 189534 h 3670596"/>
              <a:gd name="connsiteX2576" fmla="*/ 1121511 w 3886200"/>
              <a:gd name="connsiteY2576" fmla="*/ 196451 h 3670596"/>
              <a:gd name="connsiteX2577" fmla="*/ 1118534 w 3886200"/>
              <a:gd name="connsiteY2577" fmla="*/ 180751 h 3670596"/>
              <a:gd name="connsiteX2578" fmla="*/ 1119620 w 3886200"/>
              <a:gd name="connsiteY2578" fmla="*/ 186480 h 3670596"/>
              <a:gd name="connsiteX2579" fmla="*/ 1119666 w 3886200"/>
              <a:gd name="connsiteY2579" fmla="*/ 186721 h 3670596"/>
              <a:gd name="connsiteX2580" fmla="*/ 1140444 w 3886200"/>
              <a:gd name="connsiteY2580" fmla="*/ 176911 h 3670596"/>
              <a:gd name="connsiteX2581" fmla="*/ 1140447 w 3886200"/>
              <a:gd name="connsiteY2581" fmla="*/ 176913 h 3670596"/>
              <a:gd name="connsiteX2582" fmla="*/ 1140447 w 3886200"/>
              <a:gd name="connsiteY2582" fmla="*/ 176915 h 3670596"/>
              <a:gd name="connsiteX2583" fmla="*/ 1117303 w 3886200"/>
              <a:gd name="connsiteY2583" fmla="*/ 174263 h 3670596"/>
              <a:gd name="connsiteX2584" fmla="*/ 1117304 w 3886200"/>
              <a:gd name="connsiteY2584" fmla="*/ 174265 h 3670596"/>
              <a:gd name="connsiteX2585" fmla="*/ 1118534 w 3886200"/>
              <a:gd name="connsiteY2585" fmla="*/ 180751 h 3670596"/>
              <a:gd name="connsiteX2586" fmla="*/ 1117593 w 3886200"/>
              <a:gd name="connsiteY2586" fmla="*/ 175790 h 3670596"/>
              <a:gd name="connsiteX2587" fmla="*/ 1117303 w 3886200"/>
              <a:gd name="connsiteY2587" fmla="*/ 174263 h 3670596"/>
              <a:gd name="connsiteX2588" fmla="*/ 1122895 w 3886200"/>
              <a:gd name="connsiteY2588" fmla="*/ 158967 h 3670596"/>
              <a:gd name="connsiteX2589" fmla="*/ 1134769 w 3886200"/>
              <a:gd name="connsiteY2589" fmla="*/ 171109 h 3670596"/>
              <a:gd name="connsiteX2590" fmla="*/ 1156811 w 3886200"/>
              <a:gd name="connsiteY2590" fmla="*/ 198544 h 3670596"/>
              <a:gd name="connsiteX2591" fmla="*/ 1188033 w 3886200"/>
              <a:gd name="connsiteY2591" fmla="*/ 268690 h 3670596"/>
              <a:gd name="connsiteX2592" fmla="*/ 1207164 w 3886200"/>
              <a:gd name="connsiteY2592" fmla="*/ 336337 h 3670596"/>
              <a:gd name="connsiteX2593" fmla="*/ 1204631 w 3886200"/>
              <a:gd name="connsiteY2593" fmla="*/ 347345 h 3670596"/>
              <a:gd name="connsiteX2594" fmla="*/ 1201932 w 3886200"/>
              <a:gd name="connsiteY2594" fmla="*/ 341995 h 3670596"/>
              <a:gd name="connsiteX2595" fmla="*/ 1149229 w 3886200"/>
              <a:gd name="connsiteY2595" fmla="*/ 237536 h 3670596"/>
              <a:gd name="connsiteX2596" fmla="*/ 1117304 w 3886200"/>
              <a:gd name="connsiteY2596" fmla="*/ 174265 h 3670596"/>
              <a:gd name="connsiteX2597" fmla="*/ 1117303 w 3886200"/>
              <a:gd name="connsiteY2597" fmla="*/ 174260 h 3670596"/>
              <a:gd name="connsiteX2598" fmla="*/ 1116939 w 3886200"/>
              <a:gd name="connsiteY2598" fmla="*/ 159280 h 3670596"/>
              <a:gd name="connsiteX2599" fmla="*/ 1122895 w 3886200"/>
              <a:gd name="connsiteY2599" fmla="*/ 158967 h 3670596"/>
              <a:gd name="connsiteX2600" fmla="*/ 1389490 w 3886200"/>
              <a:gd name="connsiteY2600" fmla="*/ 157340 h 3670596"/>
              <a:gd name="connsiteX2601" fmla="*/ 1402195 w 3886200"/>
              <a:gd name="connsiteY2601" fmla="*/ 176204 h 3670596"/>
              <a:gd name="connsiteX2602" fmla="*/ 1427921 w 3886200"/>
              <a:gd name="connsiteY2602" fmla="*/ 220486 h 3670596"/>
              <a:gd name="connsiteX2603" fmla="*/ 1430077 w 3886200"/>
              <a:gd name="connsiteY2603" fmla="*/ 231843 h 3670596"/>
              <a:gd name="connsiteX2604" fmla="*/ 1431605 w 3886200"/>
              <a:gd name="connsiteY2604" fmla="*/ 239908 h 3670596"/>
              <a:gd name="connsiteX2605" fmla="*/ 1434007 w 3886200"/>
              <a:gd name="connsiteY2605" fmla="*/ 252568 h 3670596"/>
              <a:gd name="connsiteX2606" fmla="*/ 1434100 w 3886200"/>
              <a:gd name="connsiteY2606" fmla="*/ 253064 h 3670596"/>
              <a:gd name="connsiteX2607" fmla="*/ 1423189 w 3886200"/>
              <a:gd name="connsiteY2607" fmla="*/ 231228 h 3670596"/>
              <a:gd name="connsiteX2608" fmla="*/ 1389490 w 3886200"/>
              <a:gd name="connsiteY2608" fmla="*/ 157340 h 3670596"/>
              <a:gd name="connsiteX2609" fmla="*/ 1111127 w 3886200"/>
              <a:gd name="connsiteY2609" fmla="*/ 141682 h 3670596"/>
              <a:gd name="connsiteX2610" fmla="*/ 1117303 w 3886200"/>
              <a:gd name="connsiteY2610" fmla="*/ 174260 h 3670596"/>
              <a:gd name="connsiteX2611" fmla="*/ 1117303 w 3886200"/>
              <a:gd name="connsiteY2611" fmla="*/ 174263 h 3670596"/>
              <a:gd name="connsiteX2612" fmla="*/ 1111127 w 3886200"/>
              <a:gd name="connsiteY2612" fmla="*/ 141682 h 3670596"/>
              <a:gd name="connsiteX2613" fmla="*/ 1140444 w 3886200"/>
              <a:gd name="connsiteY2613" fmla="*/ 176911 h 3670596"/>
              <a:gd name="connsiteX2614" fmla="*/ 1134769 w 3886200"/>
              <a:gd name="connsiteY2614" fmla="*/ 171109 h 3670596"/>
              <a:gd name="connsiteX2615" fmla="*/ 1290422 w 3886200"/>
              <a:gd name="connsiteY2615" fmla="*/ 132098 h 3670596"/>
              <a:gd name="connsiteX2616" fmla="*/ 1293174 w 3886200"/>
              <a:gd name="connsiteY2616" fmla="*/ 146611 h 3670596"/>
              <a:gd name="connsiteX2617" fmla="*/ 1302441 w 3886200"/>
              <a:gd name="connsiteY2617" fmla="*/ 195481 h 3670596"/>
              <a:gd name="connsiteX2618" fmla="*/ 1287347 w 3886200"/>
              <a:gd name="connsiteY2618" fmla="*/ 115872 h 3670596"/>
              <a:gd name="connsiteX2619" fmla="*/ 1288543 w 3886200"/>
              <a:gd name="connsiteY2619" fmla="*/ 122175 h 3670596"/>
              <a:gd name="connsiteX2620" fmla="*/ 1290422 w 3886200"/>
              <a:gd name="connsiteY2620" fmla="*/ 132098 h 3670596"/>
              <a:gd name="connsiteX2621" fmla="*/ 1104951 w 3886200"/>
              <a:gd name="connsiteY2621" fmla="*/ 109102 h 3670596"/>
              <a:gd name="connsiteX2622" fmla="*/ 1111127 w 3886200"/>
              <a:gd name="connsiteY2622" fmla="*/ 141682 h 3670596"/>
              <a:gd name="connsiteX2623" fmla="*/ 1111005 w 3886200"/>
              <a:gd name="connsiteY2623" fmla="*/ 141045 h 3670596"/>
              <a:gd name="connsiteX2624" fmla="*/ 1104951 w 3886200"/>
              <a:gd name="connsiteY2624" fmla="*/ 109102 h 3670596"/>
              <a:gd name="connsiteX2625" fmla="*/ 1106265 w 3886200"/>
              <a:gd name="connsiteY2625" fmla="*/ 111079 h 3670596"/>
              <a:gd name="connsiteX2626" fmla="*/ 1189312 w 3886200"/>
              <a:gd name="connsiteY2626" fmla="*/ 235636 h 3670596"/>
              <a:gd name="connsiteX2627" fmla="*/ 1156328 w 3886200"/>
              <a:gd name="connsiteY2627" fmla="*/ 195999 h 3670596"/>
              <a:gd name="connsiteX2628" fmla="*/ 1140447 w 3886200"/>
              <a:gd name="connsiteY2628" fmla="*/ 176915 h 3670596"/>
              <a:gd name="connsiteX2629" fmla="*/ 1145388 w 3886200"/>
              <a:gd name="connsiteY2629" fmla="*/ 182461 h 3670596"/>
              <a:gd name="connsiteX2630" fmla="*/ 1130969 w 3886200"/>
              <a:gd name="connsiteY2630" fmla="*/ 154912 h 3670596"/>
              <a:gd name="connsiteX2631" fmla="*/ 1283908 w 3886200"/>
              <a:gd name="connsiteY2631" fmla="*/ 97743 h 3670596"/>
              <a:gd name="connsiteX2632" fmla="*/ 1283912 w 3886200"/>
              <a:gd name="connsiteY2632" fmla="*/ 97760 h 3670596"/>
              <a:gd name="connsiteX2633" fmla="*/ 1286999 w 3886200"/>
              <a:gd name="connsiteY2633" fmla="*/ 114031 h 3670596"/>
              <a:gd name="connsiteX2634" fmla="*/ 1287347 w 3886200"/>
              <a:gd name="connsiteY2634" fmla="*/ 115872 h 3670596"/>
              <a:gd name="connsiteX2635" fmla="*/ 1283908 w 3886200"/>
              <a:gd name="connsiteY2635" fmla="*/ 97740 h 3670596"/>
              <a:gd name="connsiteX2636" fmla="*/ 1283910 w 3886200"/>
              <a:gd name="connsiteY2636" fmla="*/ 97742 h 3670596"/>
              <a:gd name="connsiteX2637" fmla="*/ 1283908 w 3886200"/>
              <a:gd name="connsiteY2637" fmla="*/ 97743 h 3670596"/>
              <a:gd name="connsiteX2638" fmla="*/ 1251409 w 3886200"/>
              <a:gd name="connsiteY2638" fmla="*/ 17758 h 3670596"/>
              <a:gd name="connsiteX2639" fmla="*/ 1271555 w 3886200"/>
              <a:gd name="connsiteY2639" fmla="*/ 32580 h 3670596"/>
              <a:gd name="connsiteX2640" fmla="*/ 1279512 w 3886200"/>
              <a:gd name="connsiteY2640" fmla="*/ 74559 h 3670596"/>
              <a:gd name="connsiteX2641" fmla="*/ 1281998 w 3886200"/>
              <a:gd name="connsiteY2641" fmla="*/ 87664 h 3670596"/>
              <a:gd name="connsiteX2642" fmla="*/ 1283908 w 3886200"/>
              <a:gd name="connsiteY2642" fmla="*/ 97739 h 3670596"/>
              <a:gd name="connsiteX2643" fmla="*/ 1274318 w 3886200"/>
              <a:gd name="connsiteY2643" fmla="*/ 82867 h 3670596"/>
              <a:gd name="connsiteX2644" fmla="*/ 1251409 w 3886200"/>
              <a:gd name="connsiteY2644" fmla="*/ 17758 h 3670596"/>
              <a:gd name="connsiteX2645" fmla="*/ 1265376 w 3886200"/>
              <a:gd name="connsiteY2645" fmla="*/ 0 h 3670596"/>
              <a:gd name="connsiteX2646" fmla="*/ 1392982 w 3886200"/>
              <a:gd name="connsiteY2646" fmla="*/ 354595 h 3670596"/>
              <a:gd name="connsiteX2647" fmla="*/ 1376765 w 3886200"/>
              <a:gd name="connsiteY2647" fmla="*/ 269072 h 3670596"/>
              <a:gd name="connsiteX2648" fmla="*/ 1374448 w 3886200"/>
              <a:gd name="connsiteY2648" fmla="*/ 256855 h 3670596"/>
              <a:gd name="connsiteX2649" fmla="*/ 1375460 w 3886200"/>
              <a:gd name="connsiteY2649" fmla="*/ 258860 h 3670596"/>
              <a:gd name="connsiteX2650" fmla="*/ 1439241 w 3886200"/>
              <a:gd name="connsiteY2650" fmla="*/ 385275 h 3670596"/>
              <a:gd name="connsiteX2651" fmla="*/ 1450664 w 3886200"/>
              <a:gd name="connsiteY2651" fmla="*/ 407915 h 3670596"/>
              <a:gd name="connsiteX2652" fmla="*/ 1458917 w 3886200"/>
              <a:gd name="connsiteY2652" fmla="*/ 428720 h 3670596"/>
              <a:gd name="connsiteX2653" fmla="*/ 1471166 w 3886200"/>
              <a:gd name="connsiteY2653" fmla="*/ 448549 h 3670596"/>
              <a:gd name="connsiteX2654" fmla="*/ 1450664 w 3886200"/>
              <a:gd name="connsiteY2654" fmla="*/ 407915 h 3670596"/>
              <a:gd name="connsiteX2655" fmla="*/ 1431809 w 3886200"/>
              <a:gd name="connsiteY2655" fmla="*/ 360374 h 3670596"/>
              <a:gd name="connsiteX2656" fmla="*/ 1418203 w 3886200"/>
              <a:gd name="connsiteY2656" fmla="*/ 303536 h 3670596"/>
              <a:gd name="connsiteX2657" fmla="*/ 1420545 w 3886200"/>
              <a:gd name="connsiteY2657" fmla="*/ 301776 h 3670596"/>
              <a:gd name="connsiteX2658" fmla="*/ 1420998 w 3886200"/>
              <a:gd name="connsiteY2658" fmla="*/ 303358 h 3670596"/>
              <a:gd name="connsiteX2659" fmla="*/ 1446456 w 3886200"/>
              <a:gd name="connsiteY2659" fmla="*/ 318228 h 3670596"/>
              <a:gd name="connsiteX2660" fmla="*/ 1425323 w 3886200"/>
              <a:gd name="connsiteY2660" fmla="*/ 298190 h 3670596"/>
              <a:gd name="connsiteX2661" fmla="*/ 1420545 w 3886200"/>
              <a:gd name="connsiteY2661" fmla="*/ 301776 h 3670596"/>
              <a:gd name="connsiteX2662" fmla="*/ 1412602 w 3886200"/>
              <a:gd name="connsiteY2662" fmla="*/ 274010 h 3670596"/>
              <a:gd name="connsiteX2663" fmla="*/ 1440277 w 3886200"/>
              <a:gd name="connsiteY2663" fmla="*/ 285648 h 3670596"/>
              <a:gd name="connsiteX2664" fmla="*/ 1444453 w 3886200"/>
              <a:gd name="connsiteY2664" fmla="*/ 307661 h 3670596"/>
              <a:gd name="connsiteX2665" fmla="*/ 1445490 w 3886200"/>
              <a:gd name="connsiteY2665" fmla="*/ 313137 h 3670596"/>
              <a:gd name="connsiteX2666" fmla="*/ 1444912 w 3886200"/>
              <a:gd name="connsiteY2666" fmla="*/ 310084 h 3670596"/>
              <a:gd name="connsiteX2667" fmla="*/ 1444453 w 3886200"/>
              <a:gd name="connsiteY2667" fmla="*/ 307661 h 3670596"/>
              <a:gd name="connsiteX2668" fmla="*/ 1442016 w 3886200"/>
              <a:gd name="connsiteY2668" fmla="*/ 294812 h 3670596"/>
              <a:gd name="connsiteX2669" fmla="*/ 1440277 w 3886200"/>
              <a:gd name="connsiteY2669" fmla="*/ 285648 h 3670596"/>
              <a:gd name="connsiteX2670" fmla="*/ 1439074 w 3886200"/>
              <a:gd name="connsiteY2670" fmla="*/ 279302 h 3670596"/>
              <a:gd name="connsiteX2671" fmla="*/ 1438454 w 3886200"/>
              <a:gd name="connsiteY2671" fmla="*/ 276028 h 3670596"/>
              <a:gd name="connsiteX2672" fmla="*/ 1438235 w 3886200"/>
              <a:gd name="connsiteY2672" fmla="*/ 274877 h 3670596"/>
              <a:gd name="connsiteX2673" fmla="*/ 1437189 w 3886200"/>
              <a:gd name="connsiteY2673" fmla="*/ 269358 h 3670596"/>
              <a:gd name="connsiteX2674" fmla="*/ 1435987 w 3886200"/>
              <a:gd name="connsiteY2674" fmla="*/ 263016 h 3670596"/>
              <a:gd name="connsiteX2675" fmla="*/ 1435066 w 3886200"/>
              <a:gd name="connsiteY2675" fmla="*/ 258159 h 3670596"/>
              <a:gd name="connsiteX2676" fmla="*/ 1435289 w 3886200"/>
              <a:gd name="connsiteY2676" fmla="*/ 259338 h 3670596"/>
              <a:gd name="connsiteX2677" fmla="*/ 1435030 w 3886200"/>
              <a:gd name="connsiteY2677" fmla="*/ 257973 h 3670596"/>
              <a:gd name="connsiteX2678" fmla="*/ 1435039 w 3886200"/>
              <a:gd name="connsiteY2678" fmla="*/ 258016 h 3670596"/>
              <a:gd name="connsiteX2679" fmla="*/ 1434963 w 3886200"/>
              <a:gd name="connsiteY2679" fmla="*/ 257615 h 3670596"/>
              <a:gd name="connsiteX2680" fmla="*/ 1434873 w 3886200"/>
              <a:gd name="connsiteY2680" fmla="*/ 257141 h 3670596"/>
              <a:gd name="connsiteX2681" fmla="*/ 1434497 w 3886200"/>
              <a:gd name="connsiteY2681" fmla="*/ 255155 h 3670596"/>
              <a:gd name="connsiteX2682" fmla="*/ 1434101 w 3886200"/>
              <a:gd name="connsiteY2682" fmla="*/ 253065 h 3670596"/>
              <a:gd name="connsiteX2683" fmla="*/ 1434007 w 3886200"/>
              <a:gd name="connsiteY2683" fmla="*/ 252568 h 3670596"/>
              <a:gd name="connsiteX2684" fmla="*/ 1433717 w 3886200"/>
              <a:gd name="connsiteY2684" fmla="*/ 251031 h 3670596"/>
              <a:gd name="connsiteX2685" fmla="*/ 1431605 w 3886200"/>
              <a:gd name="connsiteY2685" fmla="*/ 239908 h 3670596"/>
              <a:gd name="connsiteX2686" fmla="*/ 1431013 w 3886200"/>
              <a:gd name="connsiteY2686" fmla="*/ 236776 h 3670596"/>
              <a:gd name="connsiteX2687" fmla="*/ 1430077 w 3886200"/>
              <a:gd name="connsiteY2687" fmla="*/ 231843 h 3670596"/>
              <a:gd name="connsiteX2688" fmla="*/ 1427924 w 3886200"/>
              <a:gd name="connsiteY2688" fmla="*/ 220488 h 3670596"/>
              <a:gd name="connsiteX2689" fmla="*/ 1427921 w 3886200"/>
              <a:gd name="connsiteY2689" fmla="*/ 220486 h 3670596"/>
              <a:gd name="connsiteX2690" fmla="*/ 1423676 w 3886200"/>
              <a:gd name="connsiteY2690" fmla="*/ 198089 h 3670596"/>
              <a:gd name="connsiteX2691" fmla="*/ 1409392 w 3886200"/>
              <a:gd name="connsiteY2691" fmla="*/ 122746 h 3670596"/>
              <a:gd name="connsiteX2692" fmla="*/ 1512288 w 3886200"/>
              <a:gd name="connsiteY2692" fmla="*/ 347022 h 3670596"/>
              <a:gd name="connsiteX2693" fmla="*/ 1552854 w 3886200"/>
              <a:gd name="connsiteY2693" fmla="*/ 376903 h 3670596"/>
              <a:gd name="connsiteX2694" fmla="*/ 1563205 w 3886200"/>
              <a:gd name="connsiteY2694" fmla="*/ 378830 h 3670596"/>
              <a:gd name="connsiteX2695" fmla="*/ 1581979 w 3886200"/>
              <a:gd name="connsiteY2695" fmla="*/ 396179 h 3670596"/>
              <a:gd name="connsiteX2696" fmla="*/ 1608237 w 3886200"/>
              <a:gd name="connsiteY2696" fmla="*/ 405328 h 3670596"/>
              <a:gd name="connsiteX2697" fmla="*/ 1632414 w 3886200"/>
              <a:gd name="connsiteY2697" fmla="*/ 404841 h 3670596"/>
              <a:gd name="connsiteX2698" fmla="*/ 1638806 w 3886200"/>
              <a:gd name="connsiteY2698" fmla="*/ 417299 h 3670596"/>
              <a:gd name="connsiteX2699" fmla="*/ 1662480 w 3886200"/>
              <a:gd name="connsiteY2699" fmla="*/ 502348 h 3670596"/>
              <a:gd name="connsiteX2700" fmla="*/ 1668657 w 3886200"/>
              <a:gd name="connsiteY2700" fmla="*/ 534928 h 3670596"/>
              <a:gd name="connsiteX2701" fmla="*/ 1676474 w 3886200"/>
              <a:gd name="connsiteY2701" fmla="*/ 576163 h 3670596"/>
              <a:gd name="connsiteX2702" fmla="*/ 1681012 w 3886200"/>
              <a:gd name="connsiteY2702" fmla="*/ 600090 h 3670596"/>
              <a:gd name="connsiteX2703" fmla="*/ 1687189 w 3886200"/>
              <a:gd name="connsiteY2703" fmla="*/ 632669 h 3670596"/>
              <a:gd name="connsiteX2704" fmla="*/ 1720172 w 3886200"/>
              <a:gd name="connsiteY2704" fmla="*/ 672306 h 3670596"/>
              <a:gd name="connsiteX2705" fmla="*/ 1720562 w 3886200"/>
              <a:gd name="connsiteY2705" fmla="*/ 672771 h 3670596"/>
              <a:gd name="connsiteX2706" fmla="*/ 1715491 w 3886200"/>
              <a:gd name="connsiteY2706" fmla="*/ 653962 h 3670596"/>
              <a:gd name="connsiteX2707" fmla="*/ 1714514 w 3886200"/>
              <a:gd name="connsiteY2707" fmla="*/ 650338 h 3670596"/>
              <a:gd name="connsiteX2708" fmla="*/ 1681012 w 3886200"/>
              <a:gd name="connsiteY2708" fmla="*/ 600090 h 3670596"/>
              <a:gd name="connsiteX2709" fmla="*/ 1708075 w 3886200"/>
              <a:gd name="connsiteY2709" fmla="*/ 637718 h 3670596"/>
              <a:gd name="connsiteX2710" fmla="*/ 1712391 w 3886200"/>
              <a:gd name="connsiteY2710" fmla="*/ 642458 h 3670596"/>
              <a:gd name="connsiteX2711" fmla="*/ 1707267 w 3886200"/>
              <a:gd name="connsiteY2711" fmla="*/ 623448 h 3670596"/>
              <a:gd name="connsiteX2712" fmla="*/ 1698640 w 3886200"/>
              <a:gd name="connsiteY2712" fmla="*/ 591436 h 3670596"/>
              <a:gd name="connsiteX2713" fmla="*/ 1742844 w 3886200"/>
              <a:gd name="connsiteY2713" fmla="*/ 607804 h 3670596"/>
              <a:gd name="connsiteX2714" fmla="*/ 1728307 w 3886200"/>
              <a:gd name="connsiteY2714" fmla="*/ 531142 h 3670596"/>
              <a:gd name="connsiteX2715" fmla="*/ 1750825 w 3886200"/>
              <a:gd name="connsiteY2715" fmla="*/ 610759 h 3670596"/>
              <a:gd name="connsiteX2716" fmla="*/ 1806008 w 3886200"/>
              <a:gd name="connsiteY2716" fmla="*/ 631191 h 3670596"/>
              <a:gd name="connsiteX2717" fmla="*/ 1858521 w 3886200"/>
              <a:gd name="connsiteY2717" fmla="*/ 650634 h 3670596"/>
              <a:gd name="connsiteX2718" fmla="*/ 1834612 w 3886200"/>
              <a:gd name="connsiteY2718" fmla="*/ 589307 h 3670596"/>
              <a:gd name="connsiteX2719" fmla="*/ 1786419 w 3886200"/>
              <a:gd name="connsiteY2719" fmla="*/ 503068 h 3670596"/>
              <a:gd name="connsiteX2720" fmla="*/ 1785407 w 3886200"/>
              <a:gd name="connsiteY2720" fmla="*/ 487139 h 3670596"/>
              <a:gd name="connsiteX2721" fmla="*/ 1842475 w 3886200"/>
              <a:gd name="connsiteY2721" fmla="*/ 536258 h 3670596"/>
              <a:gd name="connsiteX2722" fmla="*/ 1854472 w 3886200"/>
              <a:gd name="connsiteY2722" fmla="*/ 559732 h 3670596"/>
              <a:gd name="connsiteX2723" fmla="*/ 1856925 w 3886200"/>
              <a:gd name="connsiteY2723" fmla="*/ 572667 h 3670596"/>
              <a:gd name="connsiteX2724" fmla="*/ 1857503 w 3886200"/>
              <a:gd name="connsiteY2724" fmla="*/ 575718 h 3670596"/>
              <a:gd name="connsiteX2725" fmla="*/ 1858157 w 3886200"/>
              <a:gd name="connsiteY2725" fmla="*/ 579167 h 3670596"/>
              <a:gd name="connsiteX2726" fmla="*/ 1858425 w 3886200"/>
              <a:gd name="connsiteY2726" fmla="*/ 580583 h 3670596"/>
              <a:gd name="connsiteX2727" fmla="*/ 1858458 w 3886200"/>
              <a:gd name="connsiteY2727" fmla="*/ 580757 h 3670596"/>
              <a:gd name="connsiteX2728" fmla="*/ 1859969 w 3886200"/>
              <a:gd name="connsiteY2728" fmla="*/ 588728 h 3670596"/>
              <a:gd name="connsiteX2729" fmla="*/ 1858496 w 3886200"/>
              <a:gd name="connsiteY2729" fmla="*/ 580959 h 3670596"/>
              <a:gd name="connsiteX2730" fmla="*/ 1863445 w 3886200"/>
              <a:gd name="connsiteY2730" fmla="*/ 607054 h 3670596"/>
              <a:gd name="connsiteX2731" fmla="*/ 1866147 w 3886200"/>
              <a:gd name="connsiteY2731" fmla="*/ 621309 h 3670596"/>
              <a:gd name="connsiteX2732" fmla="*/ 1879965 w 3886200"/>
              <a:gd name="connsiteY2732" fmla="*/ 609612 h 3670596"/>
              <a:gd name="connsiteX2733" fmla="*/ 1854472 w 3886200"/>
              <a:gd name="connsiteY2733" fmla="*/ 559732 h 3670596"/>
              <a:gd name="connsiteX2734" fmla="*/ 1851475 w 3886200"/>
              <a:gd name="connsiteY2734" fmla="*/ 543929 h 3670596"/>
              <a:gd name="connsiteX2735" fmla="*/ 1847616 w 3886200"/>
              <a:gd name="connsiteY2735" fmla="*/ 523568 h 3670596"/>
              <a:gd name="connsiteX2736" fmla="*/ 1931980 w 3886200"/>
              <a:gd name="connsiteY2736" fmla="*/ 650101 h 3670596"/>
              <a:gd name="connsiteX2737" fmla="*/ 1941378 w 3886200"/>
              <a:gd name="connsiteY2737" fmla="*/ 699666 h 3670596"/>
              <a:gd name="connsiteX2738" fmla="*/ 1954902 w 3886200"/>
              <a:gd name="connsiteY2738" fmla="*/ 711917 h 3670596"/>
              <a:gd name="connsiteX2739" fmla="*/ 1939006 w 3886200"/>
              <a:gd name="connsiteY2739" fmla="*/ 645851 h 3670596"/>
              <a:gd name="connsiteX2740" fmla="*/ 1964484 w 3886200"/>
              <a:gd name="connsiteY2740" fmla="*/ 678337 h 3670596"/>
              <a:gd name="connsiteX2741" fmla="*/ 1999859 w 3886200"/>
              <a:gd name="connsiteY2741" fmla="*/ 723451 h 3670596"/>
              <a:gd name="connsiteX2742" fmla="*/ 2011474 w 3886200"/>
              <a:gd name="connsiteY2742" fmla="*/ 738263 h 3670596"/>
              <a:gd name="connsiteX2743" fmla="*/ 2016029 w 3886200"/>
              <a:gd name="connsiteY2743" fmla="*/ 744072 h 3670596"/>
              <a:gd name="connsiteX2744" fmla="*/ 2018844 w 3886200"/>
              <a:gd name="connsiteY2744" fmla="*/ 747661 h 3670596"/>
              <a:gd name="connsiteX2745" fmla="*/ 2032548 w 3886200"/>
              <a:gd name="connsiteY2745" fmla="*/ 765139 h 3670596"/>
              <a:gd name="connsiteX2746" fmla="*/ 2038068 w 3886200"/>
              <a:gd name="connsiteY2746" fmla="*/ 772176 h 3670596"/>
              <a:gd name="connsiteX2747" fmla="*/ 2039315 w 3886200"/>
              <a:gd name="connsiteY2747" fmla="*/ 773769 h 3670596"/>
              <a:gd name="connsiteX2748" fmla="*/ 2040908 w 3886200"/>
              <a:gd name="connsiteY2748" fmla="*/ 775798 h 3670596"/>
              <a:gd name="connsiteX2749" fmla="*/ 2038068 w 3886200"/>
              <a:gd name="connsiteY2749" fmla="*/ 772176 h 3670596"/>
              <a:gd name="connsiteX2750" fmla="*/ 2028171 w 3886200"/>
              <a:gd name="connsiteY2750" fmla="*/ 759554 h 3670596"/>
              <a:gd name="connsiteX2751" fmla="*/ 2018844 w 3886200"/>
              <a:gd name="connsiteY2751" fmla="*/ 747661 h 3670596"/>
              <a:gd name="connsiteX2752" fmla="*/ 2018051 w 3886200"/>
              <a:gd name="connsiteY2752" fmla="*/ 746650 h 3670596"/>
              <a:gd name="connsiteX2753" fmla="*/ 2011474 w 3886200"/>
              <a:gd name="connsiteY2753" fmla="*/ 738263 h 3670596"/>
              <a:gd name="connsiteX2754" fmla="*/ 1997919 w 3886200"/>
              <a:gd name="connsiteY2754" fmla="*/ 720975 h 3670596"/>
              <a:gd name="connsiteX2755" fmla="*/ 1964484 w 3886200"/>
              <a:gd name="connsiteY2755" fmla="*/ 678337 h 3670596"/>
              <a:gd name="connsiteX2756" fmla="*/ 2042089 w 3886200"/>
              <a:gd name="connsiteY2756" fmla="*/ 714275 h 3670596"/>
              <a:gd name="connsiteX2757" fmla="*/ 2179376 w 3886200"/>
              <a:gd name="connsiteY2757" fmla="*/ 700266 h 3670596"/>
              <a:gd name="connsiteX2758" fmla="*/ 2132128 w 3886200"/>
              <a:gd name="connsiteY2758" fmla="*/ 555972 h 3670596"/>
              <a:gd name="connsiteX2759" fmla="*/ 2288673 w 3886200"/>
              <a:gd name="connsiteY2759" fmla="*/ 671570 h 3670596"/>
              <a:gd name="connsiteX2760" fmla="*/ 2305955 w 3886200"/>
              <a:gd name="connsiteY2760" fmla="*/ 693610 h 3670596"/>
              <a:gd name="connsiteX2761" fmla="*/ 2310963 w 3886200"/>
              <a:gd name="connsiteY2761" fmla="*/ 699996 h 3670596"/>
              <a:gd name="connsiteX2762" fmla="*/ 2314147 w 3886200"/>
              <a:gd name="connsiteY2762" fmla="*/ 704056 h 3670596"/>
              <a:gd name="connsiteX2763" fmla="*/ 2305955 w 3886200"/>
              <a:gd name="connsiteY2763" fmla="*/ 693610 h 3670596"/>
              <a:gd name="connsiteX2764" fmla="*/ 2291857 w 3886200"/>
              <a:gd name="connsiteY2764" fmla="*/ 675630 h 3670596"/>
              <a:gd name="connsiteX2765" fmla="*/ 2288673 w 3886200"/>
              <a:gd name="connsiteY2765" fmla="*/ 671570 h 3670596"/>
              <a:gd name="connsiteX2766" fmla="*/ 2292372 w 3886200"/>
              <a:gd name="connsiteY2766" fmla="*/ 592248 h 3670596"/>
              <a:gd name="connsiteX2767" fmla="*/ 2561915 w 3886200"/>
              <a:gd name="connsiteY2767" fmla="*/ 599828 h 3670596"/>
              <a:gd name="connsiteX2768" fmla="*/ 2594785 w 3886200"/>
              <a:gd name="connsiteY2768" fmla="*/ 473671 h 3670596"/>
              <a:gd name="connsiteX2769" fmla="*/ 2729558 w 3886200"/>
              <a:gd name="connsiteY2769" fmla="*/ 477460 h 3670596"/>
              <a:gd name="connsiteX2770" fmla="*/ 2802285 w 3886200"/>
              <a:gd name="connsiteY2770" fmla="*/ 654243 h 3670596"/>
              <a:gd name="connsiteX2771" fmla="*/ 2882408 w 3886200"/>
              <a:gd name="connsiteY2771" fmla="*/ 672380 h 3670596"/>
              <a:gd name="connsiteX2772" fmla="*/ 2856933 w 3886200"/>
              <a:gd name="connsiteY2772" fmla="*/ 639894 h 3670596"/>
              <a:gd name="connsiteX2773" fmla="*/ 2880691 w 3886200"/>
              <a:gd name="connsiteY2773" fmla="*/ 600947 h 3670596"/>
              <a:gd name="connsiteX2774" fmla="*/ 2835157 w 3886200"/>
              <a:gd name="connsiteY2774" fmla="*/ 528089 h 3670596"/>
              <a:gd name="connsiteX2775" fmla="*/ 2853864 w 3886200"/>
              <a:gd name="connsiteY2775" fmla="*/ 551944 h 3670596"/>
              <a:gd name="connsiteX2776" fmla="*/ 2886105 w 3886200"/>
              <a:gd name="connsiteY2776" fmla="*/ 593060 h 3670596"/>
              <a:gd name="connsiteX2777" fmla="*/ 2912774 w 3886200"/>
              <a:gd name="connsiteY2777" fmla="*/ 627069 h 3670596"/>
              <a:gd name="connsiteX2778" fmla="*/ 2937056 w 3886200"/>
              <a:gd name="connsiteY2778" fmla="*/ 658033 h 3670596"/>
              <a:gd name="connsiteX2779" fmla="*/ 2941912 w 3886200"/>
              <a:gd name="connsiteY2779" fmla="*/ 664226 h 3670596"/>
              <a:gd name="connsiteX2780" fmla="*/ 2949329 w 3886200"/>
              <a:gd name="connsiteY2780" fmla="*/ 673684 h 3670596"/>
              <a:gd name="connsiteX2781" fmla="*/ 2956834 w 3886200"/>
              <a:gd name="connsiteY2781" fmla="*/ 683256 h 3670596"/>
              <a:gd name="connsiteX2782" fmla="*/ 2988005 w 3886200"/>
              <a:gd name="connsiteY2782" fmla="*/ 723007 h 3670596"/>
              <a:gd name="connsiteX2783" fmla="*/ 2975666 w 3886200"/>
              <a:gd name="connsiteY2783" fmla="*/ 707271 h 3670596"/>
              <a:gd name="connsiteX2784" fmla="*/ 2956834 w 3886200"/>
              <a:gd name="connsiteY2784" fmla="*/ 683256 h 3670596"/>
              <a:gd name="connsiteX2785" fmla="*/ 2952977 w 3886200"/>
              <a:gd name="connsiteY2785" fmla="*/ 678337 h 3670596"/>
              <a:gd name="connsiteX2786" fmla="*/ 2949329 w 3886200"/>
              <a:gd name="connsiteY2786" fmla="*/ 673684 h 3670596"/>
              <a:gd name="connsiteX2787" fmla="*/ 2946609 w 3886200"/>
              <a:gd name="connsiteY2787" fmla="*/ 670215 h 3670596"/>
              <a:gd name="connsiteX2788" fmla="*/ 2941912 w 3886200"/>
              <a:gd name="connsiteY2788" fmla="*/ 664226 h 3670596"/>
              <a:gd name="connsiteX2789" fmla="*/ 2941434 w 3886200"/>
              <a:gd name="connsiteY2789" fmla="*/ 663616 h 3670596"/>
              <a:gd name="connsiteX2790" fmla="*/ 2937056 w 3886200"/>
              <a:gd name="connsiteY2790" fmla="*/ 658033 h 3670596"/>
              <a:gd name="connsiteX2791" fmla="*/ 2924466 w 3886200"/>
              <a:gd name="connsiteY2791" fmla="*/ 593394 h 3670596"/>
              <a:gd name="connsiteX2792" fmla="*/ 2915279 w 3886200"/>
              <a:gd name="connsiteY2792" fmla="*/ 546224 h 3670596"/>
              <a:gd name="connsiteX2793" fmla="*/ 3042655 w 3886200"/>
              <a:gd name="connsiteY2793" fmla="*/ 708658 h 3670596"/>
              <a:gd name="connsiteX2794" fmla="*/ 3115380 w 3886200"/>
              <a:gd name="connsiteY2794" fmla="*/ 885440 h 3670596"/>
              <a:gd name="connsiteX2795" fmla="*/ 3119080 w 3886200"/>
              <a:gd name="connsiteY2795" fmla="*/ 806119 h 3670596"/>
              <a:gd name="connsiteX2796" fmla="*/ 3220979 w 3886200"/>
              <a:gd name="connsiteY2796" fmla="*/ 936065 h 3670596"/>
              <a:gd name="connsiteX2797" fmla="*/ 3445514 w 3886200"/>
              <a:gd name="connsiteY2797" fmla="*/ 1383254 h 3670596"/>
              <a:gd name="connsiteX2798" fmla="*/ 3493799 w 3886200"/>
              <a:gd name="connsiteY2798" fmla="*/ 1452050 h 3670596"/>
              <a:gd name="connsiteX2799" fmla="*/ 3479280 w 3886200"/>
              <a:gd name="connsiteY2799" fmla="*/ 1433533 h 3670596"/>
              <a:gd name="connsiteX2800" fmla="*/ 3481071 w 3886200"/>
              <a:gd name="connsiteY2800" fmla="*/ 1435818 h 3670596"/>
              <a:gd name="connsiteX2801" fmla="*/ 3493806 w 3886200"/>
              <a:gd name="connsiteY2801" fmla="*/ 1452060 h 3670596"/>
              <a:gd name="connsiteX2802" fmla="*/ 3493810 w 3886200"/>
              <a:gd name="connsiteY2802" fmla="*/ 1452066 h 3670596"/>
              <a:gd name="connsiteX2803" fmla="*/ 3517255 w 3886200"/>
              <a:gd name="connsiteY2803" fmla="*/ 1489719 h 3670596"/>
              <a:gd name="connsiteX2804" fmla="*/ 3551589 w 3886200"/>
              <a:gd name="connsiteY2804" fmla="*/ 1596653 h 3670596"/>
              <a:gd name="connsiteX2805" fmla="*/ 3566533 w 3886200"/>
              <a:gd name="connsiteY2805" fmla="*/ 1628844 h 3670596"/>
              <a:gd name="connsiteX2806" fmla="*/ 3559766 w 3886200"/>
              <a:gd name="connsiteY2806" fmla="*/ 1620213 h 3670596"/>
              <a:gd name="connsiteX2807" fmla="*/ 3550764 w 3886200"/>
              <a:gd name="connsiteY2807" fmla="*/ 1608734 h 3670596"/>
              <a:gd name="connsiteX2808" fmla="*/ 3544243 w 3886200"/>
              <a:gd name="connsiteY2808" fmla="*/ 1600417 h 3670596"/>
              <a:gd name="connsiteX2809" fmla="*/ 3541059 w 3886200"/>
              <a:gd name="connsiteY2809" fmla="*/ 1596358 h 3670596"/>
              <a:gd name="connsiteX2810" fmla="*/ 3515583 w 3886200"/>
              <a:gd name="connsiteY2810" fmla="*/ 1563869 h 3670596"/>
              <a:gd name="connsiteX2811" fmla="*/ 3550764 w 3886200"/>
              <a:gd name="connsiteY2811" fmla="*/ 1608734 h 3670596"/>
              <a:gd name="connsiteX2812" fmla="*/ 3558341 w 3886200"/>
              <a:gd name="connsiteY2812" fmla="*/ 1618398 h 3670596"/>
              <a:gd name="connsiteX2813" fmla="*/ 3566533 w 3886200"/>
              <a:gd name="connsiteY2813" fmla="*/ 1628844 h 3670596"/>
              <a:gd name="connsiteX2814" fmla="*/ 3582454 w 3886200"/>
              <a:gd name="connsiteY2814" fmla="*/ 1649148 h 3670596"/>
              <a:gd name="connsiteX2815" fmla="*/ 3592008 w 3886200"/>
              <a:gd name="connsiteY2815" fmla="*/ 1661330 h 3670596"/>
              <a:gd name="connsiteX2816" fmla="*/ 3715684 w 3886200"/>
              <a:gd name="connsiteY2816" fmla="*/ 1903085 h 3670596"/>
              <a:gd name="connsiteX2817" fmla="*/ 3661035 w 3886200"/>
              <a:gd name="connsiteY2817" fmla="*/ 1917433 h 3670596"/>
              <a:gd name="connsiteX2818" fmla="*/ 3727907 w 3886200"/>
              <a:gd name="connsiteY2818" fmla="*/ 2002711 h 3670596"/>
              <a:gd name="connsiteX2819" fmla="*/ 3737460 w 3886200"/>
              <a:gd name="connsiteY2819" fmla="*/ 2014894 h 3670596"/>
              <a:gd name="connsiteX2820" fmla="*/ 3750052 w 3886200"/>
              <a:gd name="connsiteY2820" fmla="*/ 2079532 h 3670596"/>
              <a:gd name="connsiteX2821" fmla="*/ 3759239 w 3886200"/>
              <a:gd name="connsiteY2821" fmla="*/ 2126702 h 3670596"/>
              <a:gd name="connsiteX2822" fmla="*/ 3835664 w 3886200"/>
              <a:gd name="connsiteY2822" fmla="*/ 2224162 h 3670596"/>
              <a:gd name="connsiteX2823" fmla="*/ 3882912 w 3886200"/>
              <a:gd name="connsiteY2823" fmla="*/ 2368457 h 3670596"/>
              <a:gd name="connsiteX2824" fmla="*/ 3866991 w 3886200"/>
              <a:gd name="connsiteY2824" fmla="*/ 2348154 h 3670596"/>
              <a:gd name="connsiteX2825" fmla="*/ 3857487 w 3886200"/>
              <a:gd name="connsiteY2825" fmla="*/ 2336034 h 3670596"/>
              <a:gd name="connsiteX2826" fmla="*/ 3848591 w 3886200"/>
              <a:gd name="connsiteY2826" fmla="*/ 2314344 h 3670596"/>
              <a:gd name="connsiteX2827" fmla="*/ 3806487 w 3886200"/>
              <a:gd name="connsiteY2827" fmla="*/ 2270997 h 3670596"/>
              <a:gd name="connsiteX2828" fmla="*/ 3846293 w 3886200"/>
              <a:gd name="connsiteY2828" fmla="*/ 2321758 h 3670596"/>
              <a:gd name="connsiteX2829" fmla="*/ 3848661 w 3886200"/>
              <a:gd name="connsiteY2829" fmla="*/ 2324777 h 3670596"/>
              <a:gd name="connsiteX2830" fmla="*/ 3857487 w 3886200"/>
              <a:gd name="connsiteY2830" fmla="*/ 2336034 h 3670596"/>
              <a:gd name="connsiteX2831" fmla="*/ 3866530 w 3886200"/>
              <a:gd name="connsiteY2831" fmla="*/ 2358068 h 3670596"/>
              <a:gd name="connsiteX2832" fmla="*/ 3864051 w 3886200"/>
              <a:gd name="connsiteY2832" fmla="*/ 2421384 h 3670596"/>
              <a:gd name="connsiteX2833" fmla="*/ 3849877 w 3886200"/>
              <a:gd name="connsiteY2833" fmla="*/ 2406102 h 3670596"/>
              <a:gd name="connsiteX2834" fmla="*/ 3809705 w 3886200"/>
              <a:gd name="connsiteY2834" fmla="*/ 2310553 h 3670596"/>
              <a:gd name="connsiteX2835" fmla="*/ 3755076 w 3886200"/>
              <a:gd name="connsiteY2835" fmla="*/ 2215939 h 3670596"/>
              <a:gd name="connsiteX2836" fmla="*/ 3719643 w 3886200"/>
              <a:gd name="connsiteY2836" fmla="*/ 2164864 h 3670596"/>
              <a:gd name="connsiteX2837" fmla="*/ 3730062 w 3886200"/>
              <a:gd name="connsiteY2837" fmla="*/ 2173537 h 3670596"/>
              <a:gd name="connsiteX2838" fmla="*/ 3653637 w 3886200"/>
              <a:gd name="connsiteY2838" fmla="*/ 2076077 h 3670596"/>
              <a:gd name="connsiteX2839" fmla="*/ 3675133 w 3886200"/>
              <a:gd name="connsiteY2839" fmla="*/ 2103487 h 3670596"/>
              <a:gd name="connsiteX2840" fmla="*/ 3693330 w 3886200"/>
              <a:gd name="connsiteY2840" fmla="*/ 2126691 h 3670596"/>
              <a:gd name="connsiteX2841" fmla="*/ 3698220 w 3886200"/>
              <a:gd name="connsiteY2841" fmla="*/ 2132929 h 3670596"/>
              <a:gd name="connsiteX2842" fmla="*/ 3704589 w 3886200"/>
              <a:gd name="connsiteY2842" fmla="*/ 2141050 h 3670596"/>
              <a:gd name="connsiteX2843" fmla="*/ 3693330 w 3886200"/>
              <a:gd name="connsiteY2843" fmla="*/ 2126691 h 3670596"/>
              <a:gd name="connsiteX2844" fmla="*/ 3683096 w 3886200"/>
              <a:gd name="connsiteY2844" fmla="*/ 2113640 h 3670596"/>
              <a:gd name="connsiteX2845" fmla="*/ 3653637 w 3886200"/>
              <a:gd name="connsiteY2845" fmla="*/ 2076077 h 3670596"/>
              <a:gd name="connsiteX2846" fmla="*/ 3699755 w 3886200"/>
              <a:gd name="connsiteY2846" fmla="*/ 2136199 h 3670596"/>
              <a:gd name="connsiteX2847" fmla="*/ 3719643 w 3886200"/>
              <a:gd name="connsiteY2847" fmla="*/ 2164864 h 3670596"/>
              <a:gd name="connsiteX2848" fmla="*/ 3700428 w 3886200"/>
              <a:gd name="connsiteY2848" fmla="*/ 2148877 h 3670596"/>
              <a:gd name="connsiteX2849" fmla="*/ 3700889 w 3886200"/>
              <a:gd name="connsiteY2849" fmla="*/ 2220372 h 3670596"/>
              <a:gd name="connsiteX2850" fmla="*/ 3626432 w 3886200"/>
              <a:gd name="connsiteY2850" fmla="*/ 2097682 h 3670596"/>
              <a:gd name="connsiteX2851" fmla="*/ 3604215 w 3886200"/>
              <a:gd name="connsiteY2851" fmla="*/ 2061071 h 3670596"/>
              <a:gd name="connsiteX2852" fmla="*/ 3577213 w 3886200"/>
              <a:gd name="connsiteY2852" fmla="*/ 1978617 h 3670596"/>
              <a:gd name="connsiteX2853" fmla="*/ 3475314 w 3886200"/>
              <a:gd name="connsiteY2853" fmla="*/ 1848670 h 3670596"/>
              <a:gd name="connsiteX2854" fmla="*/ 3570479 w 3886200"/>
              <a:gd name="connsiteY2854" fmla="*/ 2005482 h 3670596"/>
              <a:gd name="connsiteX2855" fmla="*/ 3604215 w 3886200"/>
              <a:gd name="connsiteY2855" fmla="*/ 2061071 h 3670596"/>
              <a:gd name="connsiteX2856" fmla="*/ 3604531 w 3886200"/>
              <a:gd name="connsiteY2856" fmla="*/ 2062037 h 3670596"/>
              <a:gd name="connsiteX2857" fmla="*/ 3624464 w 3886200"/>
              <a:gd name="connsiteY2857" fmla="*/ 2122911 h 3670596"/>
              <a:gd name="connsiteX2858" fmla="*/ 3639001 w 3886200"/>
              <a:gd name="connsiteY2858" fmla="*/ 2172962 h 3670596"/>
              <a:gd name="connsiteX2859" fmla="*/ 3608217 w 3886200"/>
              <a:gd name="connsiteY2859" fmla="*/ 2118593 h 3670596"/>
              <a:gd name="connsiteX2860" fmla="*/ 3598989 w 3886200"/>
              <a:gd name="connsiteY2860" fmla="*/ 2090425 h 3670596"/>
              <a:gd name="connsiteX2861" fmla="*/ 3598868 w 3886200"/>
              <a:gd name="connsiteY2861" fmla="*/ 2102087 h 3670596"/>
              <a:gd name="connsiteX2862" fmla="*/ 3608217 w 3886200"/>
              <a:gd name="connsiteY2862" fmla="*/ 2118593 h 3670596"/>
              <a:gd name="connsiteX2863" fmla="*/ 3626308 w 3886200"/>
              <a:gd name="connsiteY2863" fmla="*/ 2173845 h 3670596"/>
              <a:gd name="connsiteX2864" fmla="*/ 3646243 w 3886200"/>
              <a:gd name="connsiteY2864" fmla="*/ 2234719 h 3670596"/>
              <a:gd name="connsiteX2865" fmla="*/ 3700889 w 3886200"/>
              <a:gd name="connsiteY2865" fmla="*/ 2220372 h 3670596"/>
              <a:gd name="connsiteX2866" fmla="*/ 3773619 w 3886200"/>
              <a:gd name="connsiteY2866" fmla="*/ 2397154 h 3670596"/>
              <a:gd name="connsiteX2867" fmla="*/ 3671719 w 3886200"/>
              <a:gd name="connsiteY2867" fmla="*/ 2267208 h 3670596"/>
              <a:gd name="connsiteX2868" fmla="*/ 3655657 w 3886200"/>
              <a:gd name="connsiteY2868" fmla="*/ 2303024 h 3670596"/>
              <a:gd name="connsiteX2869" fmla="*/ 3668020 w 3886200"/>
              <a:gd name="connsiteY2869" fmla="*/ 2346528 h 3670596"/>
              <a:gd name="connsiteX2870" fmla="*/ 3640701 w 3886200"/>
              <a:gd name="connsiteY2870" fmla="*/ 2263107 h 3670596"/>
              <a:gd name="connsiteX2871" fmla="*/ 3620769 w 3886200"/>
              <a:gd name="connsiteY2871" fmla="*/ 2202233 h 3670596"/>
              <a:gd name="connsiteX2872" fmla="*/ 3642544 w 3886200"/>
              <a:gd name="connsiteY2872" fmla="*/ 2314042 h 3670596"/>
              <a:gd name="connsiteX2873" fmla="*/ 3668020 w 3886200"/>
              <a:gd name="connsiteY2873" fmla="*/ 2346528 h 3670596"/>
              <a:gd name="connsiteX2874" fmla="*/ 3686728 w 3886200"/>
              <a:gd name="connsiteY2874" fmla="*/ 2370385 h 3670596"/>
              <a:gd name="connsiteX2875" fmla="*/ 3718969 w 3886200"/>
              <a:gd name="connsiteY2875" fmla="*/ 2411501 h 3670596"/>
              <a:gd name="connsiteX2876" fmla="*/ 3744445 w 3886200"/>
              <a:gd name="connsiteY2876" fmla="*/ 2443988 h 3670596"/>
              <a:gd name="connsiteX2877" fmla="*/ 3804487 w 3886200"/>
              <a:gd name="connsiteY2877" fmla="*/ 2531059 h 3670596"/>
              <a:gd name="connsiteX2878" fmla="*/ 3810773 w 3886200"/>
              <a:gd name="connsiteY2878" fmla="*/ 2544691 h 3670596"/>
              <a:gd name="connsiteX2879" fmla="*/ 3789615 w 3886200"/>
              <a:gd name="connsiteY2879" fmla="*/ 2551491 h 3670596"/>
              <a:gd name="connsiteX2880" fmla="*/ 3775772 w 3886200"/>
              <a:gd name="connsiteY2880" fmla="*/ 2567980 h 3670596"/>
              <a:gd name="connsiteX2881" fmla="*/ 3776081 w 3886200"/>
              <a:gd name="connsiteY2881" fmla="*/ 2589927 h 3670596"/>
              <a:gd name="connsiteX2882" fmla="*/ 3769038 w 3886200"/>
              <a:gd name="connsiteY2882" fmla="*/ 2594844 h 3670596"/>
              <a:gd name="connsiteX2883" fmla="*/ 3762524 w 3886200"/>
              <a:gd name="connsiteY2883" fmla="*/ 2635119 h 3670596"/>
              <a:gd name="connsiteX2884" fmla="*/ 3886200 w 3886200"/>
              <a:gd name="connsiteY2884" fmla="*/ 2876874 h 3670596"/>
              <a:gd name="connsiteX2885" fmla="*/ 3827289 w 3886200"/>
              <a:gd name="connsiteY2885" fmla="*/ 2801748 h 3670596"/>
              <a:gd name="connsiteX2886" fmla="*/ 3809775 w 3886200"/>
              <a:gd name="connsiteY2886" fmla="*/ 2779414 h 3670596"/>
              <a:gd name="connsiteX2887" fmla="*/ 3784299 w 3886200"/>
              <a:gd name="connsiteY2887" fmla="*/ 2746925 h 3670596"/>
              <a:gd name="connsiteX2888" fmla="*/ 3781565 w 3886200"/>
              <a:gd name="connsiteY2888" fmla="*/ 2743438 h 3670596"/>
              <a:gd name="connsiteX2889" fmla="*/ 3775857 w 3886200"/>
              <a:gd name="connsiteY2889" fmla="*/ 2736161 h 3670596"/>
              <a:gd name="connsiteX2890" fmla="*/ 3774491 w 3886200"/>
              <a:gd name="connsiteY2890" fmla="*/ 2734419 h 3670596"/>
              <a:gd name="connsiteX2891" fmla="*/ 3773980 w 3886200"/>
              <a:gd name="connsiteY2891" fmla="*/ 2733768 h 3670596"/>
              <a:gd name="connsiteX2892" fmla="*/ 3773552 w 3886200"/>
              <a:gd name="connsiteY2892" fmla="*/ 2733221 h 3670596"/>
              <a:gd name="connsiteX2893" fmla="*/ 3769401 w 3886200"/>
              <a:gd name="connsiteY2893" fmla="*/ 2727928 h 3670596"/>
              <a:gd name="connsiteX2894" fmla="*/ 3768164 w 3886200"/>
              <a:gd name="connsiteY2894" fmla="*/ 2726350 h 3670596"/>
              <a:gd name="connsiteX2895" fmla="*/ 3765193 w 3886200"/>
              <a:gd name="connsiteY2895" fmla="*/ 2722562 h 3670596"/>
              <a:gd name="connsiteX2896" fmla="*/ 3758825 w 3886200"/>
              <a:gd name="connsiteY2896" fmla="*/ 2714440 h 3670596"/>
              <a:gd name="connsiteX2897" fmla="*/ 3748700 w 3886200"/>
              <a:gd name="connsiteY2897" fmla="*/ 2701527 h 3670596"/>
              <a:gd name="connsiteX2898" fmla="*/ 3739719 w 3886200"/>
              <a:gd name="connsiteY2898" fmla="*/ 2690075 h 3670596"/>
              <a:gd name="connsiteX2899" fmla="*/ 3737329 w 3886200"/>
              <a:gd name="connsiteY2899" fmla="*/ 2687029 h 3670596"/>
              <a:gd name="connsiteX2900" fmla="*/ 3748700 w 3886200"/>
              <a:gd name="connsiteY2900" fmla="*/ 2701527 h 3670596"/>
              <a:gd name="connsiteX2901" fmla="*/ 3751659 w 3886200"/>
              <a:gd name="connsiteY2901" fmla="*/ 2705304 h 3670596"/>
              <a:gd name="connsiteX2902" fmla="*/ 3758825 w 3886200"/>
              <a:gd name="connsiteY2902" fmla="*/ 2714440 h 3670596"/>
              <a:gd name="connsiteX2903" fmla="*/ 3746120 w 3886200"/>
              <a:gd name="connsiteY2903" fmla="*/ 2733692 h 3670596"/>
              <a:gd name="connsiteX2904" fmla="*/ 3726701 w 3886200"/>
              <a:gd name="connsiteY2904" fmla="*/ 2705200 h 3670596"/>
              <a:gd name="connsiteX2905" fmla="*/ 3734177 w 3886200"/>
              <a:gd name="connsiteY2905" fmla="*/ 2707140 h 3670596"/>
              <a:gd name="connsiteX2906" fmla="*/ 3733350 w 3886200"/>
              <a:gd name="connsiteY2906" fmla="*/ 2681954 h 3670596"/>
              <a:gd name="connsiteX2907" fmla="*/ 3725592 w 3886200"/>
              <a:gd name="connsiteY2907" fmla="*/ 2703578 h 3670596"/>
              <a:gd name="connsiteX2908" fmla="*/ 3726701 w 3886200"/>
              <a:gd name="connsiteY2908" fmla="*/ 2705200 h 3670596"/>
              <a:gd name="connsiteX2909" fmla="*/ 3723031 w 3886200"/>
              <a:gd name="connsiteY2909" fmla="*/ 2704250 h 3670596"/>
              <a:gd name="connsiteX2910" fmla="*/ 3681010 w 3886200"/>
              <a:gd name="connsiteY2910" fmla="*/ 2646726 h 3670596"/>
              <a:gd name="connsiteX2911" fmla="*/ 3652264 w 3886200"/>
              <a:gd name="connsiteY2911" fmla="*/ 2596364 h 3670596"/>
              <a:gd name="connsiteX2912" fmla="*/ 3631449 w 3886200"/>
              <a:gd name="connsiteY2912" fmla="*/ 2552007 h 3670596"/>
              <a:gd name="connsiteX2913" fmla="*/ 3639685 w 3886200"/>
              <a:gd name="connsiteY2913" fmla="*/ 2574330 h 3670596"/>
              <a:gd name="connsiteX2914" fmla="*/ 3652264 w 3886200"/>
              <a:gd name="connsiteY2914" fmla="*/ 2596364 h 3670596"/>
              <a:gd name="connsiteX2915" fmla="*/ 3663863 w 3886200"/>
              <a:gd name="connsiteY2915" fmla="*/ 2621082 h 3670596"/>
              <a:gd name="connsiteX2916" fmla="*/ 3728116 w 3886200"/>
              <a:gd name="connsiteY2916" fmla="*/ 2758005 h 3670596"/>
              <a:gd name="connsiteX2917" fmla="*/ 3729651 w 3886200"/>
              <a:gd name="connsiteY2917" fmla="*/ 2761274 h 3670596"/>
              <a:gd name="connsiteX2918" fmla="*/ 3720098 w 3886200"/>
              <a:gd name="connsiteY2918" fmla="*/ 2749093 h 3670596"/>
              <a:gd name="connsiteX2919" fmla="*/ 3653226 w 3886200"/>
              <a:gd name="connsiteY2919" fmla="*/ 2663814 h 3670596"/>
              <a:gd name="connsiteX2920" fmla="*/ 3878803 w 3886200"/>
              <a:gd name="connsiteY2920" fmla="*/ 3035516 h 3670596"/>
              <a:gd name="connsiteX2921" fmla="*/ 3811931 w 3886200"/>
              <a:gd name="connsiteY2921" fmla="*/ 2950240 h 3670596"/>
              <a:gd name="connsiteX2922" fmla="*/ 3802374 w 3886200"/>
              <a:gd name="connsiteY2922" fmla="*/ 2938055 h 3670596"/>
              <a:gd name="connsiteX2923" fmla="*/ 3728123 w 3886200"/>
              <a:gd name="connsiteY2923" fmla="*/ 2830234 h 3670596"/>
              <a:gd name="connsiteX2924" fmla="*/ 3602274 w 3886200"/>
              <a:gd name="connsiteY2924" fmla="*/ 2598842 h 3670596"/>
              <a:gd name="connsiteX2925" fmla="*/ 3551326 w 3886200"/>
              <a:gd name="connsiteY2925" fmla="*/ 2533867 h 3670596"/>
              <a:gd name="connsiteX2926" fmla="*/ 3525849 w 3886200"/>
              <a:gd name="connsiteY2926" fmla="*/ 2501382 h 3670596"/>
              <a:gd name="connsiteX2927" fmla="*/ 3518686 w 3886200"/>
              <a:gd name="connsiteY2927" fmla="*/ 2492246 h 3670596"/>
              <a:gd name="connsiteX2928" fmla="*/ 3502927 w 3886200"/>
              <a:gd name="connsiteY2928" fmla="*/ 2472147 h 3670596"/>
              <a:gd name="connsiteX2929" fmla="*/ 3501173 w 3886200"/>
              <a:gd name="connsiteY2929" fmla="*/ 2469910 h 3670596"/>
              <a:gd name="connsiteX2930" fmla="*/ 3500376 w 3886200"/>
              <a:gd name="connsiteY2930" fmla="*/ 2468896 h 3670596"/>
              <a:gd name="connsiteX2931" fmla="*/ 3502927 w 3886200"/>
              <a:gd name="connsiteY2931" fmla="*/ 2472147 h 3670596"/>
              <a:gd name="connsiteX2932" fmla="*/ 3525849 w 3886200"/>
              <a:gd name="connsiteY2932" fmla="*/ 2501382 h 3670596"/>
              <a:gd name="connsiteX2933" fmla="*/ 3523713 w 3886200"/>
              <a:gd name="connsiteY2933" fmla="*/ 2547240 h 3670596"/>
              <a:gd name="connsiteX2934" fmla="*/ 3522616 w 3886200"/>
              <a:gd name="connsiteY2934" fmla="*/ 2570789 h 3670596"/>
              <a:gd name="connsiteX2935" fmla="*/ 3522153 w 3886200"/>
              <a:gd name="connsiteY2935" fmla="*/ 2580703 h 3670596"/>
              <a:gd name="connsiteX2936" fmla="*/ 3514570 w 3886200"/>
              <a:gd name="connsiteY2936" fmla="*/ 2571032 h 3670596"/>
              <a:gd name="connsiteX2937" fmla="*/ 3512602 w 3886200"/>
              <a:gd name="connsiteY2937" fmla="*/ 2568521 h 3670596"/>
              <a:gd name="connsiteX2938" fmla="*/ 3511543 w 3886200"/>
              <a:gd name="connsiteY2938" fmla="*/ 2567171 h 3670596"/>
              <a:gd name="connsiteX2939" fmla="*/ 3502358 w 3886200"/>
              <a:gd name="connsiteY2939" fmla="*/ 2555461 h 3670596"/>
              <a:gd name="connsiteX2940" fmla="*/ 3496675 w 3886200"/>
              <a:gd name="connsiteY2940" fmla="*/ 2548216 h 3670596"/>
              <a:gd name="connsiteX2941" fmla="*/ 3499860 w 3886200"/>
              <a:gd name="connsiteY2941" fmla="*/ 2552277 h 3670596"/>
              <a:gd name="connsiteX2942" fmla="*/ 3502358 w 3886200"/>
              <a:gd name="connsiteY2942" fmla="*/ 2555461 h 3670596"/>
              <a:gd name="connsiteX2943" fmla="*/ 3511493 w 3886200"/>
              <a:gd name="connsiteY2943" fmla="*/ 2567111 h 3670596"/>
              <a:gd name="connsiteX2944" fmla="*/ 3511405 w 3886200"/>
              <a:gd name="connsiteY2944" fmla="*/ 2566999 h 3670596"/>
              <a:gd name="connsiteX2945" fmla="*/ 3522153 w 3886200"/>
              <a:gd name="connsiteY2945" fmla="*/ 2580704 h 3670596"/>
              <a:gd name="connsiteX2946" fmla="*/ 3525508 w 3886200"/>
              <a:gd name="connsiteY2946" fmla="*/ 2584984 h 3670596"/>
              <a:gd name="connsiteX2947" fmla="*/ 3534182 w 3886200"/>
              <a:gd name="connsiteY2947" fmla="*/ 2596046 h 3670596"/>
              <a:gd name="connsiteX2948" fmla="*/ 3534634 w 3886200"/>
              <a:gd name="connsiteY2948" fmla="*/ 2596623 h 3670596"/>
              <a:gd name="connsiteX2949" fmla="*/ 3551133 w 3886200"/>
              <a:gd name="connsiteY2949" fmla="*/ 2617660 h 3670596"/>
              <a:gd name="connsiteX2950" fmla="*/ 3551607 w 3886200"/>
              <a:gd name="connsiteY2950" fmla="*/ 2618266 h 3670596"/>
              <a:gd name="connsiteX2951" fmla="*/ 3555323 w 3886200"/>
              <a:gd name="connsiteY2951" fmla="*/ 2623006 h 3670596"/>
              <a:gd name="connsiteX2952" fmla="*/ 3563548 w 3886200"/>
              <a:gd name="connsiteY2952" fmla="*/ 2633494 h 3670596"/>
              <a:gd name="connsiteX2953" fmla="*/ 3569277 w 3886200"/>
              <a:gd name="connsiteY2953" fmla="*/ 2640797 h 3670596"/>
              <a:gd name="connsiteX2954" fmla="*/ 3571909 w 3886200"/>
              <a:gd name="connsiteY2954" fmla="*/ 2644155 h 3670596"/>
              <a:gd name="connsiteX2955" fmla="*/ 3573103 w 3886200"/>
              <a:gd name="connsiteY2955" fmla="*/ 2645676 h 3670596"/>
              <a:gd name="connsiteX2956" fmla="*/ 3467506 w 3886200"/>
              <a:gd name="connsiteY2956" fmla="*/ 2595051 h 3670596"/>
              <a:gd name="connsiteX2957" fmla="*/ 3457432 w 3886200"/>
              <a:gd name="connsiteY2957" fmla="*/ 2594024 h 3670596"/>
              <a:gd name="connsiteX2958" fmla="*/ 3482666 w 3886200"/>
              <a:gd name="connsiteY2958" fmla="*/ 2644092 h 3670596"/>
              <a:gd name="connsiteX2959" fmla="*/ 3476115 w 3886200"/>
              <a:gd name="connsiteY2959" fmla="*/ 2654615 h 3670596"/>
              <a:gd name="connsiteX2960" fmla="*/ 3465344 w 3886200"/>
              <a:gd name="connsiteY2960" fmla="*/ 2671903 h 3670596"/>
              <a:gd name="connsiteX2961" fmla="*/ 3463807 w 3886200"/>
              <a:gd name="connsiteY2961" fmla="*/ 2674373 h 3670596"/>
              <a:gd name="connsiteX2962" fmla="*/ 3457438 w 3886200"/>
              <a:gd name="connsiteY2962" fmla="*/ 2666252 h 3670596"/>
              <a:gd name="connsiteX2963" fmla="*/ 3461018 w 3886200"/>
              <a:gd name="connsiteY2963" fmla="*/ 2670820 h 3670596"/>
              <a:gd name="connsiteX2964" fmla="*/ 3463807 w 3886200"/>
              <a:gd name="connsiteY2964" fmla="*/ 2674376 h 3670596"/>
              <a:gd name="connsiteX2965" fmla="*/ 3463828 w 3886200"/>
              <a:gd name="connsiteY2965" fmla="*/ 2674400 h 3670596"/>
              <a:gd name="connsiteX2966" fmla="*/ 3463833 w 3886200"/>
              <a:gd name="connsiteY2966" fmla="*/ 2674407 h 3670596"/>
              <a:gd name="connsiteX2967" fmla="*/ 3463840 w 3886200"/>
              <a:gd name="connsiteY2967" fmla="*/ 2674415 h 3670596"/>
              <a:gd name="connsiteX2968" fmla="*/ 3463844 w 3886200"/>
              <a:gd name="connsiteY2968" fmla="*/ 2674421 h 3670596"/>
              <a:gd name="connsiteX2969" fmla="*/ 3490174 w 3886200"/>
              <a:gd name="connsiteY2969" fmla="*/ 2708763 h 3670596"/>
              <a:gd name="connsiteX2970" fmla="*/ 3490815 w 3886200"/>
              <a:gd name="connsiteY2970" fmla="*/ 2710129 h 3670596"/>
              <a:gd name="connsiteX2971" fmla="*/ 3496381 w 3886200"/>
              <a:gd name="connsiteY2971" fmla="*/ 2721990 h 3670596"/>
              <a:gd name="connsiteX2972" fmla="*/ 3489101 w 3886200"/>
              <a:gd name="connsiteY2972" fmla="*/ 2719762 h 3670596"/>
              <a:gd name="connsiteX2973" fmla="*/ 3511058 w 3886200"/>
              <a:gd name="connsiteY2973" fmla="*/ 2818669 h 3670596"/>
              <a:gd name="connsiteX2974" fmla="*/ 3509467 w 3886200"/>
              <a:gd name="connsiteY2974" fmla="*/ 2816638 h 3670596"/>
              <a:gd name="connsiteX2975" fmla="*/ 3507138 w 3886200"/>
              <a:gd name="connsiteY2975" fmla="*/ 2813667 h 3670596"/>
              <a:gd name="connsiteX2976" fmla="*/ 3500936 w 3886200"/>
              <a:gd name="connsiteY2976" fmla="*/ 2805759 h 3670596"/>
              <a:gd name="connsiteX2977" fmla="*/ 3496794 w 3886200"/>
              <a:gd name="connsiteY2977" fmla="*/ 2800479 h 3670596"/>
              <a:gd name="connsiteX2978" fmla="*/ 3494249 w 3886200"/>
              <a:gd name="connsiteY2978" fmla="*/ 2797233 h 3670596"/>
              <a:gd name="connsiteX2979" fmla="*/ 3491913 w 3886200"/>
              <a:gd name="connsiteY2979" fmla="*/ 2794255 h 3670596"/>
              <a:gd name="connsiteX2980" fmla="*/ 3485581 w 3886200"/>
              <a:gd name="connsiteY2980" fmla="*/ 2786176 h 3670596"/>
              <a:gd name="connsiteX2981" fmla="*/ 3427193 w 3886200"/>
              <a:gd name="connsiteY2981" fmla="*/ 2699902 h 3670596"/>
              <a:gd name="connsiteX2982" fmla="*/ 3383681 w 3886200"/>
              <a:gd name="connsiteY2982" fmla="*/ 2656235 h 3670596"/>
              <a:gd name="connsiteX2983" fmla="*/ 3399662 w 3886200"/>
              <a:gd name="connsiteY2983" fmla="*/ 2676612 h 3670596"/>
              <a:gd name="connsiteX2984" fmla="*/ 3398807 w 3886200"/>
              <a:gd name="connsiteY2984" fmla="*/ 2675525 h 3670596"/>
              <a:gd name="connsiteX2985" fmla="*/ 3401622 w 3886200"/>
              <a:gd name="connsiteY2985" fmla="*/ 2679115 h 3670596"/>
              <a:gd name="connsiteX2986" fmla="*/ 3402076 w 3886200"/>
              <a:gd name="connsiteY2986" fmla="*/ 2679694 h 3670596"/>
              <a:gd name="connsiteX2987" fmla="*/ 3401991 w 3886200"/>
              <a:gd name="connsiteY2987" fmla="*/ 2679586 h 3670596"/>
              <a:gd name="connsiteX2988" fmla="*/ 3402629 w 3886200"/>
              <a:gd name="connsiteY2988" fmla="*/ 2680399 h 3670596"/>
              <a:gd name="connsiteX2989" fmla="*/ 3402787 w 3886200"/>
              <a:gd name="connsiteY2989" fmla="*/ 2680601 h 3670596"/>
              <a:gd name="connsiteX2990" fmla="*/ 3403321 w 3886200"/>
              <a:gd name="connsiteY2990" fmla="*/ 2681282 h 3670596"/>
              <a:gd name="connsiteX2991" fmla="*/ 3406187 w 3886200"/>
              <a:gd name="connsiteY2991" fmla="*/ 2684935 h 3670596"/>
              <a:gd name="connsiteX2992" fmla="*/ 3406213 w 3886200"/>
              <a:gd name="connsiteY2992" fmla="*/ 2684968 h 3670596"/>
              <a:gd name="connsiteX2993" fmla="*/ 3407287 w 3886200"/>
              <a:gd name="connsiteY2993" fmla="*/ 2686338 h 3670596"/>
              <a:gd name="connsiteX2994" fmla="*/ 3407857 w 3886200"/>
              <a:gd name="connsiteY2994" fmla="*/ 2687065 h 3670596"/>
              <a:gd name="connsiteX2995" fmla="*/ 3409156 w 3886200"/>
              <a:gd name="connsiteY2995" fmla="*/ 2688722 h 3670596"/>
              <a:gd name="connsiteX2996" fmla="*/ 3411538 w 3886200"/>
              <a:gd name="connsiteY2996" fmla="*/ 2691759 h 3670596"/>
              <a:gd name="connsiteX2997" fmla="*/ 3412584 w 3886200"/>
              <a:gd name="connsiteY2997" fmla="*/ 2693094 h 3670596"/>
              <a:gd name="connsiteX2998" fmla="*/ 3414206 w 3886200"/>
              <a:gd name="connsiteY2998" fmla="*/ 2695161 h 3670596"/>
              <a:gd name="connsiteX2999" fmla="*/ 3415331 w 3886200"/>
              <a:gd name="connsiteY2999" fmla="*/ 2696596 h 3670596"/>
              <a:gd name="connsiteX3000" fmla="*/ 3416171 w 3886200"/>
              <a:gd name="connsiteY3000" fmla="*/ 2697668 h 3670596"/>
              <a:gd name="connsiteX3001" fmla="*/ 3416278 w 3886200"/>
              <a:gd name="connsiteY3001" fmla="*/ 2697803 h 3670596"/>
              <a:gd name="connsiteX3002" fmla="*/ 3416784 w 3886200"/>
              <a:gd name="connsiteY3002" fmla="*/ 2698449 h 3670596"/>
              <a:gd name="connsiteX3003" fmla="*/ 3417778 w 3886200"/>
              <a:gd name="connsiteY3003" fmla="*/ 2699716 h 3670596"/>
              <a:gd name="connsiteX3004" fmla="*/ 3418347 w 3886200"/>
              <a:gd name="connsiteY3004" fmla="*/ 2700441 h 3670596"/>
              <a:gd name="connsiteX3005" fmla="*/ 3419362 w 3886200"/>
              <a:gd name="connsiteY3005" fmla="*/ 2701738 h 3670596"/>
              <a:gd name="connsiteX3006" fmla="*/ 3420762 w 3886200"/>
              <a:gd name="connsiteY3006" fmla="*/ 2703521 h 3670596"/>
              <a:gd name="connsiteX3007" fmla="*/ 3420864 w 3886200"/>
              <a:gd name="connsiteY3007" fmla="*/ 2703652 h 3670596"/>
              <a:gd name="connsiteX3008" fmla="*/ 3422003 w 3886200"/>
              <a:gd name="connsiteY3008" fmla="*/ 2705104 h 3670596"/>
              <a:gd name="connsiteX3009" fmla="*/ 3430624 w 3886200"/>
              <a:gd name="connsiteY3009" fmla="*/ 2716097 h 3670596"/>
              <a:gd name="connsiteX3010" fmla="*/ 3431846 w 3886200"/>
              <a:gd name="connsiteY3010" fmla="*/ 2717657 h 3670596"/>
              <a:gd name="connsiteX3011" fmla="*/ 3432880 w 3886200"/>
              <a:gd name="connsiteY3011" fmla="*/ 2718975 h 3670596"/>
              <a:gd name="connsiteX3012" fmla="*/ 3435368 w 3886200"/>
              <a:gd name="connsiteY3012" fmla="*/ 2722148 h 3670596"/>
              <a:gd name="connsiteX3013" fmla="*/ 3440882 w 3886200"/>
              <a:gd name="connsiteY3013" fmla="*/ 2729180 h 3670596"/>
              <a:gd name="connsiteX3014" fmla="*/ 3442617 w 3886200"/>
              <a:gd name="connsiteY3014" fmla="*/ 2731392 h 3670596"/>
              <a:gd name="connsiteX3015" fmla="*/ 3442962 w 3886200"/>
              <a:gd name="connsiteY3015" fmla="*/ 2731832 h 3670596"/>
              <a:gd name="connsiteX3016" fmla="*/ 3446577 w 3886200"/>
              <a:gd name="connsiteY3016" fmla="*/ 2736442 h 3670596"/>
              <a:gd name="connsiteX3017" fmla="*/ 3449899 w 3886200"/>
              <a:gd name="connsiteY3017" fmla="*/ 2740678 h 3670596"/>
              <a:gd name="connsiteX3018" fmla="*/ 3450554 w 3886200"/>
              <a:gd name="connsiteY3018" fmla="*/ 2741513 h 3670596"/>
              <a:gd name="connsiteX3019" fmla="*/ 3451407 w 3886200"/>
              <a:gd name="connsiteY3019" fmla="*/ 2742600 h 3670596"/>
              <a:gd name="connsiteX3020" fmla="*/ 3451603 w 3886200"/>
              <a:gd name="connsiteY3020" fmla="*/ 2742852 h 3670596"/>
              <a:gd name="connsiteX3021" fmla="*/ 3451847 w 3886200"/>
              <a:gd name="connsiteY3021" fmla="*/ 2743163 h 3670596"/>
              <a:gd name="connsiteX3022" fmla="*/ 3452145 w 3886200"/>
              <a:gd name="connsiteY3022" fmla="*/ 2743543 h 3670596"/>
              <a:gd name="connsiteX3023" fmla="*/ 3453751 w 3886200"/>
              <a:gd name="connsiteY3023" fmla="*/ 2745590 h 3670596"/>
              <a:gd name="connsiteX3024" fmla="*/ 3454975 w 3886200"/>
              <a:gd name="connsiteY3024" fmla="*/ 2747150 h 3670596"/>
              <a:gd name="connsiteX3025" fmla="*/ 3456466 w 3886200"/>
              <a:gd name="connsiteY3025" fmla="*/ 2749052 h 3670596"/>
              <a:gd name="connsiteX3026" fmla="*/ 3456476 w 3886200"/>
              <a:gd name="connsiteY3026" fmla="*/ 2749064 h 3670596"/>
              <a:gd name="connsiteX3027" fmla="*/ 3456853 w 3886200"/>
              <a:gd name="connsiteY3027" fmla="*/ 2749546 h 3670596"/>
              <a:gd name="connsiteX3028" fmla="*/ 3456923 w 3886200"/>
              <a:gd name="connsiteY3028" fmla="*/ 2749634 h 3670596"/>
              <a:gd name="connsiteX3029" fmla="*/ 3460107 w 3886200"/>
              <a:gd name="connsiteY3029" fmla="*/ 2753695 h 3670596"/>
              <a:gd name="connsiteX3030" fmla="*/ 3443243 w 3886200"/>
              <a:gd name="connsiteY3030" fmla="*/ 2780772 h 3670596"/>
              <a:gd name="connsiteX3031" fmla="*/ 3430935 w 3886200"/>
              <a:gd name="connsiteY3031" fmla="*/ 2800529 h 3670596"/>
              <a:gd name="connsiteX3032" fmla="*/ 3507360 w 3886200"/>
              <a:gd name="connsiteY3032" fmla="*/ 2897990 h 3670596"/>
              <a:gd name="connsiteX3033" fmla="*/ 3432807 w 3886200"/>
              <a:gd name="connsiteY3033" fmla="*/ 2827048 h 3670596"/>
              <a:gd name="connsiteX3034" fmla="*/ 3419670 w 3886200"/>
              <a:gd name="connsiteY3034" fmla="*/ 2798700 h 3670596"/>
              <a:gd name="connsiteX3035" fmla="*/ 3420918 w 3886200"/>
              <a:gd name="connsiteY3035" fmla="*/ 2798262 h 3670596"/>
              <a:gd name="connsiteX3036" fmla="*/ 3405461 w 3886200"/>
              <a:gd name="connsiteY3036" fmla="*/ 2768044 h 3670596"/>
              <a:gd name="connsiteX3037" fmla="*/ 3419670 w 3886200"/>
              <a:gd name="connsiteY3037" fmla="*/ 2798700 h 3670596"/>
              <a:gd name="connsiteX3038" fmla="*/ 3414756 w 3886200"/>
              <a:gd name="connsiteY3038" fmla="*/ 2800417 h 3670596"/>
              <a:gd name="connsiteX3039" fmla="*/ 3425621 w 3886200"/>
              <a:gd name="connsiteY3039" fmla="*/ 2850053 h 3670596"/>
              <a:gd name="connsiteX3040" fmla="*/ 3427158 w 3886200"/>
              <a:gd name="connsiteY3040" fmla="*/ 2853587 h 3670596"/>
              <a:gd name="connsiteX3041" fmla="*/ 3419070 w 3886200"/>
              <a:gd name="connsiteY3041" fmla="*/ 2837924 h 3670596"/>
              <a:gd name="connsiteX3042" fmla="*/ 3401762 w 3886200"/>
              <a:gd name="connsiteY3042" fmla="*/ 2847365 h 3670596"/>
              <a:gd name="connsiteX3043" fmla="*/ 3449012 w 3886200"/>
              <a:gd name="connsiteY3043" fmla="*/ 2991659 h 3670596"/>
              <a:gd name="connsiteX3044" fmla="*/ 3384453 w 3886200"/>
              <a:gd name="connsiteY3044" fmla="*/ 2952070 h 3670596"/>
              <a:gd name="connsiteX3045" fmla="*/ 3392068 w 3886200"/>
              <a:gd name="connsiteY3045" fmla="*/ 2962186 h 3670596"/>
              <a:gd name="connsiteX3046" fmla="*/ 3398247 w 3886200"/>
              <a:gd name="connsiteY3046" fmla="*/ 2994766 h 3670596"/>
              <a:gd name="connsiteX3047" fmla="*/ 3380210 w 3886200"/>
              <a:gd name="connsiteY3047" fmla="*/ 2949469 h 3670596"/>
              <a:gd name="connsiteX3048" fmla="*/ 3375625 w 3886200"/>
              <a:gd name="connsiteY3048" fmla="*/ 2946657 h 3670596"/>
              <a:gd name="connsiteX3049" fmla="*/ 3358690 w 3886200"/>
              <a:gd name="connsiteY3049" fmla="*/ 2932055 h 3670596"/>
              <a:gd name="connsiteX3050" fmla="*/ 3357927 w 3886200"/>
              <a:gd name="connsiteY3050" fmla="*/ 2936460 h 3670596"/>
              <a:gd name="connsiteX3051" fmla="*/ 3332417 w 3886200"/>
              <a:gd name="connsiteY3051" fmla="*/ 2965974 h 3670596"/>
              <a:gd name="connsiteX3052" fmla="*/ 3299499 w 3886200"/>
              <a:gd name="connsiteY3052" fmla="*/ 2951575 h 3670596"/>
              <a:gd name="connsiteX3053" fmla="*/ 3303578 w 3886200"/>
              <a:gd name="connsiteY3053" fmla="*/ 2975134 h 3670596"/>
              <a:gd name="connsiteX3054" fmla="*/ 3274554 w 3886200"/>
              <a:gd name="connsiteY3054" fmla="*/ 2929460 h 3670596"/>
              <a:gd name="connsiteX3055" fmla="*/ 3266585 w 3886200"/>
              <a:gd name="connsiteY3055" fmla="*/ 2937179 h 3670596"/>
              <a:gd name="connsiteX3056" fmla="*/ 3288242 w 3886200"/>
              <a:gd name="connsiteY3056" fmla="*/ 2977590 h 3670596"/>
              <a:gd name="connsiteX3057" fmla="*/ 3295138 w 3886200"/>
              <a:gd name="connsiteY3057" fmla="*/ 2987323 h 3670596"/>
              <a:gd name="connsiteX3058" fmla="*/ 3283244 w 3886200"/>
              <a:gd name="connsiteY3058" fmla="*/ 2975277 h 3670596"/>
              <a:gd name="connsiteX3059" fmla="*/ 3278943 w 3886200"/>
              <a:gd name="connsiteY3059" fmla="*/ 3002341 h 3670596"/>
              <a:gd name="connsiteX3060" fmla="*/ 3303651 w 3886200"/>
              <a:gd name="connsiteY3060" fmla="*/ 3132662 h 3670596"/>
              <a:gd name="connsiteX3061" fmla="*/ 3301915 w 3886200"/>
              <a:gd name="connsiteY3061" fmla="*/ 3123498 h 3670596"/>
              <a:gd name="connsiteX3062" fmla="*/ 3299740 w 3886200"/>
              <a:gd name="connsiteY3062" fmla="*/ 3112043 h 3670596"/>
              <a:gd name="connsiteX3063" fmla="*/ 3299019 w 3886200"/>
              <a:gd name="connsiteY3063" fmla="*/ 3108226 h 3670596"/>
              <a:gd name="connsiteX3064" fmla="*/ 3298438 w 3886200"/>
              <a:gd name="connsiteY3064" fmla="*/ 3105171 h 3670596"/>
              <a:gd name="connsiteX3065" fmla="*/ 3299740 w 3886200"/>
              <a:gd name="connsiteY3065" fmla="*/ 3112043 h 3670596"/>
              <a:gd name="connsiteX3066" fmla="*/ 3303651 w 3886200"/>
              <a:gd name="connsiteY3066" fmla="*/ 3132662 h 3670596"/>
              <a:gd name="connsiteX3067" fmla="*/ 3309827 w 3886200"/>
              <a:gd name="connsiteY3067" fmla="*/ 3165243 h 3670596"/>
              <a:gd name="connsiteX3068" fmla="*/ 3178167 w 3886200"/>
              <a:gd name="connsiteY3068" fmla="*/ 3107654 h 3670596"/>
              <a:gd name="connsiteX3069" fmla="*/ 3165509 w 3886200"/>
              <a:gd name="connsiteY3069" fmla="*/ 3096866 h 3670596"/>
              <a:gd name="connsiteX3070" fmla="*/ 3182800 w 3886200"/>
              <a:gd name="connsiteY3070" fmla="*/ 3132089 h 3670596"/>
              <a:gd name="connsiteX3071" fmla="*/ 3182801 w 3886200"/>
              <a:gd name="connsiteY3071" fmla="*/ 3132092 h 3670596"/>
              <a:gd name="connsiteX3072" fmla="*/ 3184345 w 3886200"/>
              <a:gd name="connsiteY3072" fmla="*/ 3140234 h 3670596"/>
              <a:gd name="connsiteX3073" fmla="*/ 3202876 w 3886200"/>
              <a:gd name="connsiteY3073" fmla="*/ 3237976 h 3670596"/>
              <a:gd name="connsiteX3074" fmla="*/ 3124692 w 3886200"/>
              <a:gd name="connsiteY3074" fmla="*/ 3144021 h 3670596"/>
              <a:gd name="connsiteX3075" fmla="*/ 3084154 w 3886200"/>
              <a:gd name="connsiteY3075" fmla="*/ 3221879 h 3670596"/>
              <a:gd name="connsiteX3076" fmla="*/ 3086699 w 3886200"/>
              <a:gd name="connsiteY3076" fmla="*/ 3251046 h 3670596"/>
              <a:gd name="connsiteX3077" fmla="*/ 3084988 w 3886200"/>
              <a:gd name="connsiteY3077" fmla="*/ 3248036 h 3670596"/>
              <a:gd name="connsiteX3078" fmla="*/ 3083573 w 3886200"/>
              <a:gd name="connsiteY3078" fmla="*/ 3245550 h 3670596"/>
              <a:gd name="connsiteX3079" fmla="*/ 3089749 w 3886200"/>
              <a:gd name="connsiteY3079" fmla="*/ 3278130 h 3670596"/>
              <a:gd name="connsiteX3080" fmla="*/ 3095925 w 3886200"/>
              <a:gd name="connsiteY3080" fmla="*/ 3310710 h 3670596"/>
              <a:gd name="connsiteX3081" fmla="*/ 3095199 w 3886200"/>
              <a:gd name="connsiteY3081" fmla="*/ 3309269 h 3670596"/>
              <a:gd name="connsiteX3082" fmla="*/ 3087755 w 3886200"/>
              <a:gd name="connsiteY3082" fmla="*/ 3272590 h 3670596"/>
              <a:gd name="connsiteX3083" fmla="*/ 3017741 w 3886200"/>
              <a:gd name="connsiteY3083" fmla="*/ 3216757 h 3670596"/>
              <a:gd name="connsiteX3084" fmla="*/ 3083837 w 3886200"/>
              <a:gd name="connsiteY3084" fmla="*/ 3286749 h 3670596"/>
              <a:gd name="connsiteX3085" fmla="*/ 3095199 w 3886200"/>
              <a:gd name="connsiteY3085" fmla="*/ 3309269 h 3670596"/>
              <a:gd name="connsiteX3086" fmla="*/ 3102105 w 3886200"/>
              <a:gd name="connsiteY3086" fmla="*/ 3343292 h 3670596"/>
              <a:gd name="connsiteX3087" fmla="*/ 3108281 w 3886200"/>
              <a:gd name="connsiteY3087" fmla="*/ 3375871 h 3670596"/>
              <a:gd name="connsiteX3088" fmla="*/ 3023917 w 3886200"/>
              <a:gd name="connsiteY3088" fmla="*/ 3249337 h 3670596"/>
              <a:gd name="connsiteX3089" fmla="*/ 3042449 w 3886200"/>
              <a:gd name="connsiteY3089" fmla="*/ 3347077 h 3670596"/>
              <a:gd name="connsiteX3090" fmla="*/ 2976622 w 3886200"/>
              <a:gd name="connsiteY3090" fmla="*/ 3318284 h 3670596"/>
              <a:gd name="connsiteX3091" fmla="*/ 2954032 w 3886200"/>
              <a:gd name="connsiteY3091" fmla="*/ 3517552 h 3670596"/>
              <a:gd name="connsiteX3092" fmla="*/ 2869671 w 3886200"/>
              <a:gd name="connsiteY3092" fmla="*/ 3391019 h 3670596"/>
              <a:gd name="connsiteX3093" fmla="*/ 2846528 w 3886200"/>
              <a:gd name="connsiteY3093" fmla="*/ 3388368 h 3670596"/>
              <a:gd name="connsiteX3094" fmla="*/ 2853129 w 3886200"/>
              <a:gd name="connsiteY3094" fmla="*/ 3402918 h 3670596"/>
              <a:gd name="connsiteX3095" fmla="*/ 2851392 w 3886200"/>
              <a:gd name="connsiteY3095" fmla="*/ 3399714 h 3670596"/>
              <a:gd name="connsiteX3096" fmla="*/ 2817715 w 3886200"/>
              <a:gd name="connsiteY3096" fmla="*/ 3357674 h 3670596"/>
              <a:gd name="connsiteX3097" fmla="*/ 2811984 w 3886200"/>
              <a:gd name="connsiteY3097" fmla="*/ 3357679 h 3670596"/>
              <a:gd name="connsiteX3098" fmla="*/ 2797660 w 3886200"/>
              <a:gd name="connsiteY3098" fmla="*/ 3329646 h 3670596"/>
              <a:gd name="connsiteX3099" fmla="*/ 2810524 w 3886200"/>
              <a:gd name="connsiteY3099" fmla="*/ 3357681 h 3670596"/>
              <a:gd name="connsiteX3100" fmla="*/ 2811984 w 3886200"/>
              <a:gd name="connsiteY3100" fmla="*/ 3357679 h 3670596"/>
              <a:gd name="connsiteX3101" fmla="*/ 2825225 w 3886200"/>
              <a:gd name="connsiteY3101" fmla="*/ 3383601 h 3670596"/>
              <a:gd name="connsiteX3102" fmla="*/ 2822370 w 3886200"/>
              <a:gd name="connsiteY3102" fmla="*/ 3459966 h 3670596"/>
              <a:gd name="connsiteX3103" fmla="*/ 2803839 w 3886200"/>
              <a:gd name="connsiteY3103" fmla="*/ 3362226 h 3670596"/>
              <a:gd name="connsiteX3104" fmla="*/ 2776066 w 3886200"/>
              <a:gd name="connsiteY3104" fmla="*/ 3350079 h 3670596"/>
              <a:gd name="connsiteX3105" fmla="*/ 2738010 w 3886200"/>
              <a:gd name="connsiteY3105" fmla="*/ 3333434 h 3670596"/>
              <a:gd name="connsiteX3106" fmla="*/ 2737438 w 3886200"/>
              <a:gd name="connsiteY3106" fmla="*/ 3330417 h 3670596"/>
              <a:gd name="connsiteX3107" fmla="*/ 2737253 w 3886200"/>
              <a:gd name="connsiteY3107" fmla="*/ 3329442 h 3670596"/>
              <a:gd name="connsiteX3108" fmla="*/ 2737218 w 3886200"/>
              <a:gd name="connsiteY3108" fmla="*/ 3329259 h 3670596"/>
              <a:gd name="connsiteX3109" fmla="*/ 2737176 w 3886200"/>
              <a:gd name="connsiteY3109" fmla="*/ 3329040 h 3670596"/>
              <a:gd name="connsiteX3110" fmla="*/ 2737157 w 3886200"/>
              <a:gd name="connsiteY3110" fmla="*/ 3328939 h 3670596"/>
              <a:gd name="connsiteX3111" fmla="*/ 2737054 w 3886200"/>
              <a:gd name="connsiteY3111" fmla="*/ 3328394 h 3670596"/>
              <a:gd name="connsiteX3112" fmla="*/ 2736078 w 3886200"/>
              <a:gd name="connsiteY3112" fmla="*/ 3323251 h 3670596"/>
              <a:gd name="connsiteX3113" fmla="*/ 2732982 w 3886200"/>
              <a:gd name="connsiteY3113" fmla="*/ 3306914 h 3670596"/>
              <a:gd name="connsiteX3114" fmla="*/ 2732379 w 3886200"/>
              <a:gd name="connsiteY3114" fmla="*/ 3303733 h 3670596"/>
              <a:gd name="connsiteX3115" fmla="*/ 2731833 w 3886200"/>
              <a:gd name="connsiteY3115" fmla="*/ 3300852 h 3670596"/>
              <a:gd name="connsiteX3116" fmla="*/ 2730887 w 3886200"/>
              <a:gd name="connsiteY3116" fmla="*/ 3295865 h 3670596"/>
              <a:gd name="connsiteX3117" fmla="*/ 2727698 w 3886200"/>
              <a:gd name="connsiteY3117" fmla="*/ 3279041 h 3670596"/>
              <a:gd name="connsiteX3118" fmla="*/ 2726305 w 3886200"/>
              <a:gd name="connsiteY3118" fmla="*/ 3271704 h 3670596"/>
              <a:gd name="connsiteX3119" fmla="*/ 2726283 w 3886200"/>
              <a:gd name="connsiteY3119" fmla="*/ 3271583 h 3670596"/>
              <a:gd name="connsiteX3120" fmla="*/ 2726286 w 3886200"/>
              <a:gd name="connsiteY3120" fmla="*/ 3271603 h 3670596"/>
              <a:gd name="connsiteX3121" fmla="*/ 2726238 w 3886200"/>
              <a:gd name="connsiteY3121" fmla="*/ 3271348 h 3670596"/>
              <a:gd name="connsiteX3122" fmla="*/ 2726215 w 3886200"/>
              <a:gd name="connsiteY3122" fmla="*/ 3271225 h 3670596"/>
              <a:gd name="connsiteX3123" fmla="*/ 2726208 w 3886200"/>
              <a:gd name="connsiteY3123" fmla="*/ 3271189 h 3670596"/>
              <a:gd name="connsiteX3124" fmla="*/ 2726208 w 3886200"/>
              <a:gd name="connsiteY3124" fmla="*/ 3271186 h 3670596"/>
              <a:gd name="connsiteX3125" fmla="*/ 2726182 w 3886200"/>
              <a:gd name="connsiteY3125" fmla="*/ 3271052 h 3670596"/>
              <a:gd name="connsiteX3126" fmla="*/ 2726179 w 3886200"/>
              <a:gd name="connsiteY3126" fmla="*/ 3271035 h 3670596"/>
              <a:gd name="connsiteX3127" fmla="*/ 2726160 w 3886200"/>
              <a:gd name="connsiteY3127" fmla="*/ 3270937 h 3670596"/>
              <a:gd name="connsiteX3128" fmla="*/ 2726020 w 3886200"/>
              <a:gd name="connsiteY3128" fmla="*/ 3270196 h 3670596"/>
              <a:gd name="connsiteX3129" fmla="*/ 2725891 w 3886200"/>
              <a:gd name="connsiteY3129" fmla="*/ 3269518 h 3670596"/>
              <a:gd name="connsiteX3130" fmla="*/ 2725738 w 3886200"/>
              <a:gd name="connsiteY3130" fmla="*/ 3268713 h 3670596"/>
              <a:gd name="connsiteX3131" fmla="*/ 2725688 w 3886200"/>
              <a:gd name="connsiteY3131" fmla="*/ 3268452 h 3670596"/>
              <a:gd name="connsiteX3132" fmla="*/ 2725686 w 3886200"/>
              <a:gd name="connsiteY3132" fmla="*/ 3268439 h 3670596"/>
              <a:gd name="connsiteX3133" fmla="*/ 2725671 w 3886200"/>
              <a:gd name="connsiteY3133" fmla="*/ 3268360 h 3670596"/>
              <a:gd name="connsiteX3134" fmla="*/ 2725657 w 3886200"/>
              <a:gd name="connsiteY3134" fmla="*/ 3268288 h 3670596"/>
              <a:gd name="connsiteX3135" fmla="*/ 2725343 w 3886200"/>
              <a:gd name="connsiteY3135" fmla="*/ 3266631 h 3670596"/>
              <a:gd name="connsiteX3136" fmla="*/ 2724533 w 3886200"/>
              <a:gd name="connsiteY3136" fmla="*/ 3262363 h 3670596"/>
              <a:gd name="connsiteX3137" fmla="*/ 2724110 w 3886200"/>
              <a:gd name="connsiteY3137" fmla="*/ 3260128 h 3670596"/>
              <a:gd name="connsiteX3138" fmla="*/ 2723761 w 3886200"/>
              <a:gd name="connsiteY3138" fmla="*/ 3258291 h 3670596"/>
              <a:gd name="connsiteX3139" fmla="*/ 2723719 w 3886200"/>
              <a:gd name="connsiteY3139" fmla="*/ 3258066 h 3670596"/>
              <a:gd name="connsiteX3140" fmla="*/ 2723483 w 3886200"/>
              <a:gd name="connsiteY3140" fmla="*/ 3256821 h 3670596"/>
              <a:gd name="connsiteX3141" fmla="*/ 2723145 w 3886200"/>
              <a:gd name="connsiteY3141" fmla="*/ 3255037 h 3670596"/>
              <a:gd name="connsiteX3142" fmla="*/ 2723464 w 3886200"/>
              <a:gd name="connsiteY3142" fmla="*/ 3256722 h 3670596"/>
              <a:gd name="connsiteX3143" fmla="*/ 2723463 w 3886200"/>
              <a:gd name="connsiteY3143" fmla="*/ 3256716 h 3670596"/>
              <a:gd name="connsiteX3144" fmla="*/ 2719478 w 3886200"/>
              <a:gd name="connsiteY3144" fmla="*/ 3235691 h 3670596"/>
              <a:gd name="connsiteX3145" fmla="*/ 2719776 w 3886200"/>
              <a:gd name="connsiteY3145" fmla="*/ 3282041 h 3670596"/>
              <a:gd name="connsiteX3146" fmla="*/ 2744182 w 3886200"/>
              <a:gd name="connsiteY3146" fmla="*/ 3365994 h 3670596"/>
              <a:gd name="connsiteX3147" fmla="*/ 2744183 w 3886200"/>
              <a:gd name="connsiteY3147" fmla="*/ 3366012 h 3670596"/>
              <a:gd name="connsiteX3148" fmla="*/ 2750362 w 3886200"/>
              <a:gd name="connsiteY3148" fmla="*/ 3398594 h 3670596"/>
              <a:gd name="connsiteX3149" fmla="*/ 2683525 w 3886200"/>
              <a:gd name="connsiteY3149" fmla="*/ 3314739 h 3670596"/>
              <a:gd name="connsiteX3150" fmla="*/ 2681569 w 3886200"/>
              <a:gd name="connsiteY3150" fmla="*/ 3323251 h 3670596"/>
              <a:gd name="connsiteX3151" fmla="*/ 2673689 w 3886200"/>
              <a:gd name="connsiteY3151" fmla="*/ 3307636 h 3670596"/>
              <a:gd name="connsiteX3152" fmla="*/ 2673059 w 3886200"/>
              <a:gd name="connsiteY3152" fmla="*/ 3306384 h 3670596"/>
              <a:gd name="connsiteX3153" fmla="*/ 2666001 w 3886200"/>
              <a:gd name="connsiteY3153" fmla="*/ 3272060 h 3670596"/>
              <a:gd name="connsiteX3154" fmla="*/ 2664457 w 3886200"/>
              <a:gd name="connsiteY3154" fmla="*/ 3263914 h 3670596"/>
              <a:gd name="connsiteX3155" fmla="*/ 2665324 w 3886200"/>
              <a:gd name="connsiteY3155" fmla="*/ 3268496 h 3670596"/>
              <a:gd name="connsiteX3156" fmla="*/ 2666001 w 3886200"/>
              <a:gd name="connsiteY3156" fmla="*/ 3272060 h 3670596"/>
              <a:gd name="connsiteX3157" fmla="*/ 2657773 w 3886200"/>
              <a:gd name="connsiteY3157" fmla="*/ 3268461 h 3670596"/>
              <a:gd name="connsiteX3158" fmla="*/ 2638231 w 3886200"/>
              <a:gd name="connsiteY3158" fmla="*/ 3259914 h 3670596"/>
              <a:gd name="connsiteX3159" fmla="*/ 2623439 w 3886200"/>
              <a:gd name="connsiteY3159" fmla="*/ 3253443 h 3670596"/>
              <a:gd name="connsiteX3160" fmla="*/ 2601802 w 3886200"/>
              <a:gd name="connsiteY3160" fmla="*/ 3207099 h 3670596"/>
              <a:gd name="connsiteX3161" fmla="*/ 2593993 w 3886200"/>
              <a:gd name="connsiteY3161" fmla="*/ 3210685 h 3670596"/>
              <a:gd name="connsiteX3162" fmla="*/ 2546695 w 3886200"/>
              <a:gd name="connsiteY3162" fmla="*/ 3279633 h 3670596"/>
              <a:gd name="connsiteX3163" fmla="*/ 2546407 w 3886200"/>
              <a:gd name="connsiteY3163" fmla="*/ 3278107 h 3670596"/>
              <a:gd name="connsiteX3164" fmla="*/ 2546332 w 3886200"/>
              <a:gd name="connsiteY3164" fmla="*/ 3277714 h 3670596"/>
              <a:gd name="connsiteX3165" fmla="*/ 2541289 w 3886200"/>
              <a:gd name="connsiteY3165" fmla="*/ 3251125 h 3670596"/>
              <a:gd name="connsiteX3166" fmla="*/ 2540518 w 3886200"/>
              <a:gd name="connsiteY3166" fmla="*/ 3247052 h 3670596"/>
              <a:gd name="connsiteX3167" fmla="*/ 2534340 w 3886200"/>
              <a:gd name="connsiteY3167" fmla="*/ 3214472 h 3670596"/>
              <a:gd name="connsiteX3168" fmla="*/ 2533085 w 3886200"/>
              <a:gd name="connsiteY3168" fmla="*/ 3207847 h 3670596"/>
              <a:gd name="connsiteX3169" fmla="*/ 2532025 w 3886200"/>
              <a:gd name="connsiteY3169" fmla="*/ 3202256 h 3670596"/>
              <a:gd name="connsiteX3170" fmla="*/ 2531854 w 3886200"/>
              <a:gd name="connsiteY3170" fmla="*/ 3201356 h 3670596"/>
              <a:gd name="connsiteX3171" fmla="*/ 2528934 w 3886200"/>
              <a:gd name="connsiteY3171" fmla="*/ 3185966 h 3670596"/>
              <a:gd name="connsiteX3172" fmla="*/ 2528161 w 3886200"/>
              <a:gd name="connsiteY3172" fmla="*/ 3181893 h 3670596"/>
              <a:gd name="connsiteX3173" fmla="*/ 2534340 w 3886200"/>
              <a:gd name="connsiteY3173" fmla="*/ 3214472 h 3670596"/>
              <a:gd name="connsiteX3174" fmla="*/ 2525340 w 3886200"/>
              <a:gd name="connsiteY3174" fmla="*/ 3206801 h 3670596"/>
              <a:gd name="connsiteX3175" fmla="*/ 2462334 w 3886200"/>
              <a:gd name="connsiteY3175" fmla="*/ 3153099 h 3670596"/>
              <a:gd name="connsiteX3176" fmla="*/ 2468508 w 3886200"/>
              <a:gd name="connsiteY3176" fmla="*/ 3185680 h 3670596"/>
              <a:gd name="connsiteX3177" fmla="*/ 2480863 w 3886200"/>
              <a:gd name="connsiteY3177" fmla="*/ 3250841 h 3670596"/>
              <a:gd name="connsiteX3178" fmla="*/ 2572896 w 3886200"/>
              <a:gd name="connsiteY3178" fmla="*/ 3467562 h 3670596"/>
              <a:gd name="connsiteX3179" fmla="*/ 2602287 w 3886200"/>
              <a:gd name="connsiteY3179" fmla="*/ 3572836 h 3670596"/>
              <a:gd name="connsiteX3180" fmla="*/ 2602290 w 3886200"/>
              <a:gd name="connsiteY3180" fmla="*/ 3572854 h 3670596"/>
              <a:gd name="connsiteX3181" fmla="*/ 2604202 w 3886200"/>
              <a:gd name="connsiteY3181" fmla="*/ 3582932 h 3670596"/>
              <a:gd name="connsiteX3182" fmla="*/ 2604607 w 3886200"/>
              <a:gd name="connsiteY3182" fmla="*/ 3585073 h 3670596"/>
              <a:gd name="connsiteX3183" fmla="*/ 2606688 w 3886200"/>
              <a:gd name="connsiteY3183" fmla="*/ 3596037 h 3670596"/>
              <a:gd name="connsiteX3184" fmla="*/ 2611123 w 3886200"/>
              <a:gd name="connsiteY3184" fmla="*/ 3619436 h 3670596"/>
              <a:gd name="connsiteX3185" fmla="*/ 2614645 w 3886200"/>
              <a:gd name="connsiteY3185" fmla="*/ 3638016 h 3670596"/>
              <a:gd name="connsiteX3186" fmla="*/ 2620824 w 3886200"/>
              <a:gd name="connsiteY3186" fmla="*/ 3670596 h 3670596"/>
              <a:gd name="connsiteX3187" fmla="*/ 2493219 w 3886200"/>
              <a:gd name="connsiteY3187" fmla="*/ 3316001 h 3670596"/>
              <a:gd name="connsiteX3188" fmla="*/ 2509435 w 3886200"/>
              <a:gd name="connsiteY3188" fmla="*/ 3401524 h 3670596"/>
              <a:gd name="connsiteX3189" fmla="*/ 2511752 w 3886200"/>
              <a:gd name="connsiteY3189" fmla="*/ 3413741 h 3670596"/>
              <a:gd name="connsiteX3190" fmla="*/ 2510741 w 3886200"/>
              <a:gd name="connsiteY3190" fmla="*/ 3411736 h 3670596"/>
              <a:gd name="connsiteX3191" fmla="*/ 2446958 w 3886200"/>
              <a:gd name="connsiteY3191" fmla="*/ 3285321 h 3670596"/>
              <a:gd name="connsiteX3192" fmla="*/ 2435536 w 3886200"/>
              <a:gd name="connsiteY3192" fmla="*/ 3262681 h 3670596"/>
              <a:gd name="connsiteX3193" fmla="*/ 2427284 w 3886200"/>
              <a:gd name="connsiteY3193" fmla="*/ 3241877 h 3670596"/>
              <a:gd name="connsiteX3194" fmla="*/ 2415034 w 3886200"/>
              <a:gd name="connsiteY3194" fmla="*/ 3222047 h 3670596"/>
              <a:gd name="connsiteX3195" fmla="*/ 2435536 w 3886200"/>
              <a:gd name="connsiteY3195" fmla="*/ 3262681 h 3670596"/>
              <a:gd name="connsiteX3196" fmla="*/ 2454391 w 3886200"/>
              <a:gd name="connsiteY3196" fmla="*/ 3310222 h 3670596"/>
              <a:gd name="connsiteX3197" fmla="*/ 2467998 w 3886200"/>
              <a:gd name="connsiteY3197" fmla="*/ 3367061 h 3670596"/>
              <a:gd name="connsiteX3198" fmla="*/ 2465654 w 3886200"/>
              <a:gd name="connsiteY3198" fmla="*/ 3368820 h 3670596"/>
              <a:gd name="connsiteX3199" fmla="*/ 2465202 w 3886200"/>
              <a:gd name="connsiteY3199" fmla="*/ 3367238 h 3670596"/>
              <a:gd name="connsiteX3200" fmla="*/ 2439744 w 3886200"/>
              <a:gd name="connsiteY3200" fmla="*/ 3352368 h 3670596"/>
              <a:gd name="connsiteX3201" fmla="*/ 2460877 w 3886200"/>
              <a:gd name="connsiteY3201" fmla="*/ 3372407 h 3670596"/>
              <a:gd name="connsiteX3202" fmla="*/ 2465654 w 3886200"/>
              <a:gd name="connsiteY3202" fmla="*/ 3368820 h 3670596"/>
              <a:gd name="connsiteX3203" fmla="*/ 2473597 w 3886200"/>
              <a:gd name="connsiteY3203" fmla="*/ 3396586 h 3670596"/>
              <a:gd name="connsiteX3204" fmla="*/ 2445923 w 3886200"/>
              <a:gd name="connsiteY3204" fmla="*/ 3384948 h 3670596"/>
              <a:gd name="connsiteX3205" fmla="*/ 2444185 w 3886200"/>
              <a:gd name="connsiteY3205" fmla="*/ 3375784 h 3670596"/>
              <a:gd name="connsiteX3206" fmla="*/ 2441748 w 3886200"/>
              <a:gd name="connsiteY3206" fmla="*/ 3362935 h 3670596"/>
              <a:gd name="connsiteX3207" fmla="*/ 2441288 w 3886200"/>
              <a:gd name="connsiteY3207" fmla="*/ 3360512 h 3670596"/>
              <a:gd name="connsiteX3208" fmla="*/ 2441097 w 3886200"/>
              <a:gd name="connsiteY3208" fmla="*/ 3359505 h 3670596"/>
              <a:gd name="connsiteX3209" fmla="*/ 2440709 w 3886200"/>
              <a:gd name="connsiteY3209" fmla="*/ 3357459 h 3670596"/>
              <a:gd name="connsiteX3210" fmla="*/ 2440492 w 3886200"/>
              <a:gd name="connsiteY3210" fmla="*/ 3356313 h 3670596"/>
              <a:gd name="connsiteX3211" fmla="*/ 2441097 w 3886200"/>
              <a:gd name="connsiteY3211" fmla="*/ 3359505 h 3670596"/>
              <a:gd name="connsiteX3212" fmla="*/ 2441748 w 3886200"/>
              <a:gd name="connsiteY3212" fmla="*/ 3362935 h 3670596"/>
              <a:gd name="connsiteX3213" fmla="*/ 2445923 w 3886200"/>
              <a:gd name="connsiteY3213" fmla="*/ 3384948 h 3670596"/>
              <a:gd name="connsiteX3214" fmla="*/ 2446888 w 3886200"/>
              <a:gd name="connsiteY3214" fmla="*/ 3390039 h 3670596"/>
              <a:gd name="connsiteX3215" fmla="*/ 2447126 w 3886200"/>
              <a:gd name="connsiteY3215" fmla="*/ 3391296 h 3670596"/>
              <a:gd name="connsiteX3216" fmla="*/ 2447540 w 3886200"/>
              <a:gd name="connsiteY3216" fmla="*/ 3393477 h 3670596"/>
              <a:gd name="connsiteX3217" fmla="*/ 2447607 w 3886200"/>
              <a:gd name="connsiteY3217" fmla="*/ 3393828 h 3670596"/>
              <a:gd name="connsiteX3218" fmla="*/ 2448121 w 3886200"/>
              <a:gd name="connsiteY3218" fmla="*/ 3396546 h 3670596"/>
              <a:gd name="connsiteX3219" fmla="*/ 2449397 w 3886200"/>
              <a:gd name="connsiteY3219" fmla="*/ 3403276 h 3670596"/>
              <a:gd name="connsiteX3220" fmla="*/ 2449493 w 3886200"/>
              <a:gd name="connsiteY3220" fmla="*/ 3403783 h 3670596"/>
              <a:gd name="connsiteX3221" fmla="*/ 2449920 w 3886200"/>
              <a:gd name="connsiteY3221" fmla="*/ 3406035 h 3670596"/>
              <a:gd name="connsiteX3222" fmla="*/ 2451168 w 3886200"/>
              <a:gd name="connsiteY3222" fmla="*/ 3412618 h 3670596"/>
              <a:gd name="connsiteX3223" fmla="*/ 2452099 w 3886200"/>
              <a:gd name="connsiteY3223" fmla="*/ 3417531 h 3670596"/>
              <a:gd name="connsiteX3224" fmla="*/ 2452193 w 3886200"/>
              <a:gd name="connsiteY3224" fmla="*/ 3418023 h 3670596"/>
              <a:gd name="connsiteX3225" fmla="*/ 2452484 w 3886200"/>
              <a:gd name="connsiteY3225" fmla="*/ 3419565 h 3670596"/>
              <a:gd name="connsiteX3226" fmla="*/ 2454595 w 3886200"/>
              <a:gd name="connsiteY3226" fmla="*/ 3430688 h 3670596"/>
              <a:gd name="connsiteX3227" fmla="*/ 2455188 w 3886200"/>
              <a:gd name="connsiteY3227" fmla="*/ 3433820 h 3670596"/>
              <a:gd name="connsiteX3228" fmla="*/ 2456154 w 3886200"/>
              <a:gd name="connsiteY3228" fmla="*/ 3438913 h 3670596"/>
              <a:gd name="connsiteX3229" fmla="*/ 2458276 w 3886200"/>
              <a:gd name="connsiteY3229" fmla="*/ 3450108 h 3670596"/>
              <a:gd name="connsiteX3230" fmla="*/ 2458278 w 3886200"/>
              <a:gd name="connsiteY3230" fmla="*/ 3450110 h 3670596"/>
              <a:gd name="connsiteX3231" fmla="*/ 2462524 w 3886200"/>
              <a:gd name="connsiteY3231" fmla="*/ 3472508 h 3670596"/>
              <a:gd name="connsiteX3232" fmla="*/ 2476807 w 3886200"/>
              <a:gd name="connsiteY3232" fmla="*/ 3547850 h 3670596"/>
              <a:gd name="connsiteX3233" fmla="*/ 2373913 w 3886200"/>
              <a:gd name="connsiteY3233" fmla="*/ 3323574 h 3670596"/>
              <a:gd name="connsiteX3234" fmla="*/ 2333347 w 3886200"/>
              <a:gd name="connsiteY3234" fmla="*/ 3293694 h 3670596"/>
              <a:gd name="connsiteX3235" fmla="*/ 2322995 w 3886200"/>
              <a:gd name="connsiteY3235" fmla="*/ 3291767 h 3670596"/>
              <a:gd name="connsiteX3236" fmla="*/ 2304221 w 3886200"/>
              <a:gd name="connsiteY3236" fmla="*/ 3274418 h 3670596"/>
              <a:gd name="connsiteX3237" fmla="*/ 2277962 w 3886200"/>
              <a:gd name="connsiteY3237" fmla="*/ 3265268 h 3670596"/>
              <a:gd name="connsiteX3238" fmla="*/ 2253786 w 3886200"/>
              <a:gd name="connsiteY3238" fmla="*/ 3265755 h 3670596"/>
              <a:gd name="connsiteX3239" fmla="*/ 2247394 w 3886200"/>
              <a:gd name="connsiteY3239" fmla="*/ 3253297 h 3670596"/>
              <a:gd name="connsiteX3240" fmla="*/ 2223719 w 3886200"/>
              <a:gd name="connsiteY3240" fmla="*/ 3168248 h 3670596"/>
              <a:gd name="connsiteX3241" fmla="*/ 2217543 w 3886200"/>
              <a:gd name="connsiteY3241" fmla="*/ 3135668 h 3670596"/>
              <a:gd name="connsiteX3242" fmla="*/ 2209726 w 3886200"/>
              <a:gd name="connsiteY3242" fmla="*/ 3094433 h 3670596"/>
              <a:gd name="connsiteX3243" fmla="*/ 2205188 w 3886200"/>
              <a:gd name="connsiteY3243" fmla="*/ 3070506 h 3670596"/>
              <a:gd name="connsiteX3244" fmla="*/ 2199011 w 3886200"/>
              <a:gd name="connsiteY3244" fmla="*/ 3037927 h 3670596"/>
              <a:gd name="connsiteX3245" fmla="*/ 2166027 w 3886200"/>
              <a:gd name="connsiteY3245" fmla="*/ 2998290 h 3670596"/>
              <a:gd name="connsiteX3246" fmla="*/ 2165639 w 3886200"/>
              <a:gd name="connsiteY3246" fmla="*/ 2997824 h 3670596"/>
              <a:gd name="connsiteX3247" fmla="*/ 2170709 w 3886200"/>
              <a:gd name="connsiteY3247" fmla="*/ 3016634 h 3670596"/>
              <a:gd name="connsiteX3248" fmla="*/ 2171686 w 3886200"/>
              <a:gd name="connsiteY3248" fmla="*/ 3020258 h 3670596"/>
              <a:gd name="connsiteX3249" fmla="*/ 2205188 w 3886200"/>
              <a:gd name="connsiteY3249" fmla="*/ 3070506 h 3670596"/>
              <a:gd name="connsiteX3250" fmla="*/ 2178125 w 3886200"/>
              <a:gd name="connsiteY3250" fmla="*/ 3032878 h 3670596"/>
              <a:gd name="connsiteX3251" fmla="*/ 2173809 w 3886200"/>
              <a:gd name="connsiteY3251" fmla="*/ 3028138 h 3670596"/>
              <a:gd name="connsiteX3252" fmla="*/ 2178933 w 3886200"/>
              <a:gd name="connsiteY3252" fmla="*/ 3047149 h 3670596"/>
              <a:gd name="connsiteX3253" fmla="*/ 2187561 w 3886200"/>
              <a:gd name="connsiteY3253" fmla="*/ 3079160 h 3670596"/>
              <a:gd name="connsiteX3254" fmla="*/ 2143356 w 3886200"/>
              <a:gd name="connsiteY3254" fmla="*/ 3062792 h 3670596"/>
              <a:gd name="connsiteX3255" fmla="*/ 2157892 w 3886200"/>
              <a:gd name="connsiteY3255" fmla="*/ 3139454 h 3670596"/>
              <a:gd name="connsiteX3256" fmla="*/ 2135375 w 3886200"/>
              <a:gd name="connsiteY3256" fmla="*/ 3059837 h 3670596"/>
              <a:gd name="connsiteX3257" fmla="*/ 2080193 w 3886200"/>
              <a:gd name="connsiteY3257" fmla="*/ 3039405 h 3670596"/>
              <a:gd name="connsiteX3258" fmla="*/ 2027679 w 3886200"/>
              <a:gd name="connsiteY3258" fmla="*/ 3019963 h 3670596"/>
              <a:gd name="connsiteX3259" fmla="*/ 2051588 w 3886200"/>
              <a:gd name="connsiteY3259" fmla="*/ 3081289 h 3670596"/>
              <a:gd name="connsiteX3260" fmla="*/ 2099781 w 3886200"/>
              <a:gd name="connsiteY3260" fmla="*/ 3167528 h 3670596"/>
              <a:gd name="connsiteX3261" fmla="*/ 2100793 w 3886200"/>
              <a:gd name="connsiteY3261" fmla="*/ 3183457 h 3670596"/>
              <a:gd name="connsiteX3262" fmla="*/ 2043724 w 3886200"/>
              <a:gd name="connsiteY3262" fmla="*/ 3134338 h 3670596"/>
              <a:gd name="connsiteX3263" fmla="*/ 2031728 w 3886200"/>
              <a:gd name="connsiteY3263" fmla="*/ 3110864 h 3670596"/>
              <a:gd name="connsiteX3264" fmla="*/ 2030405 w 3886200"/>
              <a:gd name="connsiteY3264" fmla="*/ 3103886 h 3670596"/>
              <a:gd name="connsiteX3265" fmla="*/ 2030477 w 3886200"/>
              <a:gd name="connsiteY3265" fmla="*/ 3104267 h 3670596"/>
              <a:gd name="connsiteX3266" fmla="*/ 2029512 w 3886200"/>
              <a:gd name="connsiteY3266" fmla="*/ 3099176 h 3670596"/>
              <a:gd name="connsiteX3267" fmla="*/ 2029383 w 3886200"/>
              <a:gd name="connsiteY3267" fmla="*/ 3098495 h 3670596"/>
              <a:gd name="connsiteX3268" fmla="*/ 2028499 w 3886200"/>
              <a:gd name="connsiteY3268" fmla="*/ 3093833 h 3670596"/>
              <a:gd name="connsiteX3269" fmla="*/ 2028063 w 3886200"/>
              <a:gd name="connsiteY3269" fmla="*/ 3091531 h 3670596"/>
              <a:gd name="connsiteX3270" fmla="*/ 2027693 w 3886200"/>
              <a:gd name="connsiteY3270" fmla="*/ 3089581 h 3670596"/>
              <a:gd name="connsiteX3271" fmla="*/ 2026231 w 3886200"/>
              <a:gd name="connsiteY3271" fmla="*/ 3081868 h 3670596"/>
              <a:gd name="connsiteX3272" fmla="*/ 2027027 w 3886200"/>
              <a:gd name="connsiteY3272" fmla="*/ 3086069 h 3670596"/>
              <a:gd name="connsiteX3273" fmla="*/ 2022754 w 3886200"/>
              <a:gd name="connsiteY3273" fmla="*/ 3063542 h 3670596"/>
              <a:gd name="connsiteX3274" fmla="*/ 2020052 w 3886200"/>
              <a:gd name="connsiteY3274" fmla="*/ 3049287 h 3670596"/>
              <a:gd name="connsiteX3275" fmla="*/ 2006235 w 3886200"/>
              <a:gd name="connsiteY3275" fmla="*/ 3060984 h 3670596"/>
              <a:gd name="connsiteX3276" fmla="*/ 2031728 w 3886200"/>
              <a:gd name="connsiteY3276" fmla="*/ 3110864 h 3670596"/>
              <a:gd name="connsiteX3277" fmla="*/ 2034725 w 3886200"/>
              <a:gd name="connsiteY3277" fmla="*/ 3126667 h 3670596"/>
              <a:gd name="connsiteX3278" fmla="*/ 2038584 w 3886200"/>
              <a:gd name="connsiteY3278" fmla="*/ 3147028 h 3670596"/>
              <a:gd name="connsiteX3279" fmla="*/ 1954220 w 3886200"/>
              <a:gd name="connsiteY3279" fmla="*/ 3020496 h 3670596"/>
              <a:gd name="connsiteX3280" fmla="*/ 1944823 w 3886200"/>
              <a:gd name="connsiteY3280" fmla="*/ 2970930 h 3670596"/>
              <a:gd name="connsiteX3281" fmla="*/ 1931298 w 3886200"/>
              <a:gd name="connsiteY3281" fmla="*/ 2958679 h 3670596"/>
              <a:gd name="connsiteX3282" fmla="*/ 1947194 w 3886200"/>
              <a:gd name="connsiteY3282" fmla="*/ 3024745 h 3670596"/>
              <a:gd name="connsiteX3283" fmla="*/ 1921717 w 3886200"/>
              <a:gd name="connsiteY3283" fmla="*/ 2992259 h 3670596"/>
              <a:gd name="connsiteX3284" fmla="*/ 1886341 w 3886200"/>
              <a:gd name="connsiteY3284" fmla="*/ 2947145 h 3670596"/>
              <a:gd name="connsiteX3285" fmla="*/ 1874937 w 3886200"/>
              <a:gd name="connsiteY3285" fmla="*/ 2932601 h 3670596"/>
              <a:gd name="connsiteX3286" fmla="*/ 1869751 w 3886200"/>
              <a:gd name="connsiteY3286" fmla="*/ 2925988 h 3670596"/>
              <a:gd name="connsiteX3287" fmla="*/ 1867294 w 3886200"/>
              <a:gd name="connsiteY3287" fmla="*/ 2922854 h 3670596"/>
              <a:gd name="connsiteX3288" fmla="*/ 1853652 w 3886200"/>
              <a:gd name="connsiteY3288" fmla="*/ 2905458 h 3670596"/>
              <a:gd name="connsiteX3289" fmla="*/ 1848132 w 3886200"/>
              <a:gd name="connsiteY3289" fmla="*/ 2898419 h 3670596"/>
              <a:gd name="connsiteX3290" fmla="*/ 1846885 w 3886200"/>
              <a:gd name="connsiteY3290" fmla="*/ 2896827 h 3670596"/>
              <a:gd name="connsiteX3291" fmla="*/ 1845292 w 3886200"/>
              <a:gd name="connsiteY3291" fmla="*/ 2894797 h 3670596"/>
              <a:gd name="connsiteX3292" fmla="*/ 1848132 w 3886200"/>
              <a:gd name="connsiteY3292" fmla="*/ 2898419 h 3670596"/>
              <a:gd name="connsiteX3293" fmla="*/ 1858029 w 3886200"/>
              <a:gd name="connsiteY3293" fmla="*/ 2911042 h 3670596"/>
              <a:gd name="connsiteX3294" fmla="*/ 1867294 w 3886200"/>
              <a:gd name="connsiteY3294" fmla="*/ 2922854 h 3670596"/>
              <a:gd name="connsiteX3295" fmla="*/ 1868149 w 3886200"/>
              <a:gd name="connsiteY3295" fmla="*/ 2923946 h 3670596"/>
              <a:gd name="connsiteX3296" fmla="*/ 1869751 w 3886200"/>
              <a:gd name="connsiteY3296" fmla="*/ 2925988 h 3670596"/>
              <a:gd name="connsiteX3297" fmla="*/ 1870171 w 3886200"/>
              <a:gd name="connsiteY3297" fmla="*/ 2926524 h 3670596"/>
              <a:gd name="connsiteX3298" fmla="*/ 1874937 w 3886200"/>
              <a:gd name="connsiteY3298" fmla="*/ 2932601 h 3670596"/>
              <a:gd name="connsiteX3299" fmla="*/ 1888281 w 3886200"/>
              <a:gd name="connsiteY3299" fmla="*/ 2949620 h 3670596"/>
              <a:gd name="connsiteX3300" fmla="*/ 1921717 w 3886200"/>
              <a:gd name="connsiteY3300" fmla="*/ 2992259 h 3670596"/>
              <a:gd name="connsiteX3301" fmla="*/ 1844111 w 3886200"/>
              <a:gd name="connsiteY3301" fmla="*/ 2956320 h 3670596"/>
              <a:gd name="connsiteX3302" fmla="*/ 1706824 w 3886200"/>
              <a:gd name="connsiteY3302" fmla="*/ 2970330 h 3670596"/>
              <a:gd name="connsiteX3303" fmla="*/ 1754073 w 3886200"/>
              <a:gd name="connsiteY3303" fmla="*/ 3114624 h 3670596"/>
              <a:gd name="connsiteX3304" fmla="*/ 1597528 w 3886200"/>
              <a:gd name="connsiteY3304" fmla="*/ 2999026 h 3670596"/>
              <a:gd name="connsiteX3305" fmla="*/ 1580245 w 3886200"/>
              <a:gd name="connsiteY3305" fmla="*/ 2976986 h 3670596"/>
              <a:gd name="connsiteX3306" fmla="*/ 1575238 w 3886200"/>
              <a:gd name="connsiteY3306" fmla="*/ 2970600 h 3670596"/>
              <a:gd name="connsiteX3307" fmla="*/ 1572053 w 3886200"/>
              <a:gd name="connsiteY3307" fmla="*/ 2966540 h 3670596"/>
              <a:gd name="connsiteX3308" fmla="*/ 1580245 w 3886200"/>
              <a:gd name="connsiteY3308" fmla="*/ 2976986 h 3670596"/>
              <a:gd name="connsiteX3309" fmla="*/ 1594343 w 3886200"/>
              <a:gd name="connsiteY3309" fmla="*/ 2994965 h 3670596"/>
              <a:gd name="connsiteX3310" fmla="*/ 1597528 w 3886200"/>
              <a:gd name="connsiteY3310" fmla="*/ 2999026 h 3670596"/>
              <a:gd name="connsiteX3311" fmla="*/ 1593827 w 3886200"/>
              <a:gd name="connsiteY3311" fmla="*/ 3078348 h 3670596"/>
              <a:gd name="connsiteX3312" fmla="*/ 1324284 w 3886200"/>
              <a:gd name="connsiteY3312" fmla="*/ 3070768 h 3670596"/>
              <a:gd name="connsiteX3313" fmla="*/ 1291415 w 3886200"/>
              <a:gd name="connsiteY3313" fmla="*/ 3196925 h 3670596"/>
              <a:gd name="connsiteX3314" fmla="*/ 1156642 w 3886200"/>
              <a:gd name="connsiteY3314" fmla="*/ 3193136 h 3670596"/>
              <a:gd name="connsiteX3315" fmla="*/ 1083914 w 3886200"/>
              <a:gd name="connsiteY3315" fmla="*/ 3016353 h 3670596"/>
              <a:gd name="connsiteX3316" fmla="*/ 1003792 w 3886200"/>
              <a:gd name="connsiteY3316" fmla="*/ 2998216 h 3670596"/>
              <a:gd name="connsiteX3317" fmla="*/ 1029266 w 3886200"/>
              <a:gd name="connsiteY3317" fmla="*/ 3030702 h 3670596"/>
              <a:gd name="connsiteX3318" fmla="*/ 1005509 w 3886200"/>
              <a:gd name="connsiteY3318" fmla="*/ 3069649 h 3670596"/>
              <a:gd name="connsiteX3319" fmla="*/ 1051043 w 3886200"/>
              <a:gd name="connsiteY3319" fmla="*/ 3142507 h 3670596"/>
              <a:gd name="connsiteX3320" fmla="*/ 1032336 w 3886200"/>
              <a:gd name="connsiteY3320" fmla="*/ 3118653 h 3670596"/>
              <a:gd name="connsiteX3321" fmla="*/ 1000095 w 3886200"/>
              <a:gd name="connsiteY3321" fmla="*/ 3077536 h 3670596"/>
              <a:gd name="connsiteX3322" fmla="*/ 973426 w 3886200"/>
              <a:gd name="connsiteY3322" fmla="*/ 3043527 h 3670596"/>
              <a:gd name="connsiteX3323" fmla="*/ 949144 w 3886200"/>
              <a:gd name="connsiteY3323" fmla="*/ 3012563 h 3670596"/>
              <a:gd name="connsiteX3324" fmla="*/ 944523 w 3886200"/>
              <a:gd name="connsiteY3324" fmla="*/ 3006670 h 3670596"/>
              <a:gd name="connsiteX3325" fmla="*/ 939591 w 3886200"/>
              <a:gd name="connsiteY3325" fmla="*/ 3000380 h 3670596"/>
              <a:gd name="connsiteX3326" fmla="*/ 937494 w 3886200"/>
              <a:gd name="connsiteY3326" fmla="*/ 2997707 h 3670596"/>
              <a:gd name="connsiteX3327" fmla="*/ 929365 w 3886200"/>
              <a:gd name="connsiteY3327" fmla="*/ 2987340 h 3670596"/>
              <a:gd name="connsiteX3328" fmla="*/ 910534 w 3886200"/>
              <a:gd name="connsiteY3328" fmla="*/ 2963324 h 3670596"/>
              <a:gd name="connsiteX3329" fmla="*/ 910071 w 3886200"/>
              <a:gd name="connsiteY3329" fmla="*/ 2962735 h 3670596"/>
              <a:gd name="connsiteX3330" fmla="*/ 898195 w 3886200"/>
              <a:gd name="connsiteY3330" fmla="*/ 2947589 h 3670596"/>
              <a:gd name="connsiteX3331" fmla="*/ 901528 w 3886200"/>
              <a:gd name="connsiteY3331" fmla="*/ 2951840 h 3670596"/>
              <a:gd name="connsiteX3332" fmla="*/ 910071 w 3886200"/>
              <a:gd name="connsiteY3332" fmla="*/ 2962735 h 3670596"/>
              <a:gd name="connsiteX3333" fmla="*/ 929365 w 3886200"/>
              <a:gd name="connsiteY3333" fmla="*/ 2987340 h 3670596"/>
              <a:gd name="connsiteX3334" fmla="*/ 933222 w 3886200"/>
              <a:gd name="connsiteY3334" fmla="*/ 2992259 h 3670596"/>
              <a:gd name="connsiteX3335" fmla="*/ 937494 w 3886200"/>
              <a:gd name="connsiteY3335" fmla="*/ 2997707 h 3670596"/>
              <a:gd name="connsiteX3336" fmla="*/ 944523 w 3886200"/>
              <a:gd name="connsiteY3336" fmla="*/ 3006670 h 3670596"/>
              <a:gd name="connsiteX3337" fmla="*/ 944766 w 3886200"/>
              <a:gd name="connsiteY3337" fmla="*/ 3006980 h 3670596"/>
              <a:gd name="connsiteX3338" fmla="*/ 949144 w 3886200"/>
              <a:gd name="connsiteY3338" fmla="*/ 3012563 h 3670596"/>
              <a:gd name="connsiteX3339" fmla="*/ 961734 w 3886200"/>
              <a:gd name="connsiteY3339" fmla="*/ 3077203 h 3670596"/>
              <a:gd name="connsiteX3340" fmla="*/ 970921 w 3886200"/>
              <a:gd name="connsiteY3340" fmla="*/ 3124372 h 3670596"/>
              <a:gd name="connsiteX3341" fmla="*/ 843544 w 3886200"/>
              <a:gd name="connsiteY3341" fmla="*/ 2961938 h 3670596"/>
              <a:gd name="connsiteX3342" fmla="*/ 770820 w 3886200"/>
              <a:gd name="connsiteY3342" fmla="*/ 2785156 h 3670596"/>
              <a:gd name="connsiteX3343" fmla="*/ 767119 w 3886200"/>
              <a:gd name="connsiteY3343" fmla="*/ 2864478 h 3670596"/>
              <a:gd name="connsiteX3344" fmla="*/ 665221 w 3886200"/>
              <a:gd name="connsiteY3344" fmla="*/ 2734531 h 3670596"/>
              <a:gd name="connsiteX3345" fmla="*/ 440686 w 3886200"/>
              <a:gd name="connsiteY3345" fmla="*/ 2287343 h 3670596"/>
              <a:gd name="connsiteX3346" fmla="*/ 392405 w 3886200"/>
              <a:gd name="connsiteY3346" fmla="*/ 2218552 h 3670596"/>
              <a:gd name="connsiteX3347" fmla="*/ 406920 w 3886200"/>
              <a:gd name="connsiteY3347" fmla="*/ 2237063 h 3670596"/>
              <a:gd name="connsiteX3348" fmla="*/ 405129 w 3886200"/>
              <a:gd name="connsiteY3348" fmla="*/ 2234778 h 3670596"/>
              <a:gd name="connsiteX3349" fmla="*/ 392394 w 3886200"/>
              <a:gd name="connsiteY3349" fmla="*/ 2218537 h 3670596"/>
              <a:gd name="connsiteX3350" fmla="*/ 392388 w 3886200"/>
              <a:gd name="connsiteY3350" fmla="*/ 2218528 h 3670596"/>
              <a:gd name="connsiteX3351" fmla="*/ 368944 w 3886200"/>
              <a:gd name="connsiteY3351" fmla="*/ 2180877 h 3670596"/>
              <a:gd name="connsiteX3352" fmla="*/ 334611 w 3886200"/>
              <a:gd name="connsiteY3352" fmla="*/ 2073943 h 3670596"/>
              <a:gd name="connsiteX3353" fmla="*/ 319667 w 3886200"/>
              <a:gd name="connsiteY3353" fmla="*/ 2041752 h 3670596"/>
              <a:gd name="connsiteX3354" fmla="*/ 326434 w 3886200"/>
              <a:gd name="connsiteY3354" fmla="*/ 2050383 h 3670596"/>
              <a:gd name="connsiteX3355" fmla="*/ 327467 w 3886200"/>
              <a:gd name="connsiteY3355" fmla="*/ 2051700 h 3670596"/>
              <a:gd name="connsiteX3356" fmla="*/ 327858 w 3886200"/>
              <a:gd name="connsiteY3356" fmla="*/ 2052199 h 3670596"/>
              <a:gd name="connsiteX3357" fmla="*/ 335436 w 3886200"/>
              <a:gd name="connsiteY3357" fmla="*/ 2061861 h 3670596"/>
              <a:gd name="connsiteX3358" fmla="*/ 341957 w 3886200"/>
              <a:gd name="connsiteY3358" fmla="*/ 2070179 h 3670596"/>
              <a:gd name="connsiteX3359" fmla="*/ 345141 w 3886200"/>
              <a:gd name="connsiteY3359" fmla="*/ 2074239 h 3670596"/>
              <a:gd name="connsiteX3360" fmla="*/ 370618 w 3886200"/>
              <a:gd name="connsiteY3360" fmla="*/ 2106726 h 3670596"/>
              <a:gd name="connsiteX3361" fmla="*/ 335436 w 3886200"/>
              <a:gd name="connsiteY3361" fmla="*/ 2061861 h 3670596"/>
              <a:gd name="connsiteX3362" fmla="*/ 327467 w 3886200"/>
              <a:gd name="connsiteY3362" fmla="*/ 2051700 h 3670596"/>
              <a:gd name="connsiteX3363" fmla="*/ 319667 w 3886200"/>
              <a:gd name="connsiteY3363" fmla="*/ 2041752 h 3670596"/>
              <a:gd name="connsiteX3364" fmla="*/ 303746 w 3886200"/>
              <a:gd name="connsiteY3364" fmla="*/ 2021449 h 3670596"/>
              <a:gd name="connsiteX3365" fmla="*/ 294193 w 3886200"/>
              <a:gd name="connsiteY3365" fmla="*/ 2009267 h 3670596"/>
              <a:gd name="connsiteX3366" fmla="*/ 170516 w 3886200"/>
              <a:gd name="connsiteY3366" fmla="*/ 1767512 h 3670596"/>
              <a:gd name="connsiteX3367" fmla="*/ 225165 w 3886200"/>
              <a:gd name="connsiteY3367" fmla="*/ 1753163 h 3670596"/>
              <a:gd name="connsiteX3368" fmla="*/ 158293 w 3886200"/>
              <a:gd name="connsiteY3368" fmla="*/ 1667885 h 3670596"/>
              <a:gd name="connsiteX3369" fmla="*/ 148740 w 3886200"/>
              <a:gd name="connsiteY3369" fmla="*/ 1655701 h 3670596"/>
              <a:gd name="connsiteX3370" fmla="*/ 136148 w 3886200"/>
              <a:gd name="connsiteY3370" fmla="*/ 1591065 h 3670596"/>
              <a:gd name="connsiteX3371" fmla="*/ 126961 w 3886200"/>
              <a:gd name="connsiteY3371" fmla="*/ 1543894 h 3670596"/>
              <a:gd name="connsiteX3372" fmla="*/ 50536 w 3886200"/>
              <a:gd name="connsiteY3372" fmla="*/ 1446435 h 3670596"/>
              <a:gd name="connsiteX3373" fmla="*/ 3287 w 3886200"/>
              <a:gd name="connsiteY3373" fmla="*/ 1302139 h 3670596"/>
              <a:gd name="connsiteX3374" fmla="*/ 19209 w 3886200"/>
              <a:gd name="connsiteY3374" fmla="*/ 1322442 h 3670596"/>
              <a:gd name="connsiteX3375" fmla="*/ 28712 w 3886200"/>
              <a:gd name="connsiteY3375" fmla="*/ 1334562 h 3670596"/>
              <a:gd name="connsiteX3376" fmla="*/ 37609 w 3886200"/>
              <a:gd name="connsiteY3376" fmla="*/ 1356253 h 3670596"/>
              <a:gd name="connsiteX3377" fmla="*/ 79712 w 3886200"/>
              <a:gd name="connsiteY3377" fmla="*/ 1399599 h 3670596"/>
              <a:gd name="connsiteX3378" fmla="*/ 39907 w 3886200"/>
              <a:gd name="connsiteY3378" fmla="*/ 1348839 h 3670596"/>
              <a:gd name="connsiteX3379" fmla="*/ 37397 w 3886200"/>
              <a:gd name="connsiteY3379" fmla="*/ 1345638 h 3670596"/>
              <a:gd name="connsiteX3380" fmla="*/ 28712 w 3886200"/>
              <a:gd name="connsiteY3380" fmla="*/ 1334562 h 3670596"/>
              <a:gd name="connsiteX3381" fmla="*/ 19670 w 3886200"/>
              <a:gd name="connsiteY3381" fmla="*/ 1312528 h 3670596"/>
              <a:gd name="connsiteX3382" fmla="*/ 22149 w 3886200"/>
              <a:gd name="connsiteY3382" fmla="*/ 1249212 h 3670596"/>
              <a:gd name="connsiteX3383" fmla="*/ 36323 w 3886200"/>
              <a:gd name="connsiteY3383" fmla="*/ 1264494 h 3670596"/>
              <a:gd name="connsiteX3384" fmla="*/ 76495 w 3886200"/>
              <a:gd name="connsiteY3384" fmla="*/ 1360043 h 3670596"/>
              <a:gd name="connsiteX3385" fmla="*/ 131124 w 3886200"/>
              <a:gd name="connsiteY3385" fmla="*/ 1454658 h 3670596"/>
              <a:gd name="connsiteX3386" fmla="*/ 166557 w 3886200"/>
              <a:gd name="connsiteY3386" fmla="*/ 1505732 h 3670596"/>
              <a:gd name="connsiteX3387" fmla="*/ 156137 w 3886200"/>
              <a:gd name="connsiteY3387" fmla="*/ 1497059 h 3670596"/>
              <a:gd name="connsiteX3388" fmla="*/ 175243 w 3886200"/>
              <a:gd name="connsiteY3388" fmla="*/ 1521424 h 3670596"/>
              <a:gd name="connsiteX3389" fmla="*/ 185508 w 3886200"/>
              <a:gd name="connsiteY3389" fmla="*/ 1534515 h 3670596"/>
              <a:gd name="connsiteX3390" fmla="*/ 182407 w 3886200"/>
              <a:gd name="connsiteY3390" fmla="*/ 1530561 h 3670596"/>
              <a:gd name="connsiteX3391" fmla="*/ 181611 w 3886200"/>
              <a:gd name="connsiteY3391" fmla="*/ 1529545 h 3670596"/>
              <a:gd name="connsiteX3392" fmla="*/ 192870 w 3886200"/>
              <a:gd name="connsiteY3392" fmla="*/ 1543905 h 3670596"/>
              <a:gd name="connsiteX3393" fmla="*/ 203104 w 3886200"/>
              <a:gd name="connsiteY3393" fmla="*/ 1556956 h 3670596"/>
              <a:gd name="connsiteX3394" fmla="*/ 232562 w 3886200"/>
              <a:gd name="connsiteY3394" fmla="*/ 1594519 h 3670596"/>
              <a:gd name="connsiteX3395" fmla="*/ 186445 w 3886200"/>
              <a:gd name="connsiteY3395" fmla="*/ 1534396 h 3670596"/>
              <a:gd name="connsiteX3396" fmla="*/ 166557 w 3886200"/>
              <a:gd name="connsiteY3396" fmla="*/ 1505732 h 3670596"/>
              <a:gd name="connsiteX3397" fmla="*/ 185773 w 3886200"/>
              <a:gd name="connsiteY3397" fmla="*/ 1521720 h 3670596"/>
              <a:gd name="connsiteX3398" fmla="*/ 185311 w 3886200"/>
              <a:gd name="connsiteY3398" fmla="*/ 1450224 h 3670596"/>
              <a:gd name="connsiteX3399" fmla="*/ 259768 w 3886200"/>
              <a:gd name="connsiteY3399" fmla="*/ 1572914 h 3670596"/>
              <a:gd name="connsiteX3400" fmla="*/ 281986 w 3886200"/>
              <a:gd name="connsiteY3400" fmla="*/ 1609525 h 3670596"/>
              <a:gd name="connsiteX3401" fmla="*/ 308987 w 3886200"/>
              <a:gd name="connsiteY3401" fmla="*/ 1691979 h 3670596"/>
              <a:gd name="connsiteX3402" fmla="*/ 410886 w 3886200"/>
              <a:gd name="connsiteY3402" fmla="*/ 1821926 h 3670596"/>
              <a:gd name="connsiteX3403" fmla="*/ 315721 w 3886200"/>
              <a:gd name="connsiteY3403" fmla="*/ 1665113 h 3670596"/>
              <a:gd name="connsiteX3404" fmla="*/ 281986 w 3886200"/>
              <a:gd name="connsiteY3404" fmla="*/ 1609525 h 3670596"/>
              <a:gd name="connsiteX3405" fmla="*/ 281669 w 3886200"/>
              <a:gd name="connsiteY3405" fmla="*/ 1608558 h 3670596"/>
              <a:gd name="connsiteX3406" fmla="*/ 261736 w 3886200"/>
              <a:gd name="connsiteY3406" fmla="*/ 1547685 h 3670596"/>
              <a:gd name="connsiteX3407" fmla="*/ 247199 w 3886200"/>
              <a:gd name="connsiteY3407" fmla="*/ 1497634 h 3670596"/>
              <a:gd name="connsiteX3408" fmla="*/ 277983 w 3886200"/>
              <a:gd name="connsiteY3408" fmla="*/ 1552003 h 3670596"/>
              <a:gd name="connsiteX3409" fmla="*/ 287210 w 3886200"/>
              <a:gd name="connsiteY3409" fmla="*/ 1580170 h 3670596"/>
              <a:gd name="connsiteX3410" fmla="*/ 287332 w 3886200"/>
              <a:gd name="connsiteY3410" fmla="*/ 1568509 h 3670596"/>
              <a:gd name="connsiteX3411" fmla="*/ 277983 w 3886200"/>
              <a:gd name="connsiteY3411" fmla="*/ 1552003 h 3670596"/>
              <a:gd name="connsiteX3412" fmla="*/ 259892 w 3886200"/>
              <a:gd name="connsiteY3412" fmla="*/ 1496751 h 3670596"/>
              <a:gd name="connsiteX3413" fmla="*/ 239957 w 3886200"/>
              <a:gd name="connsiteY3413" fmla="*/ 1435876 h 3670596"/>
              <a:gd name="connsiteX3414" fmla="*/ 185311 w 3886200"/>
              <a:gd name="connsiteY3414" fmla="*/ 1450224 h 3670596"/>
              <a:gd name="connsiteX3415" fmla="*/ 112581 w 3886200"/>
              <a:gd name="connsiteY3415" fmla="*/ 1273442 h 3670596"/>
              <a:gd name="connsiteX3416" fmla="*/ 214481 w 3886200"/>
              <a:gd name="connsiteY3416" fmla="*/ 1403389 h 3670596"/>
              <a:gd name="connsiteX3417" fmla="*/ 230542 w 3886200"/>
              <a:gd name="connsiteY3417" fmla="*/ 1367572 h 3670596"/>
              <a:gd name="connsiteX3418" fmla="*/ 218180 w 3886200"/>
              <a:gd name="connsiteY3418" fmla="*/ 1324068 h 3670596"/>
              <a:gd name="connsiteX3419" fmla="*/ 245498 w 3886200"/>
              <a:gd name="connsiteY3419" fmla="*/ 1407488 h 3670596"/>
              <a:gd name="connsiteX3420" fmla="*/ 265431 w 3886200"/>
              <a:gd name="connsiteY3420" fmla="*/ 1468363 h 3670596"/>
              <a:gd name="connsiteX3421" fmla="*/ 243656 w 3886200"/>
              <a:gd name="connsiteY3421" fmla="*/ 1356555 h 3670596"/>
              <a:gd name="connsiteX3422" fmla="*/ 218180 w 3886200"/>
              <a:gd name="connsiteY3422" fmla="*/ 1324068 h 3670596"/>
              <a:gd name="connsiteX3423" fmla="*/ 199473 w 3886200"/>
              <a:gd name="connsiteY3423" fmla="*/ 1300211 h 3670596"/>
              <a:gd name="connsiteX3424" fmla="*/ 167231 w 3886200"/>
              <a:gd name="connsiteY3424" fmla="*/ 1259095 h 3670596"/>
              <a:gd name="connsiteX3425" fmla="*/ 141755 w 3886200"/>
              <a:gd name="connsiteY3425" fmla="*/ 1226608 h 3670596"/>
              <a:gd name="connsiteX3426" fmla="*/ 81713 w 3886200"/>
              <a:gd name="connsiteY3426" fmla="*/ 1139536 h 3670596"/>
              <a:gd name="connsiteX3427" fmla="*/ 75427 w 3886200"/>
              <a:gd name="connsiteY3427" fmla="*/ 1125905 h 3670596"/>
              <a:gd name="connsiteX3428" fmla="*/ 96584 w 3886200"/>
              <a:gd name="connsiteY3428" fmla="*/ 1119105 h 3670596"/>
              <a:gd name="connsiteX3429" fmla="*/ 110428 w 3886200"/>
              <a:gd name="connsiteY3429" fmla="*/ 1102616 h 3670596"/>
              <a:gd name="connsiteX3430" fmla="*/ 110119 w 3886200"/>
              <a:gd name="connsiteY3430" fmla="*/ 1080669 h 3670596"/>
              <a:gd name="connsiteX3431" fmla="*/ 117162 w 3886200"/>
              <a:gd name="connsiteY3431" fmla="*/ 1075752 h 3670596"/>
              <a:gd name="connsiteX3432" fmla="*/ 123676 w 3886200"/>
              <a:gd name="connsiteY3432" fmla="*/ 1035477 h 3670596"/>
              <a:gd name="connsiteX3433" fmla="*/ 0 w 3886200"/>
              <a:gd name="connsiteY3433" fmla="*/ 793723 h 3670596"/>
              <a:gd name="connsiteX3434" fmla="*/ 58912 w 3886200"/>
              <a:gd name="connsiteY3434" fmla="*/ 868848 h 3670596"/>
              <a:gd name="connsiteX3435" fmla="*/ 76424 w 3886200"/>
              <a:gd name="connsiteY3435" fmla="*/ 891181 h 3670596"/>
              <a:gd name="connsiteX3436" fmla="*/ 76764 w 3886200"/>
              <a:gd name="connsiteY3436" fmla="*/ 891615 h 3670596"/>
              <a:gd name="connsiteX3437" fmla="*/ 101901 w 3886200"/>
              <a:gd name="connsiteY3437" fmla="*/ 923670 h 3670596"/>
              <a:gd name="connsiteX3438" fmla="*/ 104635 w 3886200"/>
              <a:gd name="connsiteY3438" fmla="*/ 927158 h 3670596"/>
              <a:gd name="connsiteX3439" fmla="*/ 110326 w 3886200"/>
              <a:gd name="connsiteY3439" fmla="*/ 934413 h 3670596"/>
              <a:gd name="connsiteX3440" fmla="*/ 112465 w 3886200"/>
              <a:gd name="connsiteY3440" fmla="*/ 937141 h 3670596"/>
              <a:gd name="connsiteX3441" fmla="*/ 112648 w 3886200"/>
              <a:gd name="connsiteY3441" fmla="*/ 937375 h 3670596"/>
              <a:gd name="connsiteX3442" fmla="*/ 114278 w 3886200"/>
              <a:gd name="connsiteY3442" fmla="*/ 939453 h 3670596"/>
              <a:gd name="connsiteX3443" fmla="*/ 118035 w 3886200"/>
              <a:gd name="connsiteY3443" fmla="*/ 944245 h 3670596"/>
              <a:gd name="connsiteX3444" fmla="*/ 120979 w 3886200"/>
              <a:gd name="connsiteY3444" fmla="*/ 947999 h 3670596"/>
              <a:gd name="connsiteX3445" fmla="*/ 120995 w 3886200"/>
              <a:gd name="connsiteY3445" fmla="*/ 948019 h 3670596"/>
              <a:gd name="connsiteX3446" fmla="*/ 127375 w 3886200"/>
              <a:gd name="connsiteY3446" fmla="*/ 956156 h 3670596"/>
              <a:gd name="connsiteX3447" fmla="*/ 137500 w 3886200"/>
              <a:gd name="connsiteY3447" fmla="*/ 969068 h 3670596"/>
              <a:gd name="connsiteX3448" fmla="*/ 146481 w 3886200"/>
              <a:gd name="connsiteY3448" fmla="*/ 980521 h 3670596"/>
              <a:gd name="connsiteX3449" fmla="*/ 148871 w 3886200"/>
              <a:gd name="connsiteY3449" fmla="*/ 983568 h 3670596"/>
              <a:gd name="connsiteX3450" fmla="*/ 137500 w 3886200"/>
              <a:gd name="connsiteY3450" fmla="*/ 969068 h 3670596"/>
              <a:gd name="connsiteX3451" fmla="*/ 134541 w 3886200"/>
              <a:gd name="connsiteY3451" fmla="*/ 965292 h 3670596"/>
              <a:gd name="connsiteX3452" fmla="*/ 127375 w 3886200"/>
              <a:gd name="connsiteY3452" fmla="*/ 956156 h 3670596"/>
              <a:gd name="connsiteX3453" fmla="*/ 140079 w 3886200"/>
              <a:gd name="connsiteY3453" fmla="*/ 936904 h 3670596"/>
              <a:gd name="connsiteX3454" fmla="*/ 159500 w 3886200"/>
              <a:gd name="connsiteY3454" fmla="*/ 965395 h 3670596"/>
              <a:gd name="connsiteX3455" fmla="*/ 152023 w 3886200"/>
              <a:gd name="connsiteY3455" fmla="*/ 963457 h 3670596"/>
              <a:gd name="connsiteX3456" fmla="*/ 152850 w 3886200"/>
              <a:gd name="connsiteY3456" fmla="*/ 988642 h 3670596"/>
              <a:gd name="connsiteX3457" fmla="*/ 160607 w 3886200"/>
              <a:gd name="connsiteY3457" fmla="*/ 967018 h 3670596"/>
              <a:gd name="connsiteX3458" fmla="*/ 159500 w 3886200"/>
              <a:gd name="connsiteY3458" fmla="*/ 965395 h 3670596"/>
              <a:gd name="connsiteX3459" fmla="*/ 163169 w 3886200"/>
              <a:gd name="connsiteY3459" fmla="*/ 966346 h 3670596"/>
              <a:gd name="connsiteX3460" fmla="*/ 205190 w 3886200"/>
              <a:gd name="connsiteY3460" fmla="*/ 1023870 h 3670596"/>
              <a:gd name="connsiteX3461" fmla="*/ 233935 w 3886200"/>
              <a:gd name="connsiteY3461" fmla="*/ 1074232 h 3670596"/>
              <a:gd name="connsiteX3462" fmla="*/ 254751 w 3886200"/>
              <a:gd name="connsiteY3462" fmla="*/ 1118589 h 3670596"/>
              <a:gd name="connsiteX3463" fmla="*/ 246515 w 3886200"/>
              <a:gd name="connsiteY3463" fmla="*/ 1096267 h 3670596"/>
              <a:gd name="connsiteX3464" fmla="*/ 233935 w 3886200"/>
              <a:gd name="connsiteY3464" fmla="*/ 1074232 h 3670596"/>
              <a:gd name="connsiteX3465" fmla="*/ 222337 w 3886200"/>
              <a:gd name="connsiteY3465" fmla="*/ 1049514 h 3670596"/>
              <a:gd name="connsiteX3466" fmla="*/ 158084 w 3886200"/>
              <a:gd name="connsiteY3466" fmla="*/ 912590 h 3670596"/>
              <a:gd name="connsiteX3467" fmla="*/ 156549 w 3886200"/>
              <a:gd name="connsiteY3467" fmla="*/ 909322 h 3670596"/>
              <a:gd name="connsiteX3468" fmla="*/ 166103 w 3886200"/>
              <a:gd name="connsiteY3468" fmla="*/ 921503 h 3670596"/>
              <a:gd name="connsiteX3469" fmla="*/ 232974 w 3886200"/>
              <a:gd name="connsiteY3469" fmla="*/ 1006781 h 3670596"/>
              <a:gd name="connsiteX3470" fmla="*/ 7397 w 3886200"/>
              <a:gd name="connsiteY3470" fmla="*/ 635080 h 3670596"/>
              <a:gd name="connsiteX3471" fmla="*/ 32873 w 3886200"/>
              <a:gd name="connsiteY3471" fmla="*/ 667566 h 3670596"/>
              <a:gd name="connsiteX3472" fmla="*/ 32873 w 3886200"/>
              <a:gd name="connsiteY3472" fmla="*/ 667567 h 3670596"/>
              <a:gd name="connsiteX3473" fmla="*/ 51831 w 3886200"/>
              <a:gd name="connsiteY3473" fmla="*/ 691743 h 3670596"/>
              <a:gd name="connsiteX3474" fmla="*/ 74269 w 3886200"/>
              <a:gd name="connsiteY3474" fmla="*/ 720356 h 3670596"/>
              <a:gd name="connsiteX3475" fmla="*/ 83250 w 3886200"/>
              <a:gd name="connsiteY3475" fmla="*/ 731807 h 3670596"/>
              <a:gd name="connsiteX3476" fmla="*/ 83824 w 3886200"/>
              <a:gd name="connsiteY3476" fmla="*/ 732538 h 3670596"/>
              <a:gd name="connsiteX3477" fmla="*/ 83826 w 3886200"/>
              <a:gd name="connsiteY3477" fmla="*/ 732541 h 3670596"/>
              <a:gd name="connsiteX3478" fmla="*/ 83830 w 3886200"/>
              <a:gd name="connsiteY3478" fmla="*/ 732546 h 3670596"/>
              <a:gd name="connsiteX3479" fmla="*/ 158077 w 3886200"/>
              <a:gd name="connsiteY3479" fmla="*/ 840362 h 3670596"/>
              <a:gd name="connsiteX3480" fmla="*/ 283925 w 3886200"/>
              <a:gd name="connsiteY3480" fmla="*/ 1071753 h 3670596"/>
              <a:gd name="connsiteX3481" fmla="*/ 334874 w 3886200"/>
              <a:gd name="connsiteY3481" fmla="*/ 1136728 h 3670596"/>
              <a:gd name="connsiteX3482" fmla="*/ 360350 w 3886200"/>
              <a:gd name="connsiteY3482" fmla="*/ 1169214 h 3670596"/>
              <a:gd name="connsiteX3483" fmla="*/ 367513 w 3886200"/>
              <a:gd name="connsiteY3483" fmla="*/ 1178350 h 3670596"/>
              <a:gd name="connsiteX3484" fmla="*/ 383273 w 3886200"/>
              <a:gd name="connsiteY3484" fmla="*/ 1198449 h 3670596"/>
              <a:gd name="connsiteX3485" fmla="*/ 385027 w 3886200"/>
              <a:gd name="connsiteY3485" fmla="*/ 1200686 h 3670596"/>
              <a:gd name="connsiteX3486" fmla="*/ 385824 w 3886200"/>
              <a:gd name="connsiteY3486" fmla="*/ 1201700 h 3670596"/>
              <a:gd name="connsiteX3487" fmla="*/ 383273 w 3886200"/>
              <a:gd name="connsiteY3487" fmla="*/ 1198449 h 3670596"/>
              <a:gd name="connsiteX3488" fmla="*/ 360350 w 3886200"/>
              <a:gd name="connsiteY3488" fmla="*/ 1169214 h 3670596"/>
              <a:gd name="connsiteX3489" fmla="*/ 362487 w 3886200"/>
              <a:gd name="connsiteY3489" fmla="*/ 1123356 h 3670596"/>
              <a:gd name="connsiteX3490" fmla="*/ 363584 w 3886200"/>
              <a:gd name="connsiteY3490" fmla="*/ 1099807 h 3670596"/>
              <a:gd name="connsiteX3491" fmla="*/ 364047 w 3886200"/>
              <a:gd name="connsiteY3491" fmla="*/ 1089893 h 3670596"/>
              <a:gd name="connsiteX3492" fmla="*/ 371630 w 3886200"/>
              <a:gd name="connsiteY3492" fmla="*/ 1099564 h 3670596"/>
              <a:gd name="connsiteX3493" fmla="*/ 373598 w 3886200"/>
              <a:gd name="connsiteY3493" fmla="*/ 1102075 h 3670596"/>
              <a:gd name="connsiteX3494" fmla="*/ 374657 w 3886200"/>
              <a:gd name="connsiteY3494" fmla="*/ 1103426 h 3670596"/>
              <a:gd name="connsiteX3495" fmla="*/ 383842 w 3886200"/>
              <a:gd name="connsiteY3495" fmla="*/ 1115134 h 3670596"/>
              <a:gd name="connsiteX3496" fmla="*/ 389524 w 3886200"/>
              <a:gd name="connsiteY3496" fmla="*/ 1122380 h 3670596"/>
              <a:gd name="connsiteX3497" fmla="*/ 386340 w 3886200"/>
              <a:gd name="connsiteY3497" fmla="*/ 1118319 h 3670596"/>
              <a:gd name="connsiteX3498" fmla="*/ 383842 w 3886200"/>
              <a:gd name="connsiteY3498" fmla="*/ 1115134 h 3670596"/>
              <a:gd name="connsiteX3499" fmla="*/ 374707 w 3886200"/>
              <a:gd name="connsiteY3499" fmla="*/ 1103485 h 3670596"/>
              <a:gd name="connsiteX3500" fmla="*/ 374795 w 3886200"/>
              <a:gd name="connsiteY3500" fmla="*/ 1103597 h 3670596"/>
              <a:gd name="connsiteX3501" fmla="*/ 364047 w 3886200"/>
              <a:gd name="connsiteY3501" fmla="*/ 1089892 h 3670596"/>
              <a:gd name="connsiteX3502" fmla="*/ 360863 w 3886200"/>
              <a:gd name="connsiteY3502" fmla="*/ 1085830 h 3670596"/>
              <a:gd name="connsiteX3503" fmla="*/ 352018 w 3886200"/>
              <a:gd name="connsiteY3503" fmla="*/ 1074549 h 3670596"/>
              <a:gd name="connsiteX3504" fmla="*/ 351738 w 3886200"/>
              <a:gd name="connsiteY3504" fmla="*/ 1074193 h 3670596"/>
              <a:gd name="connsiteX3505" fmla="*/ 350879 w 3886200"/>
              <a:gd name="connsiteY3505" fmla="*/ 1073098 h 3670596"/>
              <a:gd name="connsiteX3506" fmla="*/ 334593 w 3886200"/>
              <a:gd name="connsiteY3506" fmla="*/ 1052330 h 3670596"/>
              <a:gd name="connsiteX3507" fmla="*/ 330876 w 3886200"/>
              <a:gd name="connsiteY3507" fmla="*/ 1047591 h 3670596"/>
              <a:gd name="connsiteX3508" fmla="*/ 322652 w 3886200"/>
              <a:gd name="connsiteY3508" fmla="*/ 1037102 h 3670596"/>
              <a:gd name="connsiteX3509" fmla="*/ 317850 w 3886200"/>
              <a:gd name="connsiteY3509" fmla="*/ 1030981 h 3670596"/>
              <a:gd name="connsiteX3510" fmla="*/ 316470 w 3886200"/>
              <a:gd name="connsiteY3510" fmla="*/ 1029221 h 3670596"/>
              <a:gd name="connsiteX3511" fmla="*/ 314292 w 3886200"/>
              <a:gd name="connsiteY3511" fmla="*/ 1026441 h 3670596"/>
              <a:gd name="connsiteX3512" fmla="*/ 313097 w 3886200"/>
              <a:gd name="connsiteY3512" fmla="*/ 1024919 h 3670596"/>
              <a:gd name="connsiteX3513" fmla="*/ 418693 w 3886200"/>
              <a:gd name="connsiteY3513" fmla="*/ 1075545 h 3670596"/>
              <a:gd name="connsiteX3514" fmla="*/ 428769 w 3886200"/>
              <a:gd name="connsiteY3514" fmla="*/ 1076572 h 3670596"/>
              <a:gd name="connsiteX3515" fmla="*/ 403534 w 3886200"/>
              <a:gd name="connsiteY3515" fmla="*/ 1026503 h 3670596"/>
              <a:gd name="connsiteX3516" fmla="*/ 410085 w 3886200"/>
              <a:gd name="connsiteY3516" fmla="*/ 1015981 h 3670596"/>
              <a:gd name="connsiteX3517" fmla="*/ 420856 w 3886200"/>
              <a:gd name="connsiteY3517" fmla="*/ 998693 h 3670596"/>
              <a:gd name="connsiteX3518" fmla="*/ 422393 w 3886200"/>
              <a:gd name="connsiteY3518" fmla="*/ 996222 h 3670596"/>
              <a:gd name="connsiteX3519" fmla="*/ 428762 w 3886200"/>
              <a:gd name="connsiteY3519" fmla="*/ 1004343 h 3670596"/>
              <a:gd name="connsiteX3520" fmla="*/ 425182 w 3886200"/>
              <a:gd name="connsiteY3520" fmla="*/ 999776 h 3670596"/>
              <a:gd name="connsiteX3521" fmla="*/ 422393 w 3886200"/>
              <a:gd name="connsiteY3521" fmla="*/ 996220 h 3670596"/>
              <a:gd name="connsiteX3522" fmla="*/ 422372 w 3886200"/>
              <a:gd name="connsiteY3522" fmla="*/ 996195 h 3670596"/>
              <a:gd name="connsiteX3523" fmla="*/ 422330 w 3886200"/>
              <a:gd name="connsiteY3523" fmla="*/ 996142 h 3670596"/>
              <a:gd name="connsiteX3524" fmla="*/ 396026 w 3886200"/>
              <a:gd name="connsiteY3524" fmla="*/ 961832 h 3670596"/>
              <a:gd name="connsiteX3525" fmla="*/ 395384 w 3886200"/>
              <a:gd name="connsiteY3525" fmla="*/ 960467 h 3670596"/>
              <a:gd name="connsiteX3526" fmla="*/ 389819 w 3886200"/>
              <a:gd name="connsiteY3526" fmla="*/ 948606 h 3670596"/>
              <a:gd name="connsiteX3527" fmla="*/ 397099 w 3886200"/>
              <a:gd name="connsiteY3527" fmla="*/ 950834 h 3670596"/>
              <a:gd name="connsiteX3528" fmla="*/ 375142 w 3886200"/>
              <a:gd name="connsiteY3528" fmla="*/ 851927 h 3670596"/>
              <a:gd name="connsiteX3529" fmla="*/ 376733 w 3886200"/>
              <a:gd name="connsiteY3529" fmla="*/ 853958 h 3670596"/>
              <a:gd name="connsiteX3530" fmla="*/ 379062 w 3886200"/>
              <a:gd name="connsiteY3530" fmla="*/ 856929 h 3670596"/>
              <a:gd name="connsiteX3531" fmla="*/ 385264 w 3886200"/>
              <a:gd name="connsiteY3531" fmla="*/ 864837 h 3670596"/>
              <a:gd name="connsiteX3532" fmla="*/ 393433 w 3886200"/>
              <a:gd name="connsiteY3532" fmla="*/ 875251 h 3670596"/>
              <a:gd name="connsiteX3533" fmla="*/ 400618 w 3886200"/>
              <a:gd name="connsiteY3533" fmla="*/ 884420 h 3670596"/>
              <a:gd name="connsiteX3534" fmla="*/ 459006 w 3886200"/>
              <a:gd name="connsiteY3534" fmla="*/ 970694 h 3670596"/>
              <a:gd name="connsiteX3535" fmla="*/ 502518 w 3886200"/>
              <a:gd name="connsiteY3535" fmla="*/ 1014361 h 3670596"/>
              <a:gd name="connsiteX3536" fmla="*/ 486538 w 3886200"/>
              <a:gd name="connsiteY3536" fmla="*/ 993984 h 3670596"/>
              <a:gd name="connsiteX3537" fmla="*/ 487393 w 3886200"/>
              <a:gd name="connsiteY3537" fmla="*/ 995071 h 3670596"/>
              <a:gd name="connsiteX3538" fmla="*/ 484569 w 3886200"/>
              <a:gd name="connsiteY3538" fmla="*/ 991472 h 3670596"/>
              <a:gd name="connsiteX3539" fmla="*/ 484124 w 3886200"/>
              <a:gd name="connsiteY3539" fmla="*/ 990903 h 3670596"/>
              <a:gd name="connsiteX3540" fmla="*/ 484209 w 3886200"/>
              <a:gd name="connsiteY3540" fmla="*/ 991011 h 3670596"/>
              <a:gd name="connsiteX3541" fmla="*/ 483581 w 3886200"/>
              <a:gd name="connsiteY3541" fmla="*/ 990209 h 3670596"/>
              <a:gd name="connsiteX3542" fmla="*/ 483460 w 3886200"/>
              <a:gd name="connsiteY3542" fmla="*/ 990056 h 3670596"/>
              <a:gd name="connsiteX3543" fmla="*/ 483293 w 3886200"/>
              <a:gd name="connsiteY3543" fmla="*/ 989843 h 3670596"/>
              <a:gd name="connsiteX3544" fmla="*/ 482722 w 3886200"/>
              <a:gd name="connsiteY3544" fmla="*/ 989114 h 3670596"/>
              <a:gd name="connsiteX3545" fmla="*/ 479288 w 3886200"/>
              <a:gd name="connsiteY3545" fmla="*/ 984736 h 3670596"/>
              <a:gd name="connsiteX3546" fmla="*/ 479256 w 3886200"/>
              <a:gd name="connsiteY3546" fmla="*/ 984696 h 3670596"/>
              <a:gd name="connsiteX3547" fmla="*/ 478692 w 3886200"/>
              <a:gd name="connsiteY3547" fmla="*/ 983976 h 3670596"/>
              <a:gd name="connsiteX3548" fmla="*/ 477043 w 3886200"/>
              <a:gd name="connsiteY3548" fmla="*/ 981874 h 3670596"/>
              <a:gd name="connsiteX3549" fmla="*/ 474045 w 3886200"/>
              <a:gd name="connsiteY3549" fmla="*/ 978050 h 3670596"/>
              <a:gd name="connsiteX3550" fmla="*/ 473616 w 3886200"/>
              <a:gd name="connsiteY3550" fmla="*/ 977503 h 3670596"/>
              <a:gd name="connsiteX3551" fmla="*/ 472156 w 3886200"/>
              <a:gd name="connsiteY3551" fmla="*/ 975640 h 3670596"/>
              <a:gd name="connsiteX3552" fmla="*/ 470828 w 3886200"/>
              <a:gd name="connsiteY3552" fmla="*/ 973948 h 3670596"/>
              <a:gd name="connsiteX3553" fmla="*/ 469293 w 3886200"/>
              <a:gd name="connsiteY3553" fmla="*/ 971990 h 3670596"/>
              <a:gd name="connsiteX3554" fmla="*/ 468206 w 3886200"/>
              <a:gd name="connsiteY3554" fmla="*/ 970605 h 3670596"/>
              <a:gd name="connsiteX3555" fmla="*/ 466894 w 3886200"/>
              <a:gd name="connsiteY3555" fmla="*/ 968931 h 3670596"/>
              <a:gd name="connsiteX3556" fmla="*/ 466644 w 3886200"/>
              <a:gd name="connsiteY3556" fmla="*/ 968612 h 3670596"/>
              <a:gd name="connsiteX3557" fmla="*/ 466615 w 3886200"/>
              <a:gd name="connsiteY3557" fmla="*/ 968575 h 3670596"/>
              <a:gd name="connsiteX3558" fmla="*/ 466196 w 3886200"/>
              <a:gd name="connsiteY3558" fmla="*/ 968041 h 3670596"/>
              <a:gd name="connsiteX3559" fmla="*/ 465426 w 3886200"/>
              <a:gd name="connsiteY3559" fmla="*/ 967060 h 3670596"/>
              <a:gd name="connsiteX3560" fmla="*/ 464058 w 3886200"/>
              <a:gd name="connsiteY3560" fmla="*/ 965314 h 3670596"/>
              <a:gd name="connsiteX3561" fmla="*/ 453649 w 3886200"/>
              <a:gd name="connsiteY3561" fmla="*/ 952041 h 3670596"/>
              <a:gd name="connsiteX3562" fmla="*/ 450832 w 3886200"/>
              <a:gd name="connsiteY3562" fmla="*/ 948448 h 3670596"/>
              <a:gd name="connsiteX3563" fmla="*/ 445164 w 3886200"/>
              <a:gd name="connsiteY3563" fmla="*/ 941220 h 3670596"/>
              <a:gd name="connsiteX3564" fmla="*/ 443256 w 3886200"/>
              <a:gd name="connsiteY3564" fmla="*/ 938787 h 3670596"/>
              <a:gd name="connsiteX3565" fmla="*/ 443236 w 3886200"/>
              <a:gd name="connsiteY3565" fmla="*/ 938763 h 3670596"/>
              <a:gd name="connsiteX3566" fmla="*/ 443210 w 3886200"/>
              <a:gd name="connsiteY3566" fmla="*/ 938728 h 3670596"/>
              <a:gd name="connsiteX3567" fmla="*/ 435893 w 3886200"/>
              <a:gd name="connsiteY3567" fmla="*/ 929397 h 3670596"/>
              <a:gd name="connsiteX3568" fmla="*/ 435646 w 3886200"/>
              <a:gd name="connsiteY3568" fmla="*/ 929082 h 3670596"/>
              <a:gd name="connsiteX3569" fmla="*/ 435607 w 3886200"/>
              <a:gd name="connsiteY3569" fmla="*/ 929033 h 3670596"/>
              <a:gd name="connsiteX3570" fmla="*/ 434395 w 3886200"/>
              <a:gd name="connsiteY3570" fmla="*/ 927487 h 3670596"/>
              <a:gd name="connsiteX3571" fmla="*/ 434055 w 3886200"/>
              <a:gd name="connsiteY3571" fmla="*/ 927053 h 3670596"/>
              <a:gd name="connsiteX3572" fmla="*/ 432624 w 3886200"/>
              <a:gd name="connsiteY3572" fmla="*/ 925229 h 3670596"/>
              <a:gd name="connsiteX3573" fmla="*/ 429342 w 3886200"/>
              <a:gd name="connsiteY3573" fmla="*/ 921043 h 3670596"/>
              <a:gd name="connsiteX3574" fmla="*/ 426093 w 3886200"/>
              <a:gd name="connsiteY3574" fmla="*/ 916900 h 3670596"/>
              <a:gd name="connsiteX3575" fmla="*/ 442956 w 3886200"/>
              <a:gd name="connsiteY3575" fmla="*/ 889823 h 3670596"/>
              <a:gd name="connsiteX3576" fmla="*/ 455265 w 3886200"/>
              <a:gd name="connsiteY3576" fmla="*/ 870066 h 3670596"/>
              <a:gd name="connsiteX3577" fmla="*/ 378840 w 3886200"/>
              <a:gd name="connsiteY3577" fmla="*/ 772605 h 3670596"/>
              <a:gd name="connsiteX3578" fmla="*/ 453392 w 3886200"/>
              <a:gd name="connsiteY3578" fmla="*/ 843549 h 3670596"/>
              <a:gd name="connsiteX3579" fmla="*/ 466530 w 3886200"/>
              <a:gd name="connsiteY3579" fmla="*/ 871895 h 3670596"/>
              <a:gd name="connsiteX3580" fmla="*/ 465281 w 3886200"/>
              <a:gd name="connsiteY3580" fmla="*/ 872333 h 3670596"/>
              <a:gd name="connsiteX3581" fmla="*/ 480739 w 3886200"/>
              <a:gd name="connsiteY3581" fmla="*/ 902552 h 3670596"/>
              <a:gd name="connsiteX3582" fmla="*/ 466530 w 3886200"/>
              <a:gd name="connsiteY3582" fmla="*/ 871895 h 3670596"/>
              <a:gd name="connsiteX3583" fmla="*/ 471444 w 3886200"/>
              <a:gd name="connsiteY3583" fmla="*/ 870180 h 3670596"/>
              <a:gd name="connsiteX3584" fmla="*/ 460579 w 3886200"/>
              <a:gd name="connsiteY3584" fmla="*/ 820543 h 3670596"/>
              <a:gd name="connsiteX3585" fmla="*/ 459042 w 3886200"/>
              <a:gd name="connsiteY3585" fmla="*/ 817008 h 3670596"/>
              <a:gd name="connsiteX3586" fmla="*/ 467130 w 3886200"/>
              <a:gd name="connsiteY3586" fmla="*/ 832671 h 3670596"/>
              <a:gd name="connsiteX3587" fmla="*/ 484439 w 3886200"/>
              <a:gd name="connsiteY3587" fmla="*/ 823231 h 3670596"/>
              <a:gd name="connsiteX3588" fmla="*/ 437187 w 3886200"/>
              <a:gd name="connsiteY3588" fmla="*/ 678936 h 3670596"/>
              <a:gd name="connsiteX3589" fmla="*/ 501747 w 3886200"/>
              <a:gd name="connsiteY3589" fmla="*/ 718526 h 3670596"/>
              <a:gd name="connsiteX3590" fmla="*/ 494132 w 3886200"/>
              <a:gd name="connsiteY3590" fmla="*/ 708410 h 3670596"/>
              <a:gd name="connsiteX3591" fmla="*/ 487953 w 3886200"/>
              <a:gd name="connsiteY3591" fmla="*/ 675830 h 3670596"/>
              <a:gd name="connsiteX3592" fmla="*/ 505989 w 3886200"/>
              <a:gd name="connsiteY3592" fmla="*/ 721128 h 3670596"/>
              <a:gd name="connsiteX3593" fmla="*/ 510575 w 3886200"/>
              <a:gd name="connsiteY3593" fmla="*/ 723939 h 3670596"/>
              <a:gd name="connsiteX3594" fmla="*/ 527510 w 3886200"/>
              <a:gd name="connsiteY3594" fmla="*/ 738541 h 3670596"/>
              <a:gd name="connsiteX3595" fmla="*/ 528273 w 3886200"/>
              <a:gd name="connsiteY3595" fmla="*/ 734135 h 3670596"/>
              <a:gd name="connsiteX3596" fmla="*/ 553783 w 3886200"/>
              <a:gd name="connsiteY3596" fmla="*/ 704622 h 3670596"/>
              <a:gd name="connsiteX3597" fmla="*/ 586701 w 3886200"/>
              <a:gd name="connsiteY3597" fmla="*/ 719021 h 3670596"/>
              <a:gd name="connsiteX3598" fmla="*/ 582621 w 3886200"/>
              <a:gd name="connsiteY3598" fmla="*/ 695462 h 3670596"/>
              <a:gd name="connsiteX3599" fmla="*/ 611646 w 3886200"/>
              <a:gd name="connsiteY3599" fmla="*/ 741135 h 3670596"/>
              <a:gd name="connsiteX3600" fmla="*/ 619615 w 3886200"/>
              <a:gd name="connsiteY3600" fmla="*/ 733417 h 3670596"/>
              <a:gd name="connsiteX3601" fmla="*/ 597958 w 3886200"/>
              <a:gd name="connsiteY3601" fmla="*/ 693006 h 3670596"/>
              <a:gd name="connsiteX3602" fmla="*/ 591062 w 3886200"/>
              <a:gd name="connsiteY3602" fmla="*/ 683273 h 3670596"/>
              <a:gd name="connsiteX3603" fmla="*/ 602956 w 3886200"/>
              <a:gd name="connsiteY3603" fmla="*/ 695319 h 3670596"/>
              <a:gd name="connsiteX3604" fmla="*/ 607257 w 3886200"/>
              <a:gd name="connsiteY3604" fmla="*/ 668255 h 3670596"/>
              <a:gd name="connsiteX3605" fmla="*/ 582549 w 3886200"/>
              <a:gd name="connsiteY3605" fmla="*/ 537934 h 3670596"/>
              <a:gd name="connsiteX3606" fmla="*/ 584285 w 3886200"/>
              <a:gd name="connsiteY3606" fmla="*/ 547098 h 3670596"/>
              <a:gd name="connsiteX3607" fmla="*/ 586460 w 3886200"/>
              <a:gd name="connsiteY3607" fmla="*/ 558553 h 3670596"/>
              <a:gd name="connsiteX3608" fmla="*/ 587181 w 3886200"/>
              <a:gd name="connsiteY3608" fmla="*/ 562370 h 3670596"/>
              <a:gd name="connsiteX3609" fmla="*/ 587762 w 3886200"/>
              <a:gd name="connsiteY3609" fmla="*/ 565425 h 3670596"/>
              <a:gd name="connsiteX3610" fmla="*/ 586460 w 3886200"/>
              <a:gd name="connsiteY3610" fmla="*/ 558553 h 3670596"/>
              <a:gd name="connsiteX3611" fmla="*/ 582549 w 3886200"/>
              <a:gd name="connsiteY3611" fmla="*/ 537934 h 3670596"/>
              <a:gd name="connsiteX3612" fmla="*/ 576372 w 3886200"/>
              <a:gd name="connsiteY3612" fmla="*/ 505354 h 3670596"/>
              <a:gd name="connsiteX3613" fmla="*/ 708034 w 3886200"/>
              <a:gd name="connsiteY3613" fmla="*/ 562942 h 3670596"/>
              <a:gd name="connsiteX3614" fmla="*/ 720691 w 3886200"/>
              <a:gd name="connsiteY3614" fmla="*/ 573730 h 3670596"/>
              <a:gd name="connsiteX3615" fmla="*/ 703399 w 3886200"/>
              <a:gd name="connsiteY3615" fmla="*/ 538507 h 3670596"/>
              <a:gd name="connsiteX3616" fmla="*/ 707261 w 3886200"/>
              <a:gd name="connsiteY3616" fmla="*/ 558868 h 3670596"/>
              <a:gd name="connsiteX3617" fmla="*/ 708034 w 3886200"/>
              <a:gd name="connsiteY3617" fmla="*/ 562942 h 3670596"/>
              <a:gd name="connsiteX3618" fmla="*/ 678626 w 3886200"/>
              <a:gd name="connsiteY3618" fmla="*/ 492323 h 3670596"/>
              <a:gd name="connsiteX3619" fmla="*/ 686688 w 3886200"/>
              <a:gd name="connsiteY3619" fmla="*/ 506337 h 3670596"/>
              <a:gd name="connsiteX3620" fmla="*/ 703399 w 3886200"/>
              <a:gd name="connsiteY3620" fmla="*/ 538505 h 3670596"/>
              <a:gd name="connsiteX3621" fmla="*/ 701855 w 3886200"/>
              <a:gd name="connsiteY3621" fmla="*/ 530362 h 3670596"/>
              <a:gd name="connsiteX3622" fmla="*/ 683323 w 3886200"/>
              <a:gd name="connsiteY3622" fmla="*/ 432620 h 3670596"/>
              <a:gd name="connsiteX3623" fmla="*/ 761508 w 3886200"/>
              <a:gd name="connsiteY3623" fmla="*/ 526575 h 3670596"/>
              <a:gd name="connsiteX3624" fmla="*/ 802046 w 3886200"/>
              <a:gd name="connsiteY3624" fmla="*/ 448717 h 3670596"/>
              <a:gd name="connsiteX3625" fmla="*/ 799501 w 3886200"/>
              <a:gd name="connsiteY3625" fmla="*/ 419550 h 3670596"/>
              <a:gd name="connsiteX3626" fmla="*/ 801212 w 3886200"/>
              <a:gd name="connsiteY3626" fmla="*/ 422560 h 3670596"/>
              <a:gd name="connsiteX3627" fmla="*/ 802627 w 3886200"/>
              <a:gd name="connsiteY3627" fmla="*/ 425047 h 3670596"/>
              <a:gd name="connsiteX3628" fmla="*/ 796451 w 3886200"/>
              <a:gd name="connsiteY3628" fmla="*/ 392466 h 3670596"/>
              <a:gd name="connsiteX3629" fmla="*/ 790274 w 3886200"/>
              <a:gd name="connsiteY3629" fmla="*/ 359886 h 3670596"/>
              <a:gd name="connsiteX3630" fmla="*/ 791000 w 3886200"/>
              <a:gd name="connsiteY3630" fmla="*/ 361327 h 3670596"/>
              <a:gd name="connsiteX3631" fmla="*/ 798445 w 3886200"/>
              <a:gd name="connsiteY3631" fmla="*/ 398006 h 3670596"/>
              <a:gd name="connsiteX3632" fmla="*/ 868459 w 3886200"/>
              <a:gd name="connsiteY3632" fmla="*/ 453839 h 3670596"/>
              <a:gd name="connsiteX3633" fmla="*/ 802362 w 3886200"/>
              <a:gd name="connsiteY3633" fmla="*/ 383847 h 3670596"/>
              <a:gd name="connsiteX3634" fmla="*/ 791000 w 3886200"/>
              <a:gd name="connsiteY3634" fmla="*/ 361327 h 3670596"/>
              <a:gd name="connsiteX3635" fmla="*/ 784095 w 3886200"/>
              <a:gd name="connsiteY3635" fmla="*/ 327304 h 3670596"/>
              <a:gd name="connsiteX3636" fmla="*/ 777920 w 3886200"/>
              <a:gd name="connsiteY3636" fmla="*/ 294726 h 3670596"/>
              <a:gd name="connsiteX3637" fmla="*/ 862282 w 3886200"/>
              <a:gd name="connsiteY3637" fmla="*/ 421260 h 3670596"/>
              <a:gd name="connsiteX3638" fmla="*/ 843751 w 3886200"/>
              <a:gd name="connsiteY3638" fmla="*/ 323519 h 3670596"/>
              <a:gd name="connsiteX3639" fmla="*/ 909578 w 3886200"/>
              <a:gd name="connsiteY3639" fmla="*/ 352312 h 3670596"/>
              <a:gd name="connsiteX3640" fmla="*/ 932168 w 3886200"/>
              <a:gd name="connsiteY3640" fmla="*/ 153044 h 3670596"/>
              <a:gd name="connsiteX3641" fmla="*/ 1016529 w 3886200"/>
              <a:gd name="connsiteY3641" fmla="*/ 279577 h 3670596"/>
              <a:gd name="connsiteX3642" fmla="*/ 1039672 w 3886200"/>
              <a:gd name="connsiteY3642" fmla="*/ 282229 h 3670596"/>
              <a:gd name="connsiteX3643" fmla="*/ 1033071 w 3886200"/>
              <a:gd name="connsiteY3643" fmla="*/ 267679 h 3670596"/>
              <a:gd name="connsiteX3644" fmla="*/ 1034808 w 3886200"/>
              <a:gd name="connsiteY3644" fmla="*/ 270882 h 3670596"/>
              <a:gd name="connsiteX3645" fmla="*/ 1068485 w 3886200"/>
              <a:gd name="connsiteY3645" fmla="*/ 312922 h 3670596"/>
              <a:gd name="connsiteX3646" fmla="*/ 1074216 w 3886200"/>
              <a:gd name="connsiteY3646" fmla="*/ 312917 h 3670596"/>
              <a:gd name="connsiteX3647" fmla="*/ 1088539 w 3886200"/>
              <a:gd name="connsiteY3647" fmla="*/ 340951 h 3670596"/>
              <a:gd name="connsiteX3648" fmla="*/ 1075676 w 3886200"/>
              <a:gd name="connsiteY3648" fmla="*/ 312915 h 3670596"/>
              <a:gd name="connsiteX3649" fmla="*/ 1074216 w 3886200"/>
              <a:gd name="connsiteY3649" fmla="*/ 312917 h 3670596"/>
              <a:gd name="connsiteX3650" fmla="*/ 1060976 w 3886200"/>
              <a:gd name="connsiteY3650" fmla="*/ 286995 h 3670596"/>
              <a:gd name="connsiteX3651" fmla="*/ 1063830 w 3886200"/>
              <a:gd name="connsiteY3651" fmla="*/ 210630 h 3670596"/>
              <a:gd name="connsiteX3652" fmla="*/ 1082361 w 3886200"/>
              <a:gd name="connsiteY3652" fmla="*/ 308370 h 3670596"/>
              <a:gd name="connsiteX3653" fmla="*/ 1110134 w 3886200"/>
              <a:gd name="connsiteY3653" fmla="*/ 320517 h 3670596"/>
              <a:gd name="connsiteX3654" fmla="*/ 1148191 w 3886200"/>
              <a:gd name="connsiteY3654" fmla="*/ 337163 h 3670596"/>
              <a:gd name="connsiteX3655" fmla="*/ 1148641 w 3886200"/>
              <a:gd name="connsiteY3655" fmla="*/ 339537 h 3670596"/>
              <a:gd name="connsiteX3656" fmla="*/ 1148663 w 3886200"/>
              <a:gd name="connsiteY3656" fmla="*/ 339655 h 3670596"/>
              <a:gd name="connsiteX3657" fmla="*/ 1148757 w 3886200"/>
              <a:gd name="connsiteY3657" fmla="*/ 340149 h 3670596"/>
              <a:gd name="connsiteX3658" fmla="*/ 1148947 w 3886200"/>
              <a:gd name="connsiteY3658" fmla="*/ 341154 h 3670596"/>
              <a:gd name="connsiteX3659" fmla="*/ 1148948 w 3886200"/>
              <a:gd name="connsiteY3659" fmla="*/ 341160 h 3670596"/>
              <a:gd name="connsiteX3660" fmla="*/ 1148972 w 3886200"/>
              <a:gd name="connsiteY3660" fmla="*/ 341281 h 3670596"/>
              <a:gd name="connsiteX3661" fmla="*/ 1149021 w 3886200"/>
              <a:gd name="connsiteY3661" fmla="*/ 341544 h 3670596"/>
              <a:gd name="connsiteX3662" fmla="*/ 1149043 w 3886200"/>
              <a:gd name="connsiteY3662" fmla="*/ 341657 h 3670596"/>
              <a:gd name="connsiteX3663" fmla="*/ 1149171 w 3886200"/>
              <a:gd name="connsiteY3663" fmla="*/ 342330 h 3670596"/>
              <a:gd name="connsiteX3664" fmla="*/ 1150121 w 3886200"/>
              <a:gd name="connsiteY3664" fmla="*/ 347345 h 3670596"/>
              <a:gd name="connsiteX3665" fmla="*/ 1152738 w 3886200"/>
              <a:gd name="connsiteY3665" fmla="*/ 361150 h 3670596"/>
              <a:gd name="connsiteX3666" fmla="*/ 1153381 w 3886200"/>
              <a:gd name="connsiteY3666" fmla="*/ 364540 h 3670596"/>
              <a:gd name="connsiteX3667" fmla="*/ 1153785 w 3886200"/>
              <a:gd name="connsiteY3667" fmla="*/ 366677 h 3670596"/>
              <a:gd name="connsiteX3668" fmla="*/ 1154366 w 3886200"/>
              <a:gd name="connsiteY3668" fmla="*/ 369744 h 3670596"/>
              <a:gd name="connsiteX3669" fmla="*/ 1155392 w 3886200"/>
              <a:gd name="connsiteY3669" fmla="*/ 375150 h 3670596"/>
              <a:gd name="connsiteX3670" fmla="*/ 1158502 w 3886200"/>
              <a:gd name="connsiteY3670" fmla="*/ 391555 h 3670596"/>
              <a:gd name="connsiteX3671" fmla="*/ 1159718 w 3886200"/>
              <a:gd name="connsiteY3671" fmla="*/ 397963 h 3670596"/>
              <a:gd name="connsiteX3672" fmla="*/ 1159985 w 3886200"/>
              <a:gd name="connsiteY3672" fmla="*/ 399372 h 3670596"/>
              <a:gd name="connsiteX3673" fmla="*/ 1159987 w 3886200"/>
              <a:gd name="connsiteY3673" fmla="*/ 399381 h 3670596"/>
              <a:gd name="connsiteX3674" fmla="*/ 1159991 w 3886200"/>
              <a:gd name="connsiteY3674" fmla="*/ 399404 h 3670596"/>
              <a:gd name="connsiteX3675" fmla="*/ 1159992 w 3886200"/>
              <a:gd name="connsiteY3675" fmla="*/ 399411 h 3670596"/>
              <a:gd name="connsiteX3676" fmla="*/ 1160014 w 3886200"/>
              <a:gd name="connsiteY3676" fmla="*/ 399528 h 3670596"/>
              <a:gd name="connsiteX3677" fmla="*/ 1160018 w 3886200"/>
              <a:gd name="connsiteY3677" fmla="*/ 399548 h 3670596"/>
              <a:gd name="connsiteX3678" fmla="*/ 1160060 w 3886200"/>
              <a:gd name="connsiteY3678" fmla="*/ 399770 h 3670596"/>
              <a:gd name="connsiteX3679" fmla="*/ 1160180 w 3886200"/>
              <a:gd name="connsiteY3679" fmla="*/ 400400 h 3670596"/>
              <a:gd name="connsiteX3680" fmla="*/ 1160298 w 3886200"/>
              <a:gd name="connsiteY3680" fmla="*/ 401021 h 3670596"/>
              <a:gd name="connsiteX3681" fmla="*/ 1160309 w 3886200"/>
              <a:gd name="connsiteY3681" fmla="*/ 401078 h 3670596"/>
              <a:gd name="connsiteX3682" fmla="*/ 1160345 w 3886200"/>
              <a:gd name="connsiteY3682" fmla="*/ 401270 h 3670596"/>
              <a:gd name="connsiteX3683" fmla="*/ 1160507 w 3886200"/>
              <a:gd name="connsiteY3683" fmla="*/ 402124 h 3670596"/>
              <a:gd name="connsiteX3684" fmla="*/ 1160536 w 3886200"/>
              <a:gd name="connsiteY3684" fmla="*/ 402272 h 3670596"/>
              <a:gd name="connsiteX3685" fmla="*/ 1160545 w 3886200"/>
              <a:gd name="connsiteY3685" fmla="*/ 402320 h 3670596"/>
              <a:gd name="connsiteX3686" fmla="*/ 1160551 w 3886200"/>
              <a:gd name="connsiteY3686" fmla="*/ 402352 h 3670596"/>
              <a:gd name="connsiteX3687" fmla="*/ 1161661 w 3886200"/>
              <a:gd name="connsiteY3687" fmla="*/ 408201 h 3670596"/>
              <a:gd name="connsiteX3688" fmla="*/ 1162090 w 3886200"/>
              <a:gd name="connsiteY3688" fmla="*/ 410468 h 3670596"/>
              <a:gd name="connsiteX3689" fmla="*/ 1162346 w 3886200"/>
              <a:gd name="connsiteY3689" fmla="*/ 411818 h 3670596"/>
              <a:gd name="connsiteX3690" fmla="*/ 1162347 w 3886200"/>
              <a:gd name="connsiteY3690" fmla="*/ 411822 h 3670596"/>
              <a:gd name="connsiteX3691" fmla="*/ 1162504 w 3886200"/>
              <a:gd name="connsiteY3691" fmla="*/ 412652 h 3670596"/>
              <a:gd name="connsiteX3692" fmla="*/ 1162520 w 3886200"/>
              <a:gd name="connsiteY3692" fmla="*/ 412735 h 3670596"/>
              <a:gd name="connsiteX3693" fmla="*/ 1162698 w 3886200"/>
              <a:gd name="connsiteY3693" fmla="*/ 413674 h 3670596"/>
              <a:gd name="connsiteX3694" fmla="*/ 1163055 w 3886200"/>
              <a:gd name="connsiteY3694" fmla="*/ 415560 h 3670596"/>
              <a:gd name="connsiteX3695" fmla="*/ 1162769 w 3886200"/>
              <a:gd name="connsiteY3695" fmla="*/ 414046 h 3670596"/>
              <a:gd name="connsiteX3696" fmla="*/ 1166722 w 3886200"/>
              <a:gd name="connsiteY3696" fmla="*/ 434905 h 3670596"/>
              <a:gd name="connsiteX3697" fmla="*/ 1166424 w 3886200"/>
              <a:gd name="connsiteY3697" fmla="*/ 388555 h 3670596"/>
              <a:gd name="connsiteX3698" fmla="*/ 1142018 w 3886200"/>
              <a:gd name="connsiteY3698" fmla="*/ 304602 h 3670596"/>
              <a:gd name="connsiteX3699" fmla="*/ 1142017 w 3886200"/>
              <a:gd name="connsiteY3699" fmla="*/ 304585 h 3670596"/>
              <a:gd name="connsiteX3700" fmla="*/ 1135837 w 3886200"/>
              <a:gd name="connsiteY3700" fmla="*/ 272002 h 3670596"/>
              <a:gd name="connsiteX3701" fmla="*/ 1202674 w 3886200"/>
              <a:gd name="connsiteY3701" fmla="*/ 355858 h 3670596"/>
              <a:gd name="connsiteX3702" fmla="*/ 1204631 w 3886200"/>
              <a:gd name="connsiteY3702" fmla="*/ 347345 h 3670596"/>
              <a:gd name="connsiteX3703" fmla="*/ 1212511 w 3886200"/>
              <a:gd name="connsiteY3703" fmla="*/ 362961 h 3670596"/>
              <a:gd name="connsiteX3704" fmla="*/ 1213141 w 3886200"/>
              <a:gd name="connsiteY3704" fmla="*/ 364213 h 3670596"/>
              <a:gd name="connsiteX3705" fmla="*/ 1220199 w 3886200"/>
              <a:gd name="connsiteY3705" fmla="*/ 398536 h 3670596"/>
              <a:gd name="connsiteX3706" fmla="*/ 1221743 w 3886200"/>
              <a:gd name="connsiteY3706" fmla="*/ 406682 h 3670596"/>
              <a:gd name="connsiteX3707" fmla="*/ 1220876 w 3886200"/>
              <a:gd name="connsiteY3707" fmla="*/ 402100 h 3670596"/>
              <a:gd name="connsiteX3708" fmla="*/ 1220199 w 3886200"/>
              <a:gd name="connsiteY3708" fmla="*/ 398536 h 3670596"/>
              <a:gd name="connsiteX3709" fmla="*/ 1228428 w 3886200"/>
              <a:gd name="connsiteY3709" fmla="*/ 402135 h 3670596"/>
              <a:gd name="connsiteX3710" fmla="*/ 1247970 w 3886200"/>
              <a:gd name="connsiteY3710" fmla="*/ 410682 h 3670596"/>
              <a:gd name="connsiteX3711" fmla="*/ 1262761 w 3886200"/>
              <a:gd name="connsiteY3711" fmla="*/ 417153 h 3670596"/>
              <a:gd name="connsiteX3712" fmla="*/ 1284398 w 3886200"/>
              <a:gd name="connsiteY3712" fmla="*/ 463498 h 3670596"/>
              <a:gd name="connsiteX3713" fmla="*/ 1292207 w 3886200"/>
              <a:gd name="connsiteY3713" fmla="*/ 459911 h 3670596"/>
              <a:gd name="connsiteX3714" fmla="*/ 1339505 w 3886200"/>
              <a:gd name="connsiteY3714" fmla="*/ 390964 h 3670596"/>
              <a:gd name="connsiteX3715" fmla="*/ 1339793 w 3886200"/>
              <a:gd name="connsiteY3715" fmla="*/ 392489 h 3670596"/>
              <a:gd name="connsiteX3716" fmla="*/ 1339868 w 3886200"/>
              <a:gd name="connsiteY3716" fmla="*/ 392882 h 3670596"/>
              <a:gd name="connsiteX3717" fmla="*/ 1344911 w 3886200"/>
              <a:gd name="connsiteY3717" fmla="*/ 419471 h 3670596"/>
              <a:gd name="connsiteX3718" fmla="*/ 1345681 w 3886200"/>
              <a:gd name="connsiteY3718" fmla="*/ 423544 h 3670596"/>
              <a:gd name="connsiteX3719" fmla="*/ 1351860 w 3886200"/>
              <a:gd name="connsiteY3719" fmla="*/ 456124 h 3670596"/>
              <a:gd name="connsiteX3720" fmla="*/ 1353116 w 3886200"/>
              <a:gd name="connsiteY3720" fmla="*/ 462749 h 3670596"/>
              <a:gd name="connsiteX3721" fmla="*/ 1354175 w 3886200"/>
              <a:gd name="connsiteY3721" fmla="*/ 468341 h 3670596"/>
              <a:gd name="connsiteX3722" fmla="*/ 1354346 w 3886200"/>
              <a:gd name="connsiteY3722" fmla="*/ 469240 h 3670596"/>
              <a:gd name="connsiteX3723" fmla="*/ 1357265 w 3886200"/>
              <a:gd name="connsiteY3723" fmla="*/ 484630 h 3670596"/>
              <a:gd name="connsiteX3724" fmla="*/ 1358039 w 3886200"/>
              <a:gd name="connsiteY3724" fmla="*/ 488703 h 3670596"/>
              <a:gd name="connsiteX3725" fmla="*/ 1352760 w 3886200"/>
              <a:gd name="connsiteY3725" fmla="*/ 460871 h 3670596"/>
              <a:gd name="connsiteX3726" fmla="*/ 1352729 w 3886200"/>
              <a:gd name="connsiteY3726" fmla="*/ 460705 h 3670596"/>
              <a:gd name="connsiteX3727" fmla="*/ 1351860 w 3886200"/>
              <a:gd name="connsiteY3727" fmla="*/ 456124 h 3670596"/>
              <a:gd name="connsiteX3728" fmla="*/ 1360860 w 3886200"/>
              <a:gd name="connsiteY3728" fmla="*/ 463796 h 3670596"/>
              <a:gd name="connsiteX3729" fmla="*/ 1423866 w 3886200"/>
              <a:gd name="connsiteY3729" fmla="*/ 517497 h 3670596"/>
              <a:gd name="connsiteX3730" fmla="*/ 1417692 w 3886200"/>
              <a:gd name="connsiteY3730" fmla="*/ 484916 h 3670596"/>
              <a:gd name="connsiteX3731" fmla="*/ 1405337 w 3886200"/>
              <a:gd name="connsiteY3731" fmla="*/ 419755 h 3670596"/>
              <a:gd name="connsiteX3732" fmla="*/ 1313305 w 3886200"/>
              <a:gd name="connsiteY3732" fmla="*/ 203034 h 3670596"/>
              <a:gd name="connsiteX3733" fmla="*/ 1283912 w 3886200"/>
              <a:gd name="connsiteY3733" fmla="*/ 97760 h 3670596"/>
              <a:gd name="connsiteX3734" fmla="*/ 1283910 w 3886200"/>
              <a:gd name="connsiteY3734" fmla="*/ 97742 h 3670596"/>
              <a:gd name="connsiteX3735" fmla="*/ 1281998 w 3886200"/>
              <a:gd name="connsiteY3735" fmla="*/ 87664 h 3670596"/>
              <a:gd name="connsiteX3736" fmla="*/ 1281593 w 3886200"/>
              <a:gd name="connsiteY3736" fmla="*/ 85523 h 3670596"/>
              <a:gd name="connsiteX3737" fmla="*/ 1279512 w 3886200"/>
              <a:gd name="connsiteY3737" fmla="*/ 74559 h 3670596"/>
              <a:gd name="connsiteX3738" fmla="*/ 1275077 w 3886200"/>
              <a:gd name="connsiteY3738" fmla="*/ 51160 h 3670596"/>
              <a:gd name="connsiteX3739" fmla="*/ 1271555 w 3886200"/>
              <a:gd name="connsiteY3739" fmla="*/ 32580 h 36705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 ang="0">
                <a:pos x="connsiteX2796" y="connsiteY2796"/>
              </a:cxn>
              <a:cxn ang="0">
                <a:pos x="connsiteX2797" y="connsiteY2797"/>
              </a:cxn>
              <a:cxn ang="0">
                <a:pos x="connsiteX2798" y="connsiteY2798"/>
              </a:cxn>
              <a:cxn ang="0">
                <a:pos x="connsiteX2799" y="connsiteY2799"/>
              </a:cxn>
              <a:cxn ang="0">
                <a:pos x="connsiteX2800" y="connsiteY2800"/>
              </a:cxn>
              <a:cxn ang="0">
                <a:pos x="connsiteX2801" y="connsiteY2801"/>
              </a:cxn>
              <a:cxn ang="0">
                <a:pos x="connsiteX2802" y="connsiteY2802"/>
              </a:cxn>
              <a:cxn ang="0">
                <a:pos x="connsiteX2803" y="connsiteY2803"/>
              </a:cxn>
              <a:cxn ang="0">
                <a:pos x="connsiteX2804" y="connsiteY2804"/>
              </a:cxn>
              <a:cxn ang="0">
                <a:pos x="connsiteX2805" y="connsiteY2805"/>
              </a:cxn>
              <a:cxn ang="0">
                <a:pos x="connsiteX2806" y="connsiteY2806"/>
              </a:cxn>
              <a:cxn ang="0">
                <a:pos x="connsiteX2807" y="connsiteY2807"/>
              </a:cxn>
              <a:cxn ang="0">
                <a:pos x="connsiteX2808" y="connsiteY2808"/>
              </a:cxn>
              <a:cxn ang="0">
                <a:pos x="connsiteX2809" y="connsiteY2809"/>
              </a:cxn>
              <a:cxn ang="0">
                <a:pos x="connsiteX2810" y="connsiteY2810"/>
              </a:cxn>
              <a:cxn ang="0">
                <a:pos x="connsiteX2811" y="connsiteY2811"/>
              </a:cxn>
              <a:cxn ang="0">
                <a:pos x="connsiteX2812" y="connsiteY2812"/>
              </a:cxn>
              <a:cxn ang="0">
                <a:pos x="connsiteX2813" y="connsiteY2813"/>
              </a:cxn>
              <a:cxn ang="0">
                <a:pos x="connsiteX2814" y="connsiteY2814"/>
              </a:cxn>
              <a:cxn ang="0">
                <a:pos x="connsiteX2815" y="connsiteY2815"/>
              </a:cxn>
              <a:cxn ang="0">
                <a:pos x="connsiteX2816" y="connsiteY2816"/>
              </a:cxn>
              <a:cxn ang="0">
                <a:pos x="connsiteX2817" y="connsiteY2817"/>
              </a:cxn>
              <a:cxn ang="0">
                <a:pos x="connsiteX2818" y="connsiteY2818"/>
              </a:cxn>
              <a:cxn ang="0">
                <a:pos x="connsiteX2819" y="connsiteY2819"/>
              </a:cxn>
              <a:cxn ang="0">
                <a:pos x="connsiteX2820" y="connsiteY2820"/>
              </a:cxn>
              <a:cxn ang="0">
                <a:pos x="connsiteX2821" y="connsiteY2821"/>
              </a:cxn>
              <a:cxn ang="0">
                <a:pos x="connsiteX2822" y="connsiteY2822"/>
              </a:cxn>
              <a:cxn ang="0">
                <a:pos x="connsiteX2823" y="connsiteY2823"/>
              </a:cxn>
              <a:cxn ang="0">
                <a:pos x="connsiteX2824" y="connsiteY2824"/>
              </a:cxn>
              <a:cxn ang="0">
                <a:pos x="connsiteX2825" y="connsiteY2825"/>
              </a:cxn>
              <a:cxn ang="0">
                <a:pos x="connsiteX2826" y="connsiteY2826"/>
              </a:cxn>
              <a:cxn ang="0">
                <a:pos x="connsiteX2827" y="connsiteY2827"/>
              </a:cxn>
              <a:cxn ang="0">
                <a:pos x="connsiteX2828" y="connsiteY2828"/>
              </a:cxn>
              <a:cxn ang="0">
                <a:pos x="connsiteX2829" y="connsiteY2829"/>
              </a:cxn>
              <a:cxn ang="0">
                <a:pos x="connsiteX2830" y="connsiteY2830"/>
              </a:cxn>
              <a:cxn ang="0">
                <a:pos x="connsiteX2831" y="connsiteY2831"/>
              </a:cxn>
              <a:cxn ang="0">
                <a:pos x="connsiteX2832" y="connsiteY2832"/>
              </a:cxn>
              <a:cxn ang="0">
                <a:pos x="connsiteX2833" y="connsiteY2833"/>
              </a:cxn>
              <a:cxn ang="0">
                <a:pos x="connsiteX2834" y="connsiteY2834"/>
              </a:cxn>
              <a:cxn ang="0">
                <a:pos x="connsiteX2835" y="connsiteY2835"/>
              </a:cxn>
              <a:cxn ang="0">
                <a:pos x="connsiteX2836" y="connsiteY2836"/>
              </a:cxn>
              <a:cxn ang="0">
                <a:pos x="connsiteX2837" y="connsiteY2837"/>
              </a:cxn>
              <a:cxn ang="0">
                <a:pos x="connsiteX2838" y="connsiteY2838"/>
              </a:cxn>
              <a:cxn ang="0">
                <a:pos x="connsiteX2839" y="connsiteY2839"/>
              </a:cxn>
              <a:cxn ang="0">
                <a:pos x="connsiteX2840" y="connsiteY2840"/>
              </a:cxn>
              <a:cxn ang="0">
                <a:pos x="connsiteX2841" y="connsiteY2841"/>
              </a:cxn>
              <a:cxn ang="0">
                <a:pos x="connsiteX2842" y="connsiteY2842"/>
              </a:cxn>
              <a:cxn ang="0">
                <a:pos x="connsiteX2843" y="connsiteY2843"/>
              </a:cxn>
              <a:cxn ang="0">
                <a:pos x="connsiteX2844" y="connsiteY2844"/>
              </a:cxn>
              <a:cxn ang="0">
                <a:pos x="connsiteX2845" y="connsiteY2845"/>
              </a:cxn>
              <a:cxn ang="0">
                <a:pos x="connsiteX2846" y="connsiteY2846"/>
              </a:cxn>
              <a:cxn ang="0">
                <a:pos x="connsiteX2847" y="connsiteY2847"/>
              </a:cxn>
              <a:cxn ang="0">
                <a:pos x="connsiteX2848" y="connsiteY2848"/>
              </a:cxn>
              <a:cxn ang="0">
                <a:pos x="connsiteX2849" y="connsiteY2849"/>
              </a:cxn>
              <a:cxn ang="0">
                <a:pos x="connsiteX2850" y="connsiteY2850"/>
              </a:cxn>
              <a:cxn ang="0">
                <a:pos x="connsiteX2851" y="connsiteY2851"/>
              </a:cxn>
              <a:cxn ang="0">
                <a:pos x="connsiteX2852" y="connsiteY2852"/>
              </a:cxn>
              <a:cxn ang="0">
                <a:pos x="connsiteX2853" y="connsiteY2853"/>
              </a:cxn>
              <a:cxn ang="0">
                <a:pos x="connsiteX2854" y="connsiteY2854"/>
              </a:cxn>
              <a:cxn ang="0">
                <a:pos x="connsiteX2855" y="connsiteY2855"/>
              </a:cxn>
              <a:cxn ang="0">
                <a:pos x="connsiteX2856" y="connsiteY2856"/>
              </a:cxn>
              <a:cxn ang="0">
                <a:pos x="connsiteX2857" y="connsiteY2857"/>
              </a:cxn>
              <a:cxn ang="0">
                <a:pos x="connsiteX2858" y="connsiteY2858"/>
              </a:cxn>
              <a:cxn ang="0">
                <a:pos x="connsiteX2859" y="connsiteY2859"/>
              </a:cxn>
              <a:cxn ang="0">
                <a:pos x="connsiteX2860" y="connsiteY2860"/>
              </a:cxn>
              <a:cxn ang="0">
                <a:pos x="connsiteX2861" y="connsiteY2861"/>
              </a:cxn>
              <a:cxn ang="0">
                <a:pos x="connsiteX2862" y="connsiteY2862"/>
              </a:cxn>
              <a:cxn ang="0">
                <a:pos x="connsiteX2863" y="connsiteY2863"/>
              </a:cxn>
              <a:cxn ang="0">
                <a:pos x="connsiteX2864" y="connsiteY2864"/>
              </a:cxn>
              <a:cxn ang="0">
                <a:pos x="connsiteX2865" y="connsiteY2865"/>
              </a:cxn>
              <a:cxn ang="0">
                <a:pos x="connsiteX2866" y="connsiteY2866"/>
              </a:cxn>
              <a:cxn ang="0">
                <a:pos x="connsiteX2867" y="connsiteY2867"/>
              </a:cxn>
              <a:cxn ang="0">
                <a:pos x="connsiteX2868" y="connsiteY2868"/>
              </a:cxn>
              <a:cxn ang="0">
                <a:pos x="connsiteX2869" y="connsiteY2869"/>
              </a:cxn>
              <a:cxn ang="0">
                <a:pos x="connsiteX2870" y="connsiteY2870"/>
              </a:cxn>
              <a:cxn ang="0">
                <a:pos x="connsiteX2871" y="connsiteY2871"/>
              </a:cxn>
              <a:cxn ang="0">
                <a:pos x="connsiteX2872" y="connsiteY2872"/>
              </a:cxn>
              <a:cxn ang="0">
                <a:pos x="connsiteX2873" y="connsiteY2873"/>
              </a:cxn>
              <a:cxn ang="0">
                <a:pos x="connsiteX2874" y="connsiteY2874"/>
              </a:cxn>
              <a:cxn ang="0">
                <a:pos x="connsiteX2875" y="connsiteY2875"/>
              </a:cxn>
              <a:cxn ang="0">
                <a:pos x="connsiteX2876" y="connsiteY2876"/>
              </a:cxn>
              <a:cxn ang="0">
                <a:pos x="connsiteX2877" y="connsiteY2877"/>
              </a:cxn>
              <a:cxn ang="0">
                <a:pos x="connsiteX2878" y="connsiteY2878"/>
              </a:cxn>
              <a:cxn ang="0">
                <a:pos x="connsiteX2879" y="connsiteY2879"/>
              </a:cxn>
              <a:cxn ang="0">
                <a:pos x="connsiteX2880" y="connsiteY2880"/>
              </a:cxn>
              <a:cxn ang="0">
                <a:pos x="connsiteX2881" y="connsiteY2881"/>
              </a:cxn>
              <a:cxn ang="0">
                <a:pos x="connsiteX2882" y="connsiteY2882"/>
              </a:cxn>
              <a:cxn ang="0">
                <a:pos x="connsiteX2883" y="connsiteY2883"/>
              </a:cxn>
              <a:cxn ang="0">
                <a:pos x="connsiteX2884" y="connsiteY2884"/>
              </a:cxn>
              <a:cxn ang="0">
                <a:pos x="connsiteX2885" y="connsiteY2885"/>
              </a:cxn>
              <a:cxn ang="0">
                <a:pos x="connsiteX2886" y="connsiteY2886"/>
              </a:cxn>
              <a:cxn ang="0">
                <a:pos x="connsiteX2887" y="connsiteY2887"/>
              </a:cxn>
              <a:cxn ang="0">
                <a:pos x="connsiteX2888" y="connsiteY2888"/>
              </a:cxn>
              <a:cxn ang="0">
                <a:pos x="connsiteX2889" y="connsiteY2889"/>
              </a:cxn>
              <a:cxn ang="0">
                <a:pos x="connsiteX2890" y="connsiteY2890"/>
              </a:cxn>
              <a:cxn ang="0">
                <a:pos x="connsiteX2891" y="connsiteY2891"/>
              </a:cxn>
              <a:cxn ang="0">
                <a:pos x="connsiteX2892" y="connsiteY2892"/>
              </a:cxn>
              <a:cxn ang="0">
                <a:pos x="connsiteX2893" y="connsiteY2893"/>
              </a:cxn>
              <a:cxn ang="0">
                <a:pos x="connsiteX2894" y="connsiteY2894"/>
              </a:cxn>
              <a:cxn ang="0">
                <a:pos x="connsiteX2895" y="connsiteY2895"/>
              </a:cxn>
              <a:cxn ang="0">
                <a:pos x="connsiteX2896" y="connsiteY2896"/>
              </a:cxn>
              <a:cxn ang="0">
                <a:pos x="connsiteX2897" y="connsiteY2897"/>
              </a:cxn>
              <a:cxn ang="0">
                <a:pos x="connsiteX2898" y="connsiteY2898"/>
              </a:cxn>
              <a:cxn ang="0">
                <a:pos x="connsiteX2899" y="connsiteY2899"/>
              </a:cxn>
              <a:cxn ang="0">
                <a:pos x="connsiteX2900" y="connsiteY2900"/>
              </a:cxn>
              <a:cxn ang="0">
                <a:pos x="connsiteX2901" y="connsiteY2901"/>
              </a:cxn>
              <a:cxn ang="0">
                <a:pos x="connsiteX2902" y="connsiteY2902"/>
              </a:cxn>
              <a:cxn ang="0">
                <a:pos x="connsiteX2903" y="connsiteY2903"/>
              </a:cxn>
              <a:cxn ang="0">
                <a:pos x="connsiteX2904" y="connsiteY2904"/>
              </a:cxn>
              <a:cxn ang="0">
                <a:pos x="connsiteX2905" y="connsiteY2905"/>
              </a:cxn>
              <a:cxn ang="0">
                <a:pos x="connsiteX2906" y="connsiteY2906"/>
              </a:cxn>
              <a:cxn ang="0">
                <a:pos x="connsiteX2907" y="connsiteY2907"/>
              </a:cxn>
              <a:cxn ang="0">
                <a:pos x="connsiteX2908" y="connsiteY2908"/>
              </a:cxn>
              <a:cxn ang="0">
                <a:pos x="connsiteX2909" y="connsiteY2909"/>
              </a:cxn>
              <a:cxn ang="0">
                <a:pos x="connsiteX2910" y="connsiteY2910"/>
              </a:cxn>
              <a:cxn ang="0">
                <a:pos x="connsiteX2911" y="connsiteY2911"/>
              </a:cxn>
              <a:cxn ang="0">
                <a:pos x="connsiteX2912" y="connsiteY2912"/>
              </a:cxn>
              <a:cxn ang="0">
                <a:pos x="connsiteX2913" y="connsiteY2913"/>
              </a:cxn>
              <a:cxn ang="0">
                <a:pos x="connsiteX2914" y="connsiteY2914"/>
              </a:cxn>
              <a:cxn ang="0">
                <a:pos x="connsiteX2915" y="connsiteY2915"/>
              </a:cxn>
              <a:cxn ang="0">
                <a:pos x="connsiteX2916" y="connsiteY2916"/>
              </a:cxn>
              <a:cxn ang="0">
                <a:pos x="connsiteX2917" y="connsiteY2917"/>
              </a:cxn>
              <a:cxn ang="0">
                <a:pos x="connsiteX2918" y="connsiteY2918"/>
              </a:cxn>
              <a:cxn ang="0">
                <a:pos x="connsiteX2919" y="connsiteY2919"/>
              </a:cxn>
              <a:cxn ang="0">
                <a:pos x="connsiteX2920" y="connsiteY2920"/>
              </a:cxn>
              <a:cxn ang="0">
                <a:pos x="connsiteX2921" y="connsiteY2921"/>
              </a:cxn>
              <a:cxn ang="0">
                <a:pos x="connsiteX2922" y="connsiteY2922"/>
              </a:cxn>
              <a:cxn ang="0">
                <a:pos x="connsiteX2923" y="connsiteY2923"/>
              </a:cxn>
              <a:cxn ang="0">
                <a:pos x="connsiteX2924" y="connsiteY2924"/>
              </a:cxn>
              <a:cxn ang="0">
                <a:pos x="connsiteX2925" y="connsiteY2925"/>
              </a:cxn>
              <a:cxn ang="0">
                <a:pos x="connsiteX2926" y="connsiteY2926"/>
              </a:cxn>
              <a:cxn ang="0">
                <a:pos x="connsiteX2927" y="connsiteY2927"/>
              </a:cxn>
              <a:cxn ang="0">
                <a:pos x="connsiteX2928" y="connsiteY2928"/>
              </a:cxn>
              <a:cxn ang="0">
                <a:pos x="connsiteX2929" y="connsiteY2929"/>
              </a:cxn>
              <a:cxn ang="0">
                <a:pos x="connsiteX2930" y="connsiteY2930"/>
              </a:cxn>
              <a:cxn ang="0">
                <a:pos x="connsiteX2931" y="connsiteY2931"/>
              </a:cxn>
              <a:cxn ang="0">
                <a:pos x="connsiteX2932" y="connsiteY2932"/>
              </a:cxn>
              <a:cxn ang="0">
                <a:pos x="connsiteX2933" y="connsiteY2933"/>
              </a:cxn>
              <a:cxn ang="0">
                <a:pos x="connsiteX2934" y="connsiteY2934"/>
              </a:cxn>
              <a:cxn ang="0">
                <a:pos x="connsiteX2935" y="connsiteY2935"/>
              </a:cxn>
              <a:cxn ang="0">
                <a:pos x="connsiteX2936" y="connsiteY2936"/>
              </a:cxn>
              <a:cxn ang="0">
                <a:pos x="connsiteX2937" y="connsiteY2937"/>
              </a:cxn>
              <a:cxn ang="0">
                <a:pos x="connsiteX2938" y="connsiteY2938"/>
              </a:cxn>
              <a:cxn ang="0">
                <a:pos x="connsiteX2939" y="connsiteY2939"/>
              </a:cxn>
              <a:cxn ang="0">
                <a:pos x="connsiteX2940" y="connsiteY2940"/>
              </a:cxn>
              <a:cxn ang="0">
                <a:pos x="connsiteX2941" y="connsiteY2941"/>
              </a:cxn>
              <a:cxn ang="0">
                <a:pos x="connsiteX2942" y="connsiteY2942"/>
              </a:cxn>
              <a:cxn ang="0">
                <a:pos x="connsiteX2943" y="connsiteY2943"/>
              </a:cxn>
              <a:cxn ang="0">
                <a:pos x="connsiteX2944" y="connsiteY2944"/>
              </a:cxn>
              <a:cxn ang="0">
                <a:pos x="connsiteX2945" y="connsiteY2945"/>
              </a:cxn>
              <a:cxn ang="0">
                <a:pos x="connsiteX2946" y="connsiteY2946"/>
              </a:cxn>
              <a:cxn ang="0">
                <a:pos x="connsiteX2947" y="connsiteY2947"/>
              </a:cxn>
              <a:cxn ang="0">
                <a:pos x="connsiteX2948" y="connsiteY2948"/>
              </a:cxn>
              <a:cxn ang="0">
                <a:pos x="connsiteX2949" y="connsiteY2949"/>
              </a:cxn>
              <a:cxn ang="0">
                <a:pos x="connsiteX2950" y="connsiteY2950"/>
              </a:cxn>
              <a:cxn ang="0">
                <a:pos x="connsiteX2951" y="connsiteY2951"/>
              </a:cxn>
              <a:cxn ang="0">
                <a:pos x="connsiteX2952" y="connsiteY2952"/>
              </a:cxn>
              <a:cxn ang="0">
                <a:pos x="connsiteX2953" y="connsiteY2953"/>
              </a:cxn>
              <a:cxn ang="0">
                <a:pos x="connsiteX2954" y="connsiteY2954"/>
              </a:cxn>
              <a:cxn ang="0">
                <a:pos x="connsiteX2955" y="connsiteY2955"/>
              </a:cxn>
              <a:cxn ang="0">
                <a:pos x="connsiteX2956" y="connsiteY2956"/>
              </a:cxn>
              <a:cxn ang="0">
                <a:pos x="connsiteX2957" y="connsiteY2957"/>
              </a:cxn>
              <a:cxn ang="0">
                <a:pos x="connsiteX2958" y="connsiteY2958"/>
              </a:cxn>
              <a:cxn ang="0">
                <a:pos x="connsiteX2959" y="connsiteY2959"/>
              </a:cxn>
              <a:cxn ang="0">
                <a:pos x="connsiteX2960" y="connsiteY2960"/>
              </a:cxn>
              <a:cxn ang="0">
                <a:pos x="connsiteX2961" y="connsiteY2961"/>
              </a:cxn>
              <a:cxn ang="0">
                <a:pos x="connsiteX2962" y="connsiteY2962"/>
              </a:cxn>
              <a:cxn ang="0">
                <a:pos x="connsiteX2963" y="connsiteY2963"/>
              </a:cxn>
              <a:cxn ang="0">
                <a:pos x="connsiteX2964" y="connsiteY2964"/>
              </a:cxn>
              <a:cxn ang="0">
                <a:pos x="connsiteX2965" y="connsiteY2965"/>
              </a:cxn>
              <a:cxn ang="0">
                <a:pos x="connsiteX2966" y="connsiteY2966"/>
              </a:cxn>
              <a:cxn ang="0">
                <a:pos x="connsiteX2967" y="connsiteY2967"/>
              </a:cxn>
              <a:cxn ang="0">
                <a:pos x="connsiteX2968" y="connsiteY2968"/>
              </a:cxn>
              <a:cxn ang="0">
                <a:pos x="connsiteX2969" y="connsiteY2969"/>
              </a:cxn>
              <a:cxn ang="0">
                <a:pos x="connsiteX2970" y="connsiteY2970"/>
              </a:cxn>
              <a:cxn ang="0">
                <a:pos x="connsiteX2971" y="connsiteY2971"/>
              </a:cxn>
              <a:cxn ang="0">
                <a:pos x="connsiteX2972" y="connsiteY2972"/>
              </a:cxn>
              <a:cxn ang="0">
                <a:pos x="connsiteX2973" y="connsiteY2973"/>
              </a:cxn>
              <a:cxn ang="0">
                <a:pos x="connsiteX2974" y="connsiteY2974"/>
              </a:cxn>
              <a:cxn ang="0">
                <a:pos x="connsiteX2975" y="connsiteY2975"/>
              </a:cxn>
              <a:cxn ang="0">
                <a:pos x="connsiteX2976" y="connsiteY2976"/>
              </a:cxn>
              <a:cxn ang="0">
                <a:pos x="connsiteX2977" y="connsiteY2977"/>
              </a:cxn>
              <a:cxn ang="0">
                <a:pos x="connsiteX2978" y="connsiteY2978"/>
              </a:cxn>
              <a:cxn ang="0">
                <a:pos x="connsiteX2979" y="connsiteY2979"/>
              </a:cxn>
              <a:cxn ang="0">
                <a:pos x="connsiteX2980" y="connsiteY2980"/>
              </a:cxn>
              <a:cxn ang="0">
                <a:pos x="connsiteX2981" y="connsiteY2981"/>
              </a:cxn>
              <a:cxn ang="0">
                <a:pos x="connsiteX2982" y="connsiteY2982"/>
              </a:cxn>
              <a:cxn ang="0">
                <a:pos x="connsiteX2983" y="connsiteY2983"/>
              </a:cxn>
              <a:cxn ang="0">
                <a:pos x="connsiteX2984" y="connsiteY2984"/>
              </a:cxn>
              <a:cxn ang="0">
                <a:pos x="connsiteX2985" y="connsiteY2985"/>
              </a:cxn>
              <a:cxn ang="0">
                <a:pos x="connsiteX2986" y="connsiteY2986"/>
              </a:cxn>
              <a:cxn ang="0">
                <a:pos x="connsiteX2987" y="connsiteY2987"/>
              </a:cxn>
              <a:cxn ang="0">
                <a:pos x="connsiteX2988" y="connsiteY2988"/>
              </a:cxn>
              <a:cxn ang="0">
                <a:pos x="connsiteX2989" y="connsiteY2989"/>
              </a:cxn>
              <a:cxn ang="0">
                <a:pos x="connsiteX2990" y="connsiteY2990"/>
              </a:cxn>
              <a:cxn ang="0">
                <a:pos x="connsiteX2991" y="connsiteY2991"/>
              </a:cxn>
              <a:cxn ang="0">
                <a:pos x="connsiteX2992" y="connsiteY2992"/>
              </a:cxn>
              <a:cxn ang="0">
                <a:pos x="connsiteX2993" y="connsiteY2993"/>
              </a:cxn>
              <a:cxn ang="0">
                <a:pos x="connsiteX2994" y="connsiteY2994"/>
              </a:cxn>
              <a:cxn ang="0">
                <a:pos x="connsiteX2995" y="connsiteY2995"/>
              </a:cxn>
              <a:cxn ang="0">
                <a:pos x="connsiteX2996" y="connsiteY2996"/>
              </a:cxn>
              <a:cxn ang="0">
                <a:pos x="connsiteX2997" y="connsiteY2997"/>
              </a:cxn>
              <a:cxn ang="0">
                <a:pos x="connsiteX2998" y="connsiteY2998"/>
              </a:cxn>
              <a:cxn ang="0">
                <a:pos x="connsiteX2999" y="connsiteY2999"/>
              </a:cxn>
              <a:cxn ang="0">
                <a:pos x="connsiteX3000" y="connsiteY3000"/>
              </a:cxn>
              <a:cxn ang="0">
                <a:pos x="connsiteX3001" y="connsiteY3001"/>
              </a:cxn>
              <a:cxn ang="0">
                <a:pos x="connsiteX3002" y="connsiteY3002"/>
              </a:cxn>
              <a:cxn ang="0">
                <a:pos x="connsiteX3003" y="connsiteY3003"/>
              </a:cxn>
              <a:cxn ang="0">
                <a:pos x="connsiteX3004" y="connsiteY3004"/>
              </a:cxn>
              <a:cxn ang="0">
                <a:pos x="connsiteX3005" y="connsiteY3005"/>
              </a:cxn>
              <a:cxn ang="0">
                <a:pos x="connsiteX3006" y="connsiteY3006"/>
              </a:cxn>
              <a:cxn ang="0">
                <a:pos x="connsiteX3007" y="connsiteY3007"/>
              </a:cxn>
              <a:cxn ang="0">
                <a:pos x="connsiteX3008" y="connsiteY3008"/>
              </a:cxn>
              <a:cxn ang="0">
                <a:pos x="connsiteX3009" y="connsiteY3009"/>
              </a:cxn>
              <a:cxn ang="0">
                <a:pos x="connsiteX3010" y="connsiteY3010"/>
              </a:cxn>
              <a:cxn ang="0">
                <a:pos x="connsiteX3011" y="connsiteY3011"/>
              </a:cxn>
              <a:cxn ang="0">
                <a:pos x="connsiteX3012" y="connsiteY3012"/>
              </a:cxn>
              <a:cxn ang="0">
                <a:pos x="connsiteX3013" y="connsiteY3013"/>
              </a:cxn>
              <a:cxn ang="0">
                <a:pos x="connsiteX3014" y="connsiteY3014"/>
              </a:cxn>
              <a:cxn ang="0">
                <a:pos x="connsiteX3015" y="connsiteY3015"/>
              </a:cxn>
              <a:cxn ang="0">
                <a:pos x="connsiteX3016" y="connsiteY3016"/>
              </a:cxn>
              <a:cxn ang="0">
                <a:pos x="connsiteX3017" y="connsiteY3017"/>
              </a:cxn>
              <a:cxn ang="0">
                <a:pos x="connsiteX3018" y="connsiteY3018"/>
              </a:cxn>
              <a:cxn ang="0">
                <a:pos x="connsiteX3019" y="connsiteY3019"/>
              </a:cxn>
              <a:cxn ang="0">
                <a:pos x="connsiteX3020" y="connsiteY3020"/>
              </a:cxn>
              <a:cxn ang="0">
                <a:pos x="connsiteX3021" y="connsiteY3021"/>
              </a:cxn>
              <a:cxn ang="0">
                <a:pos x="connsiteX3022" y="connsiteY3022"/>
              </a:cxn>
              <a:cxn ang="0">
                <a:pos x="connsiteX3023" y="connsiteY3023"/>
              </a:cxn>
              <a:cxn ang="0">
                <a:pos x="connsiteX3024" y="connsiteY3024"/>
              </a:cxn>
              <a:cxn ang="0">
                <a:pos x="connsiteX3025" y="connsiteY3025"/>
              </a:cxn>
              <a:cxn ang="0">
                <a:pos x="connsiteX3026" y="connsiteY3026"/>
              </a:cxn>
              <a:cxn ang="0">
                <a:pos x="connsiteX3027" y="connsiteY3027"/>
              </a:cxn>
              <a:cxn ang="0">
                <a:pos x="connsiteX3028" y="connsiteY3028"/>
              </a:cxn>
              <a:cxn ang="0">
                <a:pos x="connsiteX3029" y="connsiteY3029"/>
              </a:cxn>
              <a:cxn ang="0">
                <a:pos x="connsiteX3030" y="connsiteY3030"/>
              </a:cxn>
              <a:cxn ang="0">
                <a:pos x="connsiteX3031" y="connsiteY3031"/>
              </a:cxn>
              <a:cxn ang="0">
                <a:pos x="connsiteX3032" y="connsiteY3032"/>
              </a:cxn>
              <a:cxn ang="0">
                <a:pos x="connsiteX3033" y="connsiteY3033"/>
              </a:cxn>
              <a:cxn ang="0">
                <a:pos x="connsiteX3034" y="connsiteY3034"/>
              </a:cxn>
              <a:cxn ang="0">
                <a:pos x="connsiteX3035" y="connsiteY3035"/>
              </a:cxn>
              <a:cxn ang="0">
                <a:pos x="connsiteX3036" y="connsiteY3036"/>
              </a:cxn>
              <a:cxn ang="0">
                <a:pos x="connsiteX3037" y="connsiteY3037"/>
              </a:cxn>
              <a:cxn ang="0">
                <a:pos x="connsiteX3038" y="connsiteY3038"/>
              </a:cxn>
              <a:cxn ang="0">
                <a:pos x="connsiteX3039" y="connsiteY3039"/>
              </a:cxn>
              <a:cxn ang="0">
                <a:pos x="connsiteX3040" y="connsiteY3040"/>
              </a:cxn>
              <a:cxn ang="0">
                <a:pos x="connsiteX3041" y="connsiteY3041"/>
              </a:cxn>
              <a:cxn ang="0">
                <a:pos x="connsiteX3042" y="connsiteY3042"/>
              </a:cxn>
              <a:cxn ang="0">
                <a:pos x="connsiteX3043" y="connsiteY3043"/>
              </a:cxn>
              <a:cxn ang="0">
                <a:pos x="connsiteX3044" y="connsiteY3044"/>
              </a:cxn>
              <a:cxn ang="0">
                <a:pos x="connsiteX3045" y="connsiteY3045"/>
              </a:cxn>
              <a:cxn ang="0">
                <a:pos x="connsiteX3046" y="connsiteY3046"/>
              </a:cxn>
              <a:cxn ang="0">
                <a:pos x="connsiteX3047" y="connsiteY3047"/>
              </a:cxn>
              <a:cxn ang="0">
                <a:pos x="connsiteX3048" y="connsiteY3048"/>
              </a:cxn>
              <a:cxn ang="0">
                <a:pos x="connsiteX3049" y="connsiteY3049"/>
              </a:cxn>
              <a:cxn ang="0">
                <a:pos x="connsiteX3050" y="connsiteY3050"/>
              </a:cxn>
              <a:cxn ang="0">
                <a:pos x="connsiteX3051" y="connsiteY3051"/>
              </a:cxn>
              <a:cxn ang="0">
                <a:pos x="connsiteX3052" y="connsiteY3052"/>
              </a:cxn>
              <a:cxn ang="0">
                <a:pos x="connsiteX3053" y="connsiteY3053"/>
              </a:cxn>
              <a:cxn ang="0">
                <a:pos x="connsiteX3054" y="connsiteY3054"/>
              </a:cxn>
              <a:cxn ang="0">
                <a:pos x="connsiteX3055" y="connsiteY3055"/>
              </a:cxn>
              <a:cxn ang="0">
                <a:pos x="connsiteX3056" y="connsiteY3056"/>
              </a:cxn>
              <a:cxn ang="0">
                <a:pos x="connsiteX3057" y="connsiteY3057"/>
              </a:cxn>
              <a:cxn ang="0">
                <a:pos x="connsiteX3058" y="connsiteY3058"/>
              </a:cxn>
              <a:cxn ang="0">
                <a:pos x="connsiteX3059" y="connsiteY3059"/>
              </a:cxn>
              <a:cxn ang="0">
                <a:pos x="connsiteX3060" y="connsiteY3060"/>
              </a:cxn>
              <a:cxn ang="0">
                <a:pos x="connsiteX3061" y="connsiteY3061"/>
              </a:cxn>
              <a:cxn ang="0">
                <a:pos x="connsiteX3062" y="connsiteY3062"/>
              </a:cxn>
              <a:cxn ang="0">
                <a:pos x="connsiteX3063" y="connsiteY3063"/>
              </a:cxn>
              <a:cxn ang="0">
                <a:pos x="connsiteX3064" y="connsiteY3064"/>
              </a:cxn>
              <a:cxn ang="0">
                <a:pos x="connsiteX3065" y="connsiteY3065"/>
              </a:cxn>
              <a:cxn ang="0">
                <a:pos x="connsiteX3066" y="connsiteY3066"/>
              </a:cxn>
              <a:cxn ang="0">
                <a:pos x="connsiteX3067" y="connsiteY3067"/>
              </a:cxn>
              <a:cxn ang="0">
                <a:pos x="connsiteX3068" y="connsiteY3068"/>
              </a:cxn>
              <a:cxn ang="0">
                <a:pos x="connsiteX3069" y="connsiteY3069"/>
              </a:cxn>
              <a:cxn ang="0">
                <a:pos x="connsiteX3070" y="connsiteY3070"/>
              </a:cxn>
              <a:cxn ang="0">
                <a:pos x="connsiteX3071" y="connsiteY3071"/>
              </a:cxn>
              <a:cxn ang="0">
                <a:pos x="connsiteX3072" y="connsiteY3072"/>
              </a:cxn>
              <a:cxn ang="0">
                <a:pos x="connsiteX3073" y="connsiteY3073"/>
              </a:cxn>
              <a:cxn ang="0">
                <a:pos x="connsiteX3074" y="connsiteY3074"/>
              </a:cxn>
              <a:cxn ang="0">
                <a:pos x="connsiteX3075" y="connsiteY3075"/>
              </a:cxn>
              <a:cxn ang="0">
                <a:pos x="connsiteX3076" y="connsiteY3076"/>
              </a:cxn>
              <a:cxn ang="0">
                <a:pos x="connsiteX3077" y="connsiteY3077"/>
              </a:cxn>
              <a:cxn ang="0">
                <a:pos x="connsiteX3078" y="connsiteY3078"/>
              </a:cxn>
              <a:cxn ang="0">
                <a:pos x="connsiteX3079" y="connsiteY3079"/>
              </a:cxn>
              <a:cxn ang="0">
                <a:pos x="connsiteX3080" y="connsiteY3080"/>
              </a:cxn>
              <a:cxn ang="0">
                <a:pos x="connsiteX3081" y="connsiteY3081"/>
              </a:cxn>
              <a:cxn ang="0">
                <a:pos x="connsiteX3082" y="connsiteY3082"/>
              </a:cxn>
              <a:cxn ang="0">
                <a:pos x="connsiteX3083" y="connsiteY3083"/>
              </a:cxn>
              <a:cxn ang="0">
                <a:pos x="connsiteX3084" y="connsiteY3084"/>
              </a:cxn>
              <a:cxn ang="0">
                <a:pos x="connsiteX3085" y="connsiteY3085"/>
              </a:cxn>
              <a:cxn ang="0">
                <a:pos x="connsiteX3086" y="connsiteY3086"/>
              </a:cxn>
              <a:cxn ang="0">
                <a:pos x="connsiteX3087" y="connsiteY3087"/>
              </a:cxn>
              <a:cxn ang="0">
                <a:pos x="connsiteX3088" y="connsiteY3088"/>
              </a:cxn>
              <a:cxn ang="0">
                <a:pos x="connsiteX3089" y="connsiteY3089"/>
              </a:cxn>
              <a:cxn ang="0">
                <a:pos x="connsiteX3090" y="connsiteY3090"/>
              </a:cxn>
              <a:cxn ang="0">
                <a:pos x="connsiteX3091" y="connsiteY3091"/>
              </a:cxn>
              <a:cxn ang="0">
                <a:pos x="connsiteX3092" y="connsiteY3092"/>
              </a:cxn>
              <a:cxn ang="0">
                <a:pos x="connsiteX3093" y="connsiteY3093"/>
              </a:cxn>
              <a:cxn ang="0">
                <a:pos x="connsiteX3094" y="connsiteY3094"/>
              </a:cxn>
              <a:cxn ang="0">
                <a:pos x="connsiteX3095" y="connsiteY3095"/>
              </a:cxn>
              <a:cxn ang="0">
                <a:pos x="connsiteX3096" y="connsiteY3096"/>
              </a:cxn>
              <a:cxn ang="0">
                <a:pos x="connsiteX3097" y="connsiteY3097"/>
              </a:cxn>
              <a:cxn ang="0">
                <a:pos x="connsiteX3098" y="connsiteY3098"/>
              </a:cxn>
              <a:cxn ang="0">
                <a:pos x="connsiteX3099" y="connsiteY3099"/>
              </a:cxn>
              <a:cxn ang="0">
                <a:pos x="connsiteX3100" y="connsiteY3100"/>
              </a:cxn>
              <a:cxn ang="0">
                <a:pos x="connsiteX3101" y="connsiteY3101"/>
              </a:cxn>
              <a:cxn ang="0">
                <a:pos x="connsiteX3102" y="connsiteY3102"/>
              </a:cxn>
              <a:cxn ang="0">
                <a:pos x="connsiteX3103" y="connsiteY3103"/>
              </a:cxn>
              <a:cxn ang="0">
                <a:pos x="connsiteX3104" y="connsiteY3104"/>
              </a:cxn>
              <a:cxn ang="0">
                <a:pos x="connsiteX3105" y="connsiteY3105"/>
              </a:cxn>
              <a:cxn ang="0">
                <a:pos x="connsiteX3106" y="connsiteY3106"/>
              </a:cxn>
              <a:cxn ang="0">
                <a:pos x="connsiteX3107" y="connsiteY3107"/>
              </a:cxn>
              <a:cxn ang="0">
                <a:pos x="connsiteX3108" y="connsiteY3108"/>
              </a:cxn>
              <a:cxn ang="0">
                <a:pos x="connsiteX3109" y="connsiteY3109"/>
              </a:cxn>
              <a:cxn ang="0">
                <a:pos x="connsiteX3110" y="connsiteY3110"/>
              </a:cxn>
              <a:cxn ang="0">
                <a:pos x="connsiteX3111" y="connsiteY3111"/>
              </a:cxn>
              <a:cxn ang="0">
                <a:pos x="connsiteX3112" y="connsiteY3112"/>
              </a:cxn>
              <a:cxn ang="0">
                <a:pos x="connsiteX3113" y="connsiteY3113"/>
              </a:cxn>
              <a:cxn ang="0">
                <a:pos x="connsiteX3114" y="connsiteY3114"/>
              </a:cxn>
              <a:cxn ang="0">
                <a:pos x="connsiteX3115" y="connsiteY3115"/>
              </a:cxn>
              <a:cxn ang="0">
                <a:pos x="connsiteX3116" y="connsiteY3116"/>
              </a:cxn>
              <a:cxn ang="0">
                <a:pos x="connsiteX3117" y="connsiteY3117"/>
              </a:cxn>
              <a:cxn ang="0">
                <a:pos x="connsiteX3118" y="connsiteY3118"/>
              </a:cxn>
              <a:cxn ang="0">
                <a:pos x="connsiteX3119" y="connsiteY3119"/>
              </a:cxn>
              <a:cxn ang="0">
                <a:pos x="connsiteX3120" y="connsiteY3120"/>
              </a:cxn>
              <a:cxn ang="0">
                <a:pos x="connsiteX3121" y="connsiteY3121"/>
              </a:cxn>
              <a:cxn ang="0">
                <a:pos x="connsiteX3122" y="connsiteY3122"/>
              </a:cxn>
              <a:cxn ang="0">
                <a:pos x="connsiteX3123" y="connsiteY3123"/>
              </a:cxn>
              <a:cxn ang="0">
                <a:pos x="connsiteX3124" y="connsiteY3124"/>
              </a:cxn>
              <a:cxn ang="0">
                <a:pos x="connsiteX3125" y="connsiteY3125"/>
              </a:cxn>
              <a:cxn ang="0">
                <a:pos x="connsiteX3126" y="connsiteY3126"/>
              </a:cxn>
              <a:cxn ang="0">
                <a:pos x="connsiteX3127" y="connsiteY3127"/>
              </a:cxn>
              <a:cxn ang="0">
                <a:pos x="connsiteX3128" y="connsiteY3128"/>
              </a:cxn>
              <a:cxn ang="0">
                <a:pos x="connsiteX3129" y="connsiteY3129"/>
              </a:cxn>
              <a:cxn ang="0">
                <a:pos x="connsiteX3130" y="connsiteY3130"/>
              </a:cxn>
              <a:cxn ang="0">
                <a:pos x="connsiteX3131" y="connsiteY3131"/>
              </a:cxn>
              <a:cxn ang="0">
                <a:pos x="connsiteX3132" y="connsiteY3132"/>
              </a:cxn>
              <a:cxn ang="0">
                <a:pos x="connsiteX3133" y="connsiteY3133"/>
              </a:cxn>
              <a:cxn ang="0">
                <a:pos x="connsiteX3134" y="connsiteY3134"/>
              </a:cxn>
              <a:cxn ang="0">
                <a:pos x="connsiteX3135" y="connsiteY3135"/>
              </a:cxn>
              <a:cxn ang="0">
                <a:pos x="connsiteX3136" y="connsiteY3136"/>
              </a:cxn>
              <a:cxn ang="0">
                <a:pos x="connsiteX3137" y="connsiteY3137"/>
              </a:cxn>
              <a:cxn ang="0">
                <a:pos x="connsiteX3138" y="connsiteY3138"/>
              </a:cxn>
              <a:cxn ang="0">
                <a:pos x="connsiteX3139" y="connsiteY3139"/>
              </a:cxn>
              <a:cxn ang="0">
                <a:pos x="connsiteX3140" y="connsiteY3140"/>
              </a:cxn>
              <a:cxn ang="0">
                <a:pos x="connsiteX3141" y="connsiteY3141"/>
              </a:cxn>
              <a:cxn ang="0">
                <a:pos x="connsiteX3142" y="connsiteY3142"/>
              </a:cxn>
              <a:cxn ang="0">
                <a:pos x="connsiteX3143" y="connsiteY3143"/>
              </a:cxn>
              <a:cxn ang="0">
                <a:pos x="connsiteX3144" y="connsiteY3144"/>
              </a:cxn>
              <a:cxn ang="0">
                <a:pos x="connsiteX3145" y="connsiteY3145"/>
              </a:cxn>
              <a:cxn ang="0">
                <a:pos x="connsiteX3146" y="connsiteY3146"/>
              </a:cxn>
              <a:cxn ang="0">
                <a:pos x="connsiteX3147" y="connsiteY3147"/>
              </a:cxn>
              <a:cxn ang="0">
                <a:pos x="connsiteX3148" y="connsiteY3148"/>
              </a:cxn>
              <a:cxn ang="0">
                <a:pos x="connsiteX3149" y="connsiteY3149"/>
              </a:cxn>
              <a:cxn ang="0">
                <a:pos x="connsiteX3150" y="connsiteY3150"/>
              </a:cxn>
              <a:cxn ang="0">
                <a:pos x="connsiteX3151" y="connsiteY3151"/>
              </a:cxn>
              <a:cxn ang="0">
                <a:pos x="connsiteX3152" y="connsiteY3152"/>
              </a:cxn>
              <a:cxn ang="0">
                <a:pos x="connsiteX3153" y="connsiteY3153"/>
              </a:cxn>
              <a:cxn ang="0">
                <a:pos x="connsiteX3154" y="connsiteY3154"/>
              </a:cxn>
              <a:cxn ang="0">
                <a:pos x="connsiteX3155" y="connsiteY3155"/>
              </a:cxn>
              <a:cxn ang="0">
                <a:pos x="connsiteX3156" y="connsiteY3156"/>
              </a:cxn>
              <a:cxn ang="0">
                <a:pos x="connsiteX3157" y="connsiteY3157"/>
              </a:cxn>
              <a:cxn ang="0">
                <a:pos x="connsiteX3158" y="connsiteY3158"/>
              </a:cxn>
              <a:cxn ang="0">
                <a:pos x="connsiteX3159" y="connsiteY3159"/>
              </a:cxn>
              <a:cxn ang="0">
                <a:pos x="connsiteX3160" y="connsiteY3160"/>
              </a:cxn>
              <a:cxn ang="0">
                <a:pos x="connsiteX3161" y="connsiteY3161"/>
              </a:cxn>
              <a:cxn ang="0">
                <a:pos x="connsiteX3162" y="connsiteY3162"/>
              </a:cxn>
              <a:cxn ang="0">
                <a:pos x="connsiteX3163" y="connsiteY3163"/>
              </a:cxn>
              <a:cxn ang="0">
                <a:pos x="connsiteX3164" y="connsiteY3164"/>
              </a:cxn>
              <a:cxn ang="0">
                <a:pos x="connsiteX3165" y="connsiteY3165"/>
              </a:cxn>
              <a:cxn ang="0">
                <a:pos x="connsiteX3166" y="connsiteY3166"/>
              </a:cxn>
              <a:cxn ang="0">
                <a:pos x="connsiteX3167" y="connsiteY3167"/>
              </a:cxn>
              <a:cxn ang="0">
                <a:pos x="connsiteX3168" y="connsiteY3168"/>
              </a:cxn>
              <a:cxn ang="0">
                <a:pos x="connsiteX3169" y="connsiteY3169"/>
              </a:cxn>
              <a:cxn ang="0">
                <a:pos x="connsiteX3170" y="connsiteY3170"/>
              </a:cxn>
              <a:cxn ang="0">
                <a:pos x="connsiteX3171" y="connsiteY3171"/>
              </a:cxn>
              <a:cxn ang="0">
                <a:pos x="connsiteX3172" y="connsiteY3172"/>
              </a:cxn>
              <a:cxn ang="0">
                <a:pos x="connsiteX3173" y="connsiteY3173"/>
              </a:cxn>
              <a:cxn ang="0">
                <a:pos x="connsiteX3174" y="connsiteY3174"/>
              </a:cxn>
              <a:cxn ang="0">
                <a:pos x="connsiteX3175" y="connsiteY3175"/>
              </a:cxn>
              <a:cxn ang="0">
                <a:pos x="connsiteX3176" y="connsiteY3176"/>
              </a:cxn>
              <a:cxn ang="0">
                <a:pos x="connsiteX3177" y="connsiteY3177"/>
              </a:cxn>
              <a:cxn ang="0">
                <a:pos x="connsiteX3178" y="connsiteY3178"/>
              </a:cxn>
              <a:cxn ang="0">
                <a:pos x="connsiteX3179" y="connsiteY3179"/>
              </a:cxn>
              <a:cxn ang="0">
                <a:pos x="connsiteX3180" y="connsiteY3180"/>
              </a:cxn>
              <a:cxn ang="0">
                <a:pos x="connsiteX3181" y="connsiteY3181"/>
              </a:cxn>
              <a:cxn ang="0">
                <a:pos x="connsiteX3182" y="connsiteY3182"/>
              </a:cxn>
              <a:cxn ang="0">
                <a:pos x="connsiteX3183" y="connsiteY3183"/>
              </a:cxn>
              <a:cxn ang="0">
                <a:pos x="connsiteX3184" y="connsiteY3184"/>
              </a:cxn>
              <a:cxn ang="0">
                <a:pos x="connsiteX3185" y="connsiteY3185"/>
              </a:cxn>
              <a:cxn ang="0">
                <a:pos x="connsiteX3186" y="connsiteY3186"/>
              </a:cxn>
              <a:cxn ang="0">
                <a:pos x="connsiteX3187" y="connsiteY3187"/>
              </a:cxn>
              <a:cxn ang="0">
                <a:pos x="connsiteX3188" y="connsiteY3188"/>
              </a:cxn>
              <a:cxn ang="0">
                <a:pos x="connsiteX3189" y="connsiteY3189"/>
              </a:cxn>
              <a:cxn ang="0">
                <a:pos x="connsiteX3190" y="connsiteY3190"/>
              </a:cxn>
              <a:cxn ang="0">
                <a:pos x="connsiteX3191" y="connsiteY3191"/>
              </a:cxn>
              <a:cxn ang="0">
                <a:pos x="connsiteX3192" y="connsiteY3192"/>
              </a:cxn>
              <a:cxn ang="0">
                <a:pos x="connsiteX3193" y="connsiteY3193"/>
              </a:cxn>
              <a:cxn ang="0">
                <a:pos x="connsiteX3194" y="connsiteY3194"/>
              </a:cxn>
              <a:cxn ang="0">
                <a:pos x="connsiteX3195" y="connsiteY3195"/>
              </a:cxn>
              <a:cxn ang="0">
                <a:pos x="connsiteX3196" y="connsiteY3196"/>
              </a:cxn>
              <a:cxn ang="0">
                <a:pos x="connsiteX3197" y="connsiteY3197"/>
              </a:cxn>
              <a:cxn ang="0">
                <a:pos x="connsiteX3198" y="connsiteY3198"/>
              </a:cxn>
              <a:cxn ang="0">
                <a:pos x="connsiteX3199" y="connsiteY3199"/>
              </a:cxn>
              <a:cxn ang="0">
                <a:pos x="connsiteX3200" y="connsiteY3200"/>
              </a:cxn>
              <a:cxn ang="0">
                <a:pos x="connsiteX3201" y="connsiteY3201"/>
              </a:cxn>
              <a:cxn ang="0">
                <a:pos x="connsiteX3202" y="connsiteY3202"/>
              </a:cxn>
              <a:cxn ang="0">
                <a:pos x="connsiteX3203" y="connsiteY3203"/>
              </a:cxn>
              <a:cxn ang="0">
                <a:pos x="connsiteX3204" y="connsiteY3204"/>
              </a:cxn>
              <a:cxn ang="0">
                <a:pos x="connsiteX3205" y="connsiteY3205"/>
              </a:cxn>
              <a:cxn ang="0">
                <a:pos x="connsiteX3206" y="connsiteY3206"/>
              </a:cxn>
              <a:cxn ang="0">
                <a:pos x="connsiteX3207" y="connsiteY3207"/>
              </a:cxn>
              <a:cxn ang="0">
                <a:pos x="connsiteX3208" y="connsiteY3208"/>
              </a:cxn>
              <a:cxn ang="0">
                <a:pos x="connsiteX3209" y="connsiteY3209"/>
              </a:cxn>
              <a:cxn ang="0">
                <a:pos x="connsiteX3210" y="connsiteY3210"/>
              </a:cxn>
              <a:cxn ang="0">
                <a:pos x="connsiteX3211" y="connsiteY3211"/>
              </a:cxn>
              <a:cxn ang="0">
                <a:pos x="connsiteX3212" y="connsiteY3212"/>
              </a:cxn>
              <a:cxn ang="0">
                <a:pos x="connsiteX3213" y="connsiteY3213"/>
              </a:cxn>
              <a:cxn ang="0">
                <a:pos x="connsiteX3214" y="connsiteY3214"/>
              </a:cxn>
              <a:cxn ang="0">
                <a:pos x="connsiteX3215" y="connsiteY3215"/>
              </a:cxn>
              <a:cxn ang="0">
                <a:pos x="connsiteX3216" y="connsiteY3216"/>
              </a:cxn>
              <a:cxn ang="0">
                <a:pos x="connsiteX3217" y="connsiteY3217"/>
              </a:cxn>
              <a:cxn ang="0">
                <a:pos x="connsiteX3218" y="connsiteY3218"/>
              </a:cxn>
              <a:cxn ang="0">
                <a:pos x="connsiteX3219" y="connsiteY3219"/>
              </a:cxn>
              <a:cxn ang="0">
                <a:pos x="connsiteX3220" y="connsiteY3220"/>
              </a:cxn>
              <a:cxn ang="0">
                <a:pos x="connsiteX3221" y="connsiteY3221"/>
              </a:cxn>
              <a:cxn ang="0">
                <a:pos x="connsiteX3222" y="connsiteY3222"/>
              </a:cxn>
              <a:cxn ang="0">
                <a:pos x="connsiteX3223" y="connsiteY3223"/>
              </a:cxn>
              <a:cxn ang="0">
                <a:pos x="connsiteX3224" y="connsiteY3224"/>
              </a:cxn>
              <a:cxn ang="0">
                <a:pos x="connsiteX3225" y="connsiteY3225"/>
              </a:cxn>
              <a:cxn ang="0">
                <a:pos x="connsiteX3226" y="connsiteY3226"/>
              </a:cxn>
              <a:cxn ang="0">
                <a:pos x="connsiteX3227" y="connsiteY3227"/>
              </a:cxn>
              <a:cxn ang="0">
                <a:pos x="connsiteX3228" y="connsiteY3228"/>
              </a:cxn>
              <a:cxn ang="0">
                <a:pos x="connsiteX3229" y="connsiteY3229"/>
              </a:cxn>
              <a:cxn ang="0">
                <a:pos x="connsiteX3230" y="connsiteY3230"/>
              </a:cxn>
              <a:cxn ang="0">
                <a:pos x="connsiteX3231" y="connsiteY3231"/>
              </a:cxn>
              <a:cxn ang="0">
                <a:pos x="connsiteX3232" y="connsiteY3232"/>
              </a:cxn>
              <a:cxn ang="0">
                <a:pos x="connsiteX3233" y="connsiteY3233"/>
              </a:cxn>
              <a:cxn ang="0">
                <a:pos x="connsiteX3234" y="connsiteY3234"/>
              </a:cxn>
              <a:cxn ang="0">
                <a:pos x="connsiteX3235" y="connsiteY3235"/>
              </a:cxn>
              <a:cxn ang="0">
                <a:pos x="connsiteX3236" y="connsiteY3236"/>
              </a:cxn>
              <a:cxn ang="0">
                <a:pos x="connsiteX3237" y="connsiteY3237"/>
              </a:cxn>
              <a:cxn ang="0">
                <a:pos x="connsiteX3238" y="connsiteY3238"/>
              </a:cxn>
              <a:cxn ang="0">
                <a:pos x="connsiteX3239" y="connsiteY3239"/>
              </a:cxn>
              <a:cxn ang="0">
                <a:pos x="connsiteX3240" y="connsiteY3240"/>
              </a:cxn>
              <a:cxn ang="0">
                <a:pos x="connsiteX3241" y="connsiteY3241"/>
              </a:cxn>
              <a:cxn ang="0">
                <a:pos x="connsiteX3242" y="connsiteY3242"/>
              </a:cxn>
              <a:cxn ang="0">
                <a:pos x="connsiteX3243" y="connsiteY3243"/>
              </a:cxn>
              <a:cxn ang="0">
                <a:pos x="connsiteX3244" y="connsiteY3244"/>
              </a:cxn>
              <a:cxn ang="0">
                <a:pos x="connsiteX3245" y="connsiteY3245"/>
              </a:cxn>
              <a:cxn ang="0">
                <a:pos x="connsiteX3246" y="connsiteY3246"/>
              </a:cxn>
              <a:cxn ang="0">
                <a:pos x="connsiteX3247" y="connsiteY3247"/>
              </a:cxn>
              <a:cxn ang="0">
                <a:pos x="connsiteX3248" y="connsiteY3248"/>
              </a:cxn>
              <a:cxn ang="0">
                <a:pos x="connsiteX3249" y="connsiteY3249"/>
              </a:cxn>
              <a:cxn ang="0">
                <a:pos x="connsiteX3250" y="connsiteY3250"/>
              </a:cxn>
              <a:cxn ang="0">
                <a:pos x="connsiteX3251" y="connsiteY3251"/>
              </a:cxn>
              <a:cxn ang="0">
                <a:pos x="connsiteX3252" y="connsiteY3252"/>
              </a:cxn>
              <a:cxn ang="0">
                <a:pos x="connsiteX3253" y="connsiteY3253"/>
              </a:cxn>
              <a:cxn ang="0">
                <a:pos x="connsiteX3254" y="connsiteY3254"/>
              </a:cxn>
              <a:cxn ang="0">
                <a:pos x="connsiteX3255" y="connsiteY3255"/>
              </a:cxn>
              <a:cxn ang="0">
                <a:pos x="connsiteX3256" y="connsiteY3256"/>
              </a:cxn>
              <a:cxn ang="0">
                <a:pos x="connsiteX3257" y="connsiteY3257"/>
              </a:cxn>
              <a:cxn ang="0">
                <a:pos x="connsiteX3258" y="connsiteY3258"/>
              </a:cxn>
              <a:cxn ang="0">
                <a:pos x="connsiteX3259" y="connsiteY3259"/>
              </a:cxn>
              <a:cxn ang="0">
                <a:pos x="connsiteX3260" y="connsiteY3260"/>
              </a:cxn>
              <a:cxn ang="0">
                <a:pos x="connsiteX3261" y="connsiteY3261"/>
              </a:cxn>
              <a:cxn ang="0">
                <a:pos x="connsiteX3262" y="connsiteY3262"/>
              </a:cxn>
              <a:cxn ang="0">
                <a:pos x="connsiteX3263" y="connsiteY3263"/>
              </a:cxn>
              <a:cxn ang="0">
                <a:pos x="connsiteX3264" y="connsiteY3264"/>
              </a:cxn>
              <a:cxn ang="0">
                <a:pos x="connsiteX3265" y="connsiteY3265"/>
              </a:cxn>
              <a:cxn ang="0">
                <a:pos x="connsiteX3266" y="connsiteY3266"/>
              </a:cxn>
              <a:cxn ang="0">
                <a:pos x="connsiteX3267" y="connsiteY3267"/>
              </a:cxn>
              <a:cxn ang="0">
                <a:pos x="connsiteX3268" y="connsiteY3268"/>
              </a:cxn>
              <a:cxn ang="0">
                <a:pos x="connsiteX3269" y="connsiteY3269"/>
              </a:cxn>
              <a:cxn ang="0">
                <a:pos x="connsiteX3270" y="connsiteY3270"/>
              </a:cxn>
              <a:cxn ang="0">
                <a:pos x="connsiteX3271" y="connsiteY3271"/>
              </a:cxn>
              <a:cxn ang="0">
                <a:pos x="connsiteX3272" y="connsiteY3272"/>
              </a:cxn>
              <a:cxn ang="0">
                <a:pos x="connsiteX3273" y="connsiteY3273"/>
              </a:cxn>
              <a:cxn ang="0">
                <a:pos x="connsiteX3274" y="connsiteY3274"/>
              </a:cxn>
              <a:cxn ang="0">
                <a:pos x="connsiteX3275" y="connsiteY3275"/>
              </a:cxn>
              <a:cxn ang="0">
                <a:pos x="connsiteX3276" y="connsiteY3276"/>
              </a:cxn>
              <a:cxn ang="0">
                <a:pos x="connsiteX3277" y="connsiteY3277"/>
              </a:cxn>
              <a:cxn ang="0">
                <a:pos x="connsiteX3278" y="connsiteY3278"/>
              </a:cxn>
              <a:cxn ang="0">
                <a:pos x="connsiteX3279" y="connsiteY3279"/>
              </a:cxn>
              <a:cxn ang="0">
                <a:pos x="connsiteX3280" y="connsiteY3280"/>
              </a:cxn>
              <a:cxn ang="0">
                <a:pos x="connsiteX3281" y="connsiteY3281"/>
              </a:cxn>
              <a:cxn ang="0">
                <a:pos x="connsiteX3282" y="connsiteY3282"/>
              </a:cxn>
              <a:cxn ang="0">
                <a:pos x="connsiteX3283" y="connsiteY3283"/>
              </a:cxn>
              <a:cxn ang="0">
                <a:pos x="connsiteX3284" y="connsiteY3284"/>
              </a:cxn>
              <a:cxn ang="0">
                <a:pos x="connsiteX3285" y="connsiteY3285"/>
              </a:cxn>
              <a:cxn ang="0">
                <a:pos x="connsiteX3286" y="connsiteY3286"/>
              </a:cxn>
              <a:cxn ang="0">
                <a:pos x="connsiteX3287" y="connsiteY3287"/>
              </a:cxn>
              <a:cxn ang="0">
                <a:pos x="connsiteX3288" y="connsiteY3288"/>
              </a:cxn>
              <a:cxn ang="0">
                <a:pos x="connsiteX3289" y="connsiteY3289"/>
              </a:cxn>
              <a:cxn ang="0">
                <a:pos x="connsiteX3290" y="connsiteY3290"/>
              </a:cxn>
              <a:cxn ang="0">
                <a:pos x="connsiteX3291" y="connsiteY3291"/>
              </a:cxn>
              <a:cxn ang="0">
                <a:pos x="connsiteX3292" y="connsiteY3292"/>
              </a:cxn>
              <a:cxn ang="0">
                <a:pos x="connsiteX3293" y="connsiteY3293"/>
              </a:cxn>
              <a:cxn ang="0">
                <a:pos x="connsiteX3294" y="connsiteY3294"/>
              </a:cxn>
              <a:cxn ang="0">
                <a:pos x="connsiteX3295" y="connsiteY3295"/>
              </a:cxn>
              <a:cxn ang="0">
                <a:pos x="connsiteX3296" y="connsiteY3296"/>
              </a:cxn>
              <a:cxn ang="0">
                <a:pos x="connsiteX3297" y="connsiteY3297"/>
              </a:cxn>
              <a:cxn ang="0">
                <a:pos x="connsiteX3298" y="connsiteY3298"/>
              </a:cxn>
              <a:cxn ang="0">
                <a:pos x="connsiteX3299" y="connsiteY3299"/>
              </a:cxn>
              <a:cxn ang="0">
                <a:pos x="connsiteX3300" y="connsiteY3300"/>
              </a:cxn>
              <a:cxn ang="0">
                <a:pos x="connsiteX3301" y="connsiteY3301"/>
              </a:cxn>
              <a:cxn ang="0">
                <a:pos x="connsiteX3302" y="connsiteY3302"/>
              </a:cxn>
              <a:cxn ang="0">
                <a:pos x="connsiteX3303" y="connsiteY3303"/>
              </a:cxn>
              <a:cxn ang="0">
                <a:pos x="connsiteX3304" y="connsiteY3304"/>
              </a:cxn>
              <a:cxn ang="0">
                <a:pos x="connsiteX3305" y="connsiteY3305"/>
              </a:cxn>
              <a:cxn ang="0">
                <a:pos x="connsiteX3306" y="connsiteY3306"/>
              </a:cxn>
              <a:cxn ang="0">
                <a:pos x="connsiteX3307" y="connsiteY3307"/>
              </a:cxn>
              <a:cxn ang="0">
                <a:pos x="connsiteX3308" y="connsiteY3308"/>
              </a:cxn>
              <a:cxn ang="0">
                <a:pos x="connsiteX3309" y="connsiteY3309"/>
              </a:cxn>
              <a:cxn ang="0">
                <a:pos x="connsiteX3310" y="connsiteY3310"/>
              </a:cxn>
              <a:cxn ang="0">
                <a:pos x="connsiteX3311" y="connsiteY3311"/>
              </a:cxn>
              <a:cxn ang="0">
                <a:pos x="connsiteX3312" y="connsiteY3312"/>
              </a:cxn>
              <a:cxn ang="0">
                <a:pos x="connsiteX3313" y="connsiteY3313"/>
              </a:cxn>
              <a:cxn ang="0">
                <a:pos x="connsiteX3314" y="connsiteY3314"/>
              </a:cxn>
              <a:cxn ang="0">
                <a:pos x="connsiteX3315" y="connsiteY3315"/>
              </a:cxn>
              <a:cxn ang="0">
                <a:pos x="connsiteX3316" y="connsiteY3316"/>
              </a:cxn>
              <a:cxn ang="0">
                <a:pos x="connsiteX3317" y="connsiteY3317"/>
              </a:cxn>
              <a:cxn ang="0">
                <a:pos x="connsiteX3318" y="connsiteY3318"/>
              </a:cxn>
              <a:cxn ang="0">
                <a:pos x="connsiteX3319" y="connsiteY3319"/>
              </a:cxn>
              <a:cxn ang="0">
                <a:pos x="connsiteX3320" y="connsiteY3320"/>
              </a:cxn>
              <a:cxn ang="0">
                <a:pos x="connsiteX3321" y="connsiteY3321"/>
              </a:cxn>
              <a:cxn ang="0">
                <a:pos x="connsiteX3322" y="connsiteY3322"/>
              </a:cxn>
              <a:cxn ang="0">
                <a:pos x="connsiteX3323" y="connsiteY3323"/>
              </a:cxn>
              <a:cxn ang="0">
                <a:pos x="connsiteX3324" y="connsiteY3324"/>
              </a:cxn>
              <a:cxn ang="0">
                <a:pos x="connsiteX3325" y="connsiteY3325"/>
              </a:cxn>
              <a:cxn ang="0">
                <a:pos x="connsiteX3326" y="connsiteY3326"/>
              </a:cxn>
              <a:cxn ang="0">
                <a:pos x="connsiteX3327" y="connsiteY3327"/>
              </a:cxn>
              <a:cxn ang="0">
                <a:pos x="connsiteX3328" y="connsiteY3328"/>
              </a:cxn>
              <a:cxn ang="0">
                <a:pos x="connsiteX3329" y="connsiteY3329"/>
              </a:cxn>
              <a:cxn ang="0">
                <a:pos x="connsiteX3330" y="connsiteY3330"/>
              </a:cxn>
              <a:cxn ang="0">
                <a:pos x="connsiteX3331" y="connsiteY3331"/>
              </a:cxn>
              <a:cxn ang="0">
                <a:pos x="connsiteX3332" y="connsiteY3332"/>
              </a:cxn>
              <a:cxn ang="0">
                <a:pos x="connsiteX3333" y="connsiteY3333"/>
              </a:cxn>
              <a:cxn ang="0">
                <a:pos x="connsiteX3334" y="connsiteY3334"/>
              </a:cxn>
              <a:cxn ang="0">
                <a:pos x="connsiteX3335" y="connsiteY3335"/>
              </a:cxn>
              <a:cxn ang="0">
                <a:pos x="connsiteX3336" y="connsiteY3336"/>
              </a:cxn>
              <a:cxn ang="0">
                <a:pos x="connsiteX3337" y="connsiteY3337"/>
              </a:cxn>
              <a:cxn ang="0">
                <a:pos x="connsiteX3338" y="connsiteY3338"/>
              </a:cxn>
              <a:cxn ang="0">
                <a:pos x="connsiteX3339" y="connsiteY3339"/>
              </a:cxn>
              <a:cxn ang="0">
                <a:pos x="connsiteX3340" y="connsiteY3340"/>
              </a:cxn>
              <a:cxn ang="0">
                <a:pos x="connsiteX3341" y="connsiteY3341"/>
              </a:cxn>
              <a:cxn ang="0">
                <a:pos x="connsiteX3342" y="connsiteY3342"/>
              </a:cxn>
              <a:cxn ang="0">
                <a:pos x="connsiteX3343" y="connsiteY3343"/>
              </a:cxn>
              <a:cxn ang="0">
                <a:pos x="connsiteX3344" y="connsiteY3344"/>
              </a:cxn>
              <a:cxn ang="0">
                <a:pos x="connsiteX3345" y="connsiteY3345"/>
              </a:cxn>
              <a:cxn ang="0">
                <a:pos x="connsiteX3346" y="connsiteY3346"/>
              </a:cxn>
              <a:cxn ang="0">
                <a:pos x="connsiteX3347" y="connsiteY3347"/>
              </a:cxn>
              <a:cxn ang="0">
                <a:pos x="connsiteX3348" y="connsiteY3348"/>
              </a:cxn>
              <a:cxn ang="0">
                <a:pos x="connsiteX3349" y="connsiteY3349"/>
              </a:cxn>
              <a:cxn ang="0">
                <a:pos x="connsiteX3350" y="connsiteY3350"/>
              </a:cxn>
              <a:cxn ang="0">
                <a:pos x="connsiteX3351" y="connsiteY3351"/>
              </a:cxn>
              <a:cxn ang="0">
                <a:pos x="connsiteX3352" y="connsiteY3352"/>
              </a:cxn>
              <a:cxn ang="0">
                <a:pos x="connsiteX3353" y="connsiteY3353"/>
              </a:cxn>
              <a:cxn ang="0">
                <a:pos x="connsiteX3354" y="connsiteY3354"/>
              </a:cxn>
              <a:cxn ang="0">
                <a:pos x="connsiteX3355" y="connsiteY3355"/>
              </a:cxn>
              <a:cxn ang="0">
                <a:pos x="connsiteX3356" y="connsiteY3356"/>
              </a:cxn>
              <a:cxn ang="0">
                <a:pos x="connsiteX3357" y="connsiteY3357"/>
              </a:cxn>
              <a:cxn ang="0">
                <a:pos x="connsiteX3358" y="connsiteY3358"/>
              </a:cxn>
              <a:cxn ang="0">
                <a:pos x="connsiteX3359" y="connsiteY3359"/>
              </a:cxn>
              <a:cxn ang="0">
                <a:pos x="connsiteX3360" y="connsiteY3360"/>
              </a:cxn>
              <a:cxn ang="0">
                <a:pos x="connsiteX3361" y="connsiteY3361"/>
              </a:cxn>
              <a:cxn ang="0">
                <a:pos x="connsiteX3362" y="connsiteY3362"/>
              </a:cxn>
              <a:cxn ang="0">
                <a:pos x="connsiteX3363" y="connsiteY3363"/>
              </a:cxn>
              <a:cxn ang="0">
                <a:pos x="connsiteX3364" y="connsiteY3364"/>
              </a:cxn>
              <a:cxn ang="0">
                <a:pos x="connsiteX3365" y="connsiteY3365"/>
              </a:cxn>
              <a:cxn ang="0">
                <a:pos x="connsiteX3366" y="connsiteY3366"/>
              </a:cxn>
              <a:cxn ang="0">
                <a:pos x="connsiteX3367" y="connsiteY3367"/>
              </a:cxn>
              <a:cxn ang="0">
                <a:pos x="connsiteX3368" y="connsiteY3368"/>
              </a:cxn>
              <a:cxn ang="0">
                <a:pos x="connsiteX3369" y="connsiteY3369"/>
              </a:cxn>
              <a:cxn ang="0">
                <a:pos x="connsiteX3370" y="connsiteY3370"/>
              </a:cxn>
              <a:cxn ang="0">
                <a:pos x="connsiteX3371" y="connsiteY3371"/>
              </a:cxn>
              <a:cxn ang="0">
                <a:pos x="connsiteX3372" y="connsiteY3372"/>
              </a:cxn>
              <a:cxn ang="0">
                <a:pos x="connsiteX3373" y="connsiteY3373"/>
              </a:cxn>
              <a:cxn ang="0">
                <a:pos x="connsiteX3374" y="connsiteY3374"/>
              </a:cxn>
              <a:cxn ang="0">
                <a:pos x="connsiteX3375" y="connsiteY3375"/>
              </a:cxn>
              <a:cxn ang="0">
                <a:pos x="connsiteX3376" y="connsiteY3376"/>
              </a:cxn>
              <a:cxn ang="0">
                <a:pos x="connsiteX3377" y="connsiteY3377"/>
              </a:cxn>
              <a:cxn ang="0">
                <a:pos x="connsiteX3378" y="connsiteY3378"/>
              </a:cxn>
              <a:cxn ang="0">
                <a:pos x="connsiteX3379" y="connsiteY3379"/>
              </a:cxn>
              <a:cxn ang="0">
                <a:pos x="connsiteX3380" y="connsiteY3380"/>
              </a:cxn>
              <a:cxn ang="0">
                <a:pos x="connsiteX3381" y="connsiteY3381"/>
              </a:cxn>
              <a:cxn ang="0">
                <a:pos x="connsiteX3382" y="connsiteY3382"/>
              </a:cxn>
              <a:cxn ang="0">
                <a:pos x="connsiteX3383" y="connsiteY3383"/>
              </a:cxn>
              <a:cxn ang="0">
                <a:pos x="connsiteX3384" y="connsiteY3384"/>
              </a:cxn>
              <a:cxn ang="0">
                <a:pos x="connsiteX3385" y="connsiteY3385"/>
              </a:cxn>
              <a:cxn ang="0">
                <a:pos x="connsiteX3386" y="connsiteY3386"/>
              </a:cxn>
              <a:cxn ang="0">
                <a:pos x="connsiteX3387" y="connsiteY3387"/>
              </a:cxn>
              <a:cxn ang="0">
                <a:pos x="connsiteX3388" y="connsiteY3388"/>
              </a:cxn>
              <a:cxn ang="0">
                <a:pos x="connsiteX3389" y="connsiteY3389"/>
              </a:cxn>
              <a:cxn ang="0">
                <a:pos x="connsiteX3390" y="connsiteY3390"/>
              </a:cxn>
              <a:cxn ang="0">
                <a:pos x="connsiteX3391" y="connsiteY3391"/>
              </a:cxn>
              <a:cxn ang="0">
                <a:pos x="connsiteX3392" y="connsiteY3392"/>
              </a:cxn>
              <a:cxn ang="0">
                <a:pos x="connsiteX3393" y="connsiteY3393"/>
              </a:cxn>
              <a:cxn ang="0">
                <a:pos x="connsiteX3394" y="connsiteY3394"/>
              </a:cxn>
              <a:cxn ang="0">
                <a:pos x="connsiteX3395" y="connsiteY3395"/>
              </a:cxn>
              <a:cxn ang="0">
                <a:pos x="connsiteX3396" y="connsiteY3396"/>
              </a:cxn>
              <a:cxn ang="0">
                <a:pos x="connsiteX3397" y="connsiteY3397"/>
              </a:cxn>
              <a:cxn ang="0">
                <a:pos x="connsiteX3398" y="connsiteY3398"/>
              </a:cxn>
              <a:cxn ang="0">
                <a:pos x="connsiteX3399" y="connsiteY3399"/>
              </a:cxn>
              <a:cxn ang="0">
                <a:pos x="connsiteX3400" y="connsiteY3400"/>
              </a:cxn>
              <a:cxn ang="0">
                <a:pos x="connsiteX3401" y="connsiteY3401"/>
              </a:cxn>
              <a:cxn ang="0">
                <a:pos x="connsiteX3402" y="connsiteY3402"/>
              </a:cxn>
              <a:cxn ang="0">
                <a:pos x="connsiteX3403" y="connsiteY3403"/>
              </a:cxn>
              <a:cxn ang="0">
                <a:pos x="connsiteX3404" y="connsiteY3404"/>
              </a:cxn>
              <a:cxn ang="0">
                <a:pos x="connsiteX3405" y="connsiteY3405"/>
              </a:cxn>
              <a:cxn ang="0">
                <a:pos x="connsiteX3406" y="connsiteY3406"/>
              </a:cxn>
              <a:cxn ang="0">
                <a:pos x="connsiteX3407" y="connsiteY3407"/>
              </a:cxn>
              <a:cxn ang="0">
                <a:pos x="connsiteX3408" y="connsiteY3408"/>
              </a:cxn>
              <a:cxn ang="0">
                <a:pos x="connsiteX3409" y="connsiteY3409"/>
              </a:cxn>
              <a:cxn ang="0">
                <a:pos x="connsiteX3410" y="connsiteY3410"/>
              </a:cxn>
              <a:cxn ang="0">
                <a:pos x="connsiteX3411" y="connsiteY3411"/>
              </a:cxn>
              <a:cxn ang="0">
                <a:pos x="connsiteX3412" y="connsiteY3412"/>
              </a:cxn>
              <a:cxn ang="0">
                <a:pos x="connsiteX3413" y="connsiteY3413"/>
              </a:cxn>
              <a:cxn ang="0">
                <a:pos x="connsiteX3414" y="connsiteY3414"/>
              </a:cxn>
              <a:cxn ang="0">
                <a:pos x="connsiteX3415" y="connsiteY3415"/>
              </a:cxn>
              <a:cxn ang="0">
                <a:pos x="connsiteX3416" y="connsiteY3416"/>
              </a:cxn>
              <a:cxn ang="0">
                <a:pos x="connsiteX3417" y="connsiteY3417"/>
              </a:cxn>
              <a:cxn ang="0">
                <a:pos x="connsiteX3418" y="connsiteY3418"/>
              </a:cxn>
              <a:cxn ang="0">
                <a:pos x="connsiteX3419" y="connsiteY3419"/>
              </a:cxn>
              <a:cxn ang="0">
                <a:pos x="connsiteX3420" y="connsiteY3420"/>
              </a:cxn>
              <a:cxn ang="0">
                <a:pos x="connsiteX3421" y="connsiteY3421"/>
              </a:cxn>
              <a:cxn ang="0">
                <a:pos x="connsiteX3422" y="connsiteY3422"/>
              </a:cxn>
              <a:cxn ang="0">
                <a:pos x="connsiteX3423" y="connsiteY3423"/>
              </a:cxn>
              <a:cxn ang="0">
                <a:pos x="connsiteX3424" y="connsiteY3424"/>
              </a:cxn>
              <a:cxn ang="0">
                <a:pos x="connsiteX3425" y="connsiteY3425"/>
              </a:cxn>
              <a:cxn ang="0">
                <a:pos x="connsiteX3426" y="connsiteY3426"/>
              </a:cxn>
              <a:cxn ang="0">
                <a:pos x="connsiteX3427" y="connsiteY3427"/>
              </a:cxn>
              <a:cxn ang="0">
                <a:pos x="connsiteX3428" y="connsiteY3428"/>
              </a:cxn>
              <a:cxn ang="0">
                <a:pos x="connsiteX3429" y="connsiteY3429"/>
              </a:cxn>
              <a:cxn ang="0">
                <a:pos x="connsiteX3430" y="connsiteY3430"/>
              </a:cxn>
              <a:cxn ang="0">
                <a:pos x="connsiteX3431" y="connsiteY3431"/>
              </a:cxn>
              <a:cxn ang="0">
                <a:pos x="connsiteX3432" y="connsiteY3432"/>
              </a:cxn>
              <a:cxn ang="0">
                <a:pos x="connsiteX3433" y="connsiteY3433"/>
              </a:cxn>
              <a:cxn ang="0">
                <a:pos x="connsiteX3434" y="connsiteY3434"/>
              </a:cxn>
              <a:cxn ang="0">
                <a:pos x="connsiteX3435" y="connsiteY3435"/>
              </a:cxn>
              <a:cxn ang="0">
                <a:pos x="connsiteX3436" y="connsiteY3436"/>
              </a:cxn>
              <a:cxn ang="0">
                <a:pos x="connsiteX3437" y="connsiteY3437"/>
              </a:cxn>
              <a:cxn ang="0">
                <a:pos x="connsiteX3438" y="connsiteY3438"/>
              </a:cxn>
              <a:cxn ang="0">
                <a:pos x="connsiteX3439" y="connsiteY3439"/>
              </a:cxn>
              <a:cxn ang="0">
                <a:pos x="connsiteX3440" y="connsiteY3440"/>
              </a:cxn>
              <a:cxn ang="0">
                <a:pos x="connsiteX3441" y="connsiteY3441"/>
              </a:cxn>
              <a:cxn ang="0">
                <a:pos x="connsiteX3442" y="connsiteY3442"/>
              </a:cxn>
              <a:cxn ang="0">
                <a:pos x="connsiteX3443" y="connsiteY3443"/>
              </a:cxn>
              <a:cxn ang="0">
                <a:pos x="connsiteX3444" y="connsiteY3444"/>
              </a:cxn>
              <a:cxn ang="0">
                <a:pos x="connsiteX3445" y="connsiteY3445"/>
              </a:cxn>
              <a:cxn ang="0">
                <a:pos x="connsiteX3446" y="connsiteY3446"/>
              </a:cxn>
              <a:cxn ang="0">
                <a:pos x="connsiteX3447" y="connsiteY3447"/>
              </a:cxn>
              <a:cxn ang="0">
                <a:pos x="connsiteX3448" y="connsiteY3448"/>
              </a:cxn>
              <a:cxn ang="0">
                <a:pos x="connsiteX3449" y="connsiteY3449"/>
              </a:cxn>
              <a:cxn ang="0">
                <a:pos x="connsiteX3450" y="connsiteY3450"/>
              </a:cxn>
              <a:cxn ang="0">
                <a:pos x="connsiteX3451" y="connsiteY3451"/>
              </a:cxn>
              <a:cxn ang="0">
                <a:pos x="connsiteX3452" y="connsiteY3452"/>
              </a:cxn>
              <a:cxn ang="0">
                <a:pos x="connsiteX3453" y="connsiteY3453"/>
              </a:cxn>
              <a:cxn ang="0">
                <a:pos x="connsiteX3454" y="connsiteY3454"/>
              </a:cxn>
              <a:cxn ang="0">
                <a:pos x="connsiteX3455" y="connsiteY3455"/>
              </a:cxn>
              <a:cxn ang="0">
                <a:pos x="connsiteX3456" y="connsiteY3456"/>
              </a:cxn>
              <a:cxn ang="0">
                <a:pos x="connsiteX3457" y="connsiteY3457"/>
              </a:cxn>
              <a:cxn ang="0">
                <a:pos x="connsiteX3458" y="connsiteY3458"/>
              </a:cxn>
              <a:cxn ang="0">
                <a:pos x="connsiteX3459" y="connsiteY3459"/>
              </a:cxn>
              <a:cxn ang="0">
                <a:pos x="connsiteX3460" y="connsiteY3460"/>
              </a:cxn>
              <a:cxn ang="0">
                <a:pos x="connsiteX3461" y="connsiteY3461"/>
              </a:cxn>
              <a:cxn ang="0">
                <a:pos x="connsiteX3462" y="connsiteY3462"/>
              </a:cxn>
              <a:cxn ang="0">
                <a:pos x="connsiteX3463" y="connsiteY3463"/>
              </a:cxn>
              <a:cxn ang="0">
                <a:pos x="connsiteX3464" y="connsiteY3464"/>
              </a:cxn>
              <a:cxn ang="0">
                <a:pos x="connsiteX3465" y="connsiteY3465"/>
              </a:cxn>
              <a:cxn ang="0">
                <a:pos x="connsiteX3466" y="connsiteY3466"/>
              </a:cxn>
              <a:cxn ang="0">
                <a:pos x="connsiteX3467" y="connsiteY3467"/>
              </a:cxn>
              <a:cxn ang="0">
                <a:pos x="connsiteX3468" y="connsiteY3468"/>
              </a:cxn>
              <a:cxn ang="0">
                <a:pos x="connsiteX3469" y="connsiteY3469"/>
              </a:cxn>
              <a:cxn ang="0">
                <a:pos x="connsiteX3470" y="connsiteY3470"/>
              </a:cxn>
              <a:cxn ang="0">
                <a:pos x="connsiteX3471" y="connsiteY3471"/>
              </a:cxn>
              <a:cxn ang="0">
                <a:pos x="connsiteX3472" y="connsiteY3472"/>
              </a:cxn>
              <a:cxn ang="0">
                <a:pos x="connsiteX3473" y="connsiteY3473"/>
              </a:cxn>
              <a:cxn ang="0">
                <a:pos x="connsiteX3474" y="connsiteY3474"/>
              </a:cxn>
              <a:cxn ang="0">
                <a:pos x="connsiteX3475" y="connsiteY3475"/>
              </a:cxn>
              <a:cxn ang="0">
                <a:pos x="connsiteX3476" y="connsiteY3476"/>
              </a:cxn>
              <a:cxn ang="0">
                <a:pos x="connsiteX3477" y="connsiteY3477"/>
              </a:cxn>
              <a:cxn ang="0">
                <a:pos x="connsiteX3478" y="connsiteY3478"/>
              </a:cxn>
              <a:cxn ang="0">
                <a:pos x="connsiteX3479" y="connsiteY3479"/>
              </a:cxn>
              <a:cxn ang="0">
                <a:pos x="connsiteX3480" y="connsiteY3480"/>
              </a:cxn>
              <a:cxn ang="0">
                <a:pos x="connsiteX3481" y="connsiteY3481"/>
              </a:cxn>
              <a:cxn ang="0">
                <a:pos x="connsiteX3482" y="connsiteY3482"/>
              </a:cxn>
              <a:cxn ang="0">
                <a:pos x="connsiteX3483" y="connsiteY3483"/>
              </a:cxn>
              <a:cxn ang="0">
                <a:pos x="connsiteX3484" y="connsiteY3484"/>
              </a:cxn>
              <a:cxn ang="0">
                <a:pos x="connsiteX3485" y="connsiteY3485"/>
              </a:cxn>
              <a:cxn ang="0">
                <a:pos x="connsiteX3486" y="connsiteY3486"/>
              </a:cxn>
              <a:cxn ang="0">
                <a:pos x="connsiteX3487" y="connsiteY3487"/>
              </a:cxn>
              <a:cxn ang="0">
                <a:pos x="connsiteX3488" y="connsiteY3488"/>
              </a:cxn>
              <a:cxn ang="0">
                <a:pos x="connsiteX3489" y="connsiteY3489"/>
              </a:cxn>
              <a:cxn ang="0">
                <a:pos x="connsiteX3490" y="connsiteY3490"/>
              </a:cxn>
              <a:cxn ang="0">
                <a:pos x="connsiteX3491" y="connsiteY3491"/>
              </a:cxn>
              <a:cxn ang="0">
                <a:pos x="connsiteX3492" y="connsiteY3492"/>
              </a:cxn>
              <a:cxn ang="0">
                <a:pos x="connsiteX3493" y="connsiteY3493"/>
              </a:cxn>
              <a:cxn ang="0">
                <a:pos x="connsiteX3494" y="connsiteY3494"/>
              </a:cxn>
              <a:cxn ang="0">
                <a:pos x="connsiteX3495" y="connsiteY3495"/>
              </a:cxn>
              <a:cxn ang="0">
                <a:pos x="connsiteX3496" y="connsiteY3496"/>
              </a:cxn>
              <a:cxn ang="0">
                <a:pos x="connsiteX3497" y="connsiteY3497"/>
              </a:cxn>
              <a:cxn ang="0">
                <a:pos x="connsiteX3498" y="connsiteY3498"/>
              </a:cxn>
              <a:cxn ang="0">
                <a:pos x="connsiteX3499" y="connsiteY3499"/>
              </a:cxn>
              <a:cxn ang="0">
                <a:pos x="connsiteX3500" y="connsiteY3500"/>
              </a:cxn>
              <a:cxn ang="0">
                <a:pos x="connsiteX3501" y="connsiteY3501"/>
              </a:cxn>
              <a:cxn ang="0">
                <a:pos x="connsiteX3502" y="connsiteY3502"/>
              </a:cxn>
              <a:cxn ang="0">
                <a:pos x="connsiteX3503" y="connsiteY3503"/>
              </a:cxn>
              <a:cxn ang="0">
                <a:pos x="connsiteX3504" y="connsiteY3504"/>
              </a:cxn>
              <a:cxn ang="0">
                <a:pos x="connsiteX3505" y="connsiteY3505"/>
              </a:cxn>
              <a:cxn ang="0">
                <a:pos x="connsiteX3506" y="connsiteY3506"/>
              </a:cxn>
              <a:cxn ang="0">
                <a:pos x="connsiteX3507" y="connsiteY3507"/>
              </a:cxn>
              <a:cxn ang="0">
                <a:pos x="connsiteX3508" y="connsiteY3508"/>
              </a:cxn>
              <a:cxn ang="0">
                <a:pos x="connsiteX3509" y="connsiteY3509"/>
              </a:cxn>
              <a:cxn ang="0">
                <a:pos x="connsiteX3510" y="connsiteY3510"/>
              </a:cxn>
              <a:cxn ang="0">
                <a:pos x="connsiteX3511" y="connsiteY3511"/>
              </a:cxn>
              <a:cxn ang="0">
                <a:pos x="connsiteX3512" y="connsiteY3512"/>
              </a:cxn>
              <a:cxn ang="0">
                <a:pos x="connsiteX3513" y="connsiteY3513"/>
              </a:cxn>
              <a:cxn ang="0">
                <a:pos x="connsiteX3514" y="connsiteY3514"/>
              </a:cxn>
              <a:cxn ang="0">
                <a:pos x="connsiteX3515" y="connsiteY3515"/>
              </a:cxn>
              <a:cxn ang="0">
                <a:pos x="connsiteX3516" y="connsiteY3516"/>
              </a:cxn>
              <a:cxn ang="0">
                <a:pos x="connsiteX3517" y="connsiteY3517"/>
              </a:cxn>
              <a:cxn ang="0">
                <a:pos x="connsiteX3518" y="connsiteY3518"/>
              </a:cxn>
              <a:cxn ang="0">
                <a:pos x="connsiteX3519" y="connsiteY3519"/>
              </a:cxn>
              <a:cxn ang="0">
                <a:pos x="connsiteX3520" y="connsiteY3520"/>
              </a:cxn>
              <a:cxn ang="0">
                <a:pos x="connsiteX3521" y="connsiteY3521"/>
              </a:cxn>
              <a:cxn ang="0">
                <a:pos x="connsiteX3522" y="connsiteY3522"/>
              </a:cxn>
              <a:cxn ang="0">
                <a:pos x="connsiteX3523" y="connsiteY3523"/>
              </a:cxn>
              <a:cxn ang="0">
                <a:pos x="connsiteX3524" y="connsiteY3524"/>
              </a:cxn>
              <a:cxn ang="0">
                <a:pos x="connsiteX3525" y="connsiteY3525"/>
              </a:cxn>
              <a:cxn ang="0">
                <a:pos x="connsiteX3526" y="connsiteY3526"/>
              </a:cxn>
              <a:cxn ang="0">
                <a:pos x="connsiteX3527" y="connsiteY3527"/>
              </a:cxn>
              <a:cxn ang="0">
                <a:pos x="connsiteX3528" y="connsiteY3528"/>
              </a:cxn>
              <a:cxn ang="0">
                <a:pos x="connsiteX3529" y="connsiteY3529"/>
              </a:cxn>
              <a:cxn ang="0">
                <a:pos x="connsiteX3530" y="connsiteY3530"/>
              </a:cxn>
              <a:cxn ang="0">
                <a:pos x="connsiteX3531" y="connsiteY3531"/>
              </a:cxn>
              <a:cxn ang="0">
                <a:pos x="connsiteX3532" y="connsiteY3532"/>
              </a:cxn>
              <a:cxn ang="0">
                <a:pos x="connsiteX3533" y="connsiteY3533"/>
              </a:cxn>
              <a:cxn ang="0">
                <a:pos x="connsiteX3534" y="connsiteY3534"/>
              </a:cxn>
              <a:cxn ang="0">
                <a:pos x="connsiteX3535" y="connsiteY3535"/>
              </a:cxn>
              <a:cxn ang="0">
                <a:pos x="connsiteX3536" y="connsiteY3536"/>
              </a:cxn>
              <a:cxn ang="0">
                <a:pos x="connsiteX3537" y="connsiteY3537"/>
              </a:cxn>
              <a:cxn ang="0">
                <a:pos x="connsiteX3538" y="connsiteY3538"/>
              </a:cxn>
              <a:cxn ang="0">
                <a:pos x="connsiteX3539" y="connsiteY3539"/>
              </a:cxn>
              <a:cxn ang="0">
                <a:pos x="connsiteX3540" y="connsiteY3540"/>
              </a:cxn>
              <a:cxn ang="0">
                <a:pos x="connsiteX3541" y="connsiteY3541"/>
              </a:cxn>
              <a:cxn ang="0">
                <a:pos x="connsiteX3542" y="connsiteY3542"/>
              </a:cxn>
              <a:cxn ang="0">
                <a:pos x="connsiteX3543" y="connsiteY3543"/>
              </a:cxn>
              <a:cxn ang="0">
                <a:pos x="connsiteX3544" y="connsiteY3544"/>
              </a:cxn>
              <a:cxn ang="0">
                <a:pos x="connsiteX3545" y="connsiteY3545"/>
              </a:cxn>
              <a:cxn ang="0">
                <a:pos x="connsiteX3546" y="connsiteY3546"/>
              </a:cxn>
              <a:cxn ang="0">
                <a:pos x="connsiteX3547" y="connsiteY3547"/>
              </a:cxn>
              <a:cxn ang="0">
                <a:pos x="connsiteX3548" y="connsiteY3548"/>
              </a:cxn>
              <a:cxn ang="0">
                <a:pos x="connsiteX3549" y="connsiteY3549"/>
              </a:cxn>
              <a:cxn ang="0">
                <a:pos x="connsiteX3550" y="connsiteY3550"/>
              </a:cxn>
              <a:cxn ang="0">
                <a:pos x="connsiteX3551" y="connsiteY3551"/>
              </a:cxn>
              <a:cxn ang="0">
                <a:pos x="connsiteX3552" y="connsiteY3552"/>
              </a:cxn>
              <a:cxn ang="0">
                <a:pos x="connsiteX3553" y="connsiteY3553"/>
              </a:cxn>
              <a:cxn ang="0">
                <a:pos x="connsiteX3554" y="connsiteY3554"/>
              </a:cxn>
              <a:cxn ang="0">
                <a:pos x="connsiteX3555" y="connsiteY3555"/>
              </a:cxn>
              <a:cxn ang="0">
                <a:pos x="connsiteX3556" y="connsiteY3556"/>
              </a:cxn>
              <a:cxn ang="0">
                <a:pos x="connsiteX3557" y="connsiteY3557"/>
              </a:cxn>
              <a:cxn ang="0">
                <a:pos x="connsiteX3558" y="connsiteY3558"/>
              </a:cxn>
              <a:cxn ang="0">
                <a:pos x="connsiteX3559" y="connsiteY3559"/>
              </a:cxn>
              <a:cxn ang="0">
                <a:pos x="connsiteX3560" y="connsiteY3560"/>
              </a:cxn>
              <a:cxn ang="0">
                <a:pos x="connsiteX3561" y="connsiteY3561"/>
              </a:cxn>
              <a:cxn ang="0">
                <a:pos x="connsiteX3562" y="connsiteY3562"/>
              </a:cxn>
              <a:cxn ang="0">
                <a:pos x="connsiteX3563" y="connsiteY3563"/>
              </a:cxn>
              <a:cxn ang="0">
                <a:pos x="connsiteX3564" y="connsiteY3564"/>
              </a:cxn>
              <a:cxn ang="0">
                <a:pos x="connsiteX3565" y="connsiteY3565"/>
              </a:cxn>
              <a:cxn ang="0">
                <a:pos x="connsiteX3566" y="connsiteY3566"/>
              </a:cxn>
              <a:cxn ang="0">
                <a:pos x="connsiteX3567" y="connsiteY3567"/>
              </a:cxn>
              <a:cxn ang="0">
                <a:pos x="connsiteX3568" y="connsiteY3568"/>
              </a:cxn>
              <a:cxn ang="0">
                <a:pos x="connsiteX3569" y="connsiteY3569"/>
              </a:cxn>
              <a:cxn ang="0">
                <a:pos x="connsiteX3570" y="connsiteY3570"/>
              </a:cxn>
              <a:cxn ang="0">
                <a:pos x="connsiteX3571" y="connsiteY3571"/>
              </a:cxn>
              <a:cxn ang="0">
                <a:pos x="connsiteX3572" y="connsiteY3572"/>
              </a:cxn>
              <a:cxn ang="0">
                <a:pos x="connsiteX3573" y="connsiteY3573"/>
              </a:cxn>
              <a:cxn ang="0">
                <a:pos x="connsiteX3574" y="connsiteY3574"/>
              </a:cxn>
              <a:cxn ang="0">
                <a:pos x="connsiteX3575" y="connsiteY3575"/>
              </a:cxn>
              <a:cxn ang="0">
                <a:pos x="connsiteX3576" y="connsiteY3576"/>
              </a:cxn>
              <a:cxn ang="0">
                <a:pos x="connsiteX3577" y="connsiteY3577"/>
              </a:cxn>
              <a:cxn ang="0">
                <a:pos x="connsiteX3578" y="connsiteY3578"/>
              </a:cxn>
              <a:cxn ang="0">
                <a:pos x="connsiteX3579" y="connsiteY3579"/>
              </a:cxn>
              <a:cxn ang="0">
                <a:pos x="connsiteX3580" y="connsiteY3580"/>
              </a:cxn>
              <a:cxn ang="0">
                <a:pos x="connsiteX3581" y="connsiteY3581"/>
              </a:cxn>
              <a:cxn ang="0">
                <a:pos x="connsiteX3582" y="connsiteY3582"/>
              </a:cxn>
              <a:cxn ang="0">
                <a:pos x="connsiteX3583" y="connsiteY3583"/>
              </a:cxn>
              <a:cxn ang="0">
                <a:pos x="connsiteX3584" y="connsiteY3584"/>
              </a:cxn>
              <a:cxn ang="0">
                <a:pos x="connsiteX3585" y="connsiteY3585"/>
              </a:cxn>
              <a:cxn ang="0">
                <a:pos x="connsiteX3586" y="connsiteY3586"/>
              </a:cxn>
              <a:cxn ang="0">
                <a:pos x="connsiteX3587" y="connsiteY3587"/>
              </a:cxn>
              <a:cxn ang="0">
                <a:pos x="connsiteX3588" y="connsiteY3588"/>
              </a:cxn>
              <a:cxn ang="0">
                <a:pos x="connsiteX3589" y="connsiteY3589"/>
              </a:cxn>
              <a:cxn ang="0">
                <a:pos x="connsiteX3590" y="connsiteY3590"/>
              </a:cxn>
              <a:cxn ang="0">
                <a:pos x="connsiteX3591" y="connsiteY3591"/>
              </a:cxn>
              <a:cxn ang="0">
                <a:pos x="connsiteX3592" y="connsiteY3592"/>
              </a:cxn>
              <a:cxn ang="0">
                <a:pos x="connsiteX3593" y="connsiteY3593"/>
              </a:cxn>
              <a:cxn ang="0">
                <a:pos x="connsiteX3594" y="connsiteY3594"/>
              </a:cxn>
              <a:cxn ang="0">
                <a:pos x="connsiteX3595" y="connsiteY3595"/>
              </a:cxn>
              <a:cxn ang="0">
                <a:pos x="connsiteX3596" y="connsiteY3596"/>
              </a:cxn>
              <a:cxn ang="0">
                <a:pos x="connsiteX3597" y="connsiteY3597"/>
              </a:cxn>
              <a:cxn ang="0">
                <a:pos x="connsiteX3598" y="connsiteY3598"/>
              </a:cxn>
              <a:cxn ang="0">
                <a:pos x="connsiteX3599" y="connsiteY3599"/>
              </a:cxn>
              <a:cxn ang="0">
                <a:pos x="connsiteX3600" y="connsiteY3600"/>
              </a:cxn>
              <a:cxn ang="0">
                <a:pos x="connsiteX3601" y="connsiteY3601"/>
              </a:cxn>
              <a:cxn ang="0">
                <a:pos x="connsiteX3602" y="connsiteY3602"/>
              </a:cxn>
              <a:cxn ang="0">
                <a:pos x="connsiteX3603" y="connsiteY3603"/>
              </a:cxn>
              <a:cxn ang="0">
                <a:pos x="connsiteX3604" y="connsiteY3604"/>
              </a:cxn>
              <a:cxn ang="0">
                <a:pos x="connsiteX3605" y="connsiteY3605"/>
              </a:cxn>
              <a:cxn ang="0">
                <a:pos x="connsiteX3606" y="connsiteY3606"/>
              </a:cxn>
              <a:cxn ang="0">
                <a:pos x="connsiteX3607" y="connsiteY3607"/>
              </a:cxn>
              <a:cxn ang="0">
                <a:pos x="connsiteX3608" y="connsiteY3608"/>
              </a:cxn>
              <a:cxn ang="0">
                <a:pos x="connsiteX3609" y="connsiteY3609"/>
              </a:cxn>
              <a:cxn ang="0">
                <a:pos x="connsiteX3610" y="connsiteY3610"/>
              </a:cxn>
              <a:cxn ang="0">
                <a:pos x="connsiteX3611" y="connsiteY3611"/>
              </a:cxn>
              <a:cxn ang="0">
                <a:pos x="connsiteX3612" y="connsiteY3612"/>
              </a:cxn>
              <a:cxn ang="0">
                <a:pos x="connsiteX3613" y="connsiteY3613"/>
              </a:cxn>
              <a:cxn ang="0">
                <a:pos x="connsiteX3614" y="connsiteY3614"/>
              </a:cxn>
              <a:cxn ang="0">
                <a:pos x="connsiteX3615" y="connsiteY3615"/>
              </a:cxn>
              <a:cxn ang="0">
                <a:pos x="connsiteX3616" y="connsiteY3616"/>
              </a:cxn>
              <a:cxn ang="0">
                <a:pos x="connsiteX3617" y="connsiteY3617"/>
              </a:cxn>
              <a:cxn ang="0">
                <a:pos x="connsiteX3618" y="connsiteY3618"/>
              </a:cxn>
              <a:cxn ang="0">
                <a:pos x="connsiteX3619" y="connsiteY3619"/>
              </a:cxn>
              <a:cxn ang="0">
                <a:pos x="connsiteX3620" y="connsiteY3620"/>
              </a:cxn>
              <a:cxn ang="0">
                <a:pos x="connsiteX3621" y="connsiteY3621"/>
              </a:cxn>
              <a:cxn ang="0">
                <a:pos x="connsiteX3622" y="connsiteY3622"/>
              </a:cxn>
              <a:cxn ang="0">
                <a:pos x="connsiteX3623" y="connsiteY3623"/>
              </a:cxn>
              <a:cxn ang="0">
                <a:pos x="connsiteX3624" y="connsiteY3624"/>
              </a:cxn>
              <a:cxn ang="0">
                <a:pos x="connsiteX3625" y="connsiteY3625"/>
              </a:cxn>
              <a:cxn ang="0">
                <a:pos x="connsiteX3626" y="connsiteY3626"/>
              </a:cxn>
              <a:cxn ang="0">
                <a:pos x="connsiteX3627" y="connsiteY3627"/>
              </a:cxn>
              <a:cxn ang="0">
                <a:pos x="connsiteX3628" y="connsiteY3628"/>
              </a:cxn>
              <a:cxn ang="0">
                <a:pos x="connsiteX3629" y="connsiteY3629"/>
              </a:cxn>
              <a:cxn ang="0">
                <a:pos x="connsiteX3630" y="connsiteY3630"/>
              </a:cxn>
              <a:cxn ang="0">
                <a:pos x="connsiteX3631" y="connsiteY3631"/>
              </a:cxn>
              <a:cxn ang="0">
                <a:pos x="connsiteX3632" y="connsiteY3632"/>
              </a:cxn>
              <a:cxn ang="0">
                <a:pos x="connsiteX3633" y="connsiteY3633"/>
              </a:cxn>
              <a:cxn ang="0">
                <a:pos x="connsiteX3634" y="connsiteY3634"/>
              </a:cxn>
              <a:cxn ang="0">
                <a:pos x="connsiteX3635" y="connsiteY3635"/>
              </a:cxn>
              <a:cxn ang="0">
                <a:pos x="connsiteX3636" y="connsiteY3636"/>
              </a:cxn>
              <a:cxn ang="0">
                <a:pos x="connsiteX3637" y="connsiteY3637"/>
              </a:cxn>
              <a:cxn ang="0">
                <a:pos x="connsiteX3638" y="connsiteY3638"/>
              </a:cxn>
              <a:cxn ang="0">
                <a:pos x="connsiteX3639" y="connsiteY3639"/>
              </a:cxn>
              <a:cxn ang="0">
                <a:pos x="connsiteX3640" y="connsiteY3640"/>
              </a:cxn>
              <a:cxn ang="0">
                <a:pos x="connsiteX3641" y="connsiteY3641"/>
              </a:cxn>
              <a:cxn ang="0">
                <a:pos x="connsiteX3642" y="connsiteY3642"/>
              </a:cxn>
              <a:cxn ang="0">
                <a:pos x="connsiteX3643" y="connsiteY3643"/>
              </a:cxn>
              <a:cxn ang="0">
                <a:pos x="connsiteX3644" y="connsiteY3644"/>
              </a:cxn>
              <a:cxn ang="0">
                <a:pos x="connsiteX3645" y="connsiteY3645"/>
              </a:cxn>
              <a:cxn ang="0">
                <a:pos x="connsiteX3646" y="connsiteY3646"/>
              </a:cxn>
              <a:cxn ang="0">
                <a:pos x="connsiteX3647" y="connsiteY3647"/>
              </a:cxn>
              <a:cxn ang="0">
                <a:pos x="connsiteX3648" y="connsiteY3648"/>
              </a:cxn>
              <a:cxn ang="0">
                <a:pos x="connsiteX3649" y="connsiteY3649"/>
              </a:cxn>
              <a:cxn ang="0">
                <a:pos x="connsiteX3650" y="connsiteY3650"/>
              </a:cxn>
              <a:cxn ang="0">
                <a:pos x="connsiteX3651" y="connsiteY3651"/>
              </a:cxn>
              <a:cxn ang="0">
                <a:pos x="connsiteX3652" y="connsiteY3652"/>
              </a:cxn>
              <a:cxn ang="0">
                <a:pos x="connsiteX3653" y="connsiteY3653"/>
              </a:cxn>
              <a:cxn ang="0">
                <a:pos x="connsiteX3654" y="connsiteY3654"/>
              </a:cxn>
              <a:cxn ang="0">
                <a:pos x="connsiteX3655" y="connsiteY3655"/>
              </a:cxn>
              <a:cxn ang="0">
                <a:pos x="connsiteX3656" y="connsiteY3656"/>
              </a:cxn>
              <a:cxn ang="0">
                <a:pos x="connsiteX3657" y="connsiteY3657"/>
              </a:cxn>
              <a:cxn ang="0">
                <a:pos x="connsiteX3658" y="connsiteY3658"/>
              </a:cxn>
              <a:cxn ang="0">
                <a:pos x="connsiteX3659" y="connsiteY3659"/>
              </a:cxn>
              <a:cxn ang="0">
                <a:pos x="connsiteX3660" y="connsiteY3660"/>
              </a:cxn>
              <a:cxn ang="0">
                <a:pos x="connsiteX3661" y="connsiteY3661"/>
              </a:cxn>
              <a:cxn ang="0">
                <a:pos x="connsiteX3662" y="connsiteY3662"/>
              </a:cxn>
              <a:cxn ang="0">
                <a:pos x="connsiteX3663" y="connsiteY3663"/>
              </a:cxn>
              <a:cxn ang="0">
                <a:pos x="connsiteX3664" y="connsiteY3664"/>
              </a:cxn>
              <a:cxn ang="0">
                <a:pos x="connsiteX3665" y="connsiteY3665"/>
              </a:cxn>
              <a:cxn ang="0">
                <a:pos x="connsiteX3666" y="connsiteY3666"/>
              </a:cxn>
              <a:cxn ang="0">
                <a:pos x="connsiteX3667" y="connsiteY3667"/>
              </a:cxn>
              <a:cxn ang="0">
                <a:pos x="connsiteX3668" y="connsiteY3668"/>
              </a:cxn>
              <a:cxn ang="0">
                <a:pos x="connsiteX3669" y="connsiteY3669"/>
              </a:cxn>
              <a:cxn ang="0">
                <a:pos x="connsiteX3670" y="connsiteY3670"/>
              </a:cxn>
              <a:cxn ang="0">
                <a:pos x="connsiteX3671" y="connsiteY3671"/>
              </a:cxn>
              <a:cxn ang="0">
                <a:pos x="connsiteX3672" y="connsiteY3672"/>
              </a:cxn>
              <a:cxn ang="0">
                <a:pos x="connsiteX3673" y="connsiteY3673"/>
              </a:cxn>
              <a:cxn ang="0">
                <a:pos x="connsiteX3674" y="connsiteY3674"/>
              </a:cxn>
              <a:cxn ang="0">
                <a:pos x="connsiteX3675" y="connsiteY3675"/>
              </a:cxn>
              <a:cxn ang="0">
                <a:pos x="connsiteX3676" y="connsiteY3676"/>
              </a:cxn>
              <a:cxn ang="0">
                <a:pos x="connsiteX3677" y="connsiteY3677"/>
              </a:cxn>
              <a:cxn ang="0">
                <a:pos x="connsiteX3678" y="connsiteY3678"/>
              </a:cxn>
              <a:cxn ang="0">
                <a:pos x="connsiteX3679" y="connsiteY3679"/>
              </a:cxn>
              <a:cxn ang="0">
                <a:pos x="connsiteX3680" y="connsiteY3680"/>
              </a:cxn>
              <a:cxn ang="0">
                <a:pos x="connsiteX3681" y="connsiteY3681"/>
              </a:cxn>
              <a:cxn ang="0">
                <a:pos x="connsiteX3682" y="connsiteY3682"/>
              </a:cxn>
              <a:cxn ang="0">
                <a:pos x="connsiteX3683" y="connsiteY3683"/>
              </a:cxn>
              <a:cxn ang="0">
                <a:pos x="connsiteX3684" y="connsiteY3684"/>
              </a:cxn>
              <a:cxn ang="0">
                <a:pos x="connsiteX3685" y="connsiteY3685"/>
              </a:cxn>
              <a:cxn ang="0">
                <a:pos x="connsiteX3686" y="connsiteY3686"/>
              </a:cxn>
              <a:cxn ang="0">
                <a:pos x="connsiteX3687" y="connsiteY3687"/>
              </a:cxn>
              <a:cxn ang="0">
                <a:pos x="connsiteX3688" y="connsiteY3688"/>
              </a:cxn>
              <a:cxn ang="0">
                <a:pos x="connsiteX3689" y="connsiteY3689"/>
              </a:cxn>
              <a:cxn ang="0">
                <a:pos x="connsiteX3690" y="connsiteY3690"/>
              </a:cxn>
              <a:cxn ang="0">
                <a:pos x="connsiteX3691" y="connsiteY3691"/>
              </a:cxn>
              <a:cxn ang="0">
                <a:pos x="connsiteX3692" y="connsiteY3692"/>
              </a:cxn>
              <a:cxn ang="0">
                <a:pos x="connsiteX3693" y="connsiteY3693"/>
              </a:cxn>
              <a:cxn ang="0">
                <a:pos x="connsiteX3694" y="connsiteY3694"/>
              </a:cxn>
              <a:cxn ang="0">
                <a:pos x="connsiteX3695" y="connsiteY3695"/>
              </a:cxn>
              <a:cxn ang="0">
                <a:pos x="connsiteX3696" y="connsiteY3696"/>
              </a:cxn>
              <a:cxn ang="0">
                <a:pos x="connsiteX3697" y="connsiteY3697"/>
              </a:cxn>
              <a:cxn ang="0">
                <a:pos x="connsiteX3698" y="connsiteY3698"/>
              </a:cxn>
              <a:cxn ang="0">
                <a:pos x="connsiteX3699" y="connsiteY3699"/>
              </a:cxn>
              <a:cxn ang="0">
                <a:pos x="connsiteX3700" y="connsiteY3700"/>
              </a:cxn>
              <a:cxn ang="0">
                <a:pos x="connsiteX3701" y="connsiteY3701"/>
              </a:cxn>
              <a:cxn ang="0">
                <a:pos x="connsiteX3702" y="connsiteY3702"/>
              </a:cxn>
              <a:cxn ang="0">
                <a:pos x="connsiteX3703" y="connsiteY3703"/>
              </a:cxn>
              <a:cxn ang="0">
                <a:pos x="connsiteX3704" y="connsiteY3704"/>
              </a:cxn>
              <a:cxn ang="0">
                <a:pos x="connsiteX3705" y="connsiteY3705"/>
              </a:cxn>
              <a:cxn ang="0">
                <a:pos x="connsiteX3706" y="connsiteY3706"/>
              </a:cxn>
              <a:cxn ang="0">
                <a:pos x="connsiteX3707" y="connsiteY3707"/>
              </a:cxn>
              <a:cxn ang="0">
                <a:pos x="connsiteX3708" y="connsiteY3708"/>
              </a:cxn>
              <a:cxn ang="0">
                <a:pos x="connsiteX3709" y="connsiteY3709"/>
              </a:cxn>
              <a:cxn ang="0">
                <a:pos x="connsiteX3710" y="connsiteY3710"/>
              </a:cxn>
              <a:cxn ang="0">
                <a:pos x="connsiteX3711" y="connsiteY3711"/>
              </a:cxn>
              <a:cxn ang="0">
                <a:pos x="connsiteX3712" y="connsiteY3712"/>
              </a:cxn>
              <a:cxn ang="0">
                <a:pos x="connsiteX3713" y="connsiteY3713"/>
              </a:cxn>
              <a:cxn ang="0">
                <a:pos x="connsiteX3714" y="connsiteY3714"/>
              </a:cxn>
              <a:cxn ang="0">
                <a:pos x="connsiteX3715" y="connsiteY3715"/>
              </a:cxn>
              <a:cxn ang="0">
                <a:pos x="connsiteX3716" y="connsiteY3716"/>
              </a:cxn>
              <a:cxn ang="0">
                <a:pos x="connsiteX3717" y="connsiteY3717"/>
              </a:cxn>
              <a:cxn ang="0">
                <a:pos x="connsiteX3718" y="connsiteY3718"/>
              </a:cxn>
              <a:cxn ang="0">
                <a:pos x="connsiteX3719" y="connsiteY3719"/>
              </a:cxn>
              <a:cxn ang="0">
                <a:pos x="connsiteX3720" y="connsiteY3720"/>
              </a:cxn>
              <a:cxn ang="0">
                <a:pos x="connsiteX3721" y="connsiteY3721"/>
              </a:cxn>
              <a:cxn ang="0">
                <a:pos x="connsiteX3722" y="connsiteY3722"/>
              </a:cxn>
              <a:cxn ang="0">
                <a:pos x="connsiteX3723" y="connsiteY3723"/>
              </a:cxn>
              <a:cxn ang="0">
                <a:pos x="connsiteX3724" y="connsiteY3724"/>
              </a:cxn>
              <a:cxn ang="0">
                <a:pos x="connsiteX3725" y="connsiteY3725"/>
              </a:cxn>
              <a:cxn ang="0">
                <a:pos x="connsiteX3726" y="connsiteY3726"/>
              </a:cxn>
              <a:cxn ang="0">
                <a:pos x="connsiteX3727" y="connsiteY3727"/>
              </a:cxn>
              <a:cxn ang="0">
                <a:pos x="connsiteX3728" y="connsiteY3728"/>
              </a:cxn>
              <a:cxn ang="0">
                <a:pos x="connsiteX3729" y="connsiteY3729"/>
              </a:cxn>
              <a:cxn ang="0">
                <a:pos x="connsiteX3730" y="connsiteY3730"/>
              </a:cxn>
              <a:cxn ang="0">
                <a:pos x="connsiteX3731" y="connsiteY3731"/>
              </a:cxn>
              <a:cxn ang="0">
                <a:pos x="connsiteX3732" y="connsiteY3732"/>
              </a:cxn>
              <a:cxn ang="0">
                <a:pos x="connsiteX3733" y="connsiteY3733"/>
              </a:cxn>
              <a:cxn ang="0">
                <a:pos x="connsiteX3734" y="connsiteY3734"/>
              </a:cxn>
              <a:cxn ang="0">
                <a:pos x="connsiteX3735" y="connsiteY3735"/>
              </a:cxn>
              <a:cxn ang="0">
                <a:pos x="connsiteX3736" y="connsiteY3736"/>
              </a:cxn>
              <a:cxn ang="0">
                <a:pos x="connsiteX3737" y="connsiteY3737"/>
              </a:cxn>
              <a:cxn ang="0">
                <a:pos x="connsiteX3738" y="connsiteY3738"/>
              </a:cxn>
              <a:cxn ang="0">
                <a:pos x="connsiteX3739" y="connsiteY3739"/>
              </a:cxn>
            </a:cxnLst>
            <a:rect l="l" t="t" r="r" b="b"/>
            <a:pathLst>
              <a:path w="3886200" h="3670596">
                <a:moveTo>
                  <a:pt x="2602292" y="3572857"/>
                </a:moveTo>
                <a:lnTo>
                  <a:pt x="2611883" y="3587729"/>
                </a:lnTo>
                <a:cubicBezTo>
                  <a:pt x="2628545" y="3614184"/>
                  <a:pt x="2658859" y="3665510"/>
                  <a:pt x="2634791" y="3652838"/>
                </a:cubicBezTo>
                <a:lnTo>
                  <a:pt x="2614645" y="3638016"/>
                </a:lnTo>
                <a:lnTo>
                  <a:pt x="2606688" y="3596037"/>
                </a:lnTo>
                <a:lnTo>
                  <a:pt x="2604202" y="3582932"/>
                </a:lnTo>
                <a:close/>
                <a:moveTo>
                  <a:pt x="2602292" y="3572853"/>
                </a:moveTo>
                <a:lnTo>
                  <a:pt x="2602292" y="3572856"/>
                </a:lnTo>
                <a:lnTo>
                  <a:pt x="2602290" y="3572854"/>
                </a:lnTo>
                <a:close/>
                <a:moveTo>
                  <a:pt x="2599406" y="3557641"/>
                </a:moveTo>
                <a:lnTo>
                  <a:pt x="2602292" y="3572853"/>
                </a:lnTo>
                <a:lnTo>
                  <a:pt x="2602287" y="3572836"/>
                </a:lnTo>
                <a:close/>
                <a:moveTo>
                  <a:pt x="2598852" y="3554724"/>
                </a:moveTo>
                <a:lnTo>
                  <a:pt x="2599202" y="3556566"/>
                </a:lnTo>
                <a:lnTo>
                  <a:pt x="2599406" y="3557641"/>
                </a:lnTo>
                <a:close/>
                <a:moveTo>
                  <a:pt x="2595779" y="3538498"/>
                </a:moveTo>
                <a:lnTo>
                  <a:pt x="2598852" y="3554724"/>
                </a:lnTo>
                <a:lnTo>
                  <a:pt x="2597658" y="3548421"/>
                </a:lnTo>
                <a:close/>
                <a:moveTo>
                  <a:pt x="2775073" y="3528914"/>
                </a:moveTo>
                <a:lnTo>
                  <a:pt x="2775194" y="3529551"/>
                </a:lnTo>
                <a:lnTo>
                  <a:pt x="2781249" y="3561494"/>
                </a:lnTo>
                <a:close/>
                <a:moveTo>
                  <a:pt x="2768896" y="3496333"/>
                </a:moveTo>
                <a:lnTo>
                  <a:pt x="2775073" y="3528914"/>
                </a:lnTo>
                <a:lnTo>
                  <a:pt x="2768896" y="3496336"/>
                </a:lnTo>
                <a:close/>
                <a:moveTo>
                  <a:pt x="2745756" y="3493686"/>
                </a:moveTo>
                <a:lnTo>
                  <a:pt x="2751431" y="3499487"/>
                </a:lnTo>
                <a:lnTo>
                  <a:pt x="2775073" y="3528914"/>
                </a:lnTo>
                <a:close/>
                <a:moveTo>
                  <a:pt x="2745753" y="3493681"/>
                </a:moveTo>
                <a:lnTo>
                  <a:pt x="2745756" y="3493686"/>
                </a:lnTo>
                <a:lnTo>
                  <a:pt x="2745753" y="3493683"/>
                </a:lnTo>
                <a:close/>
                <a:moveTo>
                  <a:pt x="2766484" y="3483615"/>
                </a:moveTo>
                <a:lnTo>
                  <a:pt x="2766580" y="3484116"/>
                </a:lnTo>
                <a:cubicBezTo>
                  <a:pt x="2768896" y="3496333"/>
                  <a:pt x="2768896" y="3496333"/>
                  <a:pt x="2768896" y="3496333"/>
                </a:cubicBezTo>
                <a:lnTo>
                  <a:pt x="2768895" y="3496332"/>
                </a:lnTo>
                <a:close/>
                <a:moveTo>
                  <a:pt x="2583758" y="3475115"/>
                </a:moveTo>
                <a:lnTo>
                  <a:pt x="2595779" y="3538498"/>
                </a:lnTo>
                <a:lnTo>
                  <a:pt x="2593025" y="3523985"/>
                </a:lnTo>
                <a:cubicBezTo>
                  <a:pt x="2591095" y="3513805"/>
                  <a:pt x="2588393" y="3499551"/>
                  <a:pt x="2583758" y="3475115"/>
                </a:cubicBezTo>
                <a:close/>
                <a:moveTo>
                  <a:pt x="2696888" y="3434961"/>
                </a:moveTo>
                <a:cubicBezTo>
                  <a:pt x="2696888" y="3434961"/>
                  <a:pt x="2696888" y="3434961"/>
                  <a:pt x="2729871" y="3474597"/>
                </a:cubicBezTo>
                <a:lnTo>
                  <a:pt x="2745753" y="3493681"/>
                </a:lnTo>
                <a:lnTo>
                  <a:pt x="2740812" y="3488135"/>
                </a:lnTo>
                <a:cubicBezTo>
                  <a:pt x="2739476" y="3487319"/>
                  <a:pt x="2742806" y="3493676"/>
                  <a:pt x="2755232" y="3515684"/>
                </a:cubicBezTo>
                <a:lnTo>
                  <a:pt x="2781249" y="3561494"/>
                </a:lnTo>
                <a:lnTo>
                  <a:pt x="2779935" y="3559517"/>
                </a:lnTo>
                <a:cubicBezTo>
                  <a:pt x="2775977" y="3553587"/>
                  <a:pt x="2760159" y="3529861"/>
                  <a:pt x="2696888" y="3434961"/>
                </a:cubicBezTo>
                <a:close/>
                <a:moveTo>
                  <a:pt x="2452100" y="3417533"/>
                </a:moveTo>
                <a:lnTo>
                  <a:pt x="2463011" y="3439368"/>
                </a:lnTo>
                <a:cubicBezTo>
                  <a:pt x="2481861" y="3477370"/>
                  <a:pt x="2515612" y="3546819"/>
                  <a:pt x="2484006" y="3494392"/>
                </a:cubicBezTo>
                <a:lnTo>
                  <a:pt x="2458278" y="3450110"/>
                </a:lnTo>
                <a:lnTo>
                  <a:pt x="2456154" y="3438913"/>
                </a:lnTo>
                <a:lnTo>
                  <a:pt x="2454595" y="3430688"/>
                </a:lnTo>
                <a:lnTo>
                  <a:pt x="2452193" y="3418023"/>
                </a:lnTo>
                <a:close/>
                <a:moveTo>
                  <a:pt x="2452099" y="3417529"/>
                </a:moveTo>
                <a:lnTo>
                  <a:pt x="2452100" y="3417533"/>
                </a:lnTo>
                <a:lnTo>
                  <a:pt x="2452099" y="3417531"/>
                </a:lnTo>
                <a:close/>
                <a:moveTo>
                  <a:pt x="2512263" y="3416434"/>
                </a:moveTo>
                <a:lnTo>
                  <a:pt x="2515575" y="3433903"/>
                </a:lnTo>
                <a:cubicBezTo>
                  <a:pt x="2518084" y="3447137"/>
                  <a:pt x="2516883" y="3440803"/>
                  <a:pt x="2514032" y="3425768"/>
                </a:cubicBezTo>
                <a:close/>
                <a:moveTo>
                  <a:pt x="2511752" y="3413741"/>
                </a:moveTo>
                <a:lnTo>
                  <a:pt x="2512263" y="3416434"/>
                </a:lnTo>
                <a:lnTo>
                  <a:pt x="2511752" y="3413742"/>
                </a:lnTo>
                <a:close/>
                <a:moveTo>
                  <a:pt x="2451205" y="3412810"/>
                </a:moveTo>
                <a:lnTo>
                  <a:pt x="2451327" y="3413456"/>
                </a:lnTo>
                <a:cubicBezTo>
                  <a:pt x="2452099" y="3417529"/>
                  <a:pt x="2452099" y="3417529"/>
                  <a:pt x="2452099" y="3417529"/>
                </a:cubicBezTo>
                <a:close/>
                <a:moveTo>
                  <a:pt x="2451162" y="3412584"/>
                </a:moveTo>
                <a:lnTo>
                  <a:pt x="2451205" y="3412810"/>
                </a:lnTo>
                <a:lnTo>
                  <a:pt x="2451168" y="3412618"/>
                </a:lnTo>
                <a:close/>
                <a:moveTo>
                  <a:pt x="2751300" y="3403540"/>
                </a:moveTo>
                <a:lnTo>
                  <a:pt x="2752317" y="3408903"/>
                </a:lnTo>
                <a:cubicBezTo>
                  <a:pt x="2754272" y="3419211"/>
                  <a:pt x="2758182" y="3439828"/>
                  <a:pt x="2766001" y="3481062"/>
                </a:cubicBezTo>
                <a:lnTo>
                  <a:pt x="2766484" y="3483615"/>
                </a:lnTo>
                <a:lnTo>
                  <a:pt x="2764371" y="3472471"/>
                </a:lnTo>
                <a:cubicBezTo>
                  <a:pt x="2762561" y="3462927"/>
                  <a:pt x="2760028" y="3449564"/>
                  <a:pt x="2756480" y="3430856"/>
                </a:cubicBezTo>
                <a:close/>
                <a:moveTo>
                  <a:pt x="2853129" y="3402918"/>
                </a:moveTo>
                <a:lnTo>
                  <a:pt x="2882023" y="3456179"/>
                </a:lnTo>
                <a:cubicBezTo>
                  <a:pt x="2883570" y="3464325"/>
                  <a:pt x="2878296" y="3456417"/>
                  <a:pt x="2870836" y="3441951"/>
                </a:cubicBezTo>
                <a:close/>
                <a:moveTo>
                  <a:pt x="2750362" y="3398594"/>
                </a:moveTo>
                <a:lnTo>
                  <a:pt x="2751300" y="3403540"/>
                </a:lnTo>
                <a:lnTo>
                  <a:pt x="2750606" y="3399883"/>
                </a:lnTo>
                <a:cubicBezTo>
                  <a:pt x="2750362" y="3398594"/>
                  <a:pt x="2750362" y="3398594"/>
                  <a:pt x="2750362" y="3398594"/>
                </a:cubicBezTo>
                <a:close/>
                <a:moveTo>
                  <a:pt x="2447677" y="3394197"/>
                </a:moveTo>
                <a:lnTo>
                  <a:pt x="2449011" y="3401238"/>
                </a:lnTo>
                <a:lnTo>
                  <a:pt x="2450321" y="3408148"/>
                </a:lnTo>
                <a:lnTo>
                  <a:pt x="2449920" y="3406035"/>
                </a:lnTo>
                <a:lnTo>
                  <a:pt x="2449397" y="3403276"/>
                </a:lnTo>
                <a:close/>
                <a:moveTo>
                  <a:pt x="2447589" y="3393734"/>
                </a:moveTo>
                <a:lnTo>
                  <a:pt x="2447677" y="3394197"/>
                </a:lnTo>
                <a:lnTo>
                  <a:pt x="2447607" y="3393828"/>
                </a:lnTo>
                <a:close/>
                <a:moveTo>
                  <a:pt x="2447218" y="3391779"/>
                </a:moveTo>
                <a:lnTo>
                  <a:pt x="2447589" y="3393734"/>
                </a:lnTo>
                <a:lnTo>
                  <a:pt x="2447540" y="3393477"/>
                </a:lnTo>
                <a:close/>
                <a:moveTo>
                  <a:pt x="2446882" y="3390006"/>
                </a:moveTo>
                <a:lnTo>
                  <a:pt x="2447218" y="3391779"/>
                </a:lnTo>
                <a:lnTo>
                  <a:pt x="2447126" y="3391296"/>
                </a:lnTo>
                <a:close/>
                <a:moveTo>
                  <a:pt x="2748321" y="3387825"/>
                </a:moveTo>
                <a:lnTo>
                  <a:pt x="2749978" y="3396556"/>
                </a:lnTo>
                <a:cubicBezTo>
                  <a:pt x="2750362" y="3398594"/>
                  <a:pt x="2750362" y="3398594"/>
                  <a:pt x="2750362" y="3398594"/>
                </a:cubicBezTo>
                <a:close/>
                <a:moveTo>
                  <a:pt x="2445923" y="3384948"/>
                </a:moveTo>
                <a:lnTo>
                  <a:pt x="2446882" y="3390006"/>
                </a:lnTo>
                <a:lnTo>
                  <a:pt x="2446574" y="3388384"/>
                </a:lnTo>
                <a:cubicBezTo>
                  <a:pt x="2445923" y="3384948"/>
                  <a:pt x="2445923" y="3384948"/>
                  <a:pt x="2445923" y="3384948"/>
                </a:cubicBezTo>
                <a:close/>
                <a:moveTo>
                  <a:pt x="2744186" y="3366009"/>
                </a:moveTo>
                <a:lnTo>
                  <a:pt x="2744186" y="3366012"/>
                </a:lnTo>
                <a:lnTo>
                  <a:pt x="2744183" y="3366012"/>
                </a:lnTo>
                <a:close/>
                <a:moveTo>
                  <a:pt x="2744186" y="3366009"/>
                </a:moveTo>
                <a:lnTo>
                  <a:pt x="2747276" y="3382303"/>
                </a:lnTo>
                <a:lnTo>
                  <a:pt x="2748321" y="3387825"/>
                </a:lnTo>
                <a:close/>
                <a:moveTo>
                  <a:pt x="2744008" y="3365069"/>
                </a:moveTo>
                <a:lnTo>
                  <a:pt x="2744015" y="3365109"/>
                </a:lnTo>
                <a:lnTo>
                  <a:pt x="2744009" y="3365075"/>
                </a:lnTo>
                <a:close/>
                <a:moveTo>
                  <a:pt x="2741360" y="3351116"/>
                </a:moveTo>
                <a:lnTo>
                  <a:pt x="2742726" y="3358314"/>
                </a:lnTo>
                <a:lnTo>
                  <a:pt x="2744009" y="3365075"/>
                </a:lnTo>
                <a:lnTo>
                  <a:pt x="2744015" y="3365112"/>
                </a:lnTo>
                <a:lnTo>
                  <a:pt x="2744186" y="3366006"/>
                </a:lnTo>
                <a:lnTo>
                  <a:pt x="2744182" y="3365994"/>
                </a:lnTo>
                <a:close/>
                <a:moveTo>
                  <a:pt x="2741269" y="3350636"/>
                </a:moveTo>
                <a:lnTo>
                  <a:pt x="2741287" y="3350729"/>
                </a:lnTo>
                <a:lnTo>
                  <a:pt x="2741360" y="3351116"/>
                </a:lnTo>
                <a:close/>
                <a:moveTo>
                  <a:pt x="2740739" y="3347841"/>
                </a:moveTo>
                <a:lnTo>
                  <a:pt x="2741174" y="3350133"/>
                </a:lnTo>
                <a:lnTo>
                  <a:pt x="2741269" y="3350636"/>
                </a:lnTo>
                <a:close/>
                <a:moveTo>
                  <a:pt x="2738752" y="3337352"/>
                </a:moveTo>
                <a:lnTo>
                  <a:pt x="2744008" y="3365069"/>
                </a:lnTo>
                <a:lnTo>
                  <a:pt x="2742726" y="3358314"/>
                </a:lnTo>
                <a:lnTo>
                  <a:pt x="2741386" y="3351251"/>
                </a:lnTo>
                <a:lnTo>
                  <a:pt x="2741287" y="3350729"/>
                </a:lnTo>
                <a:lnTo>
                  <a:pt x="2741174" y="3350133"/>
                </a:lnTo>
                <a:lnTo>
                  <a:pt x="2739135" y="3339376"/>
                </a:lnTo>
                <a:lnTo>
                  <a:pt x="2738781" y="3337506"/>
                </a:lnTo>
                <a:close/>
                <a:moveTo>
                  <a:pt x="2738544" y="3336256"/>
                </a:moveTo>
                <a:lnTo>
                  <a:pt x="2738752" y="3337352"/>
                </a:lnTo>
                <a:lnTo>
                  <a:pt x="2738569" y="3336390"/>
                </a:lnTo>
                <a:close/>
                <a:moveTo>
                  <a:pt x="2738509" y="3336068"/>
                </a:moveTo>
                <a:lnTo>
                  <a:pt x="2738544" y="3336256"/>
                </a:lnTo>
                <a:lnTo>
                  <a:pt x="2738520" y="3336129"/>
                </a:lnTo>
                <a:close/>
                <a:moveTo>
                  <a:pt x="2738505" y="3336047"/>
                </a:moveTo>
                <a:lnTo>
                  <a:pt x="2738509" y="3336068"/>
                </a:lnTo>
                <a:lnTo>
                  <a:pt x="2738506" y="3336054"/>
                </a:lnTo>
                <a:close/>
                <a:moveTo>
                  <a:pt x="2738486" y="3335949"/>
                </a:moveTo>
                <a:lnTo>
                  <a:pt x="2738505" y="3336047"/>
                </a:lnTo>
                <a:lnTo>
                  <a:pt x="2738501" y="3336026"/>
                </a:lnTo>
                <a:close/>
                <a:moveTo>
                  <a:pt x="2738361" y="3335297"/>
                </a:moveTo>
                <a:lnTo>
                  <a:pt x="2738475" y="3335893"/>
                </a:lnTo>
                <a:lnTo>
                  <a:pt x="2738501" y="3336026"/>
                </a:lnTo>
                <a:lnTo>
                  <a:pt x="2738506" y="3336054"/>
                </a:lnTo>
                <a:lnTo>
                  <a:pt x="2738520" y="3336129"/>
                </a:lnTo>
                <a:lnTo>
                  <a:pt x="2738569" y="3336390"/>
                </a:lnTo>
                <a:lnTo>
                  <a:pt x="2739135" y="3339376"/>
                </a:lnTo>
                <a:lnTo>
                  <a:pt x="2740739" y="3347841"/>
                </a:lnTo>
                <a:lnTo>
                  <a:pt x="2739938" y="3343615"/>
                </a:lnTo>
                <a:close/>
                <a:moveTo>
                  <a:pt x="2738007" y="3333434"/>
                </a:moveTo>
                <a:lnTo>
                  <a:pt x="2738010" y="3333434"/>
                </a:lnTo>
                <a:lnTo>
                  <a:pt x="2738486" y="3335949"/>
                </a:lnTo>
                <a:lnTo>
                  <a:pt x="2738475" y="3335893"/>
                </a:lnTo>
                <a:close/>
                <a:moveTo>
                  <a:pt x="2737253" y="3329444"/>
                </a:moveTo>
                <a:lnTo>
                  <a:pt x="2737438" y="3330417"/>
                </a:lnTo>
                <a:lnTo>
                  <a:pt x="2737537" y="3330941"/>
                </a:lnTo>
                <a:lnTo>
                  <a:pt x="2738007" y="3333428"/>
                </a:lnTo>
                <a:lnTo>
                  <a:pt x="2737667" y="3331640"/>
                </a:lnTo>
                <a:lnTo>
                  <a:pt x="2737253" y="3329445"/>
                </a:lnTo>
                <a:close/>
                <a:moveTo>
                  <a:pt x="2737252" y="3329438"/>
                </a:moveTo>
                <a:lnTo>
                  <a:pt x="2737253" y="3329442"/>
                </a:lnTo>
                <a:lnTo>
                  <a:pt x="2737253" y="3329444"/>
                </a:lnTo>
                <a:lnTo>
                  <a:pt x="2737252" y="3329439"/>
                </a:lnTo>
                <a:close/>
                <a:moveTo>
                  <a:pt x="2737250" y="3329431"/>
                </a:moveTo>
                <a:lnTo>
                  <a:pt x="2737252" y="3329438"/>
                </a:lnTo>
                <a:lnTo>
                  <a:pt x="2737251" y="3329437"/>
                </a:lnTo>
                <a:close/>
                <a:moveTo>
                  <a:pt x="2737216" y="3329252"/>
                </a:moveTo>
                <a:lnTo>
                  <a:pt x="2737218" y="3329259"/>
                </a:lnTo>
                <a:lnTo>
                  <a:pt x="2737237" y="3329360"/>
                </a:lnTo>
                <a:lnTo>
                  <a:pt x="2737250" y="3329431"/>
                </a:lnTo>
                <a:lnTo>
                  <a:pt x="2737240" y="3329376"/>
                </a:lnTo>
                <a:close/>
                <a:moveTo>
                  <a:pt x="2737177" y="3329045"/>
                </a:moveTo>
                <a:lnTo>
                  <a:pt x="2737216" y="3329252"/>
                </a:lnTo>
                <a:lnTo>
                  <a:pt x="2737179" y="3329058"/>
                </a:lnTo>
                <a:close/>
                <a:moveTo>
                  <a:pt x="2737173" y="3329026"/>
                </a:moveTo>
                <a:lnTo>
                  <a:pt x="2737176" y="3329040"/>
                </a:lnTo>
                <a:lnTo>
                  <a:pt x="2737177" y="3329045"/>
                </a:lnTo>
                <a:close/>
                <a:moveTo>
                  <a:pt x="2737169" y="3329003"/>
                </a:moveTo>
                <a:lnTo>
                  <a:pt x="2737173" y="3329026"/>
                </a:lnTo>
                <a:lnTo>
                  <a:pt x="2737172" y="3329017"/>
                </a:lnTo>
                <a:close/>
                <a:moveTo>
                  <a:pt x="2737158" y="3328949"/>
                </a:moveTo>
                <a:lnTo>
                  <a:pt x="2737172" y="3329017"/>
                </a:lnTo>
                <a:lnTo>
                  <a:pt x="2737179" y="3329058"/>
                </a:lnTo>
                <a:lnTo>
                  <a:pt x="2737240" y="3329376"/>
                </a:lnTo>
                <a:lnTo>
                  <a:pt x="2737251" y="3329437"/>
                </a:lnTo>
                <a:lnTo>
                  <a:pt x="2737252" y="3329439"/>
                </a:lnTo>
                <a:lnTo>
                  <a:pt x="2737253" y="3329445"/>
                </a:lnTo>
                <a:lnTo>
                  <a:pt x="2737253" y="3329452"/>
                </a:lnTo>
                <a:close/>
                <a:moveTo>
                  <a:pt x="2737154" y="3328925"/>
                </a:moveTo>
                <a:lnTo>
                  <a:pt x="2737157" y="3328939"/>
                </a:lnTo>
                <a:lnTo>
                  <a:pt x="2737169" y="3329003"/>
                </a:lnTo>
                <a:close/>
                <a:moveTo>
                  <a:pt x="2737142" y="3328867"/>
                </a:moveTo>
                <a:lnTo>
                  <a:pt x="2737149" y="3328899"/>
                </a:lnTo>
                <a:lnTo>
                  <a:pt x="2737158" y="3328949"/>
                </a:lnTo>
                <a:close/>
                <a:moveTo>
                  <a:pt x="2737120" y="3328750"/>
                </a:moveTo>
                <a:lnTo>
                  <a:pt x="2737124" y="3328768"/>
                </a:lnTo>
                <a:lnTo>
                  <a:pt x="2737142" y="3328867"/>
                </a:lnTo>
                <a:close/>
                <a:moveTo>
                  <a:pt x="2737002" y="3328131"/>
                </a:moveTo>
                <a:lnTo>
                  <a:pt x="2737066" y="3328466"/>
                </a:lnTo>
                <a:lnTo>
                  <a:pt x="2737120" y="3328750"/>
                </a:lnTo>
                <a:close/>
                <a:moveTo>
                  <a:pt x="2736882" y="3327493"/>
                </a:moveTo>
                <a:lnTo>
                  <a:pt x="2737054" y="3328394"/>
                </a:lnTo>
                <a:lnTo>
                  <a:pt x="2737154" y="3328925"/>
                </a:lnTo>
                <a:lnTo>
                  <a:pt x="2737149" y="3328899"/>
                </a:lnTo>
                <a:lnTo>
                  <a:pt x="2737124" y="3328768"/>
                </a:lnTo>
                <a:lnTo>
                  <a:pt x="2737066" y="3328466"/>
                </a:lnTo>
                <a:lnTo>
                  <a:pt x="2736914" y="3327662"/>
                </a:lnTo>
                <a:close/>
                <a:moveTo>
                  <a:pt x="2736720" y="3326636"/>
                </a:moveTo>
                <a:lnTo>
                  <a:pt x="2736882" y="3327493"/>
                </a:lnTo>
                <a:lnTo>
                  <a:pt x="2736720" y="3326638"/>
                </a:lnTo>
                <a:close/>
                <a:moveTo>
                  <a:pt x="2736396" y="3324932"/>
                </a:moveTo>
                <a:lnTo>
                  <a:pt x="2736719" y="3326634"/>
                </a:lnTo>
                <a:lnTo>
                  <a:pt x="2736720" y="3326638"/>
                </a:lnTo>
                <a:lnTo>
                  <a:pt x="2736914" y="3327662"/>
                </a:lnTo>
                <a:lnTo>
                  <a:pt x="2737002" y="3328131"/>
                </a:lnTo>
                <a:close/>
                <a:moveTo>
                  <a:pt x="2681569" y="3323251"/>
                </a:moveTo>
                <a:lnTo>
                  <a:pt x="2684268" y="3328602"/>
                </a:lnTo>
                <a:cubicBezTo>
                  <a:pt x="2693334" y="3346574"/>
                  <a:pt x="2709202" y="3378023"/>
                  <a:pt x="2736971" y="3433060"/>
                </a:cubicBezTo>
                <a:lnTo>
                  <a:pt x="2768895" y="3496332"/>
                </a:lnTo>
                <a:lnTo>
                  <a:pt x="2768896" y="3496336"/>
                </a:lnTo>
                <a:lnTo>
                  <a:pt x="2769261" y="3511316"/>
                </a:lnTo>
                <a:cubicBezTo>
                  <a:pt x="2768144" y="3513512"/>
                  <a:pt x="2765974" y="3513264"/>
                  <a:pt x="2763306" y="3511630"/>
                </a:cubicBezTo>
                <a:lnTo>
                  <a:pt x="2751431" y="3499487"/>
                </a:lnTo>
                <a:lnTo>
                  <a:pt x="2729389" y="3472052"/>
                </a:lnTo>
                <a:cubicBezTo>
                  <a:pt x="2716755" y="3450185"/>
                  <a:pt x="2706528" y="3426105"/>
                  <a:pt x="2698167" y="3401907"/>
                </a:cubicBezTo>
                <a:lnTo>
                  <a:pt x="2679036" y="3334259"/>
                </a:lnTo>
                <a:close/>
                <a:moveTo>
                  <a:pt x="2735615" y="3320811"/>
                </a:moveTo>
                <a:lnTo>
                  <a:pt x="2736720" y="3326636"/>
                </a:lnTo>
                <a:lnTo>
                  <a:pt x="2736719" y="3326634"/>
                </a:lnTo>
                <a:close/>
                <a:moveTo>
                  <a:pt x="2734872" y="3316892"/>
                </a:moveTo>
                <a:lnTo>
                  <a:pt x="2735615" y="3320811"/>
                </a:lnTo>
                <a:lnTo>
                  <a:pt x="2735152" y="3318369"/>
                </a:lnTo>
                <a:close/>
                <a:moveTo>
                  <a:pt x="2672178" y="3304642"/>
                </a:moveTo>
                <a:lnTo>
                  <a:pt x="2673059" y="3306384"/>
                </a:lnTo>
                <a:lnTo>
                  <a:pt x="2678130" y="3331051"/>
                </a:lnTo>
                <a:lnTo>
                  <a:pt x="2679036" y="3334259"/>
                </a:lnTo>
                <a:lnTo>
                  <a:pt x="2678356" y="3337221"/>
                </a:lnTo>
                <a:cubicBezTo>
                  <a:pt x="2678356" y="3337221"/>
                  <a:pt x="2678356" y="3337221"/>
                  <a:pt x="2673143" y="3309730"/>
                </a:cubicBezTo>
                <a:close/>
                <a:moveTo>
                  <a:pt x="2732458" y="3304148"/>
                </a:moveTo>
                <a:lnTo>
                  <a:pt x="2732982" y="3306914"/>
                </a:lnTo>
                <a:lnTo>
                  <a:pt x="2734872" y="3316892"/>
                </a:lnTo>
                <a:lnTo>
                  <a:pt x="2732549" y="3304635"/>
                </a:lnTo>
                <a:close/>
                <a:moveTo>
                  <a:pt x="2732246" y="3303033"/>
                </a:moveTo>
                <a:lnTo>
                  <a:pt x="2732379" y="3303733"/>
                </a:lnTo>
                <a:lnTo>
                  <a:pt x="2732458" y="3304148"/>
                </a:lnTo>
                <a:close/>
                <a:moveTo>
                  <a:pt x="2272660" y="3302527"/>
                </a:moveTo>
                <a:lnTo>
                  <a:pt x="2275240" y="3305624"/>
                </a:lnTo>
                <a:cubicBezTo>
                  <a:pt x="2286234" y="3318838"/>
                  <a:pt x="2300892" y="3336453"/>
                  <a:pt x="2320438" y="3359942"/>
                </a:cubicBezTo>
                <a:cubicBezTo>
                  <a:pt x="2302436" y="3344599"/>
                  <a:pt x="2287778" y="3326983"/>
                  <a:pt x="2275819" y="3308681"/>
                </a:cubicBezTo>
                <a:close/>
                <a:moveTo>
                  <a:pt x="2731775" y="3300550"/>
                </a:moveTo>
                <a:lnTo>
                  <a:pt x="2731833" y="3300852"/>
                </a:lnTo>
                <a:lnTo>
                  <a:pt x="2732246" y="3303033"/>
                </a:lnTo>
                <a:lnTo>
                  <a:pt x="2732004" y="3301758"/>
                </a:lnTo>
                <a:close/>
                <a:moveTo>
                  <a:pt x="2731568" y="3299462"/>
                </a:moveTo>
                <a:lnTo>
                  <a:pt x="2731619" y="3299727"/>
                </a:lnTo>
                <a:lnTo>
                  <a:pt x="2731775" y="3300550"/>
                </a:lnTo>
                <a:lnTo>
                  <a:pt x="2731768" y="3300512"/>
                </a:lnTo>
                <a:close/>
                <a:moveTo>
                  <a:pt x="2731530" y="3299256"/>
                </a:moveTo>
                <a:lnTo>
                  <a:pt x="2731530" y="3299257"/>
                </a:lnTo>
                <a:lnTo>
                  <a:pt x="2731568" y="3299462"/>
                </a:lnTo>
                <a:close/>
                <a:moveTo>
                  <a:pt x="2731510" y="3299163"/>
                </a:moveTo>
                <a:lnTo>
                  <a:pt x="2731768" y="3300512"/>
                </a:lnTo>
                <a:lnTo>
                  <a:pt x="2732004" y="3301758"/>
                </a:lnTo>
                <a:lnTo>
                  <a:pt x="2732549" y="3304635"/>
                </a:lnTo>
                <a:lnTo>
                  <a:pt x="2733857" y="3311543"/>
                </a:lnTo>
                <a:lnTo>
                  <a:pt x="2735152" y="3318369"/>
                </a:lnTo>
                <a:lnTo>
                  <a:pt x="2736396" y="3324932"/>
                </a:lnTo>
                <a:lnTo>
                  <a:pt x="2735690" y="3321215"/>
                </a:lnTo>
                <a:close/>
                <a:moveTo>
                  <a:pt x="2731485" y="3299019"/>
                </a:moveTo>
                <a:lnTo>
                  <a:pt x="2731833" y="3300852"/>
                </a:lnTo>
                <a:lnTo>
                  <a:pt x="2731619" y="3299727"/>
                </a:lnTo>
                <a:lnTo>
                  <a:pt x="2731530" y="3299257"/>
                </a:lnTo>
                <a:close/>
                <a:moveTo>
                  <a:pt x="2731482" y="3299004"/>
                </a:moveTo>
                <a:lnTo>
                  <a:pt x="2731485" y="3299017"/>
                </a:lnTo>
                <a:lnTo>
                  <a:pt x="2731530" y="3299256"/>
                </a:lnTo>
                <a:lnTo>
                  <a:pt x="2731487" y="3299030"/>
                </a:lnTo>
                <a:close/>
                <a:moveTo>
                  <a:pt x="2731476" y="3298973"/>
                </a:moveTo>
                <a:lnTo>
                  <a:pt x="2731485" y="3299019"/>
                </a:lnTo>
                <a:lnTo>
                  <a:pt x="2731485" y="3299017"/>
                </a:lnTo>
                <a:lnTo>
                  <a:pt x="2731482" y="3299002"/>
                </a:lnTo>
                <a:close/>
                <a:moveTo>
                  <a:pt x="2731475" y="3298968"/>
                </a:moveTo>
                <a:lnTo>
                  <a:pt x="2731475" y="3298969"/>
                </a:lnTo>
                <a:lnTo>
                  <a:pt x="2731482" y="3299002"/>
                </a:lnTo>
                <a:lnTo>
                  <a:pt x="2731482" y="3299004"/>
                </a:lnTo>
                <a:close/>
                <a:moveTo>
                  <a:pt x="2731470" y="3298939"/>
                </a:moveTo>
                <a:lnTo>
                  <a:pt x="2731471" y="3298944"/>
                </a:lnTo>
                <a:lnTo>
                  <a:pt x="2731475" y="3298968"/>
                </a:lnTo>
                <a:lnTo>
                  <a:pt x="2731471" y="3298949"/>
                </a:lnTo>
                <a:close/>
                <a:moveTo>
                  <a:pt x="2731470" y="3298938"/>
                </a:moveTo>
                <a:lnTo>
                  <a:pt x="2731470" y="3298939"/>
                </a:lnTo>
                <a:lnTo>
                  <a:pt x="2731470" y="3298939"/>
                </a:lnTo>
                <a:close/>
                <a:moveTo>
                  <a:pt x="2731438" y="3298771"/>
                </a:moveTo>
                <a:lnTo>
                  <a:pt x="2731470" y="3298938"/>
                </a:lnTo>
                <a:lnTo>
                  <a:pt x="2731455" y="3298864"/>
                </a:lnTo>
                <a:close/>
                <a:moveTo>
                  <a:pt x="2731436" y="3298760"/>
                </a:moveTo>
                <a:lnTo>
                  <a:pt x="2731476" y="3298973"/>
                </a:lnTo>
                <a:lnTo>
                  <a:pt x="2731475" y="3298969"/>
                </a:lnTo>
                <a:lnTo>
                  <a:pt x="2731471" y="3298944"/>
                </a:lnTo>
                <a:lnTo>
                  <a:pt x="2731470" y="3298939"/>
                </a:lnTo>
                <a:close/>
                <a:moveTo>
                  <a:pt x="2731404" y="3298592"/>
                </a:moveTo>
                <a:lnTo>
                  <a:pt x="2731416" y="3298654"/>
                </a:lnTo>
                <a:lnTo>
                  <a:pt x="2731438" y="3298771"/>
                </a:lnTo>
                <a:lnTo>
                  <a:pt x="2731432" y="3298740"/>
                </a:lnTo>
                <a:close/>
                <a:moveTo>
                  <a:pt x="2731361" y="3298363"/>
                </a:moveTo>
                <a:lnTo>
                  <a:pt x="2731436" y="3298760"/>
                </a:lnTo>
                <a:lnTo>
                  <a:pt x="2731416" y="3298654"/>
                </a:lnTo>
                <a:lnTo>
                  <a:pt x="2731398" y="3298558"/>
                </a:lnTo>
                <a:close/>
                <a:moveTo>
                  <a:pt x="2669648" y="3291290"/>
                </a:moveTo>
                <a:lnTo>
                  <a:pt x="2672180" y="3304641"/>
                </a:lnTo>
                <a:lnTo>
                  <a:pt x="2672178" y="3304642"/>
                </a:lnTo>
                <a:close/>
                <a:moveTo>
                  <a:pt x="2314768" y="3290236"/>
                </a:moveTo>
                <a:lnTo>
                  <a:pt x="2322995" y="3291767"/>
                </a:lnTo>
                <a:lnTo>
                  <a:pt x="2333958" y="3301897"/>
                </a:lnTo>
                <a:cubicBezTo>
                  <a:pt x="2345884" y="3315050"/>
                  <a:pt x="2360545" y="3332666"/>
                  <a:pt x="2380091" y="3356154"/>
                </a:cubicBezTo>
                <a:cubicBezTo>
                  <a:pt x="2314259" y="3327362"/>
                  <a:pt x="2314259" y="3327362"/>
                  <a:pt x="2314259" y="3327362"/>
                </a:cubicBezTo>
                <a:cubicBezTo>
                  <a:pt x="2311174" y="3311071"/>
                  <a:pt x="2308083" y="3294783"/>
                  <a:pt x="2314768" y="3290236"/>
                </a:cubicBezTo>
                <a:close/>
                <a:moveTo>
                  <a:pt x="2729722" y="3289723"/>
                </a:moveTo>
                <a:lnTo>
                  <a:pt x="2730887" y="3295865"/>
                </a:lnTo>
                <a:lnTo>
                  <a:pt x="2731361" y="3298363"/>
                </a:lnTo>
                <a:lnTo>
                  <a:pt x="2730677" y="3294763"/>
                </a:lnTo>
                <a:close/>
                <a:moveTo>
                  <a:pt x="2668799" y="3286818"/>
                </a:moveTo>
                <a:lnTo>
                  <a:pt x="2668800" y="3286821"/>
                </a:lnTo>
                <a:lnTo>
                  <a:pt x="2669648" y="3291290"/>
                </a:lnTo>
                <a:close/>
                <a:moveTo>
                  <a:pt x="2668738" y="3286493"/>
                </a:moveTo>
                <a:lnTo>
                  <a:pt x="2668801" y="3286823"/>
                </a:lnTo>
                <a:lnTo>
                  <a:pt x="2668800" y="3286821"/>
                </a:lnTo>
                <a:lnTo>
                  <a:pt x="2668760" y="3286609"/>
                </a:lnTo>
                <a:close/>
                <a:moveTo>
                  <a:pt x="2668579" y="3285652"/>
                </a:moveTo>
                <a:lnTo>
                  <a:pt x="2668705" y="3286313"/>
                </a:lnTo>
                <a:lnTo>
                  <a:pt x="2668738" y="3286493"/>
                </a:lnTo>
                <a:lnTo>
                  <a:pt x="2668590" y="3285713"/>
                </a:lnTo>
                <a:close/>
                <a:moveTo>
                  <a:pt x="2668568" y="3285598"/>
                </a:moveTo>
                <a:lnTo>
                  <a:pt x="2668590" y="3285713"/>
                </a:lnTo>
                <a:lnTo>
                  <a:pt x="2668760" y="3286609"/>
                </a:lnTo>
                <a:lnTo>
                  <a:pt x="2668799" y="3286818"/>
                </a:lnTo>
                <a:close/>
                <a:moveTo>
                  <a:pt x="2668567" y="3285591"/>
                </a:moveTo>
                <a:lnTo>
                  <a:pt x="2668579" y="3285652"/>
                </a:lnTo>
                <a:lnTo>
                  <a:pt x="2668568" y="3285595"/>
                </a:lnTo>
                <a:close/>
                <a:moveTo>
                  <a:pt x="2668548" y="3285489"/>
                </a:moveTo>
                <a:lnTo>
                  <a:pt x="2668567" y="3285591"/>
                </a:lnTo>
                <a:lnTo>
                  <a:pt x="2668560" y="3285553"/>
                </a:lnTo>
                <a:close/>
                <a:moveTo>
                  <a:pt x="2668508" y="3285285"/>
                </a:moveTo>
                <a:lnTo>
                  <a:pt x="2668521" y="3285349"/>
                </a:lnTo>
                <a:lnTo>
                  <a:pt x="2668560" y="3285553"/>
                </a:lnTo>
                <a:lnTo>
                  <a:pt x="2668568" y="3285595"/>
                </a:lnTo>
                <a:lnTo>
                  <a:pt x="2668568" y="3285598"/>
                </a:lnTo>
                <a:close/>
                <a:moveTo>
                  <a:pt x="2668475" y="3285113"/>
                </a:moveTo>
                <a:lnTo>
                  <a:pt x="2668483" y="3285155"/>
                </a:lnTo>
                <a:lnTo>
                  <a:pt x="2668508" y="3285285"/>
                </a:lnTo>
                <a:close/>
                <a:moveTo>
                  <a:pt x="2668414" y="3284800"/>
                </a:moveTo>
                <a:lnTo>
                  <a:pt x="2668458" y="3285024"/>
                </a:lnTo>
                <a:lnTo>
                  <a:pt x="2668475" y="3285113"/>
                </a:lnTo>
                <a:close/>
                <a:moveTo>
                  <a:pt x="2728693" y="3284298"/>
                </a:moveTo>
                <a:lnTo>
                  <a:pt x="2729722" y="3289723"/>
                </a:lnTo>
                <a:lnTo>
                  <a:pt x="2729291" y="3287448"/>
                </a:lnTo>
                <a:lnTo>
                  <a:pt x="2728721" y="3284444"/>
                </a:lnTo>
                <a:close/>
                <a:moveTo>
                  <a:pt x="2727531" y="3278176"/>
                </a:moveTo>
                <a:lnTo>
                  <a:pt x="2728075" y="3281040"/>
                </a:lnTo>
                <a:lnTo>
                  <a:pt x="2728721" y="3284444"/>
                </a:lnTo>
                <a:lnTo>
                  <a:pt x="2728743" y="3284562"/>
                </a:lnTo>
                <a:lnTo>
                  <a:pt x="2729291" y="3287448"/>
                </a:lnTo>
                <a:lnTo>
                  <a:pt x="2730677" y="3294763"/>
                </a:lnTo>
                <a:lnTo>
                  <a:pt x="2731398" y="3298558"/>
                </a:lnTo>
                <a:lnTo>
                  <a:pt x="2731404" y="3298592"/>
                </a:lnTo>
                <a:lnTo>
                  <a:pt x="2731156" y="3297289"/>
                </a:lnTo>
                <a:lnTo>
                  <a:pt x="2731432" y="3298740"/>
                </a:lnTo>
                <a:lnTo>
                  <a:pt x="2731455" y="3298864"/>
                </a:lnTo>
                <a:lnTo>
                  <a:pt x="2731471" y="3298949"/>
                </a:lnTo>
                <a:lnTo>
                  <a:pt x="2731487" y="3299030"/>
                </a:lnTo>
                <a:lnTo>
                  <a:pt x="2731510" y="3299163"/>
                </a:lnTo>
                <a:close/>
                <a:moveTo>
                  <a:pt x="2546203" y="3277039"/>
                </a:moveTo>
                <a:lnTo>
                  <a:pt x="2546332" y="3277714"/>
                </a:lnTo>
                <a:lnTo>
                  <a:pt x="2546695" y="3279633"/>
                </a:lnTo>
                <a:close/>
                <a:moveTo>
                  <a:pt x="2726561" y="3273060"/>
                </a:moveTo>
                <a:lnTo>
                  <a:pt x="2726607" y="3273299"/>
                </a:lnTo>
                <a:lnTo>
                  <a:pt x="2727531" y="3278176"/>
                </a:lnTo>
                <a:close/>
                <a:moveTo>
                  <a:pt x="2726534" y="3272921"/>
                </a:moveTo>
                <a:lnTo>
                  <a:pt x="2726547" y="3272988"/>
                </a:lnTo>
                <a:lnTo>
                  <a:pt x="2726561" y="3273060"/>
                </a:lnTo>
                <a:close/>
                <a:moveTo>
                  <a:pt x="2726455" y="3272500"/>
                </a:moveTo>
                <a:lnTo>
                  <a:pt x="2726460" y="3272524"/>
                </a:lnTo>
                <a:lnTo>
                  <a:pt x="2726619" y="3273363"/>
                </a:lnTo>
                <a:lnTo>
                  <a:pt x="2726505" y="3272758"/>
                </a:lnTo>
                <a:lnTo>
                  <a:pt x="2727698" y="3279041"/>
                </a:lnTo>
                <a:lnTo>
                  <a:pt x="2728693" y="3284298"/>
                </a:lnTo>
                <a:lnTo>
                  <a:pt x="2728075" y="3281040"/>
                </a:lnTo>
                <a:lnTo>
                  <a:pt x="2726607" y="3273299"/>
                </a:lnTo>
                <a:lnTo>
                  <a:pt x="2726547" y="3272988"/>
                </a:lnTo>
                <a:close/>
                <a:moveTo>
                  <a:pt x="2726447" y="3272458"/>
                </a:moveTo>
                <a:lnTo>
                  <a:pt x="2726453" y="3272485"/>
                </a:lnTo>
                <a:lnTo>
                  <a:pt x="2726455" y="3272500"/>
                </a:lnTo>
                <a:close/>
                <a:moveTo>
                  <a:pt x="2726429" y="3272361"/>
                </a:moveTo>
                <a:lnTo>
                  <a:pt x="2726440" y="3272418"/>
                </a:lnTo>
                <a:lnTo>
                  <a:pt x="2726447" y="3272458"/>
                </a:lnTo>
                <a:close/>
                <a:moveTo>
                  <a:pt x="2726422" y="3272327"/>
                </a:moveTo>
                <a:lnTo>
                  <a:pt x="2726498" y="3272726"/>
                </a:lnTo>
                <a:lnTo>
                  <a:pt x="2726534" y="3272921"/>
                </a:lnTo>
                <a:close/>
                <a:moveTo>
                  <a:pt x="2666001" y="3272060"/>
                </a:moveTo>
                <a:lnTo>
                  <a:pt x="2668548" y="3285489"/>
                </a:lnTo>
                <a:lnTo>
                  <a:pt x="2668521" y="3285349"/>
                </a:lnTo>
                <a:lnTo>
                  <a:pt x="2668483" y="3285155"/>
                </a:lnTo>
                <a:lnTo>
                  <a:pt x="2668458" y="3285024"/>
                </a:lnTo>
                <a:close/>
                <a:moveTo>
                  <a:pt x="2726352" y="3271961"/>
                </a:moveTo>
                <a:lnTo>
                  <a:pt x="2726429" y="3272361"/>
                </a:lnTo>
                <a:lnTo>
                  <a:pt x="2726392" y="3272172"/>
                </a:lnTo>
                <a:close/>
                <a:moveTo>
                  <a:pt x="2726351" y="3271947"/>
                </a:moveTo>
                <a:lnTo>
                  <a:pt x="2726505" y="3272758"/>
                </a:lnTo>
                <a:lnTo>
                  <a:pt x="2726460" y="3272524"/>
                </a:lnTo>
                <a:lnTo>
                  <a:pt x="2726453" y="3272485"/>
                </a:lnTo>
                <a:lnTo>
                  <a:pt x="2726440" y="3272418"/>
                </a:lnTo>
                <a:close/>
                <a:moveTo>
                  <a:pt x="2726336" y="3271877"/>
                </a:moveTo>
                <a:lnTo>
                  <a:pt x="2726392" y="3272172"/>
                </a:lnTo>
                <a:lnTo>
                  <a:pt x="2726422" y="3272327"/>
                </a:lnTo>
                <a:close/>
                <a:moveTo>
                  <a:pt x="2726324" y="3271812"/>
                </a:moveTo>
                <a:lnTo>
                  <a:pt x="2726352" y="3271961"/>
                </a:lnTo>
                <a:lnTo>
                  <a:pt x="2726328" y="3271835"/>
                </a:lnTo>
                <a:close/>
                <a:moveTo>
                  <a:pt x="2726318" y="3271777"/>
                </a:moveTo>
                <a:lnTo>
                  <a:pt x="2726324" y="3271812"/>
                </a:lnTo>
                <a:lnTo>
                  <a:pt x="2726320" y="3271793"/>
                </a:lnTo>
                <a:close/>
                <a:moveTo>
                  <a:pt x="2726311" y="3271745"/>
                </a:moveTo>
                <a:lnTo>
                  <a:pt x="2726317" y="3271774"/>
                </a:lnTo>
                <a:lnTo>
                  <a:pt x="2726320" y="3271793"/>
                </a:lnTo>
                <a:lnTo>
                  <a:pt x="2726328" y="3271835"/>
                </a:lnTo>
                <a:lnTo>
                  <a:pt x="2726336" y="3271877"/>
                </a:lnTo>
                <a:close/>
                <a:moveTo>
                  <a:pt x="2726289" y="3271626"/>
                </a:moveTo>
                <a:lnTo>
                  <a:pt x="2726307" y="3271721"/>
                </a:lnTo>
                <a:lnTo>
                  <a:pt x="2726311" y="3271745"/>
                </a:lnTo>
                <a:close/>
                <a:moveTo>
                  <a:pt x="2726286" y="3271603"/>
                </a:moveTo>
                <a:lnTo>
                  <a:pt x="2726305" y="3271704"/>
                </a:lnTo>
                <a:lnTo>
                  <a:pt x="2726351" y="3271947"/>
                </a:lnTo>
                <a:lnTo>
                  <a:pt x="2726290" y="3271625"/>
                </a:lnTo>
                <a:close/>
                <a:moveTo>
                  <a:pt x="2726242" y="3271368"/>
                </a:moveTo>
                <a:lnTo>
                  <a:pt x="2726290" y="3271625"/>
                </a:lnTo>
                <a:lnTo>
                  <a:pt x="2726318" y="3271777"/>
                </a:lnTo>
                <a:lnTo>
                  <a:pt x="2726317" y="3271774"/>
                </a:lnTo>
                <a:lnTo>
                  <a:pt x="2726307" y="3271721"/>
                </a:lnTo>
                <a:lnTo>
                  <a:pt x="2726268" y="3271510"/>
                </a:lnTo>
                <a:close/>
                <a:moveTo>
                  <a:pt x="2726217" y="3271236"/>
                </a:moveTo>
                <a:lnTo>
                  <a:pt x="2726238" y="3271348"/>
                </a:lnTo>
                <a:lnTo>
                  <a:pt x="2726242" y="3271368"/>
                </a:lnTo>
                <a:lnTo>
                  <a:pt x="2726217" y="3271237"/>
                </a:lnTo>
                <a:close/>
                <a:moveTo>
                  <a:pt x="2726211" y="3271207"/>
                </a:moveTo>
                <a:lnTo>
                  <a:pt x="2726215" y="3271225"/>
                </a:lnTo>
                <a:lnTo>
                  <a:pt x="2726217" y="3271236"/>
                </a:lnTo>
                <a:lnTo>
                  <a:pt x="2726212" y="3271213"/>
                </a:lnTo>
                <a:close/>
                <a:moveTo>
                  <a:pt x="2726208" y="3271189"/>
                </a:moveTo>
                <a:lnTo>
                  <a:pt x="2726208" y="3271189"/>
                </a:lnTo>
                <a:lnTo>
                  <a:pt x="2726211" y="3271207"/>
                </a:lnTo>
                <a:lnTo>
                  <a:pt x="2726211" y="3271206"/>
                </a:lnTo>
                <a:close/>
                <a:moveTo>
                  <a:pt x="2726186" y="3271072"/>
                </a:moveTo>
                <a:lnTo>
                  <a:pt x="2726208" y="3271186"/>
                </a:lnTo>
                <a:lnTo>
                  <a:pt x="2726208" y="3271189"/>
                </a:lnTo>
                <a:lnTo>
                  <a:pt x="2726197" y="3271132"/>
                </a:lnTo>
                <a:close/>
                <a:moveTo>
                  <a:pt x="2726182" y="3271049"/>
                </a:moveTo>
                <a:lnTo>
                  <a:pt x="2726182" y="3271052"/>
                </a:lnTo>
                <a:lnTo>
                  <a:pt x="2726186" y="3271072"/>
                </a:lnTo>
                <a:close/>
                <a:moveTo>
                  <a:pt x="2726169" y="3270985"/>
                </a:moveTo>
                <a:lnTo>
                  <a:pt x="2726179" y="3271035"/>
                </a:lnTo>
                <a:lnTo>
                  <a:pt x="2726182" y="3271049"/>
                </a:lnTo>
                <a:lnTo>
                  <a:pt x="2726178" y="3271031"/>
                </a:lnTo>
                <a:close/>
                <a:moveTo>
                  <a:pt x="2726150" y="3270885"/>
                </a:moveTo>
                <a:lnTo>
                  <a:pt x="2726160" y="3270937"/>
                </a:lnTo>
                <a:lnTo>
                  <a:pt x="2726169" y="3270985"/>
                </a:lnTo>
                <a:close/>
                <a:moveTo>
                  <a:pt x="2628704" y="3270716"/>
                </a:moveTo>
                <a:lnTo>
                  <a:pt x="2637720" y="3282099"/>
                </a:lnTo>
                <a:cubicBezTo>
                  <a:pt x="2658810" y="3313732"/>
                  <a:pt x="2684533" y="3369800"/>
                  <a:pt x="2690709" y="3402381"/>
                </a:cubicBezTo>
                <a:cubicBezTo>
                  <a:pt x="2668077" y="3362602"/>
                  <a:pt x="2651099" y="3332768"/>
                  <a:pt x="2638367" y="3310391"/>
                </a:cubicBezTo>
                <a:lnTo>
                  <a:pt x="2638165" y="3310038"/>
                </a:lnTo>
                <a:lnTo>
                  <a:pt x="2638271" y="3309883"/>
                </a:lnTo>
                <a:close/>
                <a:moveTo>
                  <a:pt x="2726068" y="3270454"/>
                </a:moveTo>
                <a:lnTo>
                  <a:pt x="2726129" y="3270775"/>
                </a:lnTo>
                <a:lnTo>
                  <a:pt x="2726178" y="3271031"/>
                </a:lnTo>
                <a:lnTo>
                  <a:pt x="2726197" y="3271132"/>
                </a:lnTo>
                <a:lnTo>
                  <a:pt x="2726211" y="3271206"/>
                </a:lnTo>
                <a:lnTo>
                  <a:pt x="2726212" y="3271213"/>
                </a:lnTo>
                <a:lnTo>
                  <a:pt x="2726217" y="3271237"/>
                </a:lnTo>
                <a:lnTo>
                  <a:pt x="2726268" y="3271510"/>
                </a:lnTo>
                <a:lnTo>
                  <a:pt x="2726289" y="3271626"/>
                </a:lnTo>
                <a:close/>
                <a:moveTo>
                  <a:pt x="2725954" y="3269856"/>
                </a:moveTo>
                <a:lnTo>
                  <a:pt x="2726022" y="3270211"/>
                </a:lnTo>
                <a:lnTo>
                  <a:pt x="2726068" y="3270454"/>
                </a:lnTo>
                <a:close/>
                <a:moveTo>
                  <a:pt x="2725915" y="3269646"/>
                </a:moveTo>
                <a:lnTo>
                  <a:pt x="2726020" y="3270196"/>
                </a:lnTo>
                <a:lnTo>
                  <a:pt x="2726041" y="3270308"/>
                </a:lnTo>
                <a:lnTo>
                  <a:pt x="2726150" y="3270885"/>
                </a:lnTo>
                <a:lnTo>
                  <a:pt x="2726129" y="3270775"/>
                </a:lnTo>
                <a:lnTo>
                  <a:pt x="2726022" y="3270211"/>
                </a:lnTo>
                <a:close/>
                <a:moveTo>
                  <a:pt x="2725900" y="3269569"/>
                </a:moveTo>
                <a:lnTo>
                  <a:pt x="2725907" y="3269603"/>
                </a:lnTo>
                <a:lnTo>
                  <a:pt x="2725954" y="3269856"/>
                </a:lnTo>
                <a:close/>
                <a:moveTo>
                  <a:pt x="2725900" y="3269566"/>
                </a:moveTo>
                <a:lnTo>
                  <a:pt x="2725915" y="3269646"/>
                </a:lnTo>
                <a:lnTo>
                  <a:pt x="2725907" y="3269603"/>
                </a:lnTo>
                <a:close/>
                <a:moveTo>
                  <a:pt x="2725899" y="3269561"/>
                </a:moveTo>
                <a:lnTo>
                  <a:pt x="2725900" y="3269566"/>
                </a:lnTo>
                <a:lnTo>
                  <a:pt x="2725899" y="3269562"/>
                </a:lnTo>
                <a:close/>
                <a:moveTo>
                  <a:pt x="2725889" y="3269510"/>
                </a:moveTo>
                <a:lnTo>
                  <a:pt x="2725891" y="3269518"/>
                </a:lnTo>
                <a:lnTo>
                  <a:pt x="2725899" y="3269561"/>
                </a:lnTo>
                <a:close/>
                <a:moveTo>
                  <a:pt x="2725888" y="3269506"/>
                </a:moveTo>
                <a:lnTo>
                  <a:pt x="2725889" y="3269508"/>
                </a:lnTo>
                <a:lnTo>
                  <a:pt x="2725899" y="3269562"/>
                </a:lnTo>
                <a:lnTo>
                  <a:pt x="2725900" y="3269569"/>
                </a:lnTo>
                <a:close/>
                <a:moveTo>
                  <a:pt x="2725879" y="3269457"/>
                </a:moveTo>
                <a:lnTo>
                  <a:pt x="2725889" y="3269510"/>
                </a:lnTo>
                <a:lnTo>
                  <a:pt x="2725889" y="3269508"/>
                </a:lnTo>
                <a:lnTo>
                  <a:pt x="2725885" y="3269486"/>
                </a:lnTo>
                <a:close/>
                <a:moveTo>
                  <a:pt x="2725839" y="3269248"/>
                </a:moveTo>
                <a:lnTo>
                  <a:pt x="2725870" y="3269411"/>
                </a:lnTo>
                <a:lnTo>
                  <a:pt x="2725885" y="3269486"/>
                </a:lnTo>
                <a:lnTo>
                  <a:pt x="2725888" y="3269506"/>
                </a:lnTo>
                <a:close/>
                <a:moveTo>
                  <a:pt x="2725721" y="3268624"/>
                </a:moveTo>
                <a:lnTo>
                  <a:pt x="2725738" y="3268713"/>
                </a:lnTo>
                <a:lnTo>
                  <a:pt x="2725879" y="3269457"/>
                </a:lnTo>
                <a:lnTo>
                  <a:pt x="2725870" y="3269411"/>
                </a:lnTo>
                <a:lnTo>
                  <a:pt x="2725724" y="3268639"/>
                </a:lnTo>
                <a:close/>
                <a:moveTo>
                  <a:pt x="2544589" y="3268530"/>
                </a:moveTo>
                <a:lnTo>
                  <a:pt x="2545151" y="3271488"/>
                </a:lnTo>
                <a:lnTo>
                  <a:pt x="2546203" y="3277039"/>
                </a:lnTo>
                <a:close/>
                <a:moveTo>
                  <a:pt x="2725687" y="3268448"/>
                </a:moveTo>
                <a:lnTo>
                  <a:pt x="2725688" y="3268452"/>
                </a:lnTo>
                <a:lnTo>
                  <a:pt x="2725721" y="3268624"/>
                </a:lnTo>
                <a:lnTo>
                  <a:pt x="2725720" y="3268621"/>
                </a:lnTo>
                <a:close/>
                <a:moveTo>
                  <a:pt x="2725672" y="3268368"/>
                </a:moveTo>
                <a:lnTo>
                  <a:pt x="2725683" y="3268424"/>
                </a:lnTo>
                <a:lnTo>
                  <a:pt x="2725720" y="3268621"/>
                </a:lnTo>
                <a:lnTo>
                  <a:pt x="2725724" y="3268639"/>
                </a:lnTo>
                <a:lnTo>
                  <a:pt x="2725839" y="3269248"/>
                </a:lnTo>
                <a:close/>
                <a:moveTo>
                  <a:pt x="2725671" y="3268362"/>
                </a:moveTo>
                <a:lnTo>
                  <a:pt x="2725686" y="3268439"/>
                </a:lnTo>
                <a:lnTo>
                  <a:pt x="2725687" y="3268448"/>
                </a:lnTo>
                <a:lnTo>
                  <a:pt x="2725683" y="3268424"/>
                </a:lnTo>
                <a:lnTo>
                  <a:pt x="2725671" y="3268363"/>
                </a:lnTo>
                <a:close/>
                <a:moveTo>
                  <a:pt x="2725658" y="3268296"/>
                </a:moveTo>
                <a:lnTo>
                  <a:pt x="2725662" y="3268314"/>
                </a:lnTo>
                <a:lnTo>
                  <a:pt x="2725671" y="3268363"/>
                </a:lnTo>
                <a:lnTo>
                  <a:pt x="2725672" y="3268368"/>
                </a:lnTo>
                <a:close/>
                <a:moveTo>
                  <a:pt x="2725658" y="3268291"/>
                </a:moveTo>
                <a:lnTo>
                  <a:pt x="2725671" y="3268360"/>
                </a:lnTo>
                <a:lnTo>
                  <a:pt x="2725671" y="3268362"/>
                </a:lnTo>
                <a:lnTo>
                  <a:pt x="2725662" y="3268314"/>
                </a:lnTo>
                <a:lnTo>
                  <a:pt x="2725658" y="3268292"/>
                </a:lnTo>
                <a:close/>
                <a:moveTo>
                  <a:pt x="2725654" y="3268273"/>
                </a:moveTo>
                <a:lnTo>
                  <a:pt x="2725654" y="3268274"/>
                </a:lnTo>
                <a:lnTo>
                  <a:pt x="2725658" y="3268292"/>
                </a:lnTo>
                <a:lnTo>
                  <a:pt x="2725658" y="3268296"/>
                </a:lnTo>
                <a:close/>
                <a:moveTo>
                  <a:pt x="2725629" y="3268139"/>
                </a:moveTo>
                <a:lnTo>
                  <a:pt x="2725657" y="3268288"/>
                </a:lnTo>
                <a:lnTo>
                  <a:pt x="2725658" y="3268291"/>
                </a:lnTo>
                <a:lnTo>
                  <a:pt x="2725654" y="3268274"/>
                </a:lnTo>
                <a:lnTo>
                  <a:pt x="2725654" y="3268273"/>
                </a:lnTo>
                <a:close/>
                <a:moveTo>
                  <a:pt x="2725375" y="3266811"/>
                </a:moveTo>
                <a:lnTo>
                  <a:pt x="2725627" y="3268131"/>
                </a:lnTo>
                <a:lnTo>
                  <a:pt x="2725654" y="3268273"/>
                </a:lnTo>
                <a:lnTo>
                  <a:pt x="2725654" y="3268273"/>
                </a:lnTo>
                <a:close/>
                <a:moveTo>
                  <a:pt x="2253786" y="3265755"/>
                </a:moveTo>
                <a:lnTo>
                  <a:pt x="2272660" y="3302527"/>
                </a:lnTo>
                <a:lnTo>
                  <a:pt x="2252027" y="3277733"/>
                </a:lnTo>
                <a:cubicBezTo>
                  <a:pt x="2242254" y="3265989"/>
                  <a:pt x="2242254" y="3265989"/>
                  <a:pt x="2242254" y="3265989"/>
                </a:cubicBezTo>
                <a:close/>
                <a:moveTo>
                  <a:pt x="2724848" y="3264027"/>
                </a:moveTo>
                <a:lnTo>
                  <a:pt x="2725343" y="3266631"/>
                </a:lnTo>
                <a:lnTo>
                  <a:pt x="2725629" y="3268139"/>
                </a:lnTo>
                <a:lnTo>
                  <a:pt x="2725627" y="3268131"/>
                </a:lnTo>
                <a:close/>
                <a:moveTo>
                  <a:pt x="2724753" y="3263528"/>
                </a:moveTo>
                <a:lnTo>
                  <a:pt x="2724782" y="3263679"/>
                </a:lnTo>
                <a:lnTo>
                  <a:pt x="2725375" y="3266811"/>
                </a:lnTo>
                <a:close/>
                <a:moveTo>
                  <a:pt x="2724675" y="3263114"/>
                </a:moveTo>
                <a:lnTo>
                  <a:pt x="2724682" y="3263150"/>
                </a:lnTo>
                <a:lnTo>
                  <a:pt x="2724753" y="3263528"/>
                </a:lnTo>
                <a:close/>
                <a:moveTo>
                  <a:pt x="2611327" y="3262875"/>
                </a:moveTo>
                <a:lnTo>
                  <a:pt x="2611489" y="3263155"/>
                </a:lnTo>
                <a:lnTo>
                  <a:pt x="2638165" y="3310038"/>
                </a:lnTo>
                <a:lnTo>
                  <a:pt x="2631895" y="3319176"/>
                </a:lnTo>
                <a:cubicBezTo>
                  <a:pt x="2627795" y="3319308"/>
                  <a:pt x="2621526" y="3316099"/>
                  <a:pt x="2612527" y="3308427"/>
                </a:cubicBezTo>
                <a:cubicBezTo>
                  <a:pt x="2609436" y="3292137"/>
                  <a:pt x="2608150" y="3280368"/>
                  <a:pt x="2608286" y="3272374"/>
                </a:cubicBezTo>
                <a:close/>
                <a:moveTo>
                  <a:pt x="2724529" y="3262342"/>
                </a:moveTo>
                <a:lnTo>
                  <a:pt x="2724533" y="3262363"/>
                </a:lnTo>
                <a:lnTo>
                  <a:pt x="2724848" y="3264027"/>
                </a:lnTo>
                <a:lnTo>
                  <a:pt x="2724782" y="3263679"/>
                </a:lnTo>
                <a:lnTo>
                  <a:pt x="2724682" y="3263150"/>
                </a:lnTo>
                <a:lnTo>
                  <a:pt x="2724624" y="3262846"/>
                </a:lnTo>
                <a:close/>
                <a:moveTo>
                  <a:pt x="2724348" y="3261389"/>
                </a:moveTo>
                <a:lnTo>
                  <a:pt x="2724529" y="3262342"/>
                </a:lnTo>
                <a:lnTo>
                  <a:pt x="2724413" y="3261731"/>
                </a:lnTo>
                <a:close/>
                <a:moveTo>
                  <a:pt x="2723913" y="3259097"/>
                </a:moveTo>
                <a:lnTo>
                  <a:pt x="2723928" y="3259173"/>
                </a:lnTo>
                <a:lnTo>
                  <a:pt x="2724413" y="3261731"/>
                </a:lnTo>
                <a:lnTo>
                  <a:pt x="2724624" y="3262846"/>
                </a:lnTo>
                <a:lnTo>
                  <a:pt x="2724675" y="3263114"/>
                </a:lnTo>
                <a:close/>
                <a:moveTo>
                  <a:pt x="2723874" y="3258890"/>
                </a:moveTo>
                <a:lnTo>
                  <a:pt x="2724110" y="3260128"/>
                </a:lnTo>
                <a:lnTo>
                  <a:pt x="2724348" y="3261389"/>
                </a:lnTo>
                <a:lnTo>
                  <a:pt x="2723928" y="3259173"/>
                </a:lnTo>
                <a:lnTo>
                  <a:pt x="2723876" y="3258897"/>
                </a:lnTo>
                <a:close/>
                <a:moveTo>
                  <a:pt x="2723857" y="3258800"/>
                </a:moveTo>
                <a:lnTo>
                  <a:pt x="2723876" y="3258897"/>
                </a:lnTo>
                <a:lnTo>
                  <a:pt x="2723913" y="3259097"/>
                </a:lnTo>
                <a:close/>
                <a:moveTo>
                  <a:pt x="2723836" y="3258687"/>
                </a:moveTo>
                <a:lnTo>
                  <a:pt x="2723856" y="3258794"/>
                </a:lnTo>
                <a:lnTo>
                  <a:pt x="2723857" y="3258800"/>
                </a:lnTo>
                <a:close/>
                <a:moveTo>
                  <a:pt x="2723836" y="3258683"/>
                </a:moveTo>
                <a:lnTo>
                  <a:pt x="2723874" y="3258890"/>
                </a:lnTo>
                <a:lnTo>
                  <a:pt x="2723856" y="3258794"/>
                </a:lnTo>
                <a:lnTo>
                  <a:pt x="2723836" y="3258685"/>
                </a:lnTo>
                <a:close/>
                <a:moveTo>
                  <a:pt x="2723825" y="3258631"/>
                </a:moveTo>
                <a:lnTo>
                  <a:pt x="2723836" y="3258685"/>
                </a:lnTo>
                <a:lnTo>
                  <a:pt x="2723836" y="3258687"/>
                </a:lnTo>
                <a:close/>
                <a:moveTo>
                  <a:pt x="2723814" y="3258572"/>
                </a:moveTo>
                <a:lnTo>
                  <a:pt x="2723836" y="3258683"/>
                </a:lnTo>
                <a:lnTo>
                  <a:pt x="2723820" y="3258603"/>
                </a:lnTo>
                <a:close/>
                <a:moveTo>
                  <a:pt x="2723808" y="3258540"/>
                </a:moveTo>
                <a:lnTo>
                  <a:pt x="2723813" y="3258563"/>
                </a:lnTo>
                <a:lnTo>
                  <a:pt x="2723820" y="3258603"/>
                </a:lnTo>
                <a:lnTo>
                  <a:pt x="2723825" y="3258631"/>
                </a:lnTo>
                <a:close/>
                <a:moveTo>
                  <a:pt x="2723729" y="3258120"/>
                </a:moveTo>
                <a:lnTo>
                  <a:pt x="2723740" y="3258182"/>
                </a:lnTo>
                <a:lnTo>
                  <a:pt x="2723808" y="3258540"/>
                </a:lnTo>
                <a:close/>
                <a:moveTo>
                  <a:pt x="2723726" y="3258105"/>
                </a:moveTo>
                <a:lnTo>
                  <a:pt x="2723761" y="3258291"/>
                </a:lnTo>
                <a:lnTo>
                  <a:pt x="2723814" y="3258572"/>
                </a:lnTo>
                <a:lnTo>
                  <a:pt x="2723813" y="3258563"/>
                </a:lnTo>
                <a:lnTo>
                  <a:pt x="2723740" y="3258182"/>
                </a:lnTo>
                <a:lnTo>
                  <a:pt x="2723728" y="3258119"/>
                </a:lnTo>
                <a:close/>
                <a:moveTo>
                  <a:pt x="2723661" y="3257764"/>
                </a:moveTo>
                <a:lnTo>
                  <a:pt x="2723719" y="3258066"/>
                </a:lnTo>
                <a:lnTo>
                  <a:pt x="2723726" y="3258105"/>
                </a:lnTo>
                <a:lnTo>
                  <a:pt x="2723703" y="3257986"/>
                </a:lnTo>
                <a:close/>
                <a:moveTo>
                  <a:pt x="2723651" y="3257710"/>
                </a:moveTo>
                <a:lnTo>
                  <a:pt x="2723703" y="3257986"/>
                </a:lnTo>
                <a:lnTo>
                  <a:pt x="2723728" y="3258119"/>
                </a:lnTo>
                <a:lnTo>
                  <a:pt x="2723729" y="3258120"/>
                </a:lnTo>
                <a:close/>
                <a:moveTo>
                  <a:pt x="2723579" y="3257330"/>
                </a:moveTo>
                <a:lnTo>
                  <a:pt x="2723609" y="3257487"/>
                </a:lnTo>
                <a:lnTo>
                  <a:pt x="2723651" y="3257710"/>
                </a:lnTo>
                <a:close/>
                <a:moveTo>
                  <a:pt x="2723564" y="3257253"/>
                </a:moveTo>
                <a:lnTo>
                  <a:pt x="2723571" y="3257287"/>
                </a:lnTo>
                <a:lnTo>
                  <a:pt x="2723579" y="3257330"/>
                </a:lnTo>
                <a:close/>
                <a:moveTo>
                  <a:pt x="2723530" y="3257070"/>
                </a:moveTo>
                <a:lnTo>
                  <a:pt x="2723661" y="3257764"/>
                </a:lnTo>
                <a:lnTo>
                  <a:pt x="2723609" y="3257487"/>
                </a:lnTo>
                <a:lnTo>
                  <a:pt x="2723571" y="3257287"/>
                </a:lnTo>
                <a:close/>
                <a:moveTo>
                  <a:pt x="2723464" y="3256722"/>
                </a:moveTo>
                <a:lnTo>
                  <a:pt x="2723483" y="3256821"/>
                </a:lnTo>
                <a:lnTo>
                  <a:pt x="2723530" y="3257070"/>
                </a:lnTo>
                <a:lnTo>
                  <a:pt x="2723470" y="3256754"/>
                </a:lnTo>
                <a:close/>
                <a:moveTo>
                  <a:pt x="2723430" y="3256548"/>
                </a:moveTo>
                <a:lnTo>
                  <a:pt x="2723463" y="3256716"/>
                </a:lnTo>
                <a:lnTo>
                  <a:pt x="2723470" y="3256754"/>
                </a:lnTo>
                <a:lnTo>
                  <a:pt x="2723564" y="3257253"/>
                </a:lnTo>
                <a:close/>
                <a:moveTo>
                  <a:pt x="3086699" y="3251046"/>
                </a:moveTo>
                <a:lnTo>
                  <a:pt x="3094890" y="3265439"/>
                </a:lnTo>
                <a:cubicBezTo>
                  <a:pt x="3106205" y="3285329"/>
                  <a:pt x="3128842" y="3325108"/>
                  <a:pt x="3174110" y="3404664"/>
                </a:cubicBezTo>
                <a:cubicBezTo>
                  <a:pt x="3100293" y="3293947"/>
                  <a:pt x="3165117" y="3426874"/>
                  <a:pt x="3125959" y="3377068"/>
                </a:cubicBezTo>
                <a:lnTo>
                  <a:pt x="3102105" y="3343292"/>
                </a:lnTo>
                <a:lnTo>
                  <a:pt x="3101137" y="3338200"/>
                </a:lnTo>
                <a:cubicBezTo>
                  <a:pt x="3095925" y="3310710"/>
                  <a:pt x="3095925" y="3310710"/>
                  <a:pt x="3095925" y="3310710"/>
                </a:cubicBezTo>
                <a:cubicBezTo>
                  <a:pt x="3092067" y="3290348"/>
                  <a:pt x="3089248" y="3273009"/>
                  <a:pt x="3087333" y="3258327"/>
                </a:cubicBezTo>
                <a:close/>
                <a:moveTo>
                  <a:pt x="2541010" y="3249663"/>
                </a:moveTo>
                <a:lnTo>
                  <a:pt x="2541482" y="3252143"/>
                </a:lnTo>
                <a:lnTo>
                  <a:pt x="2544589" y="3268530"/>
                </a:lnTo>
                <a:lnTo>
                  <a:pt x="2544378" y="3267416"/>
                </a:lnTo>
                <a:close/>
                <a:moveTo>
                  <a:pt x="2600170" y="3243266"/>
                </a:moveTo>
                <a:lnTo>
                  <a:pt x="2623439" y="3253443"/>
                </a:lnTo>
                <a:lnTo>
                  <a:pt x="2625629" y="3258137"/>
                </a:lnTo>
                <a:lnTo>
                  <a:pt x="2628704" y="3270716"/>
                </a:lnTo>
                <a:lnTo>
                  <a:pt x="2623148" y="3263702"/>
                </a:lnTo>
                <a:cubicBezTo>
                  <a:pt x="2618832" y="3259598"/>
                  <a:pt x="2615184" y="3257770"/>
                  <a:pt x="2612581" y="3258965"/>
                </a:cubicBezTo>
                <a:lnTo>
                  <a:pt x="2611327" y="3262875"/>
                </a:lnTo>
                <a:lnTo>
                  <a:pt x="2601587" y="3245752"/>
                </a:lnTo>
                <a:cubicBezTo>
                  <a:pt x="2600170" y="3243266"/>
                  <a:pt x="2600170" y="3243266"/>
                  <a:pt x="2600170" y="3243266"/>
                </a:cubicBezTo>
                <a:close/>
                <a:moveTo>
                  <a:pt x="2534340" y="3214472"/>
                </a:moveTo>
                <a:lnTo>
                  <a:pt x="2538876" y="3238399"/>
                </a:lnTo>
                <a:lnTo>
                  <a:pt x="2541010" y="3249663"/>
                </a:lnTo>
                <a:close/>
                <a:moveTo>
                  <a:pt x="2531734" y="3200728"/>
                </a:moveTo>
                <a:lnTo>
                  <a:pt x="2531854" y="3201356"/>
                </a:lnTo>
                <a:lnTo>
                  <a:pt x="2533085" y="3207847"/>
                </a:lnTo>
                <a:lnTo>
                  <a:pt x="2533472" y="3209891"/>
                </a:lnTo>
                <a:cubicBezTo>
                  <a:pt x="2533954" y="3212436"/>
                  <a:pt x="2534340" y="3214472"/>
                  <a:pt x="2534340" y="3214472"/>
                </a:cubicBezTo>
                <a:cubicBezTo>
                  <a:pt x="2532796" y="3206328"/>
                  <a:pt x="2532025" y="3202256"/>
                  <a:pt x="2531734" y="3200728"/>
                </a:cubicBezTo>
                <a:close/>
                <a:moveTo>
                  <a:pt x="1074182" y="3172016"/>
                </a:moveTo>
                <a:lnTo>
                  <a:pt x="1076520" y="3174996"/>
                </a:lnTo>
                <a:cubicBezTo>
                  <a:pt x="1076520" y="3174996"/>
                  <a:pt x="1075624" y="3173854"/>
                  <a:pt x="1074336" y="3172212"/>
                </a:cubicBezTo>
                <a:close/>
                <a:moveTo>
                  <a:pt x="1070237" y="3166985"/>
                </a:moveTo>
                <a:lnTo>
                  <a:pt x="1076520" y="3174996"/>
                </a:lnTo>
                <a:lnTo>
                  <a:pt x="1073562" y="3171225"/>
                </a:lnTo>
                <a:lnTo>
                  <a:pt x="1073125" y="3170668"/>
                </a:lnTo>
                <a:close/>
                <a:moveTo>
                  <a:pt x="1065772" y="3161292"/>
                </a:moveTo>
                <a:cubicBezTo>
                  <a:pt x="1063981" y="3159008"/>
                  <a:pt x="1066667" y="3162434"/>
                  <a:pt x="1069802" y="3166431"/>
                </a:cubicBezTo>
                <a:lnTo>
                  <a:pt x="1073125" y="3170668"/>
                </a:lnTo>
                <a:lnTo>
                  <a:pt x="1073335" y="3170936"/>
                </a:lnTo>
                <a:lnTo>
                  <a:pt x="1073562" y="3171225"/>
                </a:lnTo>
                <a:lnTo>
                  <a:pt x="1074182" y="3172016"/>
                </a:lnTo>
                <a:close/>
                <a:moveTo>
                  <a:pt x="2098237" y="3143241"/>
                </a:moveTo>
                <a:cubicBezTo>
                  <a:pt x="2104416" y="3175823"/>
                  <a:pt x="2104416" y="3175823"/>
                  <a:pt x="2104416" y="3175823"/>
                </a:cubicBezTo>
                <a:lnTo>
                  <a:pt x="2099781" y="3167528"/>
                </a:lnTo>
                <a:close/>
                <a:moveTo>
                  <a:pt x="1051043" y="3142507"/>
                </a:moveTo>
                <a:lnTo>
                  <a:pt x="1051045" y="3142509"/>
                </a:lnTo>
                <a:cubicBezTo>
                  <a:pt x="1057414" y="3150631"/>
                  <a:pt x="1062190" y="3156722"/>
                  <a:pt x="1065773" y="3161291"/>
                </a:cubicBezTo>
                <a:lnTo>
                  <a:pt x="1070237" y="3166985"/>
                </a:lnTo>
                <a:close/>
                <a:moveTo>
                  <a:pt x="3178167" y="3107654"/>
                </a:moveTo>
                <a:cubicBezTo>
                  <a:pt x="3216753" y="3191758"/>
                  <a:pt x="3213666" y="3190407"/>
                  <a:pt x="3199512" y="3164259"/>
                </a:cubicBezTo>
                <a:lnTo>
                  <a:pt x="3182801" y="3132092"/>
                </a:lnTo>
                <a:lnTo>
                  <a:pt x="3182801" y="3132090"/>
                </a:lnTo>
                <a:lnTo>
                  <a:pt x="3182800" y="3132089"/>
                </a:lnTo>
                <a:lnTo>
                  <a:pt x="3178940" y="3111728"/>
                </a:lnTo>
                <a:cubicBezTo>
                  <a:pt x="3178167" y="3107654"/>
                  <a:pt x="3178167" y="3107654"/>
                  <a:pt x="3178167" y="3107654"/>
                </a:cubicBezTo>
                <a:close/>
                <a:moveTo>
                  <a:pt x="2028683" y="3094807"/>
                </a:moveTo>
                <a:lnTo>
                  <a:pt x="2029383" y="3098495"/>
                </a:lnTo>
                <a:lnTo>
                  <a:pt x="2030405" y="3103886"/>
                </a:lnTo>
                <a:close/>
                <a:moveTo>
                  <a:pt x="2028067" y="3091555"/>
                </a:moveTo>
                <a:lnTo>
                  <a:pt x="2028499" y="3093833"/>
                </a:lnTo>
                <a:lnTo>
                  <a:pt x="2028683" y="3094807"/>
                </a:lnTo>
                <a:close/>
                <a:moveTo>
                  <a:pt x="2027725" y="3089752"/>
                </a:moveTo>
                <a:lnTo>
                  <a:pt x="2027775" y="3090013"/>
                </a:lnTo>
                <a:lnTo>
                  <a:pt x="2028063" y="3091531"/>
                </a:lnTo>
                <a:lnTo>
                  <a:pt x="2028067" y="3091555"/>
                </a:lnTo>
                <a:close/>
                <a:moveTo>
                  <a:pt x="2027027" y="3086069"/>
                </a:moveTo>
                <a:lnTo>
                  <a:pt x="2027693" y="3089581"/>
                </a:lnTo>
                <a:lnTo>
                  <a:pt x="2027725" y="3089752"/>
                </a:lnTo>
                <a:close/>
                <a:moveTo>
                  <a:pt x="1991265" y="3085597"/>
                </a:moveTo>
                <a:lnTo>
                  <a:pt x="1992420" y="3087622"/>
                </a:lnTo>
                <a:cubicBezTo>
                  <a:pt x="1994540" y="3091351"/>
                  <a:pt x="1994894" y="3091971"/>
                  <a:pt x="1994011" y="3090418"/>
                </a:cubicBezTo>
                <a:close/>
                <a:moveTo>
                  <a:pt x="1982516" y="3070219"/>
                </a:moveTo>
                <a:lnTo>
                  <a:pt x="1991265" y="3085597"/>
                </a:lnTo>
                <a:lnTo>
                  <a:pt x="1988174" y="3080164"/>
                </a:lnTo>
                <a:close/>
                <a:moveTo>
                  <a:pt x="1975046" y="3057090"/>
                </a:moveTo>
                <a:lnTo>
                  <a:pt x="1980217" y="3066179"/>
                </a:lnTo>
                <a:lnTo>
                  <a:pt x="1982516" y="3070219"/>
                </a:lnTo>
                <a:close/>
                <a:moveTo>
                  <a:pt x="1954220" y="3020496"/>
                </a:moveTo>
                <a:cubicBezTo>
                  <a:pt x="1954220" y="3020496"/>
                  <a:pt x="1959881" y="3030439"/>
                  <a:pt x="1966955" y="3042870"/>
                </a:cubicBezTo>
                <a:lnTo>
                  <a:pt x="1975046" y="3057090"/>
                </a:lnTo>
                <a:close/>
                <a:moveTo>
                  <a:pt x="3295138" y="2987323"/>
                </a:moveTo>
                <a:lnTo>
                  <a:pt x="3295210" y="2987397"/>
                </a:lnTo>
                <a:lnTo>
                  <a:pt x="3300331" y="2994584"/>
                </a:lnTo>
                <a:lnTo>
                  <a:pt x="3300288" y="2994593"/>
                </a:lnTo>
                <a:close/>
                <a:moveTo>
                  <a:pt x="3303578" y="2975134"/>
                </a:moveTo>
                <a:lnTo>
                  <a:pt x="3304133" y="2976011"/>
                </a:lnTo>
                <a:cubicBezTo>
                  <a:pt x="3326770" y="3015790"/>
                  <a:pt x="3350949" y="3063713"/>
                  <a:pt x="3350949" y="3063713"/>
                </a:cubicBezTo>
                <a:cubicBezTo>
                  <a:pt x="3354038" y="3080004"/>
                  <a:pt x="3331403" y="3040225"/>
                  <a:pt x="3310313" y="3008592"/>
                </a:cubicBezTo>
                <a:lnTo>
                  <a:pt x="3300331" y="2994584"/>
                </a:lnTo>
                <a:lnTo>
                  <a:pt x="3304939" y="2993591"/>
                </a:lnTo>
                <a:cubicBezTo>
                  <a:pt x="3305505" y="2990857"/>
                  <a:pt x="3305206" y="2986021"/>
                  <a:pt x="3304415" y="2979987"/>
                </a:cubicBezTo>
                <a:close/>
                <a:moveTo>
                  <a:pt x="3802375" y="2938058"/>
                </a:moveTo>
                <a:lnTo>
                  <a:pt x="3853326" y="3003030"/>
                </a:lnTo>
                <a:cubicBezTo>
                  <a:pt x="3852403" y="3022861"/>
                  <a:pt x="3848755" y="3028716"/>
                  <a:pt x="3843804" y="3026343"/>
                </a:cubicBezTo>
                <a:cubicBezTo>
                  <a:pt x="3833905" y="3021596"/>
                  <a:pt x="3818794" y="2983940"/>
                  <a:pt x="3809817" y="2959365"/>
                </a:cubicBezTo>
                <a:close/>
                <a:moveTo>
                  <a:pt x="3799095" y="2933874"/>
                </a:moveTo>
                <a:lnTo>
                  <a:pt x="3802374" y="2938055"/>
                </a:lnTo>
                <a:lnTo>
                  <a:pt x="3802375" y="2938058"/>
                </a:lnTo>
                <a:close/>
                <a:moveTo>
                  <a:pt x="3594620" y="2925234"/>
                </a:moveTo>
                <a:lnTo>
                  <a:pt x="3613454" y="2949250"/>
                </a:lnTo>
                <a:lnTo>
                  <a:pt x="3638431" y="2981102"/>
                </a:lnTo>
                <a:lnTo>
                  <a:pt x="3663905" y="3013589"/>
                </a:lnTo>
                <a:close/>
                <a:moveTo>
                  <a:pt x="3587483" y="2916132"/>
                </a:moveTo>
                <a:lnTo>
                  <a:pt x="3587485" y="2916134"/>
                </a:lnTo>
                <a:lnTo>
                  <a:pt x="3594620" y="2925234"/>
                </a:lnTo>
                <a:close/>
                <a:moveTo>
                  <a:pt x="3604791" y="2906687"/>
                </a:moveTo>
                <a:lnTo>
                  <a:pt x="3612957" y="2948615"/>
                </a:lnTo>
                <a:lnTo>
                  <a:pt x="3605412" y="2913850"/>
                </a:lnTo>
                <a:close/>
                <a:moveTo>
                  <a:pt x="3773912" y="2901759"/>
                </a:moveTo>
                <a:lnTo>
                  <a:pt x="3789639" y="2921813"/>
                </a:lnTo>
                <a:lnTo>
                  <a:pt x="3799095" y="2933874"/>
                </a:lnTo>
                <a:lnTo>
                  <a:pt x="3783270" y="2913692"/>
                </a:lnTo>
                <a:close/>
                <a:moveTo>
                  <a:pt x="3427158" y="2853587"/>
                </a:moveTo>
                <a:lnTo>
                  <a:pt x="3448853" y="2895600"/>
                </a:lnTo>
                <a:cubicBezTo>
                  <a:pt x="3452489" y="2903521"/>
                  <a:pt x="3455048" y="2909736"/>
                  <a:pt x="3455897" y="2912955"/>
                </a:cubicBezTo>
                <a:cubicBezTo>
                  <a:pt x="3456749" y="2916175"/>
                  <a:pt x="3455897" y="2916400"/>
                  <a:pt x="3452712" y="2912339"/>
                </a:cubicBezTo>
                <a:close/>
                <a:moveTo>
                  <a:pt x="3725950" y="2840598"/>
                </a:moveTo>
                <a:cubicBezTo>
                  <a:pt x="3738688" y="2856841"/>
                  <a:pt x="3749833" y="2871053"/>
                  <a:pt x="3760183" y="2884250"/>
                </a:cubicBezTo>
                <a:lnTo>
                  <a:pt x="3773912" y="2901759"/>
                </a:lnTo>
                <a:lnTo>
                  <a:pt x="3764164" y="2889327"/>
                </a:lnTo>
                <a:cubicBezTo>
                  <a:pt x="3756203" y="2879175"/>
                  <a:pt x="3745058" y="2864963"/>
                  <a:pt x="3725950" y="2840598"/>
                </a:cubicBezTo>
                <a:close/>
                <a:moveTo>
                  <a:pt x="3591181" y="2836807"/>
                </a:moveTo>
                <a:cubicBezTo>
                  <a:pt x="3626618" y="2945028"/>
                  <a:pt x="3635478" y="2972084"/>
                  <a:pt x="3637693" y="2978847"/>
                </a:cubicBezTo>
                <a:lnTo>
                  <a:pt x="3638431" y="2981102"/>
                </a:lnTo>
                <a:lnTo>
                  <a:pt x="3621590" y="2940214"/>
                </a:lnTo>
                <a:cubicBezTo>
                  <a:pt x="3608142" y="2907667"/>
                  <a:pt x="3604203" y="2898673"/>
                  <a:pt x="3603786" y="2899989"/>
                </a:cubicBezTo>
                <a:lnTo>
                  <a:pt x="3604791" y="2906687"/>
                </a:lnTo>
                <a:lnTo>
                  <a:pt x="3600368" y="2883975"/>
                </a:lnTo>
                <a:cubicBezTo>
                  <a:pt x="3591181" y="2836807"/>
                  <a:pt x="3591181" y="2836807"/>
                  <a:pt x="3591181" y="2836807"/>
                </a:cubicBezTo>
                <a:close/>
                <a:moveTo>
                  <a:pt x="3511058" y="2818669"/>
                </a:moveTo>
                <a:cubicBezTo>
                  <a:pt x="3511058" y="2818669"/>
                  <a:pt x="3511058" y="2818669"/>
                  <a:pt x="3575540" y="2900900"/>
                </a:cubicBezTo>
                <a:lnTo>
                  <a:pt x="3587480" y="2916128"/>
                </a:lnTo>
                <a:cubicBezTo>
                  <a:pt x="3587480" y="2916128"/>
                  <a:pt x="3587480" y="2916128"/>
                  <a:pt x="3511058" y="2818669"/>
                </a:cubicBezTo>
                <a:close/>
                <a:moveTo>
                  <a:pt x="3503173" y="2808614"/>
                </a:moveTo>
                <a:lnTo>
                  <a:pt x="3507138" y="2813667"/>
                </a:lnTo>
                <a:lnTo>
                  <a:pt x="3511058" y="2818669"/>
                </a:lnTo>
                <a:close/>
                <a:moveTo>
                  <a:pt x="3500034" y="2804610"/>
                </a:moveTo>
                <a:lnTo>
                  <a:pt x="3500936" y="2805759"/>
                </a:lnTo>
                <a:lnTo>
                  <a:pt x="3503173" y="2808614"/>
                </a:lnTo>
                <a:close/>
                <a:moveTo>
                  <a:pt x="3495230" y="2798485"/>
                </a:moveTo>
                <a:lnTo>
                  <a:pt x="3496794" y="2800479"/>
                </a:lnTo>
                <a:lnTo>
                  <a:pt x="3500034" y="2804610"/>
                </a:lnTo>
                <a:lnTo>
                  <a:pt x="3498318" y="2802424"/>
                </a:lnTo>
                <a:close/>
                <a:moveTo>
                  <a:pt x="3492767" y="2795345"/>
                </a:moveTo>
                <a:lnTo>
                  <a:pt x="3494249" y="2797233"/>
                </a:lnTo>
                <a:lnTo>
                  <a:pt x="3495230" y="2798485"/>
                </a:lnTo>
                <a:close/>
                <a:moveTo>
                  <a:pt x="3490922" y="2792992"/>
                </a:moveTo>
                <a:lnTo>
                  <a:pt x="3491913" y="2794255"/>
                </a:lnTo>
                <a:lnTo>
                  <a:pt x="3492767" y="2795345"/>
                </a:lnTo>
                <a:close/>
                <a:moveTo>
                  <a:pt x="3485579" y="2786179"/>
                </a:moveTo>
                <a:lnTo>
                  <a:pt x="3485581" y="2786182"/>
                </a:lnTo>
                <a:lnTo>
                  <a:pt x="3490922" y="2792992"/>
                </a:lnTo>
                <a:lnTo>
                  <a:pt x="3485580" y="2786181"/>
                </a:lnTo>
                <a:close/>
                <a:moveTo>
                  <a:pt x="3744248" y="2779889"/>
                </a:moveTo>
                <a:lnTo>
                  <a:pt x="3748309" y="2785069"/>
                </a:lnTo>
                <a:cubicBezTo>
                  <a:pt x="3751444" y="2789066"/>
                  <a:pt x="3751741" y="2789447"/>
                  <a:pt x="3749951" y="2787164"/>
                </a:cubicBezTo>
                <a:close/>
                <a:moveTo>
                  <a:pt x="3734161" y="2767027"/>
                </a:moveTo>
                <a:lnTo>
                  <a:pt x="3744248" y="2779889"/>
                </a:lnTo>
                <a:lnTo>
                  <a:pt x="3739053" y="2773267"/>
                </a:lnTo>
                <a:close/>
                <a:moveTo>
                  <a:pt x="3729651" y="2761274"/>
                </a:moveTo>
                <a:lnTo>
                  <a:pt x="3734161" y="2767027"/>
                </a:lnTo>
                <a:lnTo>
                  <a:pt x="3729651" y="2761275"/>
                </a:lnTo>
                <a:close/>
                <a:moveTo>
                  <a:pt x="3456497" y="2749091"/>
                </a:moveTo>
                <a:lnTo>
                  <a:pt x="3460107" y="2753695"/>
                </a:lnTo>
                <a:lnTo>
                  <a:pt x="3456853" y="2749546"/>
                </a:lnTo>
                <a:close/>
                <a:moveTo>
                  <a:pt x="3456475" y="2749063"/>
                </a:moveTo>
                <a:lnTo>
                  <a:pt x="3456497" y="2749091"/>
                </a:lnTo>
                <a:lnTo>
                  <a:pt x="3456476" y="2749064"/>
                </a:lnTo>
                <a:close/>
                <a:moveTo>
                  <a:pt x="3455725" y="2748106"/>
                </a:moveTo>
                <a:lnTo>
                  <a:pt x="3456302" y="2748841"/>
                </a:lnTo>
                <a:lnTo>
                  <a:pt x="3456475" y="2749063"/>
                </a:lnTo>
                <a:lnTo>
                  <a:pt x="3456466" y="2749052"/>
                </a:lnTo>
                <a:close/>
                <a:moveTo>
                  <a:pt x="3784299" y="2746925"/>
                </a:moveTo>
                <a:cubicBezTo>
                  <a:pt x="3784299" y="2746925"/>
                  <a:pt x="3784299" y="2746925"/>
                  <a:pt x="3809177" y="2778651"/>
                </a:cubicBezTo>
                <a:lnTo>
                  <a:pt x="3809775" y="2779414"/>
                </a:lnTo>
                <a:lnTo>
                  <a:pt x="3821474" y="2808182"/>
                </a:lnTo>
                <a:cubicBezTo>
                  <a:pt x="3831300" y="2832717"/>
                  <a:pt x="3835710" y="2844987"/>
                  <a:pt x="3836475" y="2848917"/>
                </a:cubicBezTo>
                <a:cubicBezTo>
                  <a:pt x="3839027" y="2862019"/>
                  <a:pt x="3801092" y="2782459"/>
                  <a:pt x="3788375" y="2755573"/>
                </a:cubicBezTo>
                <a:close/>
                <a:moveTo>
                  <a:pt x="3454399" y="2746416"/>
                </a:moveTo>
                <a:lnTo>
                  <a:pt x="3455725" y="2748106"/>
                </a:lnTo>
                <a:lnTo>
                  <a:pt x="3454975" y="2747150"/>
                </a:lnTo>
                <a:close/>
                <a:moveTo>
                  <a:pt x="3451633" y="2742889"/>
                </a:moveTo>
                <a:lnTo>
                  <a:pt x="3454399" y="2746416"/>
                </a:lnTo>
                <a:lnTo>
                  <a:pt x="3453751" y="2745590"/>
                </a:lnTo>
                <a:lnTo>
                  <a:pt x="3451847" y="2743163"/>
                </a:lnTo>
                <a:close/>
                <a:moveTo>
                  <a:pt x="3451540" y="2742770"/>
                </a:moveTo>
                <a:lnTo>
                  <a:pt x="3451633" y="2742889"/>
                </a:lnTo>
                <a:lnTo>
                  <a:pt x="3451603" y="2742852"/>
                </a:lnTo>
                <a:close/>
                <a:moveTo>
                  <a:pt x="3450171" y="2741025"/>
                </a:moveTo>
                <a:lnTo>
                  <a:pt x="3451494" y="2742711"/>
                </a:lnTo>
                <a:lnTo>
                  <a:pt x="3451540" y="2742770"/>
                </a:lnTo>
                <a:lnTo>
                  <a:pt x="3451407" y="2742600"/>
                </a:lnTo>
                <a:close/>
                <a:moveTo>
                  <a:pt x="3447356" y="2737435"/>
                </a:moveTo>
                <a:lnTo>
                  <a:pt x="3450171" y="2741025"/>
                </a:lnTo>
                <a:lnTo>
                  <a:pt x="3449899" y="2740678"/>
                </a:lnTo>
                <a:close/>
                <a:moveTo>
                  <a:pt x="3775932" y="2736258"/>
                </a:moveTo>
                <a:lnTo>
                  <a:pt x="3781115" y="2742865"/>
                </a:lnTo>
                <a:lnTo>
                  <a:pt x="3781565" y="2743438"/>
                </a:lnTo>
                <a:lnTo>
                  <a:pt x="3782136" y="2744168"/>
                </a:lnTo>
                <a:lnTo>
                  <a:pt x="3780318" y="2741851"/>
                </a:lnTo>
                <a:close/>
                <a:moveTo>
                  <a:pt x="3774789" y="2734799"/>
                </a:moveTo>
                <a:lnTo>
                  <a:pt x="3775857" y="2736161"/>
                </a:lnTo>
                <a:lnTo>
                  <a:pt x="3775932" y="2736258"/>
                </a:lnTo>
                <a:close/>
                <a:moveTo>
                  <a:pt x="3774233" y="2734090"/>
                </a:moveTo>
                <a:lnTo>
                  <a:pt x="3774491" y="2734419"/>
                </a:lnTo>
                <a:lnTo>
                  <a:pt x="3774789" y="2734799"/>
                </a:lnTo>
                <a:close/>
                <a:moveTo>
                  <a:pt x="3443146" y="2732066"/>
                </a:moveTo>
                <a:lnTo>
                  <a:pt x="3447356" y="2737435"/>
                </a:lnTo>
                <a:lnTo>
                  <a:pt x="3446577" y="2736442"/>
                </a:lnTo>
                <a:close/>
                <a:moveTo>
                  <a:pt x="3442944" y="2731808"/>
                </a:moveTo>
                <a:lnTo>
                  <a:pt x="3443146" y="2732066"/>
                </a:lnTo>
                <a:lnTo>
                  <a:pt x="3442991" y="2731868"/>
                </a:lnTo>
                <a:lnTo>
                  <a:pt x="3442962" y="2731832"/>
                </a:lnTo>
                <a:close/>
                <a:moveTo>
                  <a:pt x="3771823" y="2731017"/>
                </a:moveTo>
                <a:lnTo>
                  <a:pt x="3773980" y="2733768"/>
                </a:lnTo>
                <a:lnTo>
                  <a:pt x="3774233" y="2734090"/>
                </a:lnTo>
                <a:close/>
                <a:moveTo>
                  <a:pt x="3441308" y="2729722"/>
                </a:moveTo>
                <a:lnTo>
                  <a:pt x="3468069" y="2763846"/>
                </a:lnTo>
                <a:lnTo>
                  <a:pt x="3485581" y="2786176"/>
                </a:lnTo>
                <a:lnTo>
                  <a:pt x="3485579" y="2786178"/>
                </a:lnTo>
                <a:lnTo>
                  <a:pt x="3485579" y="2786179"/>
                </a:lnTo>
                <a:lnTo>
                  <a:pt x="3463291" y="2757756"/>
                </a:lnTo>
                <a:lnTo>
                  <a:pt x="3460107" y="2753695"/>
                </a:lnTo>
                <a:lnTo>
                  <a:pt x="3468475" y="2764366"/>
                </a:lnTo>
                <a:lnTo>
                  <a:pt x="3474039" y="2771461"/>
                </a:lnTo>
                <a:lnTo>
                  <a:pt x="3484051" y="2784230"/>
                </a:lnTo>
                <a:lnTo>
                  <a:pt x="3468475" y="2764366"/>
                </a:lnTo>
                <a:lnTo>
                  <a:pt x="3456302" y="2748841"/>
                </a:lnTo>
                <a:lnTo>
                  <a:pt x="3451494" y="2742711"/>
                </a:lnTo>
                <a:close/>
                <a:moveTo>
                  <a:pt x="3441037" y="2729376"/>
                </a:moveTo>
                <a:lnTo>
                  <a:pt x="3442944" y="2731808"/>
                </a:lnTo>
                <a:lnTo>
                  <a:pt x="3442617" y="2731392"/>
                </a:lnTo>
                <a:close/>
                <a:moveTo>
                  <a:pt x="3769299" y="2727798"/>
                </a:moveTo>
                <a:lnTo>
                  <a:pt x="3769401" y="2727928"/>
                </a:lnTo>
                <a:lnTo>
                  <a:pt x="3771823" y="2731017"/>
                </a:lnTo>
                <a:lnTo>
                  <a:pt x="3771561" y="2730683"/>
                </a:lnTo>
                <a:close/>
                <a:moveTo>
                  <a:pt x="3437967" y="2725463"/>
                </a:moveTo>
                <a:lnTo>
                  <a:pt x="3438949" y="2726715"/>
                </a:lnTo>
                <a:lnTo>
                  <a:pt x="3441037" y="2729376"/>
                </a:lnTo>
                <a:lnTo>
                  <a:pt x="3440882" y="2729180"/>
                </a:lnTo>
                <a:close/>
                <a:moveTo>
                  <a:pt x="3437088" y="2724341"/>
                </a:moveTo>
                <a:lnTo>
                  <a:pt x="3437363" y="2724691"/>
                </a:lnTo>
                <a:lnTo>
                  <a:pt x="3437967" y="2725463"/>
                </a:lnTo>
                <a:close/>
                <a:moveTo>
                  <a:pt x="3496381" y="2721990"/>
                </a:moveTo>
                <a:lnTo>
                  <a:pt x="3498925" y="2722768"/>
                </a:lnTo>
                <a:lnTo>
                  <a:pt x="3509014" y="2733333"/>
                </a:lnTo>
                <a:lnTo>
                  <a:pt x="3509125" y="2733479"/>
                </a:lnTo>
                <a:cubicBezTo>
                  <a:pt x="3542446" y="2778598"/>
                  <a:pt x="3578719" y="2832734"/>
                  <a:pt x="3598378" y="2881439"/>
                </a:cubicBezTo>
                <a:lnTo>
                  <a:pt x="3605412" y="2913850"/>
                </a:lnTo>
                <a:lnTo>
                  <a:pt x="3606710" y="2928832"/>
                </a:lnTo>
                <a:cubicBezTo>
                  <a:pt x="3605970" y="2931169"/>
                  <a:pt x="3604346" y="2932053"/>
                  <a:pt x="3601317" y="2930322"/>
                </a:cubicBezTo>
                <a:lnTo>
                  <a:pt x="3587485" y="2916134"/>
                </a:lnTo>
                <a:lnTo>
                  <a:pt x="3587480" y="2916128"/>
                </a:lnTo>
                <a:lnTo>
                  <a:pt x="3555068" y="2847054"/>
                </a:lnTo>
                <a:cubicBezTo>
                  <a:pt x="3526876" y="2786971"/>
                  <a:pt x="3510762" y="2752636"/>
                  <a:pt x="3501557" y="2733019"/>
                </a:cubicBezTo>
                <a:close/>
                <a:moveTo>
                  <a:pt x="3434987" y="2721661"/>
                </a:moveTo>
                <a:lnTo>
                  <a:pt x="3437088" y="2724341"/>
                </a:lnTo>
                <a:lnTo>
                  <a:pt x="3435368" y="2722148"/>
                </a:lnTo>
                <a:close/>
                <a:moveTo>
                  <a:pt x="3429508" y="2714674"/>
                </a:moveTo>
                <a:cubicBezTo>
                  <a:pt x="3429856" y="2715118"/>
                  <a:pt x="3431449" y="2717148"/>
                  <a:pt x="3434633" y="2721209"/>
                </a:cubicBezTo>
                <a:lnTo>
                  <a:pt x="3434987" y="2721661"/>
                </a:lnTo>
                <a:lnTo>
                  <a:pt x="3432880" y="2718975"/>
                </a:lnTo>
                <a:lnTo>
                  <a:pt x="3430624" y="2716097"/>
                </a:lnTo>
                <a:close/>
                <a:moveTo>
                  <a:pt x="3758825" y="2714440"/>
                </a:moveTo>
                <a:lnTo>
                  <a:pt x="3768164" y="2726350"/>
                </a:lnTo>
                <a:lnTo>
                  <a:pt x="3769299" y="2727798"/>
                </a:lnTo>
                <a:close/>
                <a:moveTo>
                  <a:pt x="3489281" y="2706862"/>
                </a:moveTo>
                <a:lnTo>
                  <a:pt x="3493261" y="2711936"/>
                </a:lnTo>
                <a:cubicBezTo>
                  <a:pt x="3514756" y="2739347"/>
                  <a:pt x="3514756" y="2739347"/>
                  <a:pt x="3514756" y="2739347"/>
                </a:cubicBezTo>
                <a:lnTo>
                  <a:pt x="3509014" y="2733333"/>
                </a:lnTo>
                <a:lnTo>
                  <a:pt x="3490174" y="2708763"/>
                </a:lnTo>
                <a:close/>
                <a:moveTo>
                  <a:pt x="3421794" y="2704837"/>
                </a:moveTo>
                <a:lnTo>
                  <a:pt x="3434633" y="2721209"/>
                </a:lnTo>
                <a:lnTo>
                  <a:pt x="3422003" y="2705104"/>
                </a:lnTo>
                <a:close/>
                <a:moveTo>
                  <a:pt x="3420771" y="2703533"/>
                </a:moveTo>
                <a:lnTo>
                  <a:pt x="3421794" y="2704837"/>
                </a:lnTo>
                <a:lnTo>
                  <a:pt x="3420864" y="2703652"/>
                </a:lnTo>
                <a:close/>
                <a:moveTo>
                  <a:pt x="3420758" y="2703516"/>
                </a:moveTo>
                <a:lnTo>
                  <a:pt x="3420771" y="2703533"/>
                </a:lnTo>
                <a:lnTo>
                  <a:pt x="3420762" y="2703521"/>
                </a:lnTo>
                <a:close/>
                <a:moveTo>
                  <a:pt x="3420390" y="2703046"/>
                </a:moveTo>
                <a:lnTo>
                  <a:pt x="3421898" y="2704966"/>
                </a:lnTo>
                <a:lnTo>
                  <a:pt x="3441308" y="2729722"/>
                </a:lnTo>
                <a:lnTo>
                  <a:pt x="3438949" y="2726715"/>
                </a:lnTo>
                <a:lnTo>
                  <a:pt x="3437363" y="2724691"/>
                </a:lnTo>
                <a:lnTo>
                  <a:pt x="3434633" y="2721209"/>
                </a:lnTo>
                <a:lnTo>
                  <a:pt x="3420539" y="2703237"/>
                </a:lnTo>
                <a:close/>
                <a:moveTo>
                  <a:pt x="3420018" y="2702572"/>
                </a:moveTo>
                <a:lnTo>
                  <a:pt x="3420390" y="2703046"/>
                </a:lnTo>
                <a:lnTo>
                  <a:pt x="3420295" y="2702926"/>
                </a:lnTo>
                <a:close/>
                <a:moveTo>
                  <a:pt x="3419882" y="2702399"/>
                </a:moveTo>
                <a:lnTo>
                  <a:pt x="3419945" y="2702479"/>
                </a:lnTo>
                <a:lnTo>
                  <a:pt x="3420295" y="2702926"/>
                </a:lnTo>
                <a:lnTo>
                  <a:pt x="3420539" y="2703237"/>
                </a:lnTo>
                <a:lnTo>
                  <a:pt x="3420758" y="2703516"/>
                </a:lnTo>
                <a:close/>
                <a:moveTo>
                  <a:pt x="3419316" y="2701677"/>
                </a:moveTo>
                <a:lnTo>
                  <a:pt x="3419537" y="2701959"/>
                </a:lnTo>
                <a:lnTo>
                  <a:pt x="3419882" y="2702399"/>
                </a:lnTo>
                <a:lnTo>
                  <a:pt x="3419362" y="2701738"/>
                </a:lnTo>
                <a:close/>
                <a:moveTo>
                  <a:pt x="3419281" y="2701632"/>
                </a:moveTo>
                <a:lnTo>
                  <a:pt x="3420018" y="2702572"/>
                </a:lnTo>
                <a:lnTo>
                  <a:pt x="3419945" y="2702479"/>
                </a:lnTo>
                <a:lnTo>
                  <a:pt x="3419537" y="2701959"/>
                </a:lnTo>
                <a:lnTo>
                  <a:pt x="3419306" y="2701664"/>
                </a:lnTo>
                <a:close/>
                <a:moveTo>
                  <a:pt x="3418744" y="2700948"/>
                </a:moveTo>
                <a:lnTo>
                  <a:pt x="3419281" y="2701632"/>
                </a:lnTo>
                <a:lnTo>
                  <a:pt x="3419141" y="2701453"/>
                </a:lnTo>
                <a:close/>
                <a:moveTo>
                  <a:pt x="3418629" y="2700802"/>
                </a:moveTo>
                <a:lnTo>
                  <a:pt x="3419141" y="2701453"/>
                </a:lnTo>
                <a:lnTo>
                  <a:pt x="3419306" y="2701664"/>
                </a:lnTo>
                <a:lnTo>
                  <a:pt x="3419316" y="2701677"/>
                </a:lnTo>
                <a:close/>
                <a:moveTo>
                  <a:pt x="3418207" y="2700262"/>
                </a:moveTo>
                <a:lnTo>
                  <a:pt x="3418629" y="2700802"/>
                </a:lnTo>
                <a:lnTo>
                  <a:pt x="3418347" y="2700441"/>
                </a:lnTo>
                <a:close/>
                <a:moveTo>
                  <a:pt x="3418010" y="2700012"/>
                </a:moveTo>
                <a:lnTo>
                  <a:pt x="3418744" y="2700948"/>
                </a:lnTo>
                <a:lnTo>
                  <a:pt x="3418083" y="2700105"/>
                </a:lnTo>
                <a:close/>
                <a:moveTo>
                  <a:pt x="3417936" y="2699918"/>
                </a:moveTo>
                <a:lnTo>
                  <a:pt x="3417976" y="2699968"/>
                </a:lnTo>
                <a:lnTo>
                  <a:pt x="3418083" y="2700105"/>
                </a:lnTo>
                <a:lnTo>
                  <a:pt x="3418207" y="2700262"/>
                </a:lnTo>
                <a:close/>
                <a:moveTo>
                  <a:pt x="3417726" y="2699649"/>
                </a:moveTo>
                <a:lnTo>
                  <a:pt x="3418010" y="2700012"/>
                </a:lnTo>
                <a:lnTo>
                  <a:pt x="3417976" y="2699968"/>
                </a:lnTo>
                <a:close/>
                <a:moveTo>
                  <a:pt x="3417342" y="2699160"/>
                </a:moveTo>
                <a:lnTo>
                  <a:pt x="3417726" y="2699649"/>
                </a:lnTo>
                <a:lnTo>
                  <a:pt x="3417589" y="2699475"/>
                </a:lnTo>
                <a:close/>
                <a:moveTo>
                  <a:pt x="3417137" y="2698899"/>
                </a:moveTo>
                <a:lnTo>
                  <a:pt x="3417589" y="2699475"/>
                </a:lnTo>
                <a:lnTo>
                  <a:pt x="3417936" y="2699918"/>
                </a:lnTo>
                <a:lnTo>
                  <a:pt x="3417778" y="2699716"/>
                </a:lnTo>
                <a:close/>
                <a:moveTo>
                  <a:pt x="3416342" y="2697884"/>
                </a:moveTo>
                <a:lnTo>
                  <a:pt x="3417342" y="2699160"/>
                </a:lnTo>
                <a:lnTo>
                  <a:pt x="3416660" y="2698290"/>
                </a:lnTo>
                <a:close/>
                <a:moveTo>
                  <a:pt x="3416316" y="2697852"/>
                </a:moveTo>
                <a:lnTo>
                  <a:pt x="3416660" y="2698290"/>
                </a:lnTo>
                <a:lnTo>
                  <a:pt x="3417137" y="2698899"/>
                </a:lnTo>
                <a:lnTo>
                  <a:pt x="3416784" y="2698449"/>
                </a:lnTo>
                <a:close/>
                <a:moveTo>
                  <a:pt x="3416191" y="2697693"/>
                </a:moveTo>
                <a:lnTo>
                  <a:pt x="3416200" y="2697704"/>
                </a:lnTo>
                <a:lnTo>
                  <a:pt x="3416316" y="2697852"/>
                </a:lnTo>
                <a:lnTo>
                  <a:pt x="3416278" y="2697803"/>
                </a:lnTo>
                <a:close/>
                <a:moveTo>
                  <a:pt x="3415973" y="2697415"/>
                </a:moveTo>
                <a:lnTo>
                  <a:pt x="3416191" y="2697693"/>
                </a:lnTo>
                <a:lnTo>
                  <a:pt x="3416171" y="2697668"/>
                </a:lnTo>
                <a:close/>
                <a:moveTo>
                  <a:pt x="3415091" y="2696290"/>
                </a:moveTo>
                <a:lnTo>
                  <a:pt x="3415825" y="2697226"/>
                </a:lnTo>
                <a:lnTo>
                  <a:pt x="3415973" y="2697415"/>
                </a:lnTo>
                <a:lnTo>
                  <a:pt x="3415331" y="2696596"/>
                </a:lnTo>
                <a:close/>
                <a:moveTo>
                  <a:pt x="3414652" y="2695729"/>
                </a:moveTo>
                <a:lnTo>
                  <a:pt x="3416342" y="2697884"/>
                </a:lnTo>
                <a:lnTo>
                  <a:pt x="3416200" y="2697704"/>
                </a:lnTo>
                <a:lnTo>
                  <a:pt x="3415825" y="2697226"/>
                </a:lnTo>
                <a:close/>
                <a:moveTo>
                  <a:pt x="3413057" y="2693697"/>
                </a:moveTo>
                <a:lnTo>
                  <a:pt x="3413094" y="2693743"/>
                </a:lnTo>
                <a:lnTo>
                  <a:pt x="3415091" y="2696290"/>
                </a:lnTo>
                <a:lnTo>
                  <a:pt x="3414206" y="2695161"/>
                </a:lnTo>
                <a:close/>
                <a:moveTo>
                  <a:pt x="3412987" y="2693607"/>
                </a:moveTo>
                <a:lnTo>
                  <a:pt x="3413137" y="2693798"/>
                </a:lnTo>
                <a:lnTo>
                  <a:pt x="3413094" y="2693743"/>
                </a:lnTo>
                <a:lnTo>
                  <a:pt x="3413022" y="2693652"/>
                </a:lnTo>
                <a:close/>
                <a:moveTo>
                  <a:pt x="3412921" y="2693522"/>
                </a:moveTo>
                <a:lnTo>
                  <a:pt x="3414652" y="2695729"/>
                </a:lnTo>
                <a:lnTo>
                  <a:pt x="3412931" y="2693534"/>
                </a:lnTo>
                <a:close/>
                <a:moveTo>
                  <a:pt x="3412870" y="2693456"/>
                </a:moveTo>
                <a:lnTo>
                  <a:pt x="3412921" y="2693522"/>
                </a:lnTo>
                <a:lnTo>
                  <a:pt x="3412910" y="2693508"/>
                </a:lnTo>
                <a:close/>
                <a:moveTo>
                  <a:pt x="3412829" y="2693405"/>
                </a:moveTo>
                <a:lnTo>
                  <a:pt x="3413022" y="2693652"/>
                </a:lnTo>
                <a:lnTo>
                  <a:pt x="3413057" y="2693697"/>
                </a:lnTo>
                <a:close/>
                <a:moveTo>
                  <a:pt x="3412828" y="2693404"/>
                </a:moveTo>
                <a:lnTo>
                  <a:pt x="3412910" y="2693508"/>
                </a:lnTo>
                <a:lnTo>
                  <a:pt x="3412931" y="2693534"/>
                </a:lnTo>
                <a:lnTo>
                  <a:pt x="3412987" y="2693607"/>
                </a:lnTo>
                <a:close/>
                <a:moveTo>
                  <a:pt x="3412814" y="2693387"/>
                </a:moveTo>
                <a:lnTo>
                  <a:pt x="3412822" y="2693396"/>
                </a:lnTo>
                <a:lnTo>
                  <a:pt x="3412828" y="2693404"/>
                </a:lnTo>
                <a:close/>
                <a:moveTo>
                  <a:pt x="3412702" y="2693243"/>
                </a:moveTo>
                <a:lnTo>
                  <a:pt x="3412814" y="2693387"/>
                </a:lnTo>
                <a:lnTo>
                  <a:pt x="3412722" y="2693269"/>
                </a:lnTo>
                <a:close/>
                <a:moveTo>
                  <a:pt x="3412664" y="2693195"/>
                </a:moveTo>
                <a:lnTo>
                  <a:pt x="3412700" y="2693240"/>
                </a:lnTo>
                <a:lnTo>
                  <a:pt x="3412702" y="2693243"/>
                </a:lnTo>
                <a:close/>
                <a:moveTo>
                  <a:pt x="3412642" y="2693167"/>
                </a:moveTo>
                <a:lnTo>
                  <a:pt x="3412663" y="2693194"/>
                </a:lnTo>
                <a:lnTo>
                  <a:pt x="3412722" y="2693269"/>
                </a:lnTo>
                <a:lnTo>
                  <a:pt x="3412829" y="2693405"/>
                </a:lnTo>
                <a:close/>
                <a:moveTo>
                  <a:pt x="3411795" y="2692087"/>
                </a:moveTo>
                <a:lnTo>
                  <a:pt x="3412642" y="2693167"/>
                </a:lnTo>
                <a:lnTo>
                  <a:pt x="3412584" y="2693094"/>
                </a:lnTo>
                <a:close/>
                <a:moveTo>
                  <a:pt x="3410468" y="2690394"/>
                </a:moveTo>
                <a:lnTo>
                  <a:pt x="3410749" y="2690753"/>
                </a:lnTo>
                <a:lnTo>
                  <a:pt x="3411163" y="2691281"/>
                </a:lnTo>
                <a:lnTo>
                  <a:pt x="3411795" y="2692087"/>
                </a:lnTo>
                <a:lnTo>
                  <a:pt x="3411538" y="2691759"/>
                </a:lnTo>
                <a:close/>
                <a:moveTo>
                  <a:pt x="3410466" y="2690391"/>
                </a:moveTo>
                <a:lnTo>
                  <a:pt x="3412640" y="2693163"/>
                </a:lnTo>
                <a:lnTo>
                  <a:pt x="3412870" y="2693456"/>
                </a:lnTo>
                <a:lnTo>
                  <a:pt x="3412822" y="2693396"/>
                </a:lnTo>
                <a:lnTo>
                  <a:pt x="3412700" y="2693240"/>
                </a:lnTo>
                <a:lnTo>
                  <a:pt x="3412139" y="2692525"/>
                </a:lnTo>
                <a:lnTo>
                  <a:pt x="3412664" y="2693195"/>
                </a:lnTo>
                <a:lnTo>
                  <a:pt x="3412663" y="2693194"/>
                </a:lnTo>
                <a:lnTo>
                  <a:pt x="3411163" y="2691281"/>
                </a:lnTo>
                <a:close/>
                <a:moveTo>
                  <a:pt x="3408643" y="2688066"/>
                </a:moveTo>
                <a:lnTo>
                  <a:pt x="3410466" y="2690391"/>
                </a:lnTo>
                <a:lnTo>
                  <a:pt x="3408994" y="2688515"/>
                </a:lnTo>
                <a:close/>
                <a:moveTo>
                  <a:pt x="3408410" y="2687770"/>
                </a:moveTo>
                <a:lnTo>
                  <a:pt x="3408994" y="2688515"/>
                </a:lnTo>
                <a:lnTo>
                  <a:pt x="3410468" y="2690394"/>
                </a:lnTo>
                <a:lnTo>
                  <a:pt x="3409156" y="2688722"/>
                </a:lnTo>
                <a:close/>
                <a:moveTo>
                  <a:pt x="3407868" y="2687079"/>
                </a:moveTo>
                <a:lnTo>
                  <a:pt x="3408001" y="2687248"/>
                </a:lnTo>
                <a:lnTo>
                  <a:pt x="3408410" y="2687770"/>
                </a:lnTo>
                <a:close/>
                <a:moveTo>
                  <a:pt x="3407795" y="2686985"/>
                </a:moveTo>
                <a:lnTo>
                  <a:pt x="3407868" y="2687079"/>
                </a:lnTo>
                <a:lnTo>
                  <a:pt x="3407857" y="2687065"/>
                </a:lnTo>
                <a:close/>
                <a:moveTo>
                  <a:pt x="3472807" y="2685852"/>
                </a:moveTo>
                <a:lnTo>
                  <a:pt x="3475349" y="2689094"/>
                </a:lnTo>
                <a:cubicBezTo>
                  <a:pt x="3476942" y="2691125"/>
                  <a:pt x="3476544" y="2690616"/>
                  <a:pt x="3474951" y="2688587"/>
                </a:cubicBezTo>
                <a:close/>
                <a:moveTo>
                  <a:pt x="3406693" y="2685580"/>
                </a:moveTo>
                <a:lnTo>
                  <a:pt x="3407474" y="2686575"/>
                </a:lnTo>
                <a:lnTo>
                  <a:pt x="3407795" y="2686985"/>
                </a:lnTo>
                <a:lnTo>
                  <a:pt x="3407287" y="2686338"/>
                </a:lnTo>
                <a:close/>
                <a:moveTo>
                  <a:pt x="3406201" y="2684953"/>
                </a:moveTo>
                <a:lnTo>
                  <a:pt x="3406669" y="2685549"/>
                </a:lnTo>
                <a:lnTo>
                  <a:pt x="3406693" y="2685580"/>
                </a:lnTo>
                <a:lnTo>
                  <a:pt x="3406213" y="2684968"/>
                </a:lnTo>
                <a:close/>
                <a:moveTo>
                  <a:pt x="3406030" y="2684734"/>
                </a:moveTo>
                <a:lnTo>
                  <a:pt x="3408643" y="2688066"/>
                </a:lnTo>
                <a:lnTo>
                  <a:pt x="3408001" y="2687248"/>
                </a:lnTo>
                <a:lnTo>
                  <a:pt x="3407474" y="2686575"/>
                </a:lnTo>
                <a:lnTo>
                  <a:pt x="3406669" y="2685549"/>
                </a:lnTo>
                <a:lnTo>
                  <a:pt x="3406122" y="2684852"/>
                </a:lnTo>
                <a:close/>
                <a:moveTo>
                  <a:pt x="3405963" y="2684649"/>
                </a:moveTo>
                <a:lnTo>
                  <a:pt x="3406122" y="2684852"/>
                </a:lnTo>
                <a:lnTo>
                  <a:pt x="3406201" y="2684953"/>
                </a:lnTo>
                <a:lnTo>
                  <a:pt x="3406187" y="2684935"/>
                </a:lnTo>
                <a:close/>
                <a:moveTo>
                  <a:pt x="3470693" y="2683155"/>
                </a:moveTo>
                <a:lnTo>
                  <a:pt x="3472807" y="2685852"/>
                </a:lnTo>
                <a:lnTo>
                  <a:pt x="3470763" y="2683244"/>
                </a:lnTo>
                <a:close/>
                <a:moveTo>
                  <a:pt x="3470459" y="2682857"/>
                </a:moveTo>
                <a:lnTo>
                  <a:pt x="3470693" y="2683155"/>
                </a:lnTo>
                <a:lnTo>
                  <a:pt x="3470499" y="2682907"/>
                </a:lnTo>
                <a:close/>
                <a:moveTo>
                  <a:pt x="3404514" y="2682800"/>
                </a:moveTo>
                <a:lnTo>
                  <a:pt x="3406030" y="2684734"/>
                </a:lnTo>
                <a:lnTo>
                  <a:pt x="3404929" y="2683330"/>
                </a:lnTo>
                <a:close/>
                <a:moveTo>
                  <a:pt x="3470267" y="2682612"/>
                </a:moveTo>
                <a:lnTo>
                  <a:pt x="3470459" y="2682857"/>
                </a:lnTo>
                <a:lnTo>
                  <a:pt x="3470285" y="2682635"/>
                </a:lnTo>
                <a:close/>
                <a:moveTo>
                  <a:pt x="3469826" y="2682049"/>
                </a:moveTo>
                <a:lnTo>
                  <a:pt x="3470267" y="2682612"/>
                </a:lnTo>
                <a:lnTo>
                  <a:pt x="3470256" y="2682598"/>
                </a:lnTo>
                <a:close/>
                <a:moveTo>
                  <a:pt x="3402893" y="2680735"/>
                </a:moveTo>
                <a:lnTo>
                  <a:pt x="3403862" y="2681969"/>
                </a:lnTo>
                <a:lnTo>
                  <a:pt x="3404929" y="2683330"/>
                </a:lnTo>
                <a:lnTo>
                  <a:pt x="3405963" y="2684649"/>
                </a:lnTo>
                <a:lnTo>
                  <a:pt x="3403321" y="2681282"/>
                </a:lnTo>
                <a:close/>
                <a:moveTo>
                  <a:pt x="3402742" y="2680542"/>
                </a:moveTo>
                <a:lnTo>
                  <a:pt x="3402893" y="2680735"/>
                </a:lnTo>
                <a:lnTo>
                  <a:pt x="3402787" y="2680601"/>
                </a:lnTo>
                <a:close/>
                <a:moveTo>
                  <a:pt x="3402232" y="2679890"/>
                </a:moveTo>
                <a:lnTo>
                  <a:pt x="3404514" y="2682800"/>
                </a:lnTo>
                <a:lnTo>
                  <a:pt x="3403862" y="2681969"/>
                </a:lnTo>
                <a:lnTo>
                  <a:pt x="3402305" y="2679984"/>
                </a:lnTo>
                <a:close/>
                <a:moveTo>
                  <a:pt x="3402141" y="2679775"/>
                </a:moveTo>
                <a:lnTo>
                  <a:pt x="3402232" y="2679890"/>
                </a:lnTo>
                <a:lnTo>
                  <a:pt x="3402227" y="2679885"/>
                </a:lnTo>
                <a:close/>
                <a:moveTo>
                  <a:pt x="3402076" y="2679694"/>
                </a:moveTo>
                <a:lnTo>
                  <a:pt x="3402227" y="2679885"/>
                </a:lnTo>
                <a:lnTo>
                  <a:pt x="3402305" y="2679984"/>
                </a:lnTo>
                <a:lnTo>
                  <a:pt x="3402742" y="2680542"/>
                </a:lnTo>
                <a:lnTo>
                  <a:pt x="3402629" y="2680399"/>
                </a:lnTo>
                <a:close/>
                <a:moveTo>
                  <a:pt x="3467131" y="2678614"/>
                </a:moveTo>
                <a:lnTo>
                  <a:pt x="3470256" y="2682598"/>
                </a:lnTo>
                <a:lnTo>
                  <a:pt x="3470285" y="2682635"/>
                </a:lnTo>
                <a:lnTo>
                  <a:pt x="3470499" y="2682907"/>
                </a:lnTo>
                <a:lnTo>
                  <a:pt x="3470763" y="2683244"/>
                </a:lnTo>
                <a:lnTo>
                  <a:pt x="3470916" y="2683440"/>
                </a:lnTo>
                <a:close/>
                <a:moveTo>
                  <a:pt x="3399662" y="2676612"/>
                </a:moveTo>
                <a:lnTo>
                  <a:pt x="3402141" y="2679775"/>
                </a:lnTo>
                <a:lnTo>
                  <a:pt x="3401622" y="2679115"/>
                </a:lnTo>
                <a:close/>
                <a:moveTo>
                  <a:pt x="3464429" y="2675165"/>
                </a:moveTo>
                <a:lnTo>
                  <a:pt x="3469826" y="2682049"/>
                </a:lnTo>
                <a:lnTo>
                  <a:pt x="3464900" y="2675767"/>
                </a:lnTo>
                <a:close/>
                <a:moveTo>
                  <a:pt x="3463870" y="2674454"/>
                </a:moveTo>
                <a:lnTo>
                  <a:pt x="3464429" y="2675165"/>
                </a:lnTo>
                <a:lnTo>
                  <a:pt x="3464102" y="2674749"/>
                </a:lnTo>
                <a:close/>
                <a:moveTo>
                  <a:pt x="3463844" y="2674420"/>
                </a:moveTo>
                <a:lnTo>
                  <a:pt x="3464102" y="2674749"/>
                </a:lnTo>
                <a:lnTo>
                  <a:pt x="3464900" y="2675767"/>
                </a:lnTo>
                <a:lnTo>
                  <a:pt x="3467131" y="2678614"/>
                </a:lnTo>
                <a:lnTo>
                  <a:pt x="3463844" y="2674421"/>
                </a:lnTo>
                <a:close/>
                <a:moveTo>
                  <a:pt x="3463841" y="2674416"/>
                </a:moveTo>
                <a:lnTo>
                  <a:pt x="3463844" y="2674420"/>
                </a:lnTo>
                <a:lnTo>
                  <a:pt x="3463844" y="2674420"/>
                </a:lnTo>
                <a:close/>
                <a:moveTo>
                  <a:pt x="3463839" y="2674413"/>
                </a:moveTo>
                <a:lnTo>
                  <a:pt x="3463841" y="2674416"/>
                </a:lnTo>
                <a:lnTo>
                  <a:pt x="3463840" y="2674415"/>
                </a:lnTo>
                <a:close/>
                <a:moveTo>
                  <a:pt x="3463836" y="2674409"/>
                </a:moveTo>
                <a:lnTo>
                  <a:pt x="3463870" y="2674454"/>
                </a:lnTo>
                <a:lnTo>
                  <a:pt x="3463844" y="2674420"/>
                </a:lnTo>
                <a:lnTo>
                  <a:pt x="3463836" y="2674409"/>
                </a:lnTo>
                <a:close/>
                <a:moveTo>
                  <a:pt x="3463835" y="2674408"/>
                </a:moveTo>
                <a:lnTo>
                  <a:pt x="3463835" y="2674409"/>
                </a:lnTo>
                <a:lnTo>
                  <a:pt x="3463836" y="2674409"/>
                </a:lnTo>
                <a:lnTo>
                  <a:pt x="3463839" y="2674413"/>
                </a:lnTo>
                <a:close/>
                <a:moveTo>
                  <a:pt x="3463833" y="2674406"/>
                </a:moveTo>
                <a:lnTo>
                  <a:pt x="3463835" y="2674408"/>
                </a:lnTo>
                <a:lnTo>
                  <a:pt x="3463833" y="2674407"/>
                </a:lnTo>
                <a:close/>
                <a:moveTo>
                  <a:pt x="3463833" y="2674406"/>
                </a:moveTo>
                <a:lnTo>
                  <a:pt x="3463836" y="2674409"/>
                </a:lnTo>
                <a:lnTo>
                  <a:pt x="3463835" y="2674409"/>
                </a:lnTo>
                <a:lnTo>
                  <a:pt x="3463833" y="2674406"/>
                </a:lnTo>
                <a:close/>
                <a:moveTo>
                  <a:pt x="3463830" y="2674402"/>
                </a:moveTo>
                <a:lnTo>
                  <a:pt x="3463831" y="2674403"/>
                </a:lnTo>
                <a:lnTo>
                  <a:pt x="3463833" y="2674406"/>
                </a:lnTo>
                <a:lnTo>
                  <a:pt x="3463833" y="2674406"/>
                </a:lnTo>
                <a:close/>
                <a:moveTo>
                  <a:pt x="3463824" y="2674395"/>
                </a:moveTo>
                <a:lnTo>
                  <a:pt x="3463833" y="2674406"/>
                </a:lnTo>
                <a:lnTo>
                  <a:pt x="3463831" y="2674403"/>
                </a:lnTo>
                <a:lnTo>
                  <a:pt x="3463825" y="2674396"/>
                </a:lnTo>
                <a:close/>
                <a:moveTo>
                  <a:pt x="3463823" y="2674394"/>
                </a:moveTo>
                <a:lnTo>
                  <a:pt x="3463825" y="2674396"/>
                </a:lnTo>
                <a:lnTo>
                  <a:pt x="3463830" y="2674402"/>
                </a:lnTo>
                <a:lnTo>
                  <a:pt x="3463828" y="2674400"/>
                </a:lnTo>
                <a:close/>
                <a:moveTo>
                  <a:pt x="3463814" y="2674382"/>
                </a:moveTo>
                <a:lnTo>
                  <a:pt x="3463824" y="2674395"/>
                </a:lnTo>
                <a:lnTo>
                  <a:pt x="3463823" y="2674394"/>
                </a:lnTo>
                <a:close/>
                <a:moveTo>
                  <a:pt x="3463811" y="2674378"/>
                </a:moveTo>
                <a:lnTo>
                  <a:pt x="3463811" y="2674378"/>
                </a:lnTo>
                <a:lnTo>
                  <a:pt x="3463814" y="2674382"/>
                </a:lnTo>
                <a:close/>
                <a:moveTo>
                  <a:pt x="3463807" y="2674373"/>
                </a:moveTo>
                <a:lnTo>
                  <a:pt x="3463811" y="2674378"/>
                </a:lnTo>
                <a:lnTo>
                  <a:pt x="3463807" y="2674376"/>
                </a:lnTo>
                <a:close/>
                <a:moveTo>
                  <a:pt x="3494471" y="2661912"/>
                </a:moveTo>
                <a:lnTo>
                  <a:pt x="3523263" y="2701611"/>
                </a:lnTo>
                <a:lnTo>
                  <a:pt x="3523499" y="2701725"/>
                </a:lnTo>
                <a:lnTo>
                  <a:pt x="3523661" y="2702118"/>
                </a:lnTo>
                <a:cubicBezTo>
                  <a:pt x="3533887" y="2726977"/>
                  <a:pt x="3547524" y="2760125"/>
                  <a:pt x="3565706" y="2804321"/>
                </a:cubicBezTo>
                <a:cubicBezTo>
                  <a:pt x="3540232" y="2771834"/>
                  <a:pt x="3509313" y="2711395"/>
                  <a:pt x="3497498" y="2675321"/>
                </a:cubicBezTo>
                <a:close/>
                <a:moveTo>
                  <a:pt x="3501943" y="2649323"/>
                </a:moveTo>
                <a:lnTo>
                  <a:pt x="3513518" y="2657343"/>
                </a:lnTo>
                <a:cubicBezTo>
                  <a:pt x="3521185" y="2664818"/>
                  <a:pt x="3531192" y="2676268"/>
                  <a:pt x="3543931" y="2692513"/>
                </a:cubicBezTo>
                <a:cubicBezTo>
                  <a:pt x="3543467" y="2702428"/>
                  <a:pt x="3541129" y="2707327"/>
                  <a:pt x="3537493" y="2708433"/>
                </a:cubicBezTo>
                <a:lnTo>
                  <a:pt x="3523499" y="2701725"/>
                </a:lnTo>
                <a:lnTo>
                  <a:pt x="3502069" y="2649637"/>
                </a:lnTo>
                <a:close/>
                <a:moveTo>
                  <a:pt x="3492981" y="2627538"/>
                </a:moveTo>
                <a:lnTo>
                  <a:pt x="3492981" y="2627540"/>
                </a:lnTo>
                <a:lnTo>
                  <a:pt x="3494117" y="2630301"/>
                </a:lnTo>
                <a:lnTo>
                  <a:pt x="3501943" y="2649323"/>
                </a:lnTo>
                <a:lnTo>
                  <a:pt x="3497177" y="2646023"/>
                </a:lnTo>
                <a:cubicBezTo>
                  <a:pt x="3493819" y="2645681"/>
                  <a:pt x="3492425" y="2648495"/>
                  <a:pt x="3492606" y="2653651"/>
                </a:cubicBezTo>
                <a:lnTo>
                  <a:pt x="3494471" y="2661912"/>
                </a:lnTo>
                <a:lnTo>
                  <a:pt x="3485222" y="2649162"/>
                </a:lnTo>
                <a:lnTo>
                  <a:pt x="3482666" y="2644092"/>
                </a:lnTo>
                <a:close/>
                <a:moveTo>
                  <a:pt x="3544107" y="2608699"/>
                </a:moveTo>
                <a:lnTo>
                  <a:pt x="3547629" y="2613189"/>
                </a:lnTo>
                <a:cubicBezTo>
                  <a:pt x="3547629" y="2613189"/>
                  <a:pt x="3547629" y="2613189"/>
                  <a:pt x="3573103" y="2645676"/>
                </a:cubicBezTo>
                <a:lnTo>
                  <a:pt x="3569277" y="2640797"/>
                </a:lnTo>
                <a:lnTo>
                  <a:pt x="3566734" y="2637555"/>
                </a:lnTo>
                <a:lnTo>
                  <a:pt x="3555323" y="2623006"/>
                </a:lnTo>
                <a:lnTo>
                  <a:pt x="3551133" y="2617660"/>
                </a:lnTo>
                <a:close/>
                <a:moveTo>
                  <a:pt x="3534435" y="2596368"/>
                </a:moveTo>
                <a:lnTo>
                  <a:pt x="3540862" y="2604562"/>
                </a:lnTo>
                <a:lnTo>
                  <a:pt x="3544107" y="2608699"/>
                </a:lnTo>
                <a:lnTo>
                  <a:pt x="3534634" y="2596623"/>
                </a:lnTo>
                <a:close/>
                <a:moveTo>
                  <a:pt x="3533770" y="2595518"/>
                </a:moveTo>
                <a:lnTo>
                  <a:pt x="3534435" y="2596368"/>
                </a:lnTo>
                <a:lnTo>
                  <a:pt x="3534182" y="2596046"/>
                </a:lnTo>
                <a:close/>
                <a:moveTo>
                  <a:pt x="3781682" y="2586017"/>
                </a:moveTo>
                <a:cubicBezTo>
                  <a:pt x="3791696" y="2588284"/>
                  <a:pt x="3804433" y="2604526"/>
                  <a:pt x="3817170" y="2620771"/>
                </a:cubicBezTo>
                <a:cubicBezTo>
                  <a:pt x="3817170" y="2620771"/>
                  <a:pt x="3817170" y="2620771"/>
                  <a:pt x="3787996" y="2667605"/>
                </a:cubicBezTo>
                <a:cubicBezTo>
                  <a:pt x="3782553" y="2639654"/>
                  <a:pt x="3778472" y="2618688"/>
                  <a:pt x="3776262" y="2602741"/>
                </a:cubicBezTo>
                <a:lnTo>
                  <a:pt x="3776081" y="2589927"/>
                </a:lnTo>
                <a:close/>
                <a:moveTo>
                  <a:pt x="3829338" y="2584930"/>
                </a:moveTo>
                <a:lnTo>
                  <a:pt x="3832445" y="2591664"/>
                </a:lnTo>
                <a:cubicBezTo>
                  <a:pt x="3839488" y="2612462"/>
                  <a:pt x="3843570" y="2633427"/>
                  <a:pt x="3842644" y="2653256"/>
                </a:cubicBezTo>
                <a:cubicBezTo>
                  <a:pt x="3837201" y="2625305"/>
                  <a:pt x="3833117" y="2604341"/>
                  <a:pt x="3830057" y="2588618"/>
                </a:cubicBezTo>
                <a:close/>
                <a:moveTo>
                  <a:pt x="3522153" y="2580703"/>
                </a:moveTo>
                <a:lnTo>
                  <a:pt x="3533770" y="2595518"/>
                </a:lnTo>
                <a:lnTo>
                  <a:pt x="3525508" y="2584984"/>
                </a:lnTo>
                <a:lnTo>
                  <a:pt x="3525337" y="2584765"/>
                </a:lnTo>
                <a:cubicBezTo>
                  <a:pt x="3522153" y="2580704"/>
                  <a:pt x="3522153" y="2580704"/>
                  <a:pt x="3522153" y="2580704"/>
                </a:cubicBezTo>
                <a:close/>
                <a:moveTo>
                  <a:pt x="3514247" y="2570621"/>
                </a:moveTo>
                <a:lnTo>
                  <a:pt x="3514570" y="2571032"/>
                </a:lnTo>
                <a:lnTo>
                  <a:pt x="3522153" y="2580704"/>
                </a:lnTo>
                <a:close/>
                <a:moveTo>
                  <a:pt x="3511493" y="2567111"/>
                </a:moveTo>
                <a:lnTo>
                  <a:pt x="3511543" y="2567171"/>
                </a:lnTo>
                <a:lnTo>
                  <a:pt x="3514247" y="2570621"/>
                </a:lnTo>
                <a:close/>
                <a:moveTo>
                  <a:pt x="3820870" y="2541448"/>
                </a:moveTo>
                <a:cubicBezTo>
                  <a:pt x="3820870" y="2541448"/>
                  <a:pt x="3820870" y="2541448"/>
                  <a:pt x="3823592" y="2555424"/>
                </a:cubicBezTo>
                <a:lnTo>
                  <a:pt x="3829338" y="2584930"/>
                </a:lnTo>
                <a:lnTo>
                  <a:pt x="3810773" y="2544691"/>
                </a:lnTo>
                <a:close/>
                <a:moveTo>
                  <a:pt x="3749321" y="2450206"/>
                </a:moveTo>
                <a:lnTo>
                  <a:pt x="3757182" y="2460232"/>
                </a:lnTo>
                <a:cubicBezTo>
                  <a:pt x="3760366" y="2464293"/>
                  <a:pt x="3763551" y="2468353"/>
                  <a:pt x="3765939" y="2471399"/>
                </a:cubicBezTo>
                <a:lnTo>
                  <a:pt x="3766735" y="2472414"/>
                </a:lnTo>
                <a:cubicBezTo>
                  <a:pt x="3765143" y="2470384"/>
                  <a:pt x="3762755" y="2467338"/>
                  <a:pt x="3759172" y="2462770"/>
                </a:cubicBezTo>
                <a:close/>
                <a:moveTo>
                  <a:pt x="3744445" y="2443988"/>
                </a:moveTo>
                <a:lnTo>
                  <a:pt x="3749321" y="2450206"/>
                </a:lnTo>
                <a:lnTo>
                  <a:pt x="3748425" y="2449064"/>
                </a:lnTo>
                <a:cubicBezTo>
                  <a:pt x="3746037" y="2446019"/>
                  <a:pt x="3744445" y="2443988"/>
                  <a:pt x="3744445" y="2443988"/>
                </a:cubicBezTo>
                <a:close/>
                <a:moveTo>
                  <a:pt x="3828264" y="2382805"/>
                </a:moveTo>
                <a:lnTo>
                  <a:pt x="3849877" y="2406102"/>
                </a:lnTo>
                <a:lnTo>
                  <a:pt x="3853739" y="2415292"/>
                </a:lnTo>
                <a:cubicBezTo>
                  <a:pt x="3853739" y="2415292"/>
                  <a:pt x="3853739" y="2415292"/>
                  <a:pt x="3828264" y="2382805"/>
                </a:cubicBezTo>
                <a:close/>
                <a:moveTo>
                  <a:pt x="3831965" y="2303483"/>
                </a:moveTo>
                <a:cubicBezTo>
                  <a:pt x="3844701" y="2319727"/>
                  <a:pt x="3849478" y="2325818"/>
                  <a:pt x="3849478" y="2325818"/>
                </a:cubicBezTo>
                <a:lnTo>
                  <a:pt x="3848661" y="2324777"/>
                </a:lnTo>
                <a:close/>
                <a:moveTo>
                  <a:pt x="3863561" y="2291975"/>
                </a:moveTo>
                <a:lnTo>
                  <a:pt x="3867624" y="2301848"/>
                </a:lnTo>
                <a:cubicBezTo>
                  <a:pt x="3868331" y="2303575"/>
                  <a:pt x="3868048" y="2302884"/>
                  <a:pt x="3866345" y="2298741"/>
                </a:cubicBezTo>
                <a:close/>
                <a:moveTo>
                  <a:pt x="3857928" y="2278287"/>
                </a:moveTo>
                <a:lnTo>
                  <a:pt x="3863561" y="2291975"/>
                </a:lnTo>
                <a:lnTo>
                  <a:pt x="3862933" y="2290454"/>
                </a:lnTo>
                <a:close/>
                <a:moveTo>
                  <a:pt x="3842560" y="2240931"/>
                </a:moveTo>
                <a:lnTo>
                  <a:pt x="3845890" y="2249020"/>
                </a:lnTo>
                <a:lnTo>
                  <a:pt x="3857928" y="2278287"/>
                </a:lnTo>
                <a:lnTo>
                  <a:pt x="3856542" y="2274918"/>
                </a:lnTo>
                <a:close/>
                <a:moveTo>
                  <a:pt x="3835664" y="2224162"/>
                </a:moveTo>
                <a:lnTo>
                  <a:pt x="3842560" y="2240931"/>
                </a:lnTo>
                <a:lnTo>
                  <a:pt x="3838644" y="2231413"/>
                </a:lnTo>
                <a:cubicBezTo>
                  <a:pt x="3836798" y="2226924"/>
                  <a:pt x="3835664" y="2224162"/>
                  <a:pt x="3835664" y="2224162"/>
                </a:cubicBezTo>
                <a:close/>
                <a:moveTo>
                  <a:pt x="392393" y="2218535"/>
                </a:moveTo>
                <a:lnTo>
                  <a:pt x="392394" y="2218537"/>
                </a:lnTo>
                <a:lnTo>
                  <a:pt x="392405" y="2218552"/>
                </a:lnTo>
                <a:close/>
                <a:moveTo>
                  <a:pt x="387595" y="2212418"/>
                </a:moveTo>
                <a:lnTo>
                  <a:pt x="392388" y="2218528"/>
                </a:lnTo>
                <a:lnTo>
                  <a:pt x="392393" y="2218535"/>
                </a:lnTo>
                <a:cubicBezTo>
                  <a:pt x="392393" y="2218535"/>
                  <a:pt x="392393" y="2218535"/>
                  <a:pt x="391597" y="2217520"/>
                </a:cubicBezTo>
                <a:close/>
                <a:moveTo>
                  <a:pt x="385785" y="2210109"/>
                </a:moveTo>
                <a:lnTo>
                  <a:pt x="386024" y="2210414"/>
                </a:lnTo>
                <a:lnTo>
                  <a:pt x="387595" y="2212418"/>
                </a:lnTo>
                <a:close/>
                <a:moveTo>
                  <a:pt x="341444" y="2153562"/>
                </a:moveTo>
                <a:cubicBezTo>
                  <a:pt x="354180" y="2169806"/>
                  <a:pt x="363734" y="2181988"/>
                  <a:pt x="370898" y="2191125"/>
                </a:cubicBezTo>
                <a:lnTo>
                  <a:pt x="385785" y="2210109"/>
                </a:lnTo>
                <a:lnTo>
                  <a:pt x="378061" y="2200262"/>
                </a:lnTo>
                <a:cubicBezTo>
                  <a:pt x="366918" y="2186048"/>
                  <a:pt x="354180" y="2169805"/>
                  <a:pt x="341444" y="2153562"/>
                </a:cubicBezTo>
                <a:close/>
                <a:moveTo>
                  <a:pt x="3737460" y="2014894"/>
                </a:moveTo>
                <a:lnTo>
                  <a:pt x="3813887" y="2112353"/>
                </a:lnTo>
                <a:cubicBezTo>
                  <a:pt x="3810239" y="2118208"/>
                  <a:pt x="3806310" y="2121075"/>
                  <a:pt x="3802225" y="2121612"/>
                </a:cubicBezTo>
                <a:cubicBezTo>
                  <a:pt x="3781805" y="2124297"/>
                  <a:pt x="3757515" y="2068697"/>
                  <a:pt x="3745300" y="2036709"/>
                </a:cubicBezTo>
                <a:close/>
                <a:moveTo>
                  <a:pt x="225870" y="1585985"/>
                </a:moveTo>
                <a:lnTo>
                  <a:pt x="229875" y="1591093"/>
                </a:lnTo>
                <a:cubicBezTo>
                  <a:pt x="232562" y="1594519"/>
                  <a:pt x="232562" y="1594519"/>
                  <a:pt x="232562" y="1594519"/>
                </a:cubicBezTo>
                <a:close/>
                <a:moveTo>
                  <a:pt x="218865" y="1577052"/>
                </a:moveTo>
                <a:lnTo>
                  <a:pt x="225870" y="1585985"/>
                </a:lnTo>
                <a:lnTo>
                  <a:pt x="223494" y="1582955"/>
                </a:lnTo>
                <a:close/>
                <a:moveTo>
                  <a:pt x="210710" y="1566653"/>
                </a:moveTo>
                <a:lnTo>
                  <a:pt x="211067" y="1567108"/>
                </a:lnTo>
                <a:lnTo>
                  <a:pt x="218865" y="1577052"/>
                </a:lnTo>
                <a:close/>
                <a:moveTo>
                  <a:pt x="83974" y="1548984"/>
                </a:moveTo>
                <a:cubicBezTo>
                  <a:pt x="104394" y="1546300"/>
                  <a:pt x="128685" y="1601899"/>
                  <a:pt x="140900" y="1633888"/>
                </a:cubicBezTo>
                <a:lnTo>
                  <a:pt x="148740" y="1655701"/>
                </a:lnTo>
                <a:lnTo>
                  <a:pt x="72313" y="1558242"/>
                </a:lnTo>
                <a:cubicBezTo>
                  <a:pt x="75961" y="1552388"/>
                  <a:pt x="79890" y="1549521"/>
                  <a:pt x="83974" y="1548984"/>
                </a:cubicBezTo>
                <a:close/>
                <a:moveTo>
                  <a:pt x="188536" y="1538376"/>
                </a:moveTo>
                <a:lnTo>
                  <a:pt x="199125" y="1551880"/>
                </a:lnTo>
                <a:lnTo>
                  <a:pt x="210710" y="1566653"/>
                </a:lnTo>
                <a:lnTo>
                  <a:pt x="192870" y="1543905"/>
                </a:lnTo>
                <a:close/>
                <a:moveTo>
                  <a:pt x="185508" y="1534515"/>
                </a:moveTo>
                <a:lnTo>
                  <a:pt x="187980" y="1537667"/>
                </a:lnTo>
                <a:lnTo>
                  <a:pt x="188536" y="1538376"/>
                </a:lnTo>
                <a:close/>
                <a:moveTo>
                  <a:pt x="3500031" y="1459997"/>
                </a:moveTo>
                <a:lnTo>
                  <a:pt x="3508138" y="1470335"/>
                </a:lnTo>
                <a:cubicBezTo>
                  <a:pt x="3519282" y="1484547"/>
                  <a:pt x="3532019" y="1500792"/>
                  <a:pt x="3544756" y="1517034"/>
                </a:cubicBezTo>
                <a:cubicBezTo>
                  <a:pt x="3519282" y="1484547"/>
                  <a:pt x="3506545" y="1468304"/>
                  <a:pt x="3500176" y="1460183"/>
                </a:cubicBezTo>
                <a:close/>
                <a:moveTo>
                  <a:pt x="3493808" y="1452061"/>
                </a:moveTo>
                <a:cubicBezTo>
                  <a:pt x="3493808" y="1452061"/>
                  <a:pt x="3493808" y="1452061"/>
                  <a:pt x="3494603" y="1453076"/>
                </a:cubicBezTo>
                <a:lnTo>
                  <a:pt x="3500031" y="1459997"/>
                </a:lnTo>
                <a:lnTo>
                  <a:pt x="3493810" y="1452066"/>
                </a:lnTo>
                <a:close/>
                <a:moveTo>
                  <a:pt x="3493799" y="1452050"/>
                </a:moveTo>
                <a:lnTo>
                  <a:pt x="3493808" y="1452061"/>
                </a:lnTo>
                <a:lnTo>
                  <a:pt x="3493806" y="1452060"/>
                </a:lnTo>
                <a:close/>
                <a:moveTo>
                  <a:pt x="43640" y="1429665"/>
                </a:moveTo>
                <a:lnTo>
                  <a:pt x="47556" y="1439184"/>
                </a:lnTo>
                <a:cubicBezTo>
                  <a:pt x="49402" y="1443673"/>
                  <a:pt x="50536" y="1446435"/>
                  <a:pt x="50536" y="1446435"/>
                </a:cubicBezTo>
                <a:close/>
                <a:moveTo>
                  <a:pt x="28272" y="1392309"/>
                </a:moveTo>
                <a:lnTo>
                  <a:pt x="29659" y="1395678"/>
                </a:lnTo>
                <a:lnTo>
                  <a:pt x="43640" y="1429665"/>
                </a:lnTo>
                <a:lnTo>
                  <a:pt x="40310" y="1421575"/>
                </a:lnTo>
                <a:close/>
                <a:moveTo>
                  <a:pt x="22638" y="1378621"/>
                </a:moveTo>
                <a:lnTo>
                  <a:pt x="23267" y="1380142"/>
                </a:lnTo>
                <a:lnTo>
                  <a:pt x="28272" y="1392309"/>
                </a:lnTo>
                <a:close/>
                <a:moveTo>
                  <a:pt x="18576" y="1368747"/>
                </a:moveTo>
                <a:cubicBezTo>
                  <a:pt x="17868" y="1367022"/>
                  <a:pt x="18151" y="1367712"/>
                  <a:pt x="19855" y="1371855"/>
                </a:cubicBezTo>
                <a:lnTo>
                  <a:pt x="22638" y="1378621"/>
                </a:lnTo>
                <a:close/>
                <a:moveTo>
                  <a:pt x="36723" y="1344778"/>
                </a:moveTo>
                <a:lnTo>
                  <a:pt x="37397" y="1345638"/>
                </a:lnTo>
                <a:lnTo>
                  <a:pt x="54236" y="1367113"/>
                </a:lnTo>
                <a:cubicBezTo>
                  <a:pt x="41498" y="1350869"/>
                  <a:pt x="36722" y="1344778"/>
                  <a:pt x="36723" y="1344778"/>
                </a:cubicBezTo>
                <a:close/>
                <a:moveTo>
                  <a:pt x="32461" y="1255303"/>
                </a:moveTo>
                <a:cubicBezTo>
                  <a:pt x="32461" y="1255303"/>
                  <a:pt x="32461" y="1255303"/>
                  <a:pt x="57935" y="1287790"/>
                </a:cubicBezTo>
                <a:lnTo>
                  <a:pt x="36323" y="1264494"/>
                </a:lnTo>
                <a:close/>
                <a:moveTo>
                  <a:pt x="136194" y="1219517"/>
                </a:moveTo>
                <a:lnTo>
                  <a:pt x="141755" y="1226608"/>
                </a:lnTo>
                <a:cubicBezTo>
                  <a:pt x="141755" y="1226608"/>
                  <a:pt x="140163" y="1224578"/>
                  <a:pt x="137775" y="1221532"/>
                </a:cubicBezTo>
                <a:close/>
                <a:moveTo>
                  <a:pt x="120705" y="1199763"/>
                </a:moveTo>
                <a:lnTo>
                  <a:pt x="129018" y="1210364"/>
                </a:lnTo>
                <a:lnTo>
                  <a:pt x="136194" y="1219517"/>
                </a:lnTo>
                <a:lnTo>
                  <a:pt x="127028" y="1207826"/>
                </a:lnTo>
                <a:close/>
                <a:moveTo>
                  <a:pt x="116281" y="1194121"/>
                </a:moveTo>
                <a:cubicBezTo>
                  <a:pt x="116281" y="1194121"/>
                  <a:pt x="116281" y="1194121"/>
                  <a:pt x="119465" y="1198182"/>
                </a:cubicBezTo>
                <a:lnTo>
                  <a:pt x="120705" y="1199763"/>
                </a:lnTo>
                <a:lnTo>
                  <a:pt x="120261" y="1199197"/>
                </a:lnTo>
                <a:cubicBezTo>
                  <a:pt x="117873" y="1196152"/>
                  <a:pt x="116281" y="1194121"/>
                  <a:pt x="116281" y="1194121"/>
                </a:cubicBezTo>
                <a:close/>
                <a:moveTo>
                  <a:pt x="371953" y="1099975"/>
                </a:moveTo>
                <a:lnTo>
                  <a:pt x="374707" y="1103485"/>
                </a:lnTo>
                <a:lnTo>
                  <a:pt x="374657" y="1103426"/>
                </a:lnTo>
                <a:close/>
                <a:moveTo>
                  <a:pt x="364047" y="1089892"/>
                </a:moveTo>
                <a:lnTo>
                  <a:pt x="371953" y="1099975"/>
                </a:lnTo>
                <a:lnTo>
                  <a:pt x="371630" y="1099564"/>
                </a:lnTo>
                <a:close/>
                <a:moveTo>
                  <a:pt x="56862" y="1085666"/>
                </a:moveTo>
                <a:lnTo>
                  <a:pt x="75427" y="1125905"/>
                </a:lnTo>
                <a:lnTo>
                  <a:pt x="65330" y="1129148"/>
                </a:lnTo>
                <a:cubicBezTo>
                  <a:pt x="65330" y="1129148"/>
                  <a:pt x="65330" y="1129148"/>
                  <a:pt x="62608" y="1115172"/>
                </a:cubicBezTo>
                <a:close/>
                <a:moveTo>
                  <a:pt x="352430" y="1075078"/>
                </a:moveTo>
                <a:lnTo>
                  <a:pt x="364047" y="1089892"/>
                </a:lnTo>
                <a:lnTo>
                  <a:pt x="364047" y="1089893"/>
                </a:lnTo>
                <a:close/>
                <a:moveTo>
                  <a:pt x="351765" y="1074227"/>
                </a:moveTo>
                <a:lnTo>
                  <a:pt x="352018" y="1074549"/>
                </a:lnTo>
                <a:lnTo>
                  <a:pt x="352430" y="1075078"/>
                </a:lnTo>
                <a:close/>
                <a:moveTo>
                  <a:pt x="351566" y="1073973"/>
                </a:moveTo>
                <a:lnTo>
                  <a:pt x="351738" y="1074193"/>
                </a:lnTo>
                <a:lnTo>
                  <a:pt x="351765" y="1074227"/>
                </a:lnTo>
                <a:close/>
                <a:moveTo>
                  <a:pt x="347765" y="1069128"/>
                </a:moveTo>
                <a:lnTo>
                  <a:pt x="350879" y="1073098"/>
                </a:lnTo>
                <a:lnTo>
                  <a:pt x="351566" y="1073973"/>
                </a:lnTo>
                <a:close/>
                <a:moveTo>
                  <a:pt x="342092" y="1061897"/>
                </a:moveTo>
                <a:lnTo>
                  <a:pt x="347765" y="1069128"/>
                </a:lnTo>
                <a:lnTo>
                  <a:pt x="345338" y="1066034"/>
                </a:lnTo>
                <a:close/>
                <a:moveTo>
                  <a:pt x="318806" y="1032201"/>
                </a:moveTo>
                <a:lnTo>
                  <a:pt x="319466" y="1033041"/>
                </a:lnTo>
                <a:lnTo>
                  <a:pt x="330876" y="1047591"/>
                </a:lnTo>
                <a:lnTo>
                  <a:pt x="342092" y="1061897"/>
                </a:lnTo>
                <a:lnTo>
                  <a:pt x="338571" y="1057406"/>
                </a:lnTo>
                <a:cubicBezTo>
                  <a:pt x="338571" y="1057406"/>
                  <a:pt x="338571" y="1057406"/>
                  <a:pt x="327824" y="1043701"/>
                </a:cubicBezTo>
                <a:close/>
                <a:moveTo>
                  <a:pt x="316923" y="1029799"/>
                </a:moveTo>
                <a:lnTo>
                  <a:pt x="317850" y="1030981"/>
                </a:lnTo>
                <a:lnTo>
                  <a:pt x="318806" y="1032201"/>
                </a:lnTo>
                <a:close/>
                <a:moveTo>
                  <a:pt x="313097" y="1024919"/>
                </a:moveTo>
                <a:lnTo>
                  <a:pt x="316470" y="1029221"/>
                </a:lnTo>
                <a:lnTo>
                  <a:pt x="316923" y="1029799"/>
                </a:lnTo>
                <a:close/>
                <a:moveTo>
                  <a:pt x="43555" y="1017339"/>
                </a:moveTo>
                <a:cubicBezTo>
                  <a:pt x="48998" y="1045290"/>
                  <a:pt x="53083" y="1066254"/>
                  <a:pt x="56143" y="1081978"/>
                </a:cubicBezTo>
                <a:lnTo>
                  <a:pt x="56862" y="1085666"/>
                </a:lnTo>
                <a:lnTo>
                  <a:pt x="53755" y="1078932"/>
                </a:lnTo>
                <a:cubicBezTo>
                  <a:pt x="46711" y="1058134"/>
                  <a:pt x="42630" y="1037169"/>
                  <a:pt x="43555" y="1017339"/>
                </a:cubicBezTo>
                <a:close/>
                <a:moveTo>
                  <a:pt x="391729" y="1008684"/>
                </a:moveTo>
                <a:lnTo>
                  <a:pt x="400977" y="1021434"/>
                </a:lnTo>
                <a:lnTo>
                  <a:pt x="403534" y="1026503"/>
                </a:lnTo>
                <a:lnTo>
                  <a:pt x="393219" y="1043058"/>
                </a:lnTo>
                <a:lnTo>
                  <a:pt x="393219" y="1043056"/>
                </a:lnTo>
                <a:lnTo>
                  <a:pt x="392082" y="1040294"/>
                </a:lnTo>
                <a:lnTo>
                  <a:pt x="384257" y="1021273"/>
                </a:lnTo>
                <a:lnTo>
                  <a:pt x="389022" y="1024572"/>
                </a:lnTo>
                <a:cubicBezTo>
                  <a:pt x="392381" y="1024914"/>
                  <a:pt x="393775" y="1022101"/>
                  <a:pt x="393594" y="1016945"/>
                </a:cubicBezTo>
                <a:close/>
                <a:moveTo>
                  <a:pt x="98203" y="1002991"/>
                </a:moveTo>
                <a:cubicBezTo>
                  <a:pt x="103647" y="1030942"/>
                  <a:pt x="107728" y="1051907"/>
                  <a:pt x="109938" y="1067855"/>
                </a:cubicBezTo>
                <a:lnTo>
                  <a:pt x="110119" y="1080669"/>
                </a:lnTo>
                <a:lnTo>
                  <a:pt x="104518" y="1084579"/>
                </a:lnTo>
                <a:cubicBezTo>
                  <a:pt x="94504" y="1082312"/>
                  <a:pt x="81767" y="1066070"/>
                  <a:pt x="69030" y="1049825"/>
                </a:cubicBezTo>
                <a:cubicBezTo>
                  <a:pt x="69030" y="1049825"/>
                  <a:pt x="69030" y="1049825"/>
                  <a:pt x="98203" y="1002991"/>
                </a:cubicBezTo>
                <a:close/>
                <a:moveTo>
                  <a:pt x="422386" y="996214"/>
                </a:moveTo>
                <a:lnTo>
                  <a:pt x="422389" y="996217"/>
                </a:lnTo>
                <a:lnTo>
                  <a:pt x="422393" y="996220"/>
                </a:lnTo>
                <a:lnTo>
                  <a:pt x="422393" y="996222"/>
                </a:lnTo>
                <a:close/>
                <a:moveTo>
                  <a:pt x="422372" y="996195"/>
                </a:moveTo>
                <a:lnTo>
                  <a:pt x="422372" y="996195"/>
                </a:lnTo>
                <a:lnTo>
                  <a:pt x="422377" y="996202"/>
                </a:lnTo>
                <a:close/>
                <a:moveTo>
                  <a:pt x="422368" y="996191"/>
                </a:moveTo>
                <a:lnTo>
                  <a:pt x="422377" y="996202"/>
                </a:lnTo>
                <a:lnTo>
                  <a:pt x="422386" y="996214"/>
                </a:lnTo>
                <a:close/>
                <a:moveTo>
                  <a:pt x="422365" y="996188"/>
                </a:moveTo>
                <a:lnTo>
                  <a:pt x="422367" y="996189"/>
                </a:lnTo>
                <a:lnTo>
                  <a:pt x="422368" y="996191"/>
                </a:lnTo>
                <a:close/>
                <a:moveTo>
                  <a:pt x="422337" y="996151"/>
                </a:moveTo>
                <a:lnTo>
                  <a:pt x="422372" y="996195"/>
                </a:lnTo>
                <a:lnTo>
                  <a:pt x="422367" y="996189"/>
                </a:lnTo>
                <a:lnTo>
                  <a:pt x="422356" y="996176"/>
                </a:lnTo>
                <a:close/>
                <a:moveTo>
                  <a:pt x="421837" y="995514"/>
                </a:moveTo>
                <a:lnTo>
                  <a:pt x="422330" y="996142"/>
                </a:lnTo>
                <a:lnTo>
                  <a:pt x="422337" y="996151"/>
                </a:lnTo>
                <a:lnTo>
                  <a:pt x="422257" y="996050"/>
                </a:lnTo>
                <a:close/>
                <a:moveTo>
                  <a:pt x="421671" y="995302"/>
                </a:moveTo>
                <a:lnTo>
                  <a:pt x="421816" y="995488"/>
                </a:lnTo>
                <a:lnTo>
                  <a:pt x="422257" y="996050"/>
                </a:lnTo>
                <a:lnTo>
                  <a:pt x="422356" y="996176"/>
                </a:lnTo>
                <a:lnTo>
                  <a:pt x="422365" y="996188"/>
                </a:lnTo>
                <a:close/>
                <a:moveTo>
                  <a:pt x="421586" y="995194"/>
                </a:moveTo>
                <a:lnTo>
                  <a:pt x="421837" y="995514"/>
                </a:lnTo>
                <a:lnTo>
                  <a:pt x="421816" y="995488"/>
                </a:lnTo>
                <a:lnTo>
                  <a:pt x="421602" y="995214"/>
                </a:lnTo>
                <a:close/>
                <a:moveTo>
                  <a:pt x="420481" y="993784"/>
                </a:moveTo>
                <a:lnTo>
                  <a:pt x="420650" y="994001"/>
                </a:lnTo>
                <a:lnTo>
                  <a:pt x="421602" y="995214"/>
                </a:lnTo>
                <a:lnTo>
                  <a:pt x="421671" y="995302"/>
                </a:lnTo>
                <a:close/>
                <a:moveTo>
                  <a:pt x="419068" y="991982"/>
                </a:moveTo>
                <a:lnTo>
                  <a:pt x="421586" y="995194"/>
                </a:lnTo>
                <a:lnTo>
                  <a:pt x="420650" y="994001"/>
                </a:lnTo>
                <a:lnTo>
                  <a:pt x="420430" y="993719"/>
                </a:lnTo>
                <a:close/>
                <a:moveTo>
                  <a:pt x="484068" y="990833"/>
                </a:moveTo>
                <a:lnTo>
                  <a:pt x="484070" y="990835"/>
                </a:lnTo>
                <a:lnTo>
                  <a:pt x="484569" y="991472"/>
                </a:lnTo>
                <a:lnTo>
                  <a:pt x="486538" y="993984"/>
                </a:lnTo>
                <a:close/>
                <a:moveTo>
                  <a:pt x="483972" y="990711"/>
                </a:moveTo>
                <a:lnTo>
                  <a:pt x="484059" y="990821"/>
                </a:lnTo>
                <a:lnTo>
                  <a:pt x="484068" y="990833"/>
                </a:lnTo>
                <a:close/>
                <a:moveTo>
                  <a:pt x="483921" y="990646"/>
                </a:moveTo>
                <a:lnTo>
                  <a:pt x="483967" y="990705"/>
                </a:lnTo>
                <a:lnTo>
                  <a:pt x="483972" y="990711"/>
                </a:lnTo>
                <a:close/>
                <a:moveTo>
                  <a:pt x="483503" y="990111"/>
                </a:moveTo>
                <a:lnTo>
                  <a:pt x="483581" y="990209"/>
                </a:lnTo>
                <a:lnTo>
                  <a:pt x="484124" y="990903"/>
                </a:lnTo>
                <a:lnTo>
                  <a:pt x="484070" y="990835"/>
                </a:lnTo>
                <a:lnTo>
                  <a:pt x="484059" y="990821"/>
                </a:lnTo>
                <a:lnTo>
                  <a:pt x="483967" y="990705"/>
                </a:lnTo>
                <a:lnTo>
                  <a:pt x="483885" y="990600"/>
                </a:lnTo>
                <a:close/>
                <a:moveTo>
                  <a:pt x="483412" y="989995"/>
                </a:moveTo>
                <a:lnTo>
                  <a:pt x="483460" y="990056"/>
                </a:lnTo>
                <a:lnTo>
                  <a:pt x="483503" y="990111"/>
                </a:lnTo>
                <a:close/>
                <a:moveTo>
                  <a:pt x="483069" y="989557"/>
                </a:moveTo>
                <a:lnTo>
                  <a:pt x="483293" y="989843"/>
                </a:lnTo>
                <a:lnTo>
                  <a:pt x="483412" y="989995"/>
                </a:lnTo>
                <a:close/>
                <a:moveTo>
                  <a:pt x="416635" y="988879"/>
                </a:moveTo>
                <a:lnTo>
                  <a:pt x="417781" y="990341"/>
                </a:lnTo>
                <a:lnTo>
                  <a:pt x="420430" y="993719"/>
                </a:lnTo>
                <a:lnTo>
                  <a:pt x="420481" y="993784"/>
                </a:lnTo>
                <a:close/>
                <a:moveTo>
                  <a:pt x="416369" y="988540"/>
                </a:moveTo>
                <a:lnTo>
                  <a:pt x="416554" y="988775"/>
                </a:lnTo>
                <a:lnTo>
                  <a:pt x="416635" y="988879"/>
                </a:lnTo>
                <a:close/>
                <a:moveTo>
                  <a:pt x="481685" y="987796"/>
                </a:moveTo>
                <a:lnTo>
                  <a:pt x="482308" y="988589"/>
                </a:lnTo>
                <a:lnTo>
                  <a:pt x="483885" y="990600"/>
                </a:lnTo>
                <a:lnTo>
                  <a:pt x="483921" y="990646"/>
                </a:lnTo>
                <a:close/>
                <a:moveTo>
                  <a:pt x="415507" y="987441"/>
                </a:moveTo>
                <a:lnTo>
                  <a:pt x="415741" y="987739"/>
                </a:lnTo>
                <a:lnTo>
                  <a:pt x="416369" y="988540"/>
                </a:lnTo>
                <a:close/>
                <a:moveTo>
                  <a:pt x="415313" y="987193"/>
                </a:moveTo>
                <a:lnTo>
                  <a:pt x="419068" y="991982"/>
                </a:lnTo>
                <a:lnTo>
                  <a:pt x="417781" y="990341"/>
                </a:lnTo>
                <a:lnTo>
                  <a:pt x="416554" y="988775"/>
                </a:lnTo>
                <a:lnTo>
                  <a:pt x="415741" y="987739"/>
                </a:lnTo>
                <a:lnTo>
                  <a:pt x="415358" y="987250"/>
                </a:lnTo>
                <a:close/>
                <a:moveTo>
                  <a:pt x="480358" y="986102"/>
                </a:moveTo>
                <a:lnTo>
                  <a:pt x="481271" y="987266"/>
                </a:lnTo>
                <a:lnTo>
                  <a:pt x="481685" y="987796"/>
                </a:lnTo>
                <a:close/>
                <a:moveTo>
                  <a:pt x="414230" y="985811"/>
                </a:moveTo>
                <a:lnTo>
                  <a:pt x="415313" y="987193"/>
                </a:lnTo>
                <a:lnTo>
                  <a:pt x="415284" y="987156"/>
                </a:lnTo>
                <a:lnTo>
                  <a:pt x="415358" y="987250"/>
                </a:lnTo>
                <a:lnTo>
                  <a:pt x="415507" y="987441"/>
                </a:lnTo>
                <a:close/>
                <a:moveTo>
                  <a:pt x="480072" y="985737"/>
                </a:moveTo>
                <a:lnTo>
                  <a:pt x="482722" y="989114"/>
                </a:lnTo>
                <a:lnTo>
                  <a:pt x="483069" y="989557"/>
                </a:lnTo>
                <a:lnTo>
                  <a:pt x="482308" y="988589"/>
                </a:lnTo>
                <a:lnTo>
                  <a:pt x="481271" y="987266"/>
                </a:lnTo>
                <a:close/>
                <a:moveTo>
                  <a:pt x="479986" y="985628"/>
                </a:moveTo>
                <a:lnTo>
                  <a:pt x="479995" y="985640"/>
                </a:lnTo>
                <a:lnTo>
                  <a:pt x="480358" y="986102"/>
                </a:lnTo>
                <a:close/>
                <a:moveTo>
                  <a:pt x="479933" y="985561"/>
                </a:moveTo>
                <a:lnTo>
                  <a:pt x="479935" y="985562"/>
                </a:lnTo>
                <a:lnTo>
                  <a:pt x="479986" y="985628"/>
                </a:lnTo>
                <a:close/>
                <a:moveTo>
                  <a:pt x="479506" y="985015"/>
                </a:moveTo>
                <a:lnTo>
                  <a:pt x="480072" y="985737"/>
                </a:lnTo>
                <a:lnTo>
                  <a:pt x="479995" y="985640"/>
                </a:lnTo>
                <a:lnTo>
                  <a:pt x="479935" y="985562"/>
                </a:lnTo>
                <a:close/>
                <a:moveTo>
                  <a:pt x="479287" y="984735"/>
                </a:moveTo>
                <a:lnTo>
                  <a:pt x="479288" y="984736"/>
                </a:lnTo>
                <a:lnTo>
                  <a:pt x="479506" y="985015"/>
                </a:lnTo>
                <a:lnTo>
                  <a:pt x="479494" y="984999"/>
                </a:lnTo>
                <a:close/>
                <a:moveTo>
                  <a:pt x="478806" y="984122"/>
                </a:moveTo>
                <a:lnTo>
                  <a:pt x="479256" y="984696"/>
                </a:lnTo>
                <a:lnTo>
                  <a:pt x="479287" y="984735"/>
                </a:lnTo>
                <a:lnTo>
                  <a:pt x="478815" y="984134"/>
                </a:lnTo>
                <a:close/>
                <a:moveTo>
                  <a:pt x="478610" y="983872"/>
                </a:moveTo>
                <a:lnTo>
                  <a:pt x="478692" y="983976"/>
                </a:lnTo>
                <a:lnTo>
                  <a:pt x="478806" y="984122"/>
                </a:lnTo>
                <a:lnTo>
                  <a:pt x="478799" y="984113"/>
                </a:lnTo>
                <a:close/>
                <a:moveTo>
                  <a:pt x="477746" y="982771"/>
                </a:moveTo>
                <a:lnTo>
                  <a:pt x="478799" y="984113"/>
                </a:lnTo>
                <a:lnTo>
                  <a:pt x="478815" y="984134"/>
                </a:lnTo>
                <a:lnTo>
                  <a:pt x="479494" y="984999"/>
                </a:lnTo>
                <a:lnTo>
                  <a:pt x="479933" y="985561"/>
                </a:lnTo>
                <a:close/>
                <a:moveTo>
                  <a:pt x="477469" y="982417"/>
                </a:moveTo>
                <a:lnTo>
                  <a:pt x="477706" y="982720"/>
                </a:lnTo>
                <a:lnTo>
                  <a:pt x="477746" y="982771"/>
                </a:lnTo>
                <a:close/>
                <a:moveTo>
                  <a:pt x="477004" y="981825"/>
                </a:moveTo>
                <a:lnTo>
                  <a:pt x="477205" y="982081"/>
                </a:lnTo>
                <a:lnTo>
                  <a:pt x="477469" y="982417"/>
                </a:lnTo>
                <a:close/>
                <a:moveTo>
                  <a:pt x="410851" y="981502"/>
                </a:moveTo>
                <a:lnTo>
                  <a:pt x="414230" y="985811"/>
                </a:lnTo>
                <a:lnTo>
                  <a:pt x="411249" y="982009"/>
                </a:lnTo>
                <a:cubicBezTo>
                  <a:pt x="409656" y="979980"/>
                  <a:pt x="409258" y="979471"/>
                  <a:pt x="410851" y="981502"/>
                </a:cubicBezTo>
                <a:close/>
                <a:moveTo>
                  <a:pt x="476168" y="980758"/>
                </a:moveTo>
                <a:lnTo>
                  <a:pt x="477043" y="981874"/>
                </a:lnTo>
                <a:lnTo>
                  <a:pt x="478610" y="983872"/>
                </a:lnTo>
                <a:lnTo>
                  <a:pt x="477706" y="982720"/>
                </a:lnTo>
                <a:lnTo>
                  <a:pt x="477205" y="982081"/>
                </a:lnTo>
                <a:close/>
                <a:moveTo>
                  <a:pt x="475734" y="980205"/>
                </a:moveTo>
                <a:lnTo>
                  <a:pt x="476168" y="980758"/>
                </a:lnTo>
                <a:lnTo>
                  <a:pt x="476097" y="980667"/>
                </a:lnTo>
                <a:close/>
                <a:moveTo>
                  <a:pt x="475553" y="979974"/>
                </a:moveTo>
                <a:lnTo>
                  <a:pt x="476097" y="980667"/>
                </a:lnTo>
                <a:lnTo>
                  <a:pt x="477004" y="981825"/>
                </a:lnTo>
                <a:close/>
                <a:moveTo>
                  <a:pt x="475509" y="979918"/>
                </a:moveTo>
                <a:lnTo>
                  <a:pt x="475734" y="980205"/>
                </a:lnTo>
                <a:lnTo>
                  <a:pt x="475515" y="979926"/>
                </a:lnTo>
                <a:close/>
                <a:moveTo>
                  <a:pt x="475247" y="979584"/>
                </a:moveTo>
                <a:lnTo>
                  <a:pt x="475515" y="979926"/>
                </a:lnTo>
                <a:lnTo>
                  <a:pt x="475553" y="979974"/>
                </a:lnTo>
                <a:close/>
                <a:moveTo>
                  <a:pt x="475161" y="979475"/>
                </a:moveTo>
                <a:lnTo>
                  <a:pt x="475451" y="979843"/>
                </a:lnTo>
                <a:lnTo>
                  <a:pt x="475509" y="979918"/>
                </a:lnTo>
                <a:close/>
                <a:moveTo>
                  <a:pt x="475106" y="979404"/>
                </a:moveTo>
                <a:lnTo>
                  <a:pt x="475161" y="979475"/>
                </a:lnTo>
                <a:lnTo>
                  <a:pt x="475143" y="979452"/>
                </a:lnTo>
                <a:close/>
                <a:moveTo>
                  <a:pt x="475068" y="979356"/>
                </a:moveTo>
                <a:lnTo>
                  <a:pt x="475143" y="979452"/>
                </a:lnTo>
                <a:lnTo>
                  <a:pt x="475247" y="979584"/>
                </a:lnTo>
                <a:close/>
                <a:moveTo>
                  <a:pt x="474342" y="978430"/>
                </a:moveTo>
                <a:lnTo>
                  <a:pt x="474902" y="979144"/>
                </a:lnTo>
                <a:lnTo>
                  <a:pt x="475068" y="979356"/>
                </a:lnTo>
                <a:close/>
                <a:moveTo>
                  <a:pt x="473969" y="977953"/>
                </a:moveTo>
                <a:lnTo>
                  <a:pt x="474045" y="978050"/>
                </a:lnTo>
                <a:lnTo>
                  <a:pt x="475106" y="979404"/>
                </a:lnTo>
                <a:lnTo>
                  <a:pt x="474902" y="979144"/>
                </a:lnTo>
                <a:close/>
                <a:moveTo>
                  <a:pt x="473572" y="977447"/>
                </a:moveTo>
                <a:lnTo>
                  <a:pt x="473616" y="977503"/>
                </a:lnTo>
                <a:lnTo>
                  <a:pt x="473969" y="977953"/>
                </a:lnTo>
                <a:close/>
                <a:moveTo>
                  <a:pt x="473510" y="977369"/>
                </a:moveTo>
                <a:lnTo>
                  <a:pt x="473535" y="977400"/>
                </a:lnTo>
                <a:lnTo>
                  <a:pt x="474061" y="978071"/>
                </a:lnTo>
                <a:close/>
                <a:moveTo>
                  <a:pt x="473330" y="977140"/>
                </a:moveTo>
                <a:lnTo>
                  <a:pt x="473399" y="977227"/>
                </a:lnTo>
                <a:lnTo>
                  <a:pt x="474342" y="978430"/>
                </a:lnTo>
                <a:lnTo>
                  <a:pt x="473560" y="977433"/>
                </a:lnTo>
                <a:close/>
                <a:moveTo>
                  <a:pt x="473262" y="977054"/>
                </a:moveTo>
                <a:lnTo>
                  <a:pt x="473291" y="977090"/>
                </a:lnTo>
                <a:lnTo>
                  <a:pt x="473330" y="977140"/>
                </a:lnTo>
                <a:close/>
                <a:moveTo>
                  <a:pt x="473117" y="976867"/>
                </a:moveTo>
                <a:lnTo>
                  <a:pt x="473510" y="977369"/>
                </a:lnTo>
                <a:lnTo>
                  <a:pt x="473399" y="977227"/>
                </a:lnTo>
                <a:lnTo>
                  <a:pt x="473291" y="977090"/>
                </a:lnTo>
                <a:lnTo>
                  <a:pt x="473246" y="977032"/>
                </a:lnTo>
                <a:close/>
                <a:moveTo>
                  <a:pt x="473063" y="976798"/>
                </a:moveTo>
                <a:lnTo>
                  <a:pt x="473071" y="976809"/>
                </a:lnTo>
                <a:lnTo>
                  <a:pt x="473117" y="976867"/>
                </a:lnTo>
                <a:close/>
                <a:moveTo>
                  <a:pt x="472939" y="976640"/>
                </a:moveTo>
                <a:lnTo>
                  <a:pt x="473572" y="977447"/>
                </a:lnTo>
                <a:lnTo>
                  <a:pt x="473535" y="977400"/>
                </a:lnTo>
                <a:lnTo>
                  <a:pt x="473071" y="976809"/>
                </a:lnTo>
                <a:close/>
                <a:moveTo>
                  <a:pt x="471148" y="974357"/>
                </a:moveTo>
                <a:lnTo>
                  <a:pt x="473246" y="977032"/>
                </a:lnTo>
                <a:lnTo>
                  <a:pt x="473262" y="977054"/>
                </a:lnTo>
                <a:close/>
                <a:moveTo>
                  <a:pt x="471109" y="974306"/>
                </a:moveTo>
                <a:lnTo>
                  <a:pt x="472156" y="975640"/>
                </a:lnTo>
                <a:lnTo>
                  <a:pt x="472939" y="976640"/>
                </a:lnTo>
                <a:close/>
                <a:moveTo>
                  <a:pt x="470745" y="973842"/>
                </a:moveTo>
                <a:lnTo>
                  <a:pt x="470828" y="973948"/>
                </a:lnTo>
                <a:lnTo>
                  <a:pt x="471109" y="974306"/>
                </a:lnTo>
                <a:close/>
                <a:moveTo>
                  <a:pt x="469990" y="972881"/>
                </a:moveTo>
                <a:lnTo>
                  <a:pt x="470043" y="972948"/>
                </a:lnTo>
                <a:lnTo>
                  <a:pt x="471148" y="974357"/>
                </a:lnTo>
                <a:close/>
                <a:moveTo>
                  <a:pt x="469601" y="972385"/>
                </a:moveTo>
                <a:lnTo>
                  <a:pt x="469858" y="972712"/>
                </a:lnTo>
                <a:lnTo>
                  <a:pt x="469990" y="972881"/>
                </a:lnTo>
                <a:close/>
                <a:moveTo>
                  <a:pt x="468989" y="971605"/>
                </a:moveTo>
                <a:lnTo>
                  <a:pt x="469516" y="972277"/>
                </a:lnTo>
                <a:lnTo>
                  <a:pt x="469601" y="972385"/>
                </a:lnTo>
                <a:close/>
                <a:moveTo>
                  <a:pt x="468432" y="970893"/>
                </a:moveTo>
                <a:lnTo>
                  <a:pt x="469293" y="971990"/>
                </a:lnTo>
                <a:lnTo>
                  <a:pt x="470745" y="973842"/>
                </a:lnTo>
                <a:lnTo>
                  <a:pt x="470043" y="972948"/>
                </a:lnTo>
                <a:lnTo>
                  <a:pt x="469858" y="972712"/>
                </a:lnTo>
                <a:lnTo>
                  <a:pt x="469516" y="972277"/>
                </a:lnTo>
                <a:close/>
                <a:moveTo>
                  <a:pt x="466913" y="968955"/>
                </a:moveTo>
                <a:lnTo>
                  <a:pt x="468206" y="970605"/>
                </a:lnTo>
                <a:lnTo>
                  <a:pt x="468432" y="970893"/>
                </a:lnTo>
                <a:lnTo>
                  <a:pt x="466919" y="968963"/>
                </a:lnTo>
                <a:close/>
                <a:moveTo>
                  <a:pt x="466837" y="968858"/>
                </a:moveTo>
                <a:lnTo>
                  <a:pt x="466894" y="968931"/>
                </a:lnTo>
                <a:lnTo>
                  <a:pt x="466913" y="968955"/>
                </a:lnTo>
                <a:close/>
                <a:moveTo>
                  <a:pt x="466633" y="968598"/>
                </a:moveTo>
                <a:lnTo>
                  <a:pt x="466644" y="968612"/>
                </a:lnTo>
                <a:lnTo>
                  <a:pt x="466837" y="968858"/>
                </a:lnTo>
                <a:lnTo>
                  <a:pt x="466729" y="968721"/>
                </a:lnTo>
                <a:close/>
                <a:moveTo>
                  <a:pt x="466259" y="968122"/>
                </a:moveTo>
                <a:lnTo>
                  <a:pt x="466615" y="968575"/>
                </a:lnTo>
                <a:lnTo>
                  <a:pt x="466633" y="968598"/>
                </a:lnTo>
                <a:lnTo>
                  <a:pt x="466339" y="968224"/>
                </a:lnTo>
                <a:close/>
                <a:moveTo>
                  <a:pt x="466136" y="967965"/>
                </a:moveTo>
                <a:lnTo>
                  <a:pt x="466196" y="968041"/>
                </a:lnTo>
                <a:lnTo>
                  <a:pt x="466259" y="968122"/>
                </a:lnTo>
                <a:close/>
                <a:moveTo>
                  <a:pt x="465935" y="967709"/>
                </a:moveTo>
                <a:lnTo>
                  <a:pt x="466083" y="967897"/>
                </a:lnTo>
                <a:lnTo>
                  <a:pt x="466339" y="968224"/>
                </a:lnTo>
                <a:lnTo>
                  <a:pt x="466729" y="968721"/>
                </a:lnTo>
                <a:lnTo>
                  <a:pt x="466919" y="968963"/>
                </a:lnTo>
                <a:lnTo>
                  <a:pt x="468989" y="971605"/>
                </a:lnTo>
                <a:close/>
                <a:moveTo>
                  <a:pt x="465458" y="967101"/>
                </a:moveTo>
                <a:lnTo>
                  <a:pt x="466136" y="967965"/>
                </a:lnTo>
                <a:lnTo>
                  <a:pt x="466083" y="967897"/>
                </a:lnTo>
                <a:close/>
                <a:moveTo>
                  <a:pt x="465335" y="966943"/>
                </a:moveTo>
                <a:lnTo>
                  <a:pt x="465426" y="967060"/>
                </a:lnTo>
                <a:lnTo>
                  <a:pt x="465458" y="967101"/>
                </a:lnTo>
                <a:close/>
                <a:moveTo>
                  <a:pt x="348707" y="962163"/>
                </a:moveTo>
                <a:lnTo>
                  <a:pt x="362700" y="968871"/>
                </a:lnTo>
                <a:lnTo>
                  <a:pt x="384130" y="1020959"/>
                </a:lnTo>
                <a:lnTo>
                  <a:pt x="384257" y="1021273"/>
                </a:lnTo>
                <a:lnTo>
                  <a:pt x="372682" y="1013252"/>
                </a:lnTo>
                <a:cubicBezTo>
                  <a:pt x="365015" y="1005778"/>
                  <a:pt x="355007" y="994328"/>
                  <a:pt x="342268" y="978083"/>
                </a:cubicBezTo>
                <a:cubicBezTo>
                  <a:pt x="342733" y="968168"/>
                  <a:pt x="345071" y="963270"/>
                  <a:pt x="348707" y="962163"/>
                </a:cubicBezTo>
                <a:close/>
                <a:moveTo>
                  <a:pt x="456506" y="955685"/>
                </a:moveTo>
                <a:lnTo>
                  <a:pt x="464058" y="965314"/>
                </a:lnTo>
                <a:lnTo>
                  <a:pt x="465335" y="966943"/>
                </a:lnTo>
                <a:lnTo>
                  <a:pt x="456662" y="955884"/>
                </a:lnTo>
                <a:lnTo>
                  <a:pt x="456692" y="955922"/>
                </a:lnTo>
                <a:lnTo>
                  <a:pt x="456553" y="955746"/>
                </a:lnTo>
                <a:close/>
                <a:moveTo>
                  <a:pt x="454497" y="953124"/>
                </a:moveTo>
                <a:lnTo>
                  <a:pt x="455635" y="954575"/>
                </a:lnTo>
                <a:lnTo>
                  <a:pt x="456553" y="955746"/>
                </a:lnTo>
                <a:lnTo>
                  <a:pt x="456662" y="955884"/>
                </a:lnTo>
                <a:close/>
                <a:moveTo>
                  <a:pt x="454337" y="952920"/>
                </a:moveTo>
                <a:lnTo>
                  <a:pt x="454497" y="953124"/>
                </a:lnTo>
                <a:lnTo>
                  <a:pt x="454353" y="952940"/>
                </a:lnTo>
                <a:close/>
                <a:moveTo>
                  <a:pt x="454222" y="952773"/>
                </a:moveTo>
                <a:lnTo>
                  <a:pt x="456506" y="955685"/>
                </a:lnTo>
                <a:lnTo>
                  <a:pt x="455635" y="954575"/>
                </a:lnTo>
                <a:lnTo>
                  <a:pt x="454257" y="952817"/>
                </a:lnTo>
                <a:close/>
                <a:moveTo>
                  <a:pt x="122573" y="950032"/>
                </a:moveTo>
                <a:lnTo>
                  <a:pt x="126580" y="955140"/>
                </a:lnTo>
                <a:cubicBezTo>
                  <a:pt x="127375" y="956156"/>
                  <a:pt x="127375" y="956156"/>
                  <a:pt x="127375" y="956156"/>
                </a:cubicBezTo>
                <a:close/>
                <a:moveTo>
                  <a:pt x="451567" y="949387"/>
                </a:moveTo>
                <a:lnTo>
                  <a:pt x="454257" y="952817"/>
                </a:lnTo>
                <a:lnTo>
                  <a:pt x="454337" y="952920"/>
                </a:lnTo>
                <a:close/>
                <a:moveTo>
                  <a:pt x="451525" y="949333"/>
                </a:moveTo>
                <a:lnTo>
                  <a:pt x="451567" y="949387"/>
                </a:lnTo>
                <a:lnTo>
                  <a:pt x="465935" y="967709"/>
                </a:lnTo>
                <a:lnTo>
                  <a:pt x="464302" y="965630"/>
                </a:lnTo>
                <a:close/>
                <a:moveTo>
                  <a:pt x="451202" y="948922"/>
                </a:moveTo>
                <a:lnTo>
                  <a:pt x="453649" y="952041"/>
                </a:lnTo>
                <a:lnTo>
                  <a:pt x="454222" y="952773"/>
                </a:lnTo>
                <a:lnTo>
                  <a:pt x="451567" y="949387"/>
                </a:lnTo>
                <a:close/>
                <a:moveTo>
                  <a:pt x="120979" y="947999"/>
                </a:moveTo>
                <a:lnTo>
                  <a:pt x="121007" y="948034"/>
                </a:lnTo>
                <a:lnTo>
                  <a:pt x="122573" y="950032"/>
                </a:lnTo>
                <a:lnTo>
                  <a:pt x="120995" y="948019"/>
                </a:lnTo>
                <a:close/>
                <a:moveTo>
                  <a:pt x="120974" y="947993"/>
                </a:moveTo>
                <a:lnTo>
                  <a:pt x="120979" y="947999"/>
                </a:lnTo>
                <a:lnTo>
                  <a:pt x="120979" y="947999"/>
                </a:lnTo>
                <a:close/>
                <a:moveTo>
                  <a:pt x="448335" y="945266"/>
                </a:moveTo>
                <a:lnTo>
                  <a:pt x="450271" y="947734"/>
                </a:lnTo>
                <a:lnTo>
                  <a:pt x="451525" y="949333"/>
                </a:lnTo>
                <a:close/>
                <a:moveTo>
                  <a:pt x="445231" y="941306"/>
                </a:moveTo>
                <a:lnTo>
                  <a:pt x="450832" y="948448"/>
                </a:lnTo>
                <a:lnTo>
                  <a:pt x="451202" y="948922"/>
                </a:lnTo>
                <a:lnTo>
                  <a:pt x="450271" y="947734"/>
                </a:lnTo>
                <a:lnTo>
                  <a:pt x="446656" y="943124"/>
                </a:lnTo>
                <a:close/>
                <a:moveTo>
                  <a:pt x="115435" y="940928"/>
                </a:moveTo>
                <a:lnTo>
                  <a:pt x="120974" y="947993"/>
                </a:lnTo>
                <a:lnTo>
                  <a:pt x="118035" y="944245"/>
                </a:lnTo>
                <a:close/>
                <a:moveTo>
                  <a:pt x="444892" y="940874"/>
                </a:moveTo>
                <a:lnTo>
                  <a:pt x="446656" y="943124"/>
                </a:lnTo>
                <a:lnTo>
                  <a:pt x="448335" y="945266"/>
                </a:lnTo>
                <a:close/>
                <a:moveTo>
                  <a:pt x="443934" y="939652"/>
                </a:moveTo>
                <a:lnTo>
                  <a:pt x="445164" y="941220"/>
                </a:lnTo>
                <a:lnTo>
                  <a:pt x="445231" y="941306"/>
                </a:lnTo>
                <a:close/>
                <a:moveTo>
                  <a:pt x="114414" y="939626"/>
                </a:moveTo>
                <a:lnTo>
                  <a:pt x="115435" y="940928"/>
                </a:lnTo>
                <a:lnTo>
                  <a:pt x="114639" y="939913"/>
                </a:lnTo>
                <a:close/>
                <a:moveTo>
                  <a:pt x="443246" y="938775"/>
                </a:moveTo>
                <a:lnTo>
                  <a:pt x="443256" y="938787"/>
                </a:lnTo>
                <a:lnTo>
                  <a:pt x="443934" y="939652"/>
                </a:lnTo>
                <a:lnTo>
                  <a:pt x="443268" y="938803"/>
                </a:lnTo>
                <a:close/>
                <a:moveTo>
                  <a:pt x="443245" y="938774"/>
                </a:moveTo>
                <a:lnTo>
                  <a:pt x="443246" y="938775"/>
                </a:lnTo>
                <a:lnTo>
                  <a:pt x="443246" y="938775"/>
                </a:lnTo>
                <a:close/>
                <a:moveTo>
                  <a:pt x="111710" y="936177"/>
                </a:moveTo>
                <a:lnTo>
                  <a:pt x="114414" y="939626"/>
                </a:lnTo>
                <a:lnTo>
                  <a:pt x="114278" y="939453"/>
                </a:lnTo>
                <a:lnTo>
                  <a:pt x="112465" y="937141"/>
                </a:lnTo>
                <a:close/>
                <a:moveTo>
                  <a:pt x="439622" y="934153"/>
                </a:moveTo>
                <a:lnTo>
                  <a:pt x="443236" y="938763"/>
                </a:lnTo>
                <a:lnTo>
                  <a:pt x="443245" y="938774"/>
                </a:lnTo>
                <a:lnTo>
                  <a:pt x="443169" y="938677"/>
                </a:lnTo>
                <a:close/>
                <a:moveTo>
                  <a:pt x="371445" y="931249"/>
                </a:moveTo>
                <a:lnTo>
                  <a:pt x="377185" y="937262"/>
                </a:lnTo>
                <a:lnTo>
                  <a:pt x="396026" y="961832"/>
                </a:lnTo>
                <a:lnTo>
                  <a:pt x="396919" y="963734"/>
                </a:lnTo>
                <a:lnTo>
                  <a:pt x="392938" y="958659"/>
                </a:lnTo>
                <a:cubicBezTo>
                  <a:pt x="371445" y="931249"/>
                  <a:pt x="371445" y="931249"/>
                  <a:pt x="371445" y="931249"/>
                </a:cubicBezTo>
                <a:close/>
                <a:moveTo>
                  <a:pt x="434687" y="927861"/>
                </a:moveTo>
                <a:lnTo>
                  <a:pt x="435607" y="929033"/>
                </a:lnTo>
                <a:lnTo>
                  <a:pt x="435893" y="929397"/>
                </a:lnTo>
                <a:lnTo>
                  <a:pt x="439622" y="934153"/>
                </a:lnTo>
                <a:lnTo>
                  <a:pt x="434706" y="927885"/>
                </a:lnTo>
                <a:close/>
                <a:moveTo>
                  <a:pt x="434581" y="927726"/>
                </a:moveTo>
                <a:lnTo>
                  <a:pt x="434687" y="927861"/>
                </a:lnTo>
                <a:lnTo>
                  <a:pt x="434596" y="927744"/>
                </a:lnTo>
                <a:close/>
                <a:moveTo>
                  <a:pt x="434523" y="927651"/>
                </a:moveTo>
                <a:lnTo>
                  <a:pt x="434596" y="927744"/>
                </a:lnTo>
                <a:lnTo>
                  <a:pt x="434706" y="927885"/>
                </a:lnTo>
                <a:lnTo>
                  <a:pt x="443169" y="938677"/>
                </a:lnTo>
                <a:lnTo>
                  <a:pt x="443246" y="938775"/>
                </a:lnTo>
                <a:lnTo>
                  <a:pt x="443268" y="938803"/>
                </a:lnTo>
                <a:lnTo>
                  <a:pt x="444892" y="940874"/>
                </a:lnTo>
                <a:close/>
                <a:moveTo>
                  <a:pt x="104064" y="926428"/>
                </a:moveTo>
                <a:lnTo>
                  <a:pt x="105882" y="928745"/>
                </a:lnTo>
                <a:lnTo>
                  <a:pt x="111710" y="936177"/>
                </a:lnTo>
                <a:lnTo>
                  <a:pt x="110326" y="934413"/>
                </a:lnTo>
                <a:lnTo>
                  <a:pt x="105085" y="927730"/>
                </a:lnTo>
                <a:lnTo>
                  <a:pt x="104635" y="927158"/>
                </a:lnTo>
                <a:close/>
                <a:moveTo>
                  <a:pt x="430801" y="922905"/>
                </a:moveTo>
                <a:lnTo>
                  <a:pt x="432624" y="925229"/>
                </a:lnTo>
                <a:lnTo>
                  <a:pt x="434395" y="927487"/>
                </a:lnTo>
                <a:lnTo>
                  <a:pt x="434581" y="927726"/>
                </a:lnTo>
                <a:lnTo>
                  <a:pt x="434073" y="927078"/>
                </a:lnTo>
                <a:close/>
                <a:moveTo>
                  <a:pt x="430731" y="922817"/>
                </a:moveTo>
                <a:lnTo>
                  <a:pt x="434073" y="927078"/>
                </a:lnTo>
                <a:lnTo>
                  <a:pt x="434523" y="927651"/>
                </a:lnTo>
                <a:close/>
                <a:moveTo>
                  <a:pt x="430609" y="922661"/>
                </a:moveTo>
                <a:lnTo>
                  <a:pt x="430801" y="922905"/>
                </a:lnTo>
                <a:lnTo>
                  <a:pt x="430639" y="922699"/>
                </a:lnTo>
                <a:close/>
                <a:moveTo>
                  <a:pt x="430525" y="922553"/>
                </a:moveTo>
                <a:lnTo>
                  <a:pt x="430639" y="922699"/>
                </a:lnTo>
                <a:lnTo>
                  <a:pt x="430731" y="922817"/>
                </a:lnTo>
                <a:close/>
                <a:moveTo>
                  <a:pt x="430475" y="922489"/>
                </a:moveTo>
                <a:lnTo>
                  <a:pt x="430609" y="922661"/>
                </a:lnTo>
                <a:lnTo>
                  <a:pt x="430511" y="922536"/>
                </a:lnTo>
                <a:close/>
                <a:moveTo>
                  <a:pt x="430407" y="922403"/>
                </a:moveTo>
                <a:lnTo>
                  <a:pt x="430427" y="922428"/>
                </a:lnTo>
                <a:lnTo>
                  <a:pt x="430511" y="922536"/>
                </a:lnTo>
                <a:lnTo>
                  <a:pt x="430525" y="922553"/>
                </a:lnTo>
                <a:close/>
                <a:moveTo>
                  <a:pt x="429898" y="921754"/>
                </a:moveTo>
                <a:lnTo>
                  <a:pt x="430475" y="922489"/>
                </a:lnTo>
                <a:lnTo>
                  <a:pt x="430427" y="922428"/>
                </a:lnTo>
                <a:lnTo>
                  <a:pt x="430162" y="922090"/>
                </a:lnTo>
                <a:close/>
                <a:moveTo>
                  <a:pt x="429837" y="921676"/>
                </a:moveTo>
                <a:lnTo>
                  <a:pt x="430162" y="922090"/>
                </a:lnTo>
                <a:lnTo>
                  <a:pt x="430407" y="922403"/>
                </a:lnTo>
                <a:close/>
                <a:moveTo>
                  <a:pt x="429708" y="921512"/>
                </a:moveTo>
                <a:lnTo>
                  <a:pt x="429898" y="921754"/>
                </a:lnTo>
                <a:lnTo>
                  <a:pt x="429804" y="921634"/>
                </a:lnTo>
                <a:close/>
                <a:moveTo>
                  <a:pt x="426093" y="916900"/>
                </a:moveTo>
                <a:cubicBezTo>
                  <a:pt x="426093" y="916900"/>
                  <a:pt x="426093" y="916900"/>
                  <a:pt x="429277" y="920961"/>
                </a:cubicBezTo>
                <a:lnTo>
                  <a:pt x="429342" y="921043"/>
                </a:lnTo>
                <a:lnTo>
                  <a:pt x="429708" y="921512"/>
                </a:lnTo>
                <a:lnTo>
                  <a:pt x="429099" y="920734"/>
                </a:lnTo>
                <a:close/>
                <a:moveTo>
                  <a:pt x="423329" y="913377"/>
                </a:moveTo>
                <a:lnTo>
                  <a:pt x="429099" y="920734"/>
                </a:lnTo>
                <a:lnTo>
                  <a:pt x="429804" y="921634"/>
                </a:lnTo>
                <a:lnTo>
                  <a:pt x="429837" y="921676"/>
                </a:lnTo>
                <a:close/>
                <a:moveTo>
                  <a:pt x="418754" y="907543"/>
                </a:moveTo>
                <a:lnTo>
                  <a:pt x="419759" y="908824"/>
                </a:lnTo>
                <a:lnTo>
                  <a:pt x="423329" y="913377"/>
                </a:lnTo>
                <a:close/>
                <a:moveTo>
                  <a:pt x="416840" y="905102"/>
                </a:moveTo>
                <a:lnTo>
                  <a:pt x="417763" y="906279"/>
                </a:lnTo>
                <a:lnTo>
                  <a:pt x="418754" y="907543"/>
                </a:lnTo>
                <a:close/>
                <a:moveTo>
                  <a:pt x="150252" y="901289"/>
                </a:moveTo>
                <a:lnTo>
                  <a:pt x="156549" y="909320"/>
                </a:lnTo>
                <a:lnTo>
                  <a:pt x="156549" y="909322"/>
                </a:lnTo>
                <a:close/>
                <a:moveTo>
                  <a:pt x="141952" y="890707"/>
                </a:moveTo>
                <a:lnTo>
                  <a:pt x="150252" y="901289"/>
                </a:lnTo>
                <a:lnTo>
                  <a:pt x="147146" y="897329"/>
                </a:lnTo>
                <a:close/>
                <a:moveTo>
                  <a:pt x="400621" y="884416"/>
                </a:moveTo>
                <a:lnTo>
                  <a:pt x="422908" y="912840"/>
                </a:lnTo>
                <a:lnTo>
                  <a:pt x="426093" y="916900"/>
                </a:lnTo>
                <a:lnTo>
                  <a:pt x="419759" y="908824"/>
                </a:lnTo>
                <a:lnTo>
                  <a:pt x="418131" y="906749"/>
                </a:lnTo>
                <a:lnTo>
                  <a:pt x="417763" y="906279"/>
                </a:lnTo>
                <a:lnTo>
                  <a:pt x="402149" y="886366"/>
                </a:lnTo>
                <a:lnTo>
                  <a:pt x="412160" y="899135"/>
                </a:lnTo>
                <a:lnTo>
                  <a:pt x="416840" y="905102"/>
                </a:lnTo>
                <a:lnTo>
                  <a:pt x="400618" y="884420"/>
                </a:lnTo>
                <a:lnTo>
                  <a:pt x="400621" y="884418"/>
                </a:lnTo>
                <a:close/>
                <a:moveTo>
                  <a:pt x="136249" y="883432"/>
                </a:moveTo>
                <a:lnTo>
                  <a:pt x="141952" y="890707"/>
                </a:lnTo>
                <a:lnTo>
                  <a:pt x="137891" y="885527"/>
                </a:lnTo>
                <a:cubicBezTo>
                  <a:pt x="134756" y="881530"/>
                  <a:pt x="134459" y="881149"/>
                  <a:pt x="136249" y="883432"/>
                </a:cubicBezTo>
                <a:close/>
                <a:moveTo>
                  <a:pt x="391952" y="873363"/>
                </a:moveTo>
                <a:lnTo>
                  <a:pt x="400621" y="884416"/>
                </a:lnTo>
                <a:lnTo>
                  <a:pt x="400618" y="884414"/>
                </a:lnTo>
                <a:lnTo>
                  <a:pt x="393433" y="875251"/>
                </a:lnTo>
                <a:close/>
                <a:moveTo>
                  <a:pt x="320494" y="866275"/>
                </a:moveTo>
                <a:cubicBezTo>
                  <a:pt x="345968" y="898763"/>
                  <a:pt x="376888" y="959200"/>
                  <a:pt x="388701" y="995275"/>
                </a:cubicBezTo>
                <a:lnTo>
                  <a:pt x="391729" y="1008684"/>
                </a:lnTo>
                <a:lnTo>
                  <a:pt x="362937" y="968986"/>
                </a:lnTo>
                <a:lnTo>
                  <a:pt x="362700" y="968871"/>
                </a:lnTo>
                <a:lnTo>
                  <a:pt x="362539" y="968478"/>
                </a:lnTo>
                <a:cubicBezTo>
                  <a:pt x="352313" y="943618"/>
                  <a:pt x="338676" y="910472"/>
                  <a:pt x="320494" y="866275"/>
                </a:cubicBezTo>
                <a:close/>
                <a:moveTo>
                  <a:pt x="386166" y="865985"/>
                </a:moveTo>
                <a:lnTo>
                  <a:pt x="387882" y="868171"/>
                </a:lnTo>
                <a:lnTo>
                  <a:pt x="391952" y="873363"/>
                </a:lnTo>
                <a:close/>
                <a:moveTo>
                  <a:pt x="383027" y="861982"/>
                </a:moveTo>
                <a:lnTo>
                  <a:pt x="386166" y="865985"/>
                </a:lnTo>
                <a:lnTo>
                  <a:pt x="385264" y="864837"/>
                </a:lnTo>
                <a:close/>
                <a:moveTo>
                  <a:pt x="375142" y="851927"/>
                </a:moveTo>
                <a:lnTo>
                  <a:pt x="383027" y="861982"/>
                </a:lnTo>
                <a:lnTo>
                  <a:pt x="379062" y="856929"/>
                </a:lnTo>
                <a:close/>
                <a:moveTo>
                  <a:pt x="50538" y="820825"/>
                </a:moveTo>
                <a:cubicBezTo>
                  <a:pt x="56264" y="827643"/>
                  <a:pt x="86698" y="891497"/>
                  <a:pt x="97824" y="915023"/>
                </a:cubicBezTo>
                <a:lnTo>
                  <a:pt x="101901" y="923670"/>
                </a:lnTo>
                <a:cubicBezTo>
                  <a:pt x="101901" y="923670"/>
                  <a:pt x="101901" y="923670"/>
                  <a:pt x="77023" y="891944"/>
                </a:cubicBezTo>
                <a:lnTo>
                  <a:pt x="76764" y="891615"/>
                </a:lnTo>
                <a:lnTo>
                  <a:pt x="76425" y="891182"/>
                </a:lnTo>
                <a:lnTo>
                  <a:pt x="76424" y="891181"/>
                </a:lnTo>
                <a:lnTo>
                  <a:pt x="64726" y="862414"/>
                </a:lnTo>
                <a:cubicBezTo>
                  <a:pt x="54900" y="837879"/>
                  <a:pt x="50489" y="825609"/>
                  <a:pt x="49725" y="821680"/>
                </a:cubicBezTo>
                <a:cubicBezTo>
                  <a:pt x="49406" y="820041"/>
                  <a:pt x="49720" y="819852"/>
                  <a:pt x="50538" y="820825"/>
                </a:cubicBezTo>
                <a:close/>
                <a:moveTo>
                  <a:pt x="109175" y="764868"/>
                </a:moveTo>
                <a:lnTo>
                  <a:pt x="122036" y="781269"/>
                </a:lnTo>
                <a:cubicBezTo>
                  <a:pt x="129996" y="791421"/>
                  <a:pt x="141142" y="805633"/>
                  <a:pt x="160249" y="829998"/>
                </a:cubicBezTo>
                <a:cubicBezTo>
                  <a:pt x="147512" y="813755"/>
                  <a:pt x="136366" y="799543"/>
                  <a:pt x="126017" y="786346"/>
                </a:cubicBezTo>
                <a:close/>
                <a:moveTo>
                  <a:pt x="430304" y="757641"/>
                </a:moveTo>
                <a:cubicBezTo>
                  <a:pt x="429451" y="754421"/>
                  <a:pt x="430304" y="754196"/>
                  <a:pt x="433488" y="758257"/>
                </a:cubicBezTo>
                <a:lnTo>
                  <a:pt x="459042" y="817008"/>
                </a:lnTo>
                <a:lnTo>
                  <a:pt x="437347" y="774996"/>
                </a:lnTo>
                <a:cubicBezTo>
                  <a:pt x="433710" y="767075"/>
                  <a:pt x="431152" y="760860"/>
                  <a:pt x="430304" y="757641"/>
                </a:cubicBezTo>
                <a:close/>
                <a:moveTo>
                  <a:pt x="298720" y="754467"/>
                </a:moveTo>
                <a:cubicBezTo>
                  <a:pt x="298720" y="754467"/>
                  <a:pt x="298720" y="754467"/>
                  <a:pt x="375142" y="851927"/>
                </a:cubicBezTo>
                <a:cubicBezTo>
                  <a:pt x="375142" y="851927"/>
                  <a:pt x="375142" y="851927"/>
                  <a:pt x="310660" y="769696"/>
                </a:cubicBezTo>
                <a:close/>
                <a:moveTo>
                  <a:pt x="83827" y="732542"/>
                </a:moveTo>
                <a:lnTo>
                  <a:pt x="96561" y="748782"/>
                </a:lnTo>
                <a:lnTo>
                  <a:pt x="109175" y="764868"/>
                </a:lnTo>
                <a:lnTo>
                  <a:pt x="102930" y="756904"/>
                </a:lnTo>
                <a:lnTo>
                  <a:pt x="83830" y="732546"/>
                </a:lnTo>
                <a:close/>
                <a:moveTo>
                  <a:pt x="83826" y="732540"/>
                </a:moveTo>
                <a:lnTo>
                  <a:pt x="83827" y="732542"/>
                </a:lnTo>
                <a:lnTo>
                  <a:pt x="83826" y="732541"/>
                </a:lnTo>
                <a:close/>
                <a:moveTo>
                  <a:pt x="83824" y="732537"/>
                </a:moveTo>
                <a:lnTo>
                  <a:pt x="83826" y="732540"/>
                </a:lnTo>
                <a:lnTo>
                  <a:pt x="83824" y="732538"/>
                </a:lnTo>
                <a:close/>
                <a:moveTo>
                  <a:pt x="273243" y="721981"/>
                </a:moveTo>
                <a:lnTo>
                  <a:pt x="280788" y="756746"/>
                </a:lnTo>
                <a:lnTo>
                  <a:pt x="281408" y="763909"/>
                </a:lnTo>
                <a:close/>
                <a:moveTo>
                  <a:pt x="247768" y="689494"/>
                </a:moveTo>
                <a:cubicBezTo>
                  <a:pt x="275040" y="755788"/>
                  <a:pt x="281858" y="772361"/>
                  <a:pt x="282414" y="770607"/>
                </a:cubicBezTo>
                <a:lnTo>
                  <a:pt x="281408" y="763909"/>
                </a:lnTo>
                <a:lnTo>
                  <a:pt x="285832" y="786620"/>
                </a:lnTo>
                <a:cubicBezTo>
                  <a:pt x="295020" y="833789"/>
                  <a:pt x="295020" y="833789"/>
                  <a:pt x="295020" y="833789"/>
                </a:cubicBezTo>
                <a:cubicBezTo>
                  <a:pt x="247768" y="689494"/>
                  <a:pt x="247768" y="689494"/>
                  <a:pt x="247768" y="689494"/>
                </a:cubicBezTo>
                <a:close/>
                <a:moveTo>
                  <a:pt x="585912" y="676003"/>
                </a:moveTo>
                <a:lnTo>
                  <a:pt x="591062" y="683273"/>
                </a:lnTo>
                <a:lnTo>
                  <a:pt x="590990" y="683199"/>
                </a:lnTo>
                <a:lnTo>
                  <a:pt x="585869" y="676012"/>
                </a:lnTo>
                <a:close/>
                <a:moveTo>
                  <a:pt x="222295" y="657007"/>
                </a:moveTo>
                <a:cubicBezTo>
                  <a:pt x="247768" y="689494"/>
                  <a:pt x="273243" y="721981"/>
                  <a:pt x="298720" y="754467"/>
                </a:cubicBezTo>
                <a:lnTo>
                  <a:pt x="331131" y="823542"/>
                </a:lnTo>
                <a:cubicBezTo>
                  <a:pt x="359323" y="883625"/>
                  <a:pt x="375438" y="917959"/>
                  <a:pt x="384643" y="937577"/>
                </a:cubicBezTo>
                <a:lnTo>
                  <a:pt x="389819" y="948606"/>
                </a:lnTo>
                <a:lnTo>
                  <a:pt x="387275" y="947828"/>
                </a:lnTo>
                <a:lnTo>
                  <a:pt x="377185" y="937262"/>
                </a:lnTo>
                <a:lnTo>
                  <a:pt x="377075" y="937117"/>
                </a:lnTo>
                <a:cubicBezTo>
                  <a:pt x="343754" y="891998"/>
                  <a:pt x="307480" y="837862"/>
                  <a:pt x="287822" y="789157"/>
                </a:cubicBezTo>
                <a:lnTo>
                  <a:pt x="280788" y="756746"/>
                </a:lnTo>
                <a:lnTo>
                  <a:pt x="279490" y="741765"/>
                </a:lnTo>
                <a:cubicBezTo>
                  <a:pt x="280230" y="739428"/>
                  <a:pt x="281854" y="738543"/>
                  <a:pt x="284884" y="740273"/>
                </a:cubicBezTo>
                <a:lnTo>
                  <a:pt x="298717" y="754464"/>
                </a:lnTo>
                <a:lnTo>
                  <a:pt x="272746" y="721346"/>
                </a:lnTo>
                <a:cubicBezTo>
                  <a:pt x="258118" y="702692"/>
                  <a:pt x="241400" y="681373"/>
                  <a:pt x="222295" y="657007"/>
                </a:cubicBezTo>
                <a:close/>
                <a:moveTo>
                  <a:pt x="42396" y="644253"/>
                </a:moveTo>
                <a:cubicBezTo>
                  <a:pt x="52295" y="649000"/>
                  <a:pt x="67406" y="686656"/>
                  <a:pt x="76383" y="711231"/>
                </a:cubicBezTo>
                <a:lnTo>
                  <a:pt x="83824" y="732537"/>
                </a:lnTo>
                <a:lnTo>
                  <a:pt x="83250" y="731807"/>
                </a:lnTo>
                <a:lnTo>
                  <a:pt x="51831" y="691743"/>
                </a:lnTo>
                <a:lnTo>
                  <a:pt x="47402" y="686093"/>
                </a:lnTo>
                <a:lnTo>
                  <a:pt x="32873" y="667566"/>
                </a:lnTo>
                <a:lnTo>
                  <a:pt x="36124" y="647583"/>
                </a:lnTo>
                <a:cubicBezTo>
                  <a:pt x="37770" y="643937"/>
                  <a:pt x="39920" y="643066"/>
                  <a:pt x="42396" y="644253"/>
                </a:cubicBezTo>
                <a:close/>
                <a:moveTo>
                  <a:pt x="1911155" y="613506"/>
                </a:moveTo>
                <a:lnTo>
                  <a:pt x="1931980" y="650101"/>
                </a:lnTo>
                <a:cubicBezTo>
                  <a:pt x="1931980" y="650101"/>
                  <a:pt x="1926319" y="640157"/>
                  <a:pt x="1919245" y="627726"/>
                </a:cubicBezTo>
                <a:close/>
                <a:moveTo>
                  <a:pt x="537331" y="604175"/>
                </a:moveTo>
                <a:cubicBezTo>
                  <a:pt x="543383" y="609973"/>
                  <a:pt x="560070" y="638280"/>
                  <a:pt x="575887" y="662005"/>
                </a:cubicBezTo>
                <a:lnTo>
                  <a:pt x="585869" y="676012"/>
                </a:lnTo>
                <a:lnTo>
                  <a:pt x="581260" y="677004"/>
                </a:lnTo>
                <a:cubicBezTo>
                  <a:pt x="580695" y="679739"/>
                  <a:pt x="580994" y="684574"/>
                  <a:pt x="581785" y="690610"/>
                </a:cubicBezTo>
                <a:lnTo>
                  <a:pt x="582621" y="695462"/>
                </a:lnTo>
                <a:lnTo>
                  <a:pt x="582066" y="694585"/>
                </a:lnTo>
                <a:cubicBezTo>
                  <a:pt x="559429" y="654805"/>
                  <a:pt x="535251" y="606883"/>
                  <a:pt x="535251" y="606883"/>
                </a:cubicBezTo>
                <a:cubicBezTo>
                  <a:pt x="534479" y="602810"/>
                  <a:pt x="535314" y="602242"/>
                  <a:pt x="537331" y="604175"/>
                </a:cubicBezTo>
                <a:close/>
                <a:moveTo>
                  <a:pt x="1903326" y="599747"/>
                </a:moveTo>
                <a:lnTo>
                  <a:pt x="1911155" y="613506"/>
                </a:lnTo>
                <a:lnTo>
                  <a:pt x="1905983" y="604417"/>
                </a:lnTo>
                <a:close/>
                <a:moveTo>
                  <a:pt x="1894935" y="585000"/>
                </a:moveTo>
                <a:lnTo>
                  <a:pt x="1903326" y="599747"/>
                </a:lnTo>
                <a:lnTo>
                  <a:pt x="1898025" y="590432"/>
                </a:lnTo>
                <a:close/>
                <a:moveTo>
                  <a:pt x="1892189" y="580178"/>
                </a:moveTo>
                <a:lnTo>
                  <a:pt x="1894935" y="585000"/>
                </a:lnTo>
                <a:lnTo>
                  <a:pt x="1893780" y="582974"/>
                </a:lnTo>
                <a:cubicBezTo>
                  <a:pt x="1891659" y="579245"/>
                  <a:pt x="1891306" y="578625"/>
                  <a:pt x="1892189" y="580178"/>
                </a:cubicBezTo>
                <a:close/>
                <a:moveTo>
                  <a:pt x="1858302" y="579936"/>
                </a:moveTo>
                <a:lnTo>
                  <a:pt x="1858496" y="580959"/>
                </a:lnTo>
                <a:lnTo>
                  <a:pt x="1858458" y="580757"/>
                </a:lnTo>
                <a:close/>
                <a:moveTo>
                  <a:pt x="1857701" y="576763"/>
                </a:moveTo>
                <a:lnTo>
                  <a:pt x="1858302" y="579936"/>
                </a:lnTo>
                <a:lnTo>
                  <a:pt x="1858157" y="579167"/>
                </a:lnTo>
                <a:close/>
                <a:moveTo>
                  <a:pt x="1857082" y="573499"/>
                </a:moveTo>
                <a:lnTo>
                  <a:pt x="1857701" y="576763"/>
                </a:lnTo>
                <a:lnTo>
                  <a:pt x="1857503" y="575718"/>
                </a:lnTo>
                <a:close/>
                <a:moveTo>
                  <a:pt x="1855723" y="566329"/>
                </a:moveTo>
                <a:cubicBezTo>
                  <a:pt x="1855723" y="566329"/>
                  <a:pt x="1856012" y="567856"/>
                  <a:pt x="1856688" y="571420"/>
                </a:cubicBezTo>
                <a:lnTo>
                  <a:pt x="1857082" y="573499"/>
                </a:lnTo>
                <a:lnTo>
                  <a:pt x="1856925" y="572667"/>
                </a:lnTo>
                <a:close/>
                <a:moveTo>
                  <a:pt x="2821403" y="510549"/>
                </a:moveTo>
                <a:lnTo>
                  <a:pt x="2835157" y="528089"/>
                </a:lnTo>
                <a:lnTo>
                  <a:pt x="2835155" y="528087"/>
                </a:lnTo>
                <a:close/>
                <a:moveTo>
                  <a:pt x="2809680" y="495600"/>
                </a:moveTo>
                <a:lnTo>
                  <a:pt x="2821403" y="510549"/>
                </a:lnTo>
                <a:lnTo>
                  <a:pt x="2820427" y="509305"/>
                </a:lnTo>
                <a:cubicBezTo>
                  <a:pt x="2809680" y="495600"/>
                  <a:pt x="2809680" y="495600"/>
                  <a:pt x="2809680" y="495600"/>
                </a:cubicBezTo>
                <a:close/>
                <a:moveTo>
                  <a:pt x="2809680" y="495600"/>
                </a:moveTo>
                <a:cubicBezTo>
                  <a:pt x="2816049" y="503721"/>
                  <a:pt x="2819233" y="507782"/>
                  <a:pt x="2820428" y="509304"/>
                </a:cubicBezTo>
                <a:cubicBezTo>
                  <a:pt x="2824011" y="513872"/>
                  <a:pt x="2809680" y="495600"/>
                  <a:pt x="2809680" y="495600"/>
                </a:cubicBezTo>
                <a:close/>
                <a:moveTo>
                  <a:pt x="1781785" y="494773"/>
                </a:moveTo>
                <a:lnTo>
                  <a:pt x="1786419" y="503068"/>
                </a:lnTo>
                <a:lnTo>
                  <a:pt x="1787963" y="527355"/>
                </a:lnTo>
                <a:cubicBezTo>
                  <a:pt x="1781785" y="494773"/>
                  <a:pt x="1781785" y="494773"/>
                  <a:pt x="1781785" y="494773"/>
                </a:cubicBezTo>
                <a:close/>
                <a:moveTo>
                  <a:pt x="1352873" y="461464"/>
                </a:moveTo>
                <a:lnTo>
                  <a:pt x="1354466" y="469869"/>
                </a:lnTo>
                <a:lnTo>
                  <a:pt x="1354346" y="469240"/>
                </a:lnTo>
                <a:lnTo>
                  <a:pt x="1353116" y="462749"/>
                </a:lnTo>
                <a:close/>
                <a:moveTo>
                  <a:pt x="1351860" y="456124"/>
                </a:moveTo>
                <a:lnTo>
                  <a:pt x="1352760" y="460871"/>
                </a:lnTo>
                <a:lnTo>
                  <a:pt x="1352873" y="461464"/>
                </a:lnTo>
                <a:close/>
                <a:moveTo>
                  <a:pt x="1345189" y="420933"/>
                </a:moveTo>
                <a:lnTo>
                  <a:pt x="1351860" y="456124"/>
                </a:lnTo>
                <a:lnTo>
                  <a:pt x="1347324" y="432197"/>
                </a:lnTo>
                <a:close/>
                <a:moveTo>
                  <a:pt x="1162718" y="413776"/>
                </a:moveTo>
                <a:lnTo>
                  <a:pt x="1162769" y="414046"/>
                </a:lnTo>
                <a:lnTo>
                  <a:pt x="1162730" y="413842"/>
                </a:lnTo>
                <a:close/>
                <a:moveTo>
                  <a:pt x="1162659" y="413464"/>
                </a:moveTo>
                <a:lnTo>
                  <a:pt x="1162718" y="413776"/>
                </a:lnTo>
                <a:lnTo>
                  <a:pt x="1162699" y="413678"/>
                </a:lnTo>
                <a:close/>
                <a:moveTo>
                  <a:pt x="1162640" y="413368"/>
                </a:moveTo>
                <a:lnTo>
                  <a:pt x="1162699" y="413678"/>
                </a:lnTo>
                <a:lnTo>
                  <a:pt x="1162730" y="413842"/>
                </a:lnTo>
                <a:lnTo>
                  <a:pt x="1162769" y="414048"/>
                </a:lnTo>
                <a:lnTo>
                  <a:pt x="1162698" y="413674"/>
                </a:lnTo>
                <a:close/>
                <a:moveTo>
                  <a:pt x="1162525" y="412760"/>
                </a:moveTo>
                <a:lnTo>
                  <a:pt x="1162537" y="412826"/>
                </a:lnTo>
                <a:lnTo>
                  <a:pt x="1162640" y="413368"/>
                </a:lnTo>
                <a:close/>
                <a:moveTo>
                  <a:pt x="1162504" y="412654"/>
                </a:moveTo>
                <a:lnTo>
                  <a:pt x="1162525" y="412760"/>
                </a:lnTo>
                <a:lnTo>
                  <a:pt x="1162520" y="412735"/>
                </a:lnTo>
                <a:close/>
                <a:moveTo>
                  <a:pt x="1162434" y="412278"/>
                </a:moveTo>
                <a:lnTo>
                  <a:pt x="1162659" y="413464"/>
                </a:lnTo>
                <a:lnTo>
                  <a:pt x="1162537" y="412826"/>
                </a:lnTo>
                <a:close/>
                <a:moveTo>
                  <a:pt x="1162392" y="412056"/>
                </a:moveTo>
                <a:lnTo>
                  <a:pt x="1162396" y="412079"/>
                </a:lnTo>
                <a:lnTo>
                  <a:pt x="1162504" y="412654"/>
                </a:lnTo>
                <a:lnTo>
                  <a:pt x="1162504" y="412652"/>
                </a:lnTo>
                <a:close/>
                <a:moveTo>
                  <a:pt x="1162353" y="411849"/>
                </a:moveTo>
                <a:lnTo>
                  <a:pt x="1162434" y="412278"/>
                </a:lnTo>
                <a:lnTo>
                  <a:pt x="1162396" y="412079"/>
                </a:lnTo>
                <a:close/>
                <a:moveTo>
                  <a:pt x="1162351" y="411842"/>
                </a:moveTo>
                <a:lnTo>
                  <a:pt x="1162351" y="411843"/>
                </a:lnTo>
                <a:lnTo>
                  <a:pt x="1162392" y="412056"/>
                </a:lnTo>
                <a:close/>
                <a:moveTo>
                  <a:pt x="1162348" y="411826"/>
                </a:moveTo>
                <a:lnTo>
                  <a:pt x="1162353" y="411849"/>
                </a:lnTo>
                <a:lnTo>
                  <a:pt x="1162351" y="411843"/>
                </a:lnTo>
                <a:close/>
                <a:moveTo>
                  <a:pt x="1162346" y="411818"/>
                </a:moveTo>
                <a:lnTo>
                  <a:pt x="1162347" y="411819"/>
                </a:lnTo>
                <a:lnTo>
                  <a:pt x="1162351" y="411842"/>
                </a:lnTo>
                <a:lnTo>
                  <a:pt x="1162347" y="411822"/>
                </a:lnTo>
                <a:close/>
                <a:moveTo>
                  <a:pt x="1162270" y="411419"/>
                </a:moveTo>
                <a:lnTo>
                  <a:pt x="1162346" y="411818"/>
                </a:lnTo>
                <a:lnTo>
                  <a:pt x="1162346" y="411818"/>
                </a:lnTo>
                <a:close/>
                <a:moveTo>
                  <a:pt x="1162222" y="411159"/>
                </a:moveTo>
                <a:lnTo>
                  <a:pt x="1162348" y="411826"/>
                </a:lnTo>
                <a:lnTo>
                  <a:pt x="1162347" y="411819"/>
                </a:lnTo>
                <a:close/>
                <a:moveTo>
                  <a:pt x="1342913" y="408931"/>
                </a:moveTo>
                <a:lnTo>
                  <a:pt x="1345189" y="420933"/>
                </a:lnTo>
                <a:lnTo>
                  <a:pt x="1344719" y="418453"/>
                </a:lnTo>
                <a:close/>
                <a:moveTo>
                  <a:pt x="1161783" y="408847"/>
                </a:moveTo>
                <a:lnTo>
                  <a:pt x="1162203" y="411066"/>
                </a:lnTo>
                <a:lnTo>
                  <a:pt x="1162270" y="411419"/>
                </a:lnTo>
                <a:lnTo>
                  <a:pt x="1162090" y="410468"/>
                </a:lnTo>
                <a:close/>
                <a:moveTo>
                  <a:pt x="1161776" y="408809"/>
                </a:moveTo>
                <a:lnTo>
                  <a:pt x="1161779" y="408824"/>
                </a:lnTo>
                <a:lnTo>
                  <a:pt x="1161783" y="408847"/>
                </a:lnTo>
                <a:close/>
                <a:moveTo>
                  <a:pt x="1161674" y="408272"/>
                </a:moveTo>
                <a:lnTo>
                  <a:pt x="1162222" y="411159"/>
                </a:lnTo>
                <a:lnTo>
                  <a:pt x="1162203" y="411066"/>
                </a:lnTo>
                <a:lnTo>
                  <a:pt x="1161779" y="408824"/>
                </a:lnTo>
                <a:close/>
                <a:moveTo>
                  <a:pt x="1161573" y="407735"/>
                </a:moveTo>
                <a:lnTo>
                  <a:pt x="1161674" y="408272"/>
                </a:lnTo>
                <a:lnTo>
                  <a:pt x="1161673" y="408264"/>
                </a:lnTo>
                <a:close/>
                <a:moveTo>
                  <a:pt x="1161559" y="407665"/>
                </a:moveTo>
                <a:lnTo>
                  <a:pt x="1161673" y="408264"/>
                </a:lnTo>
                <a:lnTo>
                  <a:pt x="1161776" y="408809"/>
                </a:lnTo>
                <a:lnTo>
                  <a:pt x="1161661" y="408201"/>
                </a:lnTo>
                <a:close/>
                <a:moveTo>
                  <a:pt x="1161518" y="407446"/>
                </a:moveTo>
                <a:lnTo>
                  <a:pt x="1161534" y="407529"/>
                </a:lnTo>
                <a:lnTo>
                  <a:pt x="1161559" y="407665"/>
                </a:lnTo>
                <a:close/>
                <a:moveTo>
                  <a:pt x="1161463" y="407157"/>
                </a:moveTo>
                <a:lnTo>
                  <a:pt x="1161573" y="407735"/>
                </a:lnTo>
                <a:lnTo>
                  <a:pt x="1161534" y="407529"/>
                </a:lnTo>
                <a:close/>
                <a:moveTo>
                  <a:pt x="1161352" y="406569"/>
                </a:moveTo>
                <a:lnTo>
                  <a:pt x="1161463" y="407157"/>
                </a:lnTo>
                <a:lnTo>
                  <a:pt x="1161451" y="407092"/>
                </a:lnTo>
                <a:close/>
                <a:moveTo>
                  <a:pt x="1161163" y="405574"/>
                </a:moveTo>
                <a:lnTo>
                  <a:pt x="1161352" y="406569"/>
                </a:lnTo>
                <a:lnTo>
                  <a:pt x="1161166" y="405588"/>
                </a:lnTo>
                <a:close/>
                <a:moveTo>
                  <a:pt x="1161101" y="405247"/>
                </a:moveTo>
                <a:lnTo>
                  <a:pt x="1161166" y="405588"/>
                </a:lnTo>
                <a:lnTo>
                  <a:pt x="1161451" y="407092"/>
                </a:lnTo>
                <a:lnTo>
                  <a:pt x="1161518" y="407446"/>
                </a:lnTo>
                <a:close/>
                <a:moveTo>
                  <a:pt x="1160824" y="403786"/>
                </a:moveTo>
                <a:lnTo>
                  <a:pt x="1161163" y="405574"/>
                </a:lnTo>
                <a:lnTo>
                  <a:pt x="1161098" y="405232"/>
                </a:lnTo>
                <a:close/>
                <a:moveTo>
                  <a:pt x="1160554" y="402369"/>
                </a:moveTo>
                <a:lnTo>
                  <a:pt x="1160563" y="402414"/>
                </a:lnTo>
                <a:lnTo>
                  <a:pt x="1161098" y="405232"/>
                </a:lnTo>
                <a:lnTo>
                  <a:pt x="1161101" y="405247"/>
                </a:lnTo>
                <a:close/>
                <a:moveTo>
                  <a:pt x="1160546" y="402323"/>
                </a:moveTo>
                <a:lnTo>
                  <a:pt x="1160554" y="402369"/>
                </a:lnTo>
                <a:lnTo>
                  <a:pt x="1160551" y="402352"/>
                </a:lnTo>
                <a:close/>
                <a:moveTo>
                  <a:pt x="1160546" y="402322"/>
                </a:moveTo>
                <a:lnTo>
                  <a:pt x="1160824" y="403786"/>
                </a:lnTo>
                <a:lnTo>
                  <a:pt x="1160563" y="402414"/>
                </a:lnTo>
                <a:lnTo>
                  <a:pt x="1160546" y="402322"/>
                </a:lnTo>
                <a:close/>
                <a:moveTo>
                  <a:pt x="1160540" y="402293"/>
                </a:moveTo>
                <a:lnTo>
                  <a:pt x="1160546" y="402322"/>
                </a:lnTo>
                <a:lnTo>
                  <a:pt x="1160545" y="402318"/>
                </a:lnTo>
                <a:close/>
                <a:moveTo>
                  <a:pt x="1160538" y="402281"/>
                </a:moveTo>
                <a:lnTo>
                  <a:pt x="1160538" y="402282"/>
                </a:lnTo>
                <a:lnTo>
                  <a:pt x="1160545" y="402318"/>
                </a:lnTo>
                <a:lnTo>
                  <a:pt x="1160546" y="402322"/>
                </a:lnTo>
                <a:lnTo>
                  <a:pt x="1160546" y="402323"/>
                </a:lnTo>
                <a:lnTo>
                  <a:pt x="1160545" y="402320"/>
                </a:lnTo>
                <a:close/>
                <a:moveTo>
                  <a:pt x="1160525" y="402212"/>
                </a:moveTo>
                <a:lnTo>
                  <a:pt x="1160540" y="402293"/>
                </a:lnTo>
                <a:lnTo>
                  <a:pt x="1160538" y="402282"/>
                </a:lnTo>
                <a:lnTo>
                  <a:pt x="1160529" y="402237"/>
                </a:lnTo>
                <a:close/>
                <a:moveTo>
                  <a:pt x="1160516" y="402166"/>
                </a:moveTo>
                <a:lnTo>
                  <a:pt x="1160521" y="402192"/>
                </a:lnTo>
                <a:lnTo>
                  <a:pt x="1160529" y="402237"/>
                </a:lnTo>
                <a:lnTo>
                  <a:pt x="1160538" y="402281"/>
                </a:lnTo>
                <a:lnTo>
                  <a:pt x="1160536" y="402272"/>
                </a:lnTo>
                <a:close/>
                <a:moveTo>
                  <a:pt x="1341611" y="402067"/>
                </a:moveTo>
                <a:lnTo>
                  <a:pt x="1342913" y="408931"/>
                </a:lnTo>
                <a:lnTo>
                  <a:pt x="1341822" y="403180"/>
                </a:lnTo>
                <a:close/>
                <a:moveTo>
                  <a:pt x="1160421" y="401671"/>
                </a:moveTo>
                <a:lnTo>
                  <a:pt x="1160516" y="402166"/>
                </a:lnTo>
                <a:lnTo>
                  <a:pt x="1160507" y="402124"/>
                </a:lnTo>
                <a:close/>
                <a:moveTo>
                  <a:pt x="1160330" y="401186"/>
                </a:moveTo>
                <a:lnTo>
                  <a:pt x="1160525" y="402212"/>
                </a:lnTo>
                <a:lnTo>
                  <a:pt x="1160521" y="402192"/>
                </a:lnTo>
                <a:close/>
                <a:moveTo>
                  <a:pt x="1160321" y="401141"/>
                </a:moveTo>
                <a:lnTo>
                  <a:pt x="1160327" y="401171"/>
                </a:lnTo>
                <a:lnTo>
                  <a:pt x="1160421" y="401671"/>
                </a:lnTo>
                <a:lnTo>
                  <a:pt x="1160345" y="401270"/>
                </a:lnTo>
                <a:close/>
                <a:moveTo>
                  <a:pt x="1160310" y="401082"/>
                </a:moveTo>
                <a:lnTo>
                  <a:pt x="1160312" y="401092"/>
                </a:lnTo>
                <a:lnTo>
                  <a:pt x="1160321" y="401141"/>
                </a:lnTo>
                <a:close/>
                <a:moveTo>
                  <a:pt x="1160299" y="401030"/>
                </a:moveTo>
                <a:lnTo>
                  <a:pt x="1160304" y="401050"/>
                </a:lnTo>
                <a:lnTo>
                  <a:pt x="1160310" y="401082"/>
                </a:lnTo>
                <a:lnTo>
                  <a:pt x="1160309" y="401078"/>
                </a:lnTo>
                <a:close/>
                <a:moveTo>
                  <a:pt x="1160291" y="400987"/>
                </a:moveTo>
                <a:lnTo>
                  <a:pt x="1160299" y="401030"/>
                </a:lnTo>
                <a:lnTo>
                  <a:pt x="1160298" y="401021"/>
                </a:lnTo>
                <a:close/>
                <a:moveTo>
                  <a:pt x="1160178" y="400385"/>
                </a:moveTo>
                <a:lnTo>
                  <a:pt x="1160330" y="401186"/>
                </a:lnTo>
                <a:lnTo>
                  <a:pt x="1160327" y="401171"/>
                </a:lnTo>
                <a:lnTo>
                  <a:pt x="1160312" y="401092"/>
                </a:lnTo>
                <a:lnTo>
                  <a:pt x="1160304" y="401050"/>
                </a:lnTo>
                <a:lnTo>
                  <a:pt x="1160241" y="400718"/>
                </a:lnTo>
                <a:close/>
                <a:moveTo>
                  <a:pt x="1160088" y="399916"/>
                </a:moveTo>
                <a:lnTo>
                  <a:pt x="1160100" y="399976"/>
                </a:lnTo>
                <a:lnTo>
                  <a:pt x="1160241" y="400718"/>
                </a:lnTo>
                <a:lnTo>
                  <a:pt x="1160291" y="400987"/>
                </a:lnTo>
                <a:lnTo>
                  <a:pt x="1160180" y="400400"/>
                </a:lnTo>
                <a:lnTo>
                  <a:pt x="1160159" y="400288"/>
                </a:lnTo>
                <a:close/>
                <a:moveTo>
                  <a:pt x="1257496" y="399880"/>
                </a:moveTo>
                <a:lnTo>
                  <a:pt x="1263052" y="406894"/>
                </a:lnTo>
                <a:cubicBezTo>
                  <a:pt x="1267368" y="410998"/>
                  <a:pt x="1271016" y="412827"/>
                  <a:pt x="1273619" y="411632"/>
                </a:cubicBezTo>
                <a:lnTo>
                  <a:pt x="1274873" y="407721"/>
                </a:lnTo>
                <a:lnTo>
                  <a:pt x="1284613" y="424844"/>
                </a:lnTo>
                <a:cubicBezTo>
                  <a:pt x="1286031" y="427330"/>
                  <a:pt x="1286031" y="427330"/>
                  <a:pt x="1286031" y="427330"/>
                </a:cubicBezTo>
                <a:lnTo>
                  <a:pt x="1262761" y="417153"/>
                </a:lnTo>
                <a:lnTo>
                  <a:pt x="1260570" y="412459"/>
                </a:lnTo>
                <a:close/>
                <a:moveTo>
                  <a:pt x="1160041" y="399667"/>
                </a:moveTo>
                <a:lnTo>
                  <a:pt x="1160051" y="399720"/>
                </a:lnTo>
                <a:lnTo>
                  <a:pt x="1160088" y="399916"/>
                </a:lnTo>
                <a:lnTo>
                  <a:pt x="1160060" y="399770"/>
                </a:lnTo>
                <a:close/>
                <a:moveTo>
                  <a:pt x="1160015" y="399530"/>
                </a:moveTo>
                <a:lnTo>
                  <a:pt x="1160028" y="399599"/>
                </a:lnTo>
                <a:lnTo>
                  <a:pt x="1160041" y="399667"/>
                </a:lnTo>
                <a:lnTo>
                  <a:pt x="1160018" y="399548"/>
                </a:lnTo>
                <a:close/>
                <a:moveTo>
                  <a:pt x="1160014" y="399526"/>
                </a:moveTo>
                <a:lnTo>
                  <a:pt x="1160014" y="399528"/>
                </a:lnTo>
                <a:lnTo>
                  <a:pt x="1160015" y="399530"/>
                </a:lnTo>
                <a:lnTo>
                  <a:pt x="1160014" y="399528"/>
                </a:lnTo>
                <a:close/>
                <a:moveTo>
                  <a:pt x="1159991" y="399405"/>
                </a:moveTo>
                <a:lnTo>
                  <a:pt x="1160009" y="399496"/>
                </a:lnTo>
                <a:lnTo>
                  <a:pt x="1160014" y="399526"/>
                </a:lnTo>
                <a:lnTo>
                  <a:pt x="1159992" y="399411"/>
                </a:lnTo>
                <a:close/>
                <a:moveTo>
                  <a:pt x="1159989" y="399390"/>
                </a:moveTo>
                <a:lnTo>
                  <a:pt x="1159989" y="399392"/>
                </a:lnTo>
                <a:lnTo>
                  <a:pt x="1159991" y="399405"/>
                </a:lnTo>
                <a:lnTo>
                  <a:pt x="1159991" y="399404"/>
                </a:lnTo>
                <a:close/>
                <a:moveTo>
                  <a:pt x="1159986" y="399376"/>
                </a:moveTo>
                <a:lnTo>
                  <a:pt x="1159988" y="399384"/>
                </a:lnTo>
                <a:lnTo>
                  <a:pt x="1159989" y="399390"/>
                </a:lnTo>
                <a:lnTo>
                  <a:pt x="1159987" y="399381"/>
                </a:lnTo>
                <a:close/>
                <a:moveTo>
                  <a:pt x="1159951" y="399188"/>
                </a:moveTo>
                <a:lnTo>
                  <a:pt x="1159970" y="399291"/>
                </a:lnTo>
                <a:lnTo>
                  <a:pt x="1159986" y="399376"/>
                </a:lnTo>
                <a:lnTo>
                  <a:pt x="1159985" y="399372"/>
                </a:lnTo>
                <a:close/>
                <a:moveTo>
                  <a:pt x="1159911" y="398970"/>
                </a:moveTo>
                <a:lnTo>
                  <a:pt x="1160178" y="400385"/>
                </a:lnTo>
                <a:lnTo>
                  <a:pt x="1160100" y="399976"/>
                </a:lnTo>
                <a:lnTo>
                  <a:pt x="1160051" y="399720"/>
                </a:lnTo>
                <a:lnTo>
                  <a:pt x="1160028" y="399599"/>
                </a:lnTo>
                <a:lnTo>
                  <a:pt x="1160014" y="399528"/>
                </a:lnTo>
                <a:lnTo>
                  <a:pt x="1160009" y="399496"/>
                </a:lnTo>
                <a:lnTo>
                  <a:pt x="1159989" y="399392"/>
                </a:lnTo>
                <a:lnTo>
                  <a:pt x="1159988" y="399384"/>
                </a:lnTo>
                <a:lnTo>
                  <a:pt x="1159970" y="399291"/>
                </a:lnTo>
                <a:close/>
                <a:moveTo>
                  <a:pt x="1159906" y="398952"/>
                </a:moveTo>
                <a:lnTo>
                  <a:pt x="1159915" y="399002"/>
                </a:lnTo>
                <a:lnTo>
                  <a:pt x="1159917" y="399013"/>
                </a:lnTo>
                <a:close/>
                <a:moveTo>
                  <a:pt x="1159890" y="398862"/>
                </a:moveTo>
                <a:lnTo>
                  <a:pt x="1159911" y="398970"/>
                </a:lnTo>
                <a:lnTo>
                  <a:pt x="1159891" y="398867"/>
                </a:lnTo>
                <a:close/>
                <a:moveTo>
                  <a:pt x="1159882" y="398823"/>
                </a:moveTo>
                <a:lnTo>
                  <a:pt x="1159890" y="398862"/>
                </a:lnTo>
                <a:lnTo>
                  <a:pt x="1159886" y="398841"/>
                </a:lnTo>
                <a:close/>
                <a:moveTo>
                  <a:pt x="1159878" y="398798"/>
                </a:moveTo>
                <a:lnTo>
                  <a:pt x="1159879" y="398806"/>
                </a:lnTo>
                <a:lnTo>
                  <a:pt x="1159886" y="398841"/>
                </a:lnTo>
                <a:lnTo>
                  <a:pt x="1159891" y="398867"/>
                </a:lnTo>
                <a:lnTo>
                  <a:pt x="1159951" y="399188"/>
                </a:lnTo>
                <a:lnTo>
                  <a:pt x="1159915" y="399002"/>
                </a:lnTo>
                <a:close/>
                <a:moveTo>
                  <a:pt x="1159874" y="398778"/>
                </a:moveTo>
                <a:lnTo>
                  <a:pt x="1159882" y="398823"/>
                </a:lnTo>
                <a:lnTo>
                  <a:pt x="1159879" y="398806"/>
                </a:lnTo>
                <a:lnTo>
                  <a:pt x="1159877" y="398796"/>
                </a:lnTo>
                <a:close/>
                <a:moveTo>
                  <a:pt x="1159863" y="398719"/>
                </a:moveTo>
                <a:lnTo>
                  <a:pt x="1159874" y="398778"/>
                </a:lnTo>
                <a:lnTo>
                  <a:pt x="1159864" y="398722"/>
                </a:lnTo>
                <a:close/>
                <a:moveTo>
                  <a:pt x="1159808" y="398425"/>
                </a:moveTo>
                <a:lnTo>
                  <a:pt x="1159863" y="398719"/>
                </a:lnTo>
                <a:lnTo>
                  <a:pt x="1159862" y="398712"/>
                </a:lnTo>
                <a:close/>
                <a:moveTo>
                  <a:pt x="1159747" y="398112"/>
                </a:moveTo>
                <a:lnTo>
                  <a:pt x="1159784" y="398300"/>
                </a:lnTo>
                <a:lnTo>
                  <a:pt x="1159862" y="398712"/>
                </a:lnTo>
                <a:lnTo>
                  <a:pt x="1159864" y="398722"/>
                </a:lnTo>
                <a:lnTo>
                  <a:pt x="1159877" y="398796"/>
                </a:lnTo>
                <a:lnTo>
                  <a:pt x="1159878" y="398798"/>
                </a:lnTo>
                <a:close/>
                <a:moveTo>
                  <a:pt x="1159747" y="398109"/>
                </a:moveTo>
                <a:lnTo>
                  <a:pt x="1159747" y="398112"/>
                </a:lnTo>
                <a:lnTo>
                  <a:pt x="1159747" y="398111"/>
                </a:lnTo>
                <a:close/>
                <a:moveTo>
                  <a:pt x="1159740" y="398072"/>
                </a:moveTo>
                <a:lnTo>
                  <a:pt x="1159747" y="398109"/>
                </a:lnTo>
                <a:lnTo>
                  <a:pt x="1159744" y="398094"/>
                </a:lnTo>
                <a:close/>
                <a:moveTo>
                  <a:pt x="1159709" y="397911"/>
                </a:moveTo>
                <a:lnTo>
                  <a:pt x="1159740" y="398072"/>
                </a:lnTo>
                <a:lnTo>
                  <a:pt x="1159721" y="397976"/>
                </a:lnTo>
                <a:close/>
                <a:moveTo>
                  <a:pt x="1159705" y="397885"/>
                </a:moveTo>
                <a:lnTo>
                  <a:pt x="1159808" y="398425"/>
                </a:lnTo>
                <a:lnTo>
                  <a:pt x="1159784" y="398300"/>
                </a:lnTo>
                <a:close/>
                <a:moveTo>
                  <a:pt x="1159687" y="397791"/>
                </a:moveTo>
                <a:lnTo>
                  <a:pt x="1159702" y="397871"/>
                </a:lnTo>
                <a:lnTo>
                  <a:pt x="1159705" y="397885"/>
                </a:lnTo>
                <a:close/>
                <a:moveTo>
                  <a:pt x="1159580" y="397233"/>
                </a:moveTo>
                <a:lnTo>
                  <a:pt x="1159721" y="397976"/>
                </a:lnTo>
                <a:lnTo>
                  <a:pt x="1159744" y="398094"/>
                </a:lnTo>
                <a:lnTo>
                  <a:pt x="1159747" y="398111"/>
                </a:lnTo>
                <a:lnTo>
                  <a:pt x="1159906" y="398952"/>
                </a:lnTo>
                <a:lnTo>
                  <a:pt x="1159718" y="397963"/>
                </a:lnTo>
                <a:close/>
                <a:moveTo>
                  <a:pt x="1159527" y="396944"/>
                </a:moveTo>
                <a:lnTo>
                  <a:pt x="1159687" y="397791"/>
                </a:lnTo>
                <a:lnTo>
                  <a:pt x="1159638" y="397536"/>
                </a:lnTo>
                <a:close/>
                <a:moveTo>
                  <a:pt x="1339997" y="393557"/>
                </a:moveTo>
                <a:lnTo>
                  <a:pt x="1341611" y="402067"/>
                </a:lnTo>
                <a:lnTo>
                  <a:pt x="1341049" y="399108"/>
                </a:lnTo>
                <a:close/>
                <a:moveTo>
                  <a:pt x="1339505" y="390964"/>
                </a:moveTo>
                <a:lnTo>
                  <a:pt x="1339997" y="393557"/>
                </a:lnTo>
                <a:lnTo>
                  <a:pt x="1339868" y="392882"/>
                </a:lnTo>
                <a:close/>
                <a:moveTo>
                  <a:pt x="1157507" y="386298"/>
                </a:moveTo>
                <a:lnTo>
                  <a:pt x="1158125" y="389556"/>
                </a:lnTo>
                <a:lnTo>
                  <a:pt x="1159638" y="397536"/>
                </a:lnTo>
                <a:lnTo>
                  <a:pt x="1159709" y="397911"/>
                </a:lnTo>
                <a:lnTo>
                  <a:pt x="1158502" y="391555"/>
                </a:lnTo>
                <a:close/>
                <a:moveTo>
                  <a:pt x="1217717" y="385442"/>
                </a:moveTo>
                <a:lnTo>
                  <a:pt x="1217785" y="385796"/>
                </a:lnTo>
                <a:lnTo>
                  <a:pt x="1217729" y="385505"/>
                </a:lnTo>
                <a:close/>
                <a:moveTo>
                  <a:pt x="1217640" y="385043"/>
                </a:moveTo>
                <a:lnTo>
                  <a:pt x="1217662" y="385158"/>
                </a:lnTo>
                <a:lnTo>
                  <a:pt x="1217729" y="385505"/>
                </a:lnTo>
                <a:lnTo>
                  <a:pt x="1220199" y="398536"/>
                </a:lnTo>
                <a:close/>
                <a:moveTo>
                  <a:pt x="1217634" y="385009"/>
                </a:moveTo>
                <a:lnTo>
                  <a:pt x="1217717" y="385442"/>
                </a:lnTo>
                <a:lnTo>
                  <a:pt x="1217662" y="385158"/>
                </a:lnTo>
                <a:lnTo>
                  <a:pt x="1217636" y="385021"/>
                </a:lnTo>
                <a:close/>
                <a:moveTo>
                  <a:pt x="1217619" y="384935"/>
                </a:moveTo>
                <a:lnTo>
                  <a:pt x="1217636" y="385021"/>
                </a:lnTo>
                <a:lnTo>
                  <a:pt x="1217640" y="385043"/>
                </a:lnTo>
                <a:close/>
                <a:moveTo>
                  <a:pt x="1217609" y="384883"/>
                </a:moveTo>
                <a:lnTo>
                  <a:pt x="1217617" y="384918"/>
                </a:lnTo>
                <a:lnTo>
                  <a:pt x="1217619" y="384935"/>
                </a:lnTo>
                <a:close/>
                <a:moveTo>
                  <a:pt x="1217607" y="384867"/>
                </a:moveTo>
                <a:lnTo>
                  <a:pt x="1217607" y="384868"/>
                </a:lnTo>
                <a:lnTo>
                  <a:pt x="1217609" y="384883"/>
                </a:lnTo>
                <a:close/>
                <a:moveTo>
                  <a:pt x="1217581" y="384733"/>
                </a:moveTo>
                <a:lnTo>
                  <a:pt x="1217606" y="384860"/>
                </a:lnTo>
                <a:lnTo>
                  <a:pt x="1217607" y="384867"/>
                </a:lnTo>
                <a:close/>
                <a:moveTo>
                  <a:pt x="1217462" y="384108"/>
                </a:moveTo>
                <a:lnTo>
                  <a:pt x="1217569" y="384666"/>
                </a:lnTo>
                <a:lnTo>
                  <a:pt x="1217581" y="384733"/>
                </a:lnTo>
                <a:lnTo>
                  <a:pt x="1217495" y="384283"/>
                </a:lnTo>
                <a:close/>
                <a:moveTo>
                  <a:pt x="1217401" y="383778"/>
                </a:moveTo>
                <a:lnTo>
                  <a:pt x="1217634" y="385009"/>
                </a:lnTo>
                <a:lnTo>
                  <a:pt x="1217617" y="384918"/>
                </a:lnTo>
                <a:lnTo>
                  <a:pt x="1217607" y="384868"/>
                </a:lnTo>
                <a:lnTo>
                  <a:pt x="1217606" y="384860"/>
                </a:lnTo>
                <a:lnTo>
                  <a:pt x="1217569" y="384666"/>
                </a:lnTo>
                <a:lnTo>
                  <a:pt x="1217441" y="383993"/>
                </a:lnTo>
                <a:close/>
                <a:moveTo>
                  <a:pt x="1217399" y="383774"/>
                </a:moveTo>
                <a:lnTo>
                  <a:pt x="1217400" y="383775"/>
                </a:lnTo>
                <a:lnTo>
                  <a:pt x="1217441" y="383993"/>
                </a:lnTo>
                <a:lnTo>
                  <a:pt x="1217462" y="384108"/>
                </a:lnTo>
                <a:close/>
                <a:moveTo>
                  <a:pt x="1156478" y="380873"/>
                </a:moveTo>
                <a:lnTo>
                  <a:pt x="1156882" y="383003"/>
                </a:lnTo>
                <a:lnTo>
                  <a:pt x="1157483" y="386170"/>
                </a:lnTo>
                <a:lnTo>
                  <a:pt x="1157507" y="386298"/>
                </a:lnTo>
                <a:close/>
                <a:moveTo>
                  <a:pt x="1216534" y="379210"/>
                </a:moveTo>
                <a:lnTo>
                  <a:pt x="1217401" y="383778"/>
                </a:lnTo>
                <a:lnTo>
                  <a:pt x="1217400" y="383775"/>
                </a:lnTo>
                <a:close/>
                <a:moveTo>
                  <a:pt x="1154938" y="372754"/>
                </a:moveTo>
                <a:lnTo>
                  <a:pt x="1155605" y="376270"/>
                </a:lnTo>
                <a:lnTo>
                  <a:pt x="1156478" y="380873"/>
                </a:lnTo>
                <a:lnTo>
                  <a:pt x="1155392" y="375150"/>
                </a:lnTo>
                <a:close/>
                <a:moveTo>
                  <a:pt x="1154780" y="371920"/>
                </a:moveTo>
                <a:lnTo>
                  <a:pt x="1154793" y="371989"/>
                </a:lnTo>
                <a:lnTo>
                  <a:pt x="1154885" y="372477"/>
                </a:lnTo>
                <a:lnTo>
                  <a:pt x="1154938" y="372754"/>
                </a:lnTo>
                <a:close/>
                <a:moveTo>
                  <a:pt x="1154757" y="371798"/>
                </a:moveTo>
                <a:lnTo>
                  <a:pt x="1154829" y="372180"/>
                </a:lnTo>
                <a:lnTo>
                  <a:pt x="1154793" y="371989"/>
                </a:lnTo>
                <a:close/>
                <a:moveTo>
                  <a:pt x="1154727" y="371639"/>
                </a:moveTo>
                <a:lnTo>
                  <a:pt x="1154757" y="371798"/>
                </a:lnTo>
                <a:lnTo>
                  <a:pt x="1154730" y="371657"/>
                </a:lnTo>
                <a:close/>
                <a:moveTo>
                  <a:pt x="1154722" y="371617"/>
                </a:moveTo>
                <a:lnTo>
                  <a:pt x="1154723" y="371623"/>
                </a:lnTo>
                <a:lnTo>
                  <a:pt x="1154730" y="371657"/>
                </a:lnTo>
                <a:lnTo>
                  <a:pt x="1154780" y="371920"/>
                </a:lnTo>
                <a:close/>
                <a:moveTo>
                  <a:pt x="1154720" y="371601"/>
                </a:moveTo>
                <a:lnTo>
                  <a:pt x="1154727" y="371639"/>
                </a:lnTo>
                <a:lnTo>
                  <a:pt x="1154723" y="371623"/>
                </a:lnTo>
                <a:lnTo>
                  <a:pt x="1154721" y="371612"/>
                </a:lnTo>
                <a:close/>
                <a:moveTo>
                  <a:pt x="1154701" y="371505"/>
                </a:moveTo>
                <a:lnTo>
                  <a:pt x="1154721" y="371612"/>
                </a:lnTo>
                <a:lnTo>
                  <a:pt x="1154722" y="371617"/>
                </a:lnTo>
                <a:close/>
                <a:moveTo>
                  <a:pt x="1154690" y="371433"/>
                </a:moveTo>
                <a:lnTo>
                  <a:pt x="1159527" y="396944"/>
                </a:lnTo>
                <a:lnTo>
                  <a:pt x="1158125" y="389556"/>
                </a:lnTo>
                <a:lnTo>
                  <a:pt x="1157483" y="386170"/>
                </a:lnTo>
                <a:lnTo>
                  <a:pt x="1157457" y="386034"/>
                </a:lnTo>
                <a:lnTo>
                  <a:pt x="1156882" y="383003"/>
                </a:lnTo>
                <a:lnTo>
                  <a:pt x="1155605" y="376270"/>
                </a:lnTo>
                <a:lnTo>
                  <a:pt x="1154885" y="372477"/>
                </a:lnTo>
                <a:lnTo>
                  <a:pt x="1154829" y="372180"/>
                </a:lnTo>
                <a:lnTo>
                  <a:pt x="1155044" y="373308"/>
                </a:lnTo>
                <a:lnTo>
                  <a:pt x="1154719" y="371594"/>
                </a:lnTo>
                <a:close/>
                <a:moveTo>
                  <a:pt x="1154654" y="371254"/>
                </a:moveTo>
                <a:lnTo>
                  <a:pt x="1154719" y="371594"/>
                </a:lnTo>
                <a:lnTo>
                  <a:pt x="1154720" y="371601"/>
                </a:lnTo>
                <a:lnTo>
                  <a:pt x="1154662" y="371298"/>
                </a:lnTo>
                <a:close/>
                <a:moveTo>
                  <a:pt x="1154553" y="370724"/>
                </a:moveTo>
                <a:lnTo>
                  <a:pt x="1154654" y="371254"/>
                </a:lnTo>
                <a:lnTo>
                  <a:pt x="1154603" y="370990"/>
                </a:lnTo>
                <a:close/>
                <a:moveTo>
                  <a:pt x="1154437" y="370112"/>
                </a:moveTo>
                <a:lnTo>
                  <a:pt x="1154475" y="370310"/>
                </a:lnTo>
                <a:lnTo>
                  <a:pt x="1154553" y="370724"/>
                </a:lnTo>
                <a:close/>
                <a:moveTo>
                  <a:pt x="1154405" y="369944"/>
                </a:moveTo>
                <a:lnTo>
                  <a:pt x="1154430" y="370076"/>
                </a:lnTo>
                <a:lnTo>
                  <a:pt x="1154437" y="370112"/>
                </a:lnTo>
                <a:close/>
                <a:moveTo>
                  <a:pt x="1154366" y="369744"/>
                </a:moveTo>
                <a:lnTo>
                  <a:pt x="1154603" y="370990"/>
                </a:lnTo>
                <a:lnTo>
                  <a:pt x="1154662" y="371298"/>
                </a:lnTo>
                <a:lnTo>
                  <a:pt x="1154701" y="371505"/>
                </a:lnTo>
                <a:close/>
                <a:moveTo>
                  <a:pt x="1613540" y="368069"/>
                </a:moveTo>
                <a:lnTo>
                  <a:pt x="1634174" y="392864"/>
                </a:lnTo>
                <a:cubicBezTo>
                  <a:pt x="1643946" y="404607"/>
                  <a:pt x="1643946" y="404607"/>
                  <a:pt x="1643946" y="404607"/>
                </a:cubicBezTo>
                <a:lnTo>
                  <a:pt x="1632414" y="404841"/>
                </a:lnTo>
                <a:close/>
                <a:moveTo>
                  <a:pt x="1153856" y="367048"/>
                </a:moveTo>
                <a:lnTo>
                  <a:pt x="1154195" y="368839"/>
                </a:lnTo>
                <a:lnTo>
                  <a:pt x="1154405" y="369944"/>
                </a:lnTo>
                <a:lnTo>
                  <a:pt x="1154366" y="369744"/>
                </a:lnTo>
                <a:close/>
                <a:moveTo>
                  <a:pt x="1153700" y="366224"/>
                </a:moveTo>
                <a:lnTo>
                  <a:pt x="1153856" y="367048"/>
                </a:lnTo>
                <a:lnTo>
                  <a:pt x="1153785" y="366677"/>
                </a:lnTo>
                <a:close/>
                <a:moveTo>
                  <a:pt x="1214022" y="365954"/>
                </a:moveTo>
                <a:lnTo>
                  <a:pt x="1216534" y="379210"/>
                </a:lnTo>
                <a:lnTo>
                  <a:pt x="1214020" y="365955"/>
                </a:lnTo>
                <a:close/>
                <a:moveTo>
                  <a:pt x="1153446" y="364883"/>
                </a:moveTo>
                <a:lnTo>
                  <a:pt x="1153614" y="365773"/>
                </a:lnTo>
                <a:lnTo>
                  <a:pt x="1153700" y="366224"/>
                </a:lnTo>
                <a:close/>
                <a:moveTo>
                  <a:pt x="1153129" y="363210"/>
                </a:moveTo>
                <a:lnTo>
                  <a:pt x="1153446" y="364883"/>
                </a:lnTo>
                <a:lnTo>
                  <a:pt x="1153381" y="364540"/>
                </a:lnTo>
                <a:close/>
                <a:moveTo>
                  <a:pt x="1151327" y="353705"/>
                </a:moveTo>
                <a:lnTo>
                  <a:pt x="1153129" y="363210"/>
                </a:lnTo>
                <a:lnTo>
                  <a:pt x="1152738" y="361150"/>
                </a:lnTo>
                <a:close/>
                <a:moveTo>
                  <a:pt x="1254305" y="351421"/>
                </a:moveTo>
                <a:cubicBezTo>
                  <a:pt x="1258406" y="351289"/>
                  <a:pt x="1264673" y="354498"/>
                  <a:pt x="1273673" y="362169"/>
                </a:cubicBezTo>
                <a:cubicBezTo>
                  <a:pt x="1276764" y="378459"/>
                  <a:pt x="1278050" y="390228"/>
                  <a:pt x="1277914" y="398222"/>
                </a:cubicBezTo>
                <a:lnTo>
                  <a:pt x="1274873" y="407721"/>
                </a:lnTo>
                <a:lnTo>
                  <a:pt x="1274711" y="407441"/>
                </a:lnTo>
                <a:lnTo>
                  <a:pt x="1248035" y="360558"/>
                </a:lnTo>
                <a:close/>
                <a:moveTo>
                  <a:pt x="1150575" y="349739"/>
                </a:moveTo>
                <a:lnTo>
                  <a:pt x="1151015" y="352058"/>
                </a:lnTo>
                <a:lnTo>
                  <a:pt x="1151327" y="353705"/>
                </a:lnTo>
                <a:close/>
                <a:moveTo>
                  <a:pt x="1149823" y="345765"/>
                </a:moveTo>
                <a:lnTo>
                  <a:pt x="1150510" y="349381"/>
                </a:lnTo>
                <a:lnTo>
                  <a:pt x="1154690" y="371433"/>
                </a:lnTo>
                <a:lnTo>
                  <a:pt x="1154475" y="370310"/>
                </a:lnTo>
                <a:lnTo>
                  <a:pt x="1154430" y="370076"/>
                </a:lnTo>
                <a:lnTo>
                  <a:pt x="1154195" y="368839"/>
                </a:lnTo>
                <a:lnTo>
                  <a:pt x="1153614" y="365773"/>
                </a:lnTo>
                <a:lnTo>
                  <a:pt x="1152342" y="359053"/>
                </a:lnTo>
                <a:lnTo>
                  <a:pt x="1151015" y="352058"/>
                </a:lnTo>
                <a:close/>
                <a:moveTo>
                  <a:pt x="1149396" y="343517"/>
                </a:moveTo>
                <a:lnTo>
                  <a:pt x="1149506" y="344095"/>
                </a:lnTo>
                <a:lnTo>
                  <a:pt x="1150575" y="349739"/>
                </a:lnTo>
                <a:close/>
                <a:moveTo>
                  <a:pt x="1149282" y="342915"/>
                </a:moveTo>
                <a:lnTo>
                  <a:pt x="1149318" y="343104"/>
                </a:lnTo>
                <a:lnTo>
                  <a:pt x="1149396" y="343517"/>
                </a:lnTo>
                <a:close/>
                <a:moveTo>
                  <a:pt x="1149243" y="342713"/>
                </a:moveTo>
                <a:lnTo>
                  <a:pt x="1149278" y="342892"/>
                </a:lnTo>
                <a:lnTo>
                  <a:pt x="1149282" y="342915"/>
                </a:lnTo>
                <a:close/>
                <a:moveTo>
                  <a:pt x="1149198" y="342465"/>
                </a:moveTo>
                <a:lnTo>
                  <a:pt x="1149823" y="345765"/>
                </a:lnTo>
                <a:lnTo>
                  <a:pt x="1149506" y="344095"/>
                </a:lnTo>
                <a:lnTo>
                  <a:pt x="1149318" y="343104"/>
                </a:lnTo>
                <a:lnTo>
                  <a:pt x="1149278" y="342892"/>
                </a:lnTo>
                <a:close/>
                <a:moveTo>
                  <a:pt x="1149082" y="341864"/>
                </a:moveTo>
                <a:lnTo>
                  <a:pt x="1149084" y="341874"/>
                </a:lnTo>
                <a:lnTo>
                  <a:pt x="1149243" y="342713"/>
                </a:lnTo>
                <a:lnTo>
                  <a:pt x="1149171" y="342330"/>
                </a:lnTo>
                <a:close/>
                <a:moveTo>
                  <a:pt x="1149076" y="341828"/>
                </a:moveTo>
                <a:lnTo>
                  <a:pt x="1149198" y="342465"/>
                </a:lnTo>
                <a:lnTo>
                  <a:pt x="1149084" y="341874"/>
                </a:lnTo>
                <a:close/>
                <a:moveTo>
                  <a:pt x="1149057" y="341730"/>
                </a:moveTo>
                <a:lnTo>
                  <a:pt x="1149065" y="341771"/>
                </a:lnTo>
                <a:lnTo>
                  <a:pt x="1149082" y="341864"/>
                </a:lnTo>
                <a:close/>
                <a:moveTo>
                  <a:pt x="1149028" y="341576"/>
                </a:moveTo>
                <a:lnTo>
                  <a:pt x="1149036" y="341620"/>
                </a:lnTo>
                <a:lnTo>
                  <a:pt x="1149057" y="341730"/>
                </a:lnTo>
                <a:lnTo>
                  <a:pt x="1149043" y="341657"/>
                </a:lnTo>
                <a:close/>
                <a:moveTo>
                  <a:pt x="1149024" y="341558"/>
                </a:moveTo>
                <a:lnTo>
                  <a:pt x="1149025" y="341560"/>
                </a:lnTo>
                <a:lnTo>
                  <a:pt x="1149028" y="341576"/>
                </a:lnTo>
                <a:close/>
                <a:moveTo>
                  <a:pt x="1148985" y="341349"/>
                </a:moveTo>
                <a:lnTo>
                  <a:pt x="1149024" y="341558"/>
                </a:lnTo>
                <a:lnTo>
                  <a:pt x="1149021" y="341544"/>
                </a:lnTo>
                <a:close/>
                <a:moveTo>
                  <a:pt x="1148971" y="341278"/>
                </a:moveTo>
                <a:lnTo>
                  <a:pt x="1148985" y="341349"/>
                </a:lnTo>
                <a:lnTo>
                  <a:pt x="1148972" y="341281"/>
                </a:lnTo>
                <a:close/>
                <a:moveTo>
                  <a:pt x="1148948" y="341160"/>
                </a:moveTo>
                <a:lnTo>
                  <a:pt x="1148950" y="341165"/>
                </a:lnTo>
                <a:lnTo>
                  <a:pt x="1148971" y="341278"/>
                </a:lnTo>
                <a:close/>
                <a:moveTo>
                  <a:pt x="1148948" y="341158"/>
                </a:moveTo>
                <a:lnTo>
                  <a:pt x="1148948" y="341160"/>
                </a:lnTo>
                <a:lnTo>
                  <a:pt x="1148948" y="341160"/>
                </a:lnTo>
                <a:close/>
                <a:moveTo>
                  <a:pt x="1148947" y="341153"/>
                </a:moveTo>
                <a:lnTo>
                  <a:pt x="1148948" y="341158"/>
                </a:lnTo>
                <a:lnTo>
                  <a:pt x="1148947" y="341154"/>
                </a:lnTo>
                <a:close/>
                <a:moveTo>
                  <a:pt x="1148947" y="341144"/>
                </a:moveTo>
                <a:lnTo>
                  <a:pt x="1149076" y="341828"/>
                </a:lnTo>
                <a:lnTo>
                  <a:pt x="1149065" y="341771"/>
                </a:lnTo>
                <a:lnTo>
                  <a:pt x="1149036" y="341620"/>
                </a:lnTo>
                <a:lnTo>
                  <a:pt x="1149025" y="341560"/>
                </a:lnTo>
                <a:lnTo>
                  <a:pt x="1148964" y="341237"/>
                </a:lnTo>
                <a:lnTo>
                  <a:pt x="1148950" y="341165"/>
                </a:lnTo>
                <a:lnTo>
                  <a:pt x="1148947" y="341150"/>
                </a:lnTo>
                <a:close/>
                <a:moveTo>
                  <a:pt x="1148192" y="337168"/>
                </a:moveTo>
                <a:lnTo>
                  <a:pt x="1148533" y="338956"/>
                </a:lnTo>
                <a:lnTo>
                  <a:pt x="1148947" y="341150"/>
                </a:lnTo>
                <a:lnTo>
                  <a:pt x="1148947" y="341153"/>
                </a:lnTo>
                <a:lnTo>
                  <a:pt x="1148757" y="340149"/>
                </a:lnTo>
                <a:lnTo>
                  <a:pt x="1148641" y="339537"/>
                </a:lnTo>
                <a:close/>
                <a:moveTo>
                  <a:pt x="1147809" y="335147"/>
                </a:moveTo>
                <a:lnTo>
                  <a:pt x="1148192" y="337163"/>
                </a:lnTo>
                <a:lnTo>
                  <a:pt x="1148191" y="337163"/>
                </a:lnTo>
                <a:close/>
                <a:moveTo>
                  <a:pt x="1147691" y="334528"/>
                </a:moveTo>
                <a:lnTo>
                  <a:pt x="1147720" y="334681"/>
                </a:lnTo>
                <a:lnTo>
                  <a:pt x="1147809" y="335147"/>
                </a:lnTo>
                <a:close/>
                <a:moveTo>
                  <a:pt x="1207844" y="333376"/>
                </a:moveTo>
                <a:cubicBezTo>
                  <a:pt x="1207844" y="333376"/>
                  <a:pt x="1207844" y="333376"/>
                  <a:pt x="1213057" y="360866"/>
                </a:cubicBezTo>
                <a:lnTo>
                  <a:pt x="1214022" y="365954"/>
                </a:lnTo>
                <a:lnTo>
                  <a:pt x="1213141" y="364213"/>
                </a:lnTo>
                <a:lnTo>
                  <a:pt x="1208071" y="339545"/>
                </a:lnTo>
                <a:lnTo>
                  <a:pt x="1207164" y="336337"/>
                </a:lnTo>
                <a:close/>
                <a:moveTo>
                  <a:pt x="1146989" y="330827"/>
                </a:moveTo>
                <a:lnTo>
                  <a:pt x="1147584" y="333962"/>
                </a:lnTo>
                <a:lnTo>
                  <a:pt x="1147691" y="334528"/>
                </a:lnTo>
                <a:close/>
                <a:moveTo>
                  <a:pt x="1145461" y="322755"/>
                </a:moveTo>
                <a:lnTo>
                  <a:pt x="1146262" y="326982"/>
                </a:lnTo>
                <a:lnTo>
                  <a:pt x="1147839" y="335299"/>
                </a:lnTo>
                <a:lnTo>
                  <a:pt x="1147720" y="334681"/>
                </a:lnTo>
                <a:lnTo>
                  <a:pt x="1147584" y="333962"/>
                </a:lnTo>
                <a:lnTo>
                  <a:pt x="1147419" y="333090"/>
                </a:lnTo>
                <a:close/>
                <a:moveTo>
                  <a:pt x="1506109" y="314442"/>
                </a:moveTo>
                <a:cubicBezTo>
                  <a:pt x="1571941" y="343234"/>
                  <a:pt x="1571941" y="343234"/>
                  <a:pt x="1571941" y="343234"/>
                </a:cubicBezTo>
                <a:cubicBezTo>
                  <a:pt x="1575026" y="359525"/>
                  <a:pt x="1578118" y="375814"/>
                  <a:pt x="1571432" y="380360"/>
                </a:cubicBezTo>
                <a:lnTo>
                  <a:pt x="1563205" y="378830"/>
                </a:lnTo>
                <a:lnTo>
                  <a:pt x="1552243" y="368699"/>
                </a:lnTo>
                <a:cubicBezTo>
                  <a:pt x="1540316" y="355546"/>
                  <a:pt x="1525655" y="337930"/>
                  <a:pt x="1506109" y="314442"/>
                </a:cubicBezTo>
                <a:close/>
                <a:moveTo>
                  <a:pt x="1565762" y="310654"/>
                </a:moveTo>
                <a:cubicBezTo>
                  <a:pt x="1583764" y="325997"/>
                  <a:pt x="1598422" y="343614"/>
                  <a:pt x="1610382" y="361915"/>
                </a:cubicBezTo>
                <a:lnTo>
                  <a:pt x="1613540" y="368069"/>
                </a:lnTo>
                <a:lnTo>
                  <a:pt x="1610961" y="364972"/>
                </a:lnTo>
                <a:cubicBezTo>
                  <a:pt x="1599967" y="351758"/>
                  <a:pt x="1585308" y="334143"/>
                  <a:pt x="1565762" y="310654"/>
                </a:cubicBezTo>
                <a:close/>
                <a:moveTo>
                  <a:pt x="1142192" y="305527"/>
                </a:moveTo>
                <a:lnTo>
                  <a:pt x="1143131" y="310474"/>
                </a:lnTo>
                <a:lnTo>
                  <a:pt x="1144934" y="319980"/>
                </a:lnTo>
                <a:lnTo>
                  <a:pt x="1146989" y="330827"/>
                </a:lnTo>
                <a:close/>
                <a:moveTo>
                  <a:pt x="1142185" y="305488"/>
                </a:moveTo>
                <a:lnTo>
                  <a:pt x="1142191" y="305523"/>
                </a:lnTo>
                <a:lnTo>
                  <a:pt x="1142192" y="305527"/>
                </a:lnTo>
                <a:close/>
                <a:moveTo>
                  <a:pt x="1142014" y="304590"/>
                </a:moveTo>
                <a:lnTo>
                  <a:pt x="1142018" y="304602"/>
                </a:lnTo>
                <a:lnTo>
                  <a:pt x="1145461" y="322755"/>
                </a:lnTo>
                <a:lnTo>
                  <a:pt x="1144934" y="319980"/>
                </a:lnTo>
                <a:lnTo>
                  <a:pt x="1144814" y="319345"/>
                </a:lnTo>
                <a:lnTo>
                  <a:pt x="1143131" y="310474"/>
                </a:lnTo>
                <a:lnTo>
                  <a:pt x="1142191" y="305523"/>
                </a:lnTo>
                <a:lnTo>
                  <a:pt x="1142185" y="305484"/>
                </a:lnTo>
                <a:close/>
                <a:moveTo>
                  <a:pt x="1142014" y="304584"/>
                </a:moveTo>
                <a:lnTo>
                  <a:pt x="1142017" y="304585"/>
                </a:lnTo>
                <a:lnTo>
                  <a:pt x="1142014" y="304587"/>
                </a:lnTo>
                <a:close/>
                <a:moveTo>
                  <a:pt x="1137878" y="282771"/>
                </a:moveTo>
                <a:lnTo>
                  <a:pt x="1142014" y="304587"/>
                </a:lnTo>
                <a:lnTo>
                  <a:pt x="1138924" y="288294"/>
                </a:lnTo>
                <a:close/>
                <a:moveTo>
                  <a:pt x="1439429" y="281173"/>
                </a:moveTo>
                <a:lnTo>
                  <a:pt x="1440277" y="285648"/>
                </a:lnTo>
                <a:cubicBezTo>
                  <a:pt x="1440277" y="285648"/>
                  <a:pt x="1440277" y="285648"/>
                  <a:pt x="1439625" y="282212"/>
                </a:cubicBezTo>
                <a:close/>
                <a:moveTo>
                  <a:pt x="1439264" y="280306"/>
                </a:moveTo>
                <a:lnTo>
                  <a:pt x="1439429" y="281173"/>
                </a:lnTo>
                <a:lnTo>
                  <a:pt x="1439312" y="280557"/>
                </a:lnTo>
                <a:close/>
                <a:moveTo>
                  <a:pt x="1438607" y="276837"/>
                </a:moveTo>
                <a:lnTo>
                  <a:pt x="1439074" y="279302"/>
                </a:lnTo>
                <a:lnTo>
                  <a:pt x="1439264" y="280306"/>
                </a:lnTo>
                <a:close/>
                <a:moveTo>
                  <a:pt x="1438413" y="275811"/>
                </a:moveTo>
                <a:lnTo>
                  <a:pt x="1438454" y="276028"/>
                </a:lnTo>
                <a:lnTo>
                  <a:pt x="1438607" y="276837"/>
                </a:lnTo>
                <a:close/>
                <a:moveTo>
                  <a:pt x="1135837" y="272002"/>
                </a:moveTo>
                <a:lnTo>
                  <a:pt x="1137878" y="282771"/>
                </a:lnTo>
                <a:lnTo>
                  <a:pt x="1136221" y="274040"/>
                </a:lnTo>
                <a:cubicBezTo>
                  <a:pt x="1135837" y="272002"/>
                  <a:pt x="1135837" y="272002"/>
                  <a:pt x="1135837" y="272002"/>
                </a:cubicBezTo>
                <a:close/>
                <a:moveTo>
                  <a:pt x="1195490" y="268215"/>
                </a:moveTo>
                <a:cubicBezTo>
                  <a:pt x="1218123" y="307995"/>
                  <a:pt x="1235101" y="337828"/>
                  <a:pt x="1247833" y="360205"/>
                </a:cubicBezTo>
                <a:lnTo>
                  <a:pt x="1248035" y="360558"/>
                </a:lnTo>
                <a:lnTo>
                  <a:pt x="1247929" y="360713"/>
                </a:lnTo>
                <a:lnTo>
                  <a:pt x="1257496" y="399880"/>
                </a:lnTo>
                <a:lnTo>
                  <a:pt x="1248480" y="388497"/>
                </a:lnTo>
                <a:cubicBezTo>
                  <a:pt x="1227389" y="356864"/>
                  <a:pt x="1201667" y="300796"/>
                  <a:pt x="1195490" y="268215"/>
                </a:cubicBezTo>
                <a:close/>
                <a:moveTo>
                  <a:pt x="1134932" y="267227"/>
                </a:moveTo>
                <a:lnTo>
                  <a:pt x="1135593" y="270713"/>
                </a:lnTo>
                <a:cubicBezTo>
                  <a:pt x="1135837" y="272002"/>
                  <a:pt x="1135837" y="272002"/>
                  <a:pt x="1135837" y="272002"/>
                </a:cubicBezTo>
                <a:close/>
                <a:moveTo>
                  <a:pt x="1436719" y="266879"/>
                </a:moveTo>
                <a:lnTo>
                  <a:pt x="1438235" y="274877"/>
                </a:lnTo>
                <a:lnTo>
                  <a:pt x="1438413" y="275811"/>
                </a:lnTo>
                <a:lnTo>
                  <a:pt x="1438078" y="274052"/>
                </a:lnTo>
                <a:close/>
                <a:moveTo>
                  <a:pt x="1436586" y="266180"/>
                </a:moveTo>
                <a:lnTo>
                  <a:pt x="1436719" y="266879"/>
                </a:lnTo>
                <a:lnTo>
                  <a:pt x="1436706" y="266813"/>
                </a:lnTo>
                <a:close/>
                <a:moveTo>
                  <a:pt x="712090" y="265932"/>
                </a:moveTo>
                <a:cubicBezTo>
                  <a:pt x="785907" y="376649"/>
                  <a:pt x="721082" y="243722"/>
                  <a:pt x="760240" y="293528"/>
                </a:cubicBezTo>
                <a:lnTo>
                  <a:pt x="784095" y="327304"/>
                </a:lnTo>
                <a:lnTo>
                  <a:pt x="785063" y="332396"/>
                </a:lnTo>
                <a:cubicBezTo>
                  <a:pt x="790274" y="359886"/>
                  <a:pt x="790274" y="359886"/>
                  <a:pt x="790274" y="359886"/>
                </a:cubicBezTo>
                <a:cubicBezTo>
                  <a:pt x="794133" y="380249"/>
                  <a:pt x="796952" y="397587"/>
                  <a:pt x="798867" y="412269"/>
                </a:cubicBezTo>
                <a:lnTo>
                  <a:pt x="799501" y="419550"/>
                </a:lnTo>
                <a:lnTo>
                  <a:pt x="791310" y="405157"/>
                </a:lnTo>
                <a:cubicBezTo>
                  <a:pt x="779995" y="385267"/>
                  <a:pt x="757359" y="345488"/>
                  <a:pt x="712090" y="265932"/>
                </a:cubicBezTo>
                <a:close/>
                <a:moveTo>
                  <a:pt x="1435289" y="259338"/>
                </a:moveTo>
                <a:lnTo>
                  <a:pt x="1435987" y="263016"/>
                </a:lnTo>
                <a:lnTo>
                  <a:pt x="1436586" y="266180"/>
                </a:lnTo>
                <a:close/>
                <a:moveTo>
                  <a:pt x="1434713" y="256294"/>
                </a:moveTo>
                <a:lnTo>
                  <a:pt x="1434963" y="257615"/>
                </a:lnTo>
                <a:lnTo>
                  <a:pt x="1435030" y="257973"/>
                </a:lnTo>
                <a:close/>
                <a:moveTo>
                  <a:pt x="1373769" y="253276"/>
                </a:moveTo>
                <a:lnTo>
                  <a:pt x="1374448" y="256854"/>
                </a:lnTo>
                <a:lnTo>
                  <a:pt x="1374448" y="256855"/>
                </a:lnTo>
                <a:close/>
                <a:moveTo>
                  <a:pt x="1434101" y="253068"/>
                </a:moveTo>
                <a:lnTo>
                  <a:pt x="1434497" y="255155"/>
                </a:lnTo>
                <a:lnTo>
                  <a:pt x="1434713" y="256294"/>
                </a:lnTo>
                <a:close/>
                <a:moveTo>
                  <a:pt x="1434100" y="253064"/>
                </a:moveTo>
                <a:lnTo>
                  <a:pt x="1434101" y="253065"/>
                </a:lnTo>
                <a:lnTo>
                  <a:pt x="1434101" y="253068"/>
                </a:lnTo>
                <a:close/>
                <a:moveTo>
                  <a:pt x="1369276" y="229579"/>
                </a:moveTo>
                <a:cubicBezTo>
                  <a:pt x="1369100" y="228649"/>
                  <a:pt x="1370267" y="234805"/>
                  <a:pt x="1372168" y="244828"/>
                </a:cubicBezTo>
                <a:lnTo>
                  <a:pt x="1373769" y="253276"/>
                </a:lnTo>
                <a:lnTo>
                  <a:pt x="1370625" y="236693"/>
                </a:lnTo>
                <a:cubicBezTo>
                  <a:pt x="1369789" y="232282"/>
                  <a:pt x="1369364" y="230045"/>
                  <a:pt x="1369276" y="229579"/>
                </a:cubicBezTo>
                <a:close/>
                <a:moveTo>
                  <a:pt x="1125543" y="217712"/>
                </a:moveTo>
                <a:lnTo>
                  <a:pt x="1129720" y="239740"/>
                </a:lnTo>
                <a:lnTo>
                  <a:pt x="1134932" y="267227"/>
                </a:lnTo>
                <a:lnTo>
                  <a:pt x="1133882" y="261694"/>
                </a:lnTo>
                <a:cubicBezTo>
                  <a:pt x="1132905" y="256539"/>
                  <a:pt x="1131439" y="248808"/>
                  <a:pt x="1129240" y="237211"/>
                </a:cubicBezTo>
                <a:close/>
                <a:moveTo>
                  <a:pt x="1006393" y="213052"/>
                </a:moveTo>
                <a:cubicBezTo>
                  <a:pt x="1008451" y="215819"/>
                  <a:pt x="1011634" y="221413"/>
                  <a:pt x="1015365" y="228646"/>
                </a:cubicBezTo>
                <a:lnTo>
                  <a:pt x="1033071" y="267679"/>
                </a:lnTo>
                <a:lnTo>
                  <a:pt x="1004177" y="214417"/>
                </a:lnTo>
                <a:cubicBezTo>
                  <a:pt x="1003403" y="210345"/>
                  <a:pt x="1004335" y="210285"/>
                  <a:pt x="1006393" y="213052"/>
                </a:cubicBezTo>
                <a:close/>
                <a:moveTo>
                  <a:pt x="1124613" y="212809"/>
                </a:moveTo>
                <a:lnTo>
                  <a:pt x="1125361" y="216755"/>
                </a:lnTo>
                <a:lnTo>
                  <a:pt x="1125543" y="217712"/>
                </a:lnTo>
                <a:lnTo>
                  <a:pt x="1125123" y="215496"/>
                </a:lnTo>
                <a:close/>
                <a:moveTo>
                  <a:pt x="1121511" y="196451"/>
                </a:moveTo>
                <a:lnTo>
                  <a:pt x="1121829" y="198125"/>
                </a:lnTo>
                <a:lnTo>
                  <a:pt x="1124613" y="212809"/>
                </a:lnTo>
                <a:close/>
                <a:moveTo>
                  <a:pt x="1119666" y="186721"/>
                </a:moveTo>
                <a:lnTo>
                  <a:pt x="1120200" y="189534"/>
                </a:lnTo>
                <a:lnTo>
                  <a:pt x="1121511" y="196451"/>
                </a:lnTo>
                <a:close/>
                <a:moveTo>
                  <a:pt x="1118534" y="180751"/>
                </a:moveTo>
                <a:lnTo>
                  <a:pt x="1119620" y="186480"/>
                </a:lnTo>
                <a:lnTo>
                  <a:pt x="1119666" y="186721"/>
                </a:lnTo>
                <a:close/>
                <a:moveTo>
                  <a:pt x="1140444" y="176911"/>
                </a:moveTo>
                <a:lnTo>
                  <a:pt x="1140447" y="176913"/>
                </a:lnTo>
                <a:lnTo>
                  <a:pt x="1140447" y="176915"/>
                </a:lnTo>
                <a:close/>
                <a:moveTo>
                  <a:pt x="1117303" y="174263"/>
                </a:moveTo>
                <a:lnTo>
                  <a:pt x="1117304" y="174265"/>
                </a:lnTo>
                <a:lnTo>
                  <a:pt x="1118534" y="180751"/>
                </a:lnTo>
                <a:lnTo>
                  <a:pt x="1117593" y="175790"/>
                </a:lnTo>
                <a:cubicBezTo>
                  <a:pt x="1117303" y="174263"/>
                  <a:pt x="1117303" y="174263"/>
                  <a:pt x="1117303" y="174263"/>
                </a:cubicBezTo>
                <a:close/>
                <a:moveTo>
                  <a:pt x="1122895" y="158967"/>
                </a:moveTo>
                <a:lnTo>
                  <a:pt x="1134769" y="171109"/>
                </a:lnTo>
                <a:lnTo>
                  <a:pt x="1156811" y="198544"/>
                </a:lnTo>
                <a:cubicBezTo>
                  <a:pt x="1169445" y="220411"/>
                  <a:pt x="1179672" y="244491"/>
                  <a:pt x="1188033" y="268690"/>
                </a:cubicBezTo>
                <a:lnTo>
                  <a:pt x="1207164" y="336337"/>
                </a:lnTo>
                <a:lnTo>
                  <a:pt x="1204631" y="347345"/>
                </a:lnTo>
                <a:lnTo>
                  <a:pt x="1201932" y="341995"/>
                </a:lnTo>
                <a:cubicBezTo>
                  <a:pt x="1192866" y="324023"/>
                  <a:pt x="1176998" y="292573"/>
                  <a:pt x="1149229" y="237536"/>
                </a:cubicBezTo>
                <a:lnTo>
                  <a:pt x="1117304" y="174265"/>
                </a:lnTo>
                <a:lnTo>
                  <a:pt x="1117303" y="174260"/>
                </a:lnTo>
                <a:lnTo>
                  <a:pt x="1116939" y="159280"/>
                </a:lnTo>
                <a:cubicBezTo>
                  <a:pt x="1118055" y="157085"/>
                  <a:pt x="1120225" y="157333"/>
                  <a:pt x="1122895" y="158967"/>
                </a:cubicBezTo>
                <a:close/>
                <a:moveTo>
                  <a:pt x="1389490" y="157340"/>
                </a:moveTo>
                <a:cubicBezTo>
                  <a:pt x="1390476" y="157608"/>
                  <a:pt x="1394293" y="163097"/>
                  <a:pt x="1402195" y="176204"/>
                </a:cubicBezTo>
                <a:lnTo>
                  <a:pt x="1427921" y="220486"/>
                </a:lnTo>
                <a:lnTo>
                  <a:pt x="1430077" y="231843"/>
                </a:lnTo>
                <a:lnTo>
                  <a:pt x="1431605" y="239908"/>
                </a:lnTo>
                <a:lnTo>
                  <a:pt x="1434007" y="252568"/>
                </a:lnTo>
                <a:lnTo>
                  <a:pt x="1434100" y="253064"/>
                </a:lnTo>
                <a:lnTo>
                  <a:pt x="1423189" y="231228"/>
                </a:lnTo>
                <a:cubicBezTo>
                  <a:pt x="1409051" y="202727"/>
                  <a:pt x="1386532" y="156537"/>
                  <a:pt x="1389490" y="157340"/>
                </a:cubicBezTo>
                <a:close/>
                <a:moveTo>
                  <a:pt x="1111127" y="141682"/>
                </a:moveTo>
                <a:lnTo>
                  <a:pt x="1117303" y="174260"/>
                </a:lnTo>
                <a:lnTo>
                  <a:pt x="1117303" y="174263"/>
                </a:lnTo>
                <a:close/>
                <a:moveTo>
                  <a:pt x="1111127" y="141682"/>
                </a:moveTo>
                <a:lnTo>
                  <a:pt x="1140444" y="176911"/>
                </a:lnTo>
                <a:lnTo>
                  <a:pt x="1134769" y="171109"/>
                </a:lnTo>
                <a:close/>
                <a:moveTo>
                  <a:pt x="1290422" y="132098"/>
                </a:moveTo>
                <a:lnTo>
                  <a:pt x="1293174" y="146611"/>
                </a:lnTo>
                <a:cubicBezTo>
                  <a:pt x="1295106" y="156792"/>
                  <a:pt x="1297807" y="171045"/>
                  <a:pt x="1302441" y="195481"/>
                </a:cubicBezTo>
                <a:close/>
                <a:moveTo>
                  <a:pt x="1287347" y="115872"/>
                </a:moveTo>
                <a:lnTo>
                  <a:pt x="1288543" y="122175"/>
                </a:lnTo>
                <a:lnTo>
                  <a:pt x="1290422" y="132098"/>
                </a:lnTo>
                <a:close/>
                <a:moveTo>
                  <a:pt x="1104951" y="109102"/>
                </a:moveTo>
                <a:lnTo>
                  <a:pt x="1111127" y="141682"/>
                </a:lnTo>
                <a:lnTo>
                  <a:pt x="1111005" y="141045"/>
                </a:lnTo>
                <a:close/>
                <a:moveTo>
                  <a:pt x="1104951" y="109102"/>
                </a:moveTo>
                <a:lnTo>
                  <a:pt x="1106265" y="111079"/>
                </a:lnTo>
                <a:cubicBezTo>
                  <a:pt x="1110223" y="117009"/>
                  <a:pt x="1126041" y="140735"/>
                  <a:pt x="1189312" y="235636"/>
                </a:cubicBezTo>
                <a:cubicBezTo>
                  <a:pt x="1189312" y="235636"/>
                  <a:pt x="1189312" y="235636"/>
                  <a:pt x="1156328" y="195999"/>
                </a:cubicBezTo>
                <a:lnTo>
                  <a:pt x="1140447" y="176915"/>
                </a:lnTo>
                <a:lnTo>
                  <a:pt x="1145388" y="182461"/>
                </a:lnTo>
                <a:cubicBezTo>
                  <a:pt x="1146723" y="183277"/>
                  <a:pt x="1143394" y="176921"/>
                  <a:pt x="1130969" y="154912"/>
                </a:cubicBezTo>
                <a:close/>
                <a:moveTo>
                  <a:pt x="1283908" y="97743"/>
                </a:moveTo>
                <a:lnTo>
                  <a:pt x="1283912" y="97760"/>
                </a:lnTo>
                <a:lnTo>
                  <a:pt x="1286999" y="114031"/>
                </a:lnTo>
                <a:lnTo>
                  <a:pt x="1287347" y="115872"/>
                </a:lnTo>
                <a:close/>
                <a:moveTo>
                  <a:pt x="1283908" y="97740"/>
                </a:moveTo>
                <a:lnTo>
                  <a:pt x="1283910" y="97742"/>
                </a:lnTo>
                <a:lnTo>
                  <a:pt x="1283908" y="97743"/>
                </a:lnTo>
                <a:close/>
                <a:moveTo>
                  <a:pt x="1251409" y="17758"/>
                </a:moveTo>
                <a:lnTo>
                  <a:pt x="1271555" y="32580"/>
                </a:lnTo>
                <a:lnTo>
                  <a:pt x="1279512" y="74559"/>
                </a:lnTo>
                <a:lnTo>
                  <a:pt x="1281998" y="87664"/>
                </a:lnTo>
                <a:lnTo>
                  <a:pt x="1283908" y="97739"/>
                </a:lnTo>
                <a:lnTo>
                  <a:pt x="1274318" y="82867"/>
                </a:lnTo>
                <a:cubicBezTo>
                  <a:pt x="1257656" y="56412"/>
                  <a:pt x="1227341" y="5087"/>
                  <a:pt x="1251409" y="17758"/>
                </a:cubicBezTo>
                <a:close/>
                <a:moveTo>
                  <a:pt x="1265376" y="0"/>
                </a:moveTo>
                <a:cubicBezTo>
                  <a:pt x="1290087" y="130321"/>
                  <a:pt x="1380624" y="289436"/>
                  <a:pt x="1392982" y="354595"/>
                </a:cubicBezTo>
                <a:cubicBezTo>
                  <a:pt x="1392982" y="354595"/>
                  <a:pt x="1383715" y="305725"/>
                  <a:pt x="1376765" y="269072"/>
                </a:cubicBezTo>
                <a:lnTo>
                  <a:pt x="1374448" y="256855"/>
                </a:lnTo>
                <a:lnTo>
                  <a:pt x="1375460" y="258860"/>
                </a:lnTo>
                <a:cubicBezTo>
                  <a:pt x="1378497" y="264880"/>
                  <a:pt x="1390645" y="288959"/>
                  <a:pt x="1439241" y="385275"/>
                </a:cubicBezTo>
                <a:lnTo>
                  <a:pt x="1450664" y="407915"/>
                </a:lnTo>
                <a:lnTo>
                  <a:pt x="1458917" y="428720"/>
                </a:lnTo>
                <a:cubicBezTo>
                  <a:pt x="1467052" y="446750"/>
                  <a:pt x="1472710" y="456693"/>
                  <a:pt x="1471166" y="448549"/>
                </a:cubicBezTo>
                <a:lnTo>
                  <a:pt x="1450664" y="407915"/>
                </a:lnTo>
                <a:lnTo>
                  <a:pt x="1431809" y="360374"/>
                </a:lnTo>
                <a:cubicBezTo>
                  <a:pt x="1423446" y="336176"/>
                  <a:pt x="1417335" y="313895"/>
                  <a:pt x="1418203" y="303536"/>
                </a:cubicBezTo>
                <a:lnTo>
                  <a:pt x="1420545" y="301776"/>
                </a:lnTo>
                <a:lnTo>
                  <a:pt x="1420998" y="303358"/>
                </a:lnTo>
                <a:cubicBezTo>
                  <a:pt x="1433086" y="327321"/>
                  <a:pt x="1452635" y="350809"/>
                  <a:pt x="1446456" y="318228"/>
                </a:cubicBezTo>
                <a:cubicBezTo>
                  <a:pt x="1436682" y="306483"/>
                  <a:pt x="1429836" y="300220"/>
                  <a:pt x="1425323" y="298190"/>
                </a:cubicBezTo>
                <a:lnTo>
                  <a:pt x="1420545" y="301776"/>
                </a:lnTo>
                <a:lnTo>
                  <a:pt x="1412602" y="274010"/>
                </a:lnTo>
                <a:cubicBezTo>
                  <a:pt x="1414435" y="268741"/>
                  <a:pt x="1422275" y="270304"/>
                  <a:pt x="1440277" y="285648"/>
                </a:cubicBezTo>
                <a:lnTo>
                  <a:pt x="1444453" y="307661"/>
                </a:lnTo>
                <a:lnTo>
                  <a:pt x="1445490" y="313137"/>
                </a:lnTo>
                <a:cubicBezTo>
                  <a:pt x="1446072" y="316192"/>
                  <a:pt x="1445682" y="314156"/>
                  <a:pt x="1444912" y="310084"/>
                </a:cubicBezTo>
                <a:lnTo>
                  <a:pt x="1444453" y="307661"/>
                </a:lnTo>
                <a:lnTo>
                  <a:pt x="1442016" y="294812"/>
                </a:lnTo>
                <a:cubicBezTo>
                  <a:pt x="1441051" y="289719"/>
                  <a:pt x="1440277" y="285648"/>
                  <a:pt x="1440277" y="285648"/>
                </a:cubicBezTo>
                <a:lnTo>
                  <a:pt x="1439074" y="279302"/>
                </a:lnTo>
                <a:lnTo>
                  <a:pt x="1438454" y="276028"/>
                </a:lnTo>
                <a:lnTo>
                  <a:pt x="1438235" y="274877"/>
                </a:lnTo>
                <a:lnTo>
                  <a:pt x="1437189" y="269358"/>
                </a:lnTo>
                <a:lnTo>
                  <a:pt x="1435987" y="263016"/>
                </a:lnTo>
                <a:lnTo>
                  <a:pt x="1435066" y="258159"/>
                </a:lnTo>
                <a:lnTo>
                  <a:pt x="1435289" y="259338"/>
                </a:lnTo>
                <a:lnTo>
                  <a:pt x="1435030" y="257973"/>
                </a:lnTo>
                <a:lnTo>
                  <a:pt x="1435039" y="258016"/>
                </a:lnTo>
                <a:lnTo>
                  <a:pt x="1434963" y="257615"/>
                </a:lnTo>
                <a:lnTo>
                  <a:pt x="1434873" y="257141"/>
                </a:lnTo>
                <a:lnTo>
                  <a:pt x="1434497" y="255155"/>
                </a:lnTo>
                <a:lnTo>
                  <a:pt x="1434101" y="253065"/>
                </a:lnTo>
                <a:lnTo>
                  <a:pt x="1434007" y="252568"/>
                </a:lnTo>
                <a:lnTo>
                  <a:pt x="1433717" y="251031"/>
                </a:lnTo>
                <a:lnTo>
                  <a:pt x="1431605" y="239908"/>
                </a:lnTo>
                <a:lnTo>
                  <a:pt x="1431013" y="236776"/>
                </a:lnTo>
                <a:lnTo>
                  <a:pt x="1430077" y="231843"/>
                </a:lnTo>
                <a:lnTo>
                  <a:pt x="1427924" y="220488"/>
                </a:lnTo>
                <a:lnTo>
                  <a:pt x="1427921" y="220486"/>
                </a:lnTo>
                <a:lnTo>
                  <a:pt x="1423676" y="198089"/>
                </a:lnTo>
                <a:cubicBezTo>
                  <a:pt x="1420203" y="179763"/>
                  <a:pt x="1415569" y="155328"/>
                  <a:pt x="1409392" y="122746"/>
                </a:cubicBezTo>
                <a:cubicBezTo>
                  <a:pt x="1434101" y="253068"/>
                  <a:pt x="1506109" y="314442"/>
                  <a:pt x="1512288" y="347022"/>
                </a:cubicBezTo>
                <a:cubicBezTo>
                  <a:pt x="1530287" y="362364"/>
                  <a:pt x="1543402" y="371836"/>
                  <a:pt x="1552854" y="376903"/>
                </a:cubicBezTo>
                <a:lnTo>
                  <a:pt x="1563205" y="378830"/>
                </a:lnTo>
                <a:lnTo>
                  <a:pt x="1581979" y="396179"/>
                </a:lnTo>
                <a:cubicBezTo>
                  <a:pt x="1590592" y="401813"/>
                  <a:pt x="1598626" y="404393"/>
                  <a:pt x="1608237" y="405328"/>
                </a:cubicBezTo>
                <a:lnTo>
                  <a:pt x="1632414" y="404841"/>
                </a:lnTo>
                <a:lnTo>
                  <a:pt x="1638806" y="417299"/>
                </a:lnTo>
                <a:cubicBezTo>
                  <a:pt x="1653212" y="453478"/>
                  <a:pt x="1659390" y="486058"/>
                  <a:pt x="1662480" y="502348"/>
                </a:cubicBezTo>
                <a:cubicBezTo>
                  <a:pt x="1662480" y="502348"/>
                  <a:pt x="1668657" y="534928"/>
                  <a:pt x="1668657" y="534928"/>
                </a:cubicBezTo>
                <a:cubicBezTo>
                  <a:pt x="1668657" y="534928"/>
                  <a:pt x="1668657" y="534928"/>
                  <a:pt x="1676474" y="576163"/>
                </a:cubicBezTo>
                <a:lnTo>
                  <a:pt x="1681012" y="600090"/>
                </a:lnTo>
                <a:lnTo>
                  <a:pt x="1687189" y="632669"/>
                </a:lnTo>
                <a:cubicBezTo>
                  <a:pt x="1687189" y="632669"/>
                  <a:pt x="1687189" y="632669"/>
                  <a:pt x="1720172" y="672306"/>
                </a:cubicBezTo>
                <a:lnTo>
                  <a:pt x="1720562" y="672771"/>
                </a:lnTo>
                <a:lnTo>
                  <a:pt x="1715491" y="653962"/>
                </a:lnTo>
                <a:lnTo>
                  <a:pt x="1714514" y="650338"/>
                </a:lnTo>
                <a:lnTo>
                  <a:pt x="1681012" y="600090"/>
                </a:lnTo>
                <a:lnTo>
                  <a:pt x="1708075" y="637718"/>
                </a:lnTo>
                <a:lnTo>
                  <a:pt x="1712391" y="642458"/>
                </a:lnTo>
                <a:lnTo>
                  <a:pt x="1707267" y="623448"/>
                </a:lnTo>
                <a:cubicBezTo>
                  <a:pt x="1698640" y="591436"/>
                  <a:pt x="1698640" y="591436"/>
                  <a:pt x="1698640" y="591436"/>
                </a:cubicBezTo>
                <a:lnTo>
                  <a:pt x="1742844" y="607804"/>
                </a:lnTo>
                <a:lnTo>
                  <a:pt x="1728307" y="531142"/>
                </a:lnTo>
                <a:lnTo>
                  <a:pt x="1750825" y="610759"/>
                </a:lnTo>
                <a:lnTo>
                  <a:pt x="1806008" y="631191"/>
                </a:lnTo>
                <a:lnTo>
                  <a:pt x="1858521" y="650634"/>
                </a:lnTo>
                <a:lnTo>
                  <a:pt x="1834612" y="589307"/>
                </a:lnTo>
                <a:lnTo>
                  <a:pt x="1786419" y="503068"/>
                </a:lnTo>
                <a:lnTo>
                  <a:pt x="1785407" y="487139"/>
                </a:lnTo>
                <a:cubicBezTo>
                  <a:pt x="1790972" y="466112"/>
                  <a:pt x="1818171" y="497617"/>
                  <a:pt x="1842475" y="536258"/>
                </a:cubicBezTo>
                <a:lnTo>
                  <a:pt x="1854472" y="559732"/>
                </a:lnTo>
                <a:lnTo>
                  <a:pt x="1856925" y="572667"/>
                </a:lnTo>
                <a:lnTo>
                  <a:pt x="1857503" y="575718"/>
                </a:lnTo>
                <a:lnTo>
                  <a:pt x="1858157" y="579167"/>
                </a:lnTo>
                <a:lnTo>
                  <a:pt x="1858425" y="580583"/>
                </a:lnTo>
                <a:lnTo>
                  <a:pt x="1858458" y="580757"/>
                </a:lnTo>
                <a:lnTo>
                  <a:pt x="1859969" y="588728"/>
                </a:lnTo>
                <a:lnTo>
                  <a:pt x="1858496" y="580959"/>
                </a:lnTo>
                <a:lnTo>
                  <a:pt x="1863445" y="607054"/>
                </a:lnTo>
                <a:cubicBezTo>
                  <a:pt x="1864989" y="615200"/>
                  <a:pt x="1866147" y="621309"/>
                  <a:pt x="1866147" y="621309"/>
                </a:cubicBezTo>
                <a:cubicBezTo>
                  <a:pt x="1884150" y="636652"/>
                  <a:pt x="1886331" y="628269"/>
                  <a:pt x="1879965" y="609612"/>
                </a:cubicBezTo>
                <a:lnTo>
                  <a:pt x="1854472" y="559732"/>
                </a:lnTo>
                <a:lnTo>
                  <a:pt x="1851475" y="543929"/>
                </a:lnTo>
                <a:cubicBezTo>
                  <a:pt x="1849160" y="531714"/>
                  <a:pt x="1847616" y="523568"/>
                  <a:pt x="1847616" y="523568"/>
                </a:cubicBezTo>
                <a:cubicBezTo>
                  <a:pt x="1847616" y="523568"/>
                  <a:pt x="1859969" y="588728"/>
                  <a:pt x="1931980" y="650101"/>
                </a:cubicBezTo>
                <a:lnTo>
                  <a:pt x="1941378" y="699666"/>
                </a:lnTo>
                <a:lnTo>
                  <a:pt x="1954902" y="711917"/>
                </a:lnTo>
                <a:cubicBezTo>
                  <a:pt x="1970709" y="725672"/>
                  <a:pt x="1975833" y="724328"/>
                  <a:pt x="1939006" y="645851"/>
                </a:cubicBezTo>
                <a:lnTo>
                  <a:pt x="1964484" y="678337"/>
                </a:lnTo>
                <a:cubicBezTo>
                  <a:pt x="1974036" y="690520"/>
                  <a:pt x="1987172" y="707271"/>
                  <a:pt x="1999859" y="723451"/>
                </a:cubicBezTo>
                <a:lnTo>
                  <a:pt x="2011474" y="738263"/>
                </a:lnTo>
                <a:lnTo>
                  <a:pt x="2016029" y="744072"/>
                </a:lnTo>
                <a:lnTo>
                  <a:pt x="2018844" y="747661"/>
                </a:lnTo>
                <a:lnTo>
                  <a:pt x="2032548" y="765139"/>
                </a:lnTo>
                <a:lnTo>
                  <a:pt x="2038068" y="772176"/>
                </a:lnTo>
                <a:lnTo>
                  <a:pt x="2039315" y="773769"/>
                </a:lnTo>
                <a:cubicBezTo>
                  <a:pt x="2040908" y="775798"/>
                  <a:pt x="2040908" y="775798"/>
                  <a:pt x="2040908" y="775798"/>
                </a:cubicBezTo>
                <a:lnTo>
                  <a:pt x="2038068" y="772176"/>
                </a:lnTo>
                <a:lnTo>
                  <a:pt x="2028171" y="759554"/>
                </a:lnTo>
                <a:lnTo>
                  <a:pt x="2018844" y="747661"/>
                </a:lnTo>
                <a:lnTo>
                  <a:pt x="2018051" y="746650"/>
                </a:lnTo>
                <a:lnTo>
                  <a:pt x="2011474" y="738263"/>
                </a:lnTo>
                <a:lnTo>
                  <a:pt x="1997919" y="720975"/>
                </a:lnTo>
                <a:lnTo>
                  <a:pt x="1964484" y="678337"/>
                </a:lnTo>
                <a:lnTo>
                  <a:pt x="2042089" y="714275"/>
                </a:lnTo>
                <a:cubicBezTo>
                  <a:pt x="2130839" y="764429"/>
                  <a:pt x="2233921" y="832852"/>
                  <a:pt x="2179376" y="700266"/>
                </a:cubicBezTo>
                <a:cubicBezTo>
                  <a:pt x="2157602" y="588457"/>
                  <a:pt x="2208550" y="653432"/>
                  <a:pt x="2132128" y="555972"/>
                </a:cubicBezTo>
                <a:cubicBezTo>
                  <a:pt x="2259501" y="718404"/>
                  <a:pt x="2314147" y="704056"/>
                  <a:pt x="2288673" y="671570"/>
                </a:cubicBezTo>
                <a:lnTo>
                  <a:pt x="2305955" y="693610"/>
                </a:lnTo>
                <a:lnTo>
                  <a:pt x="2310963" y="699996"/>
                </a:lnTo>
                <a:cubicBezTo>
                  <a:pt x="2314147" y="704056"/>
                  <a:pt x="2314147" y="704056"/>
                  <a:pt x="2314147" y="704056"/>
                </a:cubicBezTo>
                <a:lnTo>
                  <a:pt x="2305955" y="693610"/>
                </a:lnTo>
                <a:lnTo>
                  <a:pt x="2291857" y="675630"/>
                </a:lnTo>
                <a:cubicBezTo>
                  <a:pt x="2288673" y="671570"/>
                  <a:pt x="2288673" y="671570"/>
                  <a:pt x="2288673" y="671570"/>
                </a:cubicBezTo>
                <a:cubicBezTo>
                  <a:pt x="2365098" y="769030"/>
                  <a:pt x="2343321" y="657222"/>
                  <a:pt x="2292372" y="592248"/>
                </a:cubicBezTo>
                <a:cubicBezTo>
                  <a:pt x="2321546" y="545413"/>
                  <a:pt x="2579993" y="790959"/>
                  <a:pt x="2561915" y="599828"/>
                </a:cubicBezTo>
                <a:cubicBezTo>
                  <a:pt x="2438240" y="358073"/>
                  <a:pt x="2667515" y="650453"/>
                  <a:pt x="2594785" y="473671"/>
                </a:cubicBezTo>
                <a:cubicBezTo>
                  <a:pt x="2547534" y="329376"/>
                  <a:pt x="2678609" y="412487"/>
                  <a:pt x="2729558" y="477460"/>
                </a:cubicBezTo>
                <a:cubicBezTo>
                  <a:pt x="2802285" y="654243"/>
                  <a:pt x="2802285" y="654243"/>
                  <a:pt x="2802285" y="654243"/>
                </a:cubicBezTo>
                <a:cubicBezTo>
                  <a:pt x="2853234" y="719216"/>
                  <a:pt x="2780508" y="542434"/>
                  <a:pt x="2882408" y="672380"/>
                </a:cubicBezTo>
                <a:cubicBezTo>
                  <a:pt x="2856933" y="639894"/>
                  <a:pt x="2856933" y="639894"/>
                  <a:pt x="2856933" y="639894"/>
                </a:cubicBezTo>
                <a:cubicBezTo>
                  <a:pt x="2833051" y="609439"/>
                  <a:pt x="3077848" y="921614"/>
                  <a:pt x="2880691" y="600947"/>
                </a:cubicBezTo>
                <a:lnTo>
                  <a:pt x="2835157" y="528089"/>
                </a:lnTo>
                <a:lnTo>
                  <a:pt x="2853864" y="551944"/>
                </a:lnTo>
                <a:cubicBezTo>
                  <a:pt x="2886105" y="593060"/>
                  <a:pt x="2886105" y="593060"/>
                  <a:pt x="2886105" y="593060"/>
                </a:cubicBezTo>
                <a:cubicBezTo>
                  <a:pt x="2892474" y="601182"/>
                  <a:pt x="2902026" y="613364"/>
                  <a:pt x="2912774" y="627069"/>
                </a:cubicBezTo>
                <a:lnTo>
                  <a:pt x="2937056" y="658033"/>
                </a:lnTo>
                <a:lnTo>
                  <a:pt x="2941912" y="664226"/>
                </a:lnTo>
                <a:lnTo>
                  <a:pt x="2949329" y="673684"/>
                </a:lnTo>
                <a:lnTo>
                  <a:pt x="2956834" y="683256"/>
                </a:lnTo>
                <a:lnTo>
                  <a:pt x="2988005" y="723007"/>
                </a:lnTo>
                <a:cubicBezTo>
                  <a:pt x="2988005" y="723007"/>
                  <a:pt x="2983229" y="716915"/>
                  <a:pt x="2975666" y="707271"/>
                </a:cubicBezTo>
                <a:lnTo>
                  <a:pt x="2956834" y="683256"/>
                </a:lnTo>
                <a:lnTo>
                  <a:pt x="2952977" y="678337"/>
                </a:lnTo>
                <a:lnTo>
                  <a:pt x="2949329" y="673684"/>
                </a:lnTo>
                <a:lnTo>
                  <a:pt x="2946609" y="670215"/>
                </a:lnTo>
                <a:lnTo>
                  <a:pt x="2941912" y="664226"/>
                </a:lnTo>
                <a:lnTo>
                  <a:pt x="2941434" y="663616"/>
                </a:lnTo>
                <a:cubicBezTo>
                  <a:pt x="2938648" y="660064"/>
                  <a:pt x="2937056" y="658033"/>
                  <a:pt x="2937056" y="658033"/>
                </a:cubicBezTo>
                <a:lnTo>
                  <a:pt x="2924466" y="593394"/>
                </a:lnTo>
                <a:cubicBezTo>
                  <a:pt x="2915279" y="546224"/>
                  <a:pt x="2915279" y="546224"/>
                  <a:pt x="2915279" y="546224"/>
                </a:cubicBezTo>
                <a:cubicBezTo>
                  <a:pt x="2966230" y="611198"/>
                  <a:pt x="3089906" y="852954"/>
                  <a:pt x="3042655" y="708658"/>
                </a:cubicBezTo>
                <a:cubicBezTo>
                  <a:pt x="3115380" y="885440"/>
                  <a:pt x="3064430" y="820467"/>
                  <a:pt x="3115380" y="885440"/>
                </a:cubicBezTo>
                <a:cubicBezTo>
                  <a:pt x="3115380" y="885440"/>
                  <a:pt x="3089906" y="852954"/>
                  <a:pt x="3119080" y="806119"/>
                </a:cubicBezTo>
                <a:cubicBezTo>
                  <a:pt x="3119080" y="806119"/>
                  <a:pt x="3170028" y="871091"/>
                  <a:pt x="3220979" y="936065"/>
                </a:cubicBezTo>
                <a:cubicBezTo>
                  <a:pt x="3220979" y="936065"/>
                  <a:pt x="3332339" y="1206761"/>
                  <a:pt x="3445514" y="1383254"/>
                </a:cubicBezTo>
                <a:lnTo>
                  <a:pt x="3493799" y="1452050"/>
                </a:lnTo>
                <a:lnTo>
                  <a:pt x="3479280" y="1433533"/>
                </a:lnTo>
                <a:cubicBezTo>
                  <a:pt x="3469129" y="1420590"/>
                  <a:pt x="3471518" y="1423635"/>
                  <a:pt x="3481071" y="1435818"/>
                </a:cubicBezTo>
                <a:lnTo>
                  <a:pt x="3493806" y="1452060"/>
                </a:lnTo>
                <a:lnTo>
                  <a:pt x="3493810" y="1452066"/>
                </a:lnTo>
                <a:lnTo>
                  <a:pt x="3517255" y="1489719"/>
                </a:lnTo>
                <a:cubicBezTo>
                  <a:pt x="3536044" y="1528083"/>
                  <a:pt x="3542516" y="1567358"/>
                  <a:pt x="3551589" y="1596653"/>
                </a:cubicBezTo>
                <a:lnTo>
                  <a:pt x="3566533" y="1628844"/>
                </a:lnTo>
                <a:lnTo>
                  <a:pt x="3559766" y="1620213"/>
                </a:lnTo>
                <a:lnTo>
                  <a:pt x="3550764" y="1608734"/>
                </a:lnTo>
                <a:lnTo>
                  <a:pt x="3544243" y="1600417"/>
                </a:lnTo>
                <a:cubicBezTo>
                  <a:pt x="3541059" y="1596358"/>
                  <a:pt x="3541059" y="1596358"/>
                  <a:pt x="3541059" y="1596358"/>
                </a:cubicBezTo>
                <a:cubicBezTo>
                  <a:pt x="3515583" y="1563869"/>
                  <a:pt x="3515583" y="1563869"/>
                  <a:pt x="3515583" y="1563869"/>
                </a:cubicBezTo>
                <a:lnTo>
                  <a:pt x="3550764" y="1608734"/>
                </a:lnTo>
                <a:lnTo>
                  <a:pt x="3558341" y="1618398"/>
                </a:lnTo>
                <a:lnTo>
                  <a:pt x="3566533" y="1628844"/>
                </a:lnTo>
                <a:lnTo>
                  <a:pt x="3582454" y="1649148"/>
                </a:lnTo>
                <a:cubicBezTo>
                  <a:pt x="3592008" y="1661330"/>
                  <a:pt x="3592008" y="1661330"/>
                  <a:pt x="3592008" y="1661330"/>
                </a:cubicBezTo>
                <a:cubicBezTo>
                  <a:pt x="3464634" y="1498897"/>
                  <a:pt x="3715684" y="1903085"/>
                  <a:pt x="3715684" y="1903085"/>
                </a:cubicBezTo>
                <a:cubicBezTo>
                  <a:pt x="3737462" y="2014893"/>
                  <a:pt x="3690209" y="1870600"/>
                  <a:pt x="3661035" y="1917433"/>
                </a:cubicBezTo>
                <a:cubicBezTo>
                  <a:pt x="3673772" y="1933677"/>
                  <a:pt x="3699248" y="1966162"/>
                  <a:pt x="3727907" y="2002711"/>
                </a:cubicBezTo>
                <a:lnTo>
                  <a:pt x="3737460" y="2014894"/>
                </a:lnTo>
                <a:lnTo>
                  <a:pt x="3750052" y="2079532"/>
                </a:lnTo>
                <a:cubicBezTo>
                  <a:pt x="3759239" y="2126702"/>
                  <a:pt x="3759239" y="2126702"/>
                  <a:pt x="3759239" y="2126702"/>
                </a:cubicBezTo>
                <a:cubicBezTo>
                  <a:pt x="3784713" y="2159189"/>
                  <a:pt x="3810188" y="2191675"/>
                  <a:pt x="3835664" y="2224162"/>
                </a:cubicBezTo>
                <a:cubicBezTo>
                  <a:pt x="3831965" y="2303483"/>
                  <a:pt x="3882912" y="2368457"/>
                  <a:pt x="3882912" y="2368457"/>
                </a:cubicBezTo>
                <a:cubicBezTo>
                  <a:pt x="3882912" y="2368457"/>
                  <a:pt x="3876545" y="2360336"/>
                  <a:pt x="3866991" y="2348154"/>
                </a:cubicBezTo>
                <a:lnTo>
                  <a:pt x="3857487" y="2336034"/>
                </a:lnTo>
                <a:lnTo>
                  <a:pt x="3848591" y="2314344"/>
                </a:lnTo>
                <a:cubicBezTo>
                  <a:pt x="3829197" y="2272380"/>
                  <a:pt x="3807877" y="2241252"/>
                  <a:pt x="3806487" y="2270997"/>
                </a:cubicBezTo>
                <a:cubicBezTo>
                  <a:pt x="3806487" y="2270997"/>
                  <a:pt x="3836341" y="2309068"/>
                  <a:pt x="3846293" y="2321758"/>
                </a:cubicBezTo>
                <a:lnTo>
                  <a:pt x="3848661" y="2324777"/>
                </a:lnTo>
                <a:lnTo>
                  <a:pt x="3857487" y="2336034"/>
                </a:lnTo>
                <a:lnTo>
                  <a:pt x="3866530" y="2358068"/>
                </a:lnTo>
                <a:cubicBezTo>
                  <a:pt x="3882207" y="2401697"/>
                  <a:pt x="3888670" y="2439481"/>
                  <a:pt x="3864051" y="2421384"/>
                </a:cubicBezTo>
                <a:lnTo>
                  <a:pt x="3849877" y="2406102"/>
                </a:lnTo>
                <a:lnTo>
                  <a:pt x="3809705" y="2310553"/>
                </a:lnTo>
                <a:cubicBezTo>
                  <a:pt x="3792712" y="2277063"/>
                  <a:pt x="3773952" y="2245262"/>
                  <a:pt x="3755076" y="2215939"/>
                </a:cubicBezTo>
                <a:lnTo>
                  <a:pt x="3719643" y="2164864"/>
                </a:lnTo>
                <a:lnTo>
                  <a:pt x="3730062" y="2173537"/>
                </a:lnTo>
                <a:cubicBezTo>
                  <a:pt x="3730062" y="2173537"/>
                  <a:pt x="3704589" y="2141050"/>
                  <a:pt x="3653637" y="2076077"/>
                </a:cubicBezTo>
                <a:cubicBezTo>
                  <a:pt x="3653637" y="2076077"/>
                  <a:pt x="3653637" y="2076077"/>
                  <a:pt x="3675133" y="2103487"/>
                </a:cubicBezTo>
                <a:lnTo>
                  <a:pt x="3693330" y="2126691"/>
                </a:lnTo>
                <a:lnTo>
                  <a:pt x="3698220" y="2132929"/>
                </a:lnTo>
                <a:cubicBezTo>
                  <a:pt x="3704589" y="2141050"/>
                  <a:pt x="3704589" y="2141050"/>
                  <a:pt x="3704589" y="2141050"/>
                </a:cubicBezTo>
                <a:lnTo>
                  <a:pt x="3693330" y="2126691"/>
                </a:lnTo>
                <a:lnTo>
                  <a:pt x="3683096" y="2113640"/>
                </a:lnTo>
                <a:cubicBezTo>
                  <a:pt x="3675930" y="2104503"/>
                  <a:pt x="3666377" y="2092320"/>
                  <a:pt x="3653637" y="2076077"/>
                </a:cubicBezTo>
                <a:cubicBezTo>
                  <a:pt x="3666377" y="2092320"/>
                  <a:pt x="3682299" y="2112625"/>
                  <a:pt x="3699755" y="2136199"/>
                </a:cubicBezTo>
                <a:lnTo>
                  <a:pt x="3719643" y="2164864"/>
                </a:lnTo>
                <a:lnTo>
                  <a:pt x="3700428" y="2148877"/>
                </a:lnTo>
                <a:cubicBezTo>
                  <a:pt x="3679089" y="2145297"/>
                  <a:pt x="3681783" y="2196007"/>
                  <a:pt x="3700889" y="2220372"/>
                </a:cubicBezTo>
                <a:cubicBezTo>
                  <a:pt x="3672695" y="2173909"/>
                  <a:pt x="3648022" y="2133255"/>
                  <a:pt x="3626432" y="2097682"/>
                </a:cubicBezTo>
                <a:lnTo>
                  <a:pt x="3604215" y="2061071"/>
                </a:lnTo>
                <a:lnTo>
                  <a:pt x="3577213" y="1978617"/>
                </a:lnTo>
                <a:cubicBezTo>
                  <a:pt x="3624464" y="2122911"/>
                  <a:pt x="3551739" y="1946130"/>
                  <a:pt x="3475314" y="1848670"/>
                </a:cubicBezTo>
                <a:cubicBezTo>
                  <a:pt x="3475314" y="1848670"/>
                  <a:pt x="3475314" y="1848670"/>
                  <a:pt x="3570479" y="2005482"/>
                </a:cubicBezTo>
                <a:lnTo>
                  <a:pt x="3604215" y="2061071"/>
                </a:lnTo>
                <a:lnTo>
                  <a:pt x="3604531" y="2062037"/>
                </a:lnTo>
                <a:cubicBezTo>
                  <a:pt x="3624464" y="2122911"/>
                  <a:pt x="3624464" y="2122911"/>
                  <a:pt x="3624464" y="2122911"/>
                </a:cubicBezTo>
                <a:cubicBezTo>
                  <a:pt x="3686303" y="2243790"/>
                  <a:pt x="3667198" y="2219425"/>
                  <a:pt x="3639001" y="2172962"/>
                </a:cubicBezTo>
                <a:lnTo>
                  <a:pt x="3608217" y="2118593"/>
                </a:lnTo>
                <a:lnTo>
                  <a:pt x="3598989" y="2090425"/>
                </a:lnTo>
                <a:cubicBezTo>
                  <a:pt x="3586253" y="2074182"/>
                  <a:pt x="3589207" y="2083201"/>
                  <a:pt x="3598868" y="2102087"/>
                </a:cubicBezTo>
                <a:lnTo>
                  <a:pt x="3608217" y="2118593"/>
                </a:lnTo>
                <a:lnTo>
                  <a:pt x="3626308" y="2173845"/>
                </a:lnTo>
                <a:cubicBezTo>
                  <a:pt x="3646243" y="2234719"/>
                  <a:pt x="3646243" y="2234719"/>
                  <a:pt x="3646243" y="2234719"/>
                </a:cubicBezTo>
                <a:cubicBezTo>
                  <a:pt x="3700889" y="2220372"/>
                  <a:pt x="3700889" y="2220372"/>
                  <a:pt x="3700889" y="2220372"/>
                </a:cubicBezTo>
                <a:cubicBezTo>
                  <a:pt x="3697194" y="2299693"/>
                  <a:pt x="3722668" y="2332180"/>
                  <a:pt x="3773619" y="2397154"/>
                </a:cubicBezTo>
                <a:cubicBezTo>
                  <a:pt x="3722668" y="2332180"/>
                  <a:pt x="3671719" y="2267208"/>
                  <a:pt x="3671719" y="2267208"/>
                </a:cubicBezTo>
                <a:cubicBezTo>
                  <a:pt x="3694009" y="2295632"/>
                  <a:pt x="3638284" y="2224569"/>
                  <a:pt x="3655657" y="2303024"/>
                </a:cubicBezTo>
                <a:lnTo>
                  <a:pt x="3668020" y="2346528"/>
                </a:lnTo>
                <a:lnTo>
                  <a:pt x="3640701" y="2263107"/>
                </a:lnTo>
                <a:cubicBezTo>
                  <a:pt x="3620769" y="2202233"/>
                  <a:pt x="3620769" y="2202233"/>
                  <a:pt x="3620769" y="2202233"/>
                </a:cubicBezTo>
                <a:cubicBezTo>
                  <a:pt x="3642544" y="2314042"/>
                  <a:pt x="3642544" y="2314042"/>
                  <a:pt x="3642544" y="2314042"/>
                </a:cubicBezTo>
                <a:lnTo>
                  <a:pt x="3668020" y="2346528"/>
                </a:lnTo>
                <a:lnTo>
                  <a:pt x="3686728" y="2370385"/>
                </a:lnTo>
                <a:cubicBezTo>
                  <a:pt x="3718969" y="2411501"/>
                  <a:pt x="3718969" y="2411501"/>
                  <a:pt x="3718969" y="2411501"/>
                </a:cubicBezTo>
                <a:cubicBezTo>
                  <a:pt x="3718969" y="2411501"/>
                  <a:pt x="3744445" y="2443988"/>
                  <a:pt x="3744445" y="2443988"/>
                </a:cubicBezTo>
                <a:cubicBezTo>
                  <a:pt x="3757182" y="2460233"/>
                  <a:pt x="3782656" y="2492719"/>
                  <a:pt x="3804487" y="2531059"/>
                </a:cubicBezTo>
                <a:lnTo>
                  <a:pt x="3810773" y="2544691"/>
                </a:lnTo>
                <a:lnTo>
                  <a:pt x="3789615" y="2551491"/>
                </a:lnTo>
                <a:cubicBezTo>
                  <a:pt x="3782272" y="2555256"/>
                  <a:pt x="3777830" y="2560095"/>
                  <a:pt x="3775772" y="2567980"/>
                </a:cubicBezTo>
                <a:lnTo>
                  <a:pt x="3776081" y="2589927"/>
                </a:lnTo>
                <a:lnTo>
                  <a:pt x="3769038" y="2594844"/>
                </a:lnTo>
                <a:cubicBezTo>
                  <a:pt x="3765734" y="2602446"/>
                  <a:pt x="3763445" y="2615288"/>
                  <a:pt x="3762524" y="2635119"/>
                </a:cubicBezTo>
                <a:cubicBezTo>
                  <a:pt x="3787996" y="2667605"/>
                  <a:pt x="3784299" y="2746925"/>
                  <a:pt x="3886200" y="2876874"/>
                </a:cubicBezTo>
                <a:cubicBezTo>
                  <a:pt x="3860725" y="2844387"/>
                  <a:pt x="3841618" y="2820021"/>
                  <a:pt x="3827289" y="2801748"/>
                </a:cubicBezTo>
                <a:lnTo>
                  <a:pt x="3809775" y="2779414"/>
                </a:lnTo>
                <a:lnTo>
                  <a:pt x="3784299" y="2746925"/>
                </a:lnTo>
                <a:lnTo>
                  <a:pt x="3781565" y="2743438"/>
                </a:lnTo>
                <a:lnTo>
                  <a:pt x="3775857" y="2736161"/>
                </a:lnTo>
                <a:lnTo>
                  <a:pt x="3774491" y="2734419"/>
                </a:lnTo>
                <a:lnTo>
                  <a:pt x="3773980" y="2733768"/>
                </a:lnTo>
                <a:lnTo>
                  <a:pt x="3773552" y="2733221"/>
                </a:lnTo>
                <a:lnTo>
                  <a:pt x="3769401" y="2727928"/>
                </a:lnTo>
                <a:lnTo>
                  <a:pt x="3768164" y="2726350"/>
                </a:lnTo>
                <a:lnTo>
                  <a:pt x="3765193" y="2722562"/>
                </a:lnTo>
                <a:cubicBezTo>
                  <a:pt x="3758825" y="2714440"/>
                  <a:pt x="3758825" y="2714440"/>
                  <a:pt x="3758825" y="2714440"/>
                </a:cubicBezTo>
                <a:lnTo>
                  <a:pt x="3748700" y="2701527"/>
                </a:lnTo>
                <a:lnTo>
                  <a:pt x="3739719" y="2690075"/>
                </a:lnTo>
                <a:cubicBezTo>
                  <a:pt x="3736535" y="2686014"/>
                  <a:pt x="3734941" y="2683983"/>
                  <a:pt x="3737329" y="2687029"/>
                </a:cubicBezTo>
                <a:lnTo>
                  <a:pt x="3748700" y="2701527"/>
                </a:lnTo>
                <a:lnTo>
                  <a:pt x="3751659" y="2705304"/>
                </a:lnTo>
                <a:cubicBezTo>
                  <a:pt x="3755640" y="2710380"/>
                  <a:pt x="3758825" y="2714440"/>
                  <a:pt x="3758825" y="2714440"/>
                </a:cubicBezTo>
                <a:cubicBezTo>
                  <a:pt x="3757899" y="2734271"/>
                  <a:pt x="3752662" y="2738094"/>
                  <a:pt x="3746120" y="2733692"/>
                </a:cubicBezTo>
                <a:lnTo>
                  <a:pt x="3726701" y="2705200"/>
                </a:lnTo>
                <a:lnTo>
                  <a:pt x="3734177" y="2707140"/>
                </a:lnTo>
                <a:cubicBezTo>
                  <a:pt x="3736122" y="2703875"/>
                  <a:pt x="3736071" y="2695930"/>
                  <a:pt x="3733350" y="2681954"/>
                </a:cubicBezTo>
                <a:cubicBezTo>
                  <a:pt x="3707874" y="2649467"/>
                  <a:pt x="3713319" y="2677418"/>
                  <a:pt x="3725592" y="2703578"/>
                </a:cubicBezTo>
                <a:lnTo>
                  <a:pt x="3726701" y="2705200"/>
                </a:lnTo>
                <a:lnTo>
                  <a:pt x="3723031" y="2704250"/>
                </a:lnTo>
                <a:cubicBezTo>
                  <a:pt x="3712508" y="2694770"/>
                  <a:pt x="3696704" y="2671987"/>
                  <a:pt x="3681010" y="2646726"/>
                </a:cubicBezTo>
                <a:lnTo>
                  <a:pt x="3652264" y="2596364"/>
                </a:lnTo>
                <a:lnTo>
                  <a:pt x="3631449" y="2552007"/>
                </a:lnTo>
                <a:cubicBezTo>
                  <a:pt x="3625080" y="2543886"/>
                  <a:pt x="3629626" y="2554935"/>
                  <a:pt x="3639685" y="2574330"/>
                </a:cubicBezTo>
                <a:lnTo>
                  <a:pt x="3652264" y="2596364"/>
                </a:lnTo>
                <a:lnTo>
                  <a:pt x="3663863" y="2621082"/>
                </a:lnTo>
                <a:cubicBezTo>
                  <a:pt x="3710854" y="2721220"/>
                  <a:pt x="3724280" y="2749832"/>
                  <a:pt x="3728116" y="2758005"/>
                </a:cubicBezTo>
                <a:lnTo>
                  <a:pt x="3729651" y="2761274"/>
                </a:lnTo>
                <a:lnTo>
                  <a:pt x="3720098" y="2749093"/>
                </a:lnTo>
                <a:cubicBezTo>
                  <a:pt x="3691437" y="2712545"/>
                  <a:pt x="3653226" y="2663814"/>
                  <a:pt x="3653226" y="2663814"/>
                </a:cubicBezTo>
                <a:cubicBezTo>
                  <a:pt x="3704176" y="2728789"/>
                  <a:pt x="3776904" y="2905571"/>
                  <a:pt x="3878803" y="3035516"/>
                </a:cubicBezTo>
                <a:cubicBezTo>
                  <a:pt x="3846958" y="2994908"/>
                  <a:pt x="3826259" y="2968514"/>
                  <a:pt x="3811931" y="2950240"/>
                </a:cubicBezTo>
                <a:lnTo>
                  <a:pt x="3802374" y="2938055"/>
                </a:lnTo>
                <a:lnTo>
                  <a:pt x="3728123" y="2830234"/>
                </a:lnTo>
                <a:cubicBezTo>
                  <a:pt x="3657515" y="2716555"/>
                  <a:pt x="3602274" y="2598842"/>
                  <a:pt x="3602274" y="2598842"/>
                </a:cubicBezTo>
                <a:cubicBezTo>
                  <a:pt x="3551326" y="2533867"/>
                  <a:pt x="3551326" y="2533867"/>
                  <a:pt x="3551326" y="2533867"/>
                </a:cubicBezTo>
                <a:lnTo>
                  <a:pt x="3525849" y="2501382"/>
                </a:lnTo>
                <a:lnTo>
                  <a:pt x="3518686" y="2492246"/>
                </a:lnTo>
                <a:lnTo>
                  <a:pt x="3502927" y="2472147"/>
                </a:lnTo>
                <a:lnTo>
                  <a:pt x="3501173" y="2469910"/>
                </a:lnTo>
                <a:cubicBezTo>
                  <a:pt x="3497191" y="2464835"/>
                  <a:pt x="3497191" y="2464835"/>
                  <a:pt x="3500376" y="2468896"/>
                </a:cubicBezTo>
                <a:lnTo>
                  <a:pt x="3502927" y="2472147"/>
                </a:lnTo>
                <a:lnTo>
                  <a:pt x="3525849" y="2501382"/>
                </a:lnTo>
                <a:lnTo>
                  <a:pt x="3523713" y="2547240"/>
                </a:lnTo>
                <a:cubicBezTo>
                  <a:pt x="3523193" y="2558394"/>
                  <a:pt x="3522846" y="2565829"/>
                  <a:pt x="3522616" y="2570789"/>
                </a:cubicBezTo>
                <a:lnTo>
                  <a:pt x="3522153" y="2580703"/>
                </a:lnTo>
                <a:lnTo>
                  <a:pt x="3514570" y="2571032"/>
                </a:lnTo>
                <a:lnTo>
                  <a:pt x="3512602" y="2568521"/>
                </a:lnTo>
                <a:lnTo>
                  <a:pt x="3511543" y="2567171"/>
                </a:lnTo>
                <a:lnTo>
                  <a:pt x="3502358" y="2555461"/>
                </a:lnTo>
                <a:lnTo>
                  <a:pt x="3496675" y="2548216"/>
                </a:lnTo>
                <a:cubicBezTo>
                  <a:pt x="3496675" y="2548216"/>
                  <a:pt x="3496675" y="2548216"/>
                  <a:pt x="3499860" y="2552277"/>
                </a:cubicBezTo>
                <a:lnTo>
                  <a:pt x="3502358" y="2555461"/>
                </a:lnTo>
                <a:lnTo>
                  <a:pt x="3511493" y="2567111"/>
                </a:lnTo>
                <a:lnTo>
                  <a:pt x="3511405" y="2566999"/>
                </a:lnTo>
                <a:cubicBezTo>
                  <a:pt x="3512602" y="2568521"/>
                  <a:pt x="3515784" y="2572583"/>
                  <a:pt x="3522153" y="2580704"/>
                </a:cubicBezTo>
                <a:lnTo>
                  <a:pt x="3525508" y="2584984"/>
                </a:lnTo>
                <a:lnTo>
                  <a:pt x="3534182" y="2596046"/>
                </a:lnTo>
                <a:lnTo>
                  <a:pt x="3534634" y="2596623"/>
                </a:lnTo>
                <a:lnTo>
                  <a:pt x="3551133" y="2617660"/>
                </a:lnTo>
                <a:lnTo>
                  <a:pt x="3551607" y="2618266"/>
                </a:lnTo>
                <a:lnTo>
                  <a:pt x="3555323" y="2623006"/>
                </a:lnTo>
                <a:lnTo>
                  <a:pt x="3563548" y="2633494"/>
                </a:lnTo>
                <a:lnTo>
                  <a:pt x="3569277" y="2640797"/>
                </a:lnTo>
                <a:lnTo>
                  <a:pt x="3571909" y="2644155"/>
                </a:lnTo>
                <a:cubicBezTo>
                  <a:pt x="3573103" y="2645676"/>
                  <a:pt x="3573103" y="2645676"/>
                  <a:pt x="3573103" y="2645676"/>
                </a:cubicBezTo>
                <a:cubicBezTo>
                  <a:pt x="3620354" y="2789973"/>
                  <a:pt x="3467506" y="2595051"/>
                  <a:pt x="3467506" y="2595051"/>
                </a:cubicBezTo>
                <a:cubicBezTo>
                  <a:pt x="3454767" y="2578808"/>
                  <a:pt x="3452944" y="2581736"/>
                  <a:pt x="3457432" y="2594024"/>
                </a:cubicBezTo>
                <a:lnTo>
                  <a:pt x="3482666" y="2644092"/>
                </a:lnTo>
                <a:lnTo>
                  <a:pt x="3476115" y="2654615"/>
                </a:lnTo>
                <a:cubicBezTo>
                  <a:pt x="3469960" y="2664494"/>
                  <a:pt x="3466883" y="2669434"/>
                  <a:pt x="3465344" y="2671903"/>
                </a:cubicBezTo>
                <a:lnTo>
                  <a:pt x="3463807" y="2674373"/>
                </a:lnTo>
                <a:lnTo>
                  <a:pt x="3457438" y="2666252"/>
                </a:lnTo>
                <a:cubicBezTo>
                  <a:pt x="3447885" y="2654069"/>
                  <a:pt x="3441913" y="2646454"/>
                  <a:pt x="3461018" y="2670820"/>
                </a:cubicBezTo>
                <a:lnTo>
                  <a:pt x="3463807" y="2674376"/>
                </a:lnTo>
                <a:lnTo>
                  <a:pt x="3463828" y="2674400"/>
                </a:lnTo>
                <a:lnTo>
                  <a:pt x="3463833" y="2674407"/>
                </a:lnTo>
                <a:lnTo>
                  <a:pt x="3463840" y="2674415"/>
                </a:lnTo>
                <a:lnTo>
                  <a:pt x="3463844" y="2674421"/>
                </a:lnTo>
                <a:lnTo>
                  <a:pt x="3490174" y="2708763"/>
                </a:lnTo>
                <a:lnTo>
                  <a:pt x="3490815" y="2710129"/>
                </a:lnTo>
                <a:lnTo>
                  <a:pt x="3496381" y="2721990"/>
                </a:lnTo>
                <a:lnTo>
                  <a:pt x="3489101" y="2719762"/>
                </a:lnTo>
                <a:cubicBezTo>
                  <a:pt x="3474927" y="2725321"/>
                  <a:pt x="3491950" y="2794303"/>
                  <a:pt x="3511058" y="2818669"/>
                </a:cubicBezTo>
                <a:cubicBezTo>
                  <a:pt x="3511058" y="2818669"/>
                  <a:pt x="3511058" y="2818669"/>
                  <a:pt x="3509467" y="2816638"/>
                </a:cubicBezTo>
                <a:lnTo>
                  <a:pt x="3507138" y="2813667"/>
                </a:lnTo>
                <a:lnTo>
                  <a:pt x="3500936" y="2805759"/>
                </a:lnTo>
                <a:lnTo>
                  <a:pt x="3496794" y="2800479"/>
                </a:lnTo>
                <a:lnTo>
                  <a:pt x="3494249" y="2797233"/>
                </a:lnTo>
                <a:lnTo>
                  <a:pt x="3491913" y="2794255"/>
                </a:lnTo>
                <a:lnTo>
                  <a:pt x="3485581" y="2786176"/>
                </a:lnTo>
                <a:lnTo>
                  <a:pt x="3427193" y="2699902"/>
                </a:lnTo>
                <a:cubicBezTo>
                  <a:pt x="3385071" y="2626490"/>
                  <a:pt x="3386456" y="2596744"/>
                  <a:pt x="3383681" y="2656235"/>
                </a:cubicBezTo>
                <a:lnTo>
                  <a:pt x="3399662" y="2676612"/>
                </a:lnTo>
                <a:lnTo>
                  <a:pt x="3398807" y="2675525"/>
                </a:lnTo>
                <a:lnTo>
                  <a:pt x="3401622" y="2679115"/>
                </a:lnTo>
                <a:lnTo>
                  <a:pt x="3402076" y="2679694"/>
                </a:lnTo>
                <a:lnTo>
                  <a:pt x="3401991" y="2679586"/>
                </a:lnTo>
                <a:lnTo>
                  <a:pt x="3402629" y="2680399"/>
                </a:lnTo>
                <a:lnTo>
                  <a:pt x="3402787" y="2680601"/>
                </a:lnTo>
                <a:lnTo>
                  <a:pt x="3403321" y="2681282"/>
                </a:lnTo>
                <a:lnTo>
                  <a:pt x="3406187" y="2684935"/>
                </a:lnTo>
                <a:lnTo>
                  <a:pt x="3406213" y="2684968"/>
                </a:lnTo>
                <a:lnTo>
                  <a:pt x="3407287" y="2686338"/>
                </a:lnTo>
                <a:lnTo>
                  <a:pt x="3407857" y="2687065"/>
                </a:lnTo>
                <a:lnTo>
                  <a:pt x="3409156" y="2688722"/>
                </a:lnTo>
                <a:lnTo>
                  <a:pt x="3411538" y="2691759"/>
                </a:lnTo>
                <a:lnTo>
                  <a:pt x="3412584" y="2693094"/>
                </a:lnTo>
                <a:lnTo>
                  <a:pt x="3414206" y="2695161"/>
                </a:lnTo>
                <a:lnTo>
                  <a:pt x="3415331" y="2696596"/>
                </a:lnTo>
                <a:lnTo>
                  <a:pt x="3416171" y="2697668"/>
                </a:lnTo>
                <a:lnTo>
                  <a:pt x="3416278" y="2697803"/>
                </a:lnTo>
                <a:lnTo>
                  <a:pt x="3416784" y="2698449"/>
                </a:lnTo>
                <a:lnTo>
                  <a:pt x="3417778" y="2699716"/>
                </a:lnTo>
                <a:lnTo>
                  <a:pt x="3418347" y="2700441"/>
                </a:lnTo>
                <a:lnTo>
                  <a:pt x="3419362" y="2701738"/>
                </a:lnTo>
                <a:lnTo>
                  <a:pt x="3420762" y="2703521"/>
                </a:lnTo>
                <a:lnTo>
                  <a:pt x="3420864" y="2703652"/>
                </a:lnTo>
                <a:lnTo>
                  <a:pt x="3422003" y="2705104"/>
                </a:lnTo>
                <a:lnTo>
                  <a:pt x="3430624" y="2716097"/>
                </a:lnTo>
                <a:lnTo>
                  <a:pt x="3431846" y="2717657"/>
                </a:lnTo>
                <a:lnTo>
                  <a:pt x="3432880" y="2718975"/>
                </a:lnTo>
                <a:lnTo>
                  <a:pt x="3435368" y="2722148"/>
                </a:lnTo>
                <a:lnTo>
                  <a:pt x="3440882" y="2729180"/>
                </a:lnTo>
                <a:lnTo>
                  <a:pt x="3442617" y="2731392"/>
                </a:lnTo>
                <a:lnTo>
                  <a:pt x="3442962" y="2731832"/>
                </a:lnTo>
                <a:lnTo>
                  <a:pt x="3446577" y="2736442"/>
                </a:lnTo>
                <a:lnTo>
                  <a:pt x="3449899" y="2740678"/>
                </a:lnTo>
                <a:lnTo>
                  <a:pt x="3450554" y="2741513"/>
                </a:lnTo>
                <a:lnTo>
                  <a:pt x="3451407" y="2742600"/>
                </a:lnTo>
                <a:lnTo>
                  <a:pt x="3451603" y="2742852"/>
                </a:lnTo>
                <a:lnTo>
                  <a:pt x="3451847" y="2743163"/>
                </a:lnTo>
                <a:lnTo>
                  <a:pt x="3452145" y="2743543"/>
                </a:lnTo>
                <a:lnTo>
                  <a:pt x="3453751" y="2745590"/>
                </a:lnTo>
                <a:lnTo>
                  <a:pt x="3454975" y="2747150"/>
                </a:lnTo>
                <a:lnTo>
                  <a:pt x="3456466" y="2749052"/>
                </a:lnTo>
                <a:lnTo>
                  <a:pt x="3456476" y="2749064"/>
                </a:lnTo>
                <a:lnTo>
                  <a:pt x="3456853" y="2749546"/>
                </a:lnTo>
                <a:lnTo>
                  <a:pt x="3456923" y="2749634"/>
                </a:lnTo>
                <a:cubicBezTo>
                  <a:pt x="3460107" y="2753695"/>
                  <a:pt x="3460107" y="2753695"/>
                  <a:pt x="3460107" y="2753695"/>
                </a:cubicBezTo>
                <a:lnTo>
                  <a:pt x="3443243" y="2780772"/>
                </a:lnTo>
                <a:cubicBezTo>
                  <a:pt x="3430935" y="2800529"/>
                  <a:pt x="3430935" y="2800529"/>
                  <a:pt x="3430935" y="2800529"/>
                </a:cubicBezTo>
                <a:cubicBezTo>
                  <a:pt x="3507360" y="2897990"/>
                  <a:pt x="3507360" y="2897990"/>
                  <a:pt x="3507360" y="2897990"/>
                </a:cubicBezTo>
                <a:cubicBezTo>
                  <a:pt x="3395908" y="2755860"/>
                  <a:pt x="3476666" y="2923187"/>
                  <a:pt x="3432807" y="2827048"/>
                </a:cubicBezTo>
                <a:lnTo>
                  <a:pt x="3419670" y="2798700"/>
                </a:lnTo>
                <a:lnTo>
                  <a:pt x="3420918" y="2798262"/>
                </a:lnTo>
                <a:cubicBezTo>
                  <a:pt x="3430935" y="2800529"/>
                  <a:pt x="3443672" y="2816773"/>
                  <a:pt x="3405461" y="2768044"/>
                </a:cubicBezTo>
                <a:lnTo>
                  <a:pt x="3419670" y="2798700"/>
                </a:lnTo>
                <a:lnTo>
                  <a:pt x="3414756" y="2800417"/>
                </a:lnTo>
                <a:cubicBezTo>
                  <a:pt x="3412108" y="2805244"/>
                  <a:pt x="3413491" y="2818500"/>
                  <a:pt x="3425621" y="2850053"/>
                </a:cubicBezTo>
                <a:lnTo>
                  <a:pt x="3427158" y="2853587"/>
                </a:lnTo>
                <a:lnTo>
                  <a:pt x="3419070" y="2837924"/>
                </a:lnTo>
                <a:cubicBezTo>
                  <a:pt x="3397242" y="2799583"/>
                  <a:pt x="3378136" y="2775218"/>
                  <a:pt x="3401762" y="2847365"/>
                </a:cubicBezTo>
                <a:cubicBezTo>
                  <a:pt x="3474486" y="3024148"/>
                  <a:pt x="3423538" y="2959173"/>
                  <a:pt x="3449012" y="2991659"/>
                </a:cubicBezTo>
                <a:lnTo>
                  <a:pt x="3384453" y="2952070"/>
                </a:lnTo>
                <a:lnTo>
                  <a:pt x="3392068" y="2962186"/>
                </a:lnTo>
                <a:cubicBezTo>
                  <a:pt x="3392068" y="2962186"/>
                  <a:pt x="3398247" y="2994766"/>
                  <a:pt x="3398247" y="2994766"/>
                </a:cubicBezTo>
                <a:lnTo>
                  <a:pt x="3380210" y="2949469"/>
                </a:lnTo>
                <a:lnTo>
                  <a:pt x="3375625" y="2946657"/>
                </a:lnTo>
                <a:lnTo>
                  <a:pt x="3358690" y="2932055"/>
                </a:lnTo>
                <a:lnTo>
                  <a:pt x="3357927" y="2936460"/>
                </a:lnTo>
                <a:cubicBezTo>
                  <a:pt x="3359836" y="2966936"/>
                  <a:pt x="3387778" y="3049011"/>
                  <a:pt x="3332417" y="2965974"/>
                </a:cubicBezTo>
                <a:cubicBezTo>
                  <a:pt x="3284058" y="2870125"/>
                  <a:pt x="3291778" y="2910850"/>
                  <a:pt x="3299499" y="2951575"/>
                </a:cubicBezTo>
                <a:lnTo>
                  <a:pt x="3303578" y="2975134"/>
                </a:lnTo>
                <a:lnTo>
                  <a:pt x="3274554" y="2929460"/>
                </a:lnTo>
                <a:cubicBezTo>
                  <a:pt x="3267225" y="2920653"/>
                  <a:pt x="3263497" y="2920889"/>
                  <a:pt x="3266585" y="2937179"/>
                </a:cubicBezTo>
                <a:cubicBezTo>
                  <a:pt x="3275653" y="2955151"/>
                  <a:pt x="3282748" y="2968321"/>
                  <a:pt x="3288242" y="2977590"/>
                </a:cubicBezTo>
                <a:lnTo>
                  <a:pt x="3295138" y="2987323"/>
                </a:lnTo>
                <a:lnTo>
                  <a:pt x="3283244" y="2975277"/>
                </a:lnTo>
                <a:cubicBezTo>
                  <a:pt x="3276879" y="2971560"/>
                  <a:pt x="3274309" y="2977905"/>
                  <a:pt x="3278943" y="3002341"/>
                </a:cubicBezTo>
                <a:cubicBezTo>
                  <a:pt x="3278943" y="3002341"/>
                  <a:pt x="3381835" y="3226615"/>
                  <a:pt x="3303651" y="3132662"/>
                </a:cubicBezTo>
                <a:cubicBezTo>
                  <a:pt x="3303651" y="3132662"/>
                  <a:pt x="3302877" y="3128588"/>
                  <a:pt x="3301915" y="3123498"/>
                </a:cubicBezTo>
                <a:lnTo>
                  <a:pt x="3299740" y="3112043"/>
                </a:lnTo>
                <a:lnTo>
                  <a:pt x="3299019" y="3108226"/>
                </a:lnTo>
                <a:cubicBezTo>
                  <a:pt x="3298246" y="3104153"/>
                  <a:pt x="3297859" y="3102117"/>
                  <a:pt x="3298438" y="3105171"/>
                </a:cubicBezTo>
                <a:lnTo>
                  <a:pt x="3299740" y="3112043"/>
                </a:lnTo>
                <a:lnTo>
                  <a:pt x="3303651" y="3132662"/>
                </a:lnTo>
                <a:cubicBezTo>
                  <a:pt x="3303651" y="3132662"/>
                  <a:pt x="3303651" y="3132662"/>
                  <a:pt x="3309827" y="3165243"/>
                </a:cubicBezTo>
                <a:cubicBezTo>
                  <a:pt x="3237820" y="3103868"/>
                  <a:pt x="3268706" y="3266770"/>
                  <a:pt x="3178167" y="3107654"/>
                </a:cubicBezTo>
                <a:cubicBezTo>
                  <a:pt x="3144215" y="3047987"/>
                  <a:pt x="3150196" y="3064608"/>
                  <a:pt x="3165509" y="3096866"/>
                </a:cubicBezTo>
                <a:lnTo>
                  <a:pt x="3182800" y="3132089"/>
                </a:lnTo>
                <a:lnTo>
                  <a:pt x="3182801" y="3132092"/>
                </a:lnTo>
                <a:lnTo>
                  <a:pt x="3184345" y="3140234"/>
                </a:lnTo>
                <a:cubicBezTo>
                  <a:pt x="3190524" y="3172815"/>
                  <a:pt x="3299595" y="3429671"/>
                  <a:pt x="3202876" y="3237976"/>
                </a:cubicBezTo>
                <a:cubicBezTo>
                  <a:pt x="3112337" y="3078861"/>
                  <a:pt x="3215231" y="3303137"/>
                  <a:pt x="3124692" y="3144021"/>
                </a:cubicBezTo>
                <a:cubicBezTo>
                  <a:pt x="3225534" y="3397278"/>
                  <a:pt x="3080583" y="3085515"/>
                  <a:pt x="3084154" y="3221879"/>
                </a:cubicBezTo>
                <a:lnTo>
                  <a:pt x="3086699" y="3251046"/>
                </a:lnTo>
                <a:lnTo>
                  <a:pt x="3084988" y="3248036"/>
                </a:lnTo>
                <a:cubicBezTo>
                  <a:pt x="3083573" y="3245550"/>
                  <a:pt x="3083573" y="3245550"/>
                  <a:pt x="3083573" y="3245550"/>
                </a:cubicBezTo>
                <a:cubicBezTo>
                  <a:pt x="3089749" y="3278130"/>
                  <a:pt x="3089749" y="3278130"/>
                  <a:pt x="3089749" y="3278130"/>
                </a:cubicBezTo>
                <a:cubicBezTo>
                  <a:pt x="3095925" y="3310710"/>
                  <a:pt x="3095925" y="3310710"/>
                  <a:pt x="3095925" y="3310710"/>
                </a:cubicBezTo>
                <a:lnTo>
                  <a:pt x="3095199" y="3309269"/>
                </a:lnTo>
                <a:lnTo>
                  <a:pt x="3087755" y="3272590"/>
                </a:lnTo>
                <a:cubicBezTo>
                  <a:pt x="3075984" y="3225423"/>
                  <a:pt x="3067113" y="3238352"/>
                  <a:pt x="3017741" y="3216757"/>
                </a:cubicBezTo>
                <a:cubicBezTo>
                  <a:pt x="3053745" y="3247442"/>
                  <a:pt x="3073291" y="3270931"/>
                  <a:pt x="3083837" y="3286749"/>
                </a:cubicBezTo>
                <a:lnTo>
                  <a:pt x="3095199" y="3309269"/>
                </a:lnTo>
                <a:lnTo>
                  <a:pt x="3102105" y="3343292"/>
                </a:lnTo>
                <a:lnTo>
                  <a:pt x="3108281" y="3375871"/>
                </a:lnTo>
                <a:cubicBezTo>
                  <a:pt x="3017741" y="3216757"/>
                  <a:pt x="3054806" y="3412239"/>
                  <a:pt x="3023917" y="3249337"/>
                </a:cubicBezTo>
                <a:cubicBezTo>
                  <a:pt x="3023917" y="3249337"/>
                  <a:pt x="3023917" y="3249337"/>
                  <a:pt x="3042449" y="3347077"/>
                </a:cubicBezTo>
                <a:cubicBezTo>
                  <a:pt x="2958088" y="3220543"/>
                  <a:pt x="3079517" y="3542558"/>
                  <a:pt x="2976622" y="3318284"/>
                </a:cubicBezTo>
                <a:cubicBezTo>
                  <a:pt x="2982799" y="3350864"/>
                  <a:pt x="3001330" y="3448605"/>
                  <a:pt x="2954032" y="3517552"/>
                </a:cubicBezTo>
                <a:cubicBezTo>
                  <a:pt x="2947855" y="3484973"/>
                  <a:pt x="2960209" y="3550133"/>
                  <a:pt x="2869671" y="3391019"/>
                </a:cubicBezTo>
                <a:cubicBezTo>
                  <a:pt x="2827488" y="3327753"/>
                  <a:pt x="2832120" y="3352187"/>
                  <a:pt x="2846528" y="3388368"/>
                </a:cubicBezTo>
                <a:lnTo>
                  <a:pt x="2853129" y="3402918"/>
                </a:lnTo>
                <a:lnTo>
                  <a:pt x="2851392" y="3399714"/>
                </a:lnTo>
                <a:cubicBezTo>
                  <a:pt x="2834496" y="3371550"/>
                  <a:pt x="2824194" y="3360742"/>
                  <a:pt x="2817715" y="3357674"/>
                </a:cubicBezTo>
                <a:lnTo>
                  <a:pt x="2811984" y="3357679"/>
                </a:lnTo>
                <a:lnTo>
                  <a:pt x="2797660" y="3329646"/>
                </a:lnTo>
                <a:cubicBezTo>
                  <a:pt x="2806927" y="3378516"/>
                  <a:pt x="2803839" y="3362226"/>
                  <a:pt x="2810524" y="3357681"/>
                </a:cubicBezTo>
                <a:lnTo>
                  <a:pt x="2811984" y="3357679"/>
                </a:lnTo>
                <a:lnTo>
                  <a:pt x="2825225" y="3383601"/>
                </a:lnTo>
                <a:cubicBezTo>
                  <a:pt x="2870747" y="3471322"/>
                  <a:pt x="2795345" y="3317427"/>
                  <a:pt x="2822370" y="3459966"/>
                </a:cubicBezTo>
                <a:cubicBezTo>
                  <a:pt x="2822370" y="3459966"/>
                  <a:pt x="2822370" y="3459966"/>
                  <a:pt x="2803839" y="3362226"/>
                </a:cubicBezTo>
                <a:cubicBezTo>
                  <a:pt x="2803839" y="3362226"/>
                  <a:pt x="2803839" y="3362226"/>
                  <a:pt x="2776066" y="3350079"/>
                </a:cubicBezTo>
                <a:lnTo>
                  <a:pt x="2738010" y="3333434"/>
                </a:lnTo>
                <a:lnTo>
                  <a:pt x="2737438" y="3330417"/>
                </a:lnTo>
                <a:lnTo>
                  <a:pt x="2737253" y="3329442"/>
                </a:lnTo>
                <a:lnTo>
                  <a:pt x="2737218" y="3329259"/>
                </a:lnTo>
                <a:lnTo>
                  <a:pt x="2737176" y="3329040"/>
                </a:lnTo>
                <a:lnTo>
                  <a:pt x="2737157" y="3328939"/>
                </a:lnTo>
                <a:lnTo>
                  <a:pt x="2737054" y="3328394"/>
                </a:lnTo>
                <a:lnTo>
                  <a:pt x="2736078" y="3323251"/>
                </a:lnTo>
                <a:lnTo>
                  <a:pt x="2732982" y="3306914"/>
                </a:lnTo>
                <a:lnTo>
                  <a:pt x="2732379" y="3303733"/>
                </a:lnTo>
                <a:lnTo>
                  <a:pt x="2731833" y="3300852"/>
                </a:lnTo>
                <a:lnTo>
                  <a:pt x="2730887" y="3295865"/>
                </a:lnTo>
                <a:lnTo>
                  <a:pt x="2727698" y="3279041"/>
                </a:lnTo>
                <a:lnTo>
                  <a:pt x="2726305" y="3271704"/>
                </a:lnTo>
                <a:lnTo>
                  <a:pt x="2726283" y="3271583"/>
                </a:lnTo>
                <a:lnTo>
                  <a:pt x="2726286" y="3271603"/>
                </a:lnTo>
                <a:lnTo>
                  <a:pt x="2726238" y="3271348"/>
                </a:lnTo>
                <a:lnTo>
                  <a:pt x="2726215" y="3271225"/>
                </a:lnTo>
                <a:lnTo>
                  <a:pt x="2726208" y="3271189"/>
                </a:lnTo>
                <a:lnTo>
                  <a:pt x="2726208" y="3271186"/>
                </a:lnTo>
                <a:lnTo>
                  <a:pt x="2726182" y="3271052"/>
                </a:lnTo>
                <a:lnTo>
                  <a:pt x="2726179" y="3271035"/>
                </a:lnTo>
                <a:lnTo>
                  <a:pt x="2726160" y="3270937"/>
                </a:lnTo>
                <a:lnTo>
                  <a:pt x="2726020" y="3270196"/>
                </a:lnTo>
                <a:lnTo>
                  <a:pt x="2725891" y="3269518"/>
                </a:lnTo>
                <a:lnTo>
                  <a:pt x="2725738" y="3268713"/>
                </a:lnTo>
                <a:lnTo>
                  <a:pt x="2725688" y="3268452"/>
                </a:lnTo>
                <a:lnTo>
                  <a:pt x="2725686" y="3268439"/>
                </a:lnTo>
                <a:lnTo>
                  <a:pt x="2725671" y="3268360"/>
                </a:lnTo>
                <a:lnTo>
                  <a:pt x="2725657" y="3268288"/>
                </a:lnTo>
                <a:lnTo>
                  <a:pt x="2725343" y="3266631"/>
                </a:lnTo>
                <a:lnTo>
                  <a:pt x="2724533" y="3262363"/>
                </a:lnTo>
                <a:lnTo>
                  <a:pt x="2724110" y="3260128"/>
                </a:lnTo>
                <a:lnTo>
                  <a:pt x="2723761" y="3258291"/>
                </a:lnTo>
                <a:lnTo>
                  <a:pt x="2723719" y="3258066"/>
                </a:lnTo>
                <a:lnTo>
                  <a:pt x="2723483" y="3256821"/>
                </a:lnTo>
                <a:lnTo>
                  <a:pt x="2723145" y="3255037"/>
                </a:lnTo>
                <a:lnTo>
                  <a:pt x="2723464" y="3256722"/>
                </a:lnTo>
                <a:lnTo>
                  <a:pt x="2723463" y="3256716"/>
                </a:lnTo>
                <a:lnTo>
                  <a:pt x="2719478" y="3235691"/>
                </a:lnTo>
                <a:cubicBezTo>
                  <a:pt x="2665472" y="3189662"/>
                  <a:pt x="2692474" y="3212679"/>
                  <a:pt x="2719776" y="3282041"/>
                </a:cubicBezTo>
                <a:lnTo>
                  <a:pt x="2744182" y="3365994"/>
                </a:lnTo>
                <a:lnTo>
                  <a:pt x="2744183" y="3366012"/>
                </a:lnTo>
                <a:lnTo>
                  <a:pt x="2750362" y="3398594"/>
                </a:lnTo>
                <a:cubicBezTo>
                  <a:pt x="2745730" y="3374158"/>
                  <a:pt x="2700595" y="3315201"/>
                  <a:pt x="2683525" y="3314739"/>
                </a:cubicBezTo>
                <a:lnTo>
                  <a:pt x="2681569" y="3323251"/>
                </a:lnTo>
                <a:lnTo>
                  <a:pt x="2673689" y="3307636"/>
                </a:lnTo>
                <a:lnTo>
                  <a:pt x="2673059" y="3306384"/>
                </a:lnTo>
                <a:lnTo>
                  <a:pt x="2666001" y="3272060"/>
                </a:lnTo>
                <a:lnTo>
                  <a:pt x="2664457" y="3263914"/>
                </a:lnTo>
                <a:cubicBezTo>
                  <a:pt x="2662140" y="3251697"/>
                  <a:pt x="2660692" y="3244061"/>
                  <a:pt x="2665324" y="3268496"/>
                </a:cubicBezTo>
                <a:lnTo>
                  <a:pt x="2666001" y="3272060"/>
                </a:lnTo>
                <a:lnTo>
                  <a:pt x="2657773" y="3268461"/>
                </a:lnTo>
                <a:cubicBezTo>
                  <a:pt x="2653658" y="3266661"/>
                  <a:pt x="2647488" y="3263962"/>
                  <a:pt x="2638231" y="3259914"/>
                </a:cubicBezTo>
                <a:lnTo>
                  <a:pt x="2623439" y="3253443"/>
                </a:lnTo>
                <a:lnTo>
                  <a:pt x="2601802" y="3207099"/>
                </a:lnTo>
                <a:cubicBezTo>
                  <a:pt x="2595019" y="3196195"/>
                  <a:pt x="2590904" y="3194395"/>
                  <a:pt x="2593993" y="3210685"/>
                </a:cubicBezTo>
                <a:cubicBezTo>
                  <a:pt x="2593993" y="3210685"/>
                  <a:pt x="2631056" y="3406168"/>
                  <a:pt x="2546695" y="3279633"/>
                </a:cubicBezTo>
                <a:cubicBezTo>
                  <a:pt x="2546695" y="3279633"/>
                  <a:pt x="2546695" y="3279633"/>
                  <a:pt x="2546407" y="3278107"/>
                </a:cubicBezTo>
                <a:lnTo>
                  <a:pt x="2546332" y="3277714"/>
                </a:lnTo>
                <a:lnTo>
                  <a:pt x="2541289" y="3251125"/>
                </a:lnTo>
                <a:cubicBezTo>
                  <a:pt x="2540518" y="3247052"/>
                  <a:pt x="2540518" y="3247052"/>
                  <a:pt x="2540518" y="3247052"/>
                </a:cubicBezTo>
                <a:cubicBezTo>
                  <a:pt x="2534340" y="3214472"/>
                  <a:pt x="2534340" y="3214472"/>
                  <a:pt x="2534340" y="3214472"/>
                </a:cubicBezTo>
                <a:lnTo>
                  <a:pt x="2533085" y="3207847"/>
                </a:lnTo>
                <a:lnTo>
                  <a:pt x="2532025" y="3202256"/>
                </a:lnTo>
                <a:lnTo>
                  <a:pt x="2531854" y="3201356"/>
                </a:lnTo>
                <a:lnTo>
                  <a:pt x="2528934" y="3185966"/>
                </a:lnTo>
                <a:cubicBezTo>
                  <a:pt x="2528161" y="3181893"/>
                  <a:pt x="2528161" y="3181893"/>
                  <a:pt x="2528161" y="3181893"/>
                </a:cubicBezTo>
                <a:lnTo>
                  <a:pt x="2534340" y="3214472"/>
                </a:lnTo>
                <a:lnTo>
                  <a:pt x="2525340" y="3206801"/>
                </a:lnTo>
                <a:cubicBezTo>
                  <a:pt x="2516338" y="3199130"/>
                  <a:pt x="2498336" y="3183786"/>
                  <a:pt x="2462334" y="3153099"/>
                </a:cubicBezTo>
                <a:cubicBezTo>
                  <a:pt x="2449979" y="3087939"/>
                  <a:pt x="2456156" y="3120520"/>
                  <a:pt x="2468508" y="3185680"/>
                </a:cubicBezTo>
                <a:cubicBezTo>
                  <a:pt x="2468508" y="3185680"/>
                  <a:pt x="2468508" y="3185680"/>
                  <a:pt x="2480863" y="3250841"/>
                </a:cubicBezTo>
                <a:cubicBezTo>
                  <a:pt x="2480863" y="3250841"/>
                  <a:pt x="2535268" y="3358669"/>
                  <a:pt x="2572896" y="3467562"/>
                </a:cubicBezTo>
                <a:lnTo>
                  <a:pt x="2602287" y="3572836"/>
                </a:lnTo>
                <a:lnTo>
                  <a:pt x="2602290" y="3572854"/>
                </a:lnTo>
                <a:lnTo>
                  <a:pt x="2604202" y="3582932"/>
                </a:lnTo>
                <a:lnTo>
                  <a:pt x="2604607" y="3585073"/>
                </a:lnTo>
                <a:lnTo>
                  <a:pt x="2606688" y="3596037"/>
                </a:lnTo>
                <a:lnTo>
                  <a:pt x="2611123" y="3619436"/>
                </a:lnTo>
                <a:lnTo>
                  <a:pt x="2614645" y="3638016"/>
                </a:lnTo>
                <a:lnTo>
                  <a:pt x="2620824" y="3670596"/>
                </a:lnTo>
                <a:cubicBezTo>
                  <a:pt x="2596113" y="3540275"/>
                  <a:pt x="2505576" y="3381161"/>
                  <a:pt x="2493219" y="3316001"/>
                </a:cubicBezTo>
                <a:cubicBezTo>
                  <a:pt x="2493219" y="3316001"/>
                  <a:pt x="2502486" y="3364871"/>
                  <a:pt x="2509435" y="3401524"/>
                </a:cubicBezTo>
                <a:lnTo>
                  <a:pt x="2511752" y="3413741"/>
                </a:lnTo>
                <a:lnTo>
                  <a:pt x="2510741" y="3411736"/>
                </a:lnTo>
                <a:cubicBezTo>
                  <a:pt x="2507704" y="3405717"/>
                  <a:pt x="2495555" y="3381637"/>
                  <a:pt x="2446958" y="3285321"/>
                </a:cubicBezTo>
                <a:lnTo>
                  <a:pt x="2435536" y="3262681"/>
                </a:lnTo>
                <a:lnTo>
                  <a:pt x="2427284" y="3241877"/>
                </a:lnTo>
                <a:cubicBezTo>
                  <a:pt x="2419148" y="3223846"/>
                  <a:pt x="2413489" y="3213903"/>
                  <a:pt x="2415034" y="3222047"/>
                </a:cubicBezTo>
                <a:lnTo>
                  <a:pt x="2435536" y="3262681"/>
                </a:lnTo>
                <a:lnTo>
                  <a:pt x="2454391" y="3310222"/>
                </a:lnTo>
                <a:cubicBezTo>
                  <a:pt x="2462753" y="3334421"/>
                  <a:pt x="2468864" y="3356701"/>
                  <a:pt x="2467998" y="3367061"/>
                </a:cubicBezTo>
                <a:lnTo>
                  <a:pt x="2465654" y="3368820"/>
                </a:lnTo>
                <a:lnTo>
                  <a:pt x="2465202" y="3367238"/>
                </a:lnTo>
                <a:cubicBezTo>
                  <a:pt x="2453114" y="3343276"/>
                  <a:pt x="2433566" y="3319787"/>
                  <a:pt x="2439744" y="3352368"/>
                </a:cubicBezTo>
                <a:cubicBezTo>
                  <a:pt x="2449517" y="3364114"/>
                  <a:pt x="2456364" y="3370376"/>
                  <a:pt x="2460877" y="3372407"/>
                </a:cubicBezTo>
                <a:lnTo>
                  <a:pt x="2465654" y="3368820"/>
                </a:lnTo>
                <a:lnTo>
                  <a:pt x="2473597" y="3396586"/>
                </a:lnTo>
                <a:cubicBezTo>
                  <a:pt x="2471765" y="3401855"/>
                  <a:pt x="2463925" y="3400292"/>
                  <a:pt x="2445923" y="3384948"/>
                </a:cubicBezTo>
                <a:cubicBezTo>
                  <a:pt x="2445923" y="3384948"/>
                  <a:pt x="2445150" y="3380877"/>
                  <a:pt x="2444185" y="3375784"/>
                </a:cubicBezTo>
                <a:lnTo>
                  <a:pt x="2441748" y="3362935"/>
                </a:lnTo>
                <a:lnTo>
                  <a:pt x="2441288" y="3360512"/>
                </a:lnTo>
                <a:lnTo>
                  <a:pt x="2441097" y="3359505"/>
                </a:lnTo>
                <a:lnTo>
                  <a:pt x="2440709" y="3357459"/>
                </a:lnTo>
                <a:cubicBezTo>
                  <a:pt x="2440419" y="3355932"/>
                  <a:pt x="2440371" y="3355677"/>
                  <a:pt x="2440492" y="3356313"/>
                </a:cubicBezTo>
                <a:lnTo>
                  <a:pt x="2441097" y="3359505"/>
                </a:lnTo>
                <a:lnTo>
                  <a:pt x="2441748" y="3362935"/>
                </a:lnTo>
                <a:lnTo>
                  <a:pt x="2445923" y="3384948"/>
                </a:lnTo>
                <a:cubicBezTo>
                  <a:pt x="2445923" y="3384948"/>
                  <a:pt x="2446309" y="3386984"/>
                  <a:pt x="2446888" y="3390039"/>
                </a:cubicBezTo>
                <a:lnTo>
                  <a:pt x="2447126" y="3391296"/>
                </a:lnTo>
                <a:lnTo>
                  <a:pt x="2447540" y="3393477"/>
                </a:lnTo>
                <a:lnTo>
                  <a:pt x="2447607" y="3393828"/>
                </a:lnTo>
                <a:lnTo>
                  <a:pt x="2448121" y="3396546"/>
                </a:lnTo>
                <a:lnTo>
                  <a:pt x="2449397" y="3403276"/>
                </a:lnTo>
                <a:lnTo>
                  <a:pt x="2449493" y="3403783"/>
                </a:lnTo>
                <a:lnTo>
                  <a:pt x="2449920" y="3406035"/>
                </a:lnTo>
                <a:lnTo>
                  <a:pt x="2451168" y="3412618"/>
                </a:lnTo>
                <a:lnTo>
                  <a:pt x="2452099" y="3417531"/>
                </a:lnTo>
                <a:lnTo>
                  <a:pt x="2452193" y="3418023"/>
                </a:lnTo>
                <a:lnTo>
                  <a:pt x="2452484" y="3419565"/>
                </a:lnTo>
                <a:lnTo>
                  <a:pt x="2454595" y="3430688"/>
                </a:lnTo>
                <a:lnTo>
                  <a:pt x="2455188" y="3433820"/>
                </a:lnTo>
                <a:lnTo>
                  <a:pt x="2456154" y="3438913"/>
                </a:lnTo>
                <a:lnTo>
                  <a:pt x="2458276" y="3450108"/>
                </a:lnTo>
                <a:lnTo>
                  <a:pt x="2458278" y="3450110"/>
                </a:lnTo>
                <a:lnTo>
                  <a:pt x="2462524" y="3472508"/>
                </a:lnTo>
                <a:cubicBezTo>
                  <a:pt x="2465996" y="3490833"/>
                  <a:pt x="2470631" y="3515269"/>
                  <a:pt x="2476807" y="3547850"/>
                </a:cubicBezTo>
                <a:cubicBezTo>
                  <a:pt x="2452099" y="3417529"/>
                  <a:pt x="2380091" y="3356154"/>
                  <a:pt x="2373913" y="3323574"/>
                </a:cubicBezTo>
                <a:cubicBezTo>
                  <a:pt x="2355913" y="3308232"/>
                  <a:pt x="2342798" y="3298760"/>
                  <a:pt x="2333347" y="3293694"/>
                </a:cubicBezTo>
                <a:lnTo>
                  <a:pt x="2322995" y="3291767"/>
                </a:lnTo>
                <a:lnTo>
                  <a:pt x="2304221" y="3274418"/>
                </a:lnTo>
                <a:cubicBezTo>
                  <a:pt x="2295609" y="3268783"/>
                  <a:pt x="2287574" y="3266203"/>
                  <a:pt x="2277962" y="3265268"/>
                </a:cubicBezTo>
                <a:lnTo>
                  <a:pt x="2253786" y="3265755"/>
                </a:lnTo>
                <a:lnTo>
                  <a:pt x="2247394" y="3253297"/>
                </a:lnTo>
                <a:cubicBezTo>
                  <a:pt x="2232989" y="3217118"/>
                  <a:pt x="2226810" y="3184538"/>
                  <a:pt x="2223719" y="3168248"/>
                </a:cubicBezTo>
                <a:cubicBezTo>
                  <a:pt x="2223719" y="3168248"/>
                  <a:pt x="2217543" y="3135668"/>
                  <a:pt x="2217543" y="3135668"/>
                </a:cubicBezTo>
                <a:cubicBezTo>
                  <a:pt x="2217543" y="3135668"/>
                  <a:pt x="2217543" y="3135668"/>
                  <a:pt x="2209726" y="3094433"/>
                </a:cubicBezTo>
                <a:lnTo>
                  <a:pt x="2205188" y="3070506"/>
                </a:lnTo>
                <a:lnTo>
                  <a:pt x="2199011" y="3037927"/>
                </a:lnTo>
                <a:cubicBezTo>
                  <a:pt x="2199011" y="3037927"/>
                  <a:pt x="2199011" y="3037927"/>
                  <a:pt x="2166027" y="2998290"/>
                </a:cubicBezTo>
                <a:lnTo>
                  <a:pt x="2165639" y="2997824"/>
                </a:lnTo>
                <a:lnTo>
                  <a:pt x="2170709" y="3016634"/>
                </a:lnTo>
                <a:lnTo>
                  <a:pt x="2171686" y="3020258"/>
                </a:lnTo>
                <a:lnTo>
                  <a:pt x="2205188" y="3070506"/>
                </a:lnTo>
                <a:lnTo>
                  <a:pt x="2178125" y="3032878"/>
                </a:lnTo>
                <a:lnTo>
                  <a:pt x="2173809" y="3028138"/>
                </a:lnTo>
                <a:lnTo>
                  <a:pt x="2178933" y="3047149"/>
                </a:lnTo>
                <a:cubicBezTo>
                  <a:pt x="2187561" y="3079160"/>
                  <a:pt x="2187561" y="3079160"/>
                  <a:pt x="2187561" y="3079160"/>
                </a:cubicBezTo>
                <a:lnTo>
                  <a:pt x="2143356" y="3062792"/>
                </a:lnTo>
                <a:lnTo>
                  <a:pt x="2157892" y="3139454"/>
                </a:lnTo>
                <a:lnTo>
                  <a:pt x="2135375" y="3059837"/>
                </a:lnTo>
                <a:lnTo>
                  <a:pt x="2080193" y="3039405"/>
                </a:lnTo>
                <a:lnTo>
                  <a:pt x="2027679" y="3019963"/>
                </a:lnTo>
                <a:lnTo>
                  <a:pt x="2051588" y="3081289"/>
                </a:lnTo>
                <a:lnTo>
                  <a:pt x="2099781" y="3167528"/>
                </a:lnTo>
                <a:lnTo>
                  <a:pt x="2100793" y="3183457"/>
                </a:lnTo>
                <a:cubicBezTo>
                  <a:pt x="2095228" y="3204484"/>
                  <a:pt x="2068030" y="3172980"/>
                  <a:pt x="2043724" y="3134338"/>
                </a:cubicBezTo>
                <a:lnTo>
                  <a:pt x="2031728" y="3110864"/>
                </a:lnTo>
                <a:lnTo>
                  <a:pt x="2030405" y="3103886"/>
                </a:lnTo>
                <a:lnTo>
                  <a:pt x="2030477" y="3104267"/>
                </a:lnTo>
                <a:cubicBezTo>
                  <a:pt x="2030477" y="3104267"/>
                  <a:pt x="2030187" y="3102740"/>
                  <a:pt x="2029512" y="3099176"/>
                </a:cubicBezTo>
                <a:lnTo>
                  <a:pt x="2029383" y="3098495"/>
                </a:lnTo>
                <a:lnTo>
                  <a:pt x="2028499" y="3093833"/>
                </a:lnTo>
                <a:lnTo>
                  <a:pt x="2028063" y="3091531"/>
                </a:lnTo>
                <a:lnTo>
                  <a:pt x="2027693" y="3089581"/>
                </a:lnTo>
                <a:lnTo>
                  <a:pt x="2026231" y="3081868"/>
                </a:lnTo>
                <a:lnTo>
                  <a:pt x="2027027" y="3086069"/>
                </a:lnTo>
                <a:lnTo>
                  <a:pt x="2022754" y="3063542"/>
                </a:lnTo>
                <a:cubicBezTo>
                  <a:pt x="2021210" y="3055396"/>
                  <a:pt x="2020052" y="3049287"/>
                  <a:pt x="2020052" y="3049287"/>
                </a:cubicBezTo>
                <a:cubicBezTo>
                  <a:pt x="2002051" y="3033943"/>
                  <a:pt x="1999869" y="3042327"/>
                  <a:pt x="2006235" y="3060984"/>
                </a:cubicBezTo>
                <a:lnTo>
                  <a:pt x="2031728" y="3110864"/>
                </a:lnTo>
                <a:lnTo>
                  <a:pt x="2034725" y="3126667"/>
                </a:lnTo>
                <a:cubicBezTo>
                  <a:pt x="2037040" y="3138882"/>
                  <a:pt x="2038584" y="3147028"/>
                  <a:pt x="2038584" y="3147028"/>
                </a:cubicBezTo>
                <a:cubicBezTo>
                  <a:pt x="2038584" y="3147028"/>
                  <a:pt x="2026231" y="3081868"/>
                  <a:pt x="1954220" y="3020496"/>
                </a:cubicBezTo>
                <a:lnTo>
                  <a:pt x="1944823" y="2970930"/>
                </a:lnTo>
                <a:lnTo>
                  <a:pt x="1931298" y="2958679"/>
                </a:lnTo>
                <a:cubicBezTo>
                  <a:pt x="1915492" y="2944924"/>
                  <a:pt x="1910367" y="2946268"/>
                  <a:pt x="1947194" y="3024745"/>
                </a:cubicBezTo>
                <a:lnTo>
                  <a:pt x="1921717" y="2992259"/>
                </a:lnTo>
                <a:cubicBezTo>
                  <a:pt x="1912164" y="2980076"/>
                  <a:pt x="1899029" y="2963324"/>
                  <a:pt x="1886341" y="2947145"/>
                </a:cubicBezTo>
                <a:lnTo>
                  <a:pt x="1874937" y="2932601"/>
                </a:lnTo>
                <a:lnTo>
                  <a:pt x="1869751" y="2925988"/>
                </a:lnTo>
                <a:lnTo>
                  <a:pt x="1867294" y="2922854"/>
                </a:lnTo>
                <a:lnTo>
                  <a:pt x="1853652" y="2905458"/>
                </a:lnTo>
                <a:lnTo>
                  <a:pt x="1848132" y="2898419"/>
                </a:lnTo>
                <a:lnTo>
                  <a:pt x="1846885" y="2896827"/>
                </a:lnTo>
                <a:cubicBezTo>
                  <a:pt x="1845292" y="2894797"/>
                  <a:pt x="1845292" y="2894797"/>
                  <a:pt x="1845292" y="2894797"/>
                </a:cubicBezTo>
                <a:lnTo>
                  <a:pt x="1848132" y="2898419"/>
                </a:lnTo>
                <a:lnTo>
                  <a:pt x="1858029" y="2911042"/>
                </a:lnTo>
                <a:lnTo>
                  <a:pt x="1867294" y="2922854"/>
                </a:lnTo>
                <a:lnTo>
                  <a:pt x="1868149" y="2923946"/>
                </a:lnTo>
                <a:lnTo>
                  <a:pt x="1869751" y="2925988"/>
                </a:lnTo>
                <a:lnTo>
                  <a:pt x="1870171" y="2926524"/>
                </a:lnTo>
                <a:lnTo>
                  <a:pt x="1874937" y="2932601"/>
                </a:lnTo>
                <a:lnTo>
                  <a:pt x="1888281" y="2949620"/>
                </a:lnTo>
                <a:lnTo>
                  <a:pt x="1921717" y="2992259"/>
                </a:lnTo>
                <a:lnTo>
                  <a:pt x="1844111" y="2956320"/>
                </a:lnTo>
                <a:cubicBezTo>
                  <a:pt x="1755362" y="2906167"/>
                  <a:pt x="1652278" y="2837744"/>
                  <a:pt x="1706824" y="2970330"/>
                </a:cubicBezTo>
                <a:cubicBezTo>
                  <a:pt x="1728598" y="3082139"/>
                  <a:pt x="1677649" y="3017164"/>
                  <a:pt x="1754073" y="3114624"/>
                </a:cubicBezTo>
                <a:cubicBezTo>
                  <a:pt x="1626699" y="2952192"/>
                  <a:pt x="1572053" y="2966540"/>
                  <a:pt x="1597528" y="2999026"/>
                </a:cubicBezTo>
                <a:lnTo>
                  <a:pt x="1580245" y="2976986"/>
                </a:lnTo>
                <a:lnTo>
                  <a:pt x="1575238" y="2970600"/>
                </a:lnTo>
                <a:cubicBezTo>
                  <a:pt x="1572053" y="2966540"/>
                  <a:pt x="1572053" y="2966540"/>
                  <a:pt x="1572053" y="2966540"/>
                </a:cubicBezTo>
                <a:lnTo>
                  <a:pt x="1580245" y="2976986"/>
                </a:lnTo>
                <a:lnTo>
                  <a:pt x="1594343" y="2994965"/>
                </a:lnTo>
                <a:cubicBezTo>
                  <a:pt x="1597528" y="2999026"/>
                  <a:pt x="1597528" y="2999026"/>
                  <a:pt x="1597528" y="2999026"/>
                </a:cubicBezTo>
                <a:cubicBezTo>
                  <a:pt x="1521103" y="2901566"/>
                  <a:pt x="1542880" y="3013375"/>
                  <a:pt x="1593827" y="3078348"/>
                </a:cubicBezTo>
                <a:cubicBezTo>
                  <a:pt x="1564654" y="3125183"/>
                  <a:pt x="1306208" y="2879637"/>
                  <a:pt x="1324284" y="3070768"/>
                </a:cubicBezTo>
                <a:cubicBezTo>
                  <a:pt x="1447960" y="3312523"/>
                  <a:pt x="1218685" y="3020143"/>
                  <a:pt x="1291415" y="3196925"/>
                </a:cubicBezTo>
                <a:cubicBezTo>
                  <a:pt x="1338666" y="3341220"/>
                  <a:pt x="1207590" y="3258109"/>
                  <a:pt x="1156642" y="3193136"/>
                </a:cubicBezTo>
                <a:cubicBezTo>
                  <a:pt x="1083914" y="3016353"/>
                  <a:pt x="1083914" y="3016353"/>
                  <a:pt x="1083914" y="3016353"/>
                </a:cubicBezTo>
                <a:cubicBezTo>
                  <a:pt x="1032966" y="2951380"/>
                  <a:pt x="1105691" y="3128162"/>
                  <a:pt x="1003792" y="2998216"/>
                </a:cubicBezTo>
                <a:cubicBezTo>
                  <a:pt x="1029266" y="3030702"/>
                  <a:pt x="1029266" y="3030702"/>
                  <a:pt x="1029266" y="3030702"/>
                </a:cubicBezTo>
                <a:cubicBezTo>
                  <a:pt x="1053149" y="3061158"/>
                  <a:pt x="808351" y="2748981"/>
                  <a:pt x="1005509" y="3069649"/>
                </a:cubicBezTo>
                <a:lnTo>
                  <a:pt x="1051043" y="3142507"/>
                </a:lnTo>
                <a:lnTo>
                  <a:pt x="1032336" y="3118653"/>
                </a:lnTo>
                <a:cubicBezTo>
                  <a:pt x="1000095" y="3077536"/>
                  <a:pt x="1000095" y="3077536"/>
                  <a:pt x="1000095" y="3077536"/>
                </a:cubicBezTo>
                <a:cubicBezTo>
                  <a:pt x="993726" y="3069414"/>
                  <a:pt x="984174" y="3057232"/>
                  <a:pt x="973426" y="3043527"/>
                </a:cubicBezTo>
                <a:lnTo>
                  <a:pt x="949144" y="3012563"/>
                </a:lnTo>
                <a:lnTo>
                  <a:pt x="944523" y="3006670"/>
                </a:lnTo>
                <a:lnTo>
                  <a:pt x="939591" y="3000380"/>
                </a:lnTo>
                <a:lnTo>
                  <a:pt x="937494" y="2997707"/>
                </a:lnTo>
                <a:lnTo>
                  <a:pt x="929365" y="2987340"/>
                </a:lnTo>
                <a:lnTo>
                  <a:pt x="910534" y="2963324"/>
                </a:lnTo>
                <a:lnTo>
                  <a:pt x="910071" y="2962735"/>
                </a:lnTo>
                <a:lnTo>
                  <a:pt x="898195" y="2947589"/>
                </a:lnTo>
                <a:cubicBezTo>
                  <a:pt x="898195" y="2947589"/>
                  <a:pt x="899389" y="2949112"/>
                  <a:pt x="901528" y="2951840"/>
                </a:cubicBezTo>
                <a:lnTo>
                  <a:pt x="910071" y="2962735"/>
                </a:lnTo>
                <a:lnTo>
                  <a:pt x="929365" y="2987340"/>
                </a:lnTo>
                <a:lnTo>
                  <a:pt x="933222" y="2992259"/>
                </a:lnTo>
                <a:lnTo>
                  <a:pt x="937494" y="2997707"/>
                </a:lnTo>
                <a:lnTo>
                  <a:pt x="944523" y="3006670"/>
                </a:lnTo>
                <a:lnTo>
                  <a:pt x="944766" y="3006980"/>
                </a:lnTo>
                <a:cubicBezTo>
                  <a:pt x="947552" y="3010532"/>
                  <a:pt x="949144" y="3012563"/>
                  <a:pt x="949144" y="3012563"/>
                </a:cubicBezTo>
                <a:lnTo>
                  <a:pt x="961734" y="3077203"/>
                </a:lnTo>
                <a:cubicBezTo>
                  <a:pt x="970921" y="3124372"/>
                  <a:pt x="970921" y="3124372"/>
                  <a:pt x="970921" y="3124372"/>
                </a:cubicBezTo>
                <a:cubicBezTo>
                  <a:pt x="919969" y="3059398"/>
                  <a:pt x="796294" y="2817643"/>
                  <a:pt x="843544" y="2961938"/>
                </a:cubicBezTo>
                <a:cubicBezTo>
                  <a:pt x="770820" y="2785156"/>
                  <a:pt x="821770" y="2850129"/>
                  <a:pt x="770820" y="2785156"/>
                </a:cubicBezTo>
                <a:cubicBezTo>
                  <a:pt x="770820" y="2785156"/>
                  <a:pt x="796294" y="2817643"/>
                  <a:pt x="767119" y="2864478"/>
                </a:cubicBezTo>
                <a:cubicBezTo>
                  <a:pt x="767119" y="2864478"/>
                  <a:pt x="716172" y="2799505"/>
                  <a:pt x="665221" y="2734531"/>
                </a:cubicBezTo>
                <a:cubicBezTo>
                  <a:pt x="665221" y="2734531"/>
                  <a:pt x="553860" y="2463835"/>
                  <a:pt x="440686" y="2287343"/>
                </a:cubicBezTo>
                <a:lnTo>
                  <a:pt x="392405" y="2218552"/>
                </a:lnTo>
                <a:lnTo>
                  <a:pt x="406920" y="2237063"/>
                </a:lnTo>
                <a:cubicBezTo>
                  <a:pt x="417070" y="2250006"/>
                  <a:pt x="414682" y="2246961"/>
                  <a:pt x="405129" y="2234778"/>
                </a:cubicBezTo>
                <a:lnTo>
                  <a:pt x="392394" y="2218537"/>
                </a:lnTo>
                <a:lnTo>
                  <a:pt x="392388" y="2218528"/>
                </a:lnTo>
                <a:lnTo>
                  <a:pt x="368944" y="2180877"/>
                </a:lnTo>
                <a:cubicBezTo>
                  <a:pt x="350155" y="2142513"/>
                  <a:pt x="343684" y="2103238"/>
                  <a:pt x="334611" y="2073943"/>
                </a:cubicBezTo>
                <a:lnTo>
                  <a:pt x="319667" y="2041752"/>
                </a:lnTo>
                <a:lnTo>
                  <a:pt x="326434" y="2050383"/>
                </a:lnTo>
                <a:lnTo>
                  <a:pt x="327467" y="2051700"/>
                </a:lnTo>
                <a:lnTo>
                  <a:pt x="327858" y="2052199"/>
                </a:lnTo>
                <a:lnTo>
                  <a:pt x="335436" y="2061861"/>
                </a:lnTo>
                <a:lnTo>
                  <a:pt x="341957" y="2070179"/>
                </a:lnTo>
                <a:cubicBezTo>
                  <a:pt x="345141" y="2074239"/>
                  <a:pt x="345141" y="2074239"/>
                  <a:pt x="345141" y="2074239"/>
                </a:cubicBezTo>
                <a:cubicBezTo>
                  <a:pt x="370618" y="2106726"/>
                  <a:pt x="370618" y="2106726"/>
                  <a:pt x="370618" y="2106726"/>
                </a:cubicBezTo>
                <a:lnTo>
                  <a:pt x="335436" y="2061861"/>
                </a:lnTo>
                <a:lnTo>
                  <a:pt x="327467" y="2051700"/>
                </a:lnTo>
                <a:lnTo>
                  <a:pt x="319667" y="2041752"/>
                </a:lnTo>
                <a:lnTo>
                  <a:pt x="303746" y="2021449"/>
                </a:lnTo>
                <a:cubicBezTo>
                  <a:pt x="294193" y="2009267"/>
                  <a:pt x="294193" y="2009267"/>
                  <a:pt x="294193" y="2009267"/>
                </a:cubicBezTo>
                <a:cubicBezTo>
                  <a:pt x="421566" y="2171698"/>
                  <a:pt x="170516" y="1767512"/>
                  <a:pt x="170516" y="1767512"/>
                </a:cubicBezTo>
                <a:cubicBezTo>
                  <a:pt x="148738" y="1655703"/>
                  <a:pt x="195991" y="1799997"/>
                  <a:pt x="225165" y="1753163"/>
                </a:cubicBezTo>
                <a:cubicBezTo>
                  <a:pt x="212428" y="1736919"/>
                  <a:pt x="186951" y="1704433"/>
                  <a:pt x="158293" y="1667885"/>
                </a:cubicBezTo>
                <a:lnTo>
                  <a:pt x="148740" y="1655701"/>
                </a:lnTo>
                <a:lnTo>
                  <a:pt x="136148" y="1591065"/>
                </a:lnTo>
                <a:cubicBezTo>
                  <a:pt x="126961" y="1543894"/>
                  <a:pt x="126961" y="1543894"/>
                  <a:pt x="126961" y="1543894"/>
                </a:cubicBezTo>
                <a:cubicBezTo>
                  <a:pt x="101487" y="1511407"/>
                  <a:pt x="76012" y="1478921"/>
                  <a:pt x="50536" y="1446435"/>
                </a:cubicBezTo>
                <a:cubicBezTo>
                  <a:pt x="54236" y="1367113"/>
                  <a:pt x="3287" y="1302139"/>
                  <a:pt x="3287" y="1302139"/>
                </a:cubicBezTo>
                <a:cubicBezTo>
                  <a:pt x="3287" y="1302139"/>
                  <a:pt x="9656" y="1310260"/>
                  <a:pt x="19209" y="1322442"/>
                </a:cubicBezTo>
                <a:lnTo>
                  <a:pt x="28712" y="1334562"/>
                </a:lnTo>
                <a:lnTo>
                  <a:pt x="37609" y="1356253"/>
                </a:lnTo>
                <a:cubicBezTo>
                  <a:pt x="57003" y="1398216"/>
                  <a:pt x="78322" y="1429344"/>
                  <a:pt x="79712" y="1399599"/>
                </a:cubicBezTo>
                <a:cubicBezTo>
                  <a:pt x="79712" y="1399599"/>
                  <a:pt x="49858" y="1361529"/>
                  <a:pt x="39907" y="1348839"/>
                </a:cubicBezTo>
                <a:lnTo>
                  <a:pt x="37397" y="1345638"/>
                </a:lnTo>
                <a:lnTo>
                  <a:pt x="28712" y="1334562"/>
                </a:lnTo>
                <a:lnTo>
                  <a:pt x="19670" y="1312528"/>
                </a:lnTo>
                <a:cubicBezTo>
                  <a:pt x="3992" y="1268899"/>
                  <a:pt x="-2470" y="1231115"/>
                  <a:pt x="22149" y="1249212"/>
                </a:cubicBezTo>
                <a:lnTo>
                  <a:pt x="36323" y="1264494"/>
                </a:lnTo>
                <a:lnTo>
                  <a:pt x="76495" y="1360043"/>
                </a:lnTo>
                <a:cubicBezTo>
                  <a:pt x="93487" y="1393533"/>
                  <a:pt x="112248" y="1425334"/>
                  <a:pt x="131124" y="1454658"/>
                </a:cubicBezTo>
                <a:lnTo>
                  <a:pt x="166557" y="1505732"/>
                </a:lnTo>
                <a:lnTo>
                  <a:pt x="156137" y="1497059"/>
                </a:lnTo>
                <a:cubicBezTo>
                  <a:pt x="156137" y="1497059"/>
                  <a:pt x="162505" y="1505181"/>
                  <a:pt x="175243" y="1521424"/>
                </a:cubicBezTo>
                <a:lnTo>
                  <a:pt x="185508" y="1534515"/>
                </a:lnTo>
                <a:lnTo>
                  <a:pt x="182407" y="1530561"/>
                </a:lnTo>
                <a:cubicBezTo>
                  <a:pt x="181611" y="1529545"/>
                  <a:pt x="181611" y="1529545"/>
                  <a:pt x="181611" y="1529545"/>
                </a:cubicBezTo>
                <a:lnTo>
                  <a:pt x="192870" y="1543905"/>
                </a:lnTo>
                <a:lnTo>
                  <a:pt x="203104" y="1556956"/>
                </a:lnTo>
                <a:cubicBezTo>
                  <a:pt x="210270" y="1566093"/>
                  <a:pt x="219822" y="1578277"/>
                  <a:pt x="232562" y="1594519"/>
                </a:cubicBezTo>
                <a:cubicBezTo>
                  <a:pt x="219822" y="1578277"/>
                  <a:pt x="203901" y="1557972"/>
                  <a:pt x="186445" y="1534396"/>
                </a:cubicBezTo>
                <a:lnTo>
                  <a:pt x="166557" y="1505732"/>
                </a:lnTo>
                <a:lnTo>
                  <a:pt x="185773" y="1521720"/>
                </a:lnTo>
                <a:cubicBezTo>
                  <a:pt x="207111" y="1525300"/>
                  <a:pt x="204417" y="1474589"/>
                  <a:pt x="185311" y="1450224"/>
                </a:cubicBezTo>
                <a:cubicBezTo>
                  <a:pt x="213506" y="1496688"/>
                  <a:pt x="238179" y="1537342"/>
                  <a:pt x="259768" y="1572914"/>
                </a:cubicBezTo>
                <a:lnTo>
                  <a:pt x="281986" y="1609525"/>
                </a:lnTo>
                <a:lnTo>
                  <a:pt x="308987" y="1691979"/>
                </a:lnTo>
                <a:cubicBezTo>
                  <a:pt x="261736" y="1547685"/>
                  <a:pt x="334461" y="1724466"/>
                  <a:pt x="410886" y="1821926"/>
                </a:cubicBezTo>
                <a:cubicBezTo>
                  <a:pt x="410886" y="1821926"/>
                  <a:pt x="410886" y="1821926"/>
                  <a:pt x="315721" y="1665113"/>
                </a:cubicBezTo>
                <a:lnTo>
                  <a:pt x="281986" y="1609525"/>
                </a:lnTo>
                <a:lnTo>
                  <a:pt x="281669" y="1608558"/>
                </a:lnTo>
                <a:cubicBezTo>
                  <a:pt x="261736" y="1547685"/>
                  <a:pt x="261736" y="1547685"/>
                  <a:pt x="261736" y="1547685"/>
                </a:cubicBezTo>
                <a:cubicBezTo>
                  <a:pt x="199897" y="1426806"/>
                  <a:pt x="219003" y="1451172"/>
                  <a:pt x="247199" y="1497634"/>
                </a:cubicBezTo>
                <a:lnTo>
                  <a:pt x="277983" y="1552003"/>
                </a:lnTo>
                <a:lnTo>
                  <a:pt x="287210" y="1580170"/>
                </a:lnTo>
                <a:cubicBezTo>
                  <a:pt x="299948" y="1596414"/>
                  <a:pt x="296993" y="1587395"/>
                  <a:pt x="287332" y="1568509"/>
                </a:cubicBezTo>
                <a:lnTo>
                  <a:pt x="277983" y="1552003"/>
                </a:lnTo>
                <a:lnTo>
                  <a:pt x="259892" y="1496751"/>
                </a:lnTo>
                <a:cubicBezTo>
                  <a:pt x="239957" y="1435876"/>
                  <a:pt x="239957" y="1435876"/>
                  <a:pt x="239957" y="1435876"/>
                </a:cubicBezTo>
                <a:cubicBezTo>
                  <a:pt x="185311" y="1450224"/>
                  <a:pt x="185311" y="1450224"/>
                  <a:pt x="185311" y="1450224"/>
                </a:cubicBezTo>
                <a:cubicBezTo>
                  <a:pt x="189006" y="1370904"/>
                  <a:pt x="163532" y="1338417"/>
                  <a:pt x="112581" y="1273442"/>
                </a:cubicBezTo>
                <a:cubicBezTo>
                  <a:pt x="163532" y="1338417"/>
                  <a:pt x="214481" y="1403389"/>
                  <a:pt x="214481" y="1403389"/>
                </a:cubicBezTo>
                <a:cubicBezTo>
                  <a:pt x="192191" y="1374964"/>
                  <a:pt x="247917" y="1446027"/>
                  <a:pt x="230542" y="1367572"/>
                </a:cubicBezTo>
                <a:lnTo>
                  <a:pt x="218180" y="1324068"/>
                </a:lnTo>
                <a:lnTo>
                  <a:pt x="245498" y="1407488"/>
                </a:lnTo>
                <a:cubicBezTo>
                  <a:pt x="265431" y="1468363"/>
                  <a:pt x="265431" y="1468363"/>
                  <a:pt x="265431" y="1468363"/>
                </a:cubicBezTo>
                <a:cubicBezTo>
                  <a:pt x="243656" y="1356555"/>
                  <a:pt x="243656" y="1356555"/>
                  <a:pt x="243656" y="1356555"/>
                </a:cubicBezTo>
                <a:lnTo>
                  <a:pt x="218180" y="1324068"/>
                </a:lnTo>
                <a:lnTo>
                  <a:pt x="199473" y="1300211"/>
                </a:lnTo>
                <a:cubicBezTo>
                  <a:pt x="167231" y="1259095"/>
                  <a:pt x="167231" y="1259095"/>
                  <a:pt x="167231" y="1259095"/>
                </a:cubicBezTo>
                <a:cubicBezTo>
                  <a:pt x="167231" y="1259095"/>
                  <a:pt x="141755" y="1226608"/>
                  <a:pt x="141755" y="1226608"/>
                </a:cubicBezTo>
                <a:cubicBezTo>
                  <a:pt x="129018" y="1210364"/>
                  <a:pt x="103544" y="1177877"/>
                  <a:pt x="81713" y="1139536"/>
                </a:cubicBezTo>
                <a:lnTo>
                  <a:pt x="75427" y="1125905"/>
                </a:lnTo>
                <a:lnTo>
                  <a:pt x="96584" y="1119105"/>
                </a:lnTo>
                <a:cubicBezTo>
                  <a:pt x="103928" y="1115340"/>
                  <a:pt x="108371" y="1110501"/>
                  <a:pt x="110428" y="1102616"/>
                </a:cubicBezTo>
                <a:lnTo>
                  <a:pt x="110119" y="1080669"/>
                </a:lnTo>
                <a:lnTo>
                  <a:pt x="117162" y="1075752"/>
                </a:lnTo>
                <a:cubicBezTo>
                  <a:pt x="120466" y="1068149"/>
                  <a:pt x="122755" y="1055307"/>
                  <a:pt x="123676" y="1035477"/>
                </a:cubicBezTo>
                <a:cubicBezTo>
                  <a:pt x="98203" y="1002991"/>
                  <a:pt x="101901" y="923670"/>
                  <a:pt x="0" y="793723"/>
                </a:cubicBezTo>
                <a:cubicBezTo>
                  <a:pt x="25475" y="826209"/>
                  <a:pt x="44582" y="850574"/>
                  <a:pt x="58912" y="868848"/>
                </a:cubicBezTo>
                <a:lnTo>
                  <a:pt x="76424" y="891181"/>
                </a:lnTo>
                <a:lnTo>
                  <a:pt x="76764" y="891615"/>
                </a:lnTo>
                <a:lnTo>
                  <a:pt x="101901" y="923670"/>
                </a:lnTo>
                <a:lnTo>
                  <a:pt x="104635" y="927158"/>
                </a:lnTo>
                <a:lnTo>
                  <a:pt x="110326" y="934413"/>
                </a:lnTo>
                <a:lnTo>
                  <a:pt x="112465" y="937141"/>
                </a:lnTo>
                <a:lnTo>
                  <a:pt x="112648" y="937375"/>
                </a:lnTo>
                <a:lnTo>
                  <a:pt x="114278" y="939453"/>
                </a:lnTo>
                <a:lnTo>
                  <a:pt x="118035" y="944245"/>
                </a:lnTo>
                <a:lnTo>
                  <a:pt x="120979" y="947999"/>
                </a:lnTo>
                <a:lnTo>
                  <a:pt x="120995" y="948019"/>
                </a:lnTo>
                <a:lnTo>
                  <a:pt x="127375" y="956156"/>
                </a:lnTo>
                <a:lnTo>
                  <a:pt x="137500" y="969068"/>
                </a:lnTo>
                <a:lnTo>
                  <a:pt x="146481" y="980521"/>
                </a:lnTo>
                <a:cubicBezTo>
                  <a:pt x="149665" y="984581"/>
                  <a:pt x="151259" y="986613"/>
                  <a:pt x="148871" y="983568"/>
                </a:cubicBezTo>
                <a:lnTo>
                  <a:pt x="137500" y="969068"/>
                </a:lnTo>
                <a:lnTo>
                  <a:pt x="134541" y="965292"/>
                </a:lnTo>
                <a:cubicBezTo>
                  <a:pt x="130560" y="960216"/>
                  <a:pt x="127375" y="956156"/>
                  <a:pt x="127375" y="956156"/>
                </a:cubicBezTo>
                <a:cubicBezTo>
                  <a:pt x="128301" y="936325"/>
                  <a:pt x="133538" y="932502"/>
                  <a:pt x="140079" y="936904"/>
                </a:cubicBezTo>
                <a:lnTo>
                  <a:pt x="159500" y="965395"/>
                </a:lnTo>
                <a:lnTo>
                  <a:pt x="152023" y="963457"/>
                </a:lnTo>
                <a:cubicBezTo>
                  <a:pt x="150078" y="966721"/>
                  <a:pt x="150129" y="974666"/>
                  <a:pt x="152850" y="988642"/>
                </a:cubicBezTo>
                <a:cubicBezTo>
                  <a:pt x="178326" y="1021129"/>
                  <a:pt x="172881" y="993177"/>
                  <a:pt x="160607" y="967018"/>
                </a:cubicBezTo>
                <a:lnTo>
                  <a:pt x="159500" y="965395"/>
                </a:lnTo>
                <a:lnTo>
                  <a:pt x="163169" y="966346"/>
                </a:lnTo>
                <a:cubicBezTo>
                  <a:pt x="173692" y="975826"/>
                  <a:pt x="189496" y="998609"/>
                  <a:pt x="205190" y="1023870"/>
                </a:cubicBezTo>
                <a:lnTo>
                  <a:pt x="233935" y="1074232"/>
                </a:lnTo>
                <a:lnTo>
                  <a:pt x="254751" y="1118589"/>
                </a:lnTo>
                <a:cubicBezTo>
                  <a:pt x="261120" y="1126710"/>
                  <a:pt x="256574" y="1115661"/>
                  <a:pt x="246515" y="1096267"/>
                </a:cubicBezTo>
                <a:lnTo>
                  <a:pt x="233935" y="1074232"/>
                </a:lnTo>
                <a:lnTo>
                  <a:pt x="222337" y="1049514"/>
                </a:lnTo>
                <a:cubicBezTo>
                  <a:pt x="175346" y="949376"/>
                  <a:pt x="161920" y="920764"/>
                  <a:pt x="158084" y="912590"/>
                </a:cubicBezTo>
                <a:lnTo>
                  <a:pt x="156549" y="909322"/>
                </a:lnTo>
                <a:lnTo>
                  <a:pt x="166103" y="921503"/>
                </a:lnTo>
                <a:cubicBezTo>
                  <a:pt x="194763" y="958051"/>
                  <a:pt x="232974" y="1006781"/>
                  <a:pt x="232974" y="1006781"/>
                </a:cubicBezTo>
                <a:cubicBezTo>
                  <a:pt x="182024" y="941807"/>
                  <a:pt x="109296" y="765025"/>
                  <a:pt x="7397" y="635080"/>
                </a:cubicBezTo>
                <a:lnTo>
                  <a:pt x="32873" y="667566"/>
                </a:lnTo>
                <a:lnTo>
                  <a:pt x="32873" y="667567"/>
                </a:lnTo>
                <a:lnTo>
                  <a:pt x="51831" y="691743"/>
                </a:lnTo>
                <a:lnTo>
                  <a:pt x="74269" y="720356"/>
                </a:lnTo>
                <a:lnTo>
                  <a:pt x="83250" y="731807"/>
                </a:lnTo>
                <a:lnTo>
                  <a:pt x="83824" y="732538"/>
                </a:lnTo>
                <a:lnTo>
                  <a:pt x="83826" y="732541"/>
                </a:lnTo>
                <a:lnTo>
                  <a:pt x="83830" y="732546"/>
                </a:lnTo>
                <a:lnTo>
                  <a:pt x="158077" y="840362"/>
                </a:lnTo>
                <a:cubicBezTo>
                  <a:pt x="228684" y="954040"/>
                  <a:pt x="283925" y="1071753"/>
                  <a:pt x="283925" y="1071753"/>
                </a:cubicBezTo>
                <a:cubicBezTo>
                  <a:pt x="334874" y="1136728"/>
                  <a:pt x="334874" y="1136728"/>
                  <a:pt x="334874" y="1136728"/>
                </a:cubicBezTo>
                <a:lnTo>
                  <a:pt x="360350" y="1169214"/>
                </a:lnTo>
                <a:lnTo>
                  <a:pt x="367513" y="1178350"/>
                </a:lnTo>
                <a:lnTo>
                  <a:pt x="383273" y="1198449"/>
                </a:lnTo>
                <a:lnTo>
                  <a:pt x="385027" y="1200686"/>
                </a:lnTo>
                <a:cubicBezTo>
                  <a:pt x="389009" y="1205761"/>
                  <a:pt x="389009" y="1205761"/>
                  <a:pt x="385824" y="1201700"/>
                </a:cubicBezTo>
                <a:lnTo>
                  <a:pt x="383273" y="1198449"/>
                </a:lnTo>
                <a:lnTo>
                  <a:pt x="360350" y="1169214"/>
                </a:lnTo>
                <a:lnTo>
                  <a:pt x="362487" y="1123356"/>
                </a:lnTo>
                <a:cubicBezTo>
                  <a:pt x="363007" y="1112201"/>
                  <a:pt x="363354" y="1104766"/>
                  <a:pt x="363584" y="1099807"/>
                </a:cubicBezTo>
                <a:lnTo>
                  <a:pt x="364047" y="1089893"/>
                </a:lnTo>
                <a:lnTo>
                  <a:pt x="371630" y="1099564"/>
                </a:lnTo>
                <a:lnTo>
                  <a:pt x="373598" y="1102075"/>
                </a:lnTo>
                <a:lnTo>
                  <a:pt x="374657" y="1103426"/>
                </a:lnTo>
                <a:lnTo>
                  <a:pt x="383842" y="1115134"/>
                </a:lnTo>
                <a:lnTo>
                  <a:pt x="389524" y="1122380"/>
                </a:lnTo>
                <a:cubicBezTo>
                  <a:pt x="389524" y="1122380"/>
                  <a:pt x="389524" y="1122380"/>
                  <a:pt x="386340" y="1118319"/>
                </a:cubicBezTo>
                <a:lnTo>
                  <a:pt x="383842" y="1115134"/>
                </a:lnTo>
                <a:lnTo>
                  <a:pt x="374707" y="1103485"/>
                </a:lnTo>
                <a:lnTo>
                  <a:pt x="374795" y="1103597"/>
                </a:lnTo>
                <a:cubicBezTo>
                  <a:pt x="373598" y="1102075"/>
                  <a:pt x="370416" y="1098013"/>
                  <a:pt x="364047" y="1089892"/>
                </a:cubicBezTo>
                <a:cubicBezTo>
                  <a:pt x="364047" y="1089892"/>
                  <a:pt x="364047" y="1089892"/>
                  <a:pt x="360863" y="1085830"/>
                </a:cubicBezTo>
                <a:lnTo>
                  <a:pt x="352018" y="1074549"/>
                </a:lnTo>
                <a:lnTo>
                  <a:pt x="351738" y="1074193"/>
                </a:lnTo>
                <a:lnTo>
                  <a:pt x="350879" y="1073098"/>
                </a:lnTo>
                <a:lnTo>
                  <a:pt x="334593" y="1052330"/>
                </a:lnTo>
                <a:lnTo>
                  <a:pt x="330876" y="1047591"/>
                </a:lnTo>
                <a:lnTo>
                  <a:pt x="322652" y="1037102"/>
                </a:lnTo>
                <a:lnTo>
                  <a:pt x="317850" y="1030981"/>
                </a:lnTo>
                <a:lnTo>
                  <a:pt x="316470" y="1029221"/>
                </a:lnTo>
                <a:lnTo>
                  <a:pt x="314292" y="1026441"/>
                </a:lnTo>
                <a:cubicBezTo>
                  <a:pt x="313097" y="1024919"/>
                  <a:pt x="313097" y="1024919"/>
                  <a:pt x="313097" y="1024919"/>
                </a:cubicBezTo>
                <a:cubicBezTo>
                  <a:pt x="265846" y="880623"/>
                  <a:pt x="418693" y="1075545"/>
                  <a:pt x="418693" y="1075545"/>
                </a:cubicBezTo>
                <a:cubicBezTo>
                  <a:pt x="431432" y="1091788"/>
                  <a:pt x="433256" y="1088860"/>
                  <a:pt x="428769" y="1076572"/>
                </a:cubicBezTo>
                <a:lnTo>
                  <a:pt x="403534" y="1026503"/>
                </a:lnTo>
                <a:lnTo>
                  <a:pt x="410085" y="1015981"/>
                </a:lnTo>
                <a:cubicBezTo>
                  <a:pt x="416240" y="1006102"/>
                  <a:pt x="419317" y="1001162"/>
                  <a:pt x="420856" y="998693"/>
                </a:cubicBezTo>
                <a:lnTo>
                  <a:pt x="422393" y="996222"/>
                </a:lnTo>
                <a:lnTo>
                  <a:pt x="428762" y="1004343"/>
                </a:lnTo>
                <a:cubicBezTo>
                  <a:pt x="438314" y="1016527"/>
                  <a:pt x="444287" y="1024141"/>
                  <a:pt x="425182" y="999776"/>
                </a:cubicBezTo>
                <a:lnTo>
                  <a:pt x="422393" y="996220"/>
                </a:lnTo>
                <a:lnTo>
                  <a:pt x="422372" y="996195"/>
                </a:lnTo>
                <a:lnTo>
                  <a:pt x="422330" y="996142"/>
                </a:lnTo>
                <a:lnTo>
                  <a:pt x="396026" y="961832"/>
                </a:lnTo>
                <a:lnTo>
                  <a:pt x="395384" y="960467"/>
                </a:lnTo>
                <a:lnTo>
                  <a:pt x="389819" y="948606"/>
                </a:lnTo>
                <a:lnTo>
                  <a:pt x="397099" y="950834"/>
                </a:lnTo>
                <a:cubicBezTo>
                  <a:pt x="411273" y="945275"/>
                  <a:pt x="394250" y="876292"/>
                  <a:pt x="375142" y="851927"/>
                </a:cubicBezTo>
                <a:cubicBezTo>
                  <a:pt x="375142" y="851927"/>
                  <a:pt x="375142" y="851927"/>
                  <a:pt x="376733" y="853958"/>
                </a:cubicBezTo>
                <a:lnTo>
                  <a:pt x="379062" y="856929"/>
                </a:lnTo>
                <a:lnTo>
                  <a:pt x="385264" y="864837"/>
                </a:lnTo>
                <a:lnTo>
                  <a:pt x="393433" y="875251"/>
                </a:lnTo>
                <a:lnTo>
                  <a:pt x="400618" y="884420"/>
                </a:lnTo>
                <a:lnTo>
                  <a:pt x="459006" y="970694"/>
                </a:lnTo>
                <a:cubicBezTo>
                  <a:pt x="501128" y="1044106"/>
                  <a:pt x="499744" y="1073852"/>
                  <a:pt x="502518" y="1014361"/>
                </a:cubicBezTo>
                <a:lnTo>
                  <a:pt x="486538" y="993984"/>
                </a:lnTo>
                <a:lnTo>
                  <a:pt x="487393" y="995071"/>
                </a:lnTo>
                <a:lnTo>
                  <a:pt x="484569" y="991472"/>
                </a:lnTo>
                <a:lnTo>
                  <a:pt x="484124" y="990903"/>
                </a:lnTo>
                <a:lnTo>
                  <a:pt x="484209" y="991011"/>
                </a:lnTo>
                <a:lnTo>
                  <a:pt x="483581" y="990209"/>
                </a:lnTo>
                <a:lnTo>
                  <a:pt x="483460" y="990056"/>
                </a:lnTo>
                <a:lnTo>
                  <a:pt x="483293" y="989843"/>
                </a:lnTo>
                <a:lnTo>
                  <a:pt x="482722" y="989114"/>
                </a:lnTo>
                <a:lnTo>
                  <a:pt x="479288" y="984736"/>
                </a:lnTo>
                <a:lnTo>
                  <a:pt x="479256" y="984696"/>
                </a:lnTo>
                <a:lnTo>
                  <a:pt x="478692" y="983976"/>
                </a:lnTo>
                <a:lnTo>
                  <a:pt x="477043" y="981874"/>
                </a:lnTo>
                <a:lnTo>
                  <a:pt x="474045" y="978050"/>
                </a:lnTo>
                <a:lnTo>
                  <a:pt x="473616" y="977503"/>
                </a:lnTo>
                <a:lnTo>
                  <a:pt x="472156" y="975640"/>
                </a:lnTo>
                <a:lnTo>
                  <a:pt x="470828" y="973948"/>
                </a:lnTo>
                <a:lnTo>
                  <a:pt x="469293" y="971990"/>
                </a:lnTo>
                <a:lnTo>
                  <a:pt x="468206" y="970605"/>
                </a:lnTo>
                <a:lnTo>
                  <a:pt x="466894" y="968931"/>
                </a:lnTo>
                <a:lnTo>
                  <a:pt x="466644" y="968612"/>
                </a:lnTo>
                <a:lnTo>
                  <a:pt x="466615" y="968575"/>
                </a:lnTo>
                <a:lnTo>
                  <a:pt x="466196" y="968041"/>
                </a:lnTo>
                <a:lnTo>
                  <a:pt x="465426" y="967060"/>
                </a:lnTo>
                <a:lnTo>
                  <a:pt x="464058" y="965314"/>
                </a:lnTo>
                <a:lnTo>
                  <a:pt x="453649" y="952041"/>
                </a:lnTo>
                <a:lnTo>
                  <a:pt x="450832" y="948448"/>
                </a:lnTo>
                <a:lnTo>
                  <a:pt x="445164" y="941220"/>
                </a:lnTo>
                <a:lnTo>
                  <a:pt x="443256" y="938787"/>
                </a:lnTo>
                <a:lnTo>
                  <a:pt x="443236" y="938763"/>
                </a:lnTo>
                <a:lnTo>
                  <a:pt x="443210" y="938728"/>
                </a:lnTo>
                <a:lnTo>
                  <a:pt x="435893" y="929397"/>
                </a:lnTo>
                <a:lnTo>
                  <a:pt x="435646" y="929082"/>
                </a:lnTo>
                <a:lnTo>
                  <a:pt x="435607" y="929033"/>
                </a:lnTo>
                <a:lnTo>
                  <a:pt x="434395" y="927487"/>
                </a:lnTo>
                <a:lnTo>
                  <a:pt x="434055" y="927053"/>
                </a:lnTo>
                <a:lnTo>
                  <a:pt x="432624" y="925229"/>
                </a:lnTo>
                <a:lnTo>
                  <a:pt x="429342" y="921043"/>
                </a:lnTo>
                <a:lnTo>
                  <a:pt x="426093" y="916900"/>
                </a:lnTo>
                <a:lnTo>
                  <a:pt x="442956" y="889823"/>
                </a:lnTo>
                <a:cubicBezTo>
                  <a:pt x="455265" y="870066"/>
                  <a:pt x="455265" y="870066"/>
                  <a:pt x="455265" y="870066"/>
                </a:cubicBezTo>
                <a:cubicBezTo>
                  <a:pt x="378840" y="772605"/>
                  <a:pt x="378840" y="772605"/>
                  <a:pt x="378840" y="772605"/>
                </a:cubicBezTo>
                <a:cubicBezTo>
                  <a:pt x="490291" y="914735"/>
                  <a:pt x="409534" y="747409"/>
                  <a:pt x="453392" y="843549"/>
                </a:cubicBezTo>
                <a:lnTo>
                  <a:pt x="466530" y="871895"/>
                </a:lnTo>
                <a:lnTo>
                  <a:pt x="465281" y="872333"/>
                </a:lnTo>
                <a:cubicBezTo>
                  <a:pt x="455265" y="870066"/>
                  <a:pt x="442527" y="853823"/>
                  <a:pt x="480739" y="902552"/>
                </a:cubicBezTo>
                <a:lnTo>
                  <a:pt x="466530" y="871895"/>
                </a:lnTo>
                <a:lnTo>
                  <a:pt x="471444" y="870180"/>
                </a:lnTo>
                <a:cubicBezTo>
                  <a:pt x="474091" y="865352"/>
                  <a:pt x="472709" y="852096"/>
                  <a:pt x="460579" y="820543"/>
                </a:cubicBezTo>
                <a:lnTo>
                  <a:pt x="459042" y="817008"/>
                </a:lnTo>
                <a:lnTo>
                  <a:pt x="467130" y="832671"/>
                </a:lnTo>
                <a:cubicBezTo>
                  <a:pt x="488959" y="871013"/>
                  <a:pt x="508064" y="895378"/>
                  <a:pt x="484439" y="823231"/>
                </a:cubicBezTo>
                <a:cubicBezTo>
                  <a:pt x="411713" y="646448"/>
                  <a:pt x="462662" y="711423"/>
                  <a:pt x="437187" y="678936"/>
                </a:cubicBezTo>
                <a:lnTo>
                  <a:pt x="501747" y="718526"/>
                </a:lnTo>
                <a:lnTo>
                  <a:pt x="494132" y="708410"/>
                </a:lnTo>
                <a:cubicBezTo>
                  <a:pt x="494132" y="708410"/>
                  <a:pt x="487953" y="675830"/>
                  <a:pt x="487953" y="675830"/>
                </a:cubicBezTo>
                <a:lnTo>
                  <a:pt x="505989" y="721128"/>
                </a:lnTo>
                <a:lnTo>
                  <a:pt x="510575" y="723939"/>
                </a:lnTo>
                <a:lnTo>
                  <a:pt x="527510" y="738541"/>
                </a:lnTo>
                <a:lnTo>
                  <a:pt x="528273" y="734135"/>
                </a:lnTo>
                <a:cubicBezTo>
                  <a:pt x="526363" y="703660"/>
                  <a:pt x="498421" y="621585"/>
                  <a:pt x="553783" y="704622"/>
                </a:cubicBezTo>
                <a:cubicBezTo>
                  <a:pt x="602142" y="800471"/>
                  <a:pt x="594421" y="759746"/>
                  <a:pt x="586701" y="719021"/>
                </a:cubicBezTo>
                <a:lnTo>
                  <a:pt x="582621" y="695462"/>
                </a:lnTo>
                <a:lnTo>
                  <a:pt x="611646" y="741135"/>
                </a:lnTo>
                <a:cubicBezTo>
                  <a:pt x="618974" y="749943"/>
                  <a:pt x="622703" y="749707"/>
                  <a:pt x="619615" y="733417"/>
                </a:cubicBezTo>
                <a:cubicBezTo>
                  <a:pt x="610547" y="715445"/>
                  <a:pt x="603451" y="702275"/>
                  <a:pt x="597958" y="693006"/>
                </a:cubicBezTo>
                <a:lnTo>
                  <a:pt x="591062" y="683273"/>
                </a:lnTo>
                <a:lnTo>
                  <a:pt x="602956" y="695319"/>
                </a:lnTo>
                <a:cubicBezTo>
                  <a:pt x="609320" y="699036"/>
                  <a:pt x="611890" y="692691"/>
                  <a:pt x="607257" y="668255"/>
                </a:cubicBezTo>
                <a:cubicBezTo>
                  <a:pt x="607257" y="668255"/>
                  <a:pt x="504364" y="443981"/>
                  <a:pt x="582549" y="537934"/>
                </a:cubicBezTo>
                <a:cubicBezTo>
                  <a:pt x="582549" y="537934"/>
                  <a:pt x="583322" y="542008"/>
                  <a:pt x="584285" y="547098"/>
                </a:cubicBezTo>
                <a:lnTo>
                  <a:pt x="586460" y="558553"/>
                </a:lnTo>
                <a:lnTo>
                  <a:pt x="587181" y="562370"/>
                </a:lnTo>
                <a:cubicBezTo>
                  <a:pt x="587954" y="566443"/>
                  <a:pt x="588341" y="568479"/>
                  <a:pt x="587762" y="565425"/>
                </a:cubicBezTo>
                <a:lnTo>
                  <a:pt x="586460" y="558553"/>
                </a:lnTo>
                <a:lnTo>
                  <a:pt x="582549" y="537934"/>
                </a:lnTo>
                <a:cubicBezTo>
                  <a:pt x="582549" y="537934"/>
                  <a:pt x="582549" y="537934"/>
                  <a:pt x="576372" y="505354"/>
                </a:cubicBezTo>
                <a:cubicBezTo>
                  <a:pt x="648380" y="566728"/>
                  <a:pt x="617494" y="403826"/>
                  <a:pt x="708034" y="562942"/>
                </a:cubicBezTo>
                <a:cubicBezTo>
                  <a:pt x="741985" y="622609"/>
                  <a:pt x="736004" y="605988"/>
                  <a:pt x="720691" y="573730"/>
                </a:cubicBezTo>
                <a:lnTo>
                  <a:pt x="703399" y="538507"/>
                </a:lnTo>
                <a:lnTo>
                  <a:pt x="707261" y="558868"/>
                </a:lnTo>
                <a:cubicBezTo>
                  <a:pt x="708034" y="562942"/>
                  <a:pt x="708034" y="562942"/>
                  <a:pt x="708034" y="562942"/>
                </a:cubicBezTo>
                <a:cubicBezTo>
                  <a:pt x="679094" y="499864"/>
                  <a:pt x="673595" y="484854"/>
                  <a:pt x="678626" y="492323"/>
                </a:cubicBezTo>
                <a:cubicBezTo>
                  <a:pt x="680302" y="494813"/>
                  <a:pt x="683149" y="499800"/>
                  <a:pt x="686688" y="506337"/>
                </a:cubicBezTo>
                <a:lnTo>
                  <a:pt x="703399" y="538505"/>
                </a:lnTo>
                <a:lnTo>
                  <a:pt x="701855" y="530362"/>
                </a:lnTo>
                <a:cubicBezTo>
                  <a:pt x="695676" y="497781"/>
                  <a:pt x="586605" y="240925"/>
                  <a:pt x="683323" y="432620"/>
                </a:cubicBezTo>
                <a:cubicBezTo>
                  <a:pt x="773863" y="591735"/>
                  <a:pt x="670968" y="367460"/>
                  <a:pt x="761508" y="526575"/>
                </a:cubicBezTo>
                <a:cubicBezTo>
                  <a:pt x="660665" y="273319"/>
                  <a:pt x="805617" y="585081"/>
                  <a:pt x="802046" y="448717"/>
                </a:cubicBezTo>
                <a:lnTo>
                  <a:pt x="799501" y="419550"/>
                </a:lnTo>
                <a:lnTo>
                  <a:pt x="801212" y="422560"/>
                </a:lnTo>
                <a:cubicBezTo>
                  <a:pt x="802627" y="425047"/>
                  <a:pt x="802627" y="425047"/>
                  <a:pt x="802627" y="425047"/>
                </a:cubicBezTo>
                <a:cubicBezTo>
                  <a:pt x="796451" y="392466"/>
                  <a:pt x="796451" y="392466"/>
                  <a:pt x="796451" y="392466"/>
                </a:cubicBezTo>
                <a:cubicBezTo>
                  <a:pt x="790274" y="359886"/>
                  <a:pt x="790274" y="359886"/>
                  <a:pt x="790274" y="359886"/>
                </a:cubicBezTo>
                <a:lnTo>
                  <a:pt x="791000" y="361327"/>
                </a:lnTo>
                <a:lnTo>
                  <a:pt x="798445" y="398006"/>
                </a:lnTo>
                <a:cubicBezTo>
                  <a:pt x="810217" y="445174"/>
                  <a:pt x="819087" y="432245"/>
                  <a:pt x="868459" y="453839"/>
                </a:cubicBezTo>
                <a:cubicBezTo>
                  <a:pt x="832455" y="423154"/>
                  <a:pt x="812909" y="399666"/>
                  <a:pt x="802362" y="383847"/>
                </a:cubicBezTo>
                <a:lnTo>
                  <a:pt x="791000" y="361327"/>
                </a:lnTo>
                <a:lnTo>
                  <a:pt x="784095" y="327304"/>
                </a:lnTo>
                <a:lnTo>
                  <a:pt x="777920" y="294726"/>
                </a:lnTo>
                <a:cubicBezTo>
                  <a:pt x="868459" y="453839"/>
                  <a:pt x="831393" y="258357"/>
                  <a:pt x="862282" y="421260"/>
                </a:cubicBezTo>
                <a:cubicBezTo>
                  <a:pt x="862282" y="421260"/>
                  <a:pt x="862282" y="421260"/>
                  <a:pt x="843751" y="323519"/>
                </a:cubicBezTo>
                <a:cubicBezTo>
                  <a:pt x="928112" y="450053"/>
                  <a:pt x="806683" y="128038"/>
                  <a:pt x="909578" y="352312"/>
                </a:cubicBezTo>
                <a:cubicBezTo>
                  <a:pt x="903402" y="319732"/>
                  <a:pt x="884870" y="221991"/>
                  <a:pt x="932168" y="153044"/>
                </a:cubicBezTo>
                <a:cubicBezTo>
                  <a:pt x="938344" y="185623"/>
                  <a:pt x="925992" y="120463"/>
                  <a:pt x="1016529" y="279577"/>
                </a:cubicBezTo>
                <a:cubicBezTo>
                  <a:pt x="1058712" y="342843"/>
                  <a:pt x="1054080" y="318409"/>
                  <a:pt x="1039672" y="282229"/>
                </a:cubicBezTo>
                <a:lnTo>
                  <a:pt x="1033071" y="267679"/>
                </a:lnTo>
                <a:lnTo>
                  <a:pt x="1034808" y="270882"/>
                </a:lnTo>
                <a:cubicBezTo>
                  <a:pt x="1051704" y="299046"/>
                  <a:pt x="1062006" y="309855"/>
                  <a:pt x="1068485" y="312922"/>
                </a:cubicBezTo>
                <a:lnTo>
                  <a:pt x="1074216" y="312917"/>
                </a:lnTo>
                <a:lnTo>
                  <a:pt x="1088539" y="340951"/>
                </a:lnTo>
                <a:cubicBezTo>
                  <a:pt x="1079272" y="292081"/>
                  <a:pt x="1082361" y="308370"/>
                  <a:pt x="1075676" y="312915"/>
                </a:cubicBezTo>
                <a:lnTo>
                  <a:pt x="1074216" y="312917"/>
                </a:lnTo>
                <a:lnTo>
                  <a:pt x="1060976" y="286995"/>
                </a:lnTo>
                <a:cubicBezTo>
                  <a:pt x="1015453" y="199275"/>
                  <a:pt x="1090855" y="353169"/>
                  <a:pt x="1063830" y="210630"/>
                </a:cubicBezTo>
                <a:cubicBezTo>
                  <a:pt x="1063830" y="210630"/>
                  <a:pt x="1063830" y="210630"/>
                  <a:pt x="1082361" y="308370"/>
                </a:cubicBezTo>
                <a:cubicBezTo>
                  <a:pt x="1082361" y="308370"/>
                  <a:pt x="1082361" y="308370"/>
                  <a:pt x="1110134" y="320517"/>
                </a:cubicBezTo>
                <a:lnTo>
                  <a:pt x="1148191" y="337163"/>
                </a:lnTo>
                <a:lnTo>
                  <a:pt x="1148641" y="339537"/>
                </a:lnTo>
                <a:lnTo>
                  <a:pt x="1148663" y="339655"/>
                </a:lnTo>
                <a:lnTo>
                  <a:pt x="1148757" y="340149"/>
                </a:lnTo>
                <a:lnTo>
                  <a:pt x="1148947" y="341154"/>
                </a:lnTo>
                <a:lnTo>
                  <a:pt x="1148948" y="341160"/>
                </a:lnTo>
                <a:lnTo>
                  <a:pt x="1148972" y="341281"/>
                </a:lnTo>
                <a:lnTo>
                  <a:pt x="1149021" y="341544"/>
                </a:lnTo>
                <a:lnTo>
                  <a:pt x="1149043" y="341657"/>
                </a:lnTo>
                <a:lnTo>
                  <a:pt x="1149171" y="342330"/>
                </a:lnTo>
                <a:lnTo>
                  <a:pt x="1150121" y="347345"/>
                </a:lnTo>
                <a:lnTo>
                  <a:pt x="1152738" y="361150"/>
                </a:lnTo>
                <a:lnTo>
                  <a:pt x="1153381" y="364540"/>
                </a:lnTo>
                <a:lnTo>
                  <a:pt x="1153785" y="366677"/>
                </a:lnTo>
                <a:lnTo>
                  <a:pt x="1154366" y="369744"/>
                </a:lnTo>
                <a:lnTo>
                  <a:pt x="1155392" y="375150"/>
                </a:lnTo>
                <a:lnTo>
                  <a:pt x="1158502" y="391555"/>
                </a:lnTo>
                <a:lnTo>
                  <a:pt x="1159718" y="397963"/>
                </a:lnTo>
                <a:lnTo>
                  <a:pt x="1159985" y="399372"/>
                </a:lnTo>
                <a:lnTo>
                  <a:pt x="1159987" y="399381"/>
                </a:lnTo>
                <a:lnTo>
                  <a:pt x="1159991" y="399404"/>
                </a:lnTo>
                <a:lnTo>
                  <a:pt x="1159992" y="399411"/>
                </a:lnTo>
                <a:lnTo>
                  <a:pt x="1160014" y="399528"/>
                </a:lnTo>
                <a:lnTo>
                  <a:pt x="1160018" y="399548"/>
                </a:lnTo>
                <a:lnTo>
                  <a:pt x="1160060" y="399770"/>
                </a:lnTo>
                <a:lnTo>
                  <a:pt x="1160180" y="400400"/>
                </a:lnTo>
                <a:lnTo>
                  <a:pt x="1160298" y="401021"/>
                </a:lnTo>
                <a:lnTo>
                  <a:pt x="1160309" y="401078"/>
                </a:lnTo>
                <a:lnTo>
                  <a:pt x="1160345" y="401270"/>
                </a:lnTo>
                <a:lnTo>
                  <a:pt x="1160507" y="402124"/>
                </a:lnTo>
                <a:lnTo>
                  <a:pt x="1160536" y="402272"/>
                </a:lnTo>
                <a:lnTo>
                  <a:pt x="1160545" y="402320"/>
                </a:lnTo>
                <a:lnTo>
                  <a:pt x="1160551" y="402352"/>
                </a:lnTo>
                <a:lnTo>
                  <a:pt x="1161661" y="408201"/>
                </a:lnTo>
                <a:lnTo>
                  <a:pt x="1162090" y="410468"/>
                </a:lnTo>
                <a:lnTo>
                  <a:pt x="1162346" y="411818"/>
                </a:lnTo>
                <a:lnTo>
                  <a:pt x="1162347" y="411822"/>
                </a:lnTo>
                <a:lnTo>
                  <a:pt x="1162504" y="412652"/>
                </a:lnTo>
                <a:lnTo>
                  <a:pt x="1162520" y="412735"/>
                </a:lnTo>
                <a:lnTo>
                  <a:pt x="1162698" y="413674"/>
                </a:lnTo>
                <a:lnTo>
                  <a:pt x="1163055" y="415560"/>
                </a:lnTo>
                <a:lnTo>
                  <a:pt x="1162769" y="414046"/>
                </a:lnTo>
                <a:lnTo>
                  <a:pt x="1166722" y="434905"/>
                </a:lnTo>
                <a:cubicBezTo>
                  <a:pt x="1220728" y="480934"/>
                  <a:pt x="1193727" y="457918"/>
                  <a:pt x="1166424" y="388555"/>
                </a:cubicBezTo>
                <a:lnTo>
                  <a:pt x="1142018" y="304602"/>
                </a:lnTo>
                <a:lnTo>
                  <a:pt x="1142017" y="304585"/>
                </a:lnTo>
                <a:lnTo>
                  <a:pt x="1135837" y="272002"/>
                </a:lnTo>
                <a:cubicBezTo>
                  <a:pt x="1140470" y="296438"/>
                  <a:pt x="1185605" y="355395"/>
                  <a:pt x="1202674" y="355858"/>
                </a:cubicBezTo>
                <a:lnTo>
                  <a:pt x="1204631" y="347345"/>
                </a:lnTo>
                <a:lnTo>
                  <a:pt x="1212511" y="362961"/>
                </a:lnTo>
                <a:lnTo>
                  <a:pt x="1213141" y="364213"/>
                </a:lnTo>
                <a:lnTo>
                  <a:pt x="1220199" y="398536"/>
                </a:lnTo>
                <a:lnTo>
                  <a:pt x="1221743" y="406682"/>
                </a:lnTo>
                <a:cubicBezTo>
                  <a:pt x="1224061" y="418899"/>
                  <a:pt x="1225509" y="426535"/>
                  <a:pt x="1220876" y="402100"/>
                </a:cubicBezTo>
                <a:lnTo>
                  <a:pt x="1220199" y="398536"/>
                </a:lnTo>
                <a:lnTo>
                  <a:pt x="1228428" y="402135"/>
                </a:lnTo>
                <a:cubicBezTo>
                  <a:pt x="1232543" y="403935"/>
                  <a:pt x="1238712" y="406634"/>
                  <a:pt x="1247970" y="410682"/>
                </a:cubicBezTo>
                <a:lnTo>
                  <a:pt x="1262761" y="417153"/>
                </a:lnTo>
                <a:lnTo>
                  <a:pt x="1284398" y="463498"/>
                </a:lnTo>
                <a:cubicBezTo>
                  <a:pt x="1291181" y="474401"/>
                  <a:pt x="1295295" y="476202"/>
                  <a:pt x="1292207" y="459911"/>
                </a:cubicBezTo>
                <a:cubicBezTo>
                  <a:pt x="1292207" y="459911"/>
                  <a:pt x="1255144" y="264428"/>
                  <a:pt x="1339505" y="390964"/>
                </a:cubicBezTo>
                <a:cubicBezTo>
                  <a:pt x="1339505" y="390964"/>
                  <a:pt x="1339505" y="390964"/>
                  <a:pt x="1339793" y="392489"/>
                </a:cubicBezTo>
                <a:lnTo>
                  <a:pt x="1339868" y="392882"/>
                </a:lnTo>
                <a:lnTo>
                  <a:pt x="1344911" y="419471"/>
                </a:lnTo>
                <a:cubicBezTo>
                  <a:pt x="1345681" y="423544"/>
                  <a:pt x="1345681" y="423544"/>
                  <a:pt x="1345681" y="423544"/>
                </a:cubicBezTo>
                <a:cubicBezTo>
                  <a:pt x="1351860" y="456124"/>
                  <a:pt x="1351860" y="456124"/>
                  <a:pt x="1351860" y="456124"/>
                </a:cubicBezTo>
                <a:lnTo>
                  <a:pt x="1353116" y="462749"/>
                </a:lnTo>
                <a:lnTo>
                  <a:pt x="1354175" y="468341"/>
                </a:lnTo>
                <a:lnTo>
                  <a:pt x="1354346" y="469240"/>
                </a:lnTo>
                <a:lnTo>
                  <a:pt x="1357265" y="484630"/>
                </a:lnTo>
                <a:cubicBezTo>
                  <a:pt x="1358039" y="488703"/>
                  <a:pt x="1358039" y="488703"/>
                  <a:pt x="1358039" y="488703"/>
                </a:cubicBezTo>
                <a:lnTo>
                  <a:pt x="1352760" y="460871"/>
                </a:lnTo>
                <a:lnTo>
                  <a:pt x="1352729" y="460705"/>
                </a:lnTo>
                <a:cubicBezTo>
                  <a:pt x="1352246" y="458160"/>
                  <a:pt x="1351860" y="456124"/>
                  <a:pt x="1351860" y="456124"/>
                </a:cubicBezTo>
                <a:lnTo>
                  <a:pt x="1360860" y="463796"/>
                </a:lnTo>
                <a:cubicBezTo>
                  <a:pt x="1369862" y="471467"/>
                  <a:pt x="1387864" y="486810"/>
                  <a:pt x="1423866" y="517497"/>
                </a:cubicBezTo>
                <a:cubicBezTo>
                  <a:pt x="1436221" y="582657"/>
                  <a:pt x="1430045" y="550076"/>
                  <a:pt x="1417692" y="484916"/>
                </a:cubicBezTo>
                <a:cubicBezTo>
                  <a:pt x="1417692" y="484916"/>
                  <a:pt x="1417692" y="484916"/>
                  <a:pt x="1405337" y="419755"/>
                </a:cubicBezTo>
                <a:cubicBezTo>
                  <a:pt x="1405337" y="419755"/>
                  <a:pt x="1350932" y="311927"/>
                  <a:pt x="1313305" y="203034"/>
                </a:cubicBezTo>
                <a:lnTo>
                  <a:pt x="1283912" y="97760"/>
                </a:lnTo>
                <a:lnTo>
                  <a:pt x="1283910" y="97742"/>
                </a:lnTo>
                <a:lnTo>
                  <a:pt x="1281998" y="87664"/>
                </a:lnTo>
                <a:lnTo>
                  <a:pt x="1281593" y="85523"/>
                </a:lnTo>
                <a:lnTo>
                  <a:pt x="1279512" y="74559"/>
                </a:lnTo>
                <a:lnTo>
                  <a:pt x="1275077" y="51160"/>
                </a:lnTo>
                <a:lnTo>
                  <a:pt x="1271555" y="32580"/>
                </a:lnTo>
                <a:close/>
              </a:path>
            </a:pathLst>
          </a:custGeom>
          <a:ln>
            <a:noFill/>
          </a:ln>
        </p:spPr>
        <p:txBody>
          <a:bodyPr wrap="square" tIns="0" bIns="1005840" anchor="b">
            <a:noAutofit/>
          </a:bodyPr>
          <a:lstStyle>
            <a:lvl1pPr marL="0" indent="0" algn="ctr">
              <a:buNone/>
              <a:defRPr sz="1600">
                <a:solidFill>
                  <a:schemeClr val="tx1">
                    <a:lumMod val="75000"/>
                    <a:lumOff val="25000"/>
                  </a:schemeClr>
                </a:solidFill>
              </a:defRPr>
            </a:lvl1pPr>
          </a:lstStyle>
          <a:p>
            <a:endParaRPr lang="en-US" dirty="0"/>
          </a:p>
        </p:txBody>
      </p:sp>
      <p:sp>
        <p:nvSpPr>
          <p:cNvPr id="6" name="Title 1"/>
          <p:cNvSpPr>
            <a:spLocks noGrp="1"/>
          </p:cNvSpPr>
          <p:nvPr>
            <p:ph type="title"/>
          </p:nvPr>
        </p:nvSpPr>
        <p:spPr>
          <a:xfrm>
            <a:off x="470455" y="458073"/>
            <a:ext cx="11357112" cy="562527"/>
          </a:xfrm>
        </p:spPr>
        <p:txBody>
          <a:bodyPr>
            <a:noAutofit/>
          </a:bodyPr>
          <a:lstStyle>
            <a:lvl1pPr algn="ctr">
              <a:defRPr sz="4400">
                <a:solidFill>
                  <a:schemeClr val="tx1"/>
                </a:solidFill>
                <a:latin typeface="+mj-lt"/>
              </a:defRPr>
            </a:lvl1pPr>
          </a:lstStyle>
          <a:p>
            <a:r>
              <a:rPr lang="en-US"/>
              <a:t>Click to edit Master title style</a:t>
            </a:r>
            <a:endParaRPr lang="id-ID"/>
          </a:p>
        </p:txBody>
      </p:sp>
      <p:sp>
        <p:nvSpPr>
          <p:cNvPr id="7" name="Text Placeholder 7"/>
          <p:cNvSpPr>
            <a:spLocks noGrp="1"/>
          </p:cNvSpPr>
          <p:nvPr>
            <p:ph type="body" sz="quarter" idx="11"/>
          </p:nvPr>
        </p:nvSpPr>
        <p:spPr>
          <a:xfrm>
            <a:off x="470455" y="981950"/>
            <a:ext cx="11357112" cy="436908"/>
          </a:xfrm>
        </p:spPr>
        <p:txBody>
          <a:bodyPr>
            <a:normAutofit/>
          </a:bodyPr>
          <a:lstStyle>
            <a:lvl1pPr marL="0" indent="0" algn="ctr">
              <a:buNone/>
              <a:defRPr sz="1800">
                <a:solidFill>
                  <a:schemeClr val="tx1"/>
                </a:solidFill>
                <a:latin typeface="+mn-lt"/>
              </a:defRPr>
            </a:lvl1pPr>
          </a:lstStyle>
          <a:p>
            <a:pPr lvl="0"/>
            <a:r>
              <a:rPr lang="en-US"/>
              <a:t>Click to edit Master text styles</a:t>
            </a:r>
          </a:p>
        </p:txBody>
      </p:sp>
    </p:spTree>
    <p:extLst>
      <p:ext uri="{BB962C8B-B14F-4D97-AF65-F5344CB8AC3E}">
        <p14:creationId xmlns:p14="http://schemas.microsoft.com/office/powerpoint/2010/main" val="2861290802"/>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10_side placeholder abstract 2">
    <p:spTree>
      <p:nvGrpSpPr>
        <p:cNvPr id="1" name=""/>
        <p:cNvGrpSpPr/>
        <p:nvPr/>
      </p:nvGrpSpPr>
      <p:grpSpPr>
        <a:xfrm>
          <a:off x="0" y="0"/>
          <a:ext cx="0" cy="0"/>
          <a:chOff x="0" y="0"/>
          <a:chExt cx="0" cy="0"/>
        </a:xfrm>
      </p:grpSpPr>
      <p:sp>
        <p:nvSpPr>
          <p:cNvPr id="3" name="Picture Placeholder 5"/>
          <p:cNvSpPr>
            <a:spLocks noGrp="1"/>
          </p:cNvSpPr>
          <p:nvPr>
            <p:ph type="pic" sz="quarter" idx="10"/>
          </p:nvPr>
        </p:nvSpPr>
        <p:spPr>
          <a:xfrm>
            <a:off x="321286" y="2067340"/>
            <a:ext cx="5244627" cy="4543160"/>
          </a:xfrm>
          <a:custGeom>
            <a:avLst/>
            <a:gdLst>
              <a:gd name="connsiteX0" fmla="*/ 2047278 w 4110601"/>
              <a:gd name="connsiteY0" fmla="*/ 3437988 h 3474663"/>
              <a:gd name="connsiteX1" fmla="*/ 2074420 w 4110601"/>
              <a:gd name="connsiteY1" fmla="*/ 3457100 h 3474663"/>
              <a:gd name="connsiteX2" fmla="*/ 2047410 w 4110601"/>
              <a:gd name="connsiteY2" fmla="*/ 3439059 h 3474663"/>
              <a:gd name="connsiteX3" fmla="*/ 2058788 w 4110601"/>
              <a:gd name="connsiteY3" fmla="*/ 3411001 h 3474663"/>
              <a:gd name="connsiteX4" fmla="*/ 2067457 w 4110601"/>
              <a:gd name="connsiteY4" fmla="*/ 3425983 h 3474663"/>
              <a:gd name="connsiteX5" fmla="*/ 2074420 w 4110601"/>
              <a:gd name="connsiteY5" fmla="*/ 3457100 h 3474663"/>
              <a:gd name="connsiteX6" fmla="*/ 2399609 w 4110601"/>
              <a:gd name="connsiteY6" fmla="*/ 3203382 h 3474663"/>
              <a:gd name="connsiteX7" fmla="*/ 2416566 w 4110601"/>
              <a:gd name="connsiteY7" fmla="*/ 3233920 h 3474663"/>
              <a:gd name="connsiteX8" fmla="*/ 2400248 w 4110601"/>
              <a:gd name="connsiteY8" fmla="*/ 3208904 h 3474663"/>
              <a:gd name="connsiteX9" fmla="*/ 1409460 w 4110601"/>
              <a:gd name="connsiteY9" fmla="*/ 3082733 h 3474663"/>
              <a:gd name="connsiteX10" fmla="*/ 1418838 w 4110601"/>
              <a:gd name="connsiteY10" fmla="*/ 3104364 h 3474663"/>
              <a:gd name="connsiteX11" fmla="*/ 1410793 w 4110601"/>
              <a:gd name="connsiteY11" fmla="*/ 3088378 h 3474663"/>
              <a:gd name="connsiteX12" fmla="*/ 2987153 w 4110601"/>
              <a:gd name="connsiteY12" fmla="*/ 3075920 h 3474663"/>
              <a:gd name="connsiteX13" fmla="*/ 2992367 w 4110601"/>
              <a:gd name="connsiteY13" fmla="*/ 3085633 h 3474663"/>
              <a:gd name="connsiteX14" fmla="*/ 3001228 w 4110601"/>
              <a:gd name="connsiteY14" fmla="*/ 3102138 h 3474663"/>
              <a:gd name="connsiteX15" fmla="*/ 2988024 w 4110601"/>
              <a:gd name="connsiteY15" fmla="*/ 3077879 h 3474663"/>
              <a:gd name="connsiteX16" fmla="*/ 3089699 w 4110601"/>
              <a:gd name="connsiteY16" fmla="*/ 3073319 h 3474663"/>
              <a:gd name="connsiteX17" fmla="*/ 3092388 w 4110601"/>
              <a:gd name="connsiteY17" fmla="*/ 3078330 h 3474663"/>
              <a:gd name="connsiteX18" fmla="*/ 3090076 w 4110601"/>
              <a:gd name="connsiteY18" fmla="*/ 3076031 h 3474663"/>
              <a:gd name="connsiteX19" fmla="*/ 3090347 w 4110601"/>
              <a:gd name="connsiteY19" fmla="*/ 3075201 h 3474663"/>
              <a:gd name="connsiteX20" fmla="*/ 1393749 w 4110601"/>
              <a:gd name="connsiteY20" fmla="*/ 3046494 h 3474663"/>
              <a:gd name="connsiteX21" fmla="*/ 1396803 w 4110601"/>
              <a:gd name="connsiteY21" fmla="*/ 3047213 h 3474663"/>
              <a:gd name="connsiteX22" fmla="*/ 1407821 w 4110601"/>
              <a:gd name="connsiteY22" fmla="*/ 3075789 h 3474663"/>
              <a:gd name="connsiteX23" fmla="*/ 1409460 w 4110601"/>
              <a:gd name="connsiteY23" fmla="*/ 3082733 h 3474663"/>
              <a:gd name="connsiteX24" fmla="*/ 3049063 w 4110601"/>
              <a:gd name="connsiteY24" fmla="*/ 3035276 h 3474663"/>
              <a:gd name="connsiteX25" fmla="*/ 3054480 w 4110601"/>
              <a:gd name="connsiteY25" fmla="*/ 3040659 h 3474663"/>
              <a:gd name="connsiteX26" fmla="*/ 3090076 w 4110601"/>
              <a:gd name="connsiteY26" fmla="*/ 3076031 h 3474663"/>
              <a:gd name="connsiteX27" fmla="*/ 3086823 w 4110601"/>
              <a:gd name="connsiteY27" fmla="*/ 3085861 h 3474663"/>
              <a:gd name="connsiteX28" fmla="*/ 3049063 w 4110601"/>
              <a:gd name="connsiteY28" fmla="*/ 3035276 h 3474663"/>
              <a:gd name="connsiteX29" fmla="*/ 3052021 w 4110601"/>
              <a:gd name="connsiteY29" fmla="*/ 2917503 h 3474663"/>
              <a:gd name="connsiteX30" fmla="*/ 3056250 w 4110601"/>
              <a:gd name="connsiteY30" fmla="*/ 2923623 h 3474663"/>
              <a:gd name="connsiteX31" fmla="*/ 3108150 w 4110601"/>
              <a:gd name="connsiteY31" fmla="*/ 3032394 h 3474663"/>
              <a:gd name="connsiteX32" fmla="*/ 3052874 w 4110601"/>
              <a:gd name="connsiteY32" fmla="*/ 2921369 h 3474663"/>
              <a:gd name="connsiteX33" fmla="*/ 1700882 w 4110601"/>
              <a:gd name="connsiteY33" fmla="*/ 2779559 h 3474663"/>
              <a:gd name="connsiteX34" fmla="*/ 1716824 w 4110601"/>
              <a:gd name="connsiteY34" fmla="*/ 2811777 h 3474663"/>
              <a:gd name="connsiteX35" fmla="*/ 1718666 w 4110601"/>
              <a:gd name="connsiteY35" fmla="*/ 2814761 h 3474663"/>
              <a:gd name="connsiteX36" fmla="*/ 1717200 w 4110601"/>
              <a:gd name="connsiteY36" fmla="*/ 2811914 h 3474663"/>
              <a:gd name="connsiteX37" fmla="*/ 1708975 w 4110601"/>
              <a:gd name="connsiteY37" fmla="*/ 2791898 h 3474663"/>
              <a:gd name="connsiteX38" fmla="*/ 1707493 w 4110601"/>
              <a:gd name="connsiteY38" fmla="*/ 2789235 h 3474663"/>
              <a:gd name="connsiteX39" fmla="*/ 1730785 w 4110601"/>
              <a:gd name="connsiteY39" fmla="*/ 2661729 h 3474663"/>
              <a:gd name="connsiteX40" fmla="*/ 1733603 w 4110601"/>
              <a:gd name="connsiteY40" fmla="*/ 2675540 h 3474663"/>
              <a:gd name="connsiteX41" fmla="*/ 1735531 w 4110601"/>
              <a:gd name="connsiteY41" fmla="*/ 2680543 h 3474663"/>
              <a:gd name="connsiteX42" fmla="*/ 1753288 w 4110601"/>
              <a:gd name="connsiteY42" fmla="*/ 2707765 h 3474663"/>
              <a:gd name="connsiteX43" fmla="*/ 1800450 w 4110601"/>
              <a:gd name="connsiteY43" fmla="*/ 2780067 h 3474663"/>
              <a:gd name="connsiteX44" fmla="*/ 1800030 w 4110601"/>
              <a:gd name="connsiteY44" fmla="*/ 2758612 h 3474663"/>
              <a:gd name="connsiteX45" fmla="*/ 1794844 w 4110601"/>
              <a:gd name="connsiteY45" fmla="*/ 2738877 h 3474663"/>
              <a:gd name="connsiteX46" fmla="*/ 1764750 w 4110601"/>
              <a:gd name="connsiteY46" fmla="*/ 2699920 h 3474663"/>
              <a:gd name="connsiteX47" fmla="*/ 1748387 w 4110601"/>
              <a:gd name="connsiteY47" fmla="*/ 2674836 h 3474663"/>
              <a:gd name="connsiteX48" fmla="*/ 1730785 w 4110601"/>
              <a:gd name="connsiteY48" fmla="*/ 2661729 h 3474663"/>
              <a:gd name="connsiteX49" fmla="*/ 2255433 w 4110601"/>
              <a:gd name="connsiteY49" fmla="*/ 2657150 h 3474663"/>
              <a:gd name="connsiteX50" fmla="*/ 2272567 w 4110601"/>
              <a:gd name="connsiteY50" fmla="*/ 2686043 h 3474663"/>
              <a:gd name="connsiteX51" fmla="*/ 2269401 w 4110601"/>
              <a:gd name="connsiteY51" fmla="*/ 2677176 h 3474663"/>
              <a:gd name="connsiteX52" fmla="*/ 1581021 w 4110601"/>
              <a:gd name="connsiteY52" fmla="*/ 2605205 h 3474663"/>
              <a:gd name="connsiteX53" fmla="*/ 1621126 w 4110601"/>
              <a:gd name="connsiteY53" fmla="*/ 2681325 h 3474663"/>
              <a:gd name="connsiteX54" fmla="*/ 1624721 w 4110601"/>
              <a:gd name="connsiteY54" fmla="*/ 2672401 h 3474663"/>
              <a:gd name="connsiteX55" fmla="*/ 1630838 w 4110601"/>
              <a:gd name="connsiteY55" fmla="*/ 2677388 h 3474663"/>
              <a:gd name="connsiteX56" fmla="*/ 1746970 w 4110601"/>
              <a:gd name="connsiteY56" fmla="*/ 2603414 h 3474663"/>
              <a:gd name="connsiteX57" fmla="*/ 1754497 w 4110601"/>
              <a:gd name="connsiteY57" fmla="*/ 2614689 h 3474663"/>
              <a:gd name="connsiteX58" fmla="*/ 1747737 w 4110601"/>
              <a:gd name="connsiteY58" fmla="*/ 2603734 h 3474663"/>
              <a:gd name="connsiteX59" fmla="*/ 1640157 w 4110601"/>
              <a:gd name="connsiteY59" fmla="*/ 2602388 h 3474663"/>
              <a:gd name="connsiteX60" fmla="*/ 1663610 w 4110601"/>
              <a:gd name="connsiteY60" fmla="*/ 2667555 h 3474663"/>
              <a:gd name="connsiteX61" fmla="*/ 1679572 w 4110601"/>
              <a:gd name="connsiteY61" fmla="*/ 2690568 h 3474663"/>
              <a:gd name="connsiteX62" fmla="*/ 1676103 w 4110601"/>
              <a:gd name="connsiteY62" fmla="*/ 2682902 h 3474663"/>
              <a:gd name="connsiteX63" fmla="*/ 1715346 w 4110601"/>
              <a:gd name="connsiteY63" fmla="*/ 2719698 h 3474663"/>
              <a:gd name="connsiteX64" fmla="*/ 1716668 w 4110601"/>
              <a:gd name="connsiteY64" fmla="*/ 2720720 h 3474663"/>
              <a:gd name="connsiteX65" fmla="*/ 1677057 w 4110601"/>
              <a:gd name="connsiteY65" fmla="*/ 2667722 h 3474663"/>
              <a:gd name="connsiteX66" fmla="*/ 1640157 w 4110601"/>
              <a:gd name="connsiteY66" fmla="*/ 2602388 h 3474663"/>
              <a:gd name="connsiteX67" fmla="*/ 1723538 w 4110601"/>
              <a:gd name="connsiteY67" fmla="*/ 2593611 h 3474663"/>
              <a:gd name="connsiteX68" fmla="*/ 1778824 w 4110601"/>
              <a:gd name="connsiteY68" fmla="*/ 2695209 h 3474663"/>
              <a:gd name="connsiteX69" fmla="*/ 1785991 w 4110601"/>
              <a:gd name="connsiteY69" fmla="*/ 2706061 h 3474663"/>
              <a:gd name="connsiteX70" fmla="*/ 1780835 w 4110601"/>
              <a:gd name="connsiteY70" fmla="*/ 2687566 h 3474663"/>
              <a:gd name="connsiteX71" fmla="*/ 1783579 w 4110601"/>
              <a:gd name="connsiteY71" fmla="*/ 2684106 h 3474663"/>
              <a:gd name="connsiteX72" fmla="*/ 1785617 w 4110601"/>
              <a:gd name="connsiteY72" fmla="*/ 2687232 h 3474663"/>
              <a:gd name="connsiteX73" fmla="*/ 1799062 w 4110601"/>
              <a:gd name="connsiteY73" fmla="*/ 2707842 h 3474663"/>
              <a:gd name="connsiteX74" fmla="*/ 1796253 w 4110601"/>
              <a:gd name="connsiteY74" fmla="*/ 2702377 h 3474663"/>
              <a:gd name="connsiteX75" fmla="*/ 1792164 w 4110601"/>
              <a:gd name="connsiteY75" fmla="*/ 2695013 h 3474663"/>
              <a:gd name="connsiteX76" fmla="*/ 1769773 w 4110601"/>
              <a:gd name="connsiteY76" fmla="*/ 2660886 h 3474663"/>
              <a:gd name="connsiteX77" fmla="*/ 1772777 w 4110601"/>
              <a:gd name="connsiteY77" fmla="*/ 2660102 h 3474663"/>
              <a:gd name="connsiteX78" fmla="*/ 1760807 w 4110601"/>
              <a:gd name="connsiteY78" fmla="*/ 2638544 h 3474663"/>
              <a:gd name="connsiteX79" fmla="*/ 1746389 w 4110601"/>
              <a:gd name="connsiteY79" fmla="*/ 2603172 h 3474663"/>
              <a:gd name="connsiteX80" fmla="*/ 1645180 w 4110601"/>
              <a:gd name="connsiteY80" fmla="*/ 2563354 h 3474663"/>
              <a:gd name="connsiteX81" fmla="*/ 1672884 w 4110601"/>
              <a:gd name="connsiteY81" fmla="*/ 2652561 h 3474663"/>
              <a:gd name="connsiteX82" fmla="*/ 1716307 w 4110601"/>
              <a:gd name="connsiteY82" fmla="*/ 2695761 h 3474663"/>
              <a:gd name="connsiteX83" fmla="*/ 1704982 w 4110601"/>
              <a:gd name="connsiteY83" fmla="*/ 2698119 h 3474663"/>
              <a:gd name="connsiteX84" fmla="*/ 1718903 w 4110601"/>
              <a:gd name="connsiteY84" fmla="*/ 2722449 h 3474663"/>
              <a:gd name="connsiteX85" fmla="*/ 1727847 w 4110601"/>
              <a:gd name="connsiteY85" fmla="*/ 2729371 h 3474663"/>
              <a:gd name="connsiteX86" fmla="*/ 1730118 w 4110601"/>
              <a:gd name="connsiteY86" fmla="*/ 2718978 h 3474663"/>
              <a:gd name="connsiteX87" fmla="*/ 1746434 w 4110601"/>
              <a:gd name="connsiteY87" fmla="*/ 2743991 h 3474663"/>
              <a:gd name="connsiteX88" fmla="*/ 1738772 w 4110601"/>
              <a:gd name="connsiteY88" fmla="*/ 2708878 h 3474663"/>
              <a:gd name="connsiteX89" fmla="*/ 1737048 w 4110601"/>
              <a:gd name="connsiteY89" fmla="*/ 2705234 h 3474663"/>
              <a:gd name="connsiteX90" fmla="*/ 1690262 w 4110601"/>
              <a:gd name="connsiteY90" fmla="*/ 2641230 h 3474663"/>
              <a:gd name="connsiteX91" fmla="*/ 1645180 w 4110601"/>
              <a:gd name="connsiteY91" fmla="*/ 2563354 h 3474663"/>
              <a:gd name="connsiteX92" fmla="*/ 1966384 w 4110601"/>
              <a:gd name="connsiteY92" fmla="*/ 2558695 h 3474663"/>
              <a:gd name="connsiteX93" fmla="*/ 1967922 w 4110601"/>
              <a:gd name="connsiteY93" fmla="*/ 2567392 h 3474663"/>
              <a:gd name="connsiteX94" fmla="*/ 1970759 w 4110601"/>
              <a:gd name="connsiteY94" fmla="*/ 2583425 h 3474663"/>
              <a:gd name="connsiteX95" fmla="*/ 1972095 w 4110601"/>
              <a:gd name="connsiteY95" fmla="*/ 2590984 h 3474663"/>
              <a:gd name="connsiteX96" fmla="*/ 1975930 w 4110601"/>
              <a:gd name="connsiteY96" fmla="*/ 2585734 h 3474663"/>
              <a:gd name="connsiteX97" fmla="*/ 895838 w 4110601"/>
              <a:gd name="connsiteY97" fmla="*/ 2372686 h 3474663"/>
              <a:gd name="connsiteX98" fmla="*/ 926231 w 4110601"/>
              <a:gd name="connsiteY98" fmla="*/ 2433886 h 3474663"/>
              <a:gd name="connsiteX99" fmla="*/ 933003 w 4110601"/>
              <a:gd name="connsiteY99" fmla="*/ 2447249 h 3474663"/>
              <a:gd name="connsiteX100" fmla="*/ 934236 w 4110601"/>
              <a:gd name="connsiteY100" fmla="*/ 2454922 h 3474663"/>
              <a:gd name="connsiteX101" fmla="*/ 895838 w 4110601"/>
              <a:gd name="connsiteY101" fmla="*/ 2372686 h 3474663"/>
              <a:gd name="connsiteX102" fmla="*/ 2102863 w 4110601"/>
              <a:gd name="connsiteY102" fmla="*/ 2367617 h 3474663"/>
              <a:gd name="connsiteX103" fmla="*/ 2102096 w 4110601"/>
              <a:gd name="connsiteY103" fmla="*/ 2367766 h 3474663"/>
              <a:gd name="connsiteX104" fmla="*/ 2102776 w 4110601"/>
              <a:gd name="connsiteY104" fmla="*/ 2368945 h 3474663"/>
              <a:gd name="connsiteX105" fmla="*/ 2103688 w 4110601"/>
              <a:gd name="connsiteY105" fmla="*/ 2368775 h 3474663"/>
              <a:gd name="connsiteX106" fmla="*/ 2103682 w 4110601"/>
              <a:gd name="connsiteY106" fmla="*/ 2368761 h 3474663"/>
              <a:gd name="connsiteX107" fmla="*/ 1020418 w 4110601"/>
              <a:gd name="connsiteY107" fmla="*/ 2191960 h 3474663"/>
              <a:gd name="connsiteX108" fmla="*/ 1029022 w 4110601"/>
              <a:gd name="connsiteY108" fmla="*/ 2248956 h 3474663"/>
              <a:gd name="connsiteX109" fmla="*/ 1061765 w 4110601"/>
              <a:gd name="connsiteY109" fmla="*/ 2299152 h 3474663"/>
              <a:gd name="connsiteX110" fmla="*/ 1031402 w 4110601"/>
              <a:gd name="connsiteY110" fmla="*/ 2287650 h 3474663"/>
              <a:gd name="connsiteX111" fmla="*/ 1030976 w 4110601"/>
              <a:gd name="connsiteY111" fmla="*/ 2299438 h 3474663"/>
              <a:gd name="connsiteX112" fmla="*/ 1049216 w 4110601"/>
              <a:gd name="connsiteY112" fmla="*/ 2327400 h 3474663"/>
              <a:gd name="connsiteX113" fmla="*/ 1105979 w 4110601"/>
              <a:gd name="connsiteY113" fmla="*/ 2414420 h 3474663"/>
              <a:gd name="connsiteX114" fmla="*/ 1083295 w 4110601"/>
              <a:gd name="connsiteY114" fmla="*/ 2286171 h 3474663"/>
              <a:gd name="connsiteX115" fmla="*/ 1099660 w 4110601"/>
              <a:gd name="connsiteY115" fmla="*/ 2311259 h 3474663"/>
              <a:gd name="connsiteX116" fmla="*/ 1132225 w 4110601"/>
              <a:gd name="connsiteY116" fmla="*/ 2307355 h 3474663"/>
              <a:gd name="connsiteX117" fmla="*/ 1118852 w 4110601"/>
              <a:gd name="connsiteY117" fmla="*/ 2293216 h 3474663"/>
              <a:gd name="connsiteX118" fmla="*/ 1093837 w 4110601"/>
              <a:gd name="connsiteY118" fmla="*/ 2278231 h 3474663"/>
              <a:gd name="connsiteX119" fmla="*/ 1077466 w 4110601"/>
              <a:gd name="connsiteY119" fmla="*/ 2253133 h 3474663"/>
              <a:gd name="connsiteX120" fmla="*/ 1020418 w 4110601"/>
              <a:gd name="connsiteY120" fmla="*/ 2191960 h 3474663"/>
              <a:gd name="connsiteX121" fmla="*/ 1173684 w 4110601"/>
              <a:gd name="connsiteY121" fmla="*/ 2190371 h 3474663"/>
              <a:gd name="connsiteX122" fmla="*/ 1184972 w 4110601"/>
              <a:gd name="connsiteY122" fmla="*/ 2228802 h 3474663"/>
              <a:gd name="connsiteX123" fmla="*/ 1205079 w 4110601"/>
              <a:gd name="connsiteY123" fmla="*/ 2248808 h 3474663"/>
              <a:gd name="connsiteX124" fmla="*/ 479769 w 4110601"/>
              <a:gd name="connsiteY124" fmla="*/ 2177919 h 3474663"/>
              <a:gd name="connsiteX125" fmla="*/ 501820 w 4110601"/>
              <a:gd name="connsiteY125" fmla="*/ 2235088 h 3474663"/>
              <a:gd name="connsiteX126" fmla="*/ 479769 w 4110601"/>
              <a:gd name="connsiteY126" fmla="*/ 2177919 h 3474663"/>
              <a:gd name="connsiteX127" fmla="*/ 2946069 w 4110601"/>
              <a:gd name="connsiteY127" fmla="*/ 2175317 h 3474663"/>
              <a:gd name="connsiteX128" fmla="*/ 2945853 w 4110601"/>
              <a:gd name="connsiteY128" fmla="*/ 2175947 h 3474663"/>
              <a:gd name="connsiteX129" fmla="*/ 2949884 w 4110601"/>
              <a:gd name="connsiteY129" fmla="*/ 2179981 h 3474663"/>
              <a:gd name="connsiteX130" fmla="*/ 813075 w 4110601"/>
              <a:gd name="connsiteY130" fmla="*/ 2097517 h 3474663"/>
              <a:gd name="connsiteX131" fmla="*/ 828896 w 4110601"/>
              <a:gd name="connsiteY131" fmla="*/ 2129063 h 3474663"/>
              <a:gd name="connsiteX132" fmla="*/ 812527 w 4110601"/>
              <a:gd name="connsiteY132" fmla="*/ 2103968 h 3474663"/>
              <a:gd name="connsiteX133" fmla="*/ 1059756 w 4110601"/>
              <a:gd name="connsiteY133" fmla="*/ 2085803 h 3474663"/>
              <a:gd name="connsiteX134" fmla="*/ 1076797 w 4110601"/>
              <a:gd name="connsiteY134" fmla="*/ 2182017 h 3474663"/>
              <a:gd name="connsiteX135" fmla="*/ 1104193 w 4110601"/>
              <a:gd name="connsiteY135" fmla="*/ 2235699 h 3474663"/>
              <a:gd name="connsiteX136" fmla="*/ 1130406 w 4110601"/>
              <a:gd name="connsiteY136" fmla="*/ 2287060 h 3474663"/>
              <a:gd name="connsiteX137" fmla="*/ 1129643 w 4110601"/>
              <a:gd name="connsiteY137" fmla="*/ 2281642 h 3474663"/>
              <a:gd name="connsiteX138" fmla="*/ 1109704 w 4110601"/>
              <a:gd name="connsiteY138" fmla="*/ 2233182 h 3474663"/>
              <a:gd name="connsiteX139" fmla="*/ 1185855 w 4110601"/>
              <a:gd name="connsiteY139" fmla="*/ 2326555 h 3474663"/>
              <a:gd name="connsiteX140" fmla="*/ 1136115 w 4110601"/>
              <a:gd name="connsiteY140" fmla="*/ 2180197 h 3474663"/>
              <a:gd name="connsiteX141" fmla="*/ 1146970 w 4110601"/>
              <a:gd name="connsiteY141" fmla="*/ 2190995 h 3474663"/>
              <a:gd name="connsiteX142" fmla="*/ 1162679 w 4110601"/>
              <a:gd name="connsiteY142" fmla="*/ 2206624 h 3474663"/>
              <a:gd name="connsiteX143" fmla="*/ 1146622 w 4110601"/>
              <a:gd name="connsiteY143" fmla="*/ 2172247 h 3474663"/>
              <a:gd name="connsiteX144" fmla="*/ 1108200 w 4110601"/>
              <a:gd name="connsiteY144" fmla="*/ 2089980 h 3474663"/>
              <a:gd name="connsiteX145" fmla="*/ 1125241 w 4110601"/>
              <a:gd name="connsiteY145" fmla="*/ 2186194 h 3474663"/>
              <a:gd name="connsiteX146" fmla="*/ 1130921 w 4110601"/>
              <a:gd name="connsiteY146" fmla="*/ 2218265 h 3474663"/>
              <a:gd name="connsiteX147" fmla="*/ 1059756 w 4110601"/>
              <a:gd name="connsiteY147" fmla="*/ 2085803 h 3474663"/>
              <a:gd name="connsiteX148" fmla="*/ 3173121 w 4110601"/>
              <a:gd name="connsiteY148" fmla="*/ 2052681 h 3474663"/>
              <a:gd name="connsiteX149" fmla="*/ 3172552 w 4110601"/>
              <a:gd name="connsiteY149" fmla="*/ 2056300 h 3474663"/>
              <a:gd name="connsiteX150" fmla="*/ 3171235 w 4110601"/>
              <a:gd name="connsiteY150" fmla="*/ 2064703 h 3474663"/>
              <a:gd name="connsiteX151" fmla="*/ 3174916 w 4110601"/>
              <a:gd name="connsiteY151" fmla="*/ 2070145 h 3474663"/>
              <a:gd name="connsiteX152" fmla="*/ 3192085 w 4110601"/>
              <a:gd name="connsiteY152" fmla="*/ 2086245 h 3474663"/>
              <a:gd name="connsiteX153" fmla="*/ 3183928 w 4110601"/>
              <a:gd name="connsiteY153" fmla="*/ 2073738 h 3474663"/>
              <a:gd name="connsiteX154" fmla="*/ 3175770 w 4110601"/>
              <a:gd name="connsiteY154" fmla="*/ 2061232 h 3474663"/>
              <a:gd name="connsiteX155" fmla="*/ 1481029 w 4110601"/>
              <a:gd name="connsiteY155" fmla="*/ 2036497 h 3474663"/>
              <a:gd name="connsiteX156" fmla="*/ 1482285 w 4110601"/>
              <a:gd name="connsiteY156" fmla="*/ 2039203 h 3474663"/>
              <a:gd name="connsiteX157" fmla="*/ 1485716 w 4110601"/>
              <a:gd name="connsiteY157" fmla="*/ 2040214 h 3474663"/>
              <a:gd name="connsiteX158" fmla="*/ 1484905 w 4110601"/>
              <a:gd name="connsiteY158" fmla="*/ 2038705 h 3474663"/>
              <a:gd name="connsiteX159" fmla="*/ 3178435 w 4110601"/>
              <a:gd name="connsiteY159" fmla="*/ 1995676 h 3474663"/>
              <a:gd name="connsiteX160" fmla="*/ 3177380 w 4110601"/>
              <a:gd name="connsiteY160" fmla="*/ 2012466 h 3474663"/>
              <a:gd name="connsiteX161" fmla="*/ 3194342 w 4110601"/>
              <a:gd name="connsiteY161" fmla="*/ 2031290 h 3474663"/>
              <a:gd name="connsiteX162" fmla="*/ 3201078 w 4110601"/>
              <a:gd name="connsiteY162" fmla="*/ 2033582 h 3474663"/>
              <a:gd name="connsiteX163" fmla="*/ 3041150 w 4110601"/>
              <a:gd name="connsiteY163" fmla="*/ 1970604 h 3474663"/>
              <a:gd name="connsiteX164" fmla="*/ 3049085 w 4110601"/>
              <a:gd name="connsiteY164" fmla="*/ 1996642 h 3474663"/>
              <a:gd name="connsiteX165" fmla="*/ 3054697 w 4110601"/>
              <a:gd name="connsiteY165" fmla="*/ 2007646 h 3474663"/>
              <a:gd name="connsiteX166" fmla="*/ 3067603 w 4110601"/>
              <a:gd name="connsiteY166" fmla="*/ 2014792 h 3474663"/>
              <a:gd name="connsiteX167" fmla="*/ 3065300 w 4110601"/>
              <a:gd name="connsiteY167" fmla="*/ 2001233 h 3474663"/>
              <a:gd name="connsiteX168" fmla="*/ 3189134 w 4110601"/>
              <a:gd name="connsiteY168" fmla="*/ 1961142 h 3474663"/>
              <a:gd name="connsiteX169" fmla="*/ 3182180 w 4110601"/>
              <a:gd name="connsiteY169" fmla="*/ 1969779 h 3474663"/>
              <a:gd name="connsiteX170" fmla="*/ 3185407 w 4110601"/>
              <a:gd name="connsiteY170" fmla="*/ 1973049 h 3474663"/>
              <a:gd name="connsiteX171" fmla="*/ 3218539 w 4110601"/>
              <a:gd name="connsiteY171" fmla="*/ 2033334 h 3474663"/>
              <a:gd name="connsiteX172" fmla="*/ 3285308 w 4110601"/>
              <a:gd name="connsiteY172" fmla="*/ 1959995 h 3474663"/>
              <a:gd name="connsiteX173" fmla="*/ 3285748 w 4110601"/>
              <a:gd name="connsiteY173" fmla="*/ 1980503 h 3474663"/>
              <a:gd name="connsiteX174" fmla="*/ 3294413 w 4110601"/>
              <a:gd name="connsiteY174" fmla="*/ 2013870 h 3474663"/>
              <a:gd name="connsiteX175" fmla="*/ 3292090 w 4110601"/>
              <a:gd name="connsiteY175" fmla="*/ 2017681 h 3474663"/>
              <a:gd name="connsiteX176" fmla="*/ 3326644 w 4110601"/>
              <a:gd name="connsiteY176" fmla="*/ 2072013 h 3474663"/>
              <a:gd name="connsiteX177" fmla="*/ 3353579 w 4110601"/>
              <a:gd name="connsiteY177" fmla="*/ 2123528 h 3474663"/>
              <a:gd name="connsiteX178" fmla="*/ 3301207 w 4110601"/>
              <a:gd name="connsiteY178" fmla="*/ 1997238 h 3474663"/>
              <a:gd name="connsiteX179" fmla="*/ 3003442 w 4110601"/>
              <a:gd name="connsiteY179" fmla="*/ 1959528 h 3474663"/>
              <a:gd name="connsiteX180" fmla="*/ 3043461 w 4110601"/>
              <a:gd name="connsiteY180" fmla="*/ 2028179 h 3474663"/>
              <a:gd name="connsiteX181" fmla="*/ 3054399 w 4110601"/>
              <a:gd name="connsiteY181" fmla="*/ 2056998 h 3474663"/>
              <a:gd name="connsiteX182" fmla="*/ 3059570 w 4110601"/>
              <a:gd name="connsiteY182" fmla="*/ 2061258 h 3474663"/>
              <a:gd name="connsiteX183" fmla="*/ 3084611 w 4110601"/>
              <a:gd name="connsiteY183" fmla="*/ 2085040 h 3474663"/>
              <a:gd name="connsiteX184" fmla="*/ 3144248 w 4110601"/>
              <a:gd name="connsiteY184" fmla="*/ 2153104 h 3474663"/>
              <a:gd name="connsiteX185" fmla="*/ 3102949 w 4110601"/>
              <a:gd name="connsiteY185" fmla="*/ 2089790 h 3474663"/>
              <a:gd name="connsiteX186" fmla="*/ 3072397 w 4110601"/>
              <a:gd name="connsiteY186" fmla="*/ 2042953 h 3474663"/>
              <a:gd name="connsiteX187" fmla="*/ 3081208 w 4110601"/>
              <a:gd name="connsiteY187" fmla="*/ 2064873 h 3474663"/>
              <a:gd name="connsiteX188" fmla="*/ 3052414 w 4110601"/>
              <a:gd name="connsiteY188" fmla="*/ 2034605 h 3474663"/>
              <a:gd name="connsiteX189" fmla="*/ 3003442 w 4110601"/>
              <a:gd name="connsiteY189" fmla="*/ 1959528 h 3474663"/>
              <a:gd name="connsiteX190" fmla="*/ 3250778 w 4110601"/>
              <a:gd name="connsiteY190" fmla="*/ 1943425 h 3474663"/>
              <a:gd name="connsiteX191" fmla="*/ 3258638 w 4110601"/>
              <a:gd name="connsiteY191" fmla="*/ 1964836 h 3474663"/>
              <a:gd name="connsiteX192" fmla="*/ 3272332 w 4110601"/>
              <a:gd name="connsiteY192" fmla="*/ 1986478 h 3474663"/>
              <a:gd name="connsiteX193" fmla="*/ 3259362 w 4110601"/>
              <a:gd name="connsiteY193" fmla="*/ 1957580 h 3474663"/>
              <a:gd name="connsiteX194" fmla="*/ 3234174 w 4110601"/>
              <a:gd name="connsiteY194" fmla="*/ 1916044 h 3474663"/>
              <a:gd name="connsiteX195" fmla="*/ 3233592 w 4110601"/>
              <a:gd name="connsiteY195" fmla="*/ 1916218 h 3474663"/>
              <a:gd name="connsiteX196" fmla="*/ 3243374 w 4110601"/>
              <a:gd name="connsiteY196" fmla="*/ 1931215 h 3474663"/>
              <a:gd name="connsiteX197" fmla="*/ 3257917 w 4110601"/>
              <a:gd name="connsiteY197" fmla="*/ 1861537 h 3474663"/>
              <a:gd name="connsiteX198" fmla="*/ 3266249 w 4110601"/>
              <a:gd name="connsiteY198" fmla="*/ 1895121 h 3474663"/>
              <a:gd name="connsiteX199" fmla="*/ 3286725 w 4110601"/>
              <a:gd name="connsiteY199" fmla="*/ 1935271 h 3474663"/>
              <a:gd name="connsiteX200" fmla="*/ 3308489 w 4110601"/>
              <a:gd name="connsiteY200" fmla="*/ 1961946 h 3474663"/>
              <a:gd name="connsiteX201" fmla="*/ 3327254 w 4110601"/>
              <a:gd name="connsiteY201" fmla="*/ 1967435 h 3474663"/>
              <a:gd name="connsiteX202" fmla="*/ 3340656 w 4110601"/>
              <a:gd name="connsiteY202" fmla="*/ 1931394 h 3474663"/>
              <a:gd name="connsiteX203" fmla="*/ 3345425 w 4110601"/>
              <a:gd name="connsiteY203" fmla="*/ 1908842 h 3474663"/>
              <a:gd name="connsiteX204" fmla="*/ 3335471 w 4110601"/>
              <a:gd name="connsiteY204" fmla="*/ 1899019 h 3474663"/>
              <a:gd name="connsiteX205" fmla="*/ 3314647 w 4110601"/>
              <a:gd name="connsiteY205" fmla="*/ 1899221 h 3474663"/>
              <a:gd name="connsiteX206" fmla="*/ 3330971 w 4110601"/>
              <a:gd name="connsiteY206" fmla="*/ 1924247 h 3474663"/>
              <a:gd name="connsiteX207" fmla="*/ 3257917 w 4110601"/>
              <a:gd name="connsiteY207" fmla="*/ 1861537 h 3474663"/>
              <a:gd name="connsiteX208" fmla="*/ 3319708 w 4110601"/>
              <a:gd name="connsiteY208" fmla="*/ 1860250 h 3474663"/>
              <a:gd name="connsiteX209" fmla="*/ 3340112 w 4110601"/>
              <a:gd name="connsiteY209" fmla="*/ 1891531 h 3474663"/>
              <a:gd name="connsiteX210" fmla="*/ 3346888 w 4110601"/>
              <a:gd name="connsiteY210" fmla="*/ 1901919 h 3474663"/>
              <a:gd name="connsiteX211" fmla="*/ 3348703 w 4110601"/>
              <a:gd name="connsiteY211" fmla="*/ 1893345 h 3474663"/>
              <a:gd name="connsiteX212" fmla="*/ 1159649 w 4110601"/>
              <a:gd name="connsiteY212" fmla="*/ 1841765 h 3474663"/>
              <a:gd name="connsiteX213" fmla="*/ 1171677 w 4110601"/>
              <a:gd name="connsiteY213" fmla="*/ 1977021 h 3474663"/>
              <a:gd name="connsiteX214" fmla="*/ 1254651 w 4110601"/>
              <a:gd name="connsiteY214" fmla="*/ 2114079 h 3474663"/>
              <a:gd name="connsiteX215" fmla="*/ 1259566 w 4110601"/>
              <a:gd name="connsiteY215" fmla="*/ 2127076 h 3474663"/>
              <a:gd name="connsiteX216" fmla="*/ 1259824 w 4110601"/>
              <a:gd name="connsiteY216" fmla="*/ 2128290 h 3474663"/>
              <a:gd name="connsiteX217" fmla="*/ 1259214 w 4110601"/>
              <a:gd name="connsiteY217" fmla="*/ 2134581 h 3474663"/>
              <a:gd name="connsiteX218" fmla="*/ 1227141 w 4110601"/>
              <a:gd name="connsiteY218" fmla="*/ 2155502 h 3474663"/>
              <a:gd name="connsiteX219" fmla="*/ 1210769 w 4110601"/>
              <a:gd name="connsiteY219" fmla="*/ 2130404 h 3474663"/>
              <a:gd name="connsiteX220" fmla="*/ 1236701 w 4110601"/>
              <a:gd name="connsiteY220" fmla="*/ 2185672 h 3474663"/>
              <a:gd name="connsiteX221" fmla="*/ 1241794 w 4110601"/>
              <a:gd name="connsiteY221" fmla="*/ 2199280 h 3474663"/>
              <a:gd name="connsiteX222" fmla="*/ 1240694 w 4110601"/>
              <a:gd name="connsiteY222" fmla="*/ 2202500 h 3474663"/>
              <a:gd name="connsiteX223" fmla="*/ 1245120 w 4110601"/>
              <a:gd name="connsiteY223" fmla="*/ 2208168 h 3474663"/>
              <a:gd name="connsiteX224" fmla="*/ 1246830 w 4110601"/>
              <a:gd name="connsiteY224" fmla="*/ 2212737 h 3474663"/>
              <a:gd name="connsiteX225" fmla="*/ 1249367 w 4110601"/>
              <a:gd name="connsiteY225" fmla="*/ 2213606 h 3474663"/>
              <a:gd name="connsiteX226" fmla="*/ 1245120 w 4110601"/>
              <a:gd name="connsiteY226" fmla="*/ 2208168 h 3474663"/>
              <a:gd name="connsiteX227" fmla="*/ 1241794 w 4110601"/>
              <a:gd name="connsiteY227" fmla="*/ 2199280 h 3474663"/>
              <a:gd name="connsiteX228" fmla="*/ 1245114 w 4110601"/>
              <a:gd name="connsiteY228" fmla="*/ 2189559 h 3474663"/>
              <a:gd name="connsiteX229" fmla="*/ 1232355 w 4110601"/>
              <a:gd name="connsiteY229" fmla="*/ 2117420 h 3474663"/>
              <a:gd name="connsiteX230" fmla="*/ 1265082 w 4110601"/>
              <a:gd name="connsiteY230" fmla="*/ 2167593 h 3474663"/>
              <a:gd name="connsiteX231" fmla="*/ 1264153 w 4110601"/>
              <a:gd name="connsiteY231" fmla="*/ 2148642 h 3474663"/>
              <a:gd name="connsiteX232" fmla="*/ 1259824 w 4110601"/>
              <a:gd name="connsiteY232" fmla="*/ 2128290 h 3474663"/>
              <a:gd name="connsiteX233" fmla="*/ 1259865 w 4110601"/>
              <a:gd name="connsiteY233" fmla="*/ 2127867 h 3474663"/>
              <a:gd name="connsiteX234" fmla="*/ 1259566 w 4110601"/>
              <a:gd name="connsiteY234" fmla="*/ 2127076 h 3474663"/>
              <a:gd name="connsiteX235" fmla="*/ 1258621 w 4110601"/>
              <a:gd name="connsiteY235" fmla="*/ 2122636 h 3474663"/>
              <a:gd name="connsiteX236" fmla="*/ 1285322 w 4110601"/>
              <a:gd name="connsiteY236" fmla="*/ 2137279 h 3474663"/>
              <a:gd name="connsiteX237" fmla="*/ 1311145 w 4110601"/>
              <a:gd name="connsiteY237" fmla="*/ 2168844 h 3474663"/>
              <a:gd name="connsiteX238" fmla="*/ 1307373 w 4110601"/>
              <a:gd name="connsiteY238" fmla="*/ 2144081 h 3474663"/>
              <a:gd name="connsiteX239" fmla="*/ 1288862 w 4110601"/>
              <a:gd name="connsiteY239" fmla="*/ 2088837 h 3474663"/>
              <a:gd name="connsiteX240" fmla="*/ 1235006 w 4110601"/>
              <a:gd name="connsiteY240" fmla="*/ 1988392 h 3474663"/>
              <a:gd name="connsiteX241" fmla="*/ 1231834 w 4110601"/>
              <a:gd name="connsiteY241" fmla="*/ 1968751 h 3474663"/>
              <a:gd name="connsiteX242" fmla="*/ 1220288 w 4110601"/>
              <a:gd name="connsiteY242" fmla="*/ 1945313 h 3474663"/>
              <a:gd name="connsiteX243" fmla="*/ 1159649 w 4110601"/>
              <a:gd name="connsiteY243" fmla="*/ 1841765 h 3474663"/>
              <a:gd name="connsiteX244" fmla="*/ 3136803 w 4110601"/>
              <a:gd name="connsiteY244" fmla="*/ 1836863 h 3474663"/>
              <a:gd name="connsiteX245" fmla="*/ 3146548 w 4110601"/>
              <a:gd name="connsiteY245" fmla="*/ 1858374 h 3474663"/>
              <a:gd name="connsiteX246" fmla="*/ 3173153 w 4110601"/>
              <a:gd name="connsiteY246" fmla="*/ 1893532 h 3474663"/>
              <a:gd name="connsiteX247" fmla="*/ 3175800 w 4110601"/>
              <a:gd name="connsiteY247" fmla="*/ 1889109 h 3474663"/>
              <a:gd name="connsiteX248" fmla="*/ 3306605 w 4110601"/>
              <a:gd name="connsiteY248" fmla="*/ 1797449 h 3474663"/>
              <a:gd name="connsiteX249" fmla="*/ 3287060 w 4110601"/>
              <a:gd name="connsiteY249" fmla="*/ 1810199 h 3474663"/>
              <a:gd name="connsiteX250" fmla="*/ 3330400 w 4110601"/>
              <a:gd name="connsiteY250" fmla="*/ 1853276 h 3474663"/>
              <a:gd name="connsiteX251" fmla="*/ 3348763 w 4110601"/>
              <a:gd name="connsiteY251" fmla="*/ 1881427 h 3474663"/>
              <a:gd name="connsiteX252" fmla="*/ 3356214 w 4110601"/>
              <a:gd name="connsiteY252" fmla="*/ 1892850 h 3474663"/>
              <a:gd name="connsiteX253" fmla="*/ 3362933 w 4110601"/>
              <a:gd name="connsiteY253" fmla="*/ 1893670 h 3474663"/>
              <a:gd name="connsiteX254" fmla="*/ 3389612 w 4110601"/>
              <a:gd name="connsiteY254" fmla="*/ 1921744 h 3474663"/>
              <a:gd name="connsiteX255" fmla="*/ 3471192 w 4110601"/>
              <a:gd name="connsiteY255" fmla="*/ 2046810 h 3474663"/>
              <a:gd name="connsiteX256" fmla="*/ 3383987 w 4110601"/>
              <a:gd name="connsiteY256" fmla="*/ 1889758 h 3474663"/>
              <a:gd name="connsiteX257" fmla="*/ 3430521 w 4110601"/>
              <a:gd name="connsiteY257" fmla="*/ 1849377 h 3474663"/>
              <a:gd name="connsiteX258" fmla="*/ 3434336 w 4110601"/>
              <a:gd name="connsiteY258" fmla="*/ 1849058 h 3474663"/>
              <a:gd name="connsiteX259" fmla="*/ 3433808 w 4110601"/>
              <a:gd name="connsiteY259" fmla="*/ 1848250 h 3474663"/>
              <a:gd name="connsiteX260" fmla="*/ 3405242 w 4110601"/>
              <a:gd name="connsiteY260" fmla="*/ 1804457 h 3474663"/>
              <a:gd name="connsiteX261" fmla="*/ 3356843 w 4110601"/>
              <a:gd name="connsiteY261" fmla="*/ 1800354 h 3474663"/>
              <a:gd name="connsiteX262" fmla="*/ 3411445 w 4110601"/>
              <a:gd name="connsiteY262" fmla="*/ 1907428 h 3474663"/>
              <a:gd name="connsiteX263" fmla="*/ 3341091 w 4110601"/>
              <a:gd name="connsiteY263" fmla="*/ 1846302 h 3474663"/>
              <a:gd name="connsiteX264" fmla="*/ 3306605 w 4110601"/>
              <a:gd name="connsiteY264" fmla="*/ 1797449 h 3474663"/>
              <a:gd name="connsiteX265" fmla="*/ 3963582 w 4110601"/>
              <a:gd name="connsiteY265" fmla="*/ 1796937 h 3474663"/>
              <a:gd name="connsiteX266" fmla="*/ 3967588 w 4110601"/>
              <a:gd name="connsiteY266" fmla="*/ 1804350 h 3474663"/>
              <a:gd name="connsiteX267" fmla="*/ 3965406 w 4110601"/>
              <a:gd name="connsiteY267" fmla="*/ 1802321 h 3474663"/>
              <a:gd name="connsiteX268" fmla="*/ 3984966 w 4110601"/>
              <a:gd name="connsiteY268" fmla="*/ 1782988 h 3474663"/>
              <a:gd name="connsiteX269" fmla="*/ 4023221 w 4110601"/>
              <a:gd name="connsiteY269" fmla="*/ 1865000 h 3474663"/>
              <a:gd name="connsiteX270" fmla="*/ 4011973 w 4110601"/>
              <a:gd name="connsiteY270" fmla="*/ 1801027 h 3474663"/>
              <a:gd name="connsiteX271" fmla="*/ 4044604 w 4110601"/>
              <a:gd name="connsiteY271" fmla="*/ 1851052 h 3474663"/>
              <a:gd name="connsiteX272" fmla="*/ 4022665 w 4110601"/>
              <a:gd name="connsiteY272" fmla="*/ 1794052 h 3474663"/>
              <a:gd name="connsiteX273" fmla="*/ 4039536 w 4110601"/>
              <a:gd name="connsiteY273" fmla="*/ 1890013 h 3474663"/>
              <a:gd name="connsiteX274" fmla="*/ 4104801 w 4110601"/>
              <a:gd name="connsiteY274" fmla="*/ 1990066 h 3474663"/>
              <a:gd name="connsiteX275" fmla="*/ 4099732 w 4110601"/>
              <a:gd name="connsiteY275" fmla="*/ 2029028 h 3474663"/>
              <a:gd name="connsiteX276" fmla="*/ 4028844 w 4110601"/>
              <a:gd name="connsiteY276" fmla="*/ 1896987 h 3474663"/>
              <a:gd name="connsiteX277" fmla="*/ 4018786 w 4110601"/>
              <a:gd name="connsiteY277" fmla="*/ 1899092 h 3474663"/>
              <a:gd name="connsiteX278" fmla="*/ 3967588 w 4110601"/>
              <a:gd name="connsiteY278" fmla="*/ 1804350 h 3474663"/>
              <a:gd name="connsiteX279" fmla="*/ 3969700 w 4110601"/>
              <a:gd name="connsiteY279" fmla="*/ 1806317 h 3474663"/>
              <a:gd name="connsiteX280" fmla="*/ 3996213 w 4110601"/>
              <a:gd name="connsiteY280" fmla="*/ 1846962 h 3474663"/>
              <a:gd name="connsiteX281" fmla="*/ 3984966 w 4110601"/>
              <a:gd name="connsiteY281" fmla="*/ 1782988 h 3474663"/>
              <a:gd name="connsiteX282" fmla="*/ 3436409 w 4110601"/>
              <a:gd name="connsiteY282" fmla="*/ 1775206 h 3474663"/>
              <a:gd name="connsiteX283" fmla="*/ 3437317 w 4110601"/>
              <a:gd name="connsiteY283" fmla="*/ 1783535 h 3474663"/>
              <a:gd name="connsiteX284" fmla="*/ 3421649 w 4110601"/>
              <a:gd name="connsiteY284" fmla="*/ 1808801 h 3474663"/>
              <a:gd name="connsiteX285" fmla="*/ 3435908 w 4110601"/>
              <a:gd name="connsiteY285" fmla="*/ 1848929 h 3474663"/>
              <a:gd name="connsiteX286" fmla="*/ 3448140 w 4110601"/>
              <a:gd name="connsiteY286" fmla="*/ 1847911 h 3474663"/>
              <a:gd name="connsiteX287" fmla="*/ 3519029 w 4110601"/>
              <a:gd name="connsiteY287" fmla="*/ 1979951 h 3474663"/>
              <a:gd name="connsiteX288" fmla="*/ 3469524 w 4110601"/>
              <a:gd name="connsiteY288" fmla="*/ 1833962 h 3474663"/>
              <a:gd name="connsiteX289" fmla="*/ 3502155 w 4110601"/>
              <a:gd name="connsiteY289" fmla="*/ 1883987 h 3474663"/>
              <a:gd name="connsiteX290" fmla="*/ 3477749 w 4110601"/>
              <a:gd name="connsiteY290" fmla="*/ 1830963 h 3474663"/>
              <a:gd name="connsiteX291" fmla="*/ 3479270 w 4110601"/>
              <a:gd name="connsiteY291" fmla="*/ 1824619 h 3474663"/>
              <a:gd name="connsiteX292" fmla="*/ 3450752 w 4110601"/>
              <a:gd name="connsiteY292" fmla="*/ 1783687 h 3474663"/>
              <a:gd name="connsiteX293" fmla="*/ 3436409 w 4110601"/>
              <a:gd name="connsiteY293" fmla="*/ 1775206 h 3474663"/>
              <a:gd name="connsiteX294" fmla="*/ 2721318 w 4110601"/>
              <a:gd name="connsiteY294" fmla="*/ 1643857 h 3474663"/>
              <a:gd name="connsiteX295" fmla="*/ 2721019 w 4110601"/>
              <a:gd name="connsiteY295" fmla="*/ 1644026 h 3474663"/>
              <a:gd name="connsiteX296" fmla="*/ 2721448 w 4110601"/>
              <a:gd name="connsiteY296" fmla="*/ 1644041 h 3474663"/>
              <a:gd name="connsiteX297" fmla="*/ 2526895 w 4110601"/>
              <a:gd name="connsiteY297" fmla="*/ 1642517 h 3474663"/>
              <a:gd name="connsiteX298" fmla="*/ 2524689 w 4110601"/>
              <a:gd name="connsiteY298" fmla="*/ 1646147 h 3474663"/>
              <a:gd name="connsiteX299" fmla="*/ 2525567 w 4110601"/>
              <a:gd name="connsiteY299" fmla="*/ 1647494 h 3474663"/>
              <a:gd name="connsiteX300" fmla="*/ 2527754 w 4110601"/>
              <a:gd name="connsiteY300" fmla="*/ 1644747 h 3474663"/>
              <a:gd name="connsiteX301" fmla="*/ 2506772 w 4110601"/>
              <a:gd name="connsiteY301" fmla="*/ 1637754 h 3474663"/>
              <a:gd name="connsiteX302" fmla="*/ 2507082 w 4110601"/>
              <a:gd name="connsiteY302" fmla="*/ 1642809 h 3474663"/>
              <a:gd name="connsiteX303" fmla="*/ 2504846 w 4110601"/>
              <a:gd name="connsiteY303" fmla="*/ 1639383 h 3474663"/>
              <a:gd name="connsiteX304" fmla="*/ 2506247 w 4110601"/>
              <a:gd name="connsiteY304" fmla="*/ 1643150 h 3474663"/>
              <a:gd name="connsiteX305" fmla="*/ 2509331 w 4110601"/>
              <a:gd name="connsiteY305" fmla="*/ 1642363 h 3474663"/>
              <a:gd name="connsiteX306" fmla="*/ 2505594 w 4110601"/>
              <a:gd name="connsiteY306" fmla="*/ 1616829 h 3474663"/>
              <a:gd name="connsiteX307" fmla="*/ 2505581 w 4110601"/>
              <a:gd name="connsiteY307" fmla="*/ 1616854 h 3474663"/>
              <a:gd name="connsiteX308" fmla="*/ 2520380 w 4110601"/>
              <a:gd name="connsiteY308" fmla="*/ 1639542 h 3474663"/>
              <a:gd name="connsiteX309" fmla="*/ 2525269 w 4110601"/>
              <a:gd name="connsiteY309" fmla="*/ 1638294 h 3474663"/>
              <a:gd name="connsiteX310" fmla="*/ 2522932 w 4110601"/>
              <a:gd name="connsiteY310" fmla="*/ 1632225 h 3474663"/>
              <a:gd name="connsiteX311" fmla="*/ 2518127 w 4110601"/>
              <a:gd name="connsiteY311" fmla="*/ 1626597 h 3474663"/>
              <a:gd name="connsiteX312" fmla="*/ 2518790 w 4110601"/>
              <a:gd name="connsiteY312" fmla="*/ 1635891 h 3474663"/>
              <a:gd name="connsiteX313" fmla="*/ 2512654 w 4110601"/>
              <a:gd name="connsiteY313" fmla="*/ 1626484 h 3474663"/>
              <a:gd name="connsiteX314" fmla="*/ 2506917 w 4110601"/>
              <a:gd name="connsiteY314" fmla="*/ 1617690 h 3474663"/>
              <a:gd name="connsiteX315" fmla="*/ 2719771 w 4110601"/>
              <a:gd name="connsiteY315" fmla="*/ 1427705 h 3474663"/>
              <a:gd name="connsiteX316" fmla="*/ 2719260 w 4110601"/>
              <a:gd name="connsiteY316" fmla="*/ 1433180 h 3474663"/>
              <a:gd name="connsiteX317" fmla="*/ 2736053 w 4110601"/>
              <a:gd name="connsiteY317" fmla="*/ 1456146 h 3474663"/>
              <a:gd name="connsiteX318" fmla="*/ 502032 w 4110601"/>
              <a:gd name="connsiteY318" fmla="*/ 1419250 h 3474663"/>
              <a:gd name="connsiteX319" fmla="*/ 504274 w 4110601"/>
              <a:gd name="connsiteY319" fmla="*/ 1424049 h 3474663"/>
              <a:gd name="connsiteX320" fmla="*/ 537893 w 4110601"/>
              <a:gd name="connsiteY320" fmla="*/ 1496032 h 3474663"/>
              <a:gd name="connsiteX321" fmla="*/ 518682 w 4110601"/>
              <a:gd name="connsiteY321" fmla="*/ 1454899 h 3474663"/>
              <a:gd name="connsiteX322" fmla="*/ 499471 w 4110601"/>
              <a:gd name="connsiteY322" fmla="*/ 1413766 h 3474663"/>
              <a:gd name="connsiteX323" fmla="*/ 502032 w 4110601"/>
              <a:gd name="connsiteY323" fmla="*/ 1419250 h 3474663"/>
              <a:gd name="connsiteX324" fmla="*/ 500071 w 4110601"/>
              <a:gd name="connsiteY324" fmla="*/ 1415051 h 3474663"/>
              <a:gd name="connsiteX325" fmla="*/ 499471 w 4110601"/>
              <a:gd name="connsiteY325" fmla="*/ 1413766 h 3474663"/>
              <a:gd name="connsiteX326" fmla="*/ 2614998 w 4110601"/>
              <a:gd name="connsiteY326" fmla="*/ 1413171 h 3474663"/>
              <a:gd name="connsiteX327" fmla="*/ 2646671 w 4110601"/>
              <a:gd name="connsiteY327" fmla="*/ 1471250 h 3474663"/>
              <a:gd name="connsiteX328" fmla="*/ 2660683 w 4110601"/>
              <a:gd name="connsiteY328" fmla="*/ 1497798 h 3474663"/>
              <a:gd name="connsiteX329" fmla="*/ 2639254 w 4110601"/>
              <a:gd name="connsiteY329" fmla="*/ 1447940 h 3474663"/>
              <a:gd name="connsiteX330" fmla="*/ 2655578 w 4110601"/>
              <a:gd name="connsiteY330" fmla="*/ 1472965 h 3474663"/>
              <a:gd name="connsiteX331" fmla="*/ 2623084 w 4110601"/>
              <a:gd name="connsiteY331" fmla="*/ 1421157 h 3474663"/>
              <a:gd name="connsiteX332" fmla="*/ 2624428 w 4110601"/>
              <a:gd name="connsiteY332" fmla="*/ 1423943 h 3474663"/>
              <a:gd name="connsiteX333" fmla="*/ 2616953 w 4110601"/>
              <a:gd name="connsiteY333" fmla="*/ 1415405 h 3474663"/>
              <a:gd name="connsiteX334" fmla="*/ 510162 w 4110601"/>
              <a:gd name="connsiteY334" fmla="*/ 1406792 h 3474663"/>
              <a:gd name="connsiteX335" fmla="*/ 522905 w 4110601"/>
              <a:gd name="connsiteY335" fmla="*/ 1430343 h 3474663"/>
              <a:gd name="connsiteX336" fmla="*/ 528987 w 4110601"/>
              <a:gd name="connsiteY336" fmla="*/ 1445380 h 3474663"/>
              <a:gd name="connsiteX337" fmla="*/ 527139 w 4110601"/>
              <a:gd name="connsiteY337" fmla="*/ 1442675 h 3474663"/>
              <a:gd name="connsiteX338" fmla="*/ 510162 w 4110601"/>
              <a:gd name="connsiteY338" fmla="*/ 1406792 h 3474663"/>
              <a:gd name="connsiteX339" fmla="*/ 2601310 w 4110601"/>
              <a:gd name="connsiteY339" fmla="*/ 1366662 h 3474663"/>
              <a:gd name="connsiteX340" fmla="*/ 2605756 w 4110601"/>
              <a:gd name="connsiteY340" fmla="*/ 1385472 h 3474663"/>
              <a:gd name="connsiteX341" fmla="*/ 2606182 w 4110601"/>
              <a:gd name="connsiteY341" fmla="*/ 1386113 h 3474663"/>
              <a:gd name="connsiteX342" fmla="*/ 2607133 w 4110601"/>
              <a:gd name="connsiteY342" fmla="*/ 1388082 h 3474663"/>
              <a:gd name="connsiteX343" fmla="*/ 2607097 w 4110601"/>
              <a:gd name="connsiteY343" fmla="*/ 1375275 h 3474663"/>
              <a:gd name="connsiteX344" fmla="*/ 2609388 w 4110601"/>
              <a:gd name="connsiteY344" fmla="*/ 1374760 h 3474663"/>
              <a:gd name="connsiteX345" fmla="*/ 1493393 w 4110601"/>
              <a:gd name="connsiteY345" fmla="*/ 1316009 h 3474663"/>
              <a:gd name="connsiteX346" fmla="*/ 1493764 w 4110601"/>
              <a:gd name="connsiteY346" fmla="*/ 1316737 h 3474663"/>
              <a:gd name="connsiteX347" fmla="*/ 1493814 w 4110601"/>
              <a:gd name="connsiteY347" fmla="*/ 1316644 h 3474663"/>
              <a:gd name="connsiteX348" fmla="*/ 2712303 w 4110601"/>
              <a:gd name="connsiteY348" fmla="*/ 1304966 h 3474663"/>
              <a:gd name="connsiteX349" fmla="*/ 2747724 w 4110601"/>
              <a:gd name="connsiteY349" fmla="*/ 1379275 h 3474663"/>
              <a:gd name="connsiteX350" fmla="*/ 2714996 w 4110601"/>
              <a:gd name="connsiteY350" fmla="*/ 1329103 h 3474663"/>
              <a:gd name="connsiteX351" fmla="*/ 2714688 w 4110601"/>
              <a:gd name="connsiteY351" fmla="*/ 1330172 h 3474663"/>
              <a:gd name="connsiteX352" fmla="*/ 2726196 w 4110601"/>
              <a:gd name="connsiteY352" fmla="*/ 1347814 h 3474663"/>
              <a:gd name="connsiteX353" fmla="*/ 2730291 w 4110601"/>
              <a:gd name="connsiteY353" fmla="*/ 1354091 h 3474663"/>
              <a:gd name="connsiteX354" fmla="*/ 2714183 w 4110601"/>
              <a:gd name="connsiteY354" fmla="*/ 1331924 h 3474663"/>
              <a:gd name="connsiteX355" fmla="*/ 2711534 w 4110601"/>
              <a:gd name="connsiteY355" fmla="*/ 1341136 h 3474663"/>
              <a:gd name="connsiteX356" fmla="*/ 2718021 w 4110601"/>
              <a:gd name="connsiteY356" fmla="*/ 1358409 h 3474663"/>
              <a:gd name="connsiteX357" fmla="*/ 2720942 w 4110601"/>
              <a:gd name="connsiteY357" fmla="*/ 1362886 h 3474663"/>
              <a:gd name="connsiteX358" fmla="*/ 2768127 w 4110601"/>
              <a:gd name="connsiteY358" fmla="*/ 1435224 h 3474663"/>
              <a:gd name="connsiteX359" fmla="*/ 2740541 w 4110601"/>
              <a:gd name="connsiteY359" fmla="*/ 1346201 h 3474663"/>
              <a:gd name="connsiteX360" fmla="*/ 2947437 w 4110601"/>
              <a:gd name="connsiteY360" fmla="*/ 1262525 h 3474663"/>
              <a:gd name="connsiteX361" fmla="*/ 2965638 w 4110601"/>
              <a:gd name="connsiteY361" fmla="*/ 1270715 h 3474663"/>
              <a:gd name="connsiteX362" fmla="*/ 2992165 w 4110601"/>
              <a:gd name="connsiteY362" fmla="*/ 1311382 h 3474663"/>
              <a:gd name="connsiteX363" fmla="*/ 3014610 w 4110601"/>
              <a:gd name="connsiteY363" fmla="*/ 1345792 h 3474663"/>
              <a:gd name="connsiteX364" fmla="*/ 2954947 w 4110601"/>
              <a:gd name="connsiteY364" fmla="*/ 1277688 h 3474663"/>
              <a:gd name="connsiteX365" fmla="*/ 2947437 w 4110601"/>
              <a:gd name="connsiteY365" fmla="*/ 1262525 h 3474663"/>
              <a:gd name="connsiteX366" fmla="*/ 2754568 w 4110601"/>
              <a:gd name="connsiteY366" fmla="*/ 1228136 h 3474663"/>
              <a:gd name="connsiteX367" fmla="*/ 2749474 w 4110601"/>
              <a:gd name="connsiteY367" fmla="*/ 1230063 h 3474663"/>
              <a:gd name="connsiteX368" fmla="*/ 2731201 w 4110601"/>
              <a:gd name="connsiteY368" fmla="*/ 1272156 h 3474663"/>
              <a:gd name="connsiteX369" fmla="*/ 2728294 w 4110601"/>
              <a:gd name="connsiteY369" fmla="*/ 1271398 h 3474663"/>
              <a:gd name="connsiteX370" fmla="*/ 2747892 w 4110601"/>
              <a:gd name="connsiteY370" fmla="*/ 1289566 h 3474663"/>
              <a:gd name="connsiteX371" fmla="*/ 2755719 w 4110601"/>
              <a:gd name="connsiteY371" fmla="*/ 1229279 h 3474663"/>
              <a:gd name="connsiteX372" fmla="*/ 1415503 w 4110601"/>
              <a:gd name="connsiteY372" fmla="*/ 1207045 h 3474663"/>
              <a:gd name="connsiteX373" fmla="*/ 1437344 w 4110601"/>
              <a:gd name="connsiteY373" fmla="*/ 1246575 h 3474663"/>
              <a:gd name="connsiteX374" fmla="*/ 1440805 w 4110601"/>
              <a:gd name="connsiteY374" fmla="*/ 1242143 h 3474663"/>
              <a:gd name="connsiteX375" fmla="*/ 1624144 w 4110601"/>
              <a:gd name="connsiteY375" fmla="*/ 1166895 h 3474663"/>
              <a:gd name="connsiteX376" fmla="*/ 1622680 w 4110601"/>
              <a:gd name="connsiteY376" fmla="*/ 1169720 h 3474663"/>
              <a:gd name="connsiteX377" fmla="*/ 1620907 w 4110601"/>
              <a:gd name="connsiteY377" fmla="*/ 1167517 h 3474663"/>
              <a:gd name="connsiteX378" fmla="*/ 1631326 w 4110601"/>
              <a:gd name="connsiteY378" fmla="*/ 1185025 h 3474663"/>
              <a:gd name="connsiteX379" fmla="*/ 1638276 w 4110601"/>
              <a:gd name="connsiteY379" fmla="*/ 1194157 h 3474663"/>
              <a:gd name="connsiteX380" fmla="*/ 1638783 w 4110601"/>
              <a:gd name="connsiteY380" fmla="*/ 1194144 h 3474663"/>
              <a:gd name="connsiteX381" fmla="*/ 1627641 w 4110601"/>
              <a:gd name="connsiteY381" fmla="*/ 1173403 h 3474663"/>
              <a:gd name="connsiteX382" fmla="*/ 2637066 w 4110601"/>
              <a:gd name="connsiteY382" fmla="*/ 1164438 h 3474663"/>
              <a:gd name="connsiteX383" fmla="*/ 2640650 w 4110601"/>
              <a:gd name="connsiteY383" fmla="*/ 1175789 h 3474663"/>
              <a:gd name="connsiteX384" fmla="*/ 2644814 w 4110601"/>
              <a:gd name="connsiteY384" fmla="*/ 1182773 h 3474663"/>
              <a:gd name="connsiteX385" fmla="*/ 2670521 w 4110601"/>
              <a:gd name="connsiteY385" fmla="*/ 1218647 h 3474663"/>
              <a:gd name="connsiteX386" fmla="*/ 2682098 w 4110601"/>
              <a:gd name="connsiteY386" fmla="*/ 1236631 h 3474663"/>
              <a:gd name="connsiteX387" fmla="*/ 2682558 w 4110601"/>
              <a:gd name="connsiteY387" fmla="*/ 1236867 h 3474663"/>
              <a:gd name="connsiteX388" fmla="*/ 2686522 w 4110601"/>
              <a:gd name="connsiteY388" fmla="*/ 1238714 h 3474663"/>
              <a:gd name="connsiteX389" fmla="*/ 2646380 w 4110601"/>
              <a:gd name="connsiteY389" fmla="*/ 1177175 h 3474663"/>
              <a:gd name="connsiteX390" fmla="*/ 2641014 w 4110601"/>
              <a:gd name="connsiteY390" fmla="*/ 1168950 h 3474663"/>
              <a:gd name="connsiteX391" fmla="*/ 2777859 w 4110601"/>
              <a:gd name="connsiteY391" fmla="*/ 1145053 h 3474663"/>
              <a:gd name="connsiteX392" fmla="*/ 2780254 w 4110601"/>
              <a:gd name="connsiteY392" fmla="*/ 1149140 h 3474663"/>
              <a:gd name="connsiteX393" fmla="*/ 2780501 w 4110601"/>
              <a:gd name="connsiteY393" fmla="*/ 1148723 h 3474663"/>
              <a:gd name="connsiteX394" fmla="*/ 1800107 w 4110601"/>
              <a:gd name="connsiteY394" fmla="*/ 1050500 h 3474663"/>
              <a:gd name="connsiteX395" fmla="*/ 1807082 w 4110601"/>
              <a:gd name="connsiteY395" fmla="*/ 1061174 h 3474663"/>
              <a:gd name="connsiteX396" fmla="*/ 1811161 w 4110601"/>
              <a:gd name="connsiteY396" fmla="*/ 1067108 h 3474663"/>
              <a:gd name="connsiteX397" fmla="*/ 1810538 w 4110601"/>
              <a:gd name="connsiteY397" fmla="*/ 1066035 h 3474663"/>
              <a:gd name="connsiteX398" fmla="*/ 1757267 w 4110601"/>
              <a:gd name="connsiteY398" fmla="*/ 1033948 h 3474663"/>
              <a:gd name="connsiteX399" fmla="*/ 1775245 w 4110601"/>
              <a:gd name="connsiteY399" fmla="*/ 1070520 h 3474663"/>
              <a:gd name="connsiteX400" fmla="*/ 1777627 w 4110601"/>
              <a:gd name="connsiteY400" fmla="*/ 1071117 h 3474663"/>
              <a:gd name="connsiteX401" fmla="*/ 1790085 w 4110601"/>
              <a:gd name="connsiteY401" fmla="*/ 1084975 h 3474663"/>
              <a:gd name="connsiteX402" fmla="*/ 1761425 w 4110601"/>
              <a:gd name="connsiteY402" fmla="*/ 1038677 h 3474663"/>
              <a:gd name="connsiteX403" fmla="*/ 1666136 w 4110601"/>
              <a:gd name="connsiteY403" fmla="*/ 936237 h 3474663"/>
              <a:gd name="connsiteX404" fmla="*/ 1673026 w 4110601"/>
              <a:gd name="connsiteY404" fmla="*/ 950756 h 3474663"/>
              <a:gd name="connsiteX405" fmla="*/ 1668139 w 4110601"/>
              <a:gd name="connsiteY405" fmla="*/ 939112 h 3474663"/>
              <a:gd name="connsiteX406" fmla="*/ 2760403 w 4110601"/>
              <a:gd name="connsiteY406" fmla="*/ 856170 h 3474663"/>
              <a:gd name="connsiteX407" fmla="*/ 2758297 w 4110601"/>
              <a:gd name="connsiteY407" fmla="*/ 863296 h 3474663"/>
              <a:gd name="connsiteX408" fmla="*/ 2764793 w 4110601"/>
              <a:gd name="connsiteY408" fmla="*/ 875384 h 3474663"/>
              <a:gd name="connsiteX409" fmla="*/ 2781155 w 4110601"/>
              <a:gd name="connsiteY409" fmla="*/ 892285 h 3474663"/>
              <a:gd name="connsiteX410" fmla="*/ 2761943 w 4110601"/>
              <a:gd name="connsiteY410" fmla="*/ 857703 h 3474663"/>
              <a:gd name="connsiteX411" fmla="*/ 1638438 w 4110601"/>
              <a:gd name="connsiteY411" fmla="*/ 846985 h 3474663"/>
              <a:gd name="connsiteX412" fmla="*/ 1680982 w 4110601"/>
              <a:gd name="connsiteY412" fmla="*/ 917269 h 3474663"/>
              <a:gd name="connsiteX413" fmla="*/ 1681372 w 4110601"/>
              <a:gd name="connsiteY413" fmla="*/ 917491 h 3474663"/>
              <a:gd name="connsiteX414" fmla="*/ 1677944 w 4110601"/>
              <a:gd name="connsiteY414" fmla="*/ 911207 h 3474663"/>
              <a:gd name="connsiteX415" fmla="*/ 1638438 w 4110601"/>
              <a:gd name="connsiteY415" fmla="*/ 846985 h 3474663"/>
              <a:gd name="connsiteX416" fmla="*/ 1694092 w 4110601"/>
              <a:gd name="connsiteY416" fmla="*/ 795593 h 3474663"/>
              <a:gd name="connsiteX417" fmla="*/ 1691179 w 4110601"/>
              <a:gd name="connsiteY417" fmla="*/ 799168 h 3474663"/>
              <a:gd name="connsiteX418" fmla="*/ 1691964 w 4110601"/>
              <a:gd name="connsiteY418" fmla="*/ 812070 h 3474663"/>
              <a:gd name="connsiteX419" fmla="*/ 1727745 w 4110601"/>
              <a:gd name="connsiteY419" fmla="*/ 863633 h 3474663"/>
              <a:gd name="connsiteX420" fmla="*/ 1738376 w 4110601"/>
              <a:gd name="connsiteY420" fmla="*/ 878665 h 3474663"/>
              <a:gd name="connsiteX421" fmla="*/ 1727948 w 4110601"/>
              <a:gd name="connsiteY421" fmla="*/ 848262 h 3474663"/>
              <a:gd name="connsiteX422" fmla="*/ 1702669 w 4110601"/>
              <a:gd name="connsiteY422" fmla="*/ 805087 h 3474663"/>
              <a:gd name="connsiteX423" fmla="*/ 1694092 w 4110601"/>
              <a:gd name="connsiteY423" fmla="*/ 795593 h 3474663"/>
              <a:gd name="connsiteX424" fmla="*/ 1872890 w 4110601"/>
              <a:gd name="connsiteY424" fmla="*/ 778591 h 3474663"/>
              <a:gd name="connsiteX425" fmla="*/ 1875798 w 4110601"/>
              <a:gd name="connsiteY425" fmla="*/ 782941 h 3474663"/>
              <a:gd name="connsiteX426" fmla="*/ 1912208 w 4110601"/>
              <a:gd name="connsiteY426" fmla="*/ 848614 h 3474663"/>
              <a:gd name="connsiteX427" fmla="*/ 1922897 w 4110601"/>
              <a:gd name="connsiteY427" fmla="*/ 841641 h 3474663"/>
              <a:gd name="connsiteX428" fmla="*/ 1895578 w 4110601"/>
              <a:gd name="connsiteY428" fmla="*/ 796698 h 3474663"/>
              <a:gd name="connsiteX429" fmla="*/ 1890945 w 4110601"/>
              <a:gd name="connsiteY429" fmla="*/ 789596 h 3474663"/>
              <a:gd name="connsiteX430" fmla="*/ 1883100 w 4110601"/>
              <a:gd name="connsiteY430" fmla="*/ 657854 h 3474663"/>
              <a:gd name="connsiteX431" fmla="*/ 1885238 w 4110601"/>
              <a:gd name="connsiteY431" fmla="*/ 660533 h 3474663"/>
              <a:gd name="connsiteX432" fmla="*/ 1992715 w 4110601"/>
              <a:gd name="connsiteY432" fmla="*/ 831871 h 3474663"/>
              <a:gd name="connsiteX433" fmla="*/ 1926451 w 4110601"/>
              <a:gd name="connsiteY433" fmla="*/ 718603 h 3474663"/>
              <a:gd name="connsiteX434" fmla="*/ 1900160 w 4110601"/>
              <a:gd name="connsiteY434" fmla="*/ 672611 h 3474663"/>
              <a:gd name="connsiteX435" fmla="*/ 1899912 w 4110601"/>
              <a:gd name="connsiteY435" fmla="*/ 629657 h 3474663"/>
              <a:gd name="connsiteX436" fmla="*/ 1902448 w 4110601"/>
              <a:gd name="connsiteY436" fmla="*/ 643470 h 3474663"/>
              <a:gd name="connsiteX437" fmla="*/ 1910374 w 4110601"/>
              <a:gd name="connsiteY437" fmla="*/ 674632 h 3474663"/>
              <a:gd name="connsiteX438" fmla="*/ 1907569 w 4110601"/>
              <a:gd name="connsiteY438" fmla="*/ 674558 h 3474663"/>
              <a:gd name="connsiteX439" fmla="*/ 1909935 w 4110601"/>
              <a:gd name="connsiteY439" fmla="*/ 677955 h 3474663"/>
              <a:gd name="connsiteX440" fmla="*/ 1964989 w 4110601"/>
              <a:gd name="connsiteY440" fmla="*/ 742646 h 3474663"/>
              <a:gd name="connsiteX441" fmla="*/ 1906910 w 4110601"/>
              <a:gd name="connsiteY441" fmla="*/ 641926 h 3474663"/>
              <a:gd name="connsiteX442" fmla="*/ 1898624 w 4110601"/>
              <a:gd name="connsiteY442" fmla="*/ 617541 h 3474663"/>
              <a:gd name="connsiteX443" fmla="*/ 1910210 w 4110601"/>
              <a:gd name="connsiteY443" fmla="*/ 635304 h 3474663"/>
              <a:gd name="connsiteX444" fmla="*/ 1902710 w 4110601"/>
              <a:gd name="connsiteY444" fmla="*/ 619626 h 3474663"/>
              <a:gd name="connsiteX445" fmla="*/ 1509528 w 4110601"/>
              <a:gd name="connsiteY445" fmla="*/ 533313 h 3474663"/>
              <a:gd name="connsiteX446" fmla="*/ 1511899 w 4110601"/>
              <a:gd name="connsiteY446" fmla="*/ 536021 h 3474663"/>
              <a:gd name="connsiteX447" fmla="*/ 1510966 w 4110601"/>
              <a:gd name="connsiteY447" fmla="*/ 535384 h 3474663"/>
              <a:gd name="connsiteX448" fmla="*/ 1970148 w 4110601"/>
              <a:gd name="connsiteY448" fmla="*/ 516946 h 3474663"/>
              <a:gd name="connsiteX449" fmla="*/ 1973073 w 4110601"/>
              <a:gd name="connsiteY449" fmla="*/ 521430 h 3474663"/>
              <a:gd name="connsiteX450" fmla="*/ 1990048 w 4110601"/>
              <a:gd name="connsiteY450" fmla="*/ 547454 h 3474663"/>
              <a:gd name="connsiteX451" fmla="*/ 2002829 w 4110601"/>
              <a:gd name="connsiteY451" fmla="*/ 563417 h 3474663"/>
              <a:gd name="connsiteX452" fmla="*/ 1989037 w 4110601"/>
              <a:gd name="connsiteY452" fmla="*/ 542273 h 3474663"/>
              <a:gd name="connsiteX453" fmla="*/ 1974713 w 4110601"/>
              <a:gd name="connsiteY453" fmla="*/ 520314 h 3474663"/>
              <a:gd name="connsiteX454" fmla="*/ 1770071 w 4110601"/>
              <a:gd name="connsiteY454" fmla="*/ 501209 h 3474663"/>
              <a:gd name="connsiteX455" fmla="*/ 1780300 w 4110601"/>
              <a:gd name="connsiteY455" fmla="*/ 526395 h 3474663"/>
              <a:gd name="connsiteX456" fmla="*/ 1785789 w 4110601"/>
              <a:gd name="connsiteY456" fmla="*/ 538733 h 3474663"/>
              <a:gd name="connsiteX457" fmla="*/ 1785610 w 4110601"/>
              <a:gd name="connsiteY457" fmla="*/ 537730 h 3474663"/>
              <a:gd name="connsiteX458" fmla="*/ 1838806 w 4110601"/>
              <a:gd name="connsiteY458" fmla="*/ 619282 h 3474663"/>
              <a:gd name="connsiteX459" fmla="*/ 1843592 w 4110601"/>
              <a:gd name="connsiteY459" fmla="*/ 626620 h 3474663"/>
              <a:gd name="connsiteX460" fmla="*/ 1868287 w 4110601"/>
              <a:gd name="connsiteY460" fmla="*/ 661283 h 3474663"/>
              <a:gd name="connsiteX461" fmla="*/ 1868066 w 4110601"/>
              <a:gd name="connsiteY461" fmla="*/ 664138 h 3474663"/>
              <a:gd name="connsiteX462" fmla="*/ 1916554 w 4110601"/>
              <a:gd name="connsiteY462" fmla="*/ 738473 h 3474663"/>
              <a:gd name="connsiteX463" fmla="*/ 1909068 w 4110601"/>
              <a:gd name="connsiteY463" fmla="*/ 723802 h 3474663"/>
              <a:gd name="connsiteX464" fmla="*/ 1889163 w 4110601"/>
              <a:gd name="connsiteY464" fmla="*/ 684800 h 3474663"/>
              <a:gd name="connsiteX465" fmla="*/ 1861772 w 4110601"/>
              <a:gd name="connsiteY465" fmla="*/ 631129 h 3474663"/>
              <a:gd name="connsiteX466" fmla="*/ 1873296 w 4110601"/>
              <a:gd name="connsiteY466" fmla="*/ 645568 h 3474663"/>
              <a:gd name="connsiteX467" fmla="*/ 1838069 w 4110601"/>
              <a:gd name="connsiteY467" fmla="*/ 591563 h 3474663"/>
              <a:gd name="connsiteX468" fmla="*/ 1797145 w 4110601"/>
              <a:gd name="connsiteY468" fmla="*/ 528825 h 3474663"/>
              <a:gd name="connsiteX469" fmla="*/ 1770071 w 4110601"/>
              <a:gd name="connsiteY469" fmla="*/ 501209 h 3474663"/>
              <a:gd name="connsiteX470" fmla="*/ 1979754 w 4110601"/>
              <a:gd name="connsiteY470" fmla="*/ 481254 h 3474663"/>
              <a:gd name="connsiteX471" fmla="*/ 2014066 w 4110601"/>
              <a:gd name="connsiteY471" fmla="*/ 557249 h 3474663"/>
              <a:gd name="connsiteX472" fmla="*/ 2022559 w 4110601"/>
              <a:gd name="connsiteY472" fmla="*/ 574365 h 3474663"/>
              <a:gd name="connsiteX473" fmla="*/ 2024293 w 4110601"/>
              <a:gd name="connsiteY473" fmla="*/ 570388 h 3474663"/>
              <a:gd name="connsiteX474" fmla="*/ 2033474 w 4110601"/>
              <a:gd name="connsiteY474" fmla="*/ 590667 h 3474663"/>
              <a:gd name="connsiteX475" fmla="*/ 2028025 w 4110601"/>
              <a:gd name="connsiteY475" fmla="*/ 565159 h 3474663"/>
              <a:gd name="connsiteX476" fmla="*/ 1995319 w 4110601"/>
              <a:gd name="connsiteY476" fmla="*/ 505114 h 3474663"/>
              <a:gd name="connsiteX477" fmla="*/ 1994078 w 4110601"/>
              <a:gd name="connsiteY477" fmla="*/ 503212 h 3474663"/>
              <a:gd name="connsiteX478" fmla="*/ 1979754 w 4110601"/>
              <a:gd name="connsiteY478" fmla="*/ 481254 h 3474663"/>
              <a:gd name="connsiteX479" fmla="*/ 1453733 w 4110601"/>
              <a:gd name="connsiteY479" fmla="*/ 462522 h 3474663"/>
              <a:gd name="connsiteX480" fmla="*/ 1488054 w 4110601"/>
              <a:gd name="connsiteY480" fmla="*/ 502390 h 3474663"/>
              <a:gd name="connsiteX481" fmla="*/ 1509528 w 4110601"/>
              <a:gd name="connsiteY481" fmla="*/ 533313 h 3474663"/>
              <a:gd name="connsiteX482" fmla="*/ 1504423 w 4110601"/>
              <a:gd name="connsiteY482" fmla="*/ 527484 h 3474663"/>
              <a:gd name="connsiteX483" fmla="*/ 1452085 w 4110601"/>
              <a:gd name="connsiteY483" fmla="*/ 467718 h 3474663"/>
              <a:gd name="connsiteX484" fmla="*/ 1453733 w 4110601"/>
              <a:gd name="connsiteY484" fmla="*/ 462522 h 3474663"/>
              <a:gd name="connsiteX485" fmla="*/ 2152016 w 4110601"/>
              <a:gd name="connsiteY485" fmla="*/ 453766 h 3474663"/>
              <a:gd name="connsiteX486" fmla="*/ 2199726 w 4110601"/>
              <a:gd name="connsiteY486" fmla="*/ 535210 h 3474663"/>
              <a:gd name="connsiteX487" fmla="*/ 2202024 w 4110601"/>
              <a:gd name="connsiteY487" fmla="*/ 536930 h 3474663"/>
              <a:gd name="connsiteX488" fmla="*/ 2206958 w 4110601"/>
              <a:gd name="connsiteY488" fmla="*/ 536549 h 3474663"/>
              <a:gd name="connsiteX489" fmla="*/ 2192415 w 4110601"/>
              <a:gd name="connsiteY489" fmla="*/ 506554 h 3474663"/>
              <a:gd name="connsiteX490" fmla="*/ 2170060 w 4110601"/>
              <a:gd name="connsiteY490" fmla="*/ 461331 h 3474663"/>
              <a:gd name="connsiteX491" fmla="*/ 2169898 w 4110601"/>
              <a:gd name="connsiteY491" fmla="*/ 459048 h 3474663"/>
              <a:gd name="connsiteX492" fmla="*/ 1984796 w 4110601"/>
              <a:gd name="connsiteY492" fmla="*/ 442193 h 3474663"/>
              <a:gd name="connsiteX493" fmla="*/ 1985200 w 4110601"/>
              <a:gd name="connsiteY493" fmla="*/ 452390 h 3474663"/>
              <a:gd name="connsiteX494" fmla="*/ 2000070 w 4110601"/>
              <a:gd name="connsiteY494" fmla="*/ 469378 h 3474663"/>
              <a:gd name="connsiteX495" fmla="*/ 1996871 w 4110601"/>
              <a:gd name="connsiteY495" fmla="*/ 460706 h 3474663"/>
              <a:gd name="connsiteX496" fmla="*/ 1858264 w 4110601"/>
              <a:gd name="connsiteY496" fmla="*/ 415506 h 3474663"/>
              <a:gd name="connsiteX497" fmla="*/ 1858680 w 4110601"/>
              <a:gd name="connsiteY497" fmla="*/ 416191 h 3474663"/>
              <a:gd name="connsiteX498" fmla="*/ 1859771 w 4110601"/>
              <a:gd name="connsiteY498" fmla="*/ 417817 h 3474663"/>
              <a:gd name="connsiteX499" fmla="*/ 2759121 w 4110601"/>
              <a:gd name="connsiteY499" fmla="*/ 368102 h 3474663"/>
              <a:gd name="connsiteX500" fmla="*/ 2758855 w 4110601"/>
              <a:gd name="connsiteY500" fmla="*/ 368976 h 3474663"/>
              <a:gd name="connsiteX501" fmla="*/ 2760038 w 4110601"/>
              <a:gd name="connsiteY501" fmla="*/ 369939 h 3474663"/>
              <a:gd name="connsiteX502" fmla="*/ 1932964 w 4110601"/>
              <a:gd name="connsiteY502" fmla="*/ 343306 h 3474663"/>
              <a:gd name="connsiteX503" fmla="*/ 1945210 w 4110601"/>
              <a:gd name="connsiteY503" fmla="*/ 378583 h 3474663"/>
              <a:gd name="connsiteX504" fmla="*/ 1996138 w 4110601"/>
              <a:gd name="connsiteY504" fmla="*/ 458716 h 3474663"/>
              <a:gd name="connsiteX505" fmla="*/ 1988606 w 4110601"/>
              <a:gd name="connsiteY505" fmla="*/ 438294 h 3474663"/>
              <a:gd name="connsiteX506" fmla="*/ 1957654 w 4110601"/>
              <a:gd name="connsiteY506" fmla="*/ 381355 h 3474663"/>
              <a:gd name="connsiteX507" fmla="*/ 2371090 w 4110601"/>
              <a:gd name="connsiteY507" fmla="*/ 341682 h 3474663"/>
              <a:gd name="connsiteX508" fmla="*/ 2386233 w 4110601"/>
              <a:gd name="connsiteY508" fmla="*/ 360562 h 3474663"/>
              <a:gd name="connsiteX509" fmla="*/ 2388760 w 4110601"/>
              <a:gd name="connsiteY509" fmla="*/ 364436 h 3474663"/>
              <a:gd name="connsiteX510" fmla="*/ 2386234 w 4110601"/>
              <a:gd name="connsiteY510" fmla="*/ 360563 h 3474663"/>
              <a:gd name="connsiteX511" fmla="*/ 2386233 w 4110601"/>
              <a:gd name="connsiteY511" fmla="*/ 360562 h 3474663"/>
              <a:gd name="connsiteX512" fmla="*/ 2384955 w 4110601"/>
              <a:gd name="connsiteY512" fmla="*/ 358603 h 3474663"/>
              <a:gd name="connsiteX513" fmla="*/ 2382489 w 4110601"/>
              <a:gd name="connsiteY513" fmla="*/ 354823 h 3474663"/>
              <a:gd name="connsiteX514" fmla="*/ 1951433 w 4110601"/>
              <a:gd name="connsiteY514" fmla="*/ 320864 h 3474663"/>
              <a:gd name="connsiteX515" fmla="*/ 1985509 w 4110601"/>
              <a:gd name="connsiteY515" fmla="*/ 370180 h 3474663"/>
              <a:gd name="connsiteX516" fmla="*/ 1993166 w 4110601"/>
              <a:gd name="connsiteY516" fmla="*/ 378198 h 3474663"/>
              <a:gd name="connsiteX517" fmla="*/ 1992476 w 4110601"/>
              <a:gd name="connsiteY517" fmla="*/ 375970 h 3474663"/>
              <a:gd name="connsiteX518" fmla="*/ 1985406 w 4110601"/>
              <a:gd name="connsiteY518" fmla="*/ 357103 h 3474663"/>
              <a:gd name="connsiteX519" fmla="*/ 1979323 w 4110601"/>
              <a:gd name="connsiteY519" fmla="*/ 346869 h 3474663"/>
              <a:gd name="connsiteX520" fmla="*/ 1986524 w 4110601"/>
              <a:gd name="connsiteY520" fmla="*/ 361134 h 3474663"/>
              <a:gd name="connsiteX521" fmla="*/ 1951433 w 4110601"/>
              <a:gd name="connsiteY521" fmla="*/ 320864 h 3474663"/>
              <a:gd name="connsiteX522" fmla="*/ 2367247 w 4110601"/>
              <a:gd name="connsiteY522" fmla="*/ 305832 h 3474663"/>
              <a:gd name="connsiteX523" fmla="*/ 2380486 w 4110601"/>
              <a:gd name="connsiteY523" fmla="*/ 326609 h 3474663"/>
              <a:gd name="connsiteX524" fmla="*/ 2391645 w 4110601"/>
              <a:gd name="connsiteY524" fmla="*/ 334723 h 3474663"/>
              <a:gd name="connsiteX525" fmla="*/ 2386032 w 4110601"/>
              <a:gd name="connsiteY525" fmla="*/ 324527 h 3474663"/>
              <a:gd name="connsiteX526" fmla="*/ 2623369 w 4110601"/>
              <a:gd name="connsiteY526" fmla="*/ 278862 h 3474663"/>
              <a:gd name="connsiteX527" fmla="*/ 2675233 w 4110601"/>
              <a:gd name="connsiteY527" fmla="*/ 324418 h 3474663"/>
              <a:gd name="connsiteX528" fmla="*/ 2693482 w 4110601"/>
              <a:gd name="connsiteY528" fmla="*/ 345337 h 3474663"/>
              <a:gd name="connsiteX529" fmla="*/ 2725452 w 4110601"/>
              <a:gd name="connsiteY529" fmla="*/ 355622 h 3474663"/>
              <a:gd name="connsiteX530" fmla="*/ 2730162 w 4110601"/>
              <a:gd name="connsiteY530" fmla="*/ 352839 h 3474663"/>
              <a:gd name="connsiteX531" fmla="*/ 2697173 w 4110601"/>
              <a:gd name="connsiteY531" fmla="*/ 333589 h 3474663"/>
              <a:gd name="connsiteX532" fmla="*/ 2623369 w 4110601"/>
              <a:gd name="connsiteY532" fmla="*/ 278862 h 3474663"/>
              <a:gd name="connsiteX533" fmla="*/ 2286941 w 4110601"/>
              <a:gd name="connsiteY533" fmla="*/ 278427 h 3474663"/>
              <a:gd name="connsiteX534" fmla="*/ 2288692 w 4110601"/>
              <a:gd name="connsiteY534" fmla="*/ 281111 h 3474663"/>
              <a:gd name="connsiteX535" fmla="*/ 2321428 w 4110601"/>
              <a:gd name="connsiteY535" fmla="*/ 331297 h 3474663"/>
              <a:gd name="connsiteX536" fmla="*/ 2336080 w 4110601"/>
              <a:gd name="connsiteY536" fmla="*/ 343538 h 3474663"/>
              <a:gd name="connsiteX537" fmla="*/ 2300325 w 4110601"/>
              <a:gd name="connsiteY537" fmla="*/ 287726 h 3474663"/>
              <a:gd name="connsiteX538" fmla="*/ 2289894 w 4110601"/>
              <a:gd name="connsiteY538" fmla="*/ 281704 h 3474663"/>
              <a:gd name="connsiteX539" fmla="*/ 1963140 w 4110601"/>
              <a:gd name="connsiteY539" fmla="*/ 249988 h 3474663"/>
              <a:gd name="connsiteX540" fmla="*/ 1971265 w 4110601"/>
              <a:gd name="connsiteY540" fmla="*/ 264611 h 3474663"/>
              <a:gd name="connsiteX541" fmla="*/ 2047842 w 4110601"/>
              <a:gd name="connsiteY541" fmla="*/ 402450 h 3474663"/>
              <a:gd name="connsiteX542" fmla="*/ 1960324 w 4110601"/>
              <a:gd name="connsiteY542" fmla="*/ 244920 h 3474663"/>
              <a:gd name="connsiteX543" fmla="*/ 1961693 w 4110601"/>
              <a:gd name="connsiteY543" fmla="*/ 247382 h 3474663"/>
              <a:gd name="connsiteX544" fmla="*/ 1963140 w 4110601"/>
              <a:gd name="connsiteY544" fmla="*/ 249988 h 3474663"/>
              <a:gd name="connsiteX545" fmla="*/ 2758743 w 4110601"/>
              <a:gd name="connsiteY545" fmla="*/ 227744 h 3474663"/>
              <a:gd name="connsiteX546" fmla="*/ 2785217 w 4110601"/>
              <a:gd name="connsiteY546" fmla="*/ 282694 h 3474663"/>
              <a:gd name="connsiteX547" fmla="*/ 2780776 w 4110601"/>
              <a:gd name="connsiteY547" fmla="*/ 284892 h 3474663"/>
              <a:gd name="connsiteX548" fmla="*/ 2758743 w 4110601"/>
              <a:gd name="connsiteY548" fmla="*/ 227744 h 3474663"/>
              <a:gd name="connsiteX549" fmla="*/ 1875250 w 4110601"/>
              <a:gd name="connsiteY549" fmla="*/ 227466 h 3474663"/>
              <a:gd name="connsiteX550" fmla="*/ 1889966 w 4110601"/>
              <a:gd name="connsiteY550" fmla="*/ 252197 h 3474663"/>
              <a:gd name="connsiteX551" fmla="*/ 1884033 w 4110601"/>
              <a:gd name="connsiteY551" fmla="*/ 243819 h 3474663"/>
              <a:gd name="connsiteX552" fmla="*/ 2267577 w 4110601"/>
              <a:gd name="connsiteY552" fmla="*/ 225380 h 3474663"/>
              <a:gd name="connsiteX553" fmla="*/ 2279562 w 4110601"/>
              <a:gd name="connsiteY553" fmla="*/ 243755 h 3474663"/>
              <a:gd name="connsiteX554" fmla="*/ 2283015 w 4110601"/>
              <a:gd name="connsiteY554" fmla="*/ 249048 h 3474663"/>
              <a:gd name="connsiteX555" fmla="*/ 2296852 w 4110601"/>
              <a:gd name="connsiteY555" fmla="*/ 270260 h 3474663"/>
              <a:gd name="connsiteX556" fmla="*/ 2314225 w 4110601"/>
              <a:gd name="connsiteY556" fmla="*/ 280530 h 3474663"/>
              <a:gd name="connsiteX557" fmla="*/ 2310072 w 4110601"/>
              <a:gd name="connsiteY557" fmla="*/ 267165 h 3474663"/>
              <a:gd name="connsiteX558" fmla="*/ 2331701 w 4110601"/>
              <a:gd name="connsiteY558" fmla="*/ 279884 h 3474663"/>
              <a:gd name="connsiteX559" fmla="*/ 2331986 w 4110601"/>
              <a:gd name="connsiteY559" fmla="*/ 280221 h 3474663"/>
              <a:gd name="connsiteX560" fmla="*/ 2343443 w 4110601"/>
              <a:gd name="connsiteY560" fmla="*/ 300663 h 3474663"/>
              <a:gd name="connsiteX561" fmla="*/ 2350274 w 4110601"/>
              <a:gd name="connsiteY561" fmla="*/ 305436 h 3474663"/>
              <a:gd name="connsiteX562" fmla="*/ 2324212 w 4110601"/>
              <a:gd name="connsiteY562" fmla="*/ 265482 h 3474663"/>
              <a:gd name="connsiteX563" fmla="*/ 2324130 w 4110601"/>
              <a:gd name="connsiteY563" fmla="*/ 265423 h 3474663"/>
              <a:gd name="connsiteX564" fmla="*/ 2339009 w 4110601"/>
              <a:gd name="connsiteY564" fmla="*/ 288532 h 3474663"/>
              <a:gd name="connsiteX565" fmla="*/ 2331986 w 4110601"/>
              <a:gd name="connsiteY565" fmla="*/ 280221 h 3474663"/>
              <a:gd name="connsiteX566" fmla="*/ 2323405 w 4110601"/>
              <a:gd name="connsiteY566" fmla="*/ 264911 h 3474663"/>
              <a:gd name="connsiteX567" fmla="*/ 1896660 w 4110601"/>
              <a:gd name="connsiteY567" fmla="*/ 213500 h 3474663"/>
              <a:gd name="connsiteX568" fmla="*/ 1945767 w 4110601"/>
              <a:gd name="connsiteY568" fmla="*/ 288783 h 3474663"/>
              <a:gd name="connsiteX569" fmla="*/ 1937926 w 4110601"/>
              <a:gd name="connsiteY569" fmla="*/ 277129 h 3474663"/>
              <a:gd name="connsiteX570" fmla="*/ 1936066 w 4110601"/>
              <a:gd name="connsiteY570" fmla="*/ 274540 h 3474663"/>
              <a:gd name="connsiteX571" fmla="*/ 1932044 w 4110601"/>
              <a:gd name="connsiteY571" fmla="*/ 268112 h 3474663"/>
              <a:gd name="connsiteX572" fmla="*/ 1896660 w 4110601"/>
              <a:gd name="connsiteY572" fmla="*/ 213500 h 3474663"/>
              <a:gd name="connsiteX573" fmla="*/ 2328108 w 4110601"/>
              <a:gd name="connsiteY573" fmla="*/ 198629 h 3474663"/>
              <a:gd name="connsiteX574" fmla="*/ 2336463 w 4110601"/>
              <a:gd name="connsiteY574" fmla="*/ 214183 h 3474663"/>
              <a:gd name="connsiteX575" fmla="*/ 2342522 w 4110601"/>
              <a:gd name="connsiteY575" fmla="*/ 206317 h 3474663"/>
              <a:gd name="connsiteX576" fmla="*/ 2341908 w 4110601"/>
              <a:gd name="connsiteY576" fmla="*/ 204860 h 3474663"/>
              <a:gd name="connsiteX577" fmla="*/ 2340265 w 4110601"/>
              <a:gd name="connsiteY577" fmla="*/ 204117 h 3474663"/>
              <a:gd name="connsiteX578" fmla="*/ 2249824 w 4110601"/>
              <a:gd name="connsiteY578" fmla="*/ 198165 h 3474663"/>
              <a:gd name="connsiteX579" fmla="*/ 2250892 w 4110601"/>
              <a:gd name="connsiteY579" fmla="*/ 199801 h 3474663"/>
              <a:gd name="connsiteX580" fmla="*/ 2251468 w 4110601"/>
              <a:gd name="connsiteY580" fmla="*/ 199425 h 3474663"/>
              <a:gd name="connsiteX581" fmla="*/ 2298321 w 4110601"/>
              <a:gd name="connsiteY581" fmla="*/ 185175 h 3474663"/>
              <a:gd name="connsiteX582" fmla="*/ 2318180 w 4110601"/>
              <a:gd name="connsiteY582" fmla="*/ 221220 h 3474663"/>
              <a:gd name="connsiteX583" fmla="*/ 2331774 w 4110601"/>
              <a:gd name="connsiteY583" fmla="*/ 226214 h 3474663"/>
              <a:gd name="connsiteX584" fmla="*/ 2312682 w 4110601"/>
              <a:gd name="connsiteY584" fmla="*/ 191661 h 3474663"/>
              <a:gd name="connsiteX585" fmla="*/ 2290380 w 4110601"/>
              <a:gd name="connsiteY585" fmla="*/ 170759 h 3474663"/>
              <a:gd name="connsiteX586" fmla="*/ 2294669 w 4110601"/>
              <a:gd name="connsiteY586" fmla="*/ 178547 h 3474663"/>
              <a:gd name="connsiteX587" fmla="*/ 2294237 w 4110601"/>
              <a:gd name="connsiteY587" fmla="*/ 171527 h 3474663"/>
              <a:gd name="connsiteX588" fmla="*/ 2077911 w 4110601"/>
              <a:gd name="connsiteY588" fmla="*/ 168219 h 3474663"/>
              <a:gd name="connsiteX589" fmla="*/ 2094990 w 4110601"/>
              <a:gd name="connsiteY589" fmla="*/ 197320 h 3474663"/>
              <a:gd name="connsiteX590" fmla="*/ 2095227 w 4110601"/>
              <a:gd name="connsiteY590" fmla="*/ 198131 h 3474663"/>
              <a:gd name="connsiteX591" fmla="*/ 2275767 w 4110601"/>
              <a:gd name="connsiteY591" fmla="*/ 167852 h 3474663"/>
              <a:gd name="connsiteX592" fmla="*/ 2282349 w 4110601"/>
              <a:gd name="connsiteY592" fmla="*/ 177943 h 3474663"/>
              <a:gd name="connsiteX593" fmla="*/ 2281639 w 4110601"/>
              <a:gd name="connsiteY593" fmla="*/ 173936 h 3474663"/>
              <a:gd name="connsiteX594" fmla="*/ 2280737 w 4110601"/>
              <a:gd name="connsiteY594" fmla="*/ 168842 h 3474663"/>
              <a:gd name="connsiteX595" fmla="*/ 2281268 w 4110601"/>
              <a:gd name="connsiteY595" fmla="*/ 111443 h 3474663"/>
              <a:gd name="connsiteX596" fmla="*/ 2288813 w 4110601"/>
              <a:gd name="connsiteY596" fmla="*/ 125488 h 3474663"/>
              <a:gd name="connsiteX597" fmla="*/ 2299250 w 4110601"/>
              <a:gd name="connsiteY597" fmla="*/ 132476 h 3474663"/>
              <a:gd name="connsiteX598" fmla="*/ 2293826 w 4110601"/>
              <a:gd name="connsiteY598" fmla="*/ 118686 h 3474663"/>
              <a:gd name="connsiteX599" fmla="*/ 2237811 w 4110601"/>
              <a:gd name="connsiteY599" fmla="*/ 109664 h 3474663"/>
              <a:gd name="connsiteX600" fmla="*/ 2250401 w 4110601"/>
              <a:gd name="connsiteY600" fmla="*/ 128965 h 3474663"/>
              <a:gd name="connsiteX601" fmla="*/ 2277864 w 4110601"/>
              <a:gd name="connsiteY601" fmla="*/ 146426 h 3474663"/>
              <a:gd name="connsiteX602" fmla="*/ 2251048 w 4110601"/>
              <a:gd name="connsiteY602" fmla="*/ 129957 h 3474663"/>
              <a:gd name="connsiteX603" fmla="*/ 2255755 w 4110601"/>
              <a:gd name="connsiteY603" fmla="*/ 137174 h 3474663"/>
              <a:gd name="connsiteX604" fmla="*/ 2276680 w 4110601"/>
              <a:gd name="connsiteY604" fmla="*/ 145929 h 3474663"/>
              <a:gd name="connsiteX605" fmla="*/ 2276669 w 4110601"/>
              <a:gd name="connsiteY605" fmla="*/ 145876 h 3474663"/>
              <a:gd name="connsiteX606" fmla="*/ 2276706 w 4110601"/>
              <a:gd name="connsiteY606" fmla="*/ 145941 h 3474663"/>
              <a:gd name="connsiteX607" fmla="*/ 2277864 w 4110601"/>
              <a:gd name="connsiteY607" fmla="*/ 146426 h 3474663"/>
              <a:gd name="connsiteX608" fmla="*/ 2114993 w 4110601"/>
              <a:gd name="connsiteY608" fmla="*/ 108263 h 3474663"/>
              <a:gd name="connsiteX609" fmla="*/ 2133526 w 4110601"/>
              <a:gd name="connsiteY609" fmla="*/ 126705 h 3474663"/>
              <a:gd name="connsiteX610" fmla="*/ 2131297 w 4110601"/>
              <a:gd name="connsiteY610" fmla="*/ 125502 h 3474663"/>
              <a:gd name="connsiteX611" fmla="*/ 2114993 w 4110601"/>
              <a:gd name="connsiteY611" fmla="*/ 108263 h 3474663"/>
              <a:gd name="connsiteX612" fmla="*/ 2291778 w 4110601"/>
              <a:gd name="connsiteY612" fmla="*/ 99203 h 3474663"/>
              <a:gd name="connsiteX613" fmla="*/ 2292047 w 4110601"/>
              <a:gd name="connsiteY613" fmla="*/ 99616 h 3474663"/>
              <a:gd name="connsiteX614" fmla="*/ 2293569 w 4110601"/>
              <a:gd name="connsiteY614" fmla="*/ 100401 h 3474663"/>
              <a:gd name="connsiteX615" fmla="*/ 2185307 w 4110601"/>
              <a:gd name="connsiteY615" fmla="*/ 27899 h 3474663"/>
              <a:gd name="connsiteX616" fmla="*/ 2239440 w 4110601"/>
              <a:gd name="connsiteY616" fmla="*/ 64151 h 3474663"/>
              <a:gd name="connsiteX617" fmla="*/ 2212373 w 4110601"/>
              <a:gd name="connsiteY617" fmla="*/ 46026 h 3474663"/>
              <a:gd name="connsiteX618" fmla="*/ 2185307 w 4110601"/>
              <a:gd name="connsiteY618" fmla="*/ 27899 h 3474663"/>
              <a:gd name="connsiteX619" fmla="*/ 2228078 w 4110601"/>
              <a:gd name="connsiteY619" fmla="*/ 0 h 3474663"/>
              <a:gd name="connsiteX620" fmla="*/ 2379110 w 4110601"/>
              <a:gd name="connsiteY620" fmla="*/ 44602 h 3474663"/>
              <a:gd name="connsiteX621" fmla="*/ 2426844 w 4110601"/>
              <a:gd name="connsiteY621" fmla="*/ 72412 h 3474663"/>
              <a:gd name="connsiteX622" fmla="*/ 2415635 w 4110601"/>
              <a:gd name="connsiteY622" fmla="*/ 55229 h 3474663"/>
              <a:gd name="connsiteX623" fmla="*/ 2433191 w 4110601"/>
              <a:gd name="connsiteY623" fmla="*/ 76111 h 3474663"/>
              <a:gd name="connsiteX624" fmla="*/ 2480522 w 4110601"/>
              <a:gd name="connsiteY624" fmla="*/ 103684 h 3474663"/>
              <a:gd name="connsiteX625" fmla="*/ 2589953 w 4110601"/>
              <a:gd name="connsiteY625" fmla="*/ 157534 h 3474663"/>
              <a:gd name="connsiteX626" fmla="*/ 2741654 w 4110601"/>
              <a:gd name="connsiteY626" fmla="*/ 273263 h 3474663"/>
              <a:gd name="connsiteX627" fmla="*/ 2676832 w 4110601"/>
              <a:gd name="connsiteY627" fmla="*/ 243988 h 3474663"/>
              <a:gd name="connsiteX628" fmla="*/ 2732686 w 4110601"/>
              <a:gd name="connsiteY628" fmla="*/ 301345 h 3474663"/>
              <a:gd name="connsiteX629" fmla="*/ 2741852 w 4110601"/>
              <a:gd name="connsiteY629" fmla="*/ 292403 h 3474663"/>
              <a:gd name="connsiteX630" fmla="*/ 2829868 w 4110601"/>
              <a:gd name="connsiteY630" fmla="*/ 360152 h 3474663"/>
              <a:gd name="connsiteX631" fmla="*/ 2796430 w 4110601"/>
              <a:gd name="connsiteY631" fmla="*/ 305968 h 3474663"/>
              <a:gd name="connsiteX632" fmla="*/ 2785217 w 4110601"/>
              <a:gd name="connsiteY632" fmla="*/ 282694 h 3474663"/>
              <a:gd name="connsiteX633" fmla="*/ 2865776 w 4110601"/>
              <a:gd name="connsiteY633" fmla="*/ 242856 h 3474663"/>
              <a:gd name="connsiteX634" fmla="*/ 2881391 w 4110601"/>
              <a:gd name="connsiteY634" fmla="*/ 111978 h 3474663"/>
              <a:gd name="connsiteX635" fmla="*/ 2930483 w 4110601"/>
              <a:gd name="connsiteY635" fmla="*/ 187238 h 3474663"/>
              <a:gd name="connsiteX636" fmla="*/ 2913471 w 4110601"/>
              <a:gd name="connsiteY636" fmla="*/ 91053 h 3474663"/>
              <a:gd name="connsiteX637" fmla="*/ 3005984 w 4110601"/>
              <a:gd name="connsiteY637" fmla="*/ 209510 h 3474663"/>
              <a:gd name="connsiteX638" fmla="*/ 2967584 w 4110601"/>
              <a:gd name="connsiteY638" fmla="*/ 127275 h 3474663"/>
              <a:gd name="connsiteX639" fmla="*/ 3027370 w 4110601"/>
              <a:gd name="connsiteY639" fmla="*/ 195560 h 3474663"/>
              <a:gd name="connsiteX640" fmla="*/ 2988972 w 4110601"/>
              <a:gd name="connsiteY640" fmla="*/ 113324 h 3474663"/>
              <a:gd name="connsiteX641" fmla="*/ 3038064 w 4110601"/>
              <a:gd name="connsiteY641" fmla="*/ 188585 h 3474663"/>
              <a:gd name="connsiteX642" fmla="*/ 3010358 w 4110601"/>
              <a:gd name="connsiteY642" fmla="*/ 99374 h 3474663"/>
              <a:gd name="connsiteX643" fmla="*/ 3043735 w 4110601"/>
              <a:gd name="connsiteY643" fmla="*/ 220648 h 3474663"/>
              <a:gd name="connsiteX644" fmla="*/ 3119883 w 4110601"/>
              <a:gd name="connsiteY644" fmla="*/ 314017 h 3474663"/>
              <a:gd name="connsiteX645" fmla="*/ 3104168 w 4110601"/>
              <a:gd name="connsiteY645" fmla="*/ 360031 h 3474663"/>
              <a:gd name="connsiteX646" fmla="*/ 3038713 w 4110601"/>
              <a:gd name="connsiteY646" fmla="*/ 259686 h 3474663"/>
              <a:gd name="connsiteX647" fmla="*/ 2962563 w 4110601"/>
              <a:gd name="connsiteY647" fmla="*/ 166313 h 3474663"/>
              <a:gd name="connsiteX648" fmla="*/ 3022996 w 4110601"/>
              <a:gd name="connsiteY648" fmla="*/ 305696 h 3474663"/>
              <a:gd name="connsiteX649" fmla="*/ 3006634 w 4110601"/>
              <a:gd name="connsiteY649" fmla="*/ 280611 h 3474663"/>
              <a:gd name="connsiteX650" fmla="*/ 3072736 w 4110601"/>
              <a:gd name="connsiteY650" fmla="*/ 452054 h 3474663"/>
              <a:gd name="connsiteX651" fmla="*/ 3023644 w 4110601"/>
              <a:gd name="connsiteY651" fmla="*/ 376794 h 3474663"/>
              <a:gd name="connsiteX652" fmla="*/ 3045679 w 4110601"/>
              <a:gd name="connsiteY652" fmla="*/ 433945 h 3474663"/>
              <a:gd name="connsiteX653" fmla="*/ 3029315 w 4110601"/>
              <a:gd name="connsiteY653" fmla="*/ 408857 h 3474663"/>
              <a:gd name="connsiteX654" fmla="*/ 3051348 w 4110601"/>
              <a:gd name="connsiteY654" fmla="*/ 466005 h 3474663"/>
              <a:gd name="connsiteX655" fmla="*/ 3029962 w 4110601"/>
              <a:gd name="connsiteY655" fmla="*/ 479955 h 3474663"/>
              <a:gd name="connsiteX656" fmla="*/ 3013600 w 4110601"/>
              <a:gd name="connsiteY656" fmla="*/ 454870 h 3474663"/>
              <a:gd name="connsiteX657" fmla="*/ 3052645 w 4110601"/>
              <a:gd name="connsiteY657" fmla="*/ 608204 h 3474663"/>
              <a:gd name="connsiteX658" fmla="*/ 2954461 w 4110601"/>
              <a:gd name="connsiteY658" fmla="*/ 457684 h 3474663"/>
              <a:gd name="connsiteX659" fmla="*/ 2987189 w 4110601"/>
              <a:gd name="connsiteY659" fmla="*/ 507856 h 3474663"/>
              <a:gd name="connsiteX660" fmla="*/ 2960132 w 4110601"/>
              <a:gd name="connsiteY660" fmla="*/ 489747 h 3474663"/>
              <a:gd name="connsiteX661" fmla="*/ 3041951 w 4110601"/>
              <a:gd name="connsiteY661" fmla="*/ 615180 h 3474663"/>
              <a:gd name="connsiteX662" fmla="*/ 2900995 w 4110601"/>
              <a:gd name="connsiteY662" fmla="*/ 492559 h 3474663"/>
              <a:gd name="connsiteX663" fmla="*/ 2824847 w 4110601"/>
              <a:gd name="connsiteY663" fmla="*/ 399190 h 3474663"/>
              <a:gd name="connsiteX664" fmla="*/ 2972770 w 4110601"/>
              <a:gd name="connsiteY664" fmla="*/ 696069 h 3474663"/>
              <a:gd name="connsiteX665" fmla="*/ 3000476 w 4110601"/>
              <a:gd name="connsiteY665" fmla="*/ 785279 h 3474663"/>
              <a:gd name="connsiteX666" fmla="*/ 2826142 w 4110601"/>
              <a:gd name="connsiteY666" fmla="*/ 541386 h 3474663"/>
              <a:gd name="connsiteX667" fmla="*/ 2897917 w 4110601"/>
              <a:gd name="connsiteY667" fmla="*/ 744895 h 3474663"/>
              <a:gd name="connsiteX668" fmla="*/ 2883327 w 4110601"/>
              <a:gd name="connsiteY668" fmla="*/ 737466 h 3474663"/>
              <a:gd name="connsiteX669" fmla="*/ 2915417 w 4110601"/>
              <a:gd name="connsiteY669" fmla="*/ 793747 h 3474663"/>
              <a:gd name="connsiteX670" fmla="*/ 2933729 w 4110601"/>
              <a:gd name="connsiteY670" fmla="*/ 826131 h 3474663"/>
              <a:gd name="connsiteX671" fmla="*/ 2884624 w 4110601"/>
              <a:gd name="connsiteY671" fmla="*/ 750851 h 3474663"/>
              <a:gd name="connsiteX672" fmla="*/ 2895981 w 4110601"/>
              <a:gd name="connsiteY672" fmla="*/ 814982 h 3474663"/>
              <a:gd name="connsiteX673" fmla="*/ 2858959 w 4110601"/>
              <a:gd name="connsiteY673" fmla="*/ 764797 h 3474663"/>
              <a:gd name="connsiteX674" fmla="*/ 2854714 w 4110601"/>
              <a:gd name="connsiteY674" fmla="*/ 756313 h 3474663"/>
              <a:gd name="connsiteX675" fmla="*/ 2855131 w 4110601"/>
              <a:gd name="connsiteY675" fmla="*/ 772315 h 3474663"/>
              <a:gd name="connsiteX676" fmla="*/ 2885292 w 4110601"/>
              <a:gd name="connsiteY676" fmla="*/ 821954 h 3474663"/>
              <a:gd name="connsiteX677" fmla="*/ 2855728 w 4110601"/>
              <a:gd name="connsiteY677" fmla="*/ 795155 h 3474663"/>
              <a:gd name="connsiteX678" fmla="*/ 2856176 w 4110601"/>
              <a:gd name="connsiteY678" fmla="*/ 812351 h 3474663"/>
              <a:gd name="connsiteX679" fmla="*/ 2850534 w 4110601"/>
              <a:gd name="connsiteY679" fmla="*/ 813931 h 3474663"/>
              <a:gd name="connsiteX680" fmla="*/ 2861011 w 4110601"/>
              <a:gd name="connsiteY680" fmla="*/ 831088 h 3474663"/>
              <a:gd name="connsiteX681" fmla="*/ 2880280 w 4110601"/>
              <a:gd name="connsiteY681" fmla="*/ 860995 h 3474663"/>
              <a:gd name="connsiteX682" fmla="*/ 2868004 w 4110601"/>
              <a:gd name="connsiteY682" fmla="*/ 842175 h 3474663"/>
              <a:gd name="connsiteX683" fmla="*/ 2849726 w 4110601"/>
              <a:gd name="connsiteY683" fmla="*/ 814155 h 3474663"/>
              <a:gd name="connsiteX684" fmla="*/ 2842679 w 4110601"/>
              <a:gd name="connsiteY684" fmla="*/ 816125 h 3474663"/>
              <a:gd name="connsiteX685" fmla="*/ 2816284 w 4110601"/>
              <a:gd name="connsiteY685" fmla="*/ 802688 h 3474663"/>
              <a:gd name="connsiteX686" fmla="*/ 2820074 w 4110601"/>
              <a:gd name="connsiteY686" fmla="*/ 811400 h 3474663"/>
              <a:gd name="connsiteX687" fmla="*/ 2826165 w 4110601"/>
              <a:gd name="connsiteY687" fmla="*/ 824755 h 3474663"/>
              <a:gd name="connsiteX688" fmla="*/ 2809796 w 4110601"/>
              <a:gd name="connsiteY688" fmla="*/ 799661 h 3474663"/>
              <a:gd name="connsiteX689" fmla="*/ 2798563 w 4110601"/>
              <a:gd name="connsiteY689" fmla="*/ 801328 h 3474663"/>
              <a:gd name="connsiteX690" fmla="*/ 2799242 w 4110601"/>
              <a:gd name="connsiteY690" fmla="*/ 805416 h 3474663"/>
              <a:gd name="connsiteX691" fmla="*/ 2801678 w 4110601"/>
              <a:gd name="connsiteY691" fmla="*/ 807672 h 3474663"/>
              <a:gd name="connsiteX692" fmla="*/ 2867132 w 4110601"/>
              <a:gd name="connsiteY692" fmla="*/ 908017 h 3474663"/>
              <a:gd name="connsiteX693" fmla="*/ 2835007 w 4110601"/>
              <a:gd name="connsiteY693" fmla="*/ 868626 h 3474663"/>
              <a:gd name="connsiteX694" fmla="*/ 2809223 w 4110601"/>
              <a:gd name="connsiteY694" fmla="*/ 837010 h 3474663"/>
              <a:gd name="connsiteX695" fmla="*/ 2817324 w 4110601"/>
              <a:gd name="connsiteY695" fmla="*/ 855195 h 3474663"/>
              <a:gd name="connsiteX696" fmla="*/ 2822516 w 4110601"/>
              <a:gd name="connsiteY696" fmla="*/ 864568 h 3474663"/>
              <a:gd name="connsiteX697" fmla="*/ 2820689 w 4110601"/>
              <a:gd name="connsiteY697" fmla="*/ 862751 h 3474663"/>
              <a:gd name="connsiteX698" fmla="*/ 2821153 w 4110601"/>
              <a:gd name="connsiteY698" fmla="*/ 863792 h 3474663"/>
              <a:gd name="connsiteX699" fmla="*/ 2820075 w 4110601"/>
              <a:gd name="connsiteY699" fmla="*/ 862139 h 3474663"/>
              <a:gd name="connsiteX700" fmla="*/ 2817084 w 4110601"/>
              <a:gd name="connsiteY700" fmla="*/ 859163 h 3474663"/>
              <a:gd name="connsiteX701" fmla="*/ 2797576 w 4110601"/>
              <a:gd name="connsiteY701" fmla="*/ 839750 h 3474663"/>
              <a:gd name="connsiteX702" fmla="*/ 2801251 w 4110601"/>
              <a:gd name="connsiteY702" fmla="*/ 847151 h 3474663"/>
              <a:gd name="connsiteX703" fmla="*/ 2792813 w 4110601"/>
              <a:gd name="connsiteY703" fmla="*/ 842918 h 3474663"/>
              <a:gd name="connsiteX704" fmla="*/ 2808300 w 4110601"/>
              <a:gd name="connsiteY704" fmla="*/ 870403 h 3474663"/>
              <a:gd name="connsiteX705" fmla="*/ 2878473 w 4110601"/>
              <a:gd name="connsiteY705" fmla="*/ 972139 h 3474663"/>
              <a:gd name="connsiteX706" fmla="*/ 2840480 w 4110601"/>
              <a:gd name="connsiteY706" fmla="*/ 934342 h 3474663"/>
              <a:gd name="connsiteX707" fmla="*/ 2802743 w 4110601"/>
              <a:gd name="connsiteY707" fmla="*/ 878511 h 3474663"/>
              <a:gd name="connsiteX708" fmla="*/ 2816142 w 4110601"/>
              <a:gd name="connsiteY708" fmla="*/ 902832 h 3474663"/>
              <a:gd name="connsiteX709" fmla="*/ 2807956 w 4110601"/>
              <a:gd name="connsiteY709" fmla="*/ 890283 h 3474663"/>
              <a:gd name="connsiteX710" fmla="*/ 2793778 w 4110601"/>
              <a:gd name="connsiteY710" fmla="*/ 868547 h 3474663"/>
              <a:gd name="connsiteX711" fmla="*/ 2791670 w 4110601"/>
              <a:gd name="connsiteY711" fmla="*/ 873506 h 3474663"/>
              <a:gd name="connsiteX712" fmla="*/ 2779075 w 4110601"/>
              <a:gd name="connsiteY712" fmla="*/ 864696 h 3474663"/>
              <a:gd name="connsiteX713" fmla="*/ 2784993 w 4110601"/>
              <a:gd name="connsiteY713" fmla="*/ 878439 h 3474663"/>
              <a:gd name="connsiteX714" fmla="*/ 2791153 w 4110601"/>
              <a:gd name="connsiteY714" fmla="*/ 902611 h 3474663"/>
              <a:gd name="connsiteX715" fmla="*/ 2823183 w 4110601"/>
              <a:gd name="connsiteY715" fmla="*/ 935691 h 3474663"/>
              <a:gd name="connsiteX716" fmla="*/ 2816417 w 4110601"/>
              <a:gd name="connsiteY716" fmla="*/ 931160 h 3474663"/>
              <a:gd name="connsiteX717" fmla="*/ 2794726 w 4110601"/>
              <a:gd name="connsiteY717" fmla="*/ 916634 h 3474663"/>
              <a:gd name="connsiteX718" fmla="*/ 2794763 w 4110601"/>
              <a:gd name="connsiteY718" fmla="*/ 916778 h 3474663"/>
              <a:gd name="connsiteX719" fmla="*/ 2794658 w 4110601"/>
              <a:gd name="connsiteY719" fmla="*/ 916589 h 3474663"/>
              <a:gd name="connsiteX720" fmla="*/ 2769053 w 4110601"/>
              <a:gd name="connsiteY720" fmla="*/ 899442 h 3474663"/>
              <a:gd name="connsiteX721" fmla="*/ 2768824 w 4110601"/>
              <a:gd name="connsiteY721" fmla="*/ 899241 h 3474663"/>
              <a:gd name="connsiteX722" fmla="*/ 2781344 w 4110601"/>
              <a:gd name="connsiteY722" fmla="*/ 937158 h 3474663"/>
              <a:gd name="connsiteX723" fmla="*/ 2785951 w 4110601"/>
              <a:gd name="connsiteY723" fmla="*/ 948714 h 3474663"/>
              <a:gd name="connsiteX724" fmla="*/ 2807478 w 4110601"/>
              <a:gd name="connsiteY724" fmla="*/ 981716 h 3474663"/>
              <a:gd name="connsiteX725" fmla="*/ 2800001 w 4110601"/>
              <a:gd name="connsiteY725" fmla="*/ 973175 h 3474663"/>
              <a:gd name="connsiteX726" fmla="*/ 2792109 w 4110601"/>
              <a:gd name="connsiteY726" fmla="*/ 964158 h 3474663"/>
              <a:gd name="connsiteX727" fmla="*/ 2795017 w 4110601"/>
              <a:gd name="connsiteY727" fmla="*/ 971457 h 3474663"/>
              <a:gd name="connsiteX728" fmla="*/ 2823851 w 4110601"/>
              <a:gd name="connsiteY728" fmla="*/ 1006817 h 3474663"/>
              <a:gd name="connsiteX729" fmla="*/ 2802314 w 4110601"/>
              <a:gd name="connsiteY729" fmla="*/ 989760 h 3474663"/>
              <a:gd name="connsiteX730" fmla="*/ 2813164 w 4110601"/>
              <a:gd name="connsiteY730" fmla="*/ 1016975 h 3474663"/>
              <a:gd name="connsiteX731" fmla="*/ 2809291 w 4110601"/>
              <a:gd name="connsiteY731" fmla="*/ 1053029 h 3474663"/>
              <a:gd name="connsiteX732" fmla="*/ 2792926 w 4110601"/>
              <a:gd name="connsiteY732" fmla="*/ 1027941 h 3474663"/>
              <a:gd name="connsiteX733" fmla="*/ 2770198 w 4110601"/>
              <a:gd name="connsiteY733" fmla="*/ 1014274 h 3474663"/>
              <a:gd name="connsiteX734" fmla="*/ 2767281 w 4110601"/>
              <a:gd name="connsiteY734" fmla="*/ 1025349 h 3474663"/>
              <a:gd name="connsiteX735" fmla="*/ 2797454 w 4110601"/>
              <a:gd name="connsiteY735" fmla="*/ 1059817 h 3474663"/>
              <a:gd name="connsiteX736" fmla="*/ 2792442 w 4110601"/>
              <a:gd name="connsiteY736" fmla="*/ 1098867 h 3474663"/>
              <a:gd name="connsiteX737" fmla="*/ 2786369 w 4110601"/>
              <a:gd name="connsiteY737" fmla="*/ 1093582 h 3474663"/>
              <a:gd name="connsiteX738" fmla="*/ 2799245 w 4110601"/>
              <a:gd name="connsiteY738" fmla="*/ 1131103 h 3474663"/>
              <a:gd name="connsiteX739" fmla="*/ 2848337 w 4110601"/>
              <a:gd name="connsiteY739" fmla="*/ 1206363 h 3474663"/>
              <a:gd name="connsiteX740" fmla="*/ 2841860 w 4110601"/>
              <a:gd name="connsiteY740" fmla="*/ 1204149 h 3474663"/>
              <a:gd name="connsiteX741" fmla="*/ 2849628 w 4110601"/>
              <a:gd name="connsiteY741" fmla="*/ 1212613 h 3474663"/>
              <a:gd name="connsiteX742" fmla="*/ 2912179 w 4110601"/>
              <a:gd name="connsiteY742" fmla="*/ 1305585 h 3474663"/>
              <a:gd name="connsiteX743" fmla="*/ 2934137 w 4110601"/>
              <a:gd name="connsiteY743" fmla="*/ 1362611 h 3474663"/>
              <a:gd name="connsiteX744" fmla="*/ 2857577 w 4110601"/>
              <a:gd name="connsiteY744" fmla="*/ 1198512 h 3474663"/>
              <a:gd name="connsiteX745" fmla="*/ 2906547 w 4110601"/>
              <a:gd name="connsiteY745" fmla="*/ 1273585 h 3474663"/>
              <a:gd name="connsiteX746" fmla="*/ 2851944 w 4110601"/>
              <a:gd name="connsiteY746" fmla="*/ 1166512 h 3474663"/>
              <a:gd name="connsiteX747" fmla="*/ 2933563 w 4110601"/>
              <a:gd name="connsiteY747" fmla="*/ 1291637 h 3474663"/>
              <a:gd name="connsiteX748" fmla="*/ 2927931 w 4110601"/>
              <a:gd name="connsiteY748" fmla="*/ 1259637 h 3474663"/>
              <a:gd name="connsiteX749" fmla="*/ 3025875 w 4110601"/>
              <a:gd name="connsiteY749" fmla="*/ 1409791 h 3474663"/>
              <a:gd name="connsiteX750" fmla="*/ 3014610 w 4110601"/>
              <a:gd name="connsiteY750" fmla="*/ 1345792 h 3474663"/>
              <a:gd name="connsiteX751" fmla="*/ 3030935 w 4110601"/>
              <a:gd name="connsiteY751" fmla="*/ 1370817 h 3474663"/>
              <a:gd name="connsiteX752" fmla="*/ 3003562 w 4110601"/>
              <a:gd name="connsiteY752" fmla="*/ 1308408 h 3474663"/>
              <a:gd name="connsiteX753" fmla="*/ 2969244 w 4110601"/>
              <a:gd name="connsiteY753" fmla="*/ 1254123 h 3474663"/>
              <a:gd name="connsiteX754" fmla="*/ 2976330 w 4110601"/>
              <a:gd name="connsiteY754" fmla="*/ 1263740 h 3474663"/>
              <a:gd name="connsiteX755" fmla="*/ 2943684 w 4110601"/>
              <a:gd name="connsiteY755" fmla="*/ 1213692 h 3474663"/>
              <a:gd name="connsiteX756" fmla="*/ 2969244 w 4110601"/>
              <a:gd name="connsiteY756" fmla="*/ 1254123 h 3474663"/>
              <a:gd name="connsiteX757" fmla="*/ 2938192 w 4110601"/>
              <a:gd name="connsiteY757" fmla="*/ 1211979 h 3474663"/>
              <a:gd name="connsiteX758" fmla="*/ 2845739 w 4110601"/>
              <a:gd name="connsiteY758" fmla="*/ 1063538 h 3474663"/>
              <a:gd name="connsiteX759" fmla="*/ 2911036 w 4110601"/>
              <a:gd name="connsiteY759" fmla="*/ 1163641 h 3474663"/>
              <a:gd name="connsiteX760" fmla="*/ 2916095 w 4110601"/>
              <a:gd name="connsiteY760" fmla="*/ 1124667 h 3474663"/>
              <a:gd name="connsiteX761" fmla="*/ 3079334 w 4110601"/>
              <a:gd name="connsiteY761" fmla="*/ 1374920 h 3474663"/>
              <a:gd name="connsiteX762" fmla="*/ 2909889 w 4110601"/>
              <a:gd name="connsiteY762" fmla="*/ 1021693 h 3474663"/>
              <a:gd name="connsiteX763" fmla="*/ 3007834 w 4110601"/>
              <a:gd name="connsiteY763" fmla="*/ 1171847 h 3474663"/>
              <a:gd name="connsiteX764" fmla="*/ 2914948 w 4110601"/>
              <a:gd name="connsiteY764" fmla="*/ 982719 h 3474663"/>
              <a:gd name="connsiteX765" fmla="*/ 3143484 w 4110601"/>
              <a:gd name="connsiteY765" fmla="*/ 1333076 h 3474663"/>
              <a:gd name="connsiteX766" fmla="*/ 3115896 w 4110601"/>
              <a:gd name="connsiteY766" fmla="*/ 1244050 h 3474663"/>
              <a:gd name="connsiteX767" fmla="*/ 3083248 w 4110601"/>
              <a:gd name="connsiteY767" fmla="*/ 1193998 h 3474663"/>
              <a:gd name="connsiteX768" fmla="*/ 3077615 w 4110601"/>
              <a:gd name="connsiteY768" fmla="*/ 1161999 h 3474663"/>
              <a:gd name="connsiteX769" fmla="*/ 3191884 w 4110601"/>
              <a:gd name="connsiteY769" fmla="*/ 1337179 h 3474663"/>
              <a:gd name="connsiteX770" fmla="*/ 3055661 w 4110601"/>
              <a:gd name="connsiteY770" fmla="*/ 1104976 h 3474663"/>
              <a:gd name="connsiteX771" fmla="*/ 3191311 w 4110601"/>
              <a:gd name="connsiteY771" fmla="*/ 1266205 h 3474663"/>
              <a:gd name="connsiteX772" fmla="*/ 3044396 w 4110601"/>
              <a:gd name="connsiteY772" fmla="*/ 1040976 h 3474663"/>
              <a:gd name="connsiteX773" fmla="*/ 3092795 w 4110601"/>
              <a:gd name="connsiteY773" fmla="*/ 1045079 h 3474663"/>
              <a:gd name="connsiteX774" fmla="*/ 3109120 w 4110601"/>
              <a:gd name="connsiteY774" fmla="*/ 1070105 h 3474663"/>
              <a:gd name="connsiteX775" fmla="*/ 3190164 w 4110601"/>
              <a:gd name="connsiteY775" fmla="*/ 1124257 h 3474663"/>
              <a:gd name="connsiteX776" fmla="*/ 3130503 w 4110601"/>
              <a:gd name="connsiteY776" fmla="*/ 1056157 h 3474663"/>
              <a:gd name="connsiteX777" fmla="*/ 3141194 w 4110601"/>
              <a:gd name="connsiteY777" fmla="*/ 1049183 h 3474663"/>
              <a:gd name="connsiteX778" fmla="*/ 3092221 w 4110601"/>
              <a:gd name="connsiteY778" fmla="*/ 974106 h 3474663"/>
              <a:gd name="connsiteX779" fmla="*/ 3151886 w 4110601"/>
              <a:gd name="connsiteY779" fmla="*/ 1042209 h 3474663"/>
              <a:gd name="connsiteX780" fmla="*/ 3070265 w 4110601"/>
              <a:gd name="connsiteY780" fmla="*/ 917080 h 3474663"/>
              <a:gd name="connsiteX781" fmla="*/ 3162578 w 4110601"/>
              <a:gd name="connsiteY781" fmla="*/ 1035234 h 3474663"/>
              <a:gd name="connsiteX782" fmla="*/ 3134989 w 4110601"/>
              <a:gd name="connsiteY782" fmla="*/ 946209 h 3474663"/>
              <a:gd name="connsiteX783" fmla="*/ 3200286 w 4110601"/>
              <a:gd name="connsiteY783" fmla="*/ 1046312 h 3474663"/>
              <a:gd name="connsiteX784" fmla="*/ 3113032 w 4110601"/>
              <a:gd name="connsiteY784" fmla="*/ 889184 h 3474663"/>
              <a:gd name="connsiteX785" fmla="*/ 3210977 w 4110601"/>
              <a:gd name="connsiteY785" fmla="*/ 1039338 h 3474663"/>
              <a:gd name="connsiteX786" fmla="*/ 3123724 w 4110601"/>
              <a:gd name="connsiteY786" fmla="*/ 882209 h 3474663"/>
              <a:gd name="connsiteX787" fmla="*/ 3172696 w 4110601"/>
              <a:gd name="connsiteY787" fmla="*/ 957287 h 3474663"/>
              <a:gd name="connsiteX788" fmla="*/ 3150740 w 4110601"/>
              <a:gd name="connsiteY788" fmla="*/ 900261 h 3474663"/>
              <a:gd name="connsiteX789" fmla="*/ 3134416 w 4110601"/>
              <a:gd name="connsiteY789" fmla="*/ 875235 h 3474663"/>
              <a:gd name="connsiteX790" fmla="*/ 3280757 w 4110601"/>
              <a:gd name="connsiteY790" fmla="*/ 1029490 h 3474663"/>
              <a:gd name="connsiteX791" fmla="*/ 3215463 w 4110601"/>
              <a:gd name="connsiteY791" fmla="*/ 929390 h 3474663"/>
              <a:gd name="connsiteX792" fmla="*/ 3209831 w 4110601"/>
              <a:gd name="connsiteY792" fmla="*/ 897390 h 3474663"/>
              <a:gd name="connsiteX793" fmla="*/ 3378129 w 4110601"/>
              <a:gd name="connsiteY793" fmla="*/ 1108670 h 3474663"/>
              <a:gd name="connsiteX794" fmla="*/ 3698978 w 4110601"/>
              <a:gd name="connsiteY794" fmla="*/ 1577180 h 3474663"/>
              <a:gd name="connsiteX795" fmla="*/ 3639314 w 4110601"/>
              <a:gd name="connsiteY795" fmla="*/ 1509077 h 3474663"/>
              <a:gd name="connsiteX796" fmla="*/ 3645520 w 4110601"/>
              <a:gd name="connsiteY796" fmla="*/ 1612051 h 3474663"/>
              <a:gd name="connsiteX797" fmla="*/ 3531251 w 4110601"/>
              <a:gd name="connsiteY797" fmla="*/ 1436871 h 3474663"/>
              <a:gd name="connsiteX798" fmla="*/ 3624136 w 4110601"/>
              <a:gd name="connsiteY798" fmla="*/ 1625999 h 3474663"/>
              <a:gd name="connsiteX799" fmla="*/ 3575737 w 4110601"/>
              <a:gd name="connsiteY799" fmla="*/ 1621896 h 3474663"/>
              <a:gd name="connsiteX800" fmla="*/ 3543088 w 4110601"/>
              <a:gd name="connsiteY800" fmla="*/ 1571845 h 3474663"/>
              <a:gd name="connsiteX801" fmla="*/ 3597693 w 4110601"/>
              <a:gd name="connsiteY801" fmla="*/ 1678922 h 3474663"/>
              <a:gd name="connsiteX802" fmla="*/ 3505381 w 4110601"/>
              <a:gd name="connsiteY802" fmla="*/ 1560767 h 3474663"/>
              <a:gd name="connsiteX803" fmla="*/ 3538602 w 4110601"/>
              <a:gd name="connsiteY803" fmla="*/ 1681793 h 3474663"/>
              <a:gd name="connsiteX804" fmla="*/ 3522278 w 4110601"/>
              <a:gd name="connsiteY804" fmla="*/ 1656767 h 3474663"/>
              <a:gd name="connsiteX805" fmla="*/ 3539173 w 4110601"/>
              <a:gd name="connsiteY805" fmla="*/ 1752763 h 3474663"/>
              <a:gd name="connsiteX806" fmla="*/ 3463187 w 4110601"/>
              <a:gd name="connsiteY806" fmla="*/ 1659638 h 3474663"/>
              <a:gd name="connsiteX807" fmla="*/ 3523421 w 4110601"/>
              <a:gd name="connsiteY807" fmla="*/ 1798712 h 3474663"/>
              <a:gd name="connsiteX808" fmla="*/ 3436744 w 4110601"/>
              <a:gd name="connsiteY808" fmla="*/ 1712561 h 3474663"/>
              <a:gd name="connsiteX809" fmla="*/ 3474952 w 4110601"/>
              <a:gd name="connsiteY809" fmla="*/ 1785738 h 3474663"/>
              <a:gd name="connsiteX810" fmla="*/ 3479971 w 4110601"/>
              <a:gd name="connsiteY810" fmla="*/ 1821698 h 3474663"/>
              <a:gd name="connsiteX811" fmla="*/ 3480006 w 4110601"/>
              <a:gd name="connsiteY811" fmla="*/ 1821554 h 3474663"/>
              <a:gd name="connsiteX812" fmla="*/ 3517361 w 4110601"/>
              <a:gd name="connsiteY812" fmla="*/ 1767103 h 3474663"/>
              <a:gd name="connsiteX813" fmla="*/ 3588247 w 4110601"/>
              <a:gd name="connsiteY813" fmla="*/ 1899141 h 3474663"/>
              <a:gd name="connsiteX814" fmla="*/ 3601505 w 4110601"/>
              <a:gd name="connsiteY814" fmla="*/ 1919466 h 3474663"/>
              <a:gd name="connsiteX815" fmla="*/ 3702458 w 4110601"/>
              <a:gd name="connsiteY815" fmla="*/ 2074232 h 3474663"/>
              <a:gd name="connsiteX816" fmla="*/ 3593316 w 4110601"/>
              <a:gd name="connsiteY816" fmla="*/ 1860179 h 3474663"/>
              <a:gd name="connsiteX817" fmla="*/ 3615257 w 4110601"/>
              <a:gd name="connsiteY817" fmla="*/ 1917182 h 3474663"/>
              <a:gd name="connsiteX818" fmla="*/ 3592760 w 4110601"/>
              <a:gd name="connsiteY818" fmla="*/ 1789231 h 3474663"/>
              <a:gd name="connsiteX819" fmla="*/ 3695167 w 4110601"/>
              <a:gd name="connsiteY819" fmla="*/ 1829397 h 3474663"/>
              <a:gd name="connsiteX820" fmla="*/ 3727800 w 4110601"/>
              <a:gd name="connsiteY820" fmla="*/ 1879425 h 3474663"/>
              <a:gd name="connsiteX821" fmla="*/ 3786885 w 4110601"/>
              <a:gd name="connsiteY821" fmla="*/ 1876540 h 3474663"/>
              <a:gd name="connsiteX822" fmla="*/ 3743004 w 4110601"/>
              <a:gd name="connsiteY822" fmla="*/ 1762538 h 3474663"/>
              <a:gd name="connsiteX823" fmla="*/ 3764945 w 4110601"/>
              <a:gd name="connsiteY823" fmla="*/ 1819541 h 3474663"/>
              <a:gd name="connsiteX824" fmla="*/ 3893250 w 4110601"/>
              <a:gd name="connsiteY824" fmla="*/ 1735848 h 3474663"/>
              <a:gd name="connsiteX825" fmla="*/ 3931505 w 4110601"/>
              <a:gd name="connsiteY825" fmla="*/ 1817860 h 3474663"/>
              <a:gd name="connsiteX826" fmla="*/ 3930950 w 4110601"/>
              <a:gd name="connsiteY826" fmla="*/ 1746912 h 3474663"/>
              <a:gd name="connsiteX827" fmla="*/ 3958790 w 4110601"/>
              <a:gd name="connsiteY827" fmla="*/ 1796162 h 3474663"/>
              <a:gd name="connsiteX828" fmla="*/ 3965406 w 4110601"/>
              <a:gd name="connsiteY828" fmla="*/ 1802321 h 3474663"/>
              <a:gd name="connsiteX829" fmla="*/ 3969770 w 4110601"/>
              <a:gd name="connsiteY829" fmla="*/ 1815184 h 3474663"/>
              <a:gd name="connsiteX830" fmla="*/ 4013085 w 4110601"/>
              <a:gd name="connsiteY830" fmla="*/ 1942927 h 3474663"/>
              <a:gd name="connsiteX831" fmla="*/ 3996767 w 4110601"/>
              <a:gd name="connsiteY831" fmla="*/ 1917911 h 3474663"/>
              <a:gd name="connsiteX832" fmla="*/ 4046272 w 4110601"/>
              <a:gd name="connsiteY832" fmla="*/ 2063900 h 3474663"/>
              <a:gd name="connsiteX833" fmla="*/ 4013641 w 4110601"/>
              <a:gd name="connsiteY833" fmla="*/ 2013875 h 3474663"/>
              <a:gd name="connsiteX834" fmla="*/ 4019264 w 4110601"/>
              <a:gd name="connsiteY834" fmla="*/ 2045862 h 3474663"/>
              <a:gd name="connsiteX835" fmla="*/ 4002948 w 4110601"/>
              <a:gd name="connsiteY835" fmla="*/ 2020849 h 3474663"/>
              <a:gd name="connsiteX836" fmla="*/ 4024887 w 4110601"/>
              <a:gd name="connsiteY836" fmla="*/ 2077849 h 3474663"/>
              <a:gd name="connsiteX837" fmla="*/ 4008571 w 4110601"/>
              <a:gd name="connsiteY837" fmla="*/ 2052836 h 3474663"/>
              <a:gd name="connsiteX838" fmla="*/ 3987188 w 4110601"/>
              <a:gd name="connsiteY838" fmla="*/ 2066785 h 3474663"/>
              <a:gd name="connsiteX839" fmla="*/ 3981565 w 4110601"/>
              <a:gd name="connsiteY839" fmla="*/ 2034797 h 3474663"/>
              <a:gd name="connsiteX840" fmla="*/ 3993366 w 4110601"/>
              <a:gd name="connsiteY840" fmla="*/ 2169721 h 3474663"/>
              <a:gd name="connsiteX841" fmla="*/ 3922480 w 4110601"/>
              <a:gd name="connsiteY841" fmla="*/ 2037683 h 3474663"/>
              <a:gd name="connsiteX842" fmla="*/ 3993366 w 4110601"/>
              <a:gd name="connsiteY842" fmla="*/ 2169721 h 3474663"/>
              <a:gd name="connsiteX843" fmla="*/ 3847079 w 4110601"/>
              <a:gd name="connsiteY843" fmla="*/ 2015552 h 3474663"/>
              <a:gd name="connsiteX844" fmla="*/ 3792509 w 4110601"/>
              <a:gd name="connsiteY844" fmla="*/ 1908527 h 3474663"/>
              <a:gd name="connsiteX845" fmla="*/ 3902207 w 4110601"/>
              <a:gd name="connsiteY845" fmla="*/ 2193528 h 3474663"/>
              <a:gd name="connsiteX846" fmla="*/ 3902763 w 4110601"/>
              <a:gd name="connsiteY846" fmla="*/ 2264480 h 3474663"/>
              <a:gd name="connsiteX847" fmla="*/ 3760987 w 4110601"/>
              <a:gd name="connsiteY847" fmla="*/ 2000398 h 3474663"/>
              <a:gd name="connsiteX848" fmla="*/ 3805423 w 4110601"/>
              <a:gd name="connsiteY848" fmla="*/ 2185349 h 3474663"/>
              <a:gd name="connsiteX849" fmla="*/ 3714263 w 4110601"/>
              <a:gd name="connsiteY849" fmla="*/ 2209158 h 3474663"/>
              <a:gd name="connsiteX850" fmla="*/ 3643375 w 4110601"/>
              <a:gd name="connsiteY850" fmla="*/ 2077117 h 3474663"/>
              <a:gd name="connsiteX851" fmla="*/ 3605674 w 4110601"/>
              <a:gd name="connsiteY851" fmla="*/ 2066053 h 3474663"/>
              <a:gd name="connsiteX852" fmla="*/ 3714263 w 4110601"/>
              <a:gd name="connsiteY852" fmla="*/ 2209158 h 3474663"/>
              <a:gd name="connsiteX853" fmla="*/ 3741825 w 4110601"/>
              <a:gd name="connsiteY853" fmla="*/ 2298144 h 3474663"/>
              <a:gd name="connsiteX854" fmla="*/ 3703570 w 4110601"/>
              <a:gd name="connsiteY854" fmla="*/ 2216132 h 3474663"/>
              <a:gd name="connsiteX855" fmla="*/ 3763767 w 4110601"/>
              <a:gd name="connsiteY855" fmla="*/ 2355147 h 3474663"/>
              <a:gd name="connsiteX856" fmla="*/ 3682187 w 4110601"/>
              <a:gd name="connsiteY856" fmla="*/ 2230080 h 3474663"/>
              <a:gd name="connsiteX857" fmla="*/ 3688922 w 4110601"/>
              <a:gd name="connsiteY857" fmla="*/ 2403967 h 3474663"/>
              <a:gd name="connsiteX858" fmla="*/ 3666981 w 4110601"/>
              <a:gd name="connsiteY858" fmla="*/ 2346964 h 3474663"/>
              <a:gd name="connsiteX859" fmla="*/ 3656845 w 4110601"/>
              <a:gd name="connsiteY859" fmla="*/ 2424891 h 3474663"/>
              <a:gd name="connsiteX860" fmla="*/ 3695101 w 4110601"/>
              <a:gd name="connsiteY860" fmla="*/ 2506903 h 3474663"/>
              <a:gd name="connsiteX861" fmla="*/ 3635462 w 4110601"/>
              <a:gd name="connsiteY861" fmla="*/ 2438839 h 3474663"/>
              <a:gd name="connsiteX862" fmla="*/ 3674271 w 4110601"/>
              <a:gd name="connsiteY862" fmla="*/ 2591801 h 3474663"/>
              <a:gd name="connsiteX863" fmla="*/ 3592693 w 4110601"/>
              <a:gd name="connsiteY863" fmla="*/ 2466738 h 3474663"/>
              <a:gd name="connsiteX864" fmla="*/ 3549925 w 4110601"/>
              <a:gd name="connsiteY864" fmla="*/ 2494635 h 3474663"/>
              <a:gd name="connsiteX865" fmla="*/ 3435714 w 4110601"/>
              <a:gd name="connsiteY865" fmla="*/ 2319543 h 3474663"/>
              <a:gd name="connsiteX866" fmla="*/ 3566796 w 4110601"/>
              <a:gd name="connsiteY866" fmla="*/ 2590595 h 3474663"/>
              <a:gd name="connsiteX867" fmla="*/ 3534165 w 4110601"/>
              <a:gd name="connsiteY867" fmla="*/ 2540570 h 3474663"/>
              <a:gd name="connsiteX868" fmla="*/ 3502088 w 4110601"/>
              <a:gd name="connsiteY868" fmla="*/ 2561494 h 3474663"/>
              <a:gd name="connsiteX869" fmla="*/ 3425577 w 4110601"/>
              <a:gd name="connsiteY869" fmla="*/ 2397466 h 3474663"/>
              <a:gd name="connsiteX870" fmla="*/ 3458762 w 4110601"/>
              <a:gd name="connsiteY870" fmla="*/ 2518440 h 3474663"/>
              <a:gd name="connsiteX871" fmla="*/ 3333860 w 4110601"/>
              <a:gd name="connsiteY871" fmla="*/ 2350322 h 3474663"/>
              <a:gd name="connsiteX872" fmla="*/ 3323168 w 4110601"/>
              <a:gd name="connsiteY872" fmla="*/ 2357297 h 3474663"/>
              <a:gd name="connsiteX873" fmla="*/ 3432312 w 4110601"/>
              <a:gd name="connsiteY873" fmla="*/ 2571353 h 3474663"/>
              <a:gd name="connsiteX874" fmla="*/ 3383363 w 4110601"/>
              <a:gd name="connsiteY874" fmla="*/ 2496312 h 3474663"/>
              <a:gd name="connsiteX875" fmla="*/ 3465499 w 4110601"/>
              <a:gd name="connsiteY875" fmla="*/ 2692326 h 3474663"/>
              <a:gd name="connsiteX876" fmla="*/ 3432868 w 4110601"/>
              <a:gd name="connsiteY876" fmla="*/ 2642301 h 3474663"/>
              <a:gd name="connsiteX877" fmla="*/ 3427799 w 4110601"/>
              <a:gd name="connsiteY877" fmla="*/ 2681263 h 3474663"/>
              <a:gd name="connsiteX878" fmla="*/ 3297272 w 4110601"/>
              <a:gd name="connsiteY878" fmla="*/ 2481159 h 3474663"/>
              <a:gd name="connsiteX879" fmla="*/ 3341150 w 4110601"/>
              <a:gd name="connsiteY879" fmla="*/ 2595158 h 3474663"/>
              <a:gd name="connsiteX880" fmla="*/ 3292203 w 4110601"/>
              <a:gd name="connsiteY880" fmla="*/ 2520120 h 3474663"/>
              <a:gd name="connsiteX881" fmla="*/ 3330459 w 4110601"/>
              <a:gd name="connsiteY881" fmla="*/ 2602132 h 3474663"/>
              <a:gd name="connsiteX882" fmla="*/ 3210623 w 4110601"/>
              <a:gd name="connsiteY882" fmla="*/ 2395054 h 3474663"/>
              <a:gd name="connsiteX883" fmla="*/ 3309074 w 4110601"/>
              <a:gd name="connsiteY883" fmla="*/ 2616081 h 3474663"/>
              <a:gd name="connsiteX884" fmla="*/ 3216804 w 4110601"/>
              <a:gd name="connsiteY884" fmla="*/ 2497992 h 3474663"/>
              <a:gd name="connsiteX885" fmla="*/ 3298940 w 4110601"/>
              <a:gd name="connsiteY885" fmla="*/ 2694007 h 3474663"/>
              <a:gd name="connsiteX886" fmla="*/ 3244368 w 4110601"/>
              <a:gd name="connsiteY886" fmla="*/ 2586978 h 3474663"/>
              <a:gd name="connsiteX887" fmla="*/ 3332125 w 4110601"/>
              <a:gd name="connsiteY887" fmla="*/ 2814981 h 3474663"/>
              <a:gd name="connsiteX888" fmla="*/ 3315810 w 4110601"/>
              <a:gd name="connsiteY888" fmla="*/ 2789968 h 3474663"/>
              <a:gd name="connsiteX889" fmla="*/ 3332683 w 4110601"/>
              <a:gd name="connsiteY889" fmla="*/ 2885932 h 3474663"/>
              <a:gd name="connsiteX890" fmla="*/ 3251103 w 4110601"/>
              <a:gd name="connsiteY890" fmla="*/ 2760866 h 3474663"/>
              <a:gd name="connsiteX891" fmla="*/ 3321991 w 4110601"/>
              <a:gd name="connsiteY891" fmla="*/ 2892906 h 3474663"/>
              <a:gd name="connsiteX892" fmla="*/ 3229718 w 4110601"/>
              <a:gd name="connsiteY892" fmla="*/ 2774815 h 3474663"/>
              <a:gd name="connsiteX893" fmla="*/ 3300606 w 4110601"/>
              <a:gd name="connsiteY893" fmla="*/ 2906855 h 3474663"/>
              <a:gd name="connsiteX894" fmla="*/ 3257282 w 4110601"/>
              <a:gd name="connsiteY894" fmla="*/ 2863801 h 3474663"/>
              <a:gd name="connsiteX895" fmla="*/ 3197643 w 4110601"/>
              <a:gd name="connsiteY895" fmla="*/ 2795738 h 3474663"/>
              <a:gd name="connsiteX896" fmla="*/ 3279223 w 4110601"/>
              <a:gd name="connsiteY896" fmla="*/ 2920804 h 3474663"/>
              <a:gd name="connsiteX897" fmla="*/ 3247146 w 4110601"/>
              <a:gd name="connsiteY897" fmla="*/ 2941727 h 3474663"/>
              <a:gd name="connsiteX898" fmla="*/ 3192574 w 4110601"/>
              <a:gd name="connsiteY898" fmla="*/ 2834699 h 3474663"/>
              <a:gd name="connsiteX899" fmla="*/ 3252769 w 4110601"/>
              <a:gd name="connsiteY899" fmla="*/ 2973714 h 3474663"/>
              <a:gd name="connsiteX900" fmla="*/ 3165566 w 4110601"/>
              <a:gd name="connsiteY900" fmla="*/ 2816661 h 3474663"/>
              <a:gd name="connsiteX901" fmla="*/ 3247701 w 4110601"/>
              <a:gd name="connsiteY901" fmla="*/ 3012675 h 3474663"/>
              <a:gd name="connsiteX902" fmla="*/ 3095233 w 4110601"/>
              <a:gd name="connsiteY902" fmla="*/ 2755568 h 3474663"/>
              <a:gd name="connsiteX903" fmla="*/ 3014210 w 4110601"/>
              <a:gd name="connsiteY903" fmla="*/ 2701454 h 3474663"/>
              <a:gd name="connsiteX904" fmla="*/ 3101969 w 4110601"/>
              <a:gd name="connsiteY904" fmla="*/ 2929456 h 3474663"/>
              <a:gd name="connsiteX905" fmla="*/ 3053022 w 4110601"/>
              <a:gd name="connsiteY905" fmla="*/ 2854418 h 3474663"/>
              <a:gd name="connsiteX906" fmla="*/ 3107592 w 4110601"/>
              <a:gd name="connsiteY906" fmla="*/ 2961443 h 3474663"/>
              <a:gd name="connsiteX907" fmla="*/ 3042330 w 4110601"/>
              <a:gd name="connsiteY907" fmla="*/ 2861392 h 3474663"/>
              <a:gd name="connsiteX908" fmla="*/ 3047390 w 4110601"/>
              <a:gd name="connsiteY908" fmla="*/ 2896532 h 3474663"/>
              <a:gd name="connsiteX909" fmla="*/ 3052021 w 4110601"/>
              <a:gd name="connsiteY909" fmla="*/ 2917503 h 3474663"/>
              <a:gd name="connsiteX910" fmla="*/ 2988312 w 4110601"/>
              <a:gd name="connsiteY910" fmla="*/ 2825313 h 3474663"/>
              <a:gd name="connsiteX911" fmla="*/ 2977621 w 4110601"/>
              <a:gd name="connsiteY911" fmla="*/ 2832287 h 3474663"/>
              <a:gd name="connsiteX912" fmla="*/ 3070448 w 4110601"/>
              <a:gd name="connsiteY912" fmla="*/ 3021327 h 3474663"/>
              <a:gd name="connsiteX913" fmla="*/ 3078581 w 4110601"/>
              <a:gd name="connsiteY913" fmla="*/ 3041095 h 3474663"/>
              <a:gd name="connsiteX914" fmla="*/ 3089699 w 4110601"/>
              <a:gd name="connsiteY914" fmla="*/ 3073319 h 3474663"/>
              <a:gd name="connsiteX915" fmla="*/ 3083526 w 4110601"/>
              <a:gd name="connsiteY915" fmla="*/ 3061823 h 3474663"/>
              <a:gd name="connsiteX916" fmla="*/ 3021501 w 4110601"/>
              <a:gd name="connsiteY916" fmla="*/ 2946289 h 3474663"/>
              <a:gd name="connsiteX917" fmla="*/ 3027680 w 4110601"/>
              <a:gd name="connsiteY917" fmla="*/ 3049224 h 3474663"/>
              <a:gd name="connsiteX918" fmla="*/ 2995048 w 4110601"/>
              <a:gd name="connsiteY918" fmla="*/ 2999199 h 3474663"/>
              <a:gd name="connsiteX919" fmla="*/ 2941033 w 4110601"/>
              <a:gd name="connsiteY919" fmla="*/ 2963123 h 3474663"/>
              <a:gd name="connsiteX920" fmla="*/ 2973238 w 4110601"/>
              <a:gd name="connsiteY920" fmla="*/ 3044625 h 3474663"/>
              <a:gd name="connsiteX921" fmla="*/ 2987153 w 4110601"/>
              <a:gd name="connsiteY921" fmla="*/ 3075920 h 3474663"/>
              <a:gd name="connsiteX922" fmla="*/ 2983922 w 4110601"/>
              <a:gd name="connsiteY922" fmla="*/ 3069902 h 3474663"/>
              <a:gd name="connsiteX923" fmla="*/ 2930340 w 4110601"/>
              <a:gd name="connsiteY923" fmla="*/ 2970098 h 3474663"/>
              <a:gd name="connsiteX924" fmla="*/ 2941588 w 4110601"/>
              <a:gd name="connsiteY924" fmla="*/ 3034071 h 3474663"/>
              <a:gd name="connsiteX925" fmla="*/ 3006853 w 4110601"/>
              <a:gd name="connsiteY925" fmla="*/ 3134125 h 3474663"/>
              <a:gd name="connsiteX926" fmla="*/ 2833557 w 4110601"/>
              <a:gd name="connsiteY926" fmla="*/ 2961919 h 3474663"/>
              <a:gd name="connsiteX927" fmla="*/ 2899375 w 4110601"/>
              <a:gd name="connsiteY927" fmla="*/ 3132917 h 3474663"/>
              <a:gd name="connsiteX928" fmla="*/ 2687270 w 4110601"/>
              <a:gd name="connsiteY928" fmla="*/ 2807750 h 3474663"/>
              <a:gd name="connsiteX929" fmla="*/ 2709763 w 4110601"/>
              <a:gd name="connsiteY929" fmla="*/ 2935699 h 3474663"/>
              <a:gd name="connsiteX930" fmla="*/ 2796966 w 4110601"/>
              <a:gd name="connsiteY930" fmla="*/ 3092752 h 3474663"/>
              <a:gd name="connsiteX931" fmla="*/ 2781206 w 4110601"/>
              <a:gd name="connsiteY931" fmla="*/ 3138688 h 3474663"/>
              <a:gd name="connsiteX932" fmla="*/ 2764891 w 4110601"/>
              <a:gd name="connsiteY932" fmla="*/ 3113675 h 3474663"/>
              <a:gd name="connsiteX933" fmla="*/ 2798078 w 4110601"/>
              <a:gd name="connsiteY933" fmla="*/ 3234652 h 3474663"/>
              <a:gd name="connsiteX934" fmla="*/ 2781760 w 4110601"/>
              <a:gd name="connsiteY934" fmla="*/ 3209637 h 3474663"/>
              <a:gd name="connsiteX935" fmla="*/ 2809326 w 4110601"/>
              <a:gd name="connsiteY935" fmla="*/ 3298626 h 3474663"/>
              <a:gd name="connsiteX936" fmla="*/ 2744062 w 4110601"/>
              <a:gd name="connsiteY936" fmla="*/ 3198572 h 3474663"/>
              <a:gd name="connsiteX937" fmla="*/ 2755310 w 4110601"/>
              <a:gd name="connsiteY937" fmla="*/ 3262549 h 3474663"/>
              <a:gd name="connsiteX938" fmla="*/ 2702018 w 4110601"/>
              <a:gd name="connsiteY938" fmla="*/ 3166570 h 3474663"/>
              <a:gd name="connsiteX939" fmla="*/ 2702241 w 4110601"/>
              <a:gd name="connsiteY939" fmla="*/ 3165128 h 3474663"/>
              <a:gd name="connsiteX940" fmla="*/ 2668107 w 4110601"/>
              <a:gd name="connsiteY940" fmla="*/ 3105496 h 3474663"/>
              <a:gd name="connsiteX941" fmla="*/ 2702018 w 4110601"/>
              <a:gd name="connsiteY941" fmla="*/ 3166570 h 3474663"/>
              <a:gd name="connsiteX942" fmla="*/ 2700243 w 4110601"/>
              <a:gd name="connsiteY942" fmla="*/ 3178128 h 3474663"/>
              <a:gd name="connsiteX943" fmla="*/ 2695669 w 4110601"/>
              <a:gd name="connsiteY943" fmla="*/ 3194483 h 3474663"/>
              <a:gd name="connsiteX944" fmla="*/ 2717608 w 4110601"/>
              <a:gd name="connsiteY944" fmla="*/ 3251483 h 3474663"/>
              <a:gd name="connsiteX945" fmla="*/ 2619714 w 4110601"/>
              <a:gd name="connsiteY945" fmla="*/ 3101407 h 3474663"/>
              <a:gd name="connsiteX946" fmla="*/ 2652901 w 4110601"/>
              <a:gd name="connsiteY946" fmla="*/ 3222380 h 3474663"/>
              <a:gd name="connsiteX947" fmla="*/ 2718166 w 4110601"/>
              <a:gd name="connsiteY947" fmla="*/ 3322434 h 3474663"/>
              <a:gd name="connsiteX948" fmla="*/ 2696781 w 4110601"/>
              <a:gd name="connsiteY948" fmla="*/ 3336383 h 3474663"/>
              <a:gd name="connsiteX949" fmla="*/ 2664148 w 4110601"/>
              <a:gd name="connsiteY949" fmla="*/ 3286355 h 3474663"/>
              <a:gd name="connsiteX950" fmla="*/ 2621380 w 4110601"/>
              <a:gd name="connsiteY950" fmla="*/ 3314252 h 3474663"/>
              <a:gd name="connsiteX951" fmla="*/ 2664706 w 4110601"/>
              <a:gd name="connsiteY951" fmla="*/ 3357306 h 3474663"/>
              <a:gd name="connsiteX952" fmla="*/ 2605622 w 4110601"/>
              <a:gd name="connsiteY952" fmla="*/ 3360190 h 3474663"/>
              <a:gd name="connsiteX953" fmla="*/ 2551048 w 4110601"/>
              <a:gd name="connsiteY953" fmla="*/ 3253163 h 3474663"/>
              <a:gd name="connsiteX954" fmla="*/ 2557227 w 4110601"/>
              <a:gd name="connsiteY954" fmla="*/ 3356098 h 3474663"/>
              <a:gd name="connsiteX955" fmla="*/ 2448642 w 4110601"/>
              <a:gd name="connsiteY955" fmla="*/ 3212997 h 3474663"/>
              <a:gd name="connsiteX956" fmla="*/ 2426700 w 4110601"/>
              <a:gd name="connsiteY956" fmla="*/ 3155994 h 3474663"/>
              <a:gd name="connsiteX957" fmla="*/ 2492521 w 4110601"/>
              <a:gd name="connsiteY957" fmla="*/ 3326996 h 3474663"/>
              <a:gd name="connsiteX958" fmla="*/ 2437951 w 4110601"/>
              <a:gd name="connsiteY958" fmla="*/ 3219971 h 3474663"/>
              <a:gd name="connsiteX959" fmla="*/ 2492521 w 4110601"/>
              <a:gd name="connsiteY959" fmla="*/ 3326996 h 3474663"/>
              <a:gd name="connsiteX960" fmla="*/ 2410941 w 4110601"/>
              <a:gd name="connsiteY960" fmla="*/ 3201930 h 3474663"/>
              <a:gd name="connsiteX961" fmla="*/ 2397368 w 4110601"/>
              <a:gd name="connsiteY961" fmla="*/ 3184044 h 3474663"/>
              <a:gd name="connsiteX962" fmla="*/ 2399609 w 4110601"/>
              <a:gd name="connsiteY962" fmla="*/ 3203382 h 3474663"/>
              <a:gd name="connsiteX963" fmla="*/ 2329363 w 4110601"/>
              <a:gd name="connsiteY963" fmla="*/ 3076867 h 3474663"/>
              <a:gd name="connsiteX964" fmla="*/ 2340609 w 4110601"/>
              <a:gd name="connsiteY964" fmla="*/ 3140841 h 3474663"/>
              <a:gd name="connsiteX965" fmla="*/ 2389556 w 4110601"/>
              <a:gd name="connsiteY965" fmla="*/ 3215879 h 3474663"/>
              <a:gd name="connsiteX966" fmla="*/ 2378864 w 4110601"/>
              <a:gd name="connsiteY966" fmla="*/ 3222853 h 3474663"/>
              <a:gd name="connsiteX967" fmla="*/ 2324293 w 4110601"/>
              <a:gd name="connsiteY967" fmla="*/ 3115828 h 3474663"/>
              <a:gd name="connsiteX968" fmla="*/ 2384489 w 4110601"/>
              <a:gd name="connsiteY968" fmla="*/ 3254844 h 3474663"/>
              <a:gd name="connsiteX969" fmla="*/ 2378864 w 4110601"/>
              <a:gd name="connsiteY969" fmla="*/ 3222853 h 3474663"/>
              <a:gd name="connsiteX970" fmla="*/ 2488009 w 4110601"/>
              <a:gd name="connsiteY970" fmla="*/ 3436909 h 3474663"/>
              <a:gd name="connsiteX971" fmla="*/ 2406429 w 4110601"/>
              <a:gd name="connsiteY971" fmla="*/ 3311843 h 3474663"/>
              <a:gd name="connsiteX972" fmla="*/ 2412053 w 4110601"/>
              <a:gd name="connsiteY972" fmla="*/ 3343830 h 3474663"/>
              <a:gd name="connsiteX973" fmla="*/ 2259587 w 4110601"/>
              <a:gd name="connsiteY973" fmla="*/ 3086726 h 3474663"/>
              <a:gd name="connsiteX974" fmla="*/ 2380531 w 4110601"/>
              <a:gd name="connsiteY974" fmla="*/ 3435701 h 3474663"/>
              <a:gd name="connsiteX975" fmla="*/ 2304020 w 4110601"/>
              <a:gd name="connsiteY975" fmla="*/ 3271673 h 3474663"/>
              <a:gd name="connsiteX976" fmla="*/ 2375462 w 4110601"/>
              <a:gd name="connsiteY976" fmla="*/ 3474663 h 3474663"/>
              <a:gd name="connsiteX977" fmla="*/ 2179116 w 4110601"/>
              <a:gd name="connsiteY977" fmla="*/ 3103556 h 3474663"/>
              <a:gd name="connsiteX978" fmla="*/ 2195988 w 4110601"/>
              <a:gd name="connsiteY978" fmla="*/ 3199521 h 3474663"/>
              <a:gd name="connsiteX979" fmla="*/ 2212304 w 4110601"/>
              <a:gd name="connsiteY979" fmla="*/ 3224534 h 3474663"/>
              <a:gd name="connsiteX980" fmla="*/ 2217927 w 4110601"/>
              <a:gd name="connsiteY980" fmla="*/ 3256521 h 3474663"/>
              <a:gd name="connsiteX981" fmla="*/ 2130724 w 4110601"/>
              <a:gd name="connsiteY981" fmla="*/ 3099467 h 3474663"/>
              <a:gd name="connsiteX982" fmla="*/ 2239868 w 4110601"/>
              <a:gd name="connsiteY982" fmla="*/ 3313520 h 3474663"/>
              <a:gd name="connsiteX983" fmla="*/ 2114964 w 4110601"/>
              <a:gd name="connsiteY983" fmla="*/ 3145403 h 3474663"/>
              <a:gd name="connsiteX984" fmla="*/ 2213416 w 4110601"/>
              <a:gd name="connsiteY984" fmla="*/ 3366434 h 3474663"/>
              <a:gd name="connsiteX985" fmla="*/ 2165023 w 4110601"/>
              <a:gd name="connsiteY985" fmla="*/ 3362341 h 3474663"/>
              <a:gd name="connsiteX986" fmla="*/ 2143084 w 4110601"/>
              <a:gd name="connsiteY986" fmla="*/ 3305341 h 3474663"/>
              <a:gd name="connsiteX987" fmla="*/ 2072752 w 4110601"/>
              <a:gd name="connsiteY987" fmla="*/ 3244252 h 3474663"/>
              <a:gd name="connsiteX988" fmla="*/ 2121699 w 4110601"/>
              <a:gd name="connsiteY988" fmla="*/ 3319290 h 3474663"/>
              <a:gd name="connsiteX989" fmla="*/ 2111007 w 4110601"/>
              <a:gd name="connsiteY989" fmla="*/ 3326265 h 3474663"/>
              <a:gd name="connsiteX990" fmla="*/ 2159956 w 4110601"/>
              <a:gd name="connsiteY990" fmla="*/ 3401306 h 3474663"/>
              <a:gd name="connsiteX991" fmla="*/ 2100315 w 4110601"/>
              <a:gd name="connsiteY991" fmla="*/ 3333239 h 3474663"/>
              <a:gd name="connsiteX992" fmla="*/ 2171204 w 4110601"/>
              <a:gd name="connsiteY992" fmla="*/ 3465279 h 3474663"/>
              <a:gd name="connsiteX993" fmla="*/ 2089624 w 4110601"/>
              <a:gd name="connsiteY993" fmla="*/ 3340213 h 3474663"/>
              <a:gd name="connsiteX994" fmla="*/ 2090178 w 4110601"/>
              <a:gd name="connsiteY994" fmla="*/ 3411162 h 3474663"/>
              <a:gd name="connsiteX995" fmla="*/ 2035608 w 4110601"/>
              <a:gd name="connsiteY995" fmla="*/ 3304137 h 3474663"/>
              <a:gd name="connsiteX996" fmla="*/ 2095803 w 4110601"/>
              <a:gd name="connsiteY996" fmla="*/ 3443152 h 3474663"/>
              <a:gd name="connsiteX997" fmla="*/ 2024916 w 4110601"/>
              <a:gd name="connsiteY997" fmla="*/ 3311111 h 3474663"/>
              <a:gd name="connsiteX998" fmla="*/ 2045800 w 4110601"/>
              <a:gd name="connsiteY998" fmla="*/ 3372700 h 3474663"/>
              <a:gd name="connsiteX999" fmla="*/ 2058788 w 4110601"/>
              <a:gd name="connsiteY999" fmla="*/ 3411001 h 3474663"/>
              <a:gd name="connsiteX1000" fmla="*/ 2052478 w 4110601"/>
              <a:gd name="connsiteY1000" fmla="*/ 3400098 h 3474663"/>
              <a:gd name="connsiteX1001" fmla="*/ 2043828 w 4110601"/>
              <a:gd name="connsiteY1001" fmla="*/ 3410201 h 3474663"/>
              <a:gd name="connsiteX1002" fmla="*/ 2047278 w 4110601"/>
              <a:gd name="connsiteY1002" fmla="*/ 3437988 h 3474663"/>
              <a:gd name="connsiteX1003" fmla="*/ 2037863 w 4110601"/>
              <a:gd name="connsiteY1003" fmla="*/ 3431360 h 3474663"/>
              <a:gd name="connsiteX1004" fmla="*/ 1922506 w 4110601"/>
              <a:gd name="connsiteY1004" fmla="*/ 3270942 h 3474663"/>
              <a:gd name="connsiteX1005" fmla="*/ 1987771 w 4110601"/>
              <a:gd name="connsiteY1005" fmla="*/ 3370996 h 3474663"/>
              <a:gd name="connsiteX1006" fmla="*/ 1972011 w 4110601"/>
              <a:gd name="connsiteY1006" fmla="*/ 3416931 h 3474663"/>
              <a:gd name="connsiteX1007" fmla="*/ 1835859 w 4110601"/>
              <a:gd name="connsiteY1007" fmla="*/ 3184841 h 3474663"/>
              <a:gd name="connsiteX1008" fmla="*/ 1835494 w 4110601"/>
              <a:gd name="connsiteY1008" fmla="*/ 3184188 h 3474663"/>
              <a:gd name="connsiteX1009" fmla="*/ 1828961 w 4110601"/>
              <a:gd name="connsiteY1009" fmla="*/ 3176011 h 3474663"/>
              <a:gd name="connsiteX1010" fmla="*/ 1793080 w 4110601"/>
              <a:gd name="connsiteY1010" fmla="*/ 3141449 h 3474663"/>
              <a:gd name="connsiteX1011" fmla="*/ 1815037 w 4110601"/>
              <a:gd name="connsiteY1011" fmla="*/ 3198474 h 3474663"/>
              <a:gd name="connsiteX1012" fmla="*/ 1755373 w 4110601"/>
              <a:gd name="connsiteY1012" fmla="*/ 3130372 h 3474663"/>
              <a:gd name="connsiteX1013" fmla="*/ 1804345 w 4110601"/>
              <a:gd name="connsiteY1013" fmla="*/ 3205449 h 3474663"/>
              <a:gd name="connsiteX1014" fmla="*/ 1744680 w 4110601"/>
              <a:gd name="connsiteY1014" fmla="*/ 3137346 h 3474663"/>
              <a:gd name="connsiteX1015" fmla="*/ 1782962 w 4110601"/>
              <a:gd name="connsiteY1015" fmla="*/ 3219397 h 3474663"/>
              <a:gd name="connsiteX1016" fmla="*/ 1749741 w 4110601"/>
              <a:gd name="connsiteY1016" fmla="*/ 3098371 h 3474663"/>
              <a:gd name="connsiteX1017" fmla="*/ 1663060 w 4110601"/>
              <a:gd name="connsiteY1017" fmla="*/ 3012218 h 3474663"/>
              <a:gd name="connsiteX1018" fmla="*/ 1678811 w 4110601"/>
              <a:gd name="connsiteY1018" fmla="*/ 2966269 h 3474663"/>
              <a:gd name="connsiteX1019" fmla="*/ 1760432 w 4110601"/>
              <a:gd name="connsiteY1019" fmla="*/ 3091398 h 3474663"/>
              <a:gd name="connsiteX1020" fmla="*/ 1820097 w 4110601"/>
              <a:gd name="connsiteY1020" fmla="*/ 3159500 h 3474663"/>
              <a:gd name="connsiteX1021" fmla="*/ 1790173 w 4110601"/>
              <a:gd name="connsiteY1021" fmla="*/ 3103771 h 3474663"/>
              <a:gd name="connsiteX1022" fmla="*/ 1782776 w 4110601"/>
              <a:gd name="connsiteY1022" fmla="*/ 3089994 h 3474663"/>
              <a:gd name="connsiteX1023" fmla="*/ 1763907 w 4110601"/>
              <a:gd name="connsiteY1023" fmla="*/ 3056279 h 3474663"/>
              <a:gd name="connsiteX1024" fmla="*/ 1755995 w 4110601"/>
              <a:gd name="connsiteY1024" fmla="*/ 3040114 h 3474663"/>
              <a:gd name="connsiteX1025" fmla="*/ 1749167 w 4110601"/>
              <a:gd name="connsiteY1025" fmla="*/ 3027398 h 3474663"/>
              <a:gd name="connsiteX1026" fmla="*/ 1751208 w 4110601"/>
              <a:gd name="connsiteY1026" fmla="*/ 3030527 h 3474663"/>
              <a:gd name="connsiteX1027" fmla="*/ 1751584 w 4110601"/>
              <a:gd name="connsiteY1027" fmla="*/ 3031103 h 3474663"/>
              <a:gd name="connsiteX1028" fmla="*/ 1685154 w 4110601"/>
              <a:gd name="connsiteY1028" fmla="*/ 2895389 h 3474663"/>
              <a:gd name="connsiteX1029" fmla="*/ 1679141 w 4110601"/>
              <a:gd name="connsiteY1029" fmla="*/ 2882361 h 3474663"/>
              <a:gd name="connsiteX1030" fmla="*/ 1642101 w 4110601"/>
              <a:gd name="connsiteY1030" fmla="*/ 2815685 h 3474663"/>
              <a:gd name="connsiteX1031" fmla="*/ 1740933 w 4110601"/>
              <a:gd name="connsiteY1031" fmla="*/ 3037304 h 3474663"/>
              <a:gd name="connsiteX1032" fmla="*/ 1522530 w 4110601"/>
              <a:gd name="connsiteY1032" fmla="*/ 2679116 h 3474663"/>
              <a:gd name="connsiteX1033" fmla="*/ 1523177 w 4110601"/>
              <a:gd name="connsiteY1033" fmla="*/ 2750214 h 3474663"/>
              <a:gd name="connsiteX1034" fmla="*/ 1555907 w 4110601"/>
              <a:gd name="connsiteY1034" fmla="*/ 2800390 h 3474663"/>
              <a:gd name="connsiteX1035" fmla="*/ 1561577 w 4110601"/>
              <a:gd name="connsiteY1035" fmla="*/ 2832449 h 3474663"/>
              <a:gd name="connsiteX1036" fmla="*/ 1457723 w 4110601"/>
              <a:gd name="connsiteY1036" fmla="*/ 2649869 h 3474663"/>
              <a:gd name="connsiteX1037" fmla="*/ 1583613 w 4110601"/>
              <a:gd name="connsiteY1037" fmla="*/ 2889600 h 3474663"/>
              <a:gd name="connsiteX1038" fmla="*/ 1436984 w 4110601"/>
              <a:gd name="connsiteY1038" fmla="*/ 2734917 h 3474663"/>
              <a:gd name="connsiteX1039" fmla="*/ 1573566 w 4110601"/>
              <a:gd name="connsiteY1039" fmla="*/ 2967673 h 3474663"/>
              <a:gd name="connsiteX1040" fmla="*/ 1557202 w 4110601"/>
              <a:gd name="connsiteY1040" fmla="*/ 2942586 h 3474663"/>
              <a:gd name="connsiteX1041" fmla="*/ 1498066 w 4110601"/>
              <a:gd name="connsiteY1041" fmla="*/ 2945402 h 3474663"/>
              <a:gd name="connsiteX1042" fmla="*/ 1492394 w 4110601"/>
              <a:gd name="connsiteY1042" fmla="*/ 2913338 h 3474663"/>
              <a:gd name="connsiteX1043" fmla="*/ 1400529 w 4110601"/>
              <a:gd name="connsiteY1043" fmla="*/ 2865979 h 3474663"/>
              <a:gd name="connsiteX1044" fmla="*/ 1425753 w 4110601"/>
              <a:gd name="connsiteY1044" fmla="*/ 2894787 h 3474663"/>
              <a:gd name="connsiteX1045" fmla="*/ 1452842 w 4110601"/>
              <a:gd name="connsiteY1045" fmla="*/ 2925729 h 3474663"/>
              <a:gd name="connsiteX1046" fmla="*/ 1449621 w 4110601"/>
              <a:gd name="connsiteY1046" fmla="*/ 2941239 h 3474663"/>
              <a:gd name="connsiteX1047" fmla="*/ 1498713 w 4110601"/>
              <a:gd name="connsiteY1047" fmla="*/ 3016500 h 3474663"/>
              <a:gd name="connsiteX1048" fmla="*/ 1438929 w 4110601"/>
              <a:gd name="connsiteY1048" fmla="*/ 2948214 h 3474663"/>
              <a:gd name="connsiteX1049" fmla="*/ 1510054 w 4110601"/>
              <a:gd name="connsiteY1049" fmla="*/ 3080622 h 3474663"/>
              <a:gd name="connsiteX1050" fmla="*/ 1428235 w 4110601"/>
              <a:gd name="connsiteY1050" fmla="*/ 2955190 h 3474663"/>
              <a:gd name="connsiteX1051" fmla="*/ 1428882 w 4110601"/>
              <a:gd name="connsiteY1051" fmla="*/ 3026288 h 3474663"/>
              <a:gd name="connsiteX1052" fmla="*/ 1379790 w 4110601"/>
              <a:gd name="connsiteY1052" fmla="*/ 2951027 h 3474663"/>
              <a:gd name="connsiteX1053" fmla="*/ 1440226 w 4110601"/>
              <a:gd name="connsiteY1053" fmla="*/ 3090413 h 3474663"/>
              <a:gd name="connsiteX1054" fmla="*/ 1358404 w 4110601"/>
              <a:gd name="connsiteY1054" fmla="*/ 2964977 h 3474663"/>
              <a:gd name="connsiteX1055" fmla="*/ 1383899 w 4110601"/>
              <a:gd name="connsiteY1055" fmla="*/ 3023782 h 3474663"/>
              <a:gd name="connsiteX1056" fmla="*/ 1393749 w 4110601"/>
              <a:gd name="connsiteY1056" fmla="*/ 3046494 h 3474663"/>
              <a:gd name="connsiteX1057" fmla="*/ 1386107 w 4110601"/>
              <a:gd name="connsiteY1057" fmla="*/ 3044690 h 3474663"/>
              <a:gd name="connsiteX1058" fmla="*/ 1391781 w 4110601"/>
              <a:gd name="connsiteY1058" fmla="*/ 3086251 h 3474663"/>
              <a:gd name="connsiteX1059" fmla="*/ 1418838 w 4110601"/>
              <a:gd name="connsiteY1059" fmla="*/ 3104364 h 3474663"/>
              <a:gd name="connsiteX1060" fmla="*/ 1272210 w 4110601"/>
              <a:gd name="connsiteY1060" fmla="*/ 2949681 h 3474663"/>
              <a:gd name="connsiteX1061" fmla="*/ 1337667 w 4110601"/>
              <a:gd name="connsiteY1061" fmla="*/ 3050030 h 3474663"/>
              <a:gd name="connsiteX1062" fmla="*/ 1305587 w 4110601"/>
              <a:gd name="connsiteY1062" fmla="*/ 3070955 h 3474663"/>
              <a:gd name="connsiteX1063" fmla="*/ 1163981 w 4110601"/>
              <a:gd name="connsiteY1063" fmla="*/ 2877237 h 3474663"/>
              <a:gd name="connsiteX1064" fmla="*/ 999227 w 4110601"/>
              <a:gd name="connsiteY1064" fmla="*/ 2577923 h 3474663"/>
              <a:gd name="connsiteX1065" fmla="*/ 933003 w 4110601"/>
              <a:gd name="connsiteY1065" fmla="*/ 2447249 h 3474663"/>
              <a:gd name="connsiteX1066" fmla="*/ 919271 w 4110601"/>
              <a:gd name="connsiteY1066" fmla="*/ 2361871 h 3474663"/>
              <a:gd name="connsiteX1067" fmla="*/ 965670 w 4110601"/>
              <a:gd name="connsiteY1067" fmla="*/ 2362898 h 3474663"/>
              <a:gd name="connsiteX1068" fmla="*/ 1053160 w 4110601"/>
              <a:gd name="connsiteY1068" fmla="*/ 2520394 h 3474663"/>
              <a:gd name="connsiteX1069" fmla="*/ 981385 w 4110601"/>
              <a:gd name="connsiteY1069" fmla="*/ 2316884 h 3474663"/>
              <a:gd name="connsiteX1070" fmla="*/ 1035501 w 4110601"/>
              <a:gd name="connsiteY1070" fmla="*/ 2353110 h 3474663"/>
              <a:gd name="connsiteX1071" fmla="*/ 1051863 w 4110601"/>
              <a:gd name="connsiteY1071" fmla="*/ 2378195 h 3474663"/>
              <a:gd name="connsiteX1072" fmla="*/ 1042102 w 4110601"/>
              <a:gd name="connsiteY1072" fmla="*/ 2339860 h 3474663"/>
              <a:gd name="connsiteX1073" fmla="*/ 1021674 w 4110601"/>
              <a:gd name="connsiteY1073" fmla="*/ 2299408 h 3474663"/>
              <a:gd name="connsiteX1074" fmla="*/ 1013321 w 4110601"/>
              <a:gd name="connsiteY1074" fmla="*/ 2294975 h 3474663"/>
              <a:gd name="connsiteX1075" fmla="*/ 958527 w 4110601"/>
              <a:gd name="connsiteY1075" fmla="*/ 2187611 h 3474663"/>
              <a:gd name="connsiteX1076" fmla="*/ 948504 w 4110601"/>
              <a:gd name="connsiteY1076" fmla="*/ 2265701 h 3474663"/>
              <a:gd name="connsiteX1077" fmla="*/ 860969 w 4110601"/>
              <a:gd name="connsiteY1077" fmla="*/ 2108142 h 3474663"/>
              <a:gd name="connsiteX1078" fmla="*/ 849612 w 4110601"/>
              <a:gd name="connsiteY1078" fmla="*/ 2044001 h 3474663"/>
              <a:gd name="connsiteX1079" fmla="*/ 888700 w 4110601"/>
              <a:gd name="connsiteY1079" fmla="*/ 2197382 h 3474663"/>
              <a:gd name="connsiteX1080" fmla="*/ 850278 w 4110601"/>
              <a:gd name="connsiteY1080" fmla="*/ 2115115 h 3474663"/>
              <a:gd name="connsiteX1081" fmla="*/ 894380 w 4110601"/>
              <a:gd name="connsiteY1081" fmla="*/ 2229453 h 3474663"/>
              <a:gd name="connsiteX1082" fmla="*/ 833909 w 4110601"/>
              <a:gd name="connsiteY1082" fmla="*/ 2090021 h 3474663"/>
              <a:gd name="connsiteX1083" fmla="*/ 814950 w 4110601"/>
              <a:gd name="connsiteY1083" fmla="*/ 2075555 h 3474663"/>
              <a:gd name="connsiteX1084" fmla="*/ 813075 w 4110601"/>
              <a:gd name="connsiteY1084" fmla="*/ 2097517 h 3474663"/>
              <a:gd name="connsiteX1085" fmla="*/ 778197 w 4110601"/>
              <a:gd name="connsiteY1085" fmla="*/ 2027976 h 3474663"/>
              <a:gd name="connsiteX1086" fmla="*/ 752053 w 4110601"/>
              <a:gd name="connsiteY1086" fmla="*/ 1964532 h 3474663"/>
              <a:gd name="connsiteX1087" fmla="*/ 747043 w 4110601"/>
              <a:gd name="connsiteY1087" fmla="*/ 2003577 h 3474663"/>
              <a:gd name="connsiteX1088" fmla="*/ 796156 w 4110601"/>
              <a:gd name="connsiteY1088" fmla="*/ 2078870 h 3474663"/>
              <a:gd name="connsiteX1089" fmla="*/ 785465 w 4110601"/>
              <a:gd name="connsiteY1089" fmla="*/ 2085844 h 3474663"/>
              <a:gd name="connsiteX1090" fmla="*/ 730671 w 4110601"/>
              <a:gd name="connsiteY1090" fmla="*/ 1978480 h 3474663"/>
              <a:gd name="connsiteX1091" fmla="*/ 791145 w 4110601"/>
              <a:gd name="connsiteY1091" fmla="*/ 2117915 h 3474663"/>
              <a:gd name="connsiteX1092" fmla="*/ 774774 w 4110601"/>
              <a:gd name="connsiteY1092" fmla="*/ 2092818 h 3474663"/>
              <a:gd name="connsiteX1093" fmla="*/ 857297 w 4110601"/>
              <a:gd name="connsiteY1093" fmla="*/ 2289419 h 3474663"/>
              <a:gd name="connsiteX1094" fmla="*/ 813194 w 4110601"/>
              <a:gd name="connsiteY1094" fmla="*/ 2175081 h 3474663"/>
              <a:gd name="connsiteX1095" fmla="*/ 791813 w 4110601"/>
              <a:gd name="connsiteY1095" fmla="*/ 2189028 h 3474663"/>
              <a:gd name="connsiteX1096" fmla="*/ 676547 w 4110601"/>
              <a:gd name="connsiteY1096" fmla="*/ 1942232 h 3474663"/>
              <a:gd name="connsiteX1097" fmla="*/ 771100 w 4110601"/>
              <a:gd name="connsiteY1097" fmla="*/ 2274092 h 3474663"/>
              <a:gd name="connsiteX1098" fmla="*/ 704948 w 4110601"/>
              <a:gd name="connsiteY1098" fmla="*/ 2102588 h 3474663"/>
              <a:gd name="connsiteX1099" fmla="*/ 776780 w 4110601"/>
              <a:gd name="connsiteY1099" fmla="*/ 2306163 h 3474663"/>
              <a:gd name="connsiteX1100" fmla="*/ 606722 w 4110601"/>
              <a:gd name="connsiteY1100" fmla="*/ 1952002 h 3474663"/>
              <a:gd name="connsiteX1101" fmla="*/ 607391 w 4110601"/>
              <a:gd name="connsiteY1101" fmla="*/ 2023118 h 3474663"/>
              <a:gd name="connsiteX1102" fmla="*/ 623762 w 4110601"/>
              <a:gd name="connsiteY1102" fmla="*/ 2048216 h 3474663"/>
              <a:gd name="connsiteX1103" fmla="*/ 629443 w 4110601"/>
              <a:gd name="connsiteY1103" fmla="*/ 2080287 h 3474663"/>
              <a:gd name="connsiteX1104" fmla="*/ 552598 w 4110601"/>
              <a:gd name="connsiteY1104" fmla="*/ 1915754 h 3474663"/>
              <a:gd name="connsiteX1105" fmla="*/ 640803 w 4110601"/>
              <a:gd name="connsiteY1105" fmla="*/ 2144430 h 3474663"/>
              <a:gd name="connsiteX1106" fmla="*/ 520525 w 4110601"/>
              <a:gd name="connsiteY1106" fmla="*/ 1936675 h 3474663"/>
              <a:gd name="connsiteX1107" fmla="*/ 625101 w 4110601"/>
              <a:gd name="connsiteY1107" fmla="*/ 2190448 h 3474663"/>
              <a:gd name="connsiteX1108" fmla="*/ 619421 w 4110601"/>
              <a:gd name="connsiteY1108" fmla="*/ 2158377 h 3474663"/>
              <a:gd name="connsiteX1109" fmla="*/ 570976 w 4110601"/>
              <a:gd name="connsiteY1109" fmla="*/ 2154201 h 3474663"/>
              <a:gd name="connsiteX1110" fmla="*/ 548926 w 4110601"/>
              <a:gd name="connsiteY1110" fmla="*/ 2097031 h 3474663"/>
              <a:gd name="connsiteX1111" fmla="*/ 478430 w 4110601"/>
              <a:gd name="connsiteY1111" fmla="*/ 2035686 h 3474663"/>
              <a:gd name="connsiteX1112" fmla="*/ 538234 w 4110601"/>
              <a:gd name="connsiteY1112" fmla="*/ 2104006 h 3474663"/>
              <a:gd name="connsiteX1113" fmla="*/ 527543 w 4110601"/>
              <a:gd name="connsiteY1113" fmla="*/ 2110980 h 3474663"/>
              <a:gd name="connsiteX1114" fmla="*/ 565965 w 4110601"/>
              <a:gd name="connsiteY1114" fmla="*/ 2193246 h 3474663"/>
              <a:gd name="connsiteX1115" fmla="*/ 516852 w 4110601"/>
              <a:gd name="connsiteY1115" fmla="*/ 2117953 h 3474663"/>
              <a:gd name="connsiteX1116" fmla="*/ 588017 w 4110601"/>
              <a:gd name="connsiteY1116" fmla="*/ 2250415 h 3474663"/>
              <a:gd name="connsiteX1117" fmla="*/ 506161 w 4110601"/>
              <a:gd name="connsiteY1117" fmla="*/ 2124927 h 3474663"/>
              <a:gd name="connsiteX1118" fmla="*/ 517521 w 4110601"/>
              <a:gd name="connsiteY1118" fmla="*/ 2189069 h 3474663"/>
              <a:gd name="connsiteX1119" fmla="*/ 462728 w 4110601"/>
              <a:gd name="connsiteY1119" fmla="*/ 2081705 h 3474663"/>
              <a:gd name="connsiteX1120" fmla="*/ 523202 w 4110601"/>
              <a:gd name="connsiteY1120" fmla="*/ 2221141 h 3474663"/>
              <a:gd name="connsiteX1121" fmla="*/ 441346 w 4110601"/>
              <a:gd name="connsiteY1121" fmla="*/ 2095652 h 3474663"/>
              <a:gd name="connsiteX1122" fmla="*/ 479769 w 4110601"/>
              <a:gd name="connsiteY1122" fmla="*/ 2177919 h 3474663"/>
              <a:gd name="connsiteX1123" fmla="*/ 485449 w 4110601"/>
              <a:gd name="connsiteY1123" fmla="*/ 2209990 h 3474663"/>
              <a:gd name="connsiteX1124" fmla="*/ 489542 w 4110601"/>
              <a:gd name="connsiteY1124" fmla="*/ 2216265 h 3474663"/>
              <a:gd name="connsiteX1125" fmla="*/ 501820 w 4110601"/>
              <a:gd name="connsiteY1125" fmla="*/ 2235088 h 3474663"/>
              <a:gd name="connsiteX1126" fmla="*/ 518191 w 4110601"/>
              <a:gd name="connsiteY1126" fmla="*/ 2260186 h 3474663"/>
              <a:gd name="connsiteX1127" fmla="*/ 376531 w 4110601"/>
              <a:gd name="connsiteY1127" fmla="*/ 2066378 h 3474663"/>
              <a:gd name="connsiteX1128" fmla="*/ 431325 w 4110601"/>
              <a:gd name="connsiteY1128" fmla="*/ 2173742 h 3474663"/>
              <a:gd name="connsiteX1129" fmla="*/ 420634 w 4110601"/>
              <a:gd name="connsiteY1129" fmla="*/ 2180716 h 3474663"/>
              <a:gd name="connsiteX1130" fmla="*/ 262605 w 4110601"/>
              <a:gd name="connsiteY1130" fmla="*/ 1961814 h 3474663"/>
              <a:gd name="connsiteX1131" fmla="*/ 103905 w 4110601"/>
              <a:gd name="connsiteY1131" fmla="*/ 1671792 h 3474663"/>
              <a:gd name="connsiteX1132" fmla="*/ 0 w 4110601"/>
              <a:gd name="connsiteY1132" fmla="*/ 1489137 h 3474663"/>
              <a:gd name="connsiteX1133" fmla="*/ 49113 w 4110601"/>
              <a:gd name="connsiteY1133" fmla="*/ 1564431 h 3474663"/>
              <a:gd name="connsiteX1134" fmla="*/ 69825 w 4110601"/>
              <a:gd name="connsiteY1134" fmla="*/ 1479367 h 3474663"/>
              <a:gd name="connsiteX1135" fmla="*/ 173730 w 4110601"/>
              <a:gd name="connsiteY1135" fmla="*/ 1662021 h 3474663"/>
              <a:gd name="connsiteX1136" fmla="*/ 101898 w 4110601"/>
              <a:gd name="connsiteY1136" fmla="*/ 1458446 h 3474663"/>
              <a:gd name="connsiteX1137" fmla="*/ 156024 w 4110601"/>
              <a:gd name="connsiteY1137" fmla="*/ 1494693 h 3474663"/>
              <a:gd name="connsiteX1138" fmla="*/ 172395 w 4110601"/>
              <a:gd name="connsiteY1138" fmla="*/ 1519791 h 3474663"/>
              <a:gd name="connsiteX1139" fmla="*/ 144663 w 4110601"/>
              <a:gd name="connsiteY1139" fmla="*/ 1430551 h 3474663"/>
              <a:gd name="connsiteX1140" fmla="*/ 215828 w 4110601"/>
              <a:gd name="connsiteY1140" fmla="*/ 1563013 h 3474663"/>
              <a:gd name="connsiteX1141" fmla="*/ 236540 w 4110601"/>
              <a:gd name="connsiteY1141" fmla="*/ 1477949 h 3474663"/>
              <a:gd name="connsiteX1142" fmla="*/ 225849 w 4110601"/>
              <a:gd name="connsiteY1142" fmla="*/ 1484923 h 3474663"/>
              <a:gd name="connsiteX1143" fmla="*/ 252242 w 4110601"/>
              <a:gd name="connsiteY1143" fmla="*/ 1431931 h 3474663"/>
              <a:gd name="connsiteX1144" fmla="*/ 317724 w 4110601"/>
              <a:gd name="connsiteY1144" fmla="*/ 1532318 h 3474663"/>
              <a:gd name="connsiteX1145" fmla="*/ 284314 w 4110601"/>
              <a:gd name="connsiteY1145" fmla="*/ 1411010 h 3474663"/>
              <a:gd name="connsiteX1146" fmla="*/ 360488 w 4110601"/>
              <a:gd name="connsiteY1146" fmla="*/ 1504424 h 3474663"/>
              <a:gd name="connsiteX1147" fmla="*/ 343449 w 4110601"/>
              <a:gd name="connsiteY1147" fmla="*/ 1408213 h 3474663"/>
              <a:gd name="connsiteX1148" fmla="*/ 392560 w 4110601"/>
              <a:gd name="connsiteY1148" fmla="*/ 1483503 h 3474663"/>
              <a:gd name="connsiteX1149" fmla="*/ 391893 w 4110601"/>
              <a:gd name="connsiteY1149" fmla="*/ 1412390 h 3474663"/>
              <a:gd name="connsiteX1150" fmla="*/ 424633 w 4110601"/>
              <a:gd name="connsiteY1150" fmla="*/ 1462582 h 3474663"/>
              <a:gd name="connsiteX1151" fmla="*/ 478757 w 4110601"/>
              <a:gd name="connsiteY1151" fmla="*/ 1498830 h 3474663"/>
              <a:gd name="connsiteX1152" fmla="*/ 451029 w 4110601"/>
              <a:gd name="connsiteY1152" fmla="*/ 1409592 h 3474663"/>
              <a:gd name="connsiteX1153" fmla="*/ 510831 w 4110601"/>
              <a:gd name="connsiteY1153" fmla="*/ 1477908 h 3474663"/>
              <a:gd name="connsiteX1154" fmla="*/ 554264 w 4110601"/>
              <a:gd name="connsiteY1154" fmla="*/ 1521130 h 3474663"/>
              <a:gd name="connsiteX1155" fmla="*/ 537893 w 4110601"/>
              <a:gd name="connsiteY1155" fmla="*/ 1496032 h 3474663"/>
              <a:gd name="connsiteX1156" fmla="*/ 534176 w 4110601"/>
              <a:gd name="connsiteY1156" fmla="*/ 1458209 h 3474663"/>
              <a:gd name="connsiteX1157" fmla="*/ 528987 w 4110601"/>
              <a:gd name="connsiteY1157" fmla="*/ 1445380 h 3474663"/>
              <a:gd name="connsiteX1158" fmla="*/ 542988 w 4110601"/>
              <a:gd name="connsiteY1158" fmla="*/ 1465877 h 3474663"/>
              <a:gd name="connsiteX1159" fmla="*/ 559275 w 4110601"/>
              <a:gd name="connsiteY1159" fmla="*/ 1482085 h 3474663"/>
              <a:gd name="connsiteX1160" fmla="*/ 553595 w 4110601"/>
              <a:gd name="connsiteY1160" fmla="*/ 1450014 h 3474663"/>
              <a:gd name="connsiteX1161" fmla="*/ 624090 w 4110601"/>
              <a:gd name="connsiteY1161" fmla="*/ 1511359 h 3474663"/>
              <a:gd name="connsiteX1162" fmla="*/ 585668 w 4110601"/>
              <a:gd name="connsiteY1162" fmla="*/ 1429093 h 3474663"/>
              <a:gd name="connsiteX1163" fmla="*/ 617740 w 4110601"/>
              <a:gd name="connsiteY1163" fmla="*/ 1408172 h 3474663"/>
              <a:gd name="connsiteX1164" fmla="*/ 672534 w 4110601"/>
              <a:gd name="connsiteY1164" fmla="*/ 1515536 h 3474663"/>
              <a:gd name="connsiteX1165" fmla="*/ 661173 w 4110601"/>
              <a:gd name="connsiteY1165" fmla="*/ 1451394 h 3474663"/>
              <a:gd name="connsiteX1166" fmla="*/ 738018 w 4110601"/>
              <a:gd name="connsiteY1166" fmla="*/ 1615927 h 3474663"/>
              <a:gd name="connsiteX1167" fmla="*/ 693916 w 4110601"/>
              <a:gd name="connsiteY1167" fmla="*/ 1501589 h 3474663"/>
              <a:gd name="connsiteX1168" fmla="*/ 774432 w 4110601"/>
              <a:gd name="connsiteY1168" fmla="*/ 1484845 h 3474663"/>
              <a:gd name="connsiteX1169" fmla="*/ 833568 w 4110601"/>
              <a:gd name="connsiteY1169" fmla="*/ 1482047 h 3474663"/>
              <a:gd name="connsiteX1170" fmla="*/ 871991 w 4110601"/>
              <a:gd name="connsiteY1170" fmla="*/ 1564314 h 3474663"/>
              <a:gd name="connsiteX1171" fmla="*/ 893372 w 4110601"/>
              <a:gd name="connsiteY1171" fmla="*/ 1550367 h 3474663"/>
              <a:gd name="connsiteX1172" fmla="*/ 915422 w 4110601"/>
              <a:gd name="connsiteY1172" fmla="*/ 1607532 h 3474663"/>
              <a:gd name="connsiteX1173" fmla="*/ 843590 w 4110601"/>
              <a:gd name="connsiteY1173" fmla="*/ 1403957 h 3474663"/>
              <a:gd name="connsiteX1174" fmla="*/ 876332 w 4110601"/>
              <a:gd name="connsiteY1174" fmla="*/ 1454153 h 3474663"/>
              <a:gd name="connsiteX1175" fmla="*/ 892033 w 4110601"/>
              <a:gd name="connsiteY1175" fmla="*/ 1408134 h 3474663"/>
              <a:gd name="connsiteX1176" fmla="*/ 924776 w 4110601"/>
              <a:gd name="connsiteY1176" fmla="*/ 1458330 h 3474663"/>
              <a:gd name="connsiteX1177" fmla="*/ 909699 w 4110601"/>
              <a:gd name="connsiteY1177" fmla="*/ 1420140 h 3474663"/>
              <a:gd name="connsiteX1178" fmla="*/ 905749 w 4110601"/>
              <a:gd name="connsiteY1178" fmla="*/ 1414347 h 3474663"/>
              <a:gd name="connsiteX1179" fmla="*/ 698309 w 4110601"/>
              <a:gd name="connsiteY1179" fmla="*/ 1066722 h 3474663"/>
              <a:gd name="connsiteX1180" fmla="*/ 747418 w 4110601"/>
              <a:gd name="connsiteY1180" fmla="*/ 1142009 h 3474663"/>
              <a:gd name="connsiteX1181" fmla="*/ 746793 w 4110601"/>
              <a:gd name="connsiteY1181" fmla="*/ 1070868 h 3474663"/>
              <a:gd name="connsiteX1182" fmla="*/ 845011 w 4110601"/>
              <a:gd name="connsiteY1182" fmla="*/ 1221441 h 3474663"/>
              <a:gd name="connsiteX1183" fmla="*/ 757498 w 4110601"/>
              <a:gd name="connsiteY1183" fmla="*/ 1063885 h 3474663"/>
              <a:gd name="connsiteX1184" fmla="*/ 784574 w 4110601"/>
              <a:gd name="connsiteY1184" fmla="*/ 1082000 h 3474663"/>
              <a:gd name="connsiteX1185" fmla="*/ 817312 w 4110601"/>
              <a:gd name="connsiteY1185" fmla="*/ 1132189 h 3474663"/>
              <a:gd name="connsiteX1186" fmla="*/ 762539 w 4110601"/>
              <a:gd name="connsiteY1186" fmla="*/ 1024825 h 3474663"/>
              <a:gd name="connsiteX1187" fmla="*/ 844389 w 4110601"/>
              <a:gd name="connsiteY1187" fmla="*/ 1150304 h 3474663"/>
              <a:gd name="connsiteX1188" fmla="*/ 816690 w 4110601"/>
              <a:gd name="connsiteY1188" fmla="*/ 1061051 h 3474663"/>
              <a:gd name="connsiteX1189" fmla="*/ 805360 w 4110601"/>
              <a:gd name="connsiteY1189" fmla="*/ 996894 h 3474663"/>
              <a:gd name="connsiteX1190" fmla="*/ 881543 w 4110601"/>
              <a:gd name="connsiteY1190" fmla="*/ 1090292 h 3474663"/>
              <a:gd name="connsiteX1191" fmla="*/ 810401 w 4110601"/>
              <a:gd name="connsiteY1191" fmla="*/ 957833 h 3474663"/>
              <a:gd name="connsiteX1192" fmla="*/ 902953 w 4110601"/>
              <a:gd name="connsiteY1192" fmla="*/ 1076326 h 3474663"/>
              <a:gd name="connsiteX1193" fmla="*/ 848180 w 4110601"/>
              <a:gd name="connsiteY1193" fmla="*/ 968962 h 3474663"/>
              <a:gd name="connsiteX1194" fmla="*/ 907994 w 4110601"/>
              <a:gd name="connsiteY1194" fmla="*/ 1037266 h 3474663"/>
              <a:gd name="connsiteX1195" fmla="*/ 869590 w 4110601"/>
              <a:gd name="connsiteY1195" fmla="*/ 954996 h 3474663"/>
              <a:gd name="connsiteX1196" fmla="*/ 902330 w 4110601"/>
              <a:gd name="connsiteY1196" fmla="*/ 1005188 h 3474663"/>
              <a:gd name="connsiteX1197" fmla="*/ 956479 w 4110601"/>
              <a:gd name="connsiteY1197" fmla="*/ 1041411 h 3474663"/>
              <a:gd name="connsiteX1198" fmla="*/ 901706 w 4110601"/>
              <a:gd name="connsiteY1198" fmla="*/ 934048 h 3474663"/>
              <a:gd name="connsiteX1199" fmla="*/ 961520 w 4110601"/>
              <a:gd name="connsiteY1199" fmla="*/ 1002351 h 3474663"/>
              <a:gd name="connsiteX1200" fmla="*/ 1004965 w 4110601"/>
              <a:gd name="connsiteY1200" fmla="*/ 1045560 h 3474663"/>
              <a:gd name="connsiteX1201" fmla="*/ 972225 w 4110601"/>
              <a:gd name="connsiteY1201" fmla="*/ 995368 h 3474663"/>
              <a:gd name="connsiteX1202" fmla="*/ 953808 w 4110601"/>
              <a:gd name="connsiteY1202" fmla="*/ 967135 h 3474663"/>
              <a:gd name="connsiteX1203" fmla="*/ 943834 w 4110601"/>
              <a:gd name="connsiteY1203" fmla="*/ 951843 h 3474663"/>
              <a:gd name="connsiteX1204" fmla="*/ 929254 w 4110601"/>
              <a:gd name="connsiteY1204" fmla="*/ 929492 h 3474663"/>
              <a:gd name="connsiteX1205" fmla="*/ 923116 w 4110601"/>
              <a:gd name="connsiteY1205" fmla="*/ 920082 h 3474663"/>
              <a:gd name="connsiteX1206" fmla="*/ 982930 w 4110601"/>
              <a:gd name="connsiteY1206" fmla="*/ 988385 h 3474663"/>
              <a:gd name="connsiteX1207" fmla="*/ 950190 w 4110601"/>
              <a:gd name="connsiteY1207" fmla="*/ 938193 h 3474663"/>
              <a:gd name="connsiteX1208" fmla="*/ 1004340 w 4110601"/>
              <a:gd name="connsiteY1208" fmla="*/ 974420 h 3474663"/>
              <a:gd name="connsiteX1209" fmla="*/ 955231 w 4110601"/>
              <a:gd name="connsiteY1209" fmla="*/ 899133 h 3474663"/>
              <a:gd name="connsiteX1210" fmla="*/ 976641 w 4110601"/>
              <a:gd name="connsiteY1210" fmla="*/ 885167 h 3474663"/>
              <a:gd name="connsiteX1211" fmla="*/ 1042119 w 4110601"/>
              <a:gd name="connsiteY1211" fmla="*/ 985548 h 3474663"/>
              <a:gd name="connsiteX1212" fmla="*/ 1020086 w 4110601"/>
              <a:gd name="connsiteY1212" fmla="*/ 928377 h 3474663"/>
              <a:gd name="connsiteX1213" fmla="*/ 1118302 w 4110601"/>
              <a:gd name="connsiteY1213" fmla="*/ 1078946 h 3474663"/>
              <a:gd name="connsiteX1214" fmla="*/ 1047160 w 4110601"/>
              <a:gd name="connsiteY1214" fmla="*/ 946488 h 3474663"/>
              <a:gd name="connsiteX1215" fmla="*/ 1111391 w 4110601"/>
              <a:gd name="connsiteY1215" fmla="*/ 904591 h 3474663"/>
              <a:gd name="connsiteX1216" fmla="*/ 1160500 w 4110601"/>
              <a:gd name="connsiteY1216" fmla="*/ 979878 h 3474663"/>
              <a:gd name="connsiteX1217" fmla="*/ 1154836 w 4110601"/>
              <a:gd name="connsiteY1217" fmla="*/ 947800 h 3474663"/>
              <a:gd name="connsiteX1218" fmla="*/ 1203943 w 4110601"/>
              <a:gd name="connsiteY1218" fmla="*/ 1023083 h 3474663"/>
              <a:gd name="connsiteX1219" fmla="*/ 1078028 w 4110601"/>
              <a:gd name="connsiteY1219" fmla="*/ 783261 h 3474663"/>
              <a:gd name="connsiteX1220" fmla="*/ 1127137 w 4110601"/>
              <a:gd name="connsiteY1220" fmla="*/ 858548 h 3474663"/>
              <a:gd name="connsiteX1221" fmla="*/ 1115807 w 4110601"/>
              <a:gd name="connsiteY1221" fmla="*/ 794390 h 3474663"/>
              <a:gd name="connsiteX1222" fmla="*/ 1132176 w 4110601"/>
              <a:gd name="connsiteY1222" fmla="*/ 819484 h 3474663"/>
              <a:gd name="connsiteX1223" fmla="*/ 1104481 w 4110601"/>
              <a:gd name="connsiteY1223" fmla="*/ 730234 h 3474663"/>
              <a:gd name="connsiteX1224" fmla="*/ 1207738 w 4110601"/>
              <a:gd name="connsiteY1224" fmla="*/ 841744 h 3474663"/>
              <a:gd name="connsiteX1225" fmla="*/ 1158007 w 4110601"/>
              <a:gd name="connsiteY1225" fmla="*/ 695320 h 3474663"/>
              <a:gd name="connsiteX1226" fmla="*/ 1217819 w 4110601"/>
              <a:gd name="connsiteY1226" fmla="*/ 763620 h 3474663"/>
              <a:gd name="connsiteX1227" fmla="*/ 1185081 w 4110601"/>
              <a:gd name="connsiteY1227" fmla="*/ 713431 h 3474663"/>
              <a:gd name="connsiteX1228" fmla="*/ 1200827 w 4110601"/>
              <a:gd name="connsiteY1228" fmla="*/ 667389 h 3474663"/>
              <a:gd name="connsiteX1229" fmla="*/ 1217196 w 4110601"/>
              <a:gd name="connsiteY1229" fmla="*/ 692483 h 3474663"/>
              <a:gd name="connsiteX1230" fmla="*/ 1260639 w 4110601"/>
              <a:gd name="connsiteY1230" fmla="*/ 735689 h 3474663"/>
              <a:gd name="connsiteX1231" fmla="*/ 1205866 w 4110601"/>
              <a:gd name="connsiteY1231" fmla="*/ 628325 h 3474663"/>
              <a:gd name="connsiteX1232" fmla="*/ 1298421 w 4110601"/>
              <a:gd name="connsiteY1232" fmla="*/ 746821 h 3474663"/>
              <a:gd name="connsiteX1233" fmla="*/ 1297796 w 4110601"/>
              <a:gd name="connsiteY1233" fmla="*/ 675680 h 3474663"/>
              <a:gd name="connsiteX1234" fmla="*/ 1314165 w 4110601"/>
              <a:gd name="connsiteY1234" fmla="*/ 700774 h 3474663"/>
              <a:gd name="connsiteX1235" fmla="*/ 1324870 w 4110601"/>
              <a:gd name="connsiteY1235" fmla="*/ 693791 h 3474663"/>
              <a:gd name="connsiteX1236" fmla="*/ 1384684 w 4110601"/>
              <a:gd name="connsiteY1236" fmla="*/ 762095 h 3474663"/>
              <a:gd name="connsiteX1237" fmla="*/ 1313542 w 4110601"/>
              <a:gd name="connsiteY1237" fmla="*/ 629637 h 3474663"/>
              <a:gd name="connsiteX1238" fmla="*/ 1340616 w 4110601"/>
              <a:gd name="connsiteY1238" fmla="*/ 647748 h 3474663"/>
              <a:gd name="connsiteX1239" fmla="*/ 1307878 w 4110601"/>
              <a:gd name="connsiteY1239" fmla="*/ 597560 h 3474663"/>
              <a:gd name="connsiteX1240" fmla="*/ 1410511 w 4110601"/>
              <a:gd name="connsiteY1240" fmla="*/ 637928 h 3474663"/>
              <a:gd name="connsiteX1241" fmla="*/ 1409888 w 4110601"/>
              <a:gd name="connsiteY1241" fmla="*/ 566791 h 3474663"/>
              <a:gd name="connsiteX1242" fmla="*/ 1475366 w 4110601"/>
              <a:gd name="connsiteY1242" fmla="*/ 667172 h 3474663"/>
              <a:gd name="connsiteX1243" fmla="*/ 1409263 w 4110601"/>
              <a:gd name="connsiteY1243" fmla="*/ 495650 h 3474663"/>
              <a:gd name="connsiteX1244" fmla="*/ 1469077 w 4110601"/>
              <a:gd name="connsiteY1244" fmla="*/ 563954 h 3474663"/>
              <a:gd name="connsiteX1245" fmla="*/ 1515279 w 4110601"/>
              <a:gd name="connsiteY1245" fmla="*/ 614309 h 3474663"/>
              <a:gd name="connsiteX1246" fmla="*/ 1530261 w 4110601"/>
              <a:gd name="connsiteY1246" fmla="*/ 634719 h 3474663"/>
              <a:gd name="connsiteX1247" fmla="*/ 1528893 w 4110601"/>
              <a:gd name="connsiteY1247" fmla="*/ 632256 h 3474663"/>
              <a:gd name="connsiteX1248" fmla="*/ 1527191 w 4110601"/>
              <a:gd name="connsiteY1248" fmla="*/ 630012 h 3474663"/>
              <a:gd name="connsiteX1249" fmla="*/ 1515279 w 4110601"/>
              <a:gd name="connsiteY1249" fmla="*/ 614309 h 3474663"/>
              <a:gd name="connsiteX1250" fmla="*/ 1482940 w 4110601"/>
              <a:gd name="connsiteY1250" fmla="*/ 571679 h 3474663"/>
              <a:gd name="connsiteX1251" fmla="*/ 1419968 w 4110601"/>
              <a:gd name="connsiteY1251" fmla="*/ 488667 h 3474663"/>
              <a:gd name="connsiteX1252" fmla="*/ 1468456 w 4110601"/>
              <a:gd name="connsiteY1252" fmla="*/ 492815 h 3474663"/>
              <a:gd name="connsiteX1253" fmla="*/ 1495991 w 4110601"/>
              <a:gd name="connsiteY1253" fmla="*/ 525160 h 3474663"/>
              <a:gd name="connsiteX1254" fmla="*/ 1510966 w 4110601"/>
              <a:gd name="connsiteY1254" fmla="*/ 535384 h 3474663"/>
              <a:gd name="connsiteX1255" fmla="*/ 1515568 w 4110601"/>
              <a:gd name="connsiteY1255" fmla="*/ 542012 h 3474663"/>
              <a:gd name="connsiteX1256" fmla="*/ 1528268 w 4110601"/>
              <a:gd name="connsiteY1256" fmla="*/ 561116 h 3474663"/>
              <a:gd name="connsiteX1257" fmla="*/ 1520085 w 4110601"/>
              <a:gd name="connsiteY1257" fmla="*/ 548570 h 3474663"/>
              <a:gd name="connsiteX1258" fmla="*/ 1511899 w 4110601"/>
              <a:gd name="connsiteY1258" fmla="*/ 536021 h 3474663"/>
              <a:gd name="connsiteX1259" fmla="*/ 1500646 w 4110601"/>
              <a:gd name="connsiteY1259" fmla="*/ 518769 h 3474663"/>
              <a:gd name="connsiteX1260" fmla="*/ 1462790 w 4110601"/>
              <a:gd name="connsiteY1260" fmla="*/ 460735 h 3474663"/>
              <a:gd name="connsiteX1261" fmla="*/ 1522604 w 4110601"/>
              <a:gd name="connsiteY1261" fmla="*/ 529039 h 3474663"/>
              <a:gd name="connsiteX1262" fmla="*/ 1501886 w 4110601"/>
              <a:gd name="connsiteY1262" fmla="*/ 497277 h 3474663"/>
              <a:gd name="connsiteX1263" fmla="*/ 1489866 w 4110601"/>
              <a:gd name="connsiteY1263" fmla="*/ 478850 h 3474663"/>
              <a:gd name="connsiteX1264" fmla="*/ 1484200 w 4110601"/>
              <a:gd name="connsiteY1264" fmla="*/ 446769 h 3474663"/>
              <a:gd name="connsiteX1265" fmla="*/ 1467831 w 4110601"/>
              <a:gd name="connsiteY1265" fmla="*/ 421675 h 3474663"/>
              <a:gd name="connsiteX1266" fmla="*/ 1544014 w 4110601"/>
              <a:gd name="connsiteY1266" fmla="*/ 515073 h 3474663"/>
              <a:gd name="connsiteX1267" fmla="*/ 1467611 w 4110601"/>
              <a:gd name="connsiteY1267" fmla="*/ 348595 h 3474663"/>
              <a:gd name="connsiteX1268" fmla="*/ 1477912 w 4110601"/>
              <a:gd name="connsiteY1268" fmla="*/ 343551 h 3474663"/>
              <a:gd name="connsiteX1269" fmla="*/ 1527021 w 4110601"/>
              <a:gd name="connsiteY1269" fmla="*/ 418837 h 3474663"/>
              <a:gd name="connsiteX1270" fmla="*/ 1641608 w 4110601"/>
              <a:gd name="connsiteY1270" fmla="*/ 594505 h 3474663"/>
              <a:gd name="connsiteX1271" fmla="*/ 1537726 w 4110601"/>
              <a:gd name="connsiteY1271" fmla="*/ 411855 h 3474663"/>
              <a:gd name="connsiteX1272" fmla="*/ 1607622 w 4110601"/>
              <a:gd name="connsiteY1272" fmla="*/ 402038 h 3474663"/>
              <a:gd name="connsiteX1273" fmla="*/ 1689469 w 4110601"/>
              <a:gd name="connsiteY1273" fmla="*/ 527513 h 3474663"/>
              <a:gd name="connsiteX1274" fmla="*/ 1646498 w 4110601"/>
              <a:gd name="connsiteY1274" fmla="*/ 461637 h 3474663"/>
              <a:gd name="connsiteX1275" fmla="*/ 1607622 w 4110601"/>
              <a:gd name="connsiteY1275" fmla="*/ 402038 h 3474663"/>
              <a:gd name="connsiteX1276" fmla="*/ 1591251 w 4110601"/>
              <a:gd name="connsiteY1276" fmla="*/ 376940 h 3474663"/>
              <a:gd name="connsiteX1277" fmla="*/ 1601334 w 4110601"/>
              <a:gd name="connsiteY1277" fmla="*/ 298820 h 3474663"/>
              <a:gd name="connsiteX1278" fmla="*/ 1699550 w 4110601"/>
              <a:gd name="connsiteY1278" fmla="*/ 449390 h 3474663"/>
              <a:gd name="connsiteX1279" fmla="*/ 1628408 w 4110601"/>
              <a:gd name="connsiteY1279" fmla="*/ 316931 h 3474663"/>
              <a:gd name="connsiteX1280" fmla="*/ 1661148 w 4110601"/>
              <a:gd name="connsiteY1280" fmla="*/ 367123 h 3474663"/>
              <a:gd name="connsiteX1281" fmla="*/ 1627783 w 4110601"/>
              <a:gd name="connsiteY1281" fmla="*/ 245791 h 3474663"/>
              <a:gd name="connsiteX1282" fmla="*/ 1662314 w 4110601"/>
              <a:gd name="connsiteY1282" fmla="*/ 298729 h 3474663"/>
              <a:gd name="connsiteX1283" fmla="*/ 1676892 w 4110601"/>
              <a:gd name="connsiteY1283" fmla="*/ 321077 h 3474663"/>
              <a:gd name="connsiteX1284" fmla="*/ 1834924 w 4110601"/>
              <a:gd name="connsiteY1284" fmla="*/ 539954 h 3474663"/>
              <a:gd name="connsiteX1285" fmla="*/ 1769446 w 4110601"/>
              <a:gd name="connsiteY1285" fmla="*/ 439573 h 3474663"/>
              <a:gd name="connsiteX1286" fmla="*/ 1736706 w 4110601"/>
              <a:gd name="connsiteY1286" fmla="*/ 389381 h 3474663"/>
              <a:gd name="connsiteX1287" fmla="*/ 1665564 w 4110601"/>
              <a:gd name="connsiteY1287" fmla="*/ 256923 h 3474663"/>
              <a:gd name="connsiteX1288" fmla="*/ 1741123 w 4110601"/>
              <a:gd name="connsiteY1288" fmla="*/ 279180 h 3474663"/>
              <a:gd name="connsiteX1289" fmla="*/ 1773863 w 4110601"/>
              <a:gd name="connsiteY1289" fmla="*/ 329372 h 3474663"/>
              <a:gd name="connsiteX1290" fmla="*/ 1811642 w 4110601"/>
              <a:gd name="connsiteY1290" fmla="*/ 340501 h 3474663"/>
              <a:gd name="connsiteX1291" fmla="*/ 1756869 w 4110601"/>
              <a:gd name="connsiteY1291" fmla="*/ 233137 h 3474663"/>
              <a:gd name="connsiteX1292" fmla="*/ 1773238 w 4110601"/>
              <a:gd name="connsiteY1292" fmla="*/ 258231 h 3474663"/>
              <a:gd name="connsiteX1293" fmla="*/ 1804730 w 4110601"/>
              <a:gd name="connsiteY1293" fmla="*/ 166145 h 3474663"/>
              <a:gd name="connsiteX1294" fmla="*/ 1829207 w 4110601"/>
              <a:gd name="connsiteY1294" fmla="*/ 194895 h 3474663"/>
              <a:gd name="connsiteX1295" fmla="*/ 1837425 w 4110601"/>
              <a:gd name="connsiteY1295" fmla="*/ 210745 h 3474663"/>
              <a:gd name="connsiteX1296" fmla="*/ 1838887 w 4110601"/>
              <a:gd name="connsiteY1296" fmla="*/ 214853 h 3474663"/>
              <a:gd name="connsiteX1297" fmla="*/ 1870209 w 4110601"/>
              <a:gd name="connsiteY1297" fmla="*/ 266526 h 3474663"/>
              <a:gd name="connsiteX1298" fmla="*/ 1843067 w 4110601"/>
              <a:gd name="connsiteY1298" fmla="*/ 221626 h 3474663"/>
              <a:gd name="connsiteX1299" fmla="*/ 1837425 w 4110601"/>
              <a:gd name="connsiteY1299" fmla="*/ 210745 h 3474663"/>
              <a:gd name="connsiteX1300" fmla="*/ 1832590 w 4110601"/>
              <a:gd name="connsiteY1300" fmla="*/ 197158 h 3474663"/>
              <a:gd name="connsiteX1301" fmla="*/ 1831805 w 4110601"/>
              <a:gd name="connsiteY1301" fmla="*/ 184257 h 3474663"/>
              <a:gd name="connsiteX1302" fmla="*/ 1877669 w 4110601"/>
              <a:gd name="connsiteY1302" fmla="*/ 234827 h 3474663"/>
              <a:gd name="connsiteX1303" fmla="*/ 1884033 w 4110601"/>
              <a:gd name="connsiteY1303" fmla="*/ 243819 h 3474663"/>
              <a:gd name="connsiteX1304" fmla="*/ 1884142 w 4110601"/>
              <a:gd name="connsiteY1304" fmla="*/ 244023 h 3474663"/>
              <a:gd name="connsiteX1305" fmla="*/ 1946392 w 4110601"/>
              <a:gd name="connsiteY1305" fmla="*/ 359924 h 3474663"/>
              <a:gd name="connsiteX1306" fmla="*/ 1930023 w 4110601"/>
              <a:gd name="connsiteY1306" fmla="*/ 334829 h 3474663"/>
              <a:gd name="connsiteX1307" fmla="*/ 1932843 w 4110601"/>
              <a:gd name="connsiteY1307" fmla="*/ 342951 h 3474663"/>
              <a:gd name="connsiteX1308" fmla="*/ 1975980 w 4110601"/>
              <a:gd name="connsiteY1308" fmla="*/ 409083 h 3474663"/>
              <a:gd name="connsiteX1309" fmla="*/ 2027130 w 4110601"/>
              <a:gd name="connsiteY1309" fmla="*/ 487499 h 3474663"/>
              <a:gd name="connsiteX1310" fmla="*/ 2054186 w 4110601"/>
              <a:gd name="connsiteY1310" fmla="*/ 505617 h 3474663"/>
              <a:gd name="connsiteX1311" fmla="*/ 1959816 w 4110601"/>
              <a:gd name="connsiteY1311" fmla="*/ 360942 h 3474663"/>
              <a:gd name="connsiteX1312" fmla="*/ 1943047 w 4110601"/>
              <a:gd name="connsiteY1312" fmla="*/ 335236 h 3474663"/>
              <a:gd name="connsiteX1313" fmla="*/ 1946699 w 4110601"/>
              <a:gd name="connsiteY1313" fmla="*/ 346869 h 3474663"/>
              <a:gd name="connsiteX1314" fmla="*/ 1934666 w 4110601"/>
              <a:gd name="connsiteY1314" fmla="*/ 327326 h 3474663"/>
              <a:gd name="connsiteX1315" fmla="*/ 1889966 w 4110601"/>
              <a:gd name="connsiteY1315" fmla="*/ 252197 h 3474663"/>
              <a:gd name="connsiteX1316" fmla="*/ 1907988 w 4110601"/>
              <a:gd name="connsiteY1316" fmla="*/ 277655 h 3474663"/>
              <a:gd name="connsiteX1317" fmla="*/ 1885955 w 4110601"/>
              <a:gd name="connsiteY1317" fmla="*/ 220483 h 3474663"/>
              <a:gd name="connsiteX1318" fmla="*/ 1919876 w 4110601"/>
              <a:gd name="connsiteY1318" fmla="*/ 252016 h 3474663"/>
              <a:gd name="connsiteX1319" fmla="*/ 1936066 w 4110601"/>
              <a:gd name="connsiteY1319" fmla="*/ 274540 h 3474663"/>
              <a:gd name="connsiteX1320" fmla="*/ 1971031 w 4110601"/>
              <a:gd name="connsiteY1320" fmla="*/ 330438 h 3474663"/>
              <a:gd name="connsiteX1321" fmla="*/ 1973210 w 4110601"/>
              <a:gd name="connsiteY1321" fmla="*/ 334756 h 3474663"/>
              <a:gd name="connsiteX1322" fmla="*/ 1977358 w 4110601"/>
              <a:gd name="connsiteY1322" fmla="*/ 341115 h 3474663"/>
              <a:gd name="connsiteX1323" fmla="*/ 2047842 w 4110601"/>
              <a:gd name="connsiteY1323" fmla="*/ 402450 h 3474663"/>
              <a:gd name="connsiteX1324" fmla="*/ 2025795 w 4110601"/>
              <a:gd name="connsiteY1324" fmla="*/ 345291 h 3474663"/>
              <a:gd name="connsiteX1325" fmla="*/ 1960324 w 4110601"/>
              <a:gd name="connsiteY1325" fmla="*/ 244920 h 3474663"/>
              <a:gd name="connsiteX1326" fmla="*/ 2096278 w 4110601"/>
              <a:gd name="connsiteY1326" fmla="*/ 406622 h 3474663"/>
              <a:gd name="connsiteX1327" fmla="*/ 2019450 w 4110601"/>
              <a:gd name="connsiteY1327" fmla="*/ 242120 h 3474663"/>
              <a:gd name="connsiteX1328" fmla="*/ 2120413 w 4110601"/>
              <a:gd name="connsiteY1328" fmla="*/ 399823 h 3474663"/>
              <a:gd name="connsiteX1329" fmla="*/ 2150989 w 4110601"/>
              <a:gd name="connsiteY1329" fmla="*/ 452015 h 3474663"/>
              <a:gd name="connsiteX1330" fmla="*/ 2165189 w 4110601"/>
              <a:gd name="connsiteY1330" fmla="*/ 454174 h 3474663"/>
              <a:gd name="connsiteX1331" fmla="*/ 2145877 w 4110601"/>
              <a:gd name="connsiteY1331" fmla="*/ 411422 h 3474663"/>
              <a:gd name="connsiteX1332" fmla="*/ 2187157 w 4110601"/>
              <a:gd name="connsiteY1332" fmla="*/ 452502 h 3474663"/>
              <a:gd name="connsiteX1333" fmla="*/ 2132898 w 4110601"/>
              <a:gd name="connsiteY1333" fmla="*/ 369321 h 3474663"/>
              <a:gd name="connsiteX1334" fmla="*/ 2089934 w 4110601"/>
              <a:gd name="connsiteY1334" fmla="*/ 303454 h 3474663"/>
              <a:gd name="connsiteX1335" fmla="*/ 2111314 w 4110601"/>
              <a:gd name="connsiteY1335" fmla="*/ 289508 h 3474663"/>
              <a:gd name="connsiteX1336" fmla="*/ 2100623 w 4110601"/>
              <a:gd name="connsiteY1336" fmla="*/ 296482 h 3474663"/>
              <a:gd name="connsiteX1337" fmla="*/ 2056532 w 4110601"/>
              <a:gd name="connsiteY1337" fmla="*/ 182164 h 3474663"/>
              <a:gd name="connsiteX1338" fmla="*/ 2072899 w 4110601"/>
              <a:gd name="connsiteY1338" fmla="*/ 207255 h 3474663"/>
              <a:gd name="connsiteX1339" fmla="*/ 2034486 w 4110601"/>
              <a:gd name="connsiteY1339" fmla="*/ 125006 h 3474663"/>
              <a:gd name="connsiteX1340" fmla="*/ 2116324 w 4110601"/>
              <a:gd name="connsiteY1340" fmla="*/ 250468 h 3474663"/>
              <a:gd name="connsiteX1341" fmla="*/ 2098720 w 4110601"/>
              <a:gd name="connsiteY1341" fmla="*/ 209976 h 3474663"/>
              <a:gd name="connsiteX1342" fmla="*/ 2095227 w 4110601"/>
              <a:gd name="connsiteY1342" fmla="*/ 198131 h 3474663"/>
              <a:gd name="connsiteX1343" fmla="*/ 2123005 w 4110601"/>
              <a:gd name="connsiteY1343" fmla="*/ 246110 h 3474663"/>
              <a:gd name="connsiteX1344" fmla="*/ 2176118 w 4110601"/>
              <a:gd name="connsiteY1344" fmla="*/ 318776 h 3474663"/>
              <a:gd name="connsiteX1345" fmla="*/ 2161521 w 4110601"/>
              <a:gd name="connsiteY1345" fmla="*/ 294914 h 3474663"/>
              <a:gd name="connsiteX1346" fmla="*/ 2160915 w 4110601"/>
              <a:gd name="connsiteY1346" fmla="*/ 294274 h 3474663"/>
              <a:gd name="connsiteX1347" fmla="*/ 2161464 w 4110601"/>
              <a:gd name="connsiteY1347" fmla="*/ 294821 h 3474663"/>
              <a:gd name="connsiteX1348" fmla="*/ 2140194 w 4110601"/>
              <a:gd name="connsiteY1348" fmla="*/ 260051 h 3474663"/>
              <a:gd name="connsiteX1349" fmla="*/ 2137703 w 4110601"/>
              <a:gd name="connsiteY1349" fmla="*/ 236523 h 3474663"/>
              <a:gd name="connsiteX1350" fmla="*/ 2146399 w 4110601"/>
              <a:gd name="connsiteY1350" fmla="*/ 249854 h 3474663"/>
              <a:gd name="connsiteX1351" fmla="*/ 2202122 w 4110601"/>
              <a:gd name="connsiteY1351" fmla="*/ 335280 h 3474663"/>
              <a:gd name="connsiteX1352" fmla="*/ 2202821 w 4110601"/>
              <a:gd name="connsiteY1352" fmla="*/ 335977 h 3474663"/>
              <a:gd name="connsiteX1353" fmla="*/ 2197665 w 4110601"/>
              <a:gd name="connsiteY1353" fmla="*/ 322604 h 3474663"/>
              <a:gd name="connsiteX1354" fmla="*/ 2159082 w 4110601"/>
              <a:gd name="connsiteY1354" fmla="*/ 222577 h 3474663"/>
              <a:gd name="connsiteX1355" fmla="*/ 2093612 w 4110601"/>
              <a:gd name="connsiteY1355" fmla="*/ 122210 h 3474663"/>
              <a:gd name="connsiteX1356" fmla="*/ 2104304 w 4110601"/>
              <a:gd name="connsiteY1356" fmla="*/ 115236 h 3474663"/>
              <a:gd name="connsiteX1357" fmla="*/ 2120670 w 4110601"/>
              <a:gd name="connsiteY1357" fmla="*/ 140327 h 3474663"/>
              <a:gd name="connsiteX1358" fmla="*/ 2158416 w 4110601"/>
              <a:gd name="connsiteY1358" fmla="*/ 151473 h 3474663"/>
              <a:gd name="connsiteX1359" fmla="*/ 2140097 w 4110601"/>
              <a:gd name="connsiteY1359" fmla="*/ 133244 h 3474663"/>
              <a:gd name="connsiteX1360" fmla="*/ 2133526 w 4110601"/>
              <a:gd name="connsiteY1360" fmla="*/ 126705 h 3474663"/>
              <a:gd name="connsiteX1361" fmla="*/ 2137452 w 4110601"/>
              <a:gd name="connsiteY1361" fmla="*/ 128823 h 3474663"/>
              <a:gd name="connsiteX1362" fmla="*/ 2136372 w 4110601"/>
              <a:gd name="connsiteY1362" fmla="*/ 94318 h 3474663"/>
              <a:gd name="connsiteX1363" fmla="*/ 2201841 w 4110601"/>
              <a:gd name="connsiteY1363" fmla="*/ 194686 h 3474663"/>
              <a:gd name="connsiteX1364" fmla="*/ 2174118 w 4110601"/>
              <a:gd name="connsiteY1364" fmla="*/ 105463 h 3474663"/>
              <a:gd name="connsiteX1365" fmla="*/ 2190484 w 4110601"/>
              <a:gd name="connsiteY1365" fmla="*/ 130555 h 3474663"/>
              <a:gd name="connsiteX1366" fmla="*/ 2227313 w 4110601"/>
              <a:gd name="connsiteY1366" fmla="*/ 187015 h 3474663"/>
              <a:gd name="connsiteX1367" fmla="*/ 2272052 w 4110601"/>
              <a:gd name="connsiteY1367" fmla="*/ 255601 h 3474663"/>
              <a:gd name="connsiteX1368" fmla="*/ 2284434 w 4110601"/>
              <a:gd name="connsiteY1368" fmla="*/ 262921 h 3474663"/>
              <a:gd name="connsiteX1369" fmla="*/ 2283809 w 4110601"/>
              <a:gd name="connsiteY1369" fmla="*/ 261943 h 3474663"/>
              <a:gd name="connsiteX1370" fmla="*/ 2254359 w 4110601"/>
              <a:gd name="connsiteY1370" fmla="*/ 216020 h 3474663"/>
              <a:gd name="connsiteX1371" fmla="*/ 2240774 w 4110601"/>
              <a:gd name="connsiteY1371" fmla="*/ 206401 h 3474663"/>
              <a:gd name="connsiteX1372" fmla="*/ 2246003 w 4110601"/>
              <a:gd name="connsiteY1372" fmla="*/ 202990 h 3474663"/>
              <a:gd name="connsiteX1373" fmla="*/ 2236205 w 4110601"/>
              <a:gd name="connsiteY1373" fmla="*/ 187709 h 3474663"/>
              <a:gd name="connsiteX1374" fmla="*/ 2226662 w 4110601"/>
              <a:gd name="connsiteY1374" fmla="*/ 180385 h 3474663"/>
              <a:gd name="connsiteX1375" fmla="*/ 2227702 w 4110601"/>
              <a:gd name="connsiteY1375" fmla="*/ 174677 h 3474663"/>
              <a:gd name="connsiteX1376" fmla="*/ 2228001 w 4110601"/>
              <a:gd name="connsiteY1376" fmla="*/ 174747 h 3474663"/>
              <a:gd name="connsiteX1377" fmla="*/ 2219601 w 4110601"/>
              <a:gd name="connsiteY1377" fmla="*/ 158583 h 3474663"/>
              <a:gd name="connsiteX1378" fmla="*/ 2233910 w 4110601"/>
              <a:gd name="connsiteY1378" fmla="*/ 173767 h 3474663"/>
              <a:gd name="connsiteX1379" fmla="*/ 2235759 w 4110601"/>
              <a:gd name="connsiteY1379" fmla="*/ 176602 h 3474663"/>
              <a:gd name="connsiteX1380" fmla="*/ 2272852 w 4110601"/>
              <a:gd name="connsiteY1380" fmla="*/ 185476 h 3474663"/>
              <a:gd name="connsiteX1381" fmla="*/ 2289226 w 4110601"/>
              <a:gd name="connsiteY1381" fmla="*/ 210577 h 3474663"/>
              <a:gd name="connsiteX1382" fmla="*/ 2290107 w 4110601"/>
              <a:gd name="connsiteY1382" fmla="*/ 210903 h 3474663"/>
              <a:gd name="connsiteX1383" fmla="*/ 2272051 w 4110601"/>
              <a:gd name="connsiteY1383" fmla="*/ 181865 h 3474663"/>
              <a:gd name="connsiteX1384" fmla="*/ 2262526 w 4110601"/>
              <a:gd name="connsiteY1384" fmla="*/ 162907 h 3474663"/>
              <a:gd name="connsiteX1385" fmla="*/ 2229414 w 4110601"/>
              <a:gd name="connsiteY1385" fmla="*/ 142249 h 3474663"/>
              <a:gd name="connsiteX1386" fmla="*/ 2244449 w 4110601"/>
              <a:gd name="connsiteY1386" fmla="*/ 132441 h 3474663"/>
              <a:gd name="connsiteX1387" fmla="*/ 2248338 w 4110601"/>
              <a:gd name="connsiteY1387" fmla="*/ 134071 h 3474663"/>
              <a:gd name="connsiteX1388" fmla="*/ 2244572 w 4110601"/>
              <a:gd name="connsiteY1388" fmla="*/ 126207 h 3474663"/>
              <a:gd name="connsiteX1389" fmla="*/ 2185977 w 4110601"/>
              <a:gd name="connsiteY1389" fmla="*/ 99025 h 3474663"/>
              <a:gd name="connsiteX1390" fmla="*/ 2225780 w 4110601"/>
              <a:gd name="connsiteY1390" fmla="*/ 113312 h 3474663"/>
              <a:gd name="connsiteX1391" fmla="*/ 2243919 w 4110601"/>
              <a:gd name="connsiteY1391" fmla="*/ 124846 h 3474663"/>
              <a:gd name="connsiteX1392" fmla="*/ 2240015 w 4110601"/>
              <a:gd name="connsiteY1392" fmla="*/ 116694 h 3474663"/>
              <a:gd name="connsiteX1393" fmla="*/ 2232939 w 4110601"/>
              <a:gd name="connsiteY1393" fmla="*/ 105195 h 3474663"/>
              <a:gd name="connsiteX1394" fmla="*/ 2220894 w 4110601"/>
              <a:gd name="connsiteY1394" fmla="*/ 94137 h 3474663"/>
              <a:gd name="connsiteX1395" fmla="*/ 2216780 w 4110601"/>
              <a:gd name="connsiteY1395" fmla="*/ 85641 h 3474663"/>
              <a:gd name="connsiteX1396" fmla="*/ 2222143 w 4110601"/>
              <a:gd name="connsiteY1396" fmla="*/ 87644 h 3474663"/>
              <a:gd name="connsiteX1397" fmla="*/ 2200510 w 4110601"/>
              <a:gd name="connsiteY1397" fmla="*/ 52481 h 3474663"/>
              <a:gd name="connsiteX1398" fmla="*/ 2201789 w 4110601"/>
              <a:gd name="connsiteY1398" fmla="*/ 54441 h 3474663"/>
              <a:gd name="connsiteX1399" fmla="*/ 2206481 w 4110601"/>
              <a:gd name="connsiteY1399" fmla="*/ 61634 h 3474663"/>
              <a:gd name="connsiteX1400" fmla="*/ 2208381 w 4110601"/>
              <a:gd name="connsiteY1400" fmla="*/ 65051 h 3474663"/>
              <a:gd name="connsiteX1401" fmla="*/ 2209126 w 4110601"/>
              <a:gd name="connsiteY1401" fmla="*/ 65689 h 3474663"/>
              <a:gd name="connsiteX1402" fmla="*/ 2210739 w 4110601"/>
              <a:gd name="connsiteY1402" fmla="*/ 68162 h 3474663"/>
              <a:gd name="connsiteX1403" fmla="*/ 2223867 w 4110601"/>
              <a:gd name="connsiteY1403" fmla="*/ 88288 h 3474663"/>
              <a:gd name="connsiteX1404" fmla="*/ 2245119 w 4110601"/>
              <a:gd name="connsiteY1404" fmla="*/ 96228 h 3474663"/>
              <a:gd name="connsiteX1405" fmla="*/ 2272184 w 4110601"/>
              <a:gd name="connsiteY1405" fmla="*/ 114350 h 3474663"/>
              <a:gd name="connsiteX1406" fmla="*/ 2272628 w 4110601"/>
              <a:gd name="connsiteY1406" fmla="*/ 114648 h 3474663"/>
              <a:gd name="connsiteX1407" fmla="*/ 2266674 w 4110601"/>
              <a:gd name="connsiteY1407" fmla="*/ 103028 h 3474663"/>
              <a:gd name="connsiteX1408" fmla="*/ 2260615 w 4110601"/>
              <a:gd name="connsiteY1408" fmla="*/ 99534 h 3474663"/>
              <a:gd name="connsiteX1409" fmla="*/ 2222330 w 4110601"/>
              <a:gd name="connsiteY1409" fmla="*/ 76987 h 3474663"/>
              <a:gd name="connsiteX1410" fmla="*/ 2209126 w 4110601"/>
              <a:gd name="connsiteY1410" fmla="*/ 65689 h 3474663"/>
              <a:gd name="connsiteX1411" fmla="*/ 2206481 w 4110601"/>
              <a:gd name="connsiteY1411" fmla="*/ 61634 h 3474663"/>
              <a:gd name="connsiteX1412" fmla="*/ 2201681 w 4110601"/>
              <a:gd name="connsiteY1412" fmla="*/ 53000 h 3474663"/>
              <a:gd name="connsiteX1413" fmla="*/ 2258468 w 4110601"/>
              <a:gd name="connsiteY1413" fmla="*/ 82295 h 3474663"/>
              <a:gd name="connsiteX1414" fmla="*/ 2256989 w 4110601"/>
              <a:gd name="connsiteY1414" fmla="*/ 77745 h 3474663"/>
              <a:gd name="connsiteX1415" fmla="*/ 2265312 w 4110601"/>
              <a:gd name="connsiteY1415" fmla="*/ 81745 h 3474663"/>
              <a:gd name="connsiteX1416" fmla="*/ 2268345 w 4110601"/>
              <a:gd name="connsiteY1416" fmla="*/ 87390 h 3474663"/>
              <a:gd name="connsiteX1417" fmla="*/ 2284933 w 4110601"/>
              <a:gd name="connsiteY1417" fmla="*/ 95947 h 3474663"/>
              <a:gd name="connsiteX1418" fmla="*/ 2283659 w 4110601"/>
              <a:gd name="connsiteY1418" fmla="*/ 93764 h 3474663"/>
              <a:gd name="connsiteX1419" fmla="*/ 2276654 w 4110601"/>
              <a:gd name="connsiteY1419" fmla="*/ 89072 h 3474663"/>
              <a:gd name="connsiteX1420" fmla="*/ 2239440 w 4110601"/>
              <a:gd name="connsiteY1420" fmla="*/ 64151 h 3474663"/>
              <a:gd name="connsiteX1421" fmla="*/ 2185307 w 4110601"/>
              <a:gd name="connsiteY1421" fmla="*/ 27899 h 3474663"/>
              <a:gd name="connsiteX1422" fmla="*/ 2210948 w 4110601"/>
              <a:gd name="connsiteY1422" fmla="*/ 28507 h 3474663"/>
              <a:gd name="connsiteX1423" fmla="*/ 2259839 w 4110601"/>
              <a:gd name="connsiteY1423" fmla="*/ 52968 h 3474663"/>
              <a:gd name="connsiteX1424" fmla="*/ 2243268 w 4110601"/>
              <a:gd name="connsiteY1424" fmla="*/ 24590 h 3474663"/>
              <a:gd name="connsiteX1425" fmla="*/ 2262625 w 4110601"/>
              <a:gd name="connsiteY1425" fmla="*/ 54361 h 3474663"/>
              <a:gd name="connsiteX1426" fmla="*/ 2269638 w 4110601"/>
              <a:gd name="connsiteY1426" fmla="*/ 57871 h 3474663"/>
              <a:gd name="connsiteX1427" fmla="*/ 2325647 w 4110601"/>
              <a:gd name="connsiteY1427" fmla="*/ 79476 h 3474663"/>
              <a:gd name="connsiteX1428" fmla="*/ 2244451 w 4110601"/>
              <a:gd name="connsiteY1428" fmla="*/ 25101 h 3474663"/>
              <a:gd name="connsiteX1429" fmla="*/ 2228078 w 4110601"/>
              <a:gd name="connsiteY1429" fmla="*/ 0 h 34746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Lst>
            <a:rect l="l" t="t" r="r" b="b"/>
            <a:pathLst>
              <a:path w="4110601" h="3474663">
                <a:moveTo>
                  <a:pt x="2047278" y="3437988"/>
                </a:moveTo>
                <a:lnTo>
                  <a:pt x="2074420" y="3457100"/>
                </a:lnTo>
                <a:cubicBezTo>
                  <a:pt x="2047410" y="3439059"/>
                  <a:pt x="2047410" y="3439059"/>
                  <a:pt x="2047410" y="3439059"/>
                </a:cubicBezTo>
                <a:close/>
                <a:moveTo>
                  <a:pt x="2058788" y="3411001"/>
                </a:moveTo>
                <a:lnTo>
                  <a:pt x="2067457" y="3425983"/>
                </a:lnTo>
                <a:cubicBezTo>
                  <a:pt x="2070201" y="3433108"/>
                  <a:pt x="2071608" y="3441107"/>
                  <a:pt x="2074420" y="3457100"/>
                </a:cubicBezTo>
                <a:close/>
                <a:moveTo>
                  <a:pt x="2399609" y="3203382"/>
                </a:moveTo>
                <a:lnTo>
                  <a:pt x="2416566" y="3233920"/>
                </a:lnTo>
                <a:cubicBezTo>
                  <a:pt x="2400248" y="3208904"/>
                  <a:pt x="2400248" y="3208904"/>
                  <a:pt x="2400248" y="3208904"/>
                </a:cubicBezTo>
                <a:close/>
                <a:moveTo>
                  <a:pt x="1409460" y="3082733"/>
                </a:moveTo>
                <a:lnTo>
                  <a:pt x="1418838" y="3104364"/>
                </a:lnTo>
                <a:cubicBezTo>
                  <a:pt x="1414747" y="3098092"/>
                  <a:pt x="1412347" y="3092952"/>
                  <a:pt x="1410793" y="3088378"/>
                </a:cubicBezTo>
                <a:close/>
                <a:moveTo>
                  <a:pt x="2987153" y="3075920"/>
                </a:moveTo>
                <a:lnTo>
                  <a:pt x="2992367" y="3085633"/>
                </a:lnTo>
                <a:cubicBezTo>
                  <a:pt x="3001228" y="3102138"/>
                  <a:pt x="3001228" y="3102138"/>
                  <a:pt x="3001228" y="3102138"/>
                </a:cubicBezTo>
                <a:cubicBezTo>
                  <a:pt x="2997149" y="3095884"/>
                  <a:pt x="2992718" y="3087632"/>
                  <a:pt x="2988024" y="3077879"/>
                </a:cubicBezTo>
                <a:close/>
                <a:moveTo>
                  <a:pt x="3089699" y="3073319"/>
                </a:moveTo>
                <a:lnTo>
                  <a:pt x="3092388" y="3078330"/>
                </a:lnTo>
                <a:lnTo>
                  <a:pt x="3090076" y="3076031"/>
                </a:lnTo>
                <a:lnTo>
                  <a:pt x="3090347" y="3075201"/>
                </a:lnTo>
                <a:close/>
                <a:moveTo>
                  <a:pt x="1393749" y="3046494"/>
                </a:moveTo>
                <a:lnTo>
                  <a:pt x="1396803" y="3047213"/>
                </a:lnTo>
                <a:cubicBezTo>
                  <a:pt x="1404985" y="3059757"/>
                  <a:pt x="1406403" y="3067773"/>
                  <a:pt x="1407821" y="3075789"/>
                </a:cubicBezTo>
                <a:lnTo>
                  <a:pt x="1409460" y="3082733"/>
                </a:lnTo>
                <a:close/>
                <a:moveTo>
                  <a:pt x="3049063" y="3035276"/>
                </a:moveTo>
                <a:cubicBezTo>
                  <a:pt x="3049063" y="3035276"/>
                  <a:pt x="3049063" y="3035276"/>
                  <a:pt x="3054480" y="3040659"/>
                </a:cubicBezTo>
                <a:lnTo>
                  <a:pt x="3090076" y="3076031"/>
                </a:lnTo>
                <a:lnTo>
                  <a:pt x="3086823" y="3085861"/>
                </a:lnTo>
                <a:cubicBezTo>
                  <a:pt x="3080992" y="3081304"/>
                  <a:pt x="3069458" y="3066544"/>
                  <a:pt x="3049063" y="3035276"/>
                </a:cubicBezTo>
                <a:close/>
                <a:moveTo>
                  <a:pt x="3052021" y="2917503"/>
                </a:moveTo>
                <a:lnTo>
                  <a:pt x="3056250" y="2923623"/>
                </a:lnTo>
                <a:cubicBezTo>
                  <a:pt x="3078050" y="2962885"/>
                  <a:pt x="3097178" y="3003891"/>
                  <a:pt x="3108150" y="3032394"/>
                </a:cubicBezTo>
                <a:cubicBezTo>
                  <a:pt x="3072704" y="2966372"/>
                  <a:pt x="3059062" y="2939616"/>
                  <a:pt x="3052874" y="2921369"/>
                </a:cubicBezTo>
                <a:close/>
                <a:moveTo>
                  <a:pt x="1700882" y="2779559"/>
                </a:moveTo>
                <a:lnTo>
                  <a:pt x="1716824" y="2811777"/>
                </a:lnTo>
                <a:lnTo>
                  <a:pt x="1718666" y="2814761"/>
                </a:lnTo>
                <a:lnTo>
                  <a:pt x="1717200" y="2811914"/>
                </a:lnTo>
                <a:lnTo>
                  <a:pt x="1708975" y="2791898"/>
                </a:lnTo>
                <a:lnTo>
                  <a:pt x="1707493" y="2789235"/>
                </a:lnTo>
                <a:close/>
                <a:moveTo>
                  <a:pt x="1730785" y="2661729"/>
                </a:moveTo>
                <a:cubicBezTo>
                  <a:pt x="1729115" y="2662818"/>
                  <a:pt x="1730846" y="2668394"/>
                  <a:pt x="1733603" y="2675540"/>
                </a:cubicBezTo>
                <a:lnTo>
                  <a:pt x="1735531" y="2680543"/>
                </a:lnTo>
                <a:lnTo>
                  <a:pt x="1753288" y="2707765"/>
                </a:lnTo>
                <a:cubicBezTo>
                  <a:pt x="1764759" y="2725351"/>
                  <a:pt x="1780056" y="2748802"/>
                  <a:pt x="1800450" y="2780067"/>
                </a:cubicBezTo>
                <a:cubicBezTo>
                  <a:pt x="1803123" y="2778323"/>
                  <a:pt x="1802386" y="2769892"/>
                  <a:pt x="1800030" y="2758612"/>
                </a:cubicBezTo>
                <a:lnTo>
                  <a:pt x="1794844" y="2738877"/>
                </a:lnTo>
                <a:lnTo>
                  <a:pt x="1764750" y="2699920"/>
                </a:lnTo>
                <a:lnTo>
                  <a:pt x="1748387" y="2674836"/>
                </a:lnTo>
                <a:cubicBezTo>
                  <a:pt x="1737530" y="2664034"/>
                  <a:pt x="1732457" y="2660638"/>
                  <a:pt x="1730785" y="2661729"/>
                </a:cubicBezTo>
                <a:close/>
                <a:moveTo>
                  <a:pt x="2255433" y="2657150"/>
                </a:moveTo>
                <a:lnTo>
                  <a:pt x="2272567" y="2686043"/>
                </a:lnTo>
                <a:lnTo>
                  <a:pt x="2269401" y="2677176"/>
                </a:lnTo>
                <a:close/>
                <a:moveTo>
                  <a:pt x="1581021" y="2605205"/>
                </a:moveTo>
                <a:lnTo>
                  <a:pt x="1621126" y="2681325"/>
                </a:lnTo>
                <a:lnTo>
                  <a:pt x="1624721" y="2672401"/>
                </a:lnTo>
                <a:lnTo>
                  <a:pt x="1630838" y="2677388"/>
                </a:lnTo>
                <a:close/>
                <a:moveTo>
                  <a:pt x="1746970" y="2603414"/>
                </a:moveTo>
                <a:lnTo>
                  <a:pt x="1754497" y="2614689"/>
                </a:lnTo>
                <a:lnTo>
                  <a:pt x="1747737" y="2603734"/>
                </a:lnTo>
                <a:close/>
                <a:moveTo>
                  <a:pt x="1640157" y="2602388"/>
                </a:moveTo>
                <a:cubicBezTo>
                  <a:pt x="1634810" y="2605876"/>
                  <a:pt x="1645828" y="2634452"/>
                  <a:pt x="1663610" y="2667555"/>
                </a:cubicBezTo>
                <a:lnTo>
                  <a:pt x="1679572" y="2690568"/>
                </a:lnTo>
                <a:lnTo>
                  <a:pt x="1676103" y="2682902"/>
                </a:lnTo>
                <a:cubicBezTo>
                  <a:pt x="1689607" y="2691920"/>
                  <a:pt x="1704516" y="2708934"/>
                  <a:pt x="1715346" y="2719698"/>
                </a:cubicBezTo>
                <a:lnTo>
                  <a:pt x="1716668" y="2720720"/>
                </a:lnTo>
                <a:lnTo>
                  <a:pt x="1677057" y="2667722"/>
                </a:lnTo>
                <a:cubicBezTo>
                  <a:pt x="1666120" y="2648034"/>
                  <a:pt x="1656521" y="2627476"/>
                  <a:pt x="1640157" y="2602388"/>
                </a:cubicBezTo>
                <a:close/>
                <a:moveTo>
                  <a:pt x="1723538" y="2593611"/>
                </a:moveTo>
                <a:cubicBezTo>
                  <a:pt x="1714290" y="2599013"/>
                  <a:pt x="1745607" y="2646476"/>
                  <a:pt x="1778824" y="2695209"/>
                </a:cubicBezTo>
                <a:lnTo>
                  <a:pt x="1785991" y="2706061"/>
                </a:lnTo>
                <a:lnTo>
                  <a:pt x="1780835" y="2687566"/>
                </a:lnTo>
                <a:cubicBezTo>
                  <a:pt x="1779182" y="2680288"/>
                  <a:pt x="1779499" y="2677851"/>
                  <a:pt x="1783579" y="2684106"/>
                </a:cubicBezTo>
                <a:cubicBezTo>
                  <a:pt x="1783579" y="2684106"/>
                  <a:pt x="1783579" y="2684106"/>
                  <a:pt x="1785617" y="2687232"/>
                </a:cubicBezTo>
                <a:lnTo>
                  <a:pt x="1799062" y="2707842"/>
                </a:lnTo>
                <a:lnTo>
                  <a:pt x="1796253" y="2702377"/>
                </a:lnTo>
                <a:lnTo>
                  <a:pt x="1792164" y="2695013"/>
                </a:lnTo>
                <a:lnTo>
                  <a:pt x="1769773" y="2660886"/>
                </a:lnTo>
                <a:lnTo>
                  <a:pt x="1772777" y="2660102"/>
                </a:lnTo>
                <a:lnTo>
                  <a:pt x="1760807" y="2638544"/>
                </a:lnTo>
                <a:lnTo>
                  <a:pt x="1746389" y="2603172"/>
                </a:lnTo>
                <a:close/>
                <a:moveTo>
                  <a:pt x="1645180" y="2563354"/>
                </a:moveTo>
                <a:cubicBezTo>
                  <a:pt x="1667215" y="2620501"/>
                  <a:pt x="1618123" y="2545240"/>
                  <a:pt x="1672884" y="2652561"/>
                </a:cubicBezTo>
                <a:cubicBezTo>
                  <a:pt x="1672884" y="2652561"/>
                  <a:pt x="1672884" y="2652561"/>
                  <a:pt x="1716307" y="2695761"/>
                </a:cubicBezTo>
                <a:cubicBezTo>
                  <a:pt x="1740853" y="2733391"/>
                  <a:pt x="1704154" y="2690275"/>
                  <a:pt x="1704982" y="2698119"/>
                </a:cubicBezTo>
                <a:lnTo>
                  <a:pt x="1718903" y="2722449"/>
                </a:lnTo>
                <a:lnTo>
                  <a:pt x="1727847" y="2729371"/>
                </a:lnTo>
                <a:cubicBezTo>
                  <a:pt x="1730540" y="2729845"/>
                  <a:pt x="1731524" y="2726972"/>
                  <a:pt x="1730118" y="2718978"/>
                </a:cubicBezTo>
                <a:cubicBezTo>
                  <a:pt x="1730118" y="2718978"/>
                  <a:pt x="1730118" y="2718978"/>
                  <a:pt x="1746434" y="2743991"/>
                </a:cubicBezTo>
                <a:cubicBezTo>
                  <a:pt x="1759939" y="2753009"/>
                  <a:pt x="1750373" y="2732505"/>
                  <a:pt x="1738772" y="2708878"/>
                </a:cubicBezTo>
                <a:lnTo>
                  <a:pt x="1737048" y="2705234"/>
                </a:lnTo>
                <a:lnTo>
                  <a:pt x="1690262" y="2641230"/>
                </a:lnTo>
                <a:cubicBezTo>
                  <a:pt x="1672562" y="2617013"/>
                  <a:pt x="1656197" y="2591925"/>
                  <a:pt x="1645180" y="2563354"/>
                </a:cubicBezTo>
                <a:close/>
                <a:moveTo>
                  <a:pt x="1966384" y="2558695"/>
                </a:moveTo>
                <a:lnTo>
                  <a:pt x="1967922" y="2567392"/>
                </a:lnTo>
                <a:cubicBezTo>
                  <a:pt x="1967922" y="2567392"/>
                  <a:pt x="1969341" y="2575410"/>
                  <a:pt x="1970759" y="2583425"/>
                </a:cubicBezTo>
                <a:lnTo>
                  <a:pt x="1972095" y="2590984"/>
                </a:lnTo>
                <a:lnTo>
                  <a:pt x="1975930" y="2585734"/>
                </a:lnTo>
                <a:close/>
                <a:moveTo>
                  <a:pt x="895838" y="2372686"/>
                </a:moveTo>
                <a:cubicBezTo>
                  <a:pt x="895838" y="2372686"/>
                  <a:pt x="907484" y="2396383"/>
                  <a:pt x="926231" y="2433886"/>
                </a:cubicBezTo>
                <a:lnTo>
                  <a:pt x="933003" y="2447249"/>
                </a:lnTo>
                <a:lnTo>
                  <a:pt x="934236" y="2454922"/>
                </a:lnTo>
                <a:cubicBezTo>
                  <a:pt x="917874" y="2429838"/>
                  <a:pt x="901509" y="2404750"/>
                  <a:pt x="895838" y="2372686"/>
                </a:cubicBezTo>
                <a:close/>
                <a:moveTo>
                  <a:pt x="2102863" y="2367617"/>
                </a:moveTo>
                <a:lnTo>
                  <a:pt x="2102096" y="2367766"/>
                </a:lnTo>
                <a:lnTo>
                  <a:pt x="2102776" y="2368945"/>
                </a:lnTo>
                <a:lnTo>
                  <a:pt x="2103688" y="2368775"/>
                </a:lnTo>
                <a:lnTo>
                  <a:pt x="2103682" y="2368761"/>
                </a:lnTo>
                <a:close/>
                <a:moveTo>
                  <a:pt x="1020418" y="2191960"/>
                </a:moveTo>
                <a:cubicBezTo>
                  <a:pt x="1013736" y="2196319"/>
                  <a:pt x="1017997" y="2220372"/>
                  <a:pt x="1029022" y="2248956"/>
                </a:cubicBezTo>
                <a:cubicBezTo>
                  <a:pt x="1029022" y="2248956"/>
                  <a:pt x="1029022" y="2248956"/>
                  <a:pt x="1061765" y="2299152"/>
                </a:cubicBezTo>
                <a:cubicBezTo>
                  <a:pt x="1031863" y="2264992"/>
                  <a:pt x="1030610" y="2274753"/>
                  <a:pt x="1031402" y="2287650"/>
                </a:cubicBezTo>
                <a:lnTo>
                  <a:pt x="1030976" y="2299438"/>
                </a:lnTo>
                <a:lnTo>
                  <a:pt x="1049216" y="2327400"/>
                </a:lnTo>
                <a:cubicBezTo>
                  <a:pt x="1063023" y="2348567"/>
                  <a:pt x="1081433" y="2376790"/>
                  <a:pt x="1105979" y="2414420"/>
                </a:cubicBezTo>
                <a:cubicBezTo>
                  <a:pt x="1111001" y="2375382"/>
                  <a:pt x="1072602" y="2293147"/>
                  <a:pt x="1083295" y="2286171"/>
                </a:cubicBezTo>
                <a:cubicBezTo>
                  <a:pt x="1083295" y="2286171"/>
                  <a:pt x="1083295" y="2286171"/>
                  <a:pt x="1099660" y="2311259"/>
                </a:cubicBezTo>
                <a:lnTo>
                  <a:pt x="1132225" y="2307355"/>
                </a:lnTo>
                <a:lnTo>
                  <a:pt x="1118852" y="2293216"/>
                </a:lnTo>
                <a:cubicBezTo>
                  <a:pt x="1101855" y="2273001"/>
                  <a:pt x="1082812" y="2249647"/>
                  <a:pt x="1093837" y="2278231"/>
                </a:cubicBezTo>
                <a:cubicBezTo>
                  <a:pt x="1093837" y="2278231"/>
                  <a:pt x="1093837" y="2278231"/>
                  <a:pt x="1077466" y="2253133"/>
                </a:cubicBezTo>
                <a:cubicBezTo>
                  <a:pt x="1044724" y="2202938"/>
                  <a:pt x="1027100" y="2187601"/>
                  <a:pt x="1020418" y="2191960"/>
                </a:cubicBezTo>
                <a:close/>
                <a:moveTo>
                  <a:pt x="1173684" y="2190371"/>
                </a:moveTo>
                <a:lnTo>
                  <a:pt x="1184972" y="2228802"/>
                </a:lnTo>
                <a:lnTo>
                  <a:pt x="1205079" y="2248808"/>
                </a:lnTo>
                <a:close/>
                <a:moveTo>
                  <a:pt x="479769" y="2177919"/>
                </a:moveTo>
                <a:cubicBezTo>
                  <a:pt x="496140" y="2203017"/>
                  <a:pt x="512511" y="2228114"/>
                  <a:pt x="501820" y="2235088"/>
                </a:cubicBezTo>
                <a:cubicBezTo>
                  <a:pt x="501820" y="2235088"/>
                  <a:pt x="496140" y="2203017"/>
                  <a:pt x="479769" y="2177919"/>
                </a:cubicBezTo>
                <a:close/>
                <a:moveTo>
                  <a:pt x="2946069" y="2175317"/>
                </a:moveTo>
                <a:lnTo>
                  <a:pt x="2945853" y="2175947"/>
                </a:lnTo>
                <a:lnTo>
                  <a:pt x="2949884" y="2179981"/>
                </a:lnTo>
                <a:close/>
                <a:moveTo>
                  <a:pt x="813075" y="2097517"/>
                </a:moveTo>
                <a:lnTo>
                  <a:pt x="828896" y="2129063"/>
                </a:lnTo>
                <a:cubicBezTo>
                  <a:pt x="812527" y="2103968"/>
                  <a:pt x="812527" y="2103968"/>
                  <a:pt x="812527" y="2103968"/>
                </a:cubicBezTo>
                <a:close/>
                <a:moveTo>
                  <a:pt x="1059756" y="2085803"/>
                </a:moveTo>
                <a:cubicBezTo>
                  <a:pt x="1059756" y="2085803"/>
                  <a:pt x="1059756" y="2085803"/>
                  <a:pt x="1076797" y="2182017"/>
                </a:cubicBezTo>
                <a:cubicBezTo>
                  <a:pt x="1093168" y="2207115"/>
                  <a:pt x="1098680" y="2221407"/>
                  <a:pt x="1104193" y="2235699"/>
                </a:cubicBezTo>
                <a:lnTo>
                  <a:pt x="1130406" y="2287060"/>
                </a:lnTo>
                <a:lnTo>
                  <a:pt x="1129643" y="2281642"/>
                </a:lnTo>
                <a:cubicBezTo>
                  <a:pt x="1125835" y="2269597"/>
                  <a:pt x="1119305" y="2253743"/>
                  <a:pt x="1109704" y="2233182"/>
                </a:cubicBezTo>
                <a:cubicBezTo>
                  <a:pt x="1126069" y="2258270"/>
                  <a:pt x="1142434" y="2283358"/>
                  <a:pt x="1185855" y="2326555"/>
                </a:cubicBezTo>
                <a:cubicBezTo>
                  <a:pt x="1054944" y="2125862"/>
                  <a:pt x="1239969" y="2362777"/>
                  <a:pt x="1136115" y="2180197"/>
                </a:cubicBezTo>
                <a:cubicBezTo>
                  <a:pt x="1136115" y="2180197"/>
                  <a:pt x="1136115" y="2180197"/>
                  <a:pt x="1146970" y="2190995"/>
                </a:cubicBezTo>
                <a:lnTo>
                  <a:pt x="1162679" y="2206624"/>
                </a:lnTo>
                <a:lnTo>
                  <a:pt x="1146622" y="2172247"/>
                </a:lnTo>
                <a:cubicBezTo>
                  <a:pt x="1135597" y="2143662"/>
                  <a:pt x="1124571" y="2115078"/>
                  <a:pt x="1108200" y="2089980"/>
                </a:cubicBezTo>
                <a:cubicBezTo>
                  <a:pt x="1168674" y="2229416"/>
                  <a:pt x="1092498" y="2135998"/>
                  <a:pt x="1125241" y="2186194"/>
                </a:cubicBezTo>
                <a:cubicBezTo>
                  <a:pt x="1125241" y="2186194"/>
                  <a:pt x="1125241" y="2186194"/>
                  <a:pt x="1130921" y="2218265"/>
                </a:cubicBezTo>
                <a:cubicBezTo>
                  <a:pt x="1130921" y="2218265"/>
                  <a:pt x="1130921" y="2218265"/>
                  <a:pt x="1059756" y="2085803"/>
                </a:cubicBezTo>
                <a:close/>
                <a:moveTo>
                  <a:pt x="3173121" y="2052681"/>
                </a:moveTo>
                <a:lnTo>
                  <a:pt x="3172552" y="2056300"/>
                </a:lnTo>
                <a:lnTo>
                  <a:pt x="3171235" y="2064703"/>
                </a:lnTo>
                <a:lnTo>
                  <a:pt x="3174916" y="2070145"/>
                </a:lnTo>
                <a:cubicBezTo>
                  <a:pt x="3182978" y="2081044"/>
                  <a:pt x="3189413" y="2087988"/>
                  <a:pt x="3192085" y="2086245"/>
                </a:cubicBezTo>
                <a:cubicBezTo>
                  <a:pt x="3192085" y="2086245"/>
                  <a:pt x="3192085" y="2086245"/>
                  <a:pt x="3183928" y="2073738"/>
                </a:cubicBezTo>
                <a:lnTo>
                  <a:pt x="3175770" y="2061232"/>
                </a:lnTo>
                <a:close/>
                <a:moveTo>
                  <a:pt x="1481029" y="2036497"/>
                </a:moveTo>
                <a:lnTo>
                  <a:pt x="1482285" y="2039203"/>
                </a:lnTo>
                <a:lnTo>
                  <a:pt x="1485716" y="2040214"/>
                </a:lnTo>
                <a:lnTo>
                  <a:pt x="1484905" y="2038705"/>
                </a:lnTo>
                <a:close/>
                <a:moveTo>
                  <a:pt x="3178435" y="1995676"/>
                </a:moveTo>
                <a:lnTo>
                  <a:pt x="3177380" y="2012466"/>
                </a:lnTo>
                <a:lnTo>
                  <a:pt x="3194342" y="2031290"/>
                </a:lnTo>
                <a:cubicBezTo>
                  <a:pt x="3199756" y="2036669"/>
                  <a:pt x="3203134" y="2038927"/>
                  <a:pt x="3201078" y="2033582"/>
                </a:cubicBezTo>
                <a:close/>
                <a:moveTo>
                  <a:pt x="3041150" y="1970604"/>
                </a:moveTo>
                <a:cubicBezTo>
                  <a:pt x="3038477" y="1972348"/>
                  <a:pt x="3042593" y="1983040"/>
                  <a:pt x="3049085" y="1996642"/>
                </a:cubicBezTo>
                <a:lnTo>
                  <a:pt x="3054697" y="2007646"/>
                </a:lnTo>
                <a:lnTo>
                  <a:pt x="3067603" y="2014792"/>
                </a:lnTo>
                <a:lnTo>
                  <a:pt x="3065300" y="2001233"/>
                </a:lnTo>
                <a:close/>
                <a:moveTo>
                  <a:pt x="3189134" y="1961142"/>
                </a:moveTo>
                <a:lnTo>
                  <a:pt x="3182180" y="1969779"/>
                </a:lnTo>
                <a:lnTo>
                  <a:pt x="3185407" y="1973049"/>
                </a:lnTo>
                <a:cubicBezTo>
                  <a:pt x="3190935" y="1982255"/>
                  <a:pt x="3200815" y="2000324"/>
                  <a:pt x="3218539" y="2033334"/>
                </a:cubicBezTo>
                <a:close/>
                <a:moveTo>
                  <a:pt x="3285308" y="1959995"/>
                </a:moveTo>
                <a:lnTo>
                  <a:pt x="3285748" y="1980503"/>
                </a:lnTo>
                <a:cubicBezTo>
                  <a:pt x="3288527" y="1992067"/>
                  <a:pt x="3292662" y="2004977"/>
                  <a:pt x="3294413" y="2013870"/>
                </a:cubicBezTo>
                <a:lnTo>
                  <a:pt x="3292090" y="2017681"/>
                </a:lnTo>
                <a:lnTo>
                  <a:pt x="3326644" y="2072013"/>
                </a:lnTo>
                <a:cubicBezTo>
                  <a:pt x="3338213" y="2091211"/>
                  <a:pt x="3348093" y="2109279"/>
                  <a:pt x="3353579" y="2123528"/>
                </a:cubicBezTo>
                <a:cubicBezTo>
                  <a:pt x="3345142" y="2075545"/>
                  <a:pt x="3327841" y="2053405"/>
                  <a:pt x="3301207" y="1997238"/>
                </a:cubicBezTo>
                <a:close/>
                <a:moveTo>
                  <a:pt x="3003442" y="1959528"/>
                </a:moveTo>
                <a:cubicBezTo>
                  <a:pt x="3023846" y="1990808"/>
                  <a:pt x="3035772" y="2012012"/>
                  <a:pt x="3043461" y="2028179"/>
                </a:cubicBezTo>
                <a:lnTo>
                  <a:pt x="3054399" y="2056998"/>
                </a:lnTo>
                <a:lnTo>
                  <a:pt x="3059570" y="2061258"/>
                </a:lnTo>
                <a:cubicBezTo>
                  <a:pt x="3073779" y="2074277"/>
                  <a:pt x="3084611" y="2085040"/>
                  <a:pt x="3084611" y="2085040"/>
                </a:cubicBezTo>
                <a:cubicBezTo>
                  <a:pt x="3117242" y="2135065"/>
                  <a:pt x="3166191" y="2210106"/>
                  <a:pt x="3144248" y="2153104"/>
                </a:cubicBezTo>
                <a:cubicBezTo>
                  <a:pt x="3144248" y="2153104"/>
                  <a:pt x="3144248" y="2153104"/>
                  <a:pt x="3102949" y="2089790"/>
                </a:cubicBezTo>
                <a:lnTo>
                  <a:pt x="3072397" y="2042953"/>
                </a:lnTo>
                <a:lnTo>
                  <a:pt x="3081208" y="2064873"/>
                </a:lnTo>
                <a:cubicBezTo>
                  <a:pt x="3079538" y="2065963"/>
                  <a:pt x="3071409" y="2057883"/>
                  <a:pt x="3052414" y="2034605"/>
                </a:cubicBezTo>
                <a:cubicBezTo>
                  <a:pt x="3036090" y="2009579"/>
                  <a:pt x="3030458" y="1977579"/>
                  <a:pt x="3003442" y="1959528"/>
                </a:cubicBezTo>
                <a:close/>
                <a:moveTo>
                  <a:pt x="3250778" y="1943425"/>
                </a:moveTo>
                <a:lnTo>
                  <a:pt x="3258638" y="1964836"/>
                </a:lnTo>
                <a:lnTo>
                  <a:pt x="3272332" y="1986478"/>
                </a:lnTo>
                <a:lnTo>
                  <a:pt x="3259362" y="1957580"/>
                </a:lnTo>
                <a:close/>
                <a:moveTo>
                  <a:pt x="3234174" y="1916044"/>
                </a:moveTo>
                <a:lnTo>
                  <a:pt x="3233592" y="1916218"/>
                </a:lnTo>
                <a:lnTo>
                  <a:pt x="3243374" y="1931215"/>
                </a:lnTo>
                <a:close/>
                <a:moveTo>
                  <a:pt x="3257917" y="1861537"/>
                </a:moveTo>
                <a:cubicBezTo>
                  <a:pt x="3251857" y="1859915"/>
                  <a:pt x="3252598" y="1868352"/>
                  <a:pt x="3266249" y="1895121"/>
                </a:cubicBezTo>
                <a:cubicBezTo>
                  <a:pt x="3274409" y="1907631"/>
                  <a:pt x="3279899" y="1921886"/>
                  <a:pt x="3286725" y="1935271"/>
                </a:cubicBezTo>
                <a:lnTo>
                  <a:pt x="3308489" y="1961946"/>
                </a:lnTo>
                <a:lnTo>
                  <a:pt x="3327254" y="1967435"/>
                </a:lnTo>
                <a:cubicBezTo>
                  <a:pt x="3336713" y="1964050"/>
                  <a:pt x="3339106" y="1948003"/>
                  <a:pt x="3340656" y="1931394"/>
                </a:cubicBezTo>
                <a:lnTo>
                  <a:pt x="3345425" y="1908842"/>
                </a:lnTo>
                <a:lnTo>
                  <a:pt x="3335471" y="1899019"/>
                </a:lnTo>
                <a:cubicBezTo>
                  <a:pt x="3325338" y="1892247"/>
                  <a:pt x="3319992" y="1895734"/>
                  <a:pt x="3314647" y="1899221"/>
                </a:cubicBezTo>
                <a:cubicBezTo>
                  <a:pt x="3325338" y="1892247"/>
                  <a:pt x="3330971" y="1924247"/>
                  <a:pt x="3330971" y="1924247"/>
                </a:cubicBezTo>
                <a:cubicBezTo>
                  <a:pt x="3355457" y="1961785"/>
                  <a:pt x="3276093" y="1866403"/>
                  <a:pt x="3257917" y="1861537"/>
                </a:cubicBezTo>
                <a:close/>
                <a:moveTo>
                  <a:pt x="3319708" y="1860250"/>
                </a:moveTo>
                <a:cubicBezTo>
                  <a:pt x="3319708" y="1860250"/>
                  <a:pt x="3327870" y="1872763"/>
                  <a:pt x="3340112" y="1891531"/>
                </a:cubicBezTo>
                <a:lnTo>
                  <a:pt x="3346888" y="1901919"/>
                </a:lnTo>
                <a:lnTo>
                  <a:pt x="3348703" y="1893345"/>
                </a:lnTo>
                <a:close/>
                <a:moveTo>
                  <a:pt x="1159649" y="1841765"/>
                </a:moveTo>
                <a:cubicBezTo>
                  <a:pt x="1209430" y="1988171"/>
                  <a:pt x="1236493" y="2006295"/>
                  <a:pt x="1171677" y="1977021"/>
                </a:cubicBezTo>
                <a:cubicBezTo>
                  <a:pt x="1196234" y="2014668"/>
                  <a:pt x="1239208" y="2080549"/>
                  <a:pt x="1254651" y="2114079"/>
                </a:cubicBezTo>
                <a:lnTo>
                  <a:pt x="1259566" y="2127076"/>
                </a:lnTo>
                <a:lnTo>
                  <a:pt x="1259824" y="2128290"/>
                </a:lnTo>
                <a:lnTo>
                  <a:pt x="1259214" y="2134581"/>
                </a:lnTo>
                <a:cubicBezTo>
                  <a:pt x="1232151" y="2116457"/>
                  <a:pt x="1188718" y="2073235"/>
                  <a:pt x="1227141" y="2155502"/>
                </a:cubicBezTo>
                <a:cubicBezTo>
                  <a:pt x="1227141" y="2155502"/>
                  <a:pt x="1227141" y="2155502"/>
                  <a:pt x="1210769" y="2130404"/>
                </a:cubicBezTo>
                <a:cubicBezTo>
                  <a:pt x="1222420" y="2154107"/>
                  <a:pt x="1230825" y="2172102"/>
                  <a:pt x="1236701" y="2185672"/>
                </a:cubicBezTo>
                <a:lnTo>
                  <a:pt x="1241794" y="2199280"/>
                </a:lnTo>
                <a:lnTo>
                  <a:pt x="1240694" y="2202500"/>
                </a:lnTo>
                <a:lnTo>
                  <a:pt x="1245120" y="2208168"/>
                </a:lnTo>
                <a:lnTo>
                  <a:pt x="1246830" y="2212737"/>
                </a:lnTo>
                <a:lnTo>
                  <a:pt x="1249367" y="2213606"/>
                </a:lnTo>
                <a:lnTo>
                  <a:pt x="1245120" y="2208168"/>
                </a:lnTo>
                <a:lnTo>
                  <a:pt x="1241794" y="2199280"/>
                </a:lnTo>
                <a:lnTo>
                  <a:pt x="1245114" y="2189559"/>
                </a:lnTo>
                <a:cubicBezTo>
                  <a:pt x="1249043" y="2178056"/>
                  <a:pt x="1251554" y="2158538"/>
                  <a:pt x="1232355" y="2117420"/>
                </a:cubicBezTo>
                <a:cubicBezTo>
                  <a:pt x="1232355" y="2117420"/>
                  <a:pt x="1232355" y="2117420"/>
                  <a:pt x="1265082" y="2167593"/>
                </a:cubicBezTo>
                <a:cubicBezTo>
                  <a:pt x="1267755" y="2165849"/>
                  <a:pt x="1266338" y="2157834"/>
                  <a:pt x="1264153" y="2148642"/>
                </a:cubicBezTo>
                <a:lnTo>
                  <a:pt x="1259824" y="2128290"/>
                </a:lnTo>
                <a:lnTo>
                  <a:pt x="1259865" y="2127867"/>
                </a:lnTo>
                <a:lnTo>
                  <a:pt x="1259566" y="2127076"/>
                </a:lnTo>
                <a:lnTo>
                  <a:pt x="1258621" y="2122636"/>
                </a:lnTo>
                <a:cubicBezTo>
                  <a:pt x="1258029" y="2112964"/>
                  <a:pt x="1263190" y="2112112"/>
                  <a:pt x="1285322" y="2137279"/>
                </a:cubicBezTo>
                <a:lnTo>
                  <a:pt x="1311145" y="2168844"/>
                </a:lnTo>
                <a:lnTo>
                  <a:pt x="1307373" y="2144081"/>
                </a:lnTo>
                <a:cubicBezTo>
                  <a:pt x="1302324" y="2126504"/>
                  <a:pt x="1295593" y="2108926"/>
                  <a:pt x="1288862" y="2088837"/>
                </a:cubicBezTo>
                <a:cubicBezTo>
                  <a:pt x="1275397" y="2058703"/>
                  <a:pt x="1248471" y="2028570"/>
                  <a:pt x="1235006" y="1988392"/>
                </a:cubicBezTo>
                <a:lnTo>
                  <a:pt x="1231834" y="1968751"/>
                </a:lnTo>
                <a:lnTo>
                  <a:pt x="1220288" y="1945313"/>
                </a:lnTo>
                <a:cubicBezTo>
                  <a:pt x="1203687" y="1913658"/>
                  <a:pt x="1184205" y="1879410"/>
                  <a:pt x="1159649" y="1841765"/>
                </a:cubicBezTo>
                <a:close/>
                <a:moveTo>
                  <a:pt x="3136803" y="1836863"/>
                </a:moveTo>
                <a:cubicBezTo>
                  <a:pt x="3134130" y="1838607"/>
                  <a:pt x="3138562" y="1846862"/>
                  <a:pt x="3146548" y="1858374"/>
                </a:cubicBezTo>
                <a:lnTo>
                  <a:pt x="3173153" y="1893532"/>
                </a:lnTo>
                <a:lnTo>
                  <a:pt x="3175800" y="1889109"/>
                </a:lnTo>
                <a:close/>
                <a:moveTo>
                  <a:pt x="3306605" y="1797449"/>
                </a:moveTo>
                <a:cubicBezTo>
                  <a:pt x="3293914" y="1785659"/>
                  <a:pt x="3331807" y="1861273"/>
                  <a:pt x="3287060" y="1810199"/>
                </a:cubicBezTo>
                <a:cubicBezTo>
                  <a:pt x="3287060" y="1810199"/>
                  <a:pt x="3287060" y="1810199"/>
                  <a:pt x="3330400" y="1853276"/>
                </a:cubicBezTo>
                <a:cubicBezTo>
                  <a:pt x="3330400" y="1853276"/>
                  <a:pt x="3338562" y="1865789"/>
                  <a:pt x="3348763" y="1881427"/>
                </a:cubicBezTo>
                <a:lnTo>
                  <a:pt x="3356214" y="1892850"/>
                </a:lnTo>
                <a:lnTo>
                  <a:pt x="3362933" y="1893670"/>
                </a:lnTo>
                <a:cubicBezTo>
                  <a:pt x="3369444" y="1898129"/>
                  <a:pt x="3378078" y="1906984"/>
                  <a:pt x="3389612" y="1921744"/>
                </a:cubicBezTo>
                <a:cubicBezTo>
                  <a:pt x="3411551" y="1978744"/>
                  <a:pt x="3444184" y="2028772"/>
                  <a:pt x="3471192" y="2046810"/>
                </a:cubicBezTo>
                <a:cubicBezTo>
                  <a:pt x="3449250" y="1989808"/>
                  <a:pt x="3422243" y="1971769"/>
                  <a:pt x="3383987" y="1889758"/>
                </a:cubicBezTo>
                <a:cubicBezTo>
                  <a:pt x="3440953" y="1959565"/>
                  <a:pt x="3424188" y="1876907"/>
                  <a:pt x="3430521" y="1849377"/>
                </a:cubicBezTo>
                <a:lnTo>
                  <a:pt x="3434336" y="1849058"/>
                </a:lnTo>
                <a:lnTo>
                  <a:pt x="3433808" y="1848250"/>
                </a:lnTo>
                <a:cubicBezTo>
                  <a:pt x="3429726" y="1841992"/>
                  <a:pt x="3421566" y="1829482"/>
                  <a:pt x="3405242" y="1804457"/>
                </a:cubicBezTo>
                <a:cubicBezTo>
                  <a:pt x="3394550" y="1811431"/>
                  <a:pt x="3449153" y="1918504"/>
                  <a:pt x="3356843" y="1800354"/>
                </a:cubicBezTo>
                <a:cubicBezTo>
                  <a:pt x="3329826" y="1782302"/>
                  <a:pt x="3362475" y="1832354"/>
                  <a:pt x="3411445" y="1907428"/>
                </a:cubicBezTo>
                <a:cubicBezTo>
                  <a:pt x="3411445" y="1907428"/>
                  <a:pt x="3411445" y="1907428"/>
                  <a:pt x="3341091" y="1846302"/>
                </a:cubicBezTo>
                <a:cubicBezTo>
                  <a:pt x="3320686" y="1815020"/>
                  <a:pt x="3310835" y="1801379"/>
                  <a:pt x="3306605" y="1797449"/>
                </a:cubicBezTo>
                <a:close/>
                <a:moveTo>
                  <a:pt x="3963582" y="1796937"/>
                </a:moveTo>
                <a:lnTo>
                  <a:pt x="3967588" y="1804350"/>
                </a:lnTo>
                <a:lnTo>
                  <a:pt x="3965406" y="1802321"/>
                </a:lnTo>
                <a:close/>
                <a:moveTo>
                  <a:pt x="3984966" y="1782988"/>
                </a:moveTo>
                <a:cubicBezTo>
                  <a:pt x="3984966" y="1782988"/>
                  <a:pt x="3984966" y="1782988"/>
                  <a:pt x="4023221" y="1865000"/>
                </a:cubicBezTo>
                <a:cubicBezTo>
                  <a:pt x="4023221" y="1865000"/>
                  <a:pt x="4023221" y="1865000"/>
                  <a:pt x="4011973" y="1801027"/>
                </a:cubicBezTo>
                <a:cubicBezTo>
                  <a:pt x="4011973" y="1801027"/>
                  <a:pt x="4033913" y="1858025"/>
                  <a:pt x="4044604" y="1851052"/>
                </a:cubicBezTo>
                <a:cubicBezTo>
                  <a:pt x="4022665" y="1794052"/>
                  <a:pt x="4022665" y="1794052"/>
                  <a:pt x="4022665" y="1794052"/>
                </a:cubicBezTo>
                <a:cubicBezTo>
                  <a:pt x="4044604" y="1851052"/>
                  <a:pt x="4148124" y="2033117"/>
                  <a:pt x="4039536" y="1890013"/>
                </a:cubicBezTo>
                <a:cubicBezTo>
                  <a:pt x="4061477" y="1947016"/>
                  <a:pt x="4072170" y="1940041"/>
                  <a:pt x="4104801" y="1990066"/>
                </a:cubicBezTo>
                <a:cubicBezTo>
                  <a:pt x="4126740" y="2047066"/>
                  <a:pt x="4077793" y="1972028"/>
                  <a:pt x="4099732" y="2029028"/>
                </a:cubicBezTo>
                <a:cubicBezTo>
                  <a:pt x="4099732" y="2029028"/>
                  <a:pt x="4099732" y="2029028"/>
                  <a:pt x="4028844" y="1896987"/>
                </a:cubicBezTo>
                <a:cubicBezTo>
                  <a:pt x="4034469" y="1928978"/>
                  <a:pt x="4030389" y="1922723"/>
                  <a:pt x="4018786" y="1899092"/>
                </a:cubicBezTo>
                <a:lnTo>
                  <a:pt x="3967588" y="1804350"/>
                </a:lnTo>
                <a:lnTo>
                  <a:pt x="3969700" y="1806317"/>
                </a:lnTo>
                <a:cubicBezTo>
                  <a:pt x="3974413" y="1807699"/>
                  <a:pt x="3977085" y="1805956"/>
                  <a:pt x="3996213" y="1846962"/>
                </a:cubicBezTo>
                <a:cubicBezTo>
                  <a:pt x="3996213" y="1846962"/>
                  <a:pt x="3996213" y="1846962"/>
                  <a:pt x="3984966" y="1782988"/>
                </a:cubicBezTo>
                <a:close/>
                <a:moveTo>
                  <a:pt x="3436409" y="1775206"/>
                </a:moveTo>
                <a:cubicBezTo>
                  <a:pt x="3433550" y="1774840"/>
                  <a:pt x="3433234" y="1777277"/>
                  <a:pt x="3437317" y="1783535"/>
                </a:cubicBezTo>
                <a:cubicBezTo>
                  <a:pt x="3437317" y="1783535"/>
                  <a:pt x="3416106" y="1777303"/>
                  <a:pt x="3421649" y="1808801"/>
                </a:cubicBezTo>
                <a:lnTo>
                  <a:pt x="3435908" y="1848929"/>
                </a:lnTo>
                <a:lnTo>
                  <a:pt x="3448140" y="1847911"/>
                </a:lnTo>
                <a:cubicBezTo>
                  <a:pt x="3464455" y="1872924"/>
                  <a:pt x="3486396" y="1929923"/>
                  <a:pt x="3519029" y="1979951"/>
                </a:cubicBezTo>
                <a:cubicBezTo>
                  <a:pt x="3497086" y="1922949"/>
                  <a:pt x="3426201" y="1790912"/>
                  <a:pt x="3469524" y="1833962"/>
                </a:cubicBezTo>
                <a:cubicBezTo>
                  <a:pt x="3485840" y="1858975"/>
                  <a:pt x="3485840" y="1858975"/>
                  <a:pt x="3502155" y="1883987"/>
                </a:cubicBezTo>
                <a:cubicBezTo>
                  <a:pt x="3488513" y="1857231"/>
                  <a:pt x="3480909" y="1840463"/>
                  <a:pt x="3477749" y="1830963"/>
                </a:cubicBezTo>
                <a:lnTo>
                  <a:pt x="3479270" y="1824619"/>
                </a:lnTo>
                <a:lnTo>
                  <a:pt x="3450752" y="1783687"/>
                </a:lnTo>
                <a:cubicBezTo>
                  <a:pt x="3444667" y="1778740"/>
                  <a:pt x="3439267" y="1775572"/>
                  <a:pt x="3436409" y="1775206"/>
                </a:cubicBezTo>
                <a:close/>
                <a:moveTo>
                  <a:pt x="2721318" y="1643857"/>
                </a:moveTo>
                <a:lnTo>
                  <a:pt x="2721019" y="1644026"/>
                </a:lnTo>
                <a:lnTo>
                  <a:pt x="2721448" y="1644041"/>
                </a:lnTo>
                <a:close/>
                <a:moveTo>
                  <a:pt x="2526895" y="1642517"/>
                </a:moveTo>
                <a:lnTo>
                  <a:pt x="2524689" y="1646147"/>
                </a:lnTo>
                <a:lnTo>
                  <a:pt x="2525567" y="1647494"/>
                </a:lnTo>
                <a:lnTo>
                  <a:pt x="2527754" y="1644747"/>
                </a:lnTo>
                <a:close/>
                <a:moveTo>
                  <a:pt x="2506772" y="1637754"/>
                </a:moveTo>
                <a:lnTo>
                  <a:pt x="2507082" y="1642809"/>
                </a:lnTo>
                <a:lnTo>
                  <a:pt x="2504846" y="1639383"/>
                </a:lnTo>
                <a:lnTo>
                  <a:pt x="2506247" y="1643150"/>
                </a:lnTo>
                <a:lnTo>
                  <a:pt x="2509331" y="1642363"/>
                </a:lnTo>
                <a:close/>
                <a:moveTo>
                  <a:pt x="2505594" y="1616829"/>
                </a:moveTo>
                <a:lnTo>
                  <a:pt x="2505581" y="1616854"/>
                </a:lnTo>
                <a:lnTo>
                  <a:pt x="2520380" y="1639542"/>
                </a:lnTo>
                <a:lnTo>
                  <a:pt x="2525269" y="1638294"/>
                </a:lnTo>
                <a:lnTo>
                  <a:pt x="2522932" y="1632225"/>
                </a:lnTo>
                <a:lnTo>
                  <a:pt x="2518127" y="1626597"/>
                </a:lnTo>
                <a:lnTo>
                  <a:pt x="2518790" y="1635891"/>
                </a:lnTo>
                <a:cubicBezTo>
                  <a:pt x="2518790" y="1635891"/>
                  <a:pt x="2518790" y="1635891"/>
                  <a:pt x="2512654" y="1626484"/>
                </a:cubicBezTo>
                <a:lnTo>
                  <a:pt x="2506917" y="1617690"/>
                </a:lnTo>
                <a:close/>
                <a:moveTo>
                  <a:pt x="2719771" y="1427705"/>
                </a:moveTo>
                <a:lnTo>
                  <a:pt x="2719260" y="1433180"/>
                </a:lnTo>
                <a:lnTo>
                  <a:pt x="2736053" y="1456146"/>
                </a:lnTo>
                <a:close/>
                <a:moveTo>
                  <a:pt x="502032" y="1419250"/>
                </a:moveTo>
                <a:lnTo>
                  <a:pt x="504274" y="1424049"/>
                </a:lnTo>
                <a:cubicBezTo>
                  <a:pt x="509076" y="1434332"/>
                  <a:pt x="518682" y="1454899"/>
                  <a:pt x="537893" y="1496032"/>
                </a:cubicBezTo>
                <a:cubicBezTo>
                  <a:pt x="529708" y="1483483"/>
                  <a:pt x="524195" y="1469191"/>
                  <a:pt x="518682" y="1454899"/>
                </a:cubicBezTo>
                <a:close/>
                <a:moveTo>
                  <a:pt x="499471" y="1413766"/>
                </a:moveTo>
                <a:lnTo>
                  <a:pt x="502032" y="1419250"/>
                </a:lnTo>
                <a:lnTo>
                  <a:pt x="500071" y="1415051"/>
                </a:lnTo>
                <a:cubicBezTo>
                  <a:pt x="499471" y="1413766"/>
                  <a:pt x="499471" y="1413766"/>
                  <a:pt x="499471" y="1413766"/>
                </a:cubicBezTo>
                <a:close/>
                <a:moveTo>
                  <a:pt x="2614998" y="1413171"/>
                </a:moveTo>
                <a:lnTo>
                  <a:pt x="2646671" y="1471250"/>
                </a:lnTo>
                <a:lnTo>
                  <a:pt x="2660683" y="1497798"/>
                </a:lnTo>
                <a:lnTo>
                  <a:pt x="2639254" y="1447940"/>
                </a:lnTo>
                <a:cubicBezTo>
                  <a:pt x="2639254" y="1447940"/>
                  <a:pt x="2655578" y="1472965"/>
                  <a:pt x="2655578" y="1472965"/>
                </a:cubicBezTo>
                <a:lnTo>
                  <a:pt x="2623084" y="1421157"/>
                </a:lnTo>
                <a:lnTo>
                  <a:pt x="2624428" y="1423943"/>
                </a:lnTo>
                <a:cubicBezTo>
                  <a:pt x="2624428" y="1423943"/>
                  <a:pt x="2624428" y="1423943"/>
                  <a:pt x="2616953" y="1415405"/>
                </a:cubicBezTo>
                <a:close/>
                <a:moveTo>
                  <a:pt x="510162" y="1406792"/>
                </a:moveTo>
                <a:cubicBezTo>
                  <a:pt x="514255" y="1413066"/>
                  <a:pt x="518702" y="1421345"/>
                  <a:pt x="522905" y="1430343"/>
                </a:cubicBezTo>
                <a:lnTo>
                  <a:pt x="528987" y="1445380"/>
                </a:lnTo>
                <a:lnTo>
                  <a:pt x="527139" y="1442675"/>
                </a:lnTo>
                <a:cubicBezTo>
                  <a:pt x="521501" y="1432936"/>
                  <a:pt x="515675" y="1421084"/>
                  <a:pt x="510162" y="1406792"/>
                </a:cubicBezTo>
                <a:close/>
                <a:moveTo>
                  <a:pt x="2601310" y="1366662"/>
                </a:moveTo>
                <a:lnTo>
                  <a:pt x="2605756" y="1385472"/>
                </a:lnTo>
                <a:lnTo>
                  <a:pt x="2606182" y="1386113"/>
                </a:lnTo>
                <a:lnTo>
                  <a:pt x="2607133" y="1388082"/>
                </a:lnTo>
                <a:lnTo>
                  <a:pt x="2607097" y="1375275"/>
                </a:lnTo>
                <a:lnTo>
                  <a:pt x="2609388" y="1374760"/>
                </a:lnTo>
                <a:close/>
                <a:moveTo>
                  <a:pt x="1493393" y="1316009"/>
                </a:moveTo>
                <a:lnTo>
                  <a:pt x="1493764" y="1316737"/>
                </a:lnTo>
                <a:lnTo>
                  <a:pt x="1493814" y="1316644"/>
                </a:lnTo>
                <a:close/>
                <a:moveTo>
                  <a:pt x="2712303" y="1304966"/>
                </a:moveTo>
                <a:lnTo>
                  <a:pt x="2747724" y="1379275"/>
                </a:lnTo>
                <a:cubicBezTo>
                  <a:pt x="2747724" y="1379275"/>
                  <a:pt x="2747724" y="1379275"/>
                  <a:pt x="2714996" y="1329103"/>
                </a:cubicBezTo>
                <a:lnTo>
                  <a:pt x="2714688" y="1330172"/>
                </a:lnTo>
                <a:lnTo>
                  <a:pt x="2726196" y="1347814"/>
                </a:lnTo>
                <a:cubicBezTo>
                  <a:pt x="2730291" y="1354091"/>
                  <a:pt x="2730291" y="1354091"/>
                  <a:pt x="2730291" y="1354091"/>
                </a:cubicBezTo>
                <a:lnTo>
                  <a:pt x="2714183" y="1331924"/>
                </a:lnTo>
                <a:lnTo>
                  <a:pt x="2711534" y="1341136"/>
                </a:lnTo>
                <a:lnTo>
                  <a:pt x="2718021" y="1358409"/>
                </a:lnTo>
                <a:lnTo>
                  <a:pt x="2720942" y="1362886"/>
                </a:lnTo>
                <a:cubicBezTo>
                  <a:pt x="2732419" y="1380482"/>
                  <a:pt x="2747723" y="1403943"/>
                  <a:pt x="2768127" y="1435224"/>
                </a:cubicBezTo>
                <a:cubicBezTo>
                  <a:pt x="2768127" y="1435224"/>
                  <a:pt x="2768127" y="1435224"/>
                  <a:pt x="2740541" y="1346201"/>
                </a:cubicBezTo>
                <a:close/>
                <a:moveTo>
                  <a:pt x="2947437" y="1262525"/>
                </a:moveTo>
                <a:cubicBezTo>
                  <a:pt x="2953503" y="1265254"/>
                  <a:pt x="2990124" y="1308253"/>
                  <a:pt x="2965638" y="1270715"/>
                </a:cubicBezTo>
                <a:cubicBezTo>
                  <a:pt x="2973800" y="1283227"/>
                  <a:pt x="2981962" y="1295740"/>
                  <a:pt x="2992165" y="1311382"/>
                </a:cubicBezTo>
                <a:lnTo>
                  <a:pt x="3014610" y="1345792"/>
                </a:lnTo>
                <a:cubicBezTo>
                  <a:pt x="3014610" y="1345792"/>
                  <a:pt x="3014610" y="1345792"/>
                  <a:pt x="2954947" y="1277688"/>
                </a:cubicBezTo>
                <a:cubicBezTo>
                  <a:pt x="2946785" y="1265175"/>
                  <a:pt x="2945414" y="1261614"/>
                  <a:pt x="2947437" y="1262525"/>
                </a:cubicBezTo>
                <a:close/>
                <a:moveTo>
                  <a:pt x="2754568" y="1228136"/>
                </a:moveTo>
                <a:lnTo>
                  <a:pt x="2749474" y="1230063"/>
                </a:lnTo>
                <a:cubicBezTo>
                  <a:pt x="2742358" y="1242525"/>
                  <a:pt x="2742405" y="1265963"/>
                  <a:pt x="2731201" y="1272156"/>
                </a:cubicBezTo>
                <a:lnTo>
                  <a:pt x="2728294" y="1271398"/>
                </a:lnTo>
                <a:lnTo>
                  <a:pt x="2747892" y="1289566"/>
                </a:lnTo>
                <a:cubicBezTo>
                  <a:pt x="2773457" y="1304663"/>
                  <a:pt x="2772186" y="1272049"/>
                  <a:pt x="2755719" y="1229279"/>
                </a:cubicBezTo>
                <a:close/>
                <a:moveTo>
                  <a:pt x="1415503" y="1207045"/>
                </a:moveTo>
                <a:lnTo>
                  <a:pt x="1437344" y="1246575"/>
                </a:lnTo>
                <a:lnTo>
                  <a:pt x="1440805" y="1242143"/>
                </a:lnTo>
                <a:close/>
                <a:moveTo>
                  <a:pt x="1624144" y="1166895"/>
                </a:moveTo>
                <a:lnTo>
                  <a:pt x="1622680" y="1169720"/>
                </a:lnTo>
                <a:lnTo>
                  <a:pt x="1620907" y="1167517"/>
                </a:lnTo>
                <a:lnTo>
                  <a:pt x="1631326" y="1185025"/>
                </a:lnTo>
                <a:lnTo>
                  <a:pt x="1638276" y="1194157"/>
                </a:lnTo>
                <a:lnTo>
                  <a:pt x="1638783" y="1194144"/>
                </a:lnTo>
                <a:lnTo>
                  <a:pt x="1627641" y="1173403"/>
                </a:lnTo>
                <a:close/>
                <a:moveTo>
                  <a:pt x="2637066" y="1164438"/>
                </a:moveTo>
                <a:lnTo>
                  <a:pt x="2640650" y="1175789"/>
                </a:lnTo>
                <a:lnTo>
                  <a:pt x="2644814" y="1182773"/>
                </a:lnTo>
                <a:lnTo>
                  <a:pt x="2670521" y="1218647"/>
                </a:lnTo>
                <a:lnTo>
                  <a:pt x="2682098" y="1236631"/>
                </a:lnTo>
                <a:lnTo>
                  <a:pt x="2682558" y="1236867"/>
                </a:lnTo>
                <a:lnTo>
                  <a:pt x="2686522" y="1238714"/>
                </a:lnTo>
                <a:lnTo>
                  <a:pt x="2646380" y="1177175"/>
                </a:lnTo>
                <a:lnTo>
                  <a:pt x="2641014" y="1168950"/>
                </a:lnTo>
                <a:close/>
                <a:moveTo>
                  <a:pt x="2777859" y="1145053"/>
                </a:moveTo>
                <a:lnTo>
                  <a:pt x="2780254" y="1149140"/>
                </a:lnTo>
                <a:lnTo>
                  <a:pt x="2780501" y="1148723"/>
                </a:lnTo>
                <a:close/>
                <a:moveTo>
                  <a:pt x="1800107" y="1050500"/>
                </a:moveTo>
                <a:lnTo>
                  <a:pt x="1807082" y="1061174"/>
                </a:lnTo>
                <a:cubicBezTo>
                  <a:pt x="1810332" y="1066109"/>
                  <a:pt x="1811460" y="1067748"/>
                  <a:pt x="1811161" y="1067108"/>
                </a:cubicBezTo>
                <a:lnTo>
                  <a:pt x="1810538" y="1066035"/>
                </a:lnTo>
                <a:close/>
                <a:moveTo>
                  <a:pt x="1757267" y="1033948"/>
                </a:moveTo>
                <a:lnTo>
                  <a:pt x="1775245" y="1070520"/>
                </a:lnTo>
                <a:lnTo>
                  <a:pt x="1777627" y="1071117"/>
                </a:lnTo>
                <a:lnTo>
                  <a:pt x="1790085" y="1084975"/>
                </a:lnTo>
                <a:lnTo>
                  <a:pt x="1761425" y="1038677"/>
                </a:lnTo>
                <a:close/>
                <a:moveTo>
                  <a:pt x="1666136" y="936237"/>
                </a:moveTo>
                <a:lnTo>
                  <a:pt x="1673026" y="950756"/>
                </a:lnTo>
                <a:lnTo>
                  <a:pt x="1668139" y="939112"/>
                </a:lnTo>
                <a:close/>
                <a:moveTo>
                  <a:pt x="2760403" y="856170"/>
                </a:moveTo>
                <a:lnTo>
                  <a:pt x="2758297" y="863296"/>
                </a:lnTo>
                <a:lnTo>
                  <a:pt x="2764793" y="875384"/>
                </a:lnTo>
                <a:lnTo>
                  <a:pt x="2781155" y="892285"/>
                </a:lnTo>
                <a:lnTo>
                  <a:pt x="2761943" y="857703"/>
                </a:lnTo>
                <a:close/>
                <a:moveTo>
                  <a:pt x="1638438" y="846985"/>
                </a:moveTo>
                <a:lnTo>
                  <a:pt x="1680982" y="917269"/>
                </a:lnTo>
                <a:lnTo>
                  <a:pt x="1681372" y="917491"/>
                </a:lnTo>
                <a:lnTo>
                  <a:pt x="1677944" y="911207"/>
                </a:lnTo>
                <a:cubicBezTo>
                  <a:pt x="1667439" y="892907"/>
                  <a:pt x="1654806" y="872079"/>
                  <a:pt x="1638438" y="846985"/>
                </a:cubicBezTo>
                <a:close/>
                <a:moveTo>
                  <a:pt x="1694092" y="795593"/>
                </a:moveTo>
                <a:cubicBezTo>
                  <a:pt x="1692321" y="795071"/>
                  <a:pt x="1691494" y="796728"/>
                  <a:pt x="1691179" y="799168"/>
                </a:cubicBezTo>
                <a:cubicBezTo>
                  <a:pt x="1690548" y="804050"/>
                  <a:pt x="1691964" y="812070"/>
                  <a:pt x="1691964" y="812070"/>
                </a:cubicBezTo>
                <a:cubicBezTo>
                  <a:pt x="1700150" y="824619"/>
                  <a:pt x="1713094" y="843003"/>
                  <a:pt x="1727745" y="863633"/>
                </a:cubicBezTo>
                <a:lnTo>
                  <a:pt x="1738376" y="878665"/>
                </a:lnTo>
                <a:lnTo>
                  <a:pt x="1727948" y="848262"/>
                </a:lnTo>
                <a:lnTo>
                  <a:pt x="1702669" y="805087"/>
                </a:lnTo>
                <a:cubicBezTo>
                  <a:pt x="1698578" y="798814"/>
                  <a:pt x="1695863" y="796114"/>
                  <a:pt x="1694092" y="795593"/>
                </a:cubicBezTo>
                <a:close/>
                <a:moveTo>
                  <a:pt x="1872890" y="778591"/>
                </a:moveTo>
                <a:lnTo>
                  <a:pt x="1875798" y="782941"/>
                </a:lnTo>
                <a:cubicBezTo>
                  <a:pt x="1886551" y="800520"/>
                  <a:pt x="1898513" y="821780"/>
                  <a:pt x="1912208" y="848614"/>
                </a:cubicBezTo>
                <a:cubicBezTo>
                  <a:pt x="1928576" y="873708"/>
                  <a:pt x="1922897" y="841641"/>
                  <a:pt x="1922897" y="841641"/>
                </a:cubicBezTo>
                <a:lnTo>
                  <a:pt x="1895578" y="796698"/>
                </a:lnTo>
                <a:lnTo>
                  <a:pt x="1890945" y="789596"/>
                </a:lnTo>
                <a:close/>
                <a:moveTo>
                  <a:pt x="1883100" y="657854"/>
                </a:moveTo>
                <a:lnTo>
                  <a:pt x="1885238" y="660533"/>
                </a:lnTo>
                <a:cubicBezTo>
                  <a:pt x="1911857" y="703530"/>
                  <a:pt x="1947870" y="780640"/>
                  <a:pt x="1992715" y="831871"/>
                </a:cubicBezTo>
                <a:cubicBezTo>
                  <a:pt x="1959979" y="781685"/>
                  <a:pt x="1942193" y="748576"/>
                  <a:pt x="1926451" y="718603"/>
                </a:cubicBezTo>
                <a:lnTo>
                  <a:pt x="1900160" y="672611"/>
                </a:lnTo>
                <a:close/>
                <a:moveTo>
                  <a:pt x="1899912" y="629657"/>
                </a:moveTo>
                <a:lnTo>
                  <a:pt x="1902448" y="643470"/>
                </a:lnTo>
                <a:cubicBezTo>
                  <a:pt x="1906934" y="656197"/>
                  <a:pt x="1911931" y="669706"/>
                  <a:pt x="1910374" y="674632"/>
                </a:cubicBezTo>
                <a:lnTo>
                  <a:pt x="1907569" y="674558"/>
                </a:lnTo>
                <a:lnTo>
                  <a:pt x="1909935" y="677955"/>
                </a:lnTo>
                <a:cubicBezTo>
                  <a:pt x="1928288" y="699521"/>
                  <a:pt x="1903610" y="648549"/>
                  <a:pt x="1964989" y="742646"/>
                </a:cubicBezTo>
                <a:cubicBezTo>
                  <a:pt x="1964989" y="742646"/>
                  <a:pt x="1934929" y="690719"/>
                  <a:pt x="1906910" y="641926"/>
                </a:cubicBezTo>
                <a:close/>
                <a:moveTo>
                  <a:pt x="1898624" y="617541"/>
                </a:moveTo>
                <a:lnTo>
                  <a:pt x="1910210" y="635304"/>
                </a:lnTo>
                <a:lnTo>
                  <a:pt x="1902710" y="619626"/>
                </a:lnTo>
                <a:close/>
                <a:moveTo>
                  <a:pt x="1509528" y="533313"/>
                </a:moveTo>
                <a:lnTo>
                  <a:pt x="1511899" y="536021"/>
                </a:lnTo>
                <a:lnTo>
                  <a:pt x="1510966" y="535384"/>
                </a:lnTo>
                <a:close/>
                <a:moveTo>
                  <a:pt x="1970148" y="516946"/>
                </a:moveTo>
                <a:lnTo>
                  <a:pt x="1973073" y="521430"/>
                </a:lnTo>
                <a:cubicBezTo>
                  <a:pt x="1981034" y="533636"/>
                  <a:pt x="1986980" y="542751"/>
                  <a:pt x="1990048" y="547454"/>
                </a:cubicBezTo>
                <a:lnTo>
                  <a:pt x="2002829" y="563417"/>
                </a:lnTo>
                <a:lnTo>
                  <a:pt x="1989037" y="542273"/>
                </a:lnTo>
                <a:lnTo>
                  <a:pt x="1974713" y="520314"/>
                </a:lnTo>
                <a:close/>
                <a:moveTo>
                  <a:pt x="1770071" y="501209"/>
                </a:moveTo>
                <a:cubicBezTo>
                  <a:pt x="1769165" y="503476"/>
                  <a:pt x="1774477" y="514544"/>
                  <a:pt x="1780300" y="526395"/>
                </a:cubicBezTo>
                <a:lnTo>
                  <a:pt x="1785789" y="538733"/>
                </a:lnTo>
                <a:lnTo>
                  <a:pt x="1785610" y="537730"/>
                </a:lnTo>
                <a:cubicBezTo>
                  <a:pt x="1801979" y="562825"/>
                  <a:pt x="1818346" y="587916"/>
                  <a:pt x="1838806" y="619282"/>
                </a:cubicBezTo>
                <a:lnTo>
                  <a:pt x="1843592" y="626620"/>
                </a:lnTo>
                <a:lnTo>
                  <a:pt x="1868287" y="661283"/>
                </a:lnTo>
                <a:lnTo>
                  <a:pt x="1868066" y="664138"/>
                </a:lnTo>
                <a:lnTo>
                  <a:pt x="1916554" y="738473"/>
                </a:lnTo>
                <a:lnTo>
                  <a:pt x="1909068" y="723802"/>
                </a:lnTo>
                <a:lnTo>
                  <a:pt x="1889163" y="684800"/>
                </a:lnTo>
                <a:cubicBezTo>
                  <a:pt x="1883652" y="670512"/>
                  <a:pt x="1878141" y="656223"/>
                  <a:pt x="1861772" y="631129"/>
                </a:cubicBezTo>
                <a:lnTo>
                  <a:pt x="1873296" y="645568"/>
                </a:lnTo>
                <a:lnTo>
                  <a:pt x="1838069" y="591563"/>
                </a:lnTo>
                <a:cubicBezTo>
                  <a:pt x="1821700" y="566468"/>
                  <a:pt x="1805329" y="541371"/>
                  <a:pt x="1797145" y="528825"/>
                </a:cubicBezTo>
                <a:cubicBezTo>
                  <a:pt x="1778098" y="505473"/>
                  <a:pt x="1770974" y="498941"/>
                  <a:pt x="1770071" y="501209"/>
                </a:cubicBezTo>
                <a:close/>
                <a:moveTo>
                  <a:pt x="1979754" y="481254"/>
                </a:moveTo>
                <a:cubicBezTo>
                  <a:pt x="1974402" y="484745"/>
                  <a:pt x="1996280" y="524134"/>
                  <a:pt x="2014066" y="557249"/>
                </a:cubicBezTo>
                <a:lnTo>
                  <a:pt x="2022559" y="574365"/>
                </a:lnTo>
                <a:lnTo>
                  <a:pt x="2024293" y="570388"/>
                </a:lnTo>
                <a:cubicBezTo>
                  <a:pt x="2025560" y="571236"/>
                  <a:pt x="2027963" y="576378"/>
                  <a:pt x="2033474" y="590667"/>
                </a:cubicBezTo>
                <a:cubicBezTo>
                  <a:pt x="2044330" y="601469"/>
                  <a:pt x="2039842" y="588748"/>
                  <a:pt x="2028025" y="565159"/>
                </a:cubicBezTo>
                <a:lnTo>
                  <a:pt x="1995319" y="505114"/>
                </a:lnTo>
                <a:lnTo>
                  <a:pt x="1994078" y="503212"/>
                </a:lnTo>
                <a:cubicBezTo>
                  <a:pt x="1992033" y="500077"/>
                  <a:pt x="1987940" y="493802"/>
                  <a:pt x="1979754" y="481254"/>
                </a:cubicBezTo>
                <a:close/>
                <a:moveTo>
                  <a:pt x="1453733" y="462522"/>
                </a:moveTo>
                <a:cubicBezTo>
                  <a:pt x="1458821" y="463606"/>
                  <a:pt x="1473238" y="481869"/>
                  <a:pt x="1488054" y="502390"/>
                </a:cubicBezTo>
                <a:lnTo>
                  <a:pt x="1509528" y="533313"/>
                </a:lnTo>
                <a:lnTo>
                  <a:pt x="1504423" y="527484"/>
                </a:lnTo>
                <a:cubicBezTo>
                  <a:pt x="1496947" y="518947"/>
                  <a:pt x="1481992" y="501870"/>
                  <a:pt x="1452085" y="467718"/>
                </a:cubicBezTo>
                <a:cubicBezTo>
                  <a:pt x="1451378" y="463708"/>
                  <a:pt x="1452037" y="462161"/>
                  <a:pt x="1453733" y="462522"/>
                </a:cubicBezTo>
                <a:close/>
                <a:moveTo>
                  <a:pt x="2152016" y="453766"/>
                </a:moveTo>
                <a:lnTo>
                  <a:pt x="2199726" y="535210"/>
                </a:lnTo>
                <a:lnTo>
                  <a:pt x="2202024" y="536930"/>
                </a:lnTo>
                <a:lnTo>
                  <a:pt x="2206958" y="536549"/>
                </a:lnTo>
                <a:lnTo>
                  <a:pt x="2192415" y="506554"/>
                </a:lnTo>
                <a:cubicBezTo>
                  <a:pt x="2181198" y="484248"/>
                  <a:pt x="2173839" y="470045"/>
                  <a:pt x="2170060" y="461331"/>
                </a:cubicBezTo>
                <a:lnTo>
                  <a:pt x="2169898" y="459048"/>
                </a:lnTo>
                <a:close/>
                <a:moveTo>
                  <a:pt x="1984796" y="442193"/>
                </a:moveTo>
                <a:lnTo>
                  <a:pt x="1985200" y="452390"/>
                </a:lnTo>
                <a:lnTo>
                  <a:pt x="2000070" y="469378"/>
                </a:lnTo>
                <a:lnTo>
                  <a:pt x="1996871" y="460706"/>
                </a:lnTo>
                <a:close/>
                <a:moveTo>
                  <a:pt x="1858264" y="415506"/>
                </a:moveTo>
                <a:lnTo>
                  <a:pt x="1858680" y="416191"/>
                </a:lnTo>
                <a:lnTo>
                  <a:pt x="1859771" y="417817"/>
                </a:lnTo>
                <a:close/>
                <a:moveTo>
                  <a:pt x="2759121" y="368102"/>
                </a:moveTo>
                <a:lnTo>
                  <a:pt x="2758855" y="368976"/>
                </a:lnTo>
                <a:lnTo>
                  <a:pt x="2760038" y="369939"/>
                </a:lnTo>
                <a:close/>
                <a:moveTo>
                  <a:pt x="1932964" y="343306"/>
                </a:moveTo>
                <a:lnTo>
                  <a:pt x="1945210" y="378583"/>
                </a:lnTo>
                <a:lnTo>
                  <a:pt x="1996138" y="458716"/>
                </a:lnTo>
                <a:lnTo>
                  <a:pt x="1988606" y="438294"/>
                </a:lnTo>
                <a:cubicBezTo>
                  <a:pt x="1982915" y="423003"/>
                  <a:pt x="1978293" y="413724"/>
                  <a:pt x="1957654" y="381355"/>
                </a:cubicBezTo>
                <a:close/>
                <a:moveTo>
                  <a:pt x="2371090" y="341682"/>
                </a:moveTo>
                <a:lnTo>
                  <a:pt x="2386233" y="360562"/>
                </a:lnTo>
                <a:lnTo>
                  <a:pt x="2388760" y="364436"/>
                </a:lnTo>
                <a:cubicBezTo>
                  <a:pt x="2389048" y="364877"/>
                  <a:pt x="2388280" y="363701"/>
                  <a:pt x="2386234" y="360563"/>
                </a:cubicBezTo>
                <a:lnTo>
                  <a:pt x="2386233" y="360562"/>
                </a:lnTo>
                <a:lnTo>
                  <a:pt x="2384955" y="358603"/>
                </a:lnTo>
                <a:lnTo>
                  <a:pt x="2382489" y="354823"/>
                </a:lnTo>
                <a:close/>
                <a:moveTo>
                  <a:pt x="1951433" y="320864"/>
                </a:moveTo>
                <a:cubicBezTo>
                  <a:pt x="1967802" y="345958"/>
                  <a:pt x="1975987" y="358507"/>
                  <a:pt x="1985509" y="370180"/>
                </a:cubicBezTo>
                <a:lnTo>
                  <a:pt x="1993166" y="378198"/>
                </a:lnTo>
                <a:lnTo>
                  <a:pt x="1992476" y="375970"/>
                </a:lnTo>
                <a:cubicBezTo>
                  <a:pt x="1991764" y="371960"/>
                  <a:pt x="1990032" y="366385"/>
                  <a:pt x="1985406" y="357103"/>
                </a:cubicBezTo>
                <a:lnTo>
                  <a:pt x="1979323" y="346869"/>
                </a:lnTo>
                <a:lnTo>
                  <a:pt x="1986524" y="361134"/>
                </a:lnTo>
                <a:cubicBezTo>
                  <a:pt x="1984762" y="361723"/>
                  <a:pt x="1974571" y="350487"/>
                  <a:pt x="1951433" y="320864"/>
                </a:cubicBezTo>
                <a:close/>
                <a:moveTo>
                  <a:pt x="2367247" y="305832"/>
                </a:moveTo>
                <a:lnTo>
                  <a:pt x="2380486" y="326609"/>
                </a:lnTo>
                <a:lnTo>
                  <a:pt x="2391645" y="334723"/>
                </a:lnTo>
                <a:lnTo>
                  <a:pt x="2386032" y="324527"/>
                </a:lnTo>
                <a:close/>
                <a:moveTo>
                  <a:pt x="2623369" y="278862"/>
                </a:moveTo>
                <a:cubicBezTo>
                  <a:pt x="2647761" y="298732"/>
                  <a:pt x="2663696" y="312935"/>
                  <a:pt x="2675233" y="324418"/>
                </a:cubicBezTo>
                <a:lnTo>
                  <a:pt x="2693482" y="345337"/>
                </a:lnTo>
                <a:lnTo>
                  <a:pt x="2725452" y="355622"/>
                </a:lnTo>
                <a:lnTo>
                  <a:pt x="2730162" y="352839"/>
                </a:lnTo>
                <a:lnTo>
                  <a:pt x="2697173" y="333589"/>
                </a:lnTo>
                <a:cubicBezTo>
                  <a:pt x="2684267" y="319645"/>
                  <a:pt x="2669313" y="302562"/>
                  <a:pt x="2623369" y="278862"/>
                </a:cubicBezTo>
                <a:close/>
                <a:moveTo>
                  <a:pt x="2286941" y="278427"/>
                </a:moveTo>
                <a:lnTo>
                  <a:pt x="2288692" y="281111"/>
                </a:lnTo>
                <a:lnTo>
                  <a:pt x="2321428" y="331297"/>
                </a:lnTo>
                <a:cubicBezTo>
                  <a:pt x="2344559" y="360920"/>
                  <a:pt x="2345896" y="360048"/>
                  <a:pt x="2336080" y="343538"/>
                </a:cubicBezTo>
                <a:lnTo>
                  <a:pt x="2300325" y="287726"/>
                </a:lnTo>
                <a:lnTo>
                  <a:pt x="2289894" y="281704"/>
                </a:lnTo>
                <a:close/>
                <a:moveTo>
                  <a:pt x="1963140" y="249988"/>
                </a:moveTo>
                <a:lnTo>
                  <a:pt x="1971265" y="264611"/>
                </a:lnTo>
                <a:cubicBezTo>
                  <a:pt x="1982204" y="284303"/>
                  <a:pt x="2004082" y="323683"/>
                  <a:pt x="2047842" y="402450"/>
                </a:cubicBezTo>
                <a:close/>
                <a:moveTo>
                  <a:pt x="1960324" y="244920"/>
                </a:moveTo>
                <a:cubicBezTo>
                  <a:pt x="1960324" y="244920"/>
                  <a:pt x="1960324" y="244920"/>
                  <a:pt x="1961693" y="247382"/>
                </a:cubicBezTo>
                <a:lnTo>
                  <a:pt x="1963140" y="249988"/>
                </a:lnTo>
                <a:close/>
                <a:moveTo>
                  <a:pt x="2758743" y="227744"/>
                </a:moveTo>
                <a:lnTo>
                  <a:pt x="2785217" y="282694"/>
                </a:lnTo>
                <a:lnTo>
                  <a:pt x="2780776" y="284892"/>
                </a:lnTo>
                <a:cubicBezTo>
                  <a:pt x="2758743" y="227744"/>
                  <a:pt x="2758743" y="227744"/>
                  <a:pt x="2758743" y="227744"/>
                </a:cubicBezTo>
                <a:close/>
                <a:moveTo>
                  <a:pt x="1875250" y="227466"/>
                </a:moveTo>
                <a:lnTo>
                  <a:pt x="1889966" y="252197"/>
                </a:lnTo>
                <a:lnTo>
                  <a:pt x="1884033" y="243819"/>
                </a:lnTo>
                <a:close/>
                <a:moveTo>
                  <a:pt x="2267577" y="225380"/>
                </a:moveTo>
                <a:lnTo>
                  <a:pt x="2279562" y="243755"/>
                </a:lnTo>
                <a:cubicBezTo>
                  <a:pt x="2283015" y="249048"/>
                  <a:pt x="2283015" y="249048"/>
                  <a:pt x="2283015" y="249048"/>
                </a:cubicBezTo>
                <a:lnTo>
                  <a:pt x="2296852" y="270260"/>
                </a:lnTo>
                <a:lnTo>
                  <a:pt x="2314225" y="280530"/>
                </a:lnTo>
                <a:lnTo>
                  <a:pt x="2310072" y="267165"/>
                </a:lnTo>
                <a:cubicBezTo>
                  <a:pt x="2307233" y="251133"/>
                  <a:pt x="2322181" y="268211"/>
                  <a:pt x="2331701" y="279884"/>
                </a:cubicBezTo>
                <a:lnTo>
                  <a:pt x="2331986" y="280221"/>
                </a:lnTo>
                <a:lnTo>
                  <a:pt x="2343443" y="300663"/>
                </a:lnTo>
                <a:lnTo>
                  <a:pt x="2350274" y="305436"/>
                </a:lnTo>
                <a:lnTo>
                  <a:pt x="2324212" y="265482"/>
                </a:lnTo>
                <a:lnTo>
                  <a:pt x="2324130" y="265423"/>
                </a:lnTo>
                <a:lnTo>
                  <a:pt x="2339009" y="288532"/>
                </a:lnTo>
                <a:lnTo>
                  <a:pt x="2331986" y="280221"/>
                </a:lnTo>
                <a:lnTo>
                  <a:pt x="2323405" y="264911"/>
                </a:lnTo>
                <a:close/>
                <a:moveTo>
                  <a:pt x="1896660" y="213500"/>
                </a:moveTo>
                <a:cubicBezTo>
                  <a:pt x="1896660" y="213500"/>
                  <a:pt x="1896660" y="213500"/>
                  <a:pt x="1945767" y="288783"/>
                </a:cubicBezTo>
                <a:cubicBezTo>
                  <a:pt x="1945767" y="288783"/>
                  <a:pt x="1942699" y="284080"/>
                  <a:pt x="1937926" y="277129"/>
                </a:cubicBezTo>
                <a:lnTo>
                  <a:pt x="1936066" y="274540"/>
                </a:lnTo>
                <a:lnTo>
                  <a:pt x="1932044" y="268112"/>
                </a:lnTo>
                <a:cubicBezTo>
                  <a:pt x="1918144" y="246437"/>
                  <a:pt x="1904843" y="226046"/>
                  <a:pt x="1896660" y="213500"/>
                </a:cubicBezTo>
                <a:close/>
                <a:moveTo>
                  <a:pt x="2328108" y="198629"/>
                </a:moveTo>
                <a:lnTo>
                  <a:pt x="2336463" y="214183"/>
                </a:lnTo>
                <a:cubicBezTo>
                  <a:pt x="2343226" y="218711"/>
                  <a:pt x="2344877" y="215400"/>
                  <a:pt x="2342522" y="206317"/>
                </a:cubicBezTo>
                <a:lnTo>
                  <a:pt x="2341908" y="204860"/>
                </a:lnTo>
                <a:lnTo>
                  <a:pt x="2340265" y="204117"/>
                </a:lnTo>
                <a:close/>
                <a:moveTo>
                  <a:pt x="2249824" y="198165"/>
                </a:moveTo>
                <a:lnTo>
                  <a:pt x="2250892" y="199801"/>
                </a:lnTo>
                <a:lnTo>
                  <a:pt x="2251468" y="199425"/>
                </a:lnTo>
                <a:close/>
                <a:moveTo>
                  <a:pt x="2298321" y="185175"/>
                </a:moveTo>
                <a:lnTo>
                  <a:pt x="2318180" y="221220"/>
                </a:lnTo>
                <a:lnTo>
                  <a:pt x="2331774" y="226214"/>
                </a:lnTo>
                <a:lnTo>
                  <a:pt x="2312682" y="191661"/>
                </a:lnTo>
                <a:close/>
                <a:moveTo>
                  <a:pt x="2290380" y="170759"/>
                </a:moveTo>
                <a:lnTo>
                  <a:pt x="2294669" y="178547"/>
                </a:lnTo>
                <a:lnTo>
                  <a:pt x="2294237" y="171527"/>
                </a:lnTo>
                <a:close/>
                <a:moveTo>
                  <a:pt x="2077911" y="168219"/>
                </a:moveTo>
                <a:cubicBezTo>
                  <a:pt x="2094278" y="193310"/>
                  <a:pt x="2094278" y="193310"/>
                  <a:pt x="2094990" y="197320"/>
                </a:cubicBezTo>
                <a:lnTo>
                  <a:pt x="2095227" y="198131"/>
                </a:lnTo>
                <a:close/>
                <a:moveTo>
                  <a:pt x="2275767" y="167852"/>
                </a:moveTo>
                <a:lnTo>
                  <a:pt x="2282349" y="177943"/>
                </a:lnTo>
                <a:cubicBezTo>
                  <a:pt x="2282349" y="177943"/>
                  <a:pt x="2282349" y="177943"/>
                  <a:pt x="2281639" y="173936"/>
                </a:cubicBezTo>
                <a:lnTo>
                  <a:pt x="2280737" y="168842"/>
                </a:lnTo>
                <a:close/>
                <a:moveTo>
                  <a:pt x="2281268" y="111443"/>
                </a:moveTo>
                <a:lnTo>
                  <a:pt x="2288813" y="125488"/>
                </a:lnTo>
                <a:lnTo>
                  <a:pt x="2299250" y="132476"/>
                </a:lnTo>
                <a:cubicBezTo>
                  <a:pt x="2304595" y="128989"/>
                  <a:pt x="2301525" y="124283"/>
                  <a:pt x="2293826" y="118686"/>
                </a:cubicBezTo>
                <a:close/>
                <a:moveTo>
                  <a:pt x="2237811" y="109664"/>
                </a:moveTo>
                <a:lnTo>
                  <a:pt x="2250401" y="128965"/>
                </a:lnTo>
                <a:lnTo>
                  <a:pt x="2277864" y="146426"/>
                </a:lnTo>
                <a:lnTo>
                  <a:pt x="2251048" y="129957"/>
                </a:lnTo>
                <a:lnTo>
                  <a:pt x="2255755" y="137174"/>
                </a:lnTo>
                <a:lnTo>
                  <a:pt x="2276680" y="145929"/>
                </a:lnTo>
                <a:lnTo>
                  <a:pt x="2276669" y="145876"/>
                </a:lnTo>
                <a:lnTo>
                  <a:pt x="2276706" y="145941"/>
                </a:lnTo>
                <a:lnTo>
                  <a:pt x="2277864" y="146426"/>
                </a:lnTo>
                <a:close/>
                <a:moveTo>
                  <a:pt x="2114993" y="108263"/>
                </a:moveTo>
                <a:lnTo>
                  <a:pt x="2133526" y="126705"/>
                </a:lnTo>
                <a:lnTo>
                  <a:pt x="2131297" y="125502"/>
                </a:lnTo>
                <a:cubicBezTo>
                  <a:pt x="2127728" y="122312"/>
                  <a:pt x="2122467" y="116801"/>
                  <a:pt x="2114993" y="108263"/>
                </a:cubicBezTo>
                <a:close/>
                <a:moveTo>
                  <a:pt x="2291778" y="99203"/>
                </a:moveTo>
                <a:lnTo>
                  <a:pt x="2292047" y="99616"/>
                </a:lnTo>
                <a:lnTo>
                  <a:pt x="2293569" y="100401"/>
                </a:lnTo>
                <a:close/>
                <a:moveTo>
                  <a:pt x="2185307" y="27899"/>
                </a:moveTo>
                <a:cubicBezTo>
                  <a:pt x="2212373" y="46026"/>
                  <a:pt x="2212373" y="46026"/>
                  <a:pt x="2239440" y="64151"/>
                </a:cubicBezTo>
                <a:cubicBezTo>
                  <a:pt x="2266505" y="82278"/>
                  <a:pt x="2212373" y="46026"/>
                  <a:pt x="2212373" y="46026"/>
                </a:cubicBezTo>
                <a:cubicBezTo>
                  <a:pt x="2212373" y="46026"/>
                  <a:pt x="2212373" y="46026"/>
                  <a:pt x="2185307" y="27899"/>
                </a:cubicBezTo>
                <a:close/>
                <a:moveTo>
                  <a:pt x="2228078" y="0"/>
                </a:moveTo>
                <a:cubicBezTo>
                  <a:pt x="2276530" y="4177"/>
                  <a:pt x="2314287" y="15329"/>
                  <a:pt x="2379110" y="44602"/>
                </a:cubicBezTo>
                <a:lnTo>
                  <a:pt x="2426844" y="72412"/>
                </a:lnTo>
                <a:lnTo>
                  <a:pt x="2415635" y="55229"/>
                </a:lnTo>
                <a:lnTo>
                  <a:pt x="2433191" y="76111"/>
                </a:lnTo>
                <a:lnTo>
                  <a:pt x="2480522" y="103684"/>
                </a:lnTo>
                <a:cubicBezTo>
                  <a:pt x="2518364" y="123725"/>
                  <a:pt x="2557544" y="142898"/>
                  <a:pt x="2589953" y="157534"/>
                </a:cubicBezTo>
                <a:cubicBezTo>
                  <a:pt x="2671151" y="211912"/>
                  <a:pt x="2741654" y="273263"/>
                  <a:pt x="2741654" y="273263"/>
                </a:cubicBezTo>
                <a:cubicBezTo>
                  <a:pt x="2714590" y="255140"/>
                  <a:pt x="2687525" y="237013"/>
                  <a:pt x="2676832" y="243988"/>
                </a:cubicBezTo>
                <a:lnTo>
                  <a:pt x="2732686" y="301345"/>
                </a:lnTo>
                <a:lnTo>
                  <a:pt x="2741852" y="292403"/>
                </a:lnTo>
                <a:cubicBezTo>
                  <a:pt x="2762064" y="297098"/>
                  <a:pt x="2799975" y="326010"/>
                  <a:pt x="2829868" y="360152"/>
                </a:cubicBezTo>
                <a:cubicBezTo>
                  <a:pt x="2821687" y="347609"/>
                  <a:pt x="2809413" y="328793"/>
                  <a:pt x="2796430" y="305968"/>
                </a:cubicBezTo>
                <a:lnTo>
                  <a:pt x="2785217" y="282694"/>
                </a:lnTo>
                <a:lnTo>
                  <a:pt x="2865776" y="242856"/>
                </a:lnTo>
                <a:cubicBezTo>
                  <a:pt x="2885036" y="216883"/>
                  <a:pt x="2892732" y="176101"/>
                  <a:pt x="2881391" y="111978"/>
                </a:cubicBezTo>
                <a:cubicBezTo>
                  <a:pt x="2892085" y="105003"/>
                  <a:pt x="2887062" y="144041"/>
                  <a:pt x="2930483" y="187238"/>
                </a:cubicBezTo>
                <a:cubicBezTo>
                  <a:pt x="2875720" y="79915"/>
                  <a:pt x="2935504" y="148200"/>
                  <a:pt x="2913471" y="91053"/>
                </a:cubicBezTo>
                <a:cubicBezTo>
                  <a:pt x="2968234" y="198376"/>
                  <a:pt x="2940529" y="109165"/>
                  <a:pt x="3005984" y="209510"/>
                </a:cubicBezTo>
                <a:cubicBezTo>
                  <a:pt x="3005984" y="209510"/>
                  <a:pt x="3005984" y="209510"/>
                  <a:pt x="2967584" y="127275"/>
                </a:cubicBezTo>
                <a:cubicBezTo>
                  <a:pt x="2967584" y="127275"/>
                  <a:pt x="2967584" y="127275"/>
                  <a:pt x="3027370" y="195560"/>
                </a:cubicBezTo>
                <a:cubicBezTo>
                  <a:pt x="3027370" y="195560"/>
                  <a:pt x="3027370" y="195560"/>
                  <a:pt x="2988972" y="113324"/>
                </a:cubicBezTo>
                <a:cubicBezTo>
                  <a:pt x="3005336" y="138412"/>
                  <a:pt x="3038064" y="188585"/>
                  <a:pt x="3038064" y="188585"/>
                </a:cubicBezTo>
                <a:cubicBezTo>
                  <a:pt x="2999665" y="106349"/>
                  <a:pt x="2999665" y="106349"/>
                  <a:pt x="3010358" y="99374"/>
                </a:cubicBezTo>
                <a:cubicBezTo>
                  <a:pt x="3032395" y="156524"/>
                  <a:pt x="3146941" y="332130"/>
                  <a:pt x="3043735" y="220648"/>
                </a:cubicBezTo>
                <a:cubicBezTo>
                  <a:pt x="3065768" y="277796"/>
                  <a:pt x="3076462" y="270820"/>
                  <a:pt x="3119883" y="314017"/>
                </a:cubicBezTo>
                <a:cubicBezTo>
                  <a:pt x="3141919" y="371168"/>
                  <a:pt x="3092827" y="295908"/>
                  <a:pt x="3104168" y="360031"/>
                </a:cubicBezTo>
                <a:cubicBezTo>
                  <a:pt x="3104168" y="360031"/>
                  <a:pt x="3104168" y="360031"/>
                  <a:pt x="3038713" y="259686"/>
                </a:cubicBezTo>
                <a:cubicBezTo>
                  <a:pt x="3050053" y="323809"/>
                  <a:pt x="3005984" y="209510"/>
                  <a:pt x="2962563" y="166313"/>
                </a:cubicBezTo>
                <a:cubicBezTo>
                  <a:pt x="2962563" y="166313"/>
                  <a:pt x="2962563" y="166313"/>
                  <a:pt x="3022996" y="305696"/>
                </a:cubicBezTo>
                <a:cubicBezTo>
                  <a:pt x="3022996" y="305696"/>
                  <a:pt x="3022996" y="305696"/>
                  <a:pt x="3006634" y="280611"/>
                </a:cubicBezTo>
                <a:cubicBezTo>
                  <a:pt x="2995940" y="287587"/>
                  <a:pt x="3007281" y="351709"/>
                  <a:pt x="3072736" y="452054"/>
                </a:cubicBezTo>
                <a:cubicBezTo>
                  <a:pt x="3072736" y="452054"/>
                  <a:pt x="3072736" y="452054"/>
                  <a:pt x="3023644" y="376794"/>
                </a:cubicBezTo>
                <a:cubicBezTo>
                  <a:pt x="3040008" y="401882"/>
                  <a:pt x="3056373" y="426970"/>
                  <a:pt x="3045679" y="433945"/>
                </a:cubicBezTo>
                <a:cubicBezTo>
                  <a:pt x="3045679" y="433945"/>
                  <a:pt x="3045679" y="433945"/>
                  <a:pt x="3029315" y="408857"/>
                </a:cubicBezTo>
                <a:cubicBezTo>
                  <a:pt x="3029315" y="408857"/>
                  <a:pt x="3029315" y="408857"/>
                  <a:pt x="3051348" y="466005"/>
                </a:cubicBezTo>
                <a:cubicBezTo>
                  <a:pt x="3051348" y="466005"/>
                  <a:pt x="3051348" y="466005"/>
                  <a:pt x="3029962" y="479955"/>
                </a:cubicBezTo>
                <a:cubicBezTo>
                  <a:pt x="3029962" y="479955"/>
                  <a:pt x="3029962" y="479955"/>
                  <a:pt x="3013600" y="454870"/>
                </a:cubicBezTo>
                <a:cubicBezTo>
                  <a:pt x="2992213" y="468821"/>
                  <a:pt x="3090397" y="619341"/>
                  <a:pt x="3052645" y="608204"/>
                </a:cubicBezTo>
                <a:cubicBezTo>
                  <a:pt x="3019918" y="558032"/>
                  <a:pt x="2997882" y="500881"/>
                  <a:pt x="2954461" y="457684"/>
                </a:cubicBezTo>
                <a:cubicBezTo>
                  <a:pt x="2954461" y="457684"/>
                  <a:pt x="2954461" y="457684"/>
                  <a:pt x="2987189" y="507856"/>
                </a:cubicBezTo>
                <a:cubicBezTo>
                  <a:pt x="2987189" y="507856"/>
                  <a:pt x="2960132" y="489747"/>
                  <a:pt x="2960132" y="489747"/>
                </a:cubicBezTo>
                <a:cubicBezTo>
                  <a:pt x="2949440" y="496722"/>
                  <a:pt x="3036281" y="583116"/>
                  <a:pt x="3041951" y="615180"/>
                </a:cubicBezTo>
                <a:cubicBezTo>
                  <a:pt x="3031259" y="622154"/>
                  <a:pt x="2873289" y="403349"/>
                  <a:pt x="2900995" y="492559"/>
                </a:cubicBezTo>
                <a:cubicBezTo>
                  <a:pt x="2846233" y="385240"/>
                  <a:pt x="2851903" y="417299"/>
                  <a:pt x="2824847" y="399190"/>
                </a:cubicBezTo>
                <a:cubicBezTo>
                  <a:pt x="2950087" y="567820"/>
                  <a:pt x="2890949" y="570633"/>
                  <a:pt x="2972770" y="696069"/>
                </a:cubicBezTo>
                <a:cubicBezTo>
                  <a:pt x="2880255" y="577608"/>
                  <a:pt x="3011169" y="778305"/>
                  <a:pt x="3000476" y="785279"/>
                </a:cubicBezTo>
                <a:cubicBezTo>
                  <a:pt x="2951384" y="710019"/>
                  <a:pt x="2891599" y="641734"/>
                  <a:pt x="2826142" y="541386"/>
                </a:cubicBezTo>
                <a:cubicBezTo>
                  <a:pt x="2864540" y="623622"/>
                  <a:pt x="2859519" y="662659"/>
                  <a:pt x="2897917" y="744895"/>
                </a:cubicBezTo>
                <a:lnTo>
                  <a:pt x="2883327" y="737466"/>
                </a:lnTo>
                <a:lnTo>
                  <a:pt x="2915417" y="793747"/>
                </a:lnTo>
                <a:cubicBezTo>
                  <a:pt x="2926999" y="814172"/>
                  <a:pt x="2933729" y="826131"/>
                  <a:pt x="2933729" y="826131"/>
                </a:cubicBezTo>
                <a:cubicBezTo>
                  <a:pt x="2917360" y="801036"/>
                  <a:pt x="2900993" y="775945"/>
                  <a:pt x="2884624" y="750851"/>
                </a:cubicBezTo>
                <a:cubicBezTo>
                  <a:pt x="2906671" y="808009"/>
                  <a:pt x="2955775" y="883289"/>
                  <a:pt x="2895981" y="814982"/>
                </a:cubicBezTo>
                <a:cubicBezTo>
                  <a:pt x="2876942" y="791633"/>
                  <a:pt x="2866043" y="776385"/>
                  <a:pt x="2858959" y="764797"/>
                </a:cubicBezTo>
                <a:lnTo>
                  <a:pt x="2854714" y="756313"/>
                </a:lnTo>
                <a:lnTo>
                  <a:pt x="2855131" y="772315"/>
                </a:lnTo>
                <a:lnTo>
                  <a:pt x="2885292" y="821954"/>
                </a:lnTo>
                <a:lnTo>
                  <a:pt x="2855728" y="795155"/>
                </a:lnTo>
                <a:lnTo>
                  <a:pt x="2856176" y="812351"/>
                </a:lnTo>
                <a:lnTo>
                  <a:pt x="2850534" y="813931"/>
                </a:lnTo>
                <a:lnTo>
                  <a:pt x="2861011" y="831088"/>
                </a:lnTo>
                <a:cubicBezTo>
                  <a:pt x="2869027" y="843743"/>
                  <a:pt x="2876187" y="854721"/>
                  <a:pt x="2880280" y="860995"/>
                </a:cubicBezTo>
                <a:cubicBezTo>
                  <a:pt x="2880280" y="860995"/>
                  <a:pt x="2880280" y="860995"/>
                  <a:pt x="2868004" y="842175"/>
                </a:cubicBezTo>
                <a:lnTo>
                  <a:pt x="2849726" y="814155"/>
                </a:lnTo>
                <a:lnTo>
                  <a:pt x="2842679" y="816125"/>
                </a:lnTo>
                <a:lnTo>
                  <a:pt x="2816284" y="802688"/>
                </a:lnTo>
                <a:lnTo>
                  <a:pt x="2820074" y="811400"/>
                </a:lnTo>
                <a:cubicBezTo>
                  <a:pt x="2823764" y="819612"/>
                  <a:pt x="2826165" y="824755"/>
                  <a:pt x="2826165" y="824755"/>
                </a:cubicBezTo>
                <a:cubicBezTo>
                  <a:pt x="2826165" y="824755"/>
                  <a:pt x="2826165" y="824755"/>
                  <a:pt x="2809796" y="799661"/>
                </a:cubicBezTo>
                <a:cubicBezTo>
                  <a:pt x="2805788" y="802275"/>
                  <a:pt x="2800982" y="800381"/>
                  <a:pt x="2798563" y="801328"/>
                </a:cubicBezTo>
                <a:lnTo>
                  <a:pt x="2799242" y="805416"/>
                </a:lnTo>
                <a:lnTo>
                  <a:pt x="2801678" y="807672"/>
                </a:lnTo>
                <a:cubicBezTo>
                  <a:pt x="2801678" y="807672"/>
                  <a:pt x="2801678" y="807672"/>
                  <a:pt x="2867132" y="908017"/>
                </a:cubicBezTo>
                <a:cubicBezTo>
                  <a:pt x="2867132" y="908017"/>
                  <a:pt x="2867132" y="908017"/>
                  <a:pt x="2835007" y="868626"/>
                </a:cubicBezTo>
                <a:lnTo>
                  <a:pt x="2809223" y="837010"/>
                </a:lnTo>
                <a:lnTo>
                  <a:pt x="2817324" y="855195"/>
                </a:lnTo>
                <a:lnTo>
                  <a:pt x="2822516" y="864568"/>
                </a:lnTo>
                <a:lnTo>
                  <a:pt x="2820689" y="862751"/>
                </a:lnTo>
                <a:lnTo>
                  <a:pt x="2821153" y="863792"/>
                </a:lnTo>
                <a:lnTo>
                  <a:pt x="2820075" y="862139"/>
                </a:lnTo>
                <a:lnTo>
                  <a:pt x="2817084" y="859163"/>
                </a:lnTo>
                <a:lnTo>
                  <a:pt x="2797576" y="839750"/>
                </a:lnTo>
                <a:lnTo>
                  <a:pt x="2801251" y="847151"/>
                </a:lnTo>
                <a:lnTo>
                  <a:pt x="2792813" y="842918"/>
                </a:lnTo>
                <a:lnTo>
                  <a:pt x="2808300" y="870403"/>
                </a:lnTo>
                <a:cubicBezTo>
                  <a:pt x="2830801" y="904897"/>
                  <a:pt x="2862111" y="947055"/>
                  <a:pt x="2878473" y="972139"/>
                </a:cubicBezTo>
                <a:cubicBezTo>
                  <a:pt x="2873127" y="975627"/>
                  <a:pt x="2858181" y="958557"/>
                  <a:pt x="2840480" y="934342"/>
                </a:cubicBezTo>
                <a:lnTo>
                  <a:pt x="2802743" y="878511"/>
                </a:lnTo>
                <a:lnTo>
                  <a:pt x="2816142" y="902832"/>
                </a:lnTo>
                <a:cubicBezTo>
                  <a:pt x="2816142" y="902832"/>
                  <a:pt x="2816142" y="902832"/>
                  <a:pt x="2807956" y="890283"/>
                </a:cubicBezTo>
                <a:lnTo>
                  <a:pt x="2793778" y="868547"/>
                </a:lnTo>
                <a:lnTo>
                  <a:pt x="2791670" y="873506"/>
                </a:lnTo>
                <a:lnTo>
                  <a:pt x="2779075" y="864696"/>
                </a:lnTo>
                <a:lnTo>
                  <a:pt x="2784993" y="878439"/>
                </a:lnTo>
                <a:lnTo>
                  <a:pt x="2791153" y="902611"/>
                </a:lnTo>
                <a:lnTo>
                  <a:pt x="2823183" y="935691"/>
                </a:lnTo>
                <a:cubicBezTo>
                  <a:pt x="2823183" y="935691"/>
                  <a:pt x="2823183" y="935691"/>
                  <a:pt x="2816417" y="931160"/>
                </a:cubicBezTo>
                <a:lnTo>
                  <a:pt x="2794726" y="916634"/>
                </a:lnTo>
                <a:lnTo>
                  <a:pt x="2794763" y="916778"/>
                </a:lnTo>
                <a:lnTo>
                  <a:pt x="2794658" y="916589"/>
                </a:lnTo>
                <a:lnTo>
                  <a:pt x="2769053" y="899442"/>
                </a:lnTo>
                <a:lnTo>
                  <a:pt x="2768824" y="899241"/>
                </a:lnTo>
                <a:lnTo>
                  <a:pt x="2781344" y="937158"/>
                </a:lnTo>
                <a:lnTo>
                  <a:pt x="2785951" y="948714"/>
                </a:lnTo>
                <a:lnTo>
                  <a:pt x="2807478" y="981716"/>
                </a:lnTo>
                <a:cubicBezTo>
                  <a:pt x="2807478" y="981716"/>
                  <a:pt x="2807478" y="981716"/>
                  <a:pt x="2800001" y="973175"/>
                </a:cubicBezTo>
                <a:lnTo>
                  <a:pt x="2792109" y="964158"/>
                </a:lnTo>
                <a:lnTo>
                  <a:pt x="2795017" y="971457"/>
                </a:lnTo>
                <a:lnTo>
                  <a:pt x="2823851" y="1006817"/>
                </a:lnTo>
                <a:lnTo>
                  <a:pt x="2802314" y="989760"/>
                </a:lnTo>
                <a:lnTo>
                  <a:pt x="2813164" y="1016975"/>
                </a:lnTo>
                <a:cubicBezTo>
                  <a:pt x="2820259" y="1039170"/>
                  <a:pt x="2821402" y="1054069"/>
                  <a:pt x="2809291" y="1053029"/>
                </a:cubicBezTo>
                <a:cubicBezTo>
                  <a:pt x="2809291" y="1053029"/>
                  <a:pt x="2809291" y="1053029"/>
                  <a:pt x="2792926" y="1027941"/>
                </a:cubicBezTo>
                <a:cubicBezTo>
                  <a:pt x="2782072" y="1017143"/>
                  <a:pt x="2774639" y="1013052"/>
                  <a:pt x="2770198" y="1014274"/>
                </a:cubicBezTo>
                <a:lnTo>
                  <a:pt x="2767281" y="1025349"/>
                </a:lnTo>
                <a:lnTo>
                  <a:pt x="2797454" y="1059817"/>
                </a:lnTo>
                <a:cubicBezTo>
                  <a:pt x="2726950" y="998464"/>
                  <a:pt x="2835879" y="1142092"/>
                  <a:pt x="2792442" y="1098867"/>
                </a:cubicBezTo>
                <a:lnTo>
                  <a:pt x="2786369" y="1093582"/>
                </a:lnTo>
                <a:lnTo>
                  <a:pt x="2799245" y="1131103"/>
                </a:lnTo>
                <a:cubicBezTo>
                  <a:pt x="2799245" y="1131103"/>
                  <a:pt x="2815609" y="1156191"/>
                  <a:pt x="2848337" y="1206363"/>
                </a:cubicBezTo>
                <a:lnTo>
                  <a:pt x="2841860" y="1204149"/>
                </a:lnTo>
                <a:lnTo>
                  <a:pt x="2849628" y="1212613"/>
                </a:lnTo>
                <a:cubicBezTo>
                  <a:pt x="2867289" y="1236766"/>
                  <a:pt x="2887693" y="1268047"/>
                  <a:pt x="2912179" y="1305585"/>
                </a:cubicBezTo>
                <a:cubicBezTo>
                  <a:pt x="2885164" y="1287533"/>
                  <a:pt x="2901488" y="1312559"/>
                  <a:pt x="2934137" y="1362611"/>
                </a:cubicBezTo>
                <a:cubicBezTo>
                  <a:pt x="3031507" y="1441791"/>
                  <a:pt x="2787221" y="1137382"/>
                  <a:pt x="2857577" y="1198512"/>
                </a:cubicBezTo>
                <a:cubicBezTo>
                  <a:pt x="2873901" y="1223537"/>
                  <a:pt x="2890225" y="1248563"/>
                  <a:pt x="2906547" y="1273585"/>
                </a:cubicBezTo>
                <a:cubicBezTo>
                  <a:pt x="2906547" y="1273585"/>
                  <a:pt x="2906547" y="1273585"/>
                  <a:pt x="2851944" y="1166512"/>
                </a:cubicBezTo>
                <a:cubicBezTo>
                  <a:pt x="2851944" y="1166512"/>
                  <a:pt x="2851944" y="1166512"/>
                  <a:pt x="2933563" y="1291637"/>
                </a:cubicBezTo>
                <a:cubicBezTo>
                  <a:pt x="2966211" y="1341689"/>
                  <a:pt x="2944255" y="1284663"/>
                  <a:pt x="2927931" y="1259637"/>
                </a:cubicBezTo>
                <a:cubicBezTo>
                  <a:pt x="2960579" y="1309688"/>
                  <a:pt x="3003919" y="1352765"/>
                  <a:pt x="3025875" y="1409791"/>
                </a:cubicBezTo>
                <a:cubicBezTo>
                  <a:pt x="3003919" y="1352765"/>
                  <a:pt x="3063583" y="1420869"/>
                  <a:pt x="3014610" y="1345792"/>
                </a:cubicBezTo>
                <a:lnTo>
                  <a:pt x="3030935" y="1370817"/>
                </a:lnTo>
                <a:cubicBezTo>
                  <a:pt x="3036280" y="1367330"/>
                  <a:pt x="3022629" y="1340561"/>
                  <a:pt x="3003562" y="1308408"/>
                </a:cubicBezTo>
                <a:lnTo>
                  <a:pt x="2969244" y="1254123"/>
                </a:lnTo>
                <a:lnTo>
                  <a:pt x="2976330" y="1263740"/>
                </a:lnTo>
                <a:cubicBezTo>
                  <a:pt x="2960006" y="1238714"/>
                  <a:pt x="2943684" y="1213692"/>
                  <a:pt x="2943684" y="1213692"/>
                </a:cubicBezTo>
                <a:lnTo>
                  <a:pt x="2969244" y="1254123"/>
                </a:lnTo>
                <a:lnTo>
                  <a:pt x="2938192" y="1211979"/>
                </a:lnTo>
                <a:cubicBezTo>
                  <a:pt x="2867906" y="1115410"/>
                  <a:pt x="2917157" y="1173024"/>
                  <a:pt x="2845739" y="1063538"/>
                </a:cubicBezTo>
                <a:cubicBezTo>
                  <a:pt x="2845739" y="1063538"/>
                  <a:pt x="2845739" y="1063538"/>
                  <a:pt x="2911036" y="1163641"/>
                </a:cubicBezTo>
                <a:cubicBezTo>
                  <a:pt x="2911036" y="1163641"/>
                  <a:pt x="2911036" y="1163641"/>
                  <a:pt x="2916095" y="1124667"/>
                </a:cubicBezTo>
                <a:cubicBezTo>
                  <a:pt x="2970697" y="1231741"/>
                  <a:pt x="3014038" y="1274818"/>
                  <a:pt x="3079334" y="1374920"/>
                </a:cubicBezTo>
                <a:cubicBezTo>
                  <a:pt x="3008406" y="1242817"/>
                  <a:pt x="2872182" y="1010616"/>
                  <a:pt x="2909889" y="1021693"/>
                </a:cubicBezTo>
                <a:cubicBezTo>
                  <a:pt x="2909889" y="1021693"/>
                  <a:pt x="2909889" y="1021693"/>
                  <a:pt x="3007834" y="1171847"/>
                </a:cubicBezTo>
                <a:cubicBezTo>
                  <a:pt x="3034848" y="1189895"/>
                  <a:pt x="2969554" y="1089796"/>
                  <a:pt x="2914948" y="982719"/>
                </a:cubicBezTo>
                <a:cubicBezTo>
                  <a:pt x="3029217" y="1157899"/>
                  <a:pt x="3012893" y="1132873"/>
                  <a:pt x="3143484" y="1333076"/>
                </a:cubicBezTo>
                <a:cubicBezTo>
                  <a:pt x="3078188" y="1232973"/>
                  <a:pt x="3208208" y="1362204"/>
                  <a:pt x="3115896" y="1244050"/>
                </a:cubicBezTo>
                <a:cubicBezTo>
                  <a:pt x="3115896" y="1244050"/>
                  <a:pt x="3115896" y="1244050"/>
                  <a:pt x="3083248" y="1193998"/>
                </a:cubicBezTo>
                <a:cubicBezTo>
                  <a:pt x="3099572" y="1219024"/>
                  <a:pt x="3066924" y="1168973"/>
                  <a:pt x="3077615" y="1161999"/>
                </a:cubicBezTo>
                <a:cubicBezTo>
                  <a:pt x="3077615" y="1161999"/>
                  <a:pt x="3077615" y="1161999"/>
                  <a:pt x="3191884" y="1337179"/>
                </a:cubicBezTo>
                <a:cubicBezTo>
                  <a:pt x="3159235" y="1287127"/>
                  <a:pt x="3115322" y="1173076"/>
                  <a:pt x="3055661" y="1104976"/>
                </a:cubicBezTo>
                <a:cubicBezTo>
                  <a:pt x="3001055" y="997900"/>
                  <a:pt x="3164294" y="1248153"/>
                  <a:pt x="3191311" y="1266205"/>
                </a:cubicBezTo>
                <a:cubicBezTo>
                  <a:pt x="3147397" y="1152154"/>
                  <a:pt x="3098998" y="1148051"/>
                  <a:pt x="3044396" y="1040976"/>
                </a:cubicBezTo>
                <a:cubicBezTo>
                  <a:pt x="3006116" y="958925"/>
                  <a:pt x="3065779" y="1027028"/>
                  <a:pt x="3092795" y="1045079"/>
                </a:cubicBezTo>
                <a:cubicBezTo>
                  <a:pt x="3092795" y="1045079"/>
                  <a:pt x="3109120" y="1070105"/>
                  <a:pt x="3109120" y="1070105"/>
                </a:cubicBezTo>
                <a:cubicBezTo>
                  <a:pt x="3152457" y="1113180"/>
                  <a:pt x="3244770" y="1231334"/>
                  <a:pt x="3190164" y="1124257"/>
                </a:cubicBezTo>
                <a:cubicBezTo>
                  <a:pt x="3190164" y="1124257"/>
                  <a:pt x="3190164" y="1124257"/>
                  <a:pt x="3130503" y="1056157"/>
                </a:cubicBezTo>
                <a:cubicBezTo>
                  <a:pt x="3130503" y="1056157"/>
                  <a:pt x="3157518" y="1074209"/>
                  <a:pt x="3141194" y="1049183"/>
                </a:cubicBezTo>
                <a:cubicBezTo>
                  <a:pt x="3141194" y="1049183"/>
                  <a:pt x="3108545" y="999132"/>
                  <a:pt x="3092221" y="974106"/>
                </a:cubicBezTo>
                <a:cubicBezTo>
                  <a:pt x="3108545" y="999132"/>
                  <a:pt x="3086589" y="942106"/>
                  <a:pt x="3151886" y="1042209"/>
                </a:cubicBezTo>
                <a:cubicBezTo>
                  <a:pt x="3146254" y="1010209"/>
                  <a:pt x="3086589" y="942106"/>
                  <a:pt x="3070265" y="917080"/>
                </a:cubicBezTo>
                <a:cubicBezTo>
                  <a:pt x="3113606" y="960157"/>
                  <a:pt x="3086589" y="942106"/>
                  <a:pt x="3162578" y="1035234"/>
                </a:cubicBezTo>
                <a:cubicBezTo>
                  <a:pt x="3113606" y="960157"/>
                  <a:pt x="3064633" y="885080"/>
                  <a:pt x="3134989" y="946209"/>
                </a:cubicBezTo>
                <a:cubicBezTo>
                  <a:pt x="3167637" y="996260"/>
                  <a:pt x="3156945" y="1003235"/>
                  <a:pt x="3200286" y="1046312"/>
                </a:cubicBezTo>
                <a:cubicBezTo>
                  <a:pt x="3237991" y="1057386"/>
                  <a:pt x="3107973" y="928158"/>
                  <a:pt x="3113032" y="889184"/>
                </a:cubicBezTo>
                <a:cubicBezTo>
                  <a:pt x="3145680" y="939235"/>
                  <a:pt x="3162004" y="964261"/>
                  <a:pt x="3210977" y="1039338"/>
                </a:cubicBezTo>
                <a:cubicBezTo>
                  <a:pt x="3210977" y="1039338"/>
                  <a:pt x="3210977" y="1039338"/>
                  <a:pt x="3123724" y="882209"/>
                </a:cubicBezTo>
                <a:cubicBezTo>
                  <a:pt x="3140048" y="907235"/>
                  <a:pt x="3156372" y="932261"/>
                  <a:pt x="3172696" y="957287"/>
                </a:cubicBezTo>
                <a:cubicBezTo>
                  <a:pt x="3199713" y="975338"/>
                  <a:pt x="3150740" y="900261"/>
                  <a:pt x="3150740" y="900261"/>
                </a:cubicBezTo>
                <a:cubicBezTo>
                  <a:pt x="3150740" y="900261"/>
                  <a:pt x="3150740" y="900261"/>
                  <a:pt x="3134416" y="875235"/>
                </a:cubicBezTo>
                <a:cubicBezTo>
                  <a:pt x="3139475" y="836261"/>
                  <a:pt x="3302715" y="1086515"/>
                  <a:pt x="3280757" y="1029490"/>
                </a:cubicBezTo>
                <a:cubicBezTo>
                  <a:pt x="3280757" y="1029490"/>
                  <a:pt x="3280757" y="1029490"/>
                  <a:pt x="3215463" y="929390"/>
                </a:cubicBezTo>
                <a:cubicBezTo>
                  <a:pt x="3291450" y="1022515"/>
                  <a:pt x="3258804" y="972467"/>
                  <a:pt x="3209831" y="897390"/>
                </a:cubicBezTo>
                <a:cubicBezTo>
                  <a:pt x="3280187" y="958519"/>
                  <a:pt x="3312833" y="1008567"/>
                  <a:pt x="3378129" y="1108670"/>
                </a:cubicBezTo>
                <a:cubicBezTo>
                  <a:pt x="3481133" y="1219850"/>
                  <a:pt x="3698978" y="1577180"/>
                  <a:pt x="3698978" y="1577180"/>
                </a:cubicBezTo>
                <a:cubicBezTo>
                  <a:pt x="3666330" y="1527129"/>
                  <a:pt x="3666330" y="1527129"/>
                  <a:pt x="3639314" y="1509077"/>
                </a:cubicBezTo>
                <a:cubicBezTo>
                  <a:pt x="3661270" y="1566103"/>
                  <a:pt x="3699549" y="1648151"/>
                  <a:pt x="3645520" y="1612051"/>
                </a:cubicBezTo>
                <a:cubicBezTo>
                  <a:pt x="3553207" y="1493897"/>
                  <a:pt x="3623562" y="1555026"/>
                  <a:pt x="3531251" y="1436871"/>
                </a:cubicBezTo>
                <a:cubicBezTo>
                  <a:pt x="3585855" y="1543948"/>
                  <a:pt x="3558840" y="1525896"/>
                  <a:pt x="3624136" y="1625999"/>
                </a:cubicBezTo>
                <a:cubicBezTo>
                  <a:pt x="3597120" y="1607948"/>
                  <a:pt x="3570103" y="1589897"/>
                  <a:pt x="3575737" y="1621896"/>
                </a:cubicBezTo>
                <a:cubicBezTo>
                  <a:pt x="3570103" y="1589897"/>
                  <a:pt x="3570103" y="1589897"/>
                  <a:pt x="3543088" y="1571845"/>
                </a:cubicBezTo>
                <a:cubicBezTo>
                  <a:pt x="3526764" y="1546819"/>
                  <a:pt x="3608385" y="1671948"/>
                  <a:pt x="3597693" y="1678922"/>
                </a:cubicBezTo>
                <a:cubicBezTo>
                  <a:pt x="3597693" y="1678922"/>
                  <a:pt x="3597693" y="1678922"/>
                  <a:pt x="3505381" y="1560767"/>
                </a:cubicBezTo>
                <a:cubicBezTo>
                  <a:pt x="3511013" y="1592767"/>
                  <a:pt x="3549293" y="1674819"/>
                  <a:pt x="3538602" y="1681793"/>
                </a:cubicBezTo>
                <a:cubicBezTo>
                  <a:pt x="3538602" y="1681793"/>
                  <a:pt x="3538602" y="1681793"/>
                  <a:pt x="3522278" y="1656767"/>
                </a:cubicBezTo>
                <a:cubicBezTo>
                  <a:pt x="3511586" y="1663742"/>
                  <a:pt x="3484571" y="1645690"/>
                  <a:pt x="3539173" y="1752763"/>
                </a:cubicBezTo>
                <a:cubicBezTo>
                  <a:pt x="3522851" y="1727741"/>
                  <a:pt x="3490202" y="1677690"/>
                  <a:pt x="3463187" y="1659638"/>
                </a:cubicBezTo>
                <a:cubicBezTo>
                  <a:pt x="3588145" y="1827841"/>
                  <a:pt x="3409154" y="1623536"/>
                  <a:pt x="3523421" y="1798712"/>
                </a:cubicBezTo>
                <a:cubicBezTo>
                  <a:pt x="3523421" y="1798712"/>
                  <a:pt x="3523421" y="1798712"/>
                  <a:pt x="3436744" y="1712561"/>
                </a:cubicBezTo>
                <a:cubicBezTo>
                  <a:pt x="3461228" y="1750096"/>
                  <a:pt x="3470800" y="1770610"/>
                  <a:pt x="3474952" y="1785738"/>
                </a:cubicBezTo>
                <a:lnTo>
                  <a:pt x="3479971" y="1821698"/>
                </a:lnTo>
                <a:lnTo>
                  <a:pt x="3480006" y="1821554"/>
                </a:lnTo>
                <a:cubicBezTo>
                  <a:pt x="3504798" y="1835467"/>
                  <a:pt x="3632128" y="2013142"/>
                  <a:pt x="3517361" y="1767103"/>
                </a:cubicBezTo>
                <a:cubicBezTo>
                  <a:pt x="3517361" y="1767103"/>
                  <a:pt x="3517361" y="1767103"/>
                  <a:pt x="3588247" y="1899141"/>
                </a:cubicBezTo>
                <a:lnTo>
                  <a:pt x="3601505" y="1919466"/>
                </a:lnTo>
                <a:cubicBezTo>
                  <a:pt x="3635157" y="1971056"/>
                  <a:pt x="3641274" y="1980433"/>
                  <a:pt x="3702458" y="2074232"/>
                </a:cubicBezTo>
                <a:cubicBezTo>
                  <a:pt x="3669827" y="2024207"/>
                  <a:pt x="3642265" y="1935220"/>
                  <a:pt x="3593316" y="1860179"/>
                </a:cubicBezTo>
                <a:cubicBezTo>
                  <a:pt x="3593316" y="1860179"/>
                  <a:pt x="3593316" y="1860179"/>
                  <a:pt x="3615257" y="1917182"/>
                </a:cubicBezTo>
                <a:cubicBezTo>
                  <a:pt x="3506113" y="1703125"/>
                  <a:pt x="3679964" y="1946284"/>
                  <a:pt x="3592760" y="1789231"/>
                </a:cubicBezTo>
                <a:cubicBezTo>
                  <a:pt x="3597829" y="1750269"/>
                  <a:pt x="3700794" y="1861386"/>
                  <a:pt x="3695167" y="1829397"/>
                </a:cubicBezTo>
                <a:cubicBezTo>
                  <a:pt x="3711485" y="1854413"/>
                  <a:pt x="3711485" y="1854413"/>
                  <a:pt x="3727800" y="1879425"/>
                </a:cubicBezTo>
                <a:cubicBezTo>
                  <a:pt x="3640597" y="1722372"/>
                  <a:pt x="3737937" y="1801499"/>
                  <a:pt x="3786885" y="1876540"/>
                </a:cubicBezTo>
                <a:cubicBezTo>
                  <a:pt x="3770570" y="1851527"/>
                  <a:pt x="3764945" y="1819541"/>
                  <a:pt x="3743004" y="1762538"/>
                </a:cubicBezTo>
                <a:cubicBezTo>
                  <a:pt x="3743004" y="1762538"/>
                  <a:pt x="3743004" y="1762538"/>
                  <a:pt x="3764945" y="1819541"/>
                </a:cubicBezTo>
                <a:cubicBezTo>
                  <a:pt x="3824030" y="1816655"/>
                  <a:pt x="3899429" y="1838783"/>
                  <a:pt x="3893250" y="1735848"/>
                </a:cubicBezTo>
                <a:cubicBezTo>
                  <a:pt x="3903942" y="1728874"/>
                  <a:pt x="3898874" y="1767835"/>
                  <a:pt x="3931505" y="1817860"/>
                </a:cubicBezTo>
                <a:cubicBezTo>
                  <a:pt x="3887625" y="1703858"/>
                  <a:pt x="3936574" y="1778899"/>
                  <a:pt x="3930950" y="1746912"/>
                </a:cubicBezTo>
                <a:cubicBezTo>
                  <a:pt x="3944593" y="1773668"/>
                  <a:pt x="3953102" y="1788171"/>
                  <a:pt x="3958790" y="1796162"/>
                </a:cubicBezTo>
                <a:lnTo>
                  <a:pt x="3965406" y="1802321"/>
                </a:lnTo>
                <a:lnTo>
                  <a:pt x="3969770" y="1815184"/>
                </a:lnTo>
                <a:cubicBezTo>
                  <a:pt x="3975958" y="1833435"/>
                  <a:pt x="3988333" y="1869930"/>
                  <a:pt x="4013085" y="1942927"/>
                </a:cubicBezTo>
                <a:cubicBezTo>
                  <a:pt x="4013085" y="1942927"/>
                  <a:pt x="4013085" y="1942927"/>
                  <a:pt x="3996767" y="1917911"/>
                </a:cubicBezTo>
                <a:cubicBezTo>
                  <a:pt x="3986076" y="1924884"/>
                  <a:pt x="3981009" y="1963849"/>
                  <a:pt x="4046272" y="2063900"/>
                </a:cubicBezTo>
                <a:cubicBezTo>
                  <a:pt x="4046272" y="2063900"/>
                  <a:pt x="4046272" y="2063900"/>
                  <a:pt x="4013641" y="2013875"/>
                </a:cubicBezTo>
                <a:cubicBezTo>
                  <a:pt x="4013641" y="2013875"/>
                  <a:pt x="4019264" y="2045862"/>
                  <a:pt x="4019264" y="2045862"/>
                </a:cubicBezTo>
                <a:cubicBezTo>
                  <a:pt x="4019264" y="2045862"/>
                  <a:pt x="4019264" y="2045862"/>
                  <a:pt x="4002948" y="2020849"/>
                </a:cubicBezTo>
                <a:cubicBezTo>
                  <a:pt x="4002948" y="2020849"/>
                  <a:pt x="4002948" y="2020849"/>
                  <a:pt x="4024887" y="2077849"/>
                </a:cubicBezTo>
                <a:cubicBezTo>
                  <a:pt x="4024887" y="2077849"/>
                  <a:pt x="4024887" y="2077849"/>
                  <a:pt x="4008571" y="2052836"/>
                </a:cubicBezTo>
                <a:cubicBezTo>
                  <a:pt x="4008571" y="2052836"/>
                  <a:pt x="4008571" y="2052836"/>
                  <a:pt x="3987188" y="2066785"/>
                </a:cubicBezTo>
                <a:cubicBezTo>
                  <a:pt x="3987188" y="2066785"/>
                  <a:pt x="3987188" y="2066785"/>
                  <a:pt x="3981565" y="2034797"/>
                </a:cubicBezTo>
                <a:cubicBezTo>
                  <a:pt x="3960180" y="2048746"/>
                  <a:pt x="4036691" y="2212775"/>
                  <a:pt x="3993366" y="2169721"/>
                </a:cubicBezTo>
                <a:cubicBezTo>
                  <a:pt x="3960735" y="2119695"/>
                  <a:pt x="3938796" y="2062696"/>
                  <a:pt x="3922480" y="2037683"/>
                </a:cubicBezTo>
                <a:cubicBezTo>
                  <a:pt x="3911788" y="2044658"/>
                  <a:pt x="3977050" y="2144708"/>
                  <a:pt x="3993366" y="2169721"/>
                </a:cubicBezTo>
                <a:cubicBezTo>
                  <a:pt x="3982675" y="2176694"/>
                  <a:pt x="3835832" y="1951577"/>
                  <a:pt x="3847079" y="2015552"/>
                </a:cubicBezTo>
                <a:cubicBezTo>
                  <a:pt x="3803201" y="1901552"/>
                  <a:pt x="3808824" y="1933539"/>
                  <a:pt x="3792509" y="1908527"/>
                </a:cubicBezTo>
                <a:cubicBezTo>
                  <a:pt x="3896028" y="2090593"/>
                  <a:pt x="3831321" y="2061490"/>
                  <a:pt x="3902207" y="2193528"/>
                </a:cubicBezTo>
                <a:cubicBezTo>
                  <a:pt x="3804311" y="2043449"/>
                  <a:pt x="3929771" y="2282518"/>
                  <a:pt x="3902763" y="2264480"/>
                </a:cubicBezTo>
                <a:cubicBezTo>
                  <a:pt x="3864507" y="2182464"/>
                  <a:pt x="3815560" y="2107427"/>
                  <a:pt x="3760987" y="2000398"/>
                </a:cubicBezTo>
                <a:cubicBezTo>
                  <a:pt x="3788552" y="2089389"/>
                  <a:pt x="3777859" y="2096363"/>
                  <a:pt x="3805423" y="2185349"/>
                </a:cubicBezTo>
                <a:cubicBezTo>
                  <a:pt x="3691766" y="2081207"/>
                  <a:pt x="3811602" y="2288284"/>
                  <a:pt x="3714263" y="2209158"/>
                </a:cubicBezTo>
                <a:cubicBezTo>
                  <a:pt x="3681631" y="2159132"/>
                  <a:pt x="3643375" y="2077117"/>
                  <a:pt x="3643375" y="2077117"/>
                </a:cubicBezTo>
                <a:cubicBezTo>
                  <a:pt x="3567420" y="1984041"/>
                  <a:pt x="3681631" y="2159132"/>
                  <a:pt x="3605674" y="2066053"/>
                </a:cubicBezTo>
                <a:cubicBezTo>
                  <a:pt x="3643929" y="2148066"/>
                  <a:pt x="3638306" y="2116078"/>
                  <a:pt x="3714263" y="2209158"/>
                </a:cubicBezTo>
                <a:cubicBezTo>
                  <a:pt x="3714263" y="2209158"/>
                  <a:pt x="3714263" y="2209158"/>
                  <a:pt x="3741825" y="2298144"/>
                </a:cubicBezTo>
                <a:cubicBezTo>
                  <a:pt x="3741825" y="2298144"/>
                  <a:pt x="3741825" y="2298144"/>
                  <a:pt x="3703570" y="2216132"/>
                </a:cubicBezTo>
                <a:cubicBezTo>
                  <a:pt x="3660247" y="2173082"/>
                  <a:pt x="3731134" y="2305118"/>
                  <a:pt x="3763767" y="2355147"/>
                </a:cubicBezTo>
                <a:cubicBezTo>
                  <a:pt x="3753075" y="2362121"/>
                  <a:pt x="3698503" y="2255093"/>
                  <a:pt x="3682187" y="2230080"/>
                </a:cubicBezTo>
                <a:cubicBezTo>
                  <a:pt x="3584846" y="2150950"/>
                  <a:pt x="3726621" y="2415032"/>
                  <a:pt x="3688922" y="2403967"/>
                </a:cubicBezTo>
                <a:cubicBezTo>
                  <a:pt x="3688922" y="2403967"/>
                  <a:pt x="3688922" y="2403967"/>
                  <a:pt x="3666981" y="2346964"/>
                </a:cubicBezTo>
                <a:cubicBezTo>
                  <a:pt x="3623658" y="2303914"/>
                  <a:pt x="3634904" y="2367888"/>
                  <a:pt x="3656845" y="2424891"/>
                </a:cubicBezTo>
                <a:cubicBezTo>
                  <a:pt x="3646155" y="2431865"/>
                  <a:pt x="3662470" y="2456877"/>
                  <a:pt x="3695101" y="2506903"/>
                </a:cubicBezTo>
                <a:cubicBezTo>
                  <a:pt x="3678786" y="2481890"/>
                  <a:pt x="3668093" y="2488865"/>
                  <a:pt x="3635462" y="2438839"/>
                </a:cubicBezTo>
                <a:cubicBezTo>
                  <a:pt x="3722664" y="2595889"/>
                  <a:pt x="3652332" y="2534801"/>
                  <a:pt x="3674271" y="2591801"/>
                </a:cubicBezTo>
                <a:cubicBezTo>
                  <a:pt x="3657955" y="2566788"/>
                  <a:pt x="3652332" y="2534801"/>
                  <a:pt x="3592693" y="2466738"/>
                </a:cubicBezTo>
                <a:cubicBezTo>
                  <a:pt x="3582002" y="2473711"/>
                  <a:pt x="3593249" y="2537686"/>
                  <a:pt x="3549925" y="2494635"/>
                </a:cubicBezTo>
                <a:cubicBezTo>
                  <a:pt x="3500976" y="2419594"/>
                  <a:pt x="3495353" y="2387607"/>
                  <a:pt x="3435714" y="2319543"/>
                </a:cubicBezTo>
                <a:cubicBezTo>
                  <a:pt x="3490284" y="2426568"/>
                  <a:pt x="3571864" y="2551635"/>
                  <a:pt x="3566796" y="2590595"/>
                </a:cubicBezTo>
                <a:cubicBezTo>
                  <a:pt x="3566796" y="2590595"/>
                  <a:pt x="3566796" y="2590595"/>
                  <a:pt x="3534165" y="2540570"/>
                </a:cubicBezTo>
                <a:cubicBezTo>
                  <a:pt x="3507157" y="2522532"/>
                  <a:pt x="3599984" y="2711573"/>
                  <a:pt x="3502088" y="2561494"/>
                </a:cubicBezTo>
                <a:cubicBezTo>
                  <a:pt x="3512781" y="2554519"/>
                  <a:pt x="3463832" y="2479478"/>
                  <a:pt x="3425577" y="2397466"/>
                </a:cubicBezTo>
                <a:cubicBezTo>
                  <a:pt x="3463832" y="2479478"/>
                  <a:pt x="3469455" y="2511465"/>
                  <a:pt x="3458762" y="2518440"/>
                </a:cubicBezTo>
                <a:cubicBezTo>
                  <a:pt x="3409816" y="2443402"/>
                  <a:pt x="3388432" y="2457350"/>
                  <a:pt x="3333860" y="2350322"/>
                </a:cubicBezTo>
                <a:cubicBezTo>
                  <a:pt x="3317545" y="2325309"/>
                  <a:pt x="3323168" y="2357297"/>
                  <a:pt x="3323168" y="2357297"/>
                </a:cubicBezTo>
                <a:cubicBezTo>
                  <a:pt x="3345109" y="2414300"/>
                  <a:pt x="3426687" y="2539363"/>
                  <a:pt x="3432312" y="2571353"/>
                </a:cubicBezTo>
                <a:cubicBezTo>
                  <a:pt x="3432312" y="2571353"/>
                  <a:pt x="3432312" y="2571353"/>
                  <a:pt x="3383363" y="2496312"/>
                </a:cubicBezTo>
                <a:cubicBezTo>
                  <a:pt x="3470567" y="2653365"/>
                  <a:pt x="3378296" y="2535273"/>
                  <a:pt x="3465499" y="2692326"/>
                </a:cubicBezTo>
                <a:cubicBezTo>
                  <a:pt x="3465499" y="2692326"/>
                  <a:pt x="3465499" y="2692326"/>
                  <a:pt x="3432868" y="2642301"/>
                </a:cubicBezTo>
                <a:cubicBezTo>
                  <a:pt x="3471122" y="2724313"/>
                  <a:pt x="3422176" y="2649276"/>
                  <a:pt x="3427799" y="2681263"/>
                </a:cubicBezTo>
                <a:cubicBezTo>
                  <a:pt x="3395168" y="2631238"/>
                  <a:pt x="3346219" y="2556196"/>
                  <a:pt x="3297272" y="2481159"/>
                </a:cubicBezTo>
                <a:cubicBezTo>
                  <a:pt x="3329903" y="2531184"/>
                  <a:pt x="3319211" y="2538158"/>
                  <a:pt x="3341150" y="2595158"/>
                </a:cubicBezTo>
                <a:cubicBezTo>
                  <a:pt x="3341150" y="2595158"/>
                  <a:pt x="3341150" y="2595158"/>
                  <a:pt x="3292203" y="2520120"/>
                </a:cubicBezTo>
                <a:cubicBezTo>
                  <a:pt x="3292203" y="2520120"/>
                  <a:pt x="3292203" y="2520120"/>
                  <a:pt x="3330459" y="2602132"/>
                </a:cubicBezTo>
                <a:cubicBezTo>
                  <a:pt x="3287135" y="2559081"/>
                  <a:pt x="3259572" y="2470095"/>
                  <a:pt x="3210623" y="2395054"/>
                </a:cubicBezTo>
                <a:cubicBezTo>
                  <a:pt x="3265196" y="2502081"/>
                  <a:pt x="3270820" y="2534069"/>
                  <a:pt x="3309074" y="2616081"/>
                </a:cubicBezTo>
                <a:cubicBezTo>
                  <a:pt x="3238188" y="2484043"/>
                  <a:pt x="3287690" y="2630030"/>
                  <a:pt x="3216804" y="2497992"/>
                </a:cubicBezTo>
                <a:cubicBezTo>
                  <a:pt x="3206112" y="2504967"/>
                  <a:pt x="3336639" y="2705071"/>
                  <a:pt x="3298940" y="2694007"/>
                </a:cubicBezTo>
                <a:cubicBezTo>
                  <a:pt x="3298940" y="2694007"/>
                  <a:pt x="3298940" y="2694007"/>
                  <a:pt x="3244368" y="2586978"/>
                </a:cubicBezTo>
                <a:cubicBezTo>
                  <a:pt x="3288247" y="2700981"/>
                  <a:pt x="3293871" y="2732968"/>
                  <a:pt x="3332125" y="2814981"/>
                </a:cubicBezTo>
                <a:cubicBezTo>
                  <a:pt x="3315810" y="2789968"/>
                  <a:pt x="3315810" y="2789968"/>
                  <a:pt x="3315810" y="2789968"/>
                </a:cubicBezTo>
                <a:cubicBezTo>
                  <a:pt x="3337748" y="2846968"/>
                  <a:pt x="3261795" y="2753891"/>
                  <a:pt x="3332683" y="2885932"/>
                </a:cubicBezTo>
                <a:cubicBezTo>
                  <a:pt x="3300050" y="2835903"/>
                  <a:pt x="3310742" y="2828929"/>
                  <a:pt x="3251103" y="2760866"/>
                </a:cubicBezTo>
                <a:cubicBezTo>
                  <a:pt x="3316365" y="2860916"/>
                  <a:pt x="3278665" y="2849853"/>
                  <a:pt x="3321991" y="2892906"/>
                </a:cubicBezTo>
                <a:cubicBezTo>
                  <a:pt x="3305673" y="2867891"/>
                  <a:pt x="3284288" y="2881840"/>
                  <a:pt x="3229718" y="2774815"/>
                </a:cubicBezTo>
                <a:cubicBezTo>
                  <a:pt x="3235341" y="2806802"/>
                  <a:pt x="3267973" y="2856827"/>
                  <a:pt x="3300606" y="2906855"/>
                </a:cubicBezTo>
                <a:cubicBezTo>
                  <a:pt x="3219026" y="2781789"/>
                  <a:pt x="3338862" y="2988867"/>
                  <a:pt x="3257282" y="2863801"/>
                </a:cubicBezTo>
                <a:cubicBezTo>
                  <a:pt x="3240966" y="2838788"/>
                  <a:pt x="3192019" y="2763750"/>
                  <a:pt x="3197643" y="2795738"/>
                </a:cubicBezTo>
                <a:cubicBezTo>
                  <a:pt x="3197643" y="2795738"/>
                  <a:pt x="3197643" y="2795738"/>
                  <a:pt x="3279223" y="2920804"/>
                </a:cubicBezTo>
                <a:cubicBezTo>
                  <a:pt x="3268530" y="2927778"/>
                  <a:pt x="3268530" y="2927778"/>
                  <a:pt x="3247146" y="2941727"/>
                </a:cubicBezTo>
                <a:cubicBezTo>
                  <a:pt x="3225205" y="2884724"/>
                  <a:pt x="3214512" y="2891699"/>
                  <a:pt x="3192574" y="2834699"/>
                </a:cubicBezTo>
                <a:cubicBezTo>
                  <a:pt x="3203820" y="2898674"/>
                  <a:pt x="3214512" y="2891699"/>
                  <a:pt x="3252769" y="2973714"/>
                </a:cubicBezTo>
                <a:cubicBezTo>
                  <a:pt x="3252769" y="2973714"/>
                  <a:pt x="3252769" y="2973714"/>
                  <a:pt x="3165566" y="2816661"/>
                </a:cubicBezTo>
                <a:cubicBezTo>
                  <a:pt x="3160498" y="2855622"/>
                  <a:pt x="3301716" y="3048752"/>
                  <a:pt x="3247701" y="3012675"/>
                </a:cubicBezTo>
                <a:cubicBezTo>
                  <a:pt x="3209445" y="2930660"/>
                  <a:pt x="3100859" y="2787559"/>
                  <a:pt x="3095233" y="2755568"/>
                </a:cubicBezTo>
                <a:cubicBezTo>
                  <a:pt x="3035594" y="2687505"/>
                  <a:pt x="3063157" y="2776492"/>
                  <a:pt x="3014210" y="2701454"/>
                </a:cubicBezTo>
                <a:cubicBezTo>
                  <a:pt x="2976511" y="2690390"/>
                  <a:pt x="3188618" y="3015560"/>
                  <a:pt x="3101969" y="2929456"/>
                </a:cubicBezTo>
                <a:cubicBezTo>
                  <a:pt x="3101969" y="2929456"/>
                  <a:pt x="3101969" y="2929456"/>
                  <a:pt x="3053022" y="2854418"/>
                </a:cubicBezTo>
                <a:cubicBezTo>
                  <a:pt x="3074961" y="2911418"/>
                  <a:pt x="3091276" y="2936430"/>
                  <a:pt x="3107592" y="2961443"/>
                </a:cubicBezTo>
                <a:cubicBezTo>
                  <a:pt x="3091276" y="2936430"/>
                  <a:pt x="3074961" y="2911418"/>
                  <a:pt x="3042330" y="2861392"/>
                </a:cubicBezTo>
                <a:cubicBezTo>
                  <a:pt x="3045142" y="2877385"/>
                  <a:pt x="3046230" y="2887817"/>
                  <a:pt x="3047390" y="2896532"/>
                </a:cubicBezTo>
                <a:lnTo>
                  <a:pt x="3052021" y="2917503"/>
                </a:lnTo>
                <a:lnTo>
                  <a:pt x="2988312" y="2825313"/>
                </a:lnTo>
                <a:cubicBezTo>
                  <a:pt x="2971996" y="2800300"/>
                  <a:pt x="2977621" y="2832287"/>
                  <a:pt x="2977621" y="2832287"/>
                </a:cubicBezTo>
                <a:cubicBezTo>
                  <a:pt x="2999562" y="2889290"/>
                  <a:pt x="3048509" y="2964327"/>
                  <a:pt x="3070448" y="3021327"/>
                </a:cubicBezTo>
                <a:cubicBezTo>
                  <a:pt x="3070448" y="3021327"/>
                  <a:pt x="3074211" y="3030018"/>
                  <a:pt x="3078581" y="3041095"/>
                </a:cubicBezTo>
                <a:lnTo>
                  <a:pt x="3089699" y="3073319"/>
                </a:lnTo>
                <a:lnTo>
                  <a:pt x="3083526" y="3061823"/>
                </a:lnTo>
                <a:cubicBezTo>
                  <a:pt x="3074666" y="3045319"/>
                  <a:pt x="3056944" y="3012308"/>
                  <a:pt x="3021501" y="2946289"/>
                </a:cubicBezTo>
                <a:cubicBezTo>
                  <a:pt x="3016432" y="2985251"/>
                  <a:pt x="2989425" y="2967212"/>
                  <a:pt x="3027680" y="3049224"/>
                </a:cubicBezTo>
                <a:cubicBezTo>
                  <a:pt x="3011364" y="3024212"/>
                  <a:pt x="3011364" y="3024212"/>
                  <a:pt x="2995048" y="2999199"/>
                </a:cubicBezTo>
                <a:cubicBezTo>
                  <a:pt x="3082252" y="3156253"/>
                  <a:pt x="2913468" y="2874133"/>
                  <a:pt x="2941033" y="2963123"/>
                </a:cubicBezTo>
                <a:cubicBezTo>
                  <a:pt x="2952002" y="2991623"/>
                  <a:pt x="2962972" y="3020123"/>
                  <a:pt x="2973238" y="3044625"/>
                </a:cubicBezTo>
                <a:lnTo>
                  <a:pt x="2987153" y="3075920"/>
                </a:lnTo>
                <a:lnTo>
                  <a:pt x="2983922" y="3069902"/>
                </a:lnTo>
                <a:cubicBezTo>
                  <a:pt x="2973538" y="3050560"/>
                  <a:pt x="2956923" y="3019613"/>
                  <a:pt x="2930340" y="2970098"/>
                </a:cubicBezTo>
                <a:cubicBezTo>
                  <a:pt x="2930340" y="2970098"/>
                  <a:pt x="2930340" y="2970098"/>
                  <a:pt x="2941588" y="3034071"/>
                </a:cubicBezTo>
                <a:cubicBezTo>
                  <a:pt x="2941588" y="3034071"/>
                  <a:pt x="2941588" y="3034071"/>
                  <a:pt x="3006853" y="3134125"/>
                </a:cubicBezTo>
                <a:cubicBezTo>
                  <a:pt x="2930896" y="3041046"/>
                  <a:pt x="2876880" y="3004970"/>
                  <a:pt x="2833557" y="2961919"/>
                </a:cubicBezTo>
                <a:cubicBezTo>
                  <a:pt x="2828489" y="3000880"/>
                  <a:pt x="2850428" y="3057879"/>
                  <a:pt x="2899375" y="3132917"/>
                </a:cubicBezTo>
                <a:cubicBezTo>
                  <a:pt x="2812728" y="3046816"/>
                  <a:pt x="2795856" y="2950851"/>
                  <a:pt x="2687270" y="2807750"/>
                </a:cubicBezTo>
                <a:cubicBezTo>
                  <a:pt x="2747463" y="2946762"/>
                  <a:pt x="2747463" y="2946762"/>
                  <a:pt x="2709763" y="2935699"/>
                </a:cubicBezTo>
                <a:cubicBezTo>
                  <a:pt x="2742394" y="2985724"/>
                  <a:pt x="2807659" y="3085778"/>
                  <a:pt x="2796966" y="3092752"/>
                </a:cubicBezTo>
                <a:cubicBezTo>
                  <a:pt x="2786274" y="3099727"/>
                  <a:pt x="2726636" y="3031663"/>
                  <a:pt x="2781206" y="3138688"/>
                </a:cubicBezTo>
                <a:cubicBezTo>
                  <a:pt x="2764891" y="3113675"/>
                  <a:pt x="2764891" y="3113675"/>
                  <a:pt x="2764891" y="3113675"/>
                </a:cubicBezTo>
                <a:cubicBezTo>
                  <a:pt x="2852094" y="3270728"/>
                  <a:pt x="2743506" y="3127624"/>
                  <a:pt x="2798078" y="3234652"/>
                </a:cubicBezTo>
                <a:cubicBezTo>
                  <a:pt x="2798078" y="3234652"/>
                  <a:pt x="2781760" y="3209637"/>
                  <a:pt x="2781760" y="3209637"/>
                </a:cubicBezTo>
                <a:cubicBezTo>
                  <a:pt x="2781760" y="3209637"/>
                  <a:pt x="2781760" y="3209637"/>
                  <a:pt x="2809326" y="3298626"/>
                </a:cubicBezTo>
                <a:cubicBezTo>
                  <a:pt x="2809326" y="3298626"/>
                  <a:pt x="2809326" y="3298626"/>
                  <a:pt x="2744062" y="3198572"/>
                </a:cubicBezTo>
                <a:cubicBezTo>
                  <a:pt x="2766003" y="3255575"/>
                  <a:pt x="2733369" y="3205547"/>
                  <a:pt x="2755310" y="3262549"/>
                </a:cubicBezTo>
                <a:lnTo>
                  <a:pt x="2702018" y="3166570"/>
                </a:lnTo>
                <a:lnTo>
                  <a:pt x="2702241" y="3165128"/>
                </a:lnTo>
                <a:cubicBezTo>
                  <a:pt x="2698381" y="3154829"/>
                  <a:pt x="2688500" y="3136760"/>
                  <a:pt x="2668107" y="3105496"/>
                </a:cubicBezTo>
                <a:lnTo>
                  <a:pt x="2702018" y="3166570"/>
                </a:lnTo>
                <a:lnTo>
                  <a:pt x="2700243" y="3178128"/>
                </a:lnTo>
                <a:cubicBezTo>
                  <a:pt x="2692858" y="3178489"/>
                  <a:pt x="2679354" y="3169471"/>
                  <a:pt x="2695669" y="3194483"/>
                </a:cubicBezTo>
                <a:cubicBezTo>
                  <a:pt x="2695669" y="3194483"/>
                  <a:pt x="2695669" y="3194483"/>
                  <a:pt x="2717608" y="3251483"/>
                </a:cubicBezTo>
                <a:cubicBezTo>
                  <a:pt x="2717608" y="3251483"/>
                  <a:pt x="2717608" y="3251483"/>
                  <a:pt x="2619714" y="3101407"/>
                </a:cubicBezTo>
                <a:cubicBezTo>
                  <a:pt x="2619714" y="3101407"/>
                  <a:pt x="2619714" y="3101407"/>
                  <a:pt x="2652901" y="3222380"/>
                </a:cubicBezTo>
                <a:cubicBezTo>
                  <a:pt x="2679909" y="3240418"/>
                  <a:pt x="2685532" y="3272406"/>
                  <a:pt x="2718166" y="3322434"/>
                </a:cubicBezTo>
                <a:cubicBezTo>
                  <a:pt x="2750797" y="3372459"/>
                  <a:pt x="2658525" y="3254368"/>
                  <a:pt x="2696781" y="3336383"/>
                </a:cubicBezTo>
                <a:cubicBezTo>
                  <a:pt x="2696781" y="3336383"/>
                  <a:pt x="2696781" y="3336383"/>
                  <a:pt x="2664148" y="3286355"/>
                </a:cubicBezTo>
                <a:cubicBezTo>
                  <a:pt x="2604510" y="3218291"/>
                  <a:pt x="2583126" y="3232240"/>
                  <a:pt x="2621380" y="3314252"/>
                </a:cubicBezTo>
                <a:cubicBezTo>
                  <a:pt x="2621380" y="3314252"/>
                  <a:pt x="2621380" y="3314252"/>
                  <a:pt x="2664706" y="3357306"/>
                </a:cubicBezTo>
                <a:cubicBezTo>
                  <a:pt x="2578056" y="3271201"/>
                  <a:pt x="2659636" y="3396268"/>
                  <a:pt x="2605622" y="3360190"/>
                </a:cubicBezTo>
                <a:cubicBezTo>
                  <a:pt x="2599995" y="3328201"/>
                  <a:pt x="2583680" y="3303189"/>
                  <a:pt x="2551048" y="3253163"/>
                </a:cubicBezTo>
                <a:cubicBezTo>
                  <a:pt x="2605622" y="3360190"/>
                  <a:pt x="2567920" y="3349124"/>
                  <a:pt x="2557227" y="3356098"/>
                </a:cubicBezTo>
                <a:cubicBezTo>
                  <a:pt x="2513904" y="3313048"/>
                  <a:pt x="2497588" y="3288035"/>
                  <a:pt x="2448642" y="3212997"/>
                </a:cubicBezTo>
                <a:cubicBezTo>
                  <a:pt x="2475649" y="3231036"/>
                  <a:pt x="2443016" y="3181007"/>
                  <a:pt x="2426700" y="3155994"/>
                </a:cubicBezTo>
                <a:cubicBezTo>
                  <a:pt x="2323739" y="3044879"/>
                  <a:pt x="2562853" y="3388089"/>
                  <a:pt x="2492521" y="3326996"/>
                </a:cubicBezTo>
                <a:cubicBezTo>
                  <a:pt x="2486897" y="3295009"/>
                  <a:pt x="2454266" y="3244984"/>
                  <a:pt x="2437951" y="3219971"/>
                </a:cubicBezTo>
                <a:cubicBezTo>
                  <a:pt x="2437951" y="3219971"/>
                  <a:pt x="2437951" y="3219971"/>
                  <a:pt x="2492521" y="3326996"/>
                </a:cubicBezTo>
                <a:cubicBezTo>
                  <a:pt x="2492521" y="3326996"/>
                  <a:pt x="2492521" y="3326996"/>
                  <a:pt x="2410941" y="3201930"/>
                </a:cubicBezTo>
                <a:cubicBezTo>
                  <a:pt x="2394625" y="3176917"/>
                  <a:pt x="2394625" y="3176917"/>
                  <a:pt x="2397368" y="3184044"/>
                </a:cubicBezTo>
                <a:lnTo>
                  <a:pt x="2399609" y="3203382"/>
                </a:lnTo>
                <a:lnTo>
                  <a:pt x="2329363" y="3076867"/>
                </a:lnTo>
                <a:cubicBezTo>
                  <a:pt x="2351301" y="3133866"/>
                  <a:pt x="2286037" y="3033813"/>
                  <a:pt x="2340609" y="3140841"/>
                </a:cubicBezTo>
                <a:cubicBezTo>
                  <a:pt x="2340609" y="3140841"/>
                  <a:pt x="2340609" y="3140841"/>
                  <a:pt x="2389556" y="3215879"/>
                </a:cubicBezTo>
                <a:cubicBezTo>
                  <a:pt x="2405874" y="3240895"/>
                  <a:pt x="2340609" y="3140841"/>
                  <a:pt x="2378864" y="3222853"/>
                </a:cubicBezTo>
                <a:cubicBezTo>
                  <a:pt x="2346232" y="3172828"/>
                  <a:pt x="2340609" y="3140841"/>
                  <a:pt x="2324293" y="3115828"/>
                </a:cubicBezTo>
                <a:cubicBezTo>
                  <a:pt x="2297285" y="3097790"/>
                  <a:pt x="2351856" y="3204815"/>
                  <a:pt x="2384489" y="3254844"/>
                </a:cubicBezTo>
                <a:cubicBezTo>
                  <a:pt x="2384489" y="3254844"/>
                  <a:pt x="2384489" y="3254844"/>
                  <a:pt x="2378864" y="3222853"/>
                </a:cubicBezTo>
                <a:cubicBezTo>
                  <a:pt x="2466067" y="3379907"/>
                  <a:pt x="2417120" y="3304869"/>
                  <a:pt x="2488009" y="3436909"/>
                </a:cubicBezTo>
                <a:cubicBezTo>
                  <a:pt x="2488009" y="3436909"/>
                  <a:pt x="2488009" y="3436909"/>
                  <a:pt x="2406429" y="3311843"/>
                </a:cubicBezTo>
                <a:cubicBezTo>
                  <a:pt x="2406429" y="3311843"/>
                  <a:pt x="2406429" y="3311843"/>
                  <a:pt x="2412053" y="3343830"/>
                </a:cubicBezTo>
                <a:cubicBezTo>
                  <a:pt x="2357480" y="3236802"/>
                  <a:pt x="2314157" y="3193751"/>
                  <a:pt x="2259587" y="3086726"/>
                </a:cubicBezTo>
                <a:cubicBezTo>
                  <a:pt x="2319780" y="3225738"/>
                  <a:pt x="2418232" y="3446765"/>
                  <a:pt x="2380531" y="3435701"/>
                </a:cubicBezTo>
                <a:cubicBezTo>
                  <a:pt x="2380531" y="3435701"/>
                  <a:pt x="2380531" y="3435701"/>
                  <a:pt x="2304020" y="3271673"/>
                </a:cubicBezTo>
                <a:cubicBezTo>
                  <a:pt x="2277012" y="3253635"/>
                  <a:pt x="2331584" y="3360664"/>
                  <a:pt x="2375462" y="3474663"/>
                </a:cubicBezTo>
                <a:cubicBezTo>
                  <a:pt x="2271943" y="3292597"/>
                  <a:pt x="2288261" y="3317613"/>
                  <a:pt x="2179116" y="3103556"/>
                </a:cubicBezTo>
                <a:cubicBezTo>
                  <a:pt x="2233689" y="3210585"/>
                  <a:pt x="2108785" y="3042468"/>
                  <a:pt x="2195988" y="3199521"/>
                </a:cubicBezTo>
                <a:cubicBezTo>
                  <a:pt x="2195988" y="3199521"/>
                  <a:pt x="2195988" y="3199521"/>
                  <a:pt x="2212304" y="3224534"/>
                </a:cubicBezTo>
                <a:cubicBezTo>
                  <a:pt x="2212304" y="3224534"/>
                  <a:pt x="2217927" y="3256521"/>
                  <a:pt x="2217927" y="3256521"/>
                </a:cubicBezTo>
                <a:cubicBezTo>
                  <a:pt x="2217927" y="3256521"/>
                  <a:pt x="2217927" y="3256521"/>
                  <a:pt x="2130724" y="3099467"/>
                </a:cubicBezTo>
                <a:cubicBezTo>
                  <a:pt x="2136347" y="3131455"/>
                  <a:pt x="2180228" y="3245457"/>
                  <a:pt x="2239868" y="3313520"/>
                </a:cubicBezTo>
                <a:cubicBezTo>
                  <a:pt x="2273055" y="3434497"/>
                  <a:pt x="2114964" y="3145403"/>
                  <a:pt x="2114964" y="3145403"/>
                </a:cubicBezTo>
                <a:cubicBezTo>
                  <a:pt x="2131836" y="3241368"/>
                  <a:pt x="2185852" y="3277444"/>
                  <a:pt x="2213416" y="3366434"/>
                </a:cubicBezTo>
                <a:cubicBezTo>
                  <a:pt x="2251672" y="3448445"/>
                  <a:pt x="2192033" y="3380382"/>
                  <a:pt x="2165023" y="3362341"/>
                </a:cubicBezTo>
                <a:cubicBezTo>
                  <a:pt x="2159399" y="3330354"/>
                  <a:pt x="2159399" y="3330354"/>
                  <a:pt x="2143084" y="3305341"/>
                </a:cubicBezTo>
                <a:cubicBezTo>
                  <a:pt x="2116076" y="3287303"/>
                  <a:pt x="2034496" y="3162237"/>
                  <a:pt x="2072752" y="3244252"/>
                </a:cubicBezTo>
                <a:cubicBezTo>
                  <a:pt x="2072752" y="3244252"/>
                  <a:pt x="2072752" y="3244252"/>
                  <a:pt x="2121699" y="3319290"/>
                </a:cubicBezTo>
                <a:cubicBezTo>
                  <a:pt x="2121699" y="3319290"/>
                  <a:pt x="2105384" y="3294278"/>
                  <a:pt x="2111007" y="3326265"/>
                </a:cubicBezTo>
                <a:cubicBezTo>
                  <a:pt x="2111007" y="3326265"/>
                  <a:pt x="2143638" y="3376290"/>
                  <a:pt x="2159956" y="3401306"/>
                </a:cubicBezTo>
                <a:cubicBezTo>
                  <a:pt x="2132946" y="3383264"/>
                  <a:pt x="2154888" y="3440267"/>
                  <a:pt x="2100315" y="3333239"/>
                </a:cubicBezTo>
                <a:cubicBezTo>
                  <a:pt x="2089624" y="3340213"/>
                  <a:pt x="2138573" y="3415254"/>
                  <a:pt x="2171204" y="3465279"/>
                </a:cubicBezTo>
                <a:cubicBezTo>
                  <a:pt x="2127880" y="3422229"/>
                  <a:pt x="2138573" y="3415254"/>
                  <a:pt x="2089624" y="3340213"/>
                </a:cubicBezTo>
                <a:cubicBezTo>
                  <a:pt x="2111563" y="3397213"/>
                  <a:pt x="2149819" y="3479228"/>
                  <a:pt x="2090178" y="3411162"/>
                </a:cubicBezTo>
                <a:cubicBezTo>
                  <a:pt x="2068239" y="3354162"/>
                  <a:pt x="2068239" y="3354162"/>
                  <a:pt x="2035608" y="3304137"/>
                </a:cubicBezTo>
                <a:cubicBezTo>
                  <a:pt x="1981592" y="3268061"/>
                  <a:pt x="2117188" y="3429203"/>
                  <a:pt x="2095803" y="3443152"/>
                </a:cubicBezTo>
                <a:cubicBezTo>
                  <a:pt x="2079486" y="3418136"/>
                  <a:pt x="2057547" y="3361137"/>
                  <a:pt x="2024916" y="3311111"/>
                </a:cubicBezTo>
                <a:cubicBezTo>
                  <a:pt x="2024916" y="3311111"/>
                  <a:pt x="2024916" y="3311111"/>
                  <a:pt x="2045800" y="3372700"/>
                </a:cubicBezTo>
                <a:lnTo>
                  <a:pt x="2058788" y="3411001"/>
                </a:lnTo>
                <a:lnTo>
                  <a:pt x="2052478" y="3400098"/>
                </a:lnTo>
                <a:cubicBezTo>
                  <a:pt x="2038974" y="3391079"/>
                  <a:pt x="2040381" y="3399077"/>
                  <a:pt x="2043828" y="3410201"/>
                </a:cubicBezTo>
                <a:lnTo>
                  <a:pt x="2047278" y="3437988"/>
                </a:lnTo>
                <a:lnTo>
                  <a:pt x="2037863" y="3431360"/>
                </a:lnTo>
                <a:cubicBezTo>
                  <a:pt x="1991815" y="3372814"/>
                  <a:pt x="1926309" y="3241723"/>
                  <a:pt x="1922506" y="3270942"/>
                </a:cubicBezTo>
                <a:cubicBezTo>
                  <a:pt x="1922506" y="3270942"/>
                  <a:pt x="1922506" y="3270942"/>
                  <a:pt x="1987771" y="3370996"/>
                </a:cubicBezTo>
                <a:cubicBezTo>
                  <a:pt x="1922506" y="3270942"/>
                  <a:pt x="1950071" y="3359932"/>
                  <a:pt x="1972011" y="3416931"/>
                </a:cubicBezTo>
                <a:cubicBezTo>
                  <a:pt x="1912372" y="3348868"/>
                  <a:pt x="1890431" y="3291865"/>
                  <a:pt x="1835859" y="3184841"/>
                </a:cubicBezTo>
                <a:lnTo>
                  <a:pt x="1835494" y="3184188"/>
                </a:lnTo>
                <a:lnTo>
                  <a:pt x="1828961" y="3176011"/>
                </a:lnTo>
                <a:cubicBezTo>
                  <a:pt x="1825585" y="3173757"/>
                  <a:pt x="1822913" y="3175500"/>
                  <a:pt x="1793080" y="3141449"/>
                </a:cubicBezTo>
                <a:cubicBezTo>
                  <a:pt x="1793080" y="3141449"/>
                  <a:pt x="1793080" y="3141449"/>
                  <a:pt x="1815037" y="3198474"/>
                </a:cubicBezTo>
                <a:cubicBezTo>
                  <a:pt x="1815037" y="3198474"/>
                  <a:pt x="1815037" y="3198474"/>
                  <a:pt x="1755373" y="3130372"/>
                </a:cubicBezTo>
                <a:cubicBezTo>
                  <a:pt x="1755373" y="3130372"/>
                  <a:pt x="1755373" y="3130372"/>
                  <a:pt x="1804345" y="3205449"/>
                </a:cubicBezTo>
                <a:cubicBezTo>
                  <a:pt x="1804345" y="3205449"/>
                  <a:pt x="1755373" y="3130372"/>
                  <a:pt x="1744680" y="3137346"/>
                </a:cubicBezTo>
                <a:cubicBezTo>
                  <a:pt x="1793653" y="3212423"/>
                  <a:pt x="1793653" y="3212423"/>
                  <a:pt x="1782962" y="3219397"/>
                </a:cubicBezTo>
                <a:cubicBezTo>
                  <a:pt x="1761004" y="3162372"/>
                  <a:pt x="1646735" y="2987192"/>
                  <a:pt x="1749741" y="3098371"/>
                </a:cubicBezTo>
                <a:cubicBezTo>
                  <a:pt x="1717093" y="3048320"/>
                  <a:pt x="1706400" y="3055295"/>
                  <a:pt x="1663060" y="3012218"/>
                </a:cubicBezTo>
                <a:cubicBezTo>
                  <a:pt x="1641106" y="2955195"/>
                  <a:pt x="1700768" y="3023294"/>
                  <a:pt x="1678811" y="2966269"/>
                </a:cubicBezTo>
                <a:cubicBezTo>
                  <a:pt x="1678811" y="2966269"/>
                  <a:pt x="1678811" y="2966269"/>
                  <a:pt x="1760432" y="3091398"/>
                </a:cubicBezTo>
                <a:cubicBezTo>
                  <a:pt x="1738476" y="3034372"/>
                  <a:pt x="1776756" y="3116423"/>
                  <a:pt x="1820097" y="3159500"/>
                </a:cubicBezTo>
                <a:cubicBezTo>
                  <a:pt x="1820097" y="3159500"/>
                  <a:pt x="1820097" y="3159500"/>
                  <a:pt x="1790173" y="3103771"/>
                </a:cubicBezTo>
                <a:lnTo>
                  <a:pt x="1782776" y="3089994"/>
                </a:lnTo>
                <a:lnTo>
                  <a:pt x="1763907" y="3056279"/>
                </a:lnTo>
                <a:lnTo>
                  <a:pt x="1755995" y="3040114"/>
                </a:lnTo>
                <a:lnTo>
                  <a:pt x="1749167" y="3027398"/>
                </a:lnTo>
                <a:cubicBezTo>
                  <a:pt x="1749167" y="3027398"/>
                  <a:pt x="1749167" y="3027398"/>
                  <a:pt x="1751208" y="3030527"/>
                </a:cubicBezTo>
                <a:lnTo>
                  <a:pt x="1751584" y="3031103"/>
                </a:lnTo>
                <a:lnTo>
                  <a:pt x="1685154" y="2895389"/>
                </a:lnTo>
                <a:lnTo>
                  <a:pt x="1679141" y="2882361"/>
                </a:lnTo>
                <a:lnTo>
                  <a:pt x="1642101" y="2815685"/>
                </a:lnTo>
                <a:cubicBezTo>
                  <a:pt x="1631407" y="2822661"/>
                  <a:pt x="1669806" y="2904897"/>
                  <a:pt x="1740933" y="3037304"/>
                </a:cubicBezTo>
                <a:cubicBezTo>
                  <a:pt x="1610021" y="2836611"/>
                  <a:pt x="1626386" y="2861699"/>
                  <a:pt x="1522530" y="2679116"/>
                </a:cubicBezTo>
                <a:cubicBezTo>
                  <a:pt x="1560929" y="2761351"/>
                  <a:pt x="1441358" y="2624781"/>
                  <a:pt x="1523177" y="2750214"/>
                </a:cubicBezTo>
                <a:cubicBezTo>
                  <a:pt x="1523177" y="2750214"/>
                  <a:pt x="1523177" y="2750214"/>
                  <a:pt x="1555907" y="2800390"/>
                </a:cubicBezTo>
                <a:cubicBezTo>
                  <a:pt x="1539542" y="2775302"/>
                  <a:pt x="1561577" y="2832449"/>
                  <a:pt x="1561577" y="2832449"/>
                </a:cubicBezTo>
                <a:cubicBezTo>
                  <a:pt x="1561577" y="2832449"/>
                  <a:pt x="1561577" y="2832449"/>
                  <a:pt x="1457723" y="2649869"/>
                </a:cubicBezTo>
                <a:cubicBezTo>
                  <a:pt x="1479758" y="2707016"/>
                  <a:pt x="1513135" y="2828290"/>
                  <a:pt x="1583613" y="2889600"/>
                </a:cubicBezTo>
                <a:cubicBezTo>
                  <a:pt x="1616987" y="3010870"/>
                  <a:pt x="1447678" y="2727941"/>
                  <a:pt x="1436984" y="2734917"/>
                </a:cubicBezTo>
                <a:cubicBezTo>
                  <a:pt x="1464690" y="2824127"/>
                  <a:pt x="1529497" y="2853374"/>
                  <a:pt x="1573566" y="2967673"/>
                </a:cubicBezTo>
                <a:cubicBezTo>
                  <a:pt x="1573566" y="2967673"/>
                  <a:pt x="1573566" y="2967673"/>
                  <a:pt x="1557202" y="2942586"/>
                </a:cubicBezTo>
                <a:cubicBezTo>
                  <a:pt x="1595601" y="3024820"/>
                  <a:pt x="1541486" y="2988599"/>
                  <a:pt x="1498066" y="2945402"/>
                </a:cubicBezTo>
                <a:cubicBezTo>
                  <a:pt x="1498066" y="2945402"/>
                  <a:pt x="1508759" y="2938426"/>
                  <a:pt x="1492394" y="2913338"/>
                </a:cubicBezTo>
                <a:cubicBezTo>
                  <a:pt x="1448974" y="2870142"/>
                  <a:pt x="1372824" y="2776768"/>
                  <a:pt x="1400529" y="2865979"/>
                </a:cubicBezTo>
                <a:cubicBezTo>
                  <a:pt x="1400529" y="2865979"/>
                  <a:pt x="1400529" y="2865979"/>
                  <a:pt x="1425753" y="2894787"/>
                </a:cubicBezTo>
                <a:lnTo>
                  <a:pt x="1452842" y="2925729"/>
                </a:lnTo>
                <a:lnTo>
                  <a:pt x="1449621" y="2941239"/>
                </a:lnTo>
                <a:cubicBezTo>
                  <a:pt x="1449621" y="2941239"/>
                  <a:pt x="1482348" y="2991412"/>
                  <a:pt x="1498713" y="3016500"/>
                </a:cubicBezTo>
                <a:cubicBezTo>
                  <a:pt x="1471656" y="2998387"/>
                  <a:pt x="1493692" y="3055538"/>
                  <a:pt x="1438929" y="2948214"/>
                </a:cubicBezTo>
                <a:cubicBezTo>
                  <a:pt x="1444600" y="2980277"/>
                  <a:pt x="1493692" y="3055538"/>
                  <a:pt x="1510054" y="3080622"/>
                </a:cubicBezTo>
                <a:cubicBezTo>
                  <a:pt x="1466633" y="3037425"/>
                  <a:pt x="1493692" y="3055538"/>
                  <a:pt x="1428235" y="2955190"/>
                </a:cubicBezTo>
                <a:cubicBezTo>
                  <a:pt x="1450268" y="3012338"/>
                  <a:pt x="1488668" y="3094573"/>
                  <a:pt x="1428882" y="3026288"/>
                </a:cubicBezTo>
                <a:cubicBezTo>
                  <a:pt x="1412520" y="3001203"/>
                  <a:pt x="1406849" y="2969140"/>
                  <a:pt x="1379790" y="2951027"/>
                </a:cubicBezTo>
                <a:cubicBezTo>
                  <a:pt x="1325677" y="2914805"/>
                  <a:pt x="1461612" y="3076463"/>
                  <a:pt x="1440226" y="3090413"/>
                </a:cubicBezTo>
                <a:cubicBezTo>
                  <a:pt x="1418189" y="3033263"/>
                  <a:pt x="1401826" y="3008178"/>
                  <a:pt x="1358404" y="2964977"/>
                </a:cubicBezTo>
                <a:cubicBezTo>
                  <a:pt x="1358404" y="2964977"/>
                  <a:pt x="1358404" y="2964977"/>
                  <a:pt x="1383899" y="3023782"/>
                </a:cubicBezTo>
                <a:lnTo>
                  <a:pt x="1393749" y="3046494"/>
                </a:lnTo>
                <a:lnTo>
                  <a:pt x="1386107" y="3044690"/>
                </a:lnTo>
                <a:cubicBezTo>
                  <a:pt x="1383395" y="3051489"/>
                  <a:pt x="1399800" y="3081020"/>
                  <a:pt x="1391781" y="3086251"/>
                </a:cubicBezTo>
                <a:cubicBezTo>
                  <a:pt x="1391781" y="3086251"/>
                  <a:pt x="1391781" y="3086251"/>
                  <a:pt x="1418838" y="3104364"/>
                </a:cubicBezTo>
                <a:cubicBezTo>
                  <a:pt x="1403121" y="3150375"/>
                  <a:pt x="1260870" y="2885558"/>
                  <a:pt x="1272210" y="2949681"/>
                </a:cubicBezTo>
                <a:cubicBezTo>
                  <a:pt x="1272210" y="2949681"/>
                  <a:pt x="1272210" y="2949681"/>
                  <a:pt x="1337667" y="3050030"/>
                </a:cubicBezTo>
                <a:cubicBezTo>
                  <a:pt x="1261516" y="2956657"/>
                  <a:pt x="1283551" y="3013804"/>
                  <a:pt x="1305587" y="3070955"/>
                </a:cubicBezTo>
                <a:cubicBezTo>
                  <a:pt x="1235109" y="3009645"/>
                  <a:pt x="1213071" y="2952494"/>
                  <a:pt x="1163981" y="2877237"/>
                </a:cubicBezTo>
                <a:cubicBezTo>
                  <a:pt x="1123070" y="2814519"/>
                  <a:pt x="1056036" y="2688382"/>
                  <a:pt x="999227" y="2577923"/>
                </a:cubicBezTo>
                <a:lnTo>
                  <a:pt x="933003" y="2447249"/>
                </a:lnTo>
                <a:lnTo>
                  <a:pt x="919271" y="2361871"/>
                </a:lnTo>
                <a:cubicBezTo>
                  <a:pt x="919737" y="2339218"/>
                  <a:pt x="930430" y="2332243"/>
                  <a:pt x="965670" y="2362898"/>
                </a:cubicBezTo>
                <a:cubicBezTo>
                  <a:pt x="1041819" y="2456271"/>
                  <a:pt x="960647" y="2401937"/>
                  <a:pt x="1053160" y="2520394"/>
                </a:cubicBezTo>
                <a:cubicBezTo>
                  <a:pt x="998397" y="2413070"/>
                  <a:pt x="1025454" y="2431183"/>
                  <a:pt x="981385" y="2316884"/>
                </a:cubicBezTo>
                <a:cubicBezTo>
                  <a:pt x="1014115" y="2367060"/>
                  <a:pt x="1041169" y="2385170"/>
                  <a:pt x="1035501" y="2353110"/>
                </a:cubicBezTo>
                <a:cubicBezTo>
                  <a:pt x="1035501" y="2353110"/>
                  <a:pt x="1051863" y="2378195"/>
                  <a:pt x="1051863" y="2378195"/>
                </a:cubicBezTo>
                <a:cubicBezTo>
                  <a:pt x="1065393" y="2387252"/>
                  <a:pt x="1055793" y="2366692"/>
                  <a:pt x="1042102" y="2339860"/>
                </a:cubicBezTo>
                <a:lnTo>
                  <a:pt x="1021674" y="2299408"/>
                </a:lnTo>
                <a:lnTo>
                  <a:pt x="1013321" y="2294975"/>
                </a:lnTo>
                <a:cubicBezTo>
                  <a:pt x="1007641" y="2262904"/>
                  <a:pt x="991269" y="2237806"/>
                  <a:pt x="958527" y="2187611"/>
                </a:cubicBezTo>
                <a:cubicBezTo>
                  <a:pt x="996950" y="2269877"/>
                  <a:pt x="975566" y="2283826"/>
                  <a:pt x="948504" y="2265701"/>
                </a:cubicBezTo>
                <a:cubicBezTo>
                  <a:pt x="915762" y="2215506"/>
                  <a:pt x="899391" y="2190408"/>
                  <a:pt x="860969" y="2108142"/>
                </a:cubicBezTo>
                <a:cubicBezTo>
                  <a:pt x="877340" y="2133239"/>
                  <a:pt x="871660" y="2101168"/>
                  <a:pt x="849612" y="2044001"/>
                </a:cubicBezTo>
                <a:cubicBezTo>
                  <a:pt x="746373" y="1932461"/>
                  <a:pt x="964876" y="2290799"/>
                  <a:pt x="888700" y="2197382"/>
                </a:cubicBezTo>
                <a:cubicBezTo>
                  <a:pt x="888700" y="2197382"/>
                  <a:pt x="866649" y="2140213"/>
                  <a:pt x="850278" y="2115115"/>
                </a:cubicBezTo>
                <a:cubicBezTo>
                  <a:pt x="850278" y="2115115"/>
                  <a:pt x="850278" y="2115115"/>
                  <a:pt x="894380" y="2229453"/>
                </a:cubicBezTo>
                <a:cubicBezTo>
                  <a:pt x="894380" y="2229453"/>
                  <a:pt x="894380" y="2229453"/>
                  <a:pt x="833909" y="2090021"/>
                </a:cubicBezTo>
                <a:cubicBezTo>
                  <a:pt x="817538" y="2064923"/>
                  <a:pt x="814866" y="2066666"/>
                  <a:pt x="814950" y="2075555"/>
                </a:cubicBezTo>
                <a:lnTo>
                  <a:pt x="813075" y="2097517"/>
                </a:lnTo>
                <a:lnTo>
                  <a:pt x="778197" y="2027976"/>
                </a:lnTo>
                <a:cubicBezTo>
                  <a:pt x="764500" y="2001134"/>
                  <a:pt x="754893" y="1980568"/>
                  <a:pt x="752053" y="1964532"/>
                </a:cubicBezTo>
                <a:cubicBezTo>
                  <a:pt x="774105" y="2021701"/>
                  <a:pt x="708620" y="1921311"/>
                  <a:pt x="747043" y="2003577"/>
                </a:cubicBezTo>
                <a:cubicBezTo>
                  <a:pt x="747043" y="2003577"/>
                  <a:pt x="747043" y="2003577"/>
                  <a:pt x="796156" y="2078870"/>
                </a:cubicBezTo>
                <a:cubicBezTo>
                  <a:pt x="818205" y="2136036"/>
                  <a:pt x="763414" y="2028675"/>
                  <a:pt x="785465" y="2085844"/>
                </a:cubicBezTo>
                <a:cubicBezTo>
                  <a:pt x="752723" y="2035649"/>
                  <a:pt x="763414" y="2028675"/>
                  <a:pt x="730671" y="1978480"/>
                </a:cubicBezTo>
                <a:cubicBezTo>
                  <a:pt x="719981" y="1985453"/>
                  <a:pt x="758403" y="2067720"/>
                  <a:pt x="791145" y="2117915"/>
                </a:cubicBezTo>
                <a:cubicBezTo>
                  <a:pt x="791145" y="2117915"/>
                  <a:pt x="791145" y="2117915"/>
                  <a:pt x="774774" y="2092818"/>
                </a:cubicBezTo>
                <a:cubicBezTo>
                  <a:pt x="862308" y="2250374"/>
                  <a:pt x="813194" y="2175081"/>
                  <a:pt x="857297" y="2289419"/>
                </a:cubicBezTo>
                <a:cubicBezTo>
                  <a:pt x="857297" y="2289419"/>
                  <a:pt x="857297" y="2289419"/>
                  <a:pt x="813194" y="2175081"/>
                </a:cubicBezTo>
                <a:cubicBezTo>
                  <a:pt x="813194" y="2175081"/>
                  <a:pt x="813194" y="2175081"/>
                  <a:pt x="791813" y="2189028"/>
                </a:cubicBezTo>
                <a:cubicBezTo>
                  <a:pt x="764083" y="2099791"/>
                  <a:pt x="731341" y="2049596"/>
                  <a:pt x="676547" y="1942232"/>
                </a:cubicBezTo>
                <a:cubicBezTo>
                  <a:pt x="726330" y="2088641"/>
                  <a:pt x="808853" y="2285242"/>
                  <a:pt x="771100" y="2274092"/>
                </a:cubicBezTo>
                <a:cubicBezTo>
                  <a:pt x="771100" y="2274092"/>
                  <a:pt x="771100" y="2274092"/>
                  <a:pt x="704948" y="2102588"/>
                </a:cubicBezTo>
                <a:cubicBezTo>
                  <a:pt x="677886" y="2084464"/>
                  <a:pt x="721987" y="2198799"/>
                  <a:pt x="776780" y="2306163"/>
                </a:cubicBezTo>
                <a:cubicBezTo>
                  <a:pt x="667196" y="2091438"/>
                  <a:pt x="689247" y="2148607"/>
                  <a:pt x="606722" y="1952002"/>
                </a:cubicBezTo>
                <a:cubicBezTo>
                  <a:pt x="634453" y="2041242"/>
                  <a:pt x="530546" y="1858585"/>
                  <a:pt x="607391" y="2023118"/>
                </a:cubicBezTo>
                <a:cubicBezTo>
                  <a:pt x="607391" y="2023118"/>
                  <a:pt x="607391" y="2023118"/>
                  <a:pt x="623762" y="2048216"/>
                </a:cubicBezTo>
                <a:cubicBezTo>
                  <a:pt x="607391" y="2023118"/>
                  <a:pt x="629443" y="2080287"/>
                  <a:pt x="629443" y="2080287"/>
                </a:cubicBezTo>
                <a:cubicBezTo>
                  <a:pt x="629443" y="2080287"/>
                  <a:pt x="629443" y="2080287"/>
                  <a:pt x="552598" y="1915754"/>
                </a:cubicBezTo>
                <a:cubicBezTo>
                  <a:pt x="558278" y="1947825"/>
                  <a:pt x="575319" y="2044039"/>
                  <a:pt x="640803" y="2144430"/>
                </a:cubicBezTo>
                <a:cubicBezTo>
                  <a:pt x="668532" y="2233667"/>
                  <a:pt x="536896" y="1961772"/>
                  <a:pt x="520525" y="1936675"/>
                </a:cubicBezTo>
                <a:cubicBezTo>
                  <a:pt x="537566" y="2032889"/>
                  <a:pt x="608061" y="2094235"/>
                  <a:pt x="625101" y="2190448"/>
                </a:cubicBezTo>
                <a:cubicBezTo>
                  <a:pt x="625101" y="2190448"/>
                  <a:pt x="625101" y="2190448"/>
                  <a:pt x="619421" y="2158377"/>
                </a:cubicBezTo>
                <a:cubicBezTo>
                  <a:pt x="647151" y="2247614"/>
                  <a:pt x="598039" y="2172325"/>
                  <a:pt x="570976" y="2154201"/>
                </a:cubicBezTo>
                <a:cubicBezTo>
                  <a:pt x="581668" y="2147227"/>
                  <a:pt x="565297" y="2122129"/>
                  <a:pt x="548926" y="2097031"/>
                </a:cubicBezTo>
                <a:cubicBezTo>
                  <a:pt x="532555" y="2071934"/>
                  <a:pt x="450699" y="1946445"/>
                  <a:pt x="478430" y="2035686"/>
                </a:cubicBezTo>
                <a:cubicBezTo>
                  <a:pt x="478430" y="2035686"/>
                  <a:pt x="478430" y="2035686"/>
                  <a:pt x="538234" y="2104006"/>
                </a:cubicBezTo>
                <a:cubicBezTo>
                  <a:pt x="543914" y="2136077"/>
                  <a:pt x="511172" y="2085882"/>
                  <a:pt x="527543" y="2110980"/>
                </a:cubicBezTo>
                <a:cubicBezTo>
                  <a:pt x="516852" y="2117953"/>
                  <a:pt x="549594" y="2168149"/>
                  <a:pt x="565965" y="2193246"/>
                </a:cubicBezTo>
                <a:cubicBezTo>
                  <a:pt x="549594" y="2168149"/>
                  <a:pt x="571645" y="2225318"/>
                  <a:pt x="516852" y="2117953"/>
                </a:cubicBezTo>
                <a:cubicBezTo>
                  <a:pt x="522532" y="2150025"/>
                  <a:pt x="555274" y="2200220"/>
                  <a:pt x="588017" y="2250415"/>
                </a:cubicBezTo>
                <a:cubicBezTo>
                  <a:pt x="544584" y="2207194"/>
                  <a:pt x="555274" y="2200220"/>
                  <a:pt x="506161" y="2124927"/>
                </a:cubicBezTo>
                <a:cubicBezTo>
                  <a:pt x="528212" y="2182096"/>
                  <a:pt x="566635" y="2264363"/>
                  <a:pt x="517521" y="2189069"/>
                </a:cubicBezTo>
                <a:cubicBezTo>
                  <a:pt x="484779" y="2138874"/>
                  <a:pt x="495470" y="2131900"/>
                  <a:pt x="462728" y="2081705"/>
                </a:cubicBezTo>
                <a:cubicBezTo>
                  <a:pt x="408604" y="2045457"/>
                  <a:pt x="533893" y="2214167"/>
                  <a:pt x="523202" y="2221141"/>
                </a:cubicBezTo>
                <a:cubicBezTo>
                  <a:pt x="506831" y="2196043"/>
                  <a:pt x="490459" y="2170945"/>
                  <a:pt x="441346" y="2095652"/>
                </a:cubicBezTo>
                <a:cubicBezTo>
                  <a:pt x="441346" y="2095652"/>
                  <a:pt x="474088" y="2145848"/>
                  <a:pt x="479769" y="2177919"/>
                </a:cubicBezTo>
                <a:cubicBezTo>
                  <a:pt x="463397" y="2152821"/>
                  <a:pt x="485449" y="2209990"/>
                  <a:pt x="485449" y="2209990"/>
                </a:cubicBezTo>
                <a:cubicBezTo>
                  <a:pt x="485449" y="2209990"/>
                  <a:pt x="485449" y="2209990"/>
                  <a:pt x="489542" y="2216265"/>
                </a:cubicBezTo>
                <a:lnTo>
                  <a:pt x="501820" y="2235088"/>
                </a:lnTo>
                <a:lnTo>
                  <a:pt x="518191" y="2260186"/>
                </a:lnTo>
                <a:cubicBezTo>
                  <a:pt x="496809" y="2274133"/>
                  <a:pt x="354480" y="2009209"/>
                  <a:pt x="376531" y="2066378"/>
                </a:cubicBezTo>
                <a:cubicBezTo>
                  <a:pt x="376531" y="2066378"/>
                  <a:pt x="376531" y="2066378"/>
                  <a:pt x="431325" y="2173742"/>
                </a:cubicBezTo>
                <a:cubicBezTo>
                  <a:pt x="365840" y="2073351"/>
                  <a:pt x="387892" y="2130520"/>
                  <a:pt x="420634" y="2180716"/>
                </a:cubicBezTo>
                <a:cubicBezTo>
                  <a:pt x="360830" y="2112396"/>
                  <a:pt x="328087" y="2062201"/>
                  <a:pt x="262605" y="1961814"/>
                </a:cubicBezTo>
                <a:cubicBezTo>
                  <a:pt x="229863" y="1911618"/>
                  <a:pt x="158698" y="1779156"/>
                  <a:pt x="103905" y="1671792"/>
                </a:cubicBezTo>
                <a:cubicBezTo>
                  <a:pt x="38422" y="1571404"/>
                  <a:pt x="0" y="1489137"/>
                  <a:pt x="0" y="1489137"/>
                </a:cubicBezTo>
                <a:cubicBezTo>
                  <a:pt x="16371" y="1514235"/>
                  <a:pt x="32742" y="1539333"/>
                  <a:pt x="49113" y="1564431"/>
                </a:cubicBezTo>
                <a:cubicBezTo>
                  <a:pt x="37753" y="1500288"/>
                  <a:pt x="10021" y="1411048"/>
                  <a:pt x="69825" y="1479367"/>
                </a:cubicBezTo>
                <a:cubicBezTo>
                  <a:pt x="146001" y="1572784"/>
                  <a:pt x="91877" y="1536536"/>
                  <a:pt x="173730" y="1662021"/>
                </a:cubicBezTo>
                <a:cubicBezTo>
                  <a:pt x="113259" y="1522589"/>
                  <a:pt x="146001" y="1572784"/>
                  <a:pt x="101898" y="1458446"/>
                </a:cubicBezTo>
                <a:cubicBezTo>
                  <a:pt x="118269" y="1483544"/>
                  <a:pt x="161702" y="1526766"/>
                  <a:pt x="156024" y="1494693"/>
                </a:cubicBezTo>
                <a:cubicBezTo>
                  <a:pt x="156024" y="1494693"/>
                  <a:pt x="172395" y="1519791"/>
                  <a:pt x="172395" y="1519791"/>
                </a:cubicBezTo>
                <a:cubicBezTo>
                  <a:pt x="205137" y="1569986"/>
                  <a:pt x="133972" y="1437524"/>
                  <a:pt x="144663" y="1430551"/>
                </a:cubicBezTo>
                <a:cubicBezTo>
                  <a:pt x="144663" y="1430551"/>
                  <a:pt x="144663" y="1430551"/>
                  <a:pt x="215828" y="1563013"/>
                </a:cubicBezTo>
                <a:cubicBezTo>
                  <a:pt x="237210" y="1549065"/>
                  <a:pt x="209478" y="1459825"/>
                  <a:pt x="236540" y="1477949"/>
                </a:cubicBezTo>
                <a:cubicBezTo>
                  <a:pt x="236540" y="1477949"/>
                  <a:pt x="236540" y="1477949"/>
                  <a:pt x="225849" y="1484923"/>
                </a:cubicBezTo>
                <a:cubicBezTo>
                  <a:pt x="252911" y="1503047"/>
                  <a:pt x="279973" y="1521171"/>
                  <a:pt x="252242" y="1431931"/>
                </a:cubicBezTo>
                <a:cubicBezTo>
                  <a:pt x="268613" y="1457028"/>
                  <a:pt x="284984" y="1482126"/>
                  <a:pt x="317724" y="1532318"/>
                </a:cubicBezTo>
                <a:cubicBezTo>
                  <a:pt x="224510" y="1342690"/>
                  <a:pt x="361157" y="1575540"/>
                  <a:pt x="284314" y="1411010"/>
                </a:cubicBezTo>
                <a:cubicBezTo>
                  <a:pt x="284314" y="1411010"/>
                  <a:pt x="284314" y="1411010"/>
                  <a:pt x="360488" y="1504424"/>
                </a:cubicBezTo>
                <a:cubicBezTo>
                  <a:pt x="322067" y="1422160"/>
                  <a:pt x="349129" y="1440284"/>
                  <a:pt x="343449" y="1408213"/>
                </a:cubicBezTo>
                <a:cubicBezTo>
                  <a:pt x="349129" y="1440284"/>
                  <a:pt x="392560" y="1483503"/>
                  <a:pt x="392560" y="1483503"/>
                </a:cubicBezTo>
                <a:cubicBezTo>
                  <a:pt x="376191" y="1458408"/>
                  <a:pt x="430313" y="1494653"/>
                  <a:pt x="391893" y="1412390"/>
                </a:cubicBezTo>
                <a:cubicBezTo>
                  <a:pt x="391893" y="1412390"/>
                  <a:pt x="391893" y="1412390"/>
                  <a:pt x="424633" y="1462582"/>
                </a:cubicBezTo>
                <a:cubicBezTo>
                  <a:pt x="441004" y="1487680"/>
                  <a:pt x="407596" y="1366370"/>
                  <a:pt x="478757" y="1498830"/>
                </a:cubicBezTo>
                <a:cubicBezTo>
                  <a:pt x="505821" y="1516953"/>
                  <a:pt x="473078" y="1466758"/>
                  <a:pt x="451029" y="1409592"/>
                </a:cubicBezTo>
                <a:cubicBezTo>
                  <a:pt x="451029" y="1409592"/>
                  <a:pt x="451029" y="1409592"/>
                  <a:pt x="510831" y="1477908"/>
                </a:cubicBezTo>
                <a:cubicBezTo>
                  <a:pt x="571305" y="1617344"/>
                  <a:pt x="521522" y="1470935"/>
                  <a:pt x="554264" y="1521130"/>
                </a:cubicBezTo>
                <a:cubicBezTo>
                  <a:pt x="554264" y="1521130"/>
                  <a:pt x="554264" y="1521130"/>
                  <a:pt x="537893" y="1496032"/>
                </a:cubicBezTo>
                <a:cubicBezTo>
                  <a:pt x="543239" y="1492545"/>
                  <a:pt x="540399" y="1476510"/>
                  <a:pt x="534176" y="1458209"/>
                </a:cubicBezTo>
                <a:lnTo>
                  <a:pt x="528987" y="1445380"/>
                </a:lnTo>
                <a:lnTo>
                  <a:pt x="542988" y="1465877"/>
                </a:lnTo>
                <a:cubicBezTo>
                  <a:pt x="552510" y="1477554"/>
                  <a:pt x="559275" y="1482085"/>
                  <a:pt x="559275" y="1482085"/>
                </a:cubicBezTo>
                <a:cubicBezTo>
                  <a:pt x="542904" y="1456987"/>
                  <a:pt x="553595" y="1450014"/>
                  <a:pt x="553595" y="1450014"/>
                </a:cubicBezTo>
                <a:cubicBezTo>
                  <a:pt x="520853" y="1399818"/>
                  <a:pt x="651822" y="1600600"/>
                  <a:pt x="624090" y="1511359"/>
                </a:cubicBezTo>
                <a:cubicBezTo>
                  <a:pt x="618410" y="1479288"/>
                  <a:pt x="602039" y="1454190"/>
                  <a:pt x="585668" y="1429093"/>
                </a:cubicBezTo>
                <a:cubicBezTo>
                  <a:pt x="651152" y="1529484"/>
                  <a:pt x="584998" y="1357976"/>
                  <a:pt x="617740" y="1408172"/>
                </a:cubicBezTo>
                <a:cubicBezTo>
                  <a:pt x="623420" y="1440243"/>
                  <a:pt x="639792" y="1465341"/>
                  <a:pt x="672534" y="1515536"/>
                </a:cubicBezTo>
                <a:cubicBezTo>
                  <a:pt x="672534" y="1515536"/>
                  <a:pt x="688905" y="1540634"/>
                  <a:pt x="661173" y="1451394"/>
                </a:cubicBezTo>
                <a:cubicBezTo>
                  <a:pt x="693916" y="1501589"/>
                  <a:pt x="715967" y="1558758"/>
                  <a:pt x="738018" y="1615927"/>
                </a:cubicBezTo>
                <a:cubicBezTo>
                  <a:pt x="765080" y="1634051"/>
                  <a:pt x="677545" y="1476491"/>
                  <a:pt x="693916" y="1501589"/>
                </a:cubicBezTo>
                <a:cubicBezTo>
                  <a:pt x="748040" y="1537837"/>
                  <a:pt x="753050" y="1498792"/>
                  <a:pt x="774432" y="1484845"/>
                </a:cubicBezTo>
                <a:cubicBezTo>
                  <a:pt x="768753" y="1452773"/>
                  <a:pt x="773764" y="1413728"/>
                  <a:pt x="833568" y="1482047"/>
                </a:cubicBezTo>
                <a:cubicBezTo>
                  <a:pt x="839248" y="1514119"/>
                  <a:pt x="855620" y="1539216"/>
                  <a:pt x="871991" y="1564314"/>
                </a:cubicBezTo>
                <a:cubicBezTo>
                  <a:pt x="915422" y="1607532"/>
                  <a:pt x="811517" y="1424878"/>
                  <a:pt x="893372" y="1550367"/>
                </a:cubicBezTo>
                <a:cubicBezTo>
                  <a:pt x="893372" y="1550367"/>
                  <a:pt x="899053" y="1582438"/>
                  <a:pt x="915422" y="1607532"/>
                </a:cubicBezTo>
                <a:cubicBezTo>
                  <a:pt x="871321" y="1493198"/>
                  <a:pt x="914754" y="1536419"/>
                  <a:pt x="843590" y="1403957"/>
                </a:cubicBezTo>
                <a:cubicBezTo>
                  <a:pt x="843590" y="1403957"/>
                  <a:pt x="843590" y="1403957"/>
                  <a:pt x="876332" y="1454153"/>
                </a:cubicBezTo>
                <a:cubicBezTo>
                  <a:pt x="864971" y="1390010"/>
                  <a:pt x="859291" y="1357939"/>
                  <a:pt x="892033" y="1408134"/>
                </a:cubicBezTo>
                <a:cubicBezTo>
                  <a:pt x="892033" y="1408134"/>
                  <a:pt x="908405" y="1433232"/>
                  <a:pt x="924776" y="1458330"/>
                </a:cubicBezTo>
                <a:lnTo>
                  <a:pt x="909699" y="1420140"/>
                </a:lnTo>
                <a:lnTo>
                  <a:pt x="905749" y="1414347"/>
                </a:lnTo>
                <a:cubicBezTo>
                  <a:pt x="805968" y="1258088"/>
                  <a:pt x="698309" y="1066722"/>
                  <a:pt x="698309" y="1066722"/>
                </a:cubicBezTo>
                <a:cubicBezTo>
                  <a:pt x="714678" y="1091817"/>
                  <a:pt x="731049" y="1116914"/>
                  <a:pt x="747418" y="1142009"/>
                </a:cubicBezTo>
                <a:cubicBezTo>
                  <a:pt x="725383" y="1084834"/>
                  <a:pt x="686981" y="1002568"/>
                  <a:pt x="746793" y="1070868"/>
                </a:cubicBezTo>
                <a:cubicBezTo>
                  <a:pt x="812273" y="1171253"/>
                  <a:pt x="768828" y="1128043"/>
                  <a:pt x="845011" y="1221441"/>
                </a:cubicBezTo>
                <a:cubicBezTo>
                  <a:pt x="779533" y="1121060"/>
                  <a:pt x="822978" y="1164270"/>
                  <a:pt x="757498" y="1063885"/>
                </a:cubicBezTo>
                <a:cubicBezTo>
                  <a:pt x="773869" y="1088983"/>
                  <a:pt x="800943" y="1107094"/>
                  <a:pt x="784574" y="1082000"/>
                </a:cubicBezTo>
                <a:cubicBezTo>
                  <a:pt x="784574" y="1082000"/>
                  <a:pt x="800943" y="1107094"/>
                  <a:pt x="817312" y="1132189"/>
                </a:cubicBezTo>
                <a:cubicBezTo>
                  <a:pt x="844389" y="1150304"/>
                  <a:pt x="778908" y="1049919"/>
                  <a:pt x="762539" y="1024825"/>
                </a:cubicBezTo>
                <a:cubicBezTo>
                  <a:pt x="762539" y="1024825"/>
                  <a:pt x="762539" y="1024825"/>
                  <a:pt x="844389" y="1150304"/>
                </a:cubicBezTo>
                <a:cubicBezTo>
                  <a:pt x="855094" y="1143321"/>
                  <a:pt x="800319" y="1035954"/>
                  <a:pt x="816690" y="1061051"/>
                </a:cubicBezTo>
                <a:cubicBezTo>
                  <a:pt x="843764" y="1079163"/>
                  <a:pt x="870838" y="1097274"/>
                  <a:pt x="805360" y="996894"/>
                </a:cubicBezTo>
                <a:cubicBezTo>
                  <a:pt x="821729" y="1021988"/>
                  <a:pt x="854469" y="1072180"/>
                  <a:pt x="881543" y="1090292"/>
                </a:cubicBezTo>
                <a:cubicBezTo>
                  <a:pt x="766956" y="914624"/>
                  <a:pt x="924988" y="1133501"/>
                  <a:pt x="810401" y="957833"/>
                </a:cubicBezTo>
                <a:cubicBezTo>
                  <a:pt x="810401" y="957833"/>
                  <a:pt x="810401" y="957833"/>
                  <a:pt x="902953" y="1076326"/>
                </a:cubicBezTo>
                <a:cubicBezTo>
                  <a:pt x="853844" y="1001039"/>
                  <a:pt x="864549" y="994056"/>
                  <a:pt x="848180" y="968962"/>
                </a:cubicBezTo>
                <a:cubicBezTo>
                  <a:pt x="864549" y="994056"/>
                  <a:pt x="907994" y="1037266"/>
                  <a:pt x="907994" y="1037266"/>
                </a:cubicBezTo>
                <a:cubicBezTo>
                  <a:pt x="891625" y="1012171"/>
                  <a:pt x="918699" y="1030283"/>
                  <a:pt x="869590" y="954996"/>
                </a:cubicBezTo>
                <a:cubicBezTo>
                  <a:pt x="869590" y="954996"/>
                  <a:pt x="869590" y="954996"/>
                  <a:pt x="902330" y="1005188"/>
                </a:cubicBezTo>
                <a:cubicBezTo>
                  <a:pt x="929405" y="1023300"/>
                  <a:pt x="858263" y="890842"/>
                  <a:pt x="956479" y="1041411"/>
                </a:cubicBezTo>
                <a:cubicBezTo>
                  <a:pt x="967184" y="1034429"/>
                  <a:pt x="934446" y="984240"/>
                  <a:pt x="901706" y="934048"/>
                </a:cubicBezTo>
                <a:cubicBezTo>
                  <a:pt x="901706" y="934048"/>
                  <a:pt x="901706" y="934048"/>
                  <a:pt x="961520" y="1002351"/>
                </a:cubicBezTo>
                <a:cubicBezTo>
                  <a:pt x="1043367" y="1127827"/>
                  <a:pt x="945151" y="977257"/>
                  <a:pt x="1004965" y="1045560"/>
                </a:cubicBezTo>
                <a:cubicBezTo>
                  <a:pt x="1004965" y="1045560"/>
                  <a:pt x="1004965" y="1045560"/>
                  <a:pt x="972225" y="995368"/>
                </a:cubicBezTo>
                <a:cubicBezTo>
                  <a:pt x="972225" y="995368"/>
                  <a:pt x="964039" y="982819"/>
                  <a:pt x="953808" y="967135"/>
                </a:cubicBezTo>
                <a:lnTo>
                  <a:pt x="943834" y="951843"/>
                </a:lnTo>
                <a:lnTo>
                  <a:pt x="929254" y="929492"/>
                </a:lnTo>
                <a:lnTo>
                  <a:pt x="923116" y="920082"/>
                </a:lnTo>
                <a:cubicBezTo>
                  <a:pt x="955856" y="970274"/>
                  <a:pt x="982930" y="988385"/>
                  <a:pt x="982930" y="988385"/>
                </a:cubicBezTo>
                <a:cubicBezTo>
                  <a:pt x="966561" y="963291"/>
                  <a:pt x="950190" y="938193"/>
                  <a:pt x="950190" y="938193"/>
                </a:cubicBezTo>
                <a:cubicBezTo>
                  <a:pt x="917452" y="888004"/>
                  <a:pt x="1059113" y="1081784"/>
                  <a:pt x="1004340" y="974420"/>
                </a:cubicBezTo>
                <a:cubicBezTo>
                  <a:pt x="987971" y="949325"/>
                  <a:pt x="987971" y="949325"/>
                  <a:pt x="955231" y="899133"/>
                </a:cubicBezTo>
                <a:cubicBezTo>
                  <a:pt x="1031414" y="992531"/>
                  <a:pt x="943903" y="834979"/>
                  <a:pt x="976641" y="885167"/>
                </a:cubicBezTo>
                <a:cubicBezTo>
                  <a:pt x="993010" y="910262"/>
                  <a:pt x="1009381" y="935359"/>
                  <a:pt x="1042119" y="985548"/>
                </a:cubicBezTo>
                <a:cubicBezTo>
                  <a:pt x="1042119" y="985548"/>
                  <a:pt x="1069196" y="1003663"/>
                  <a:pt x="1020086" y="928377"/>
                </a:cubicBezTo>
                <a:cubicBezTo>
                  <a:pt x="1036455" y="953471"/>
                  <a:pt x="1069196" y="1003663"/>
                  <a:pt x="1118302" y="1078946"/>
                </a:cubicBezTo>
                <a:cubicBezTo>
                  <a:pt x="1129007" y="1071963"/>
                  <a:pt x="1036455" y="953471"/>
                  <a:pt x="1047160" y="946488"/>
                </a:cubicBezTo>
                <a:cubicBezTo>
                  <a:pt x="1134049" y="1032903"/>
                  <a:pt x="1008134" y="793081"/>
                  <a:pt x="1111391" y="904591"/>
                </a:cubicBezTo>
                <a:cubicBezTo>
                  <a:pt x="1111391" y="904591"/>
                  <a:pt x="1144131" y="954783"/>
                  <a:pt x="1160500" y="979878"/>
                </a:cubicBezTo>
                <a:cubicBezTo>
                  <a:pt x="1187574" y="997989"/>
                  <a:pt x="1072987" y="822321"/>
                  <a:pt x="1154836" y="947800"/>
                </a:cubicBezTo>
                <a:cubicBezTo>
                  <a:pt x="1171205" y="972895"/>
                  <a:pt x="1187574" y="997989"/>
                  <a:pt x="1203943" y="1023083"/>
                </a:cubicBezTo>
                <a:cubicBezTo>
                  <a:pt x="1122096" y="897608"/>
                  <a:pt x="1159875" y="908737"/>
                  <a:pt x="1078028" y="783261"/>
                </a:cubicBezTo>
                <a:cubicBezTo>
                  <a:pt x="1078028" y="783261"/>
                  <a:pt x="1078028" y="783261"/>
                  <a:pt x="1127137" y="858548"/>
                </a:cubicBezTo>
                <a:cubicBezTo>
                  <a:pt x="1105102" y="801373"/>
                  <a:pt x="1066698" y="719103"/>
                  <a:pt x="1115807" y="794390"/>
                </a:cubicBezTo>
                <a:cubicBezTo>
                  <a:pt x="1115807" y="794390"/>
                  <a:pt x="1132176" y="819484"/>
                  <a:pt x="1132176" y="819484"/>
                </a:cubicBezTo>
                <a:cubicBezTo>
                  <a:pt x="1066698" y="719103"/>
                  <a:pt x="1126513" y="787407"/>
                  <a:pt x="1104481" y="730234"/>
                </a:cubicBezTo>
                <a:cubicBezTo>
                  <a:pt x="1219069" y="905902"/>
                  <a:pt x="1098815" y="698154"/>
                  <a:pt x="1207738" y="841744"/>
                </a:cubicBezTo>
                <a:cubicBezTo>
                  <a:pt x="1245518" y="852873"/>
                  <a:pt x="1114561" y="652111"/>
                  <a:pt x="1158007" y="695320"/>
                </a:cubicBezTo>
                <a:cubicBezTo>
                  <a:pt x="1190744" y="745509"/>
                  <a:pt x="1250559" y="813812"/>
                  <a:pt x="1217819" y="763620"/>
                </a:cubicBezTo>
                <a:cubicBezTo>
                  <a:pt x="1217819" y="763620"/>
                  <a:pt x="1217819" y="763620"/>
                  <a:pt x="1185081" y="713431"/>
                </a:cubicBezTo>
                <a:cubicBezTo>
                  <a:pt x="1195786" y="706449"/>
                  <a:pt x="1271969" y="799847"/>
                  <a:pt x="1200827" y="667389"/>
                </a:cubicBezTo>
                <a:lnTo>
                  <a:pt x="1217196" y="692483"/>
                </a:lnTo>
                <a:cubicBezTo>
                  <a:pt x="1244270" y="710594"/>
                  <a:pt x="1260639" y="735689"/>
                  <a:pt x="1260639" y="735689"/>
                </a:cubicBezTo>
                <a:cubicBezTo>
                  <a:pt x="1227901" y="685500"/>
                  <a:pt x="1205866" y="628325"/>
                  <a:pt x="1205866" y="628325"/>
                </a:cubicBezTo>
                <a:cubicBezTo>
                  <a:pt x="1238607" y="678517"/>
                  <a:pt x="1298421" y="746821"/>
                  <a:pt x="1298421" y="746821"/>
                </a:cubicBezTo>
                <a:cubicBezTo>
                  <a:pt x="1249312" y="671534"/>
                  <a:pt x="1270722" y="657568"/>
                  <a:pt x="1297796" y="675680"/>
                </a:cubicBezTo>
                <a:cubicBezTo>
                  <a:pt x="1297796" y="675680"/>
                  <a:pt x="1297796" y="675680"/>
                  <a:pt x="1314165" y="700774"/>
                </a:cubicBezTo>
                <a:cubicBezTo>
                  <a:pt x="1346905" y="750967"/>
                  <a:pt x="1324870" y="693791"/>
                  <a:pt x="1324870" y="693791"/>
                </a:cubicBezTo>
                <a:cubicBezTo>
                  <a:pt x="1324870" y="693791"/>
                  <a:pt x="1357610" y="743984"/>
                  <a:pt x="1384684" y="762095"/>
                </a:cubicBezTo>
                <a:cubicBezTo>
                  <a:pt x="1335575" y="686809"/>
                  <a:pt x="1362651" y="704923"/>
                  <a:pt x="1313542" y="629637"/>
                </a:cubicBezTo>
                <a:cubicBezTo>
                  <a:pt x="1313542" y="629637"/>
                  <a:pt x="1313542" y="629637"/>
                  <a:pt x="1340616" y="647748"/>
                </a:cubicBezTo>
                <a:cubicBezTo>
                  <a:pt x="1340616" y="647748"/>
                  <a:pt x="1340616" y="647748"/>
                  <a:pt x="1307878" y="597560"/>
                </a:cubicBezTo>
                <a:cubicBezTo>
                  <a:pt x="1378395" y="658877"/>
                  <a:pt x="1323623" y="551513"/>
                  <a:pt x="1410511" y="637928"/>
                </a:cubicBezTo>
                <a:cubicBezTo>
                  <a:pt x="1486696" y="731330"/>
                  <a:pt x="1350074" y="498487"/>
                  <a:pt x="1409888" y="566791"/>
                </a:cubicBezTo>
                <a:cubicBezTo>
                  <a:pt x="1426257" y="591885"/>
                  <a:pt x="1458997" y="642078"/>
                  <a:pt x="1475366" y="667172"/>
                </a:cubicBezTo>
                <a:cubicBezTo>
                  <a:pt x="1360779" y="491504"/>
                  <a:pt x="1529516" y="703398"/>
                  <a:pt x="1409263" y="495650"/>
                </a:cubicBezTo>
                <a:cubicBezTo>
                  <a:pt x="1436339" y="513765"/>
                  <a:pt x="1469077" y="563954"/>
                  <a:pt x="1469077" y="563954"/>
                </a:cubicBezTo>
                <a:lnTo>
                  <a:pt x="1515279" y="614309"/>
                </a:lnTo>
                <a:lnTo>
                  <a:pt x="1530261" y="634719"/>
                </a:lnTo>
                <a:cubicBezTo>
                  <a:pt x="1532986" y="638531"/>
                  <a:pt x="1532986" y="638531"/>
                  <a:pt x="1528893" y="632256"/>
                </a:cubicBezTo>
                <a:cubicBezTo>
                  <a:pt x="1528893" y="632256"/>
                  <a:pt x="1528893" y="632256"/>
                  <a:pt x="1527191" y="630012"/>
                </a:cubicBezTo>
                <a:lnTo>
                  <a:pt x="1515279" y="614309"/>
                </a:lnTo>
                <a:lnTo>
                  <a:pt x="1482940" y="571679"/>
                </a:lnTo>
                <a:cubicBezTo>
                  <a:pt x="1467624" y="551488"/>
                  <a:pt x="1447199" y="524565"/>
                  <a:pt x="1419968" y="488667"/>
                </a:cubicBezTo>
                <a:cubicBezTo>
                  <a:pt x="1463415" y="531876"/>
                  <a:pt x="1359533" y="349225"/>
                  <a:pt x="1468456" y="492815"/>
                </a:cubicBezTo>
                <a:cubicBezTo>
                  <a:pt x="1517563" y="568099"/>
                  <a:pt x="1493011" y="530459"/>
                  <a:pt x="1495991" y="525160"/>
                </a:cubicBezTo>
                <a:lnTo>
                  <a:pt x="1510966" y="535384"/>
                </a:lnTo>
                <a:lnTo>
                  <a:pt x="1515568" y="542012"/>
                </a:lnTo>
                <a:cubicBezTo>
                  <a:pt x="1523153" y="553273"/>
                  <a:pt x="1528268" y="561116"/>
                  <a:pt x="1528268" y="561116"/>
                </a:cubicBezTo>
                <a:cubicBezTo>
                  <a:pt x="1528268" y="561116"/>
                  <a:pt x="1528268" y="561116"/>
                  <a:pt x="1520085" y="548570"/>
                </a:cubicBezTo>
                <a:lnTo>
                  <a:pt x="1511899" y="536021"/>
                </a:lnTo>
                <a:lnTo>
                  <a:pt x="1500646" y="518769"/>
                </a:lnTo>
                <a:cubicBezTo>
                  <a:pt x="1491438" y="504653"/>
                  <a:pt x="1479161" y="485832"/>
                  <a:pt x="1462790" y="460735"/>
                </a:cubicBezTo>
                <a:cubicBezTo>
                  <a:pt x="1495530" y="510927"/>
                  <a:pt x="1522604" y="529039"/>
                  <a:pt x="1522604" y="529039"/>
                </a:cubicBezTo>
                <a:cubicBezTo>
                  <a:pt x="1522604" y="529039"/>
                  <a:pt x="1522604" y="529039"/>
                  <a:pt x="1501886" y="497277"/>
                </a:cubicBezTo>
                <a:lnTo>
                  <a:pt x="1489866" y="478850"/>
                </a:lnTo>
                <a:cubicBezTo>
                  <a:pt x="1484200" y="446769"/>
                  <a:pt x="1566049" y="572248"/>
                  <a:pt x="1484200" y="446769"/>
                </a:cubicBezTo>
                <a:cubicBezTo>
                  <a:pt x="1484200" y="446769"/>
                  <a:pt x="1484200" y="446769"/>
                  <a:pt x="1467831" y="421675"/>
                </a:cubicBezTo>
                <a:cubicBezTo>
                  <a:pt x="1527646" y="489978"/>
                  <a:pt x="1451462" y="396580"/>
                  <a:pt x="1544014" y="515073"/>
                </a:cubicBezTo>
                <a:cubicBezTo>
                  <a:pt x="1458075" y="383323"/>
                  <a:pt x="1457840" y="356644"/>
                  <a:pt x="1467611" y="348595"/>
                </a:cubicBezTo>
                <a:cubicBezTo>
                  <a:pt x="1470867" y="345911"/>
                  <a:pt x="1475235" y="345297"/>
                  <a:pt x="1477912" y="343551"/>
                </a:cubicBezTo>
                <a:cubicBezTo>
                  <a:pt x="1477912" y="343551"/>
                  <a:pt x="1477912" y="343551"/>
                  <a:pt x="1527021" y="418837"/>
                </a:cubicBezTo>
                <a:cubicBezTo>
                  <a:pt x="1516316" y="425820"/>
                  <a:pt x="1608870" y="544316"/>
                  <a:pt x="1641608" y="594505"/>
                </a:cubicBezTo>
                <a:cubicBezTo>
                  <a:pt x="1619575" y="537333"/>
                  <a:pt x="1586835" y="487141"/>
                  <a:pt x="1537726" y="411855"/>
                </a:cubicBezTo>
                <a:cubicBezTo>
                  <a:pt x="1640985" y="523367"/>
                  <a:pt x="1504363" y="290525"/>
                  <a:pt x="1607622" y="402038"/>
                </a:cubicBezTo>
                <a:cubicBezTo>
                  <a:pt x="1629655" y="459210"/>
                  <a:pt x="1673100" y="502419"/>
                  <a:pt x="1689469" y="527513"/>
                </a:cubicBezTo>
                <a:cubicBezTo>
                  <a:pt x="1673100" y="502419"/>
                  <a:pt x="1660822" y="483596"/>
                  <a:pt x="1646498" y="461637"/>
                </a:cubicBezTo>
                <a:lnTo>
                  <a:pt x="1607622" y="402038"/>
                </a:lnTo>
                <a:lnTo>
                  <a:pt x="1591251" y="376940"/>
                </a:lnTo>
                <a:cubicBezTo>
                  <a:pt x="1651065" y="445244"/>
                  <a:pt x="1563552" y="287688"/>
                  <a:pt x="1601334" y="298820"/>
                </a:cubicBezTo>
                <a:cubicBezTo>
                  <a:pt x="1634072" y="349009"/>
                  <a:pt x="1656107" y="406184"/>
                  <a:pt x="1699550" y="449390"/>
                </a:cubicBezTo>
                <a:cubicBezTo>
                  <a:pt x="1666812" y="399201"/>
                  <a:pt x="1584963" y="273722"/>
                  <a:pt x="1628408" y="316931"/>
                </a:cubicBezTo>
                <a:cubicBezTo>
                  <a:pt x="1628408" y="316931"/>
                  <a:pt x="1644777" y="342026"/>
                  <a:pt x="1661148" y="367123"/>
                </a:cubicBezTo>
                <a:cubicBezTo>
                  <a:pt x="1513821" y="141264"/>
                  <a:pt x="1824219" y="546937"/>
                  <a:pt x="1627783" y="245791"/>
                </a:cubicBezTo>
                <a:cubicBezTo>
                  <a:pt x="1627783" y="245791"/>
                  <a:pt x="1627783" y="245791"/>
                  <a:pt x="1662314" y="298729"/>
                </a:cubicBezTo>
                <a:lnTo>
                  <a:pt x="1676892" y="321077"/>
                </a:lnTo>
                <a:cubicBezTo>
                  <a:pt x="1769446" y="439573"/>
                  <a:pt x="1726001" y="396364"/>
                  <a:pt x="1834924" y="539954"/>
                </a:cubicBezTo>
                <a:cubicBezTo>
                  <a:pt x="1818555" y="514859"/>
                  <a:pt x="1794001" y="477216"/>
                  <a:pt x="1769446" y="439573"/>
                </a:cubicBezTo>
                <a:lnTo>
                  <a:pt x="1736706" y="389381"/>
                </a:lnTo>
                <a:cubicBezTo>
                  <a:pt x="1578674" y="170504"/>
                  <a:pt x="1774485" y="400509"/>
                  <a:pt x="1665564" y="256923"/>
                </a:cubicBezTo>
                <a:cubicBezTo>
                  <a:pt x="1659898" y="224842"/>
                  <a:pt x="1746789" y="311260"/>
                  <a:pt x="1741123" y="279180"/>
                </a:cubicBezTo>
                <a:cubicBezTo>
                  <a:pt x="1757494" y="304278"/>
                  <a:pt x="1773863" y="329372"/>
                  <a:pt x="1773863" y="329372"/>
                </a:cubicBezTo>
                <a:cubicBezTo>
                  <a:pt x="1675645" y="178799"/>
                  <a:pt x="1762533" y="265214"/>
                  <a:pt x="1811642" y="340501"/>
                </a:cubicBezTo>
                <a:cubicBezTo>
                  <a:pt x="1795273" y="315406"/>
                  <a:pt x="1773238" y="258231"/>
                  <a:pt x="1756869" y="233137"/>
                </a:cubicBezTo>
                <a:cubicBezTo>
                  <a:pt x="1756869" y="233137"/>
                  <a:pt x="1756869" y="233137"/>
                  <a:pt x="1773238" y="258231"/>
                </a:cubicBezTo>
                <a:cubicBezTo>
                  <a:pt x="1811019" y="269363"/>
                  <a:pt x="1848798" y="280492"/>
                  <a:pt x="1804730" y="166145"/>
                </a:cubicBezTo>
                <a:cubicBezTo>
                  <a:pt x="1818266" y="175199"/>
                  <a:pt x="1822359" y="181474"/>
                  <a:pt x="1829207" y="194895"/>
                </a:cubicBezTo>
                <a:lnTo>
                  <a:pt x="1837425" y="210745"/>
                </a:lnTo>
                <a:lnTo>
                  <a:pt x="1838887" y="214853"/>
                </a:lnTo>
                <a:cubicBezTo>
                  <a:pt x="1844278" y="225310"/>
                  <a:pt x="1853840" y="241431"/>
                  <a:pt x="1870209" y="266526"/>
                </a:cubicBezTo>
                <a:cubicBezTo>
                  <a:pt x="1857930" y="247703"/>
                  <a:pt x="1849394" y="233152"/>
                  <a:pt x="1843067" y="221626"/>
                </a:cubicBezTo>
                <a:lnTo>
                  <a:pt x="1837425" y="210745"/>
                </a:lnTo>
                <a:lnTo>
                  <a:pt x="1832590" y="197158"/>
                </a:lnTo>
                <a:cubicBezTo>
                  <a:pt x="1833221" y="192277"/>
                  <a:pt x="1839990" y="196805"/>
                  <a:pt x="1831805" y="184257"/>
                </a:cubicBezTo>
                <a:cubicBezTo>
                  <a:pt x="1880914" y="259543"/>
                  <a:pt x="1862381" y="217972"/>
                  <a:pt x="1877669" y="234827"/>
                </a:cubicBezTo>
                <a:lnTo>
                  <a:pt x="1884033" y="243819"/>
                </a:lnTo>
                <a:lnTo>
                  <a:pt x="1884142" y="244023"/>
                </a:lnTo>
                <a:cubicBezTo>
                  <a:pt x="1893035" y="260580"/>
                  <a:pt x="1910821" y="293695"/>
                  <a:pt x="1946392" y="359924"/>
                </a:cubicBezTo>
                <a:cubicBezTo>
                  <a:pt x="1946392" y="359924"/>
                  <a:pt x="1946392" y="359924"/>
                  <a:pt x="1930023" y="334829"/>
                </a:cubicBezTo>
                <a:lnTo>
                  <a:pt x="1932843" y="342951"/>
                </a:lnTo>
                <a:lnTo>
                  <a:pt x="1975980" y="409083"/>
                </a:lnTo>
                <a:cubicBezTo>
                  <a:pt x="1998485" y="443584"/>
                  <a:pt x="2018945" y="474950"/>
                  <a:pt x="2027130" y="487499"/>
                </a:cubicBezTo>
                <a:cubicBezTo>
                  <a:pt x="2059866" y="537684"/>
                  <a:pt x="2027130" y="487499"/>
                  <a:pt x="2054186" y="505617"/>
                </a:cubicBezTo>
                <a:cubicBezTo>
                  <a:pt x="2029634" y="467977"/>
                  <a:pt x="1986669" y="402111"/>
                  <a:pt x="1959816" y="360942"/>
                </a:cubicBezTo>
                <a:lnTo>
                  <a:pt x="1943047" y="335236"/>
                </a:lnTo>
                <a:lnTo>
                  <a:pt x="1946699" y="346869"/>
                </a:lnTo>
                <a:cubicBezTo>
                  <a:pt x="1945428" y="346019"/>
                  <a:pt x="1941160" y="338743"/>
                  <a:pt x="1934666" y="327326"/>
                </a:cubicBezTo>
                <a:lnTo>
                  <a:pt x="1889966" y="252197"/>
                </a:lnTo>
                <a:lnTo>
                  <a:pt x="1907988" y="277655"/>
                </a:lnTo>
                <a:cubicBezTo>
                  <a:pt x="1907988" y="277655"/>
                  <a:pt x="1907988" y="277655"/>
                  <a:pt x="1885955" y="220483"/>
                </a:cubicBezTo>
                <a:cubicBezTo>
                  <a:pt x="1891307" y="216991"/>
                  <a:pt x="1906260" y="234066"/>
                  <a:pt x="1919876" y="252016"/>
                </a:cubicBezTo>
                <a:lnTo>
                  <a:pt x="1936066" y="274540"/>
                </a:lnTo>
                <a:lnTo>
                  <a:pt x="1971031" y="330438"/>
                </a:lnTo>
                <a:lnTo>
                  <a:pt x="1973210" y="334756"/>
                </a:lnTo>
                <a:lnTo>
                  <a:pt x="1977358" y="341115"/>
                </a:lnTo>
                <a:cubicBezTo>
                  <a:pt x="1906209" y="208680"/>
                  <a:pt x="2086255" y="484699"/>
                  <a:pt x="2047842" y="402450"/>
                </a:cubicBezTo>
                <a:cubicBezTo>
                  <a:pt x="2047842" y="402450"/>
                  <a:pt x="2047842" y="402450"/>
                  <a:pt x="2025795" y="345291"/>
                </a:cubicBezTo>
                <a:cubicBezTo>
                  <a:pt x="2025795" y="345291"/>
                  <a:pt x="2025795" y="345291"/>
                  <a:pt x="1960324" y="244920"/>
                </a:cubicBezTo>
                <a:cubicBezTo>
                  <a:pt x="2036486" y="338318"/>
                  <a:pt x="2063543" y="356436"/>
                  <a:pt x="2096278" y="406622"/>
                </a:cubicBezTo>
                <a:cubicBezTo>
                  <a:pt x="2090601" y="374558"/>
                  <a:pt x="2068555" y="317400"/>
                  <a:pt x="2019450" y="242120"/>
                </a:cubicBezTo>
                <a:cubicBezTo>
                  <a:pt x="2057531" y="288818"/>
                  <a:pt x="2087594" y="340748"/>
                  <a:pt x="2120413" y="399823"/>
                </a:cubicBezTo>
                <a:lnTo>
                  <a:pt x="2150989" y="452015"/>
                </a:lnTo>
                <a:lnTo>
                  <a:pt x="2165189" y="454174"/>
                </a:lnTo>
                <a:cubicBezTo>
                  <a:pt x="2169372" y="443061"/>
                  <a:pt x="2125578" y="397830"/>
                  <a:pt x="2145877" y="411422"/>
                </a:cubicBezTo>
                <a:lnTo>
                  <a:pt x="2187157" y="452502"/>
                </a:lnTo>
                <a:lnTo>
                  <a:pt x="2132898" y="369321"/>
                </a:lnTo>
                <a:cubicBezTo>
                  <a:pt x="2114486" y="341094"/>
                  <a:pt x="2098117" y="316000"/>
                  <a:pt x="2089934" y="303454"/>
                </a:cubicBezTo>
                <a:cubicBezTo>
                  <a:pt x="2106301" y="328545"/>
                  <a:pt x="2149726" y="371758"/>
                  <a:pt x="2111314" y="289508"/>
                </a:cubicBezTo>
                <a:cubicBezTo>
                  <a:pt x="2111314" y="289508"/>
                  <a:pt x="2111314" y="289508"/>
                  <a:pt x="2100623" y="296482"/>
                </a:cubicBezTo>
                <a:cubicBezTo>
                  <a:pt x="2013107" y="138951"/>
                  <a:pt x="2122004" y="282535"/>
                  <a:pt x="2056532" y="182164"/>
                </a:cubicBezTo>
                <a:cubicBezTo>
                  <a:pt x="2072899" y="207255"/>
                  <a:pt x="2072899" y="207255"/>
                  <a:pt x="2072899" y="207255"/>
                </a:cubicBezTo>
                <a:cubicBezTo>
                  <a:pt x="2072899" y="207255"/>
                  <a:pt x="2072899" y="207255"/>
                  <a:pt x="2034486" y="125006"/>
                </a:cubicBezTo>
                <a:cubicBezTo>
                  <a:pt x="2034486" y="125006"/>
                  <a:pt x="2034486" y="125006"/>
                  <a:pt x="2116324" y="250468"/>
                </a:cubicBezTo>
                <a:cubicBezTo>
                  <a:pt x="2106722" y="229908"/>
                  <a:pt x="2101564" y="217619"/>
                  <a:pt x="2098720" y="209976"/>
                </a:cubicBezTo>
                <a:lnTo>
                  <a:pt x="2095227" y="198131"/>
                </a:lnTo>
                <a:lnTo>
                  <a:pt x="2123005" y="246110"/>
                </a:lnTo>
                <a:cubicBezTo>
                  <a:pt x="2138039" y="272076"/>
                  <a:pt x="2154405" y="297167"/>
                  <a:pt x="2176118" y="318776"/>
                </a:cubicBezTo>
                <a:lnTo>
                  <a:pt x="2161521" y="294914"/>
                </a:lnTo>
                <a:lnTo>
                  <a:pt x="2160915" y="294274"/>
                </a:lnTo>
                <a:lnTo>
                  <a:pt x="2161464" y="294821"/>
                </a:lnTo>
                <a:lnTo>
                  <a:pt x="2140194" y="260051"/>
                </a:lnTo>
                <a:cubicBezTo>
                  <a:pt x="2125553" y="231035"/>
                  <a:pt x="2162256" y="274163"/>
                  <a:pt x="2137703" y="236523"/>
                </a:cubicBezTo>
                <a:lnTo>
                  <a:pt x="2146399" y="249854"/>
                </a:lnTo>
                <a:lnTo>
                  <a:pt x="2202122" y="335280"/>
                </a:lnTo>
                <a:lnTo>
                  <a:pt x="2202821" y="335977"/>
                </a:lnTo>
                <a:lnTo>
                  <a:pt x="2197665" y="322604"/>
                </a:lnTo>
                <a:cubicBezTo>
                  <a:pt x="2192153" y="308316"/>
                  <a:pt x="2181128" y="279736"/>
                  <a:pt x="2159082" y="222577"/>
                </a:cubicBezTo>
                <a:cubicBezTo>
                  <a:pt x="2132026" y="204459"/>
                  <a:pt x="2126346" y="172392"/>
                  <a:pt x="2093612" y="122210"/>
                </a:cubicBezTo>
                <a:cubicBezTo>
                  <a:pt x="2060877" y="72024"/>
                  <a:pt x="2142715" y="197486"/>
                  <a:pt x="2104304" y="115236"/>
                </a:cubicBezTo>
                <a:cubicBezTo>
                  <a:pt x="2104304" y="115236"/>
                  <a:pt x="2104304" y="115236"/>
                  <a:pt x="2120670" y="140327"/>
                </a:cubicBezTo>
                <a:cubicBezTo>
                  <a:pt x="2186142" y="240698"/>
                  <a:pt x="2196831" y="233725"/>
                  <a:pt x="2158416" y="151473"/>
                </a:cubicBezTo>
                <a:cubicBezTo>
                  <a:pt x="2158416" y="151473"/>
                  <a:pt x="2158416" y="151473"/>
                  <a:pt x="2140097" y="133244"/>
                </a:cubicBezTo>
                <a:lnTo>
                  <a:pt x="2133526" y="126705"/>
                </a:lnTo>
                <a:lnTo>
                  <a:pt x="2137452" y="128823"/>
                </a:lnTo>
                <a:cubicBezTo>
                  <a:pt x="2141695" y="124378"/>
                  <a:pt x="2103803" y="61908"/>
                  <a:pt x="2136372" y="94318"/>
                </a:cubicBezTo>
                <a:cubicBezTo>
                  <a:pt x="2169106" y="144500"/>
                  <a:pt x="2185475" y="169594"/>
                  <a:pt x="2201841" y="194686"/>
                </a:cubicBezTo>
                <a:cubicBezTo>
                  <a:pt x="2152739" y="119409"/>
                  <a:pt x="2163428" y="112436"/>
                  <a:pt x="2174118" y="105463"/>
                </a:cubicBezTo>
                <a:cubicBezTo>
                  <a:pt x="2174118" y="105463"/>
                  <a:pt x="2190484" y="130555"/>
                  <a:pt x="2190484" y="130555"/>
                </a:cubicBezTo>
                <a:cubicBezTo>
                  <a:pt x="2198670" y="143104"/>
                  <a:pt x="2210946" y="161923"/>
                  <a:pt x="2227313" y="187015"/>
                </a:cubicBezTo>
                <a:lnTo>
                  <a:pt x="2272052" y="255601"/>
                </a:lnTo>
                <a:lnTo>
                  <a:pt x="2284434" y="262921"/>
                </a:lnTo>
                <a:lnTo>
                  <a:pt x="2283809" y="261943"/>
                </a:lnTo>
                <a:lnTo>
                  <a:pt x="2254359" y="216020"/>
                </a:lnTo>
                <a:lnTo>
                  <a:pt x="2240774" y="206401"/>
                </a:lnTo>
                <a:lnTo>
                  <a:pt x="2246003" y="202990"/>
                </a:lnTo>
                <a:lnTo>
                  <a:pt x="2236205" y="187709"/>
                </a:lnTo>
                <a:lnTo>
                  <a:pt x="2226662" y="180385"/>
                </a:lnTo>
                <a:cubicBezTo>
                  <a:pt x="2223180" y="176507"/>
                  <a:pt x="2224004" y="174849"/>
                  <a:pt x="2227702" y="174677"/>
                </a:cubicBezTo>
                <a:lnTo>
                  <a:pt x="2228001" y="174747"/>
                </a:lnTo>
                <a:lnTo>
                  <a:pt x="2219601" y="158583"/>
                </a:lnTo>
                <a:cubicBezTo>
                  <a:pt x="2220064" y="157651"/>
                  <a:pt x="2224391" y="162093"/>
                  <a:pt x="2233910" y="173767"/>
                </a:cubicBezTo>
                <a:lnTo>
                  <a:pt x="2235759" y="176602"/>
                </a:lnTo>
                <a:lnTo>
                  <a:pt x="2272852" y="185476"/>
                </a:lnTo>
                <a:cubicBezTo>
                  <a:pt x="2272852" y="185476"/>
                  <a:pt x="2289226" y="210577"/>
                  <a:pt x="2289226" y="210577"/>
                </a:cubicBezTo>
                <a:lnTo>
                  <a:pt x="2290107" y="210903"/>
                </a:lnTo>
                <a:lnTo>
                  <a:pt x="2272051" y="181865"/>
                </a:lnTo>
                <a:lnTo>
                  <a:pt x="2262526" y="162907"/>
                </a:lnTo>
                <a:lnTo>
                  <a:pt x="2229414" y="142249"/>
                </a:lnTo>
                <a:cubicBezTo>
                  <a:pt x="2237432" y="137018"/>
                  <a:pt x="2224216" y="125516"/>
                  <a:pt x="2244449" y="132441"/>
                </a:cubicBezTo>
                <a:lnTo>
                  <a:pt x="2248338" y="134071"/>
                </a:lnTo>
                <a:lnTo>
                  <a:pt x="2244572" y="126207"/>
                </a:lnTo>
                <a:lnTo>
                  <a:pt x="2185977" y="99025"/>
                </a:lnTo>
                <a:cubicBezTo>
                  <a:pt x="2204855" y="104599"/>
                  <a:pt x="2214294" y="107386"/>
                  <a:pt x="2225780" y="113312"/>
                </a:cubicBezTo>
                <a:lnTo>
                  <a:pt x="2243919" y="124846"/>
                </a:lnTo>
                <a:lnTo>
                  <a:pt x="2240015" y="116694"/>
                </a:lnTo>
                <a:lnTo>
                  <a:pt x="2232939" y="105195"/>
                </a:lnTo>
                <a:lnTo>
                  <a:pt x="2220894" y="94137"/>
                </a:lnTo>
                <a:cubicBezTo>
                  <a:pt x="2215464" y="88734"/>
                  <a:pt x="2213417" y="85596"/>
                  <a:pt x="2216780" y="85641"/>
                </a:cubicBezTo>
                <a:lnTo>
                  <a:pt x="2222143" y="87644"/>
                </a:lnTo>
                <a:lnTo>
                  <a:pt x="2200510" y="52481"/>
                </a:lnTo>
                <a:cubicBezTo>
                  <a:pt x="2200510" y="52481"/>
                  <a:pt x="2200510" y="52481"/>
                  <a:pt x="2201789" y="54441"/>
                </a:cubicBezTo>
                <a:lnTo>
                  <a:pt x="2206481" y="61634"/>
                </a:lnTo>
                <a:lnTo>
                  <a:pt x="2208381" y="65051"/>
                </a:lnTo>
                <a:lnTo>
                  <a:pt x="2209126" y="65689"/>
                </a:lnTo>
                <a:lnTo>
                  <a:pt x="2210739" y="68162"/>
                </a:lnTo>
                <a:lnTo>
                  <a:pt x="2223867" y="88288"/>
                </a:lnTo>
                <a:lnTo>
                  <a:pt x="2245119" y="96228"/>
                </a:lnTo>
                <a:cubicBezTo>
                  <a:pt x="2258652" y="105289"/>
                  <a:pt x="2265418" y="109819"/>
                  <a:pt x="2272184" y="114350"/>
                </a:cubicBezTo>
                <a:lnTo>
                  <a:pt x="2272628" y="114648"/>
                </a:lnTo>
                <a:lnTo>
                  <a:pt x="2266674" y="103028"/>
                </a:lnTo>
                <a:lnTo>
                  <a:pt x="2260615" y="99534"/>
                </a:lnTo>
                <a:cubicBezTo>
                  <a:pt x="2247437" y="92476"/>
                  <a:pt x="2233414" y="84852"/>
                  <a:pt x="2222330" y="76987"/>
                </a:cubicBezTo>
                <a:lnTo>
                  <a:pt x="2209126" y="65689"/>
                </a:lnTo>
                <a:lnTo>
                  <a:pt x="2206481" y="61634"/>
                </a:lnTo>
                <a:lnTo>
                  <a:pt x="2201681" y="53000"/>
                </a:lnTo>
                <a:lnTo>
                  <a:pt x="2258468" y="82295"/>
                </a:lnTo>
                <a:lnTo>
                  <a:pt x="2256989" y="77745"/>
                </a:lnTo>
                <a:cubicBezTo>
                  <a:pt x="2257271" y="75256"/>
                  <a:pt x="2259886" y="76345"/>
                  <a:pt x="2265312" y="81745"/>
                </a:cubicBezTo>
                <a:lnTo>
                  <a:pt x="2268345" y="87390"/>
                </a:lnTo>
                <a:lnTo>
                  <a:pt x="2284933" y="95947"/>
                </a:lnTo>
                <a:lnTo>
                  <a:pt x="2283659" y="93764"/>
                </a:lnTo>
                <a:lnTo>
                  <a:pt x="2276654" y="89072"/>
                </a:lnTo>
                <a:cubicBezTo>
                  <a:pt x="2266505" y="82278"/>
                  <a:pt x="2252971" y="73213"/>
                  <a:pt x="2239440" y="64151"/>
                </a:cubicBezTo>
                <a:cubicBezTo>
                  <a:pt x="2212373" y="46026"/>
                  <a:pt x="2185307" y="27899"/>
                  <a:pt x="2185307" y="27899"/>
                </a:cubicBezTo>
                <a:cubicBezTo>
                  <a:pt x="2183888" y="19881"/>
                  <a:pt x="2194663" y="21797"/>
                  <a:pt x="2210948" y="28507"/>
                </a:cubicBezTo>
                <a:lnTo>
                  <a:pt x="2259839" y="52968"/>
                </a:lnTo>
                <a:lnTo>
                  <a:pt x="2243268" y="24590"/>
                </a:lnTo>
                <a:lnTo>
                  <a:pt x="2262625" y="54361"/>
                </a:lnTo>
                <a:lnTo>
                  <a:pt x="2269638" y="57871"/>
                </a:lnTo>
                <a:cubicBezTo>
                  <a:pt x="2310861" y="80177"/>
                  <a:pt x="2347366" y="101090"/>
                  <a:pt x="2325647" y="79476"/>
                </a:cubicBezTo>
                <a:cubicBezTo>
                  <a:pt x="2325647" y="79476"/>
                  <a:pt x="2325647" y="79476"/>
                  <a:pt x="2244451" y="25101"/>
                </a:cubicBezTo>
                <a:cubicBezTo>
                  <a:pt x="2319969" y="47404"/>
                  <a:pt x="2265836" y="11152"/>
                  <a:pt x="2228078" y="0"/>
                </a:cubicBezTo>
                <a:close/>
              </a:path>
            </a:pathLst>
          </a:custGeom>
          <a:ln>
            <a:noFill/>
          </a:ln>
        </p:spPr>
        <p:txBody>
          <a:bodyPr wrap="square" tIns="0" bIns="1005840" anchor="b">
            <a:noAutofit/>
          </a:bodyPr>
          <a:lstStyle>
            <a:lvl1pPr marL="0" indent="0" algn="ctr">
              <a:buNone/>
              <a:defRPr sz="1600">
                <a:solidFill>
                  <a:schemeClr val="tx1">
                    <a:lumMod val="75000"/>
                    <a:lumOff val="25000"/>
                  </a:schemeClr>
                </a:solidFill>
              </a:defRPr>
            </a:lvl1pPr>
          </a:lstStyle>
          <a:p>
            <a:endParaRPr lang="en-US" dirty="0"/>
          </a:p>
        </p:txBody>
      </p:sp>
      <p:sp>
        <p:nvSpPr>
          <p:cNvPr id="6" name="Title 1"/>
          <p:cNvSpPr>
            <a:spLocks noGrp="1"/>
          </p:cNvSpPr>
          <p:nvPr>
            <p:ph type="title"/>
          </p:nvPr>
        </p:nvSpPr>
        <p:spPr>
          <a:xfrm>
            <a:off x="470455" y="458073"/>
            <a:ext cx="11357112" cy="562527"/>
          </a:xfrm>
        </p:spPr>
        <p:txBody>
          <a:bodyPr>
            <a:noAutofit/>
          </a:bodyPr>
          <a:lstStyle>
            <a:lvl1pPr algn="ctr">
              <a:defRPr sz="4400">
                <a:solidFill>
                  <a:schemeClr val="tx1"/>
                </a:solidFill>
                <a:latin typeface="+mj-lt"/>
              </a:defRPr>
            </a:lvl1pPr>
          </a:lstStyle>
          <a:p>
            <a:r>
              <a:rPr lang="en-US"/>
              <a:t>Click to edit Master title style</a:t>
            </a:r>
            <a:endParaRPr lang="id-ID"/>
          </a:p>
        </p:txBody>
      </p:sp>
      <p:sp>
        <p:nvSpPr>
          <p:cNvPr id="7" name="Text Placeholder 7"/>
          <p:cNvSpPr>
            <a:spLocks noGrp="1"/>
          </p:cNvSpPr>
          <p:nvPr>
            <p:ph type="body" sz="quarter" idx="11"/>
          </p:nvPr>
        </p:nvSpPr>
        <p:spPr>
          <a:xfrm>
            <a:off x="470455" y="981950"/>
            <a:ext cx="11357112" cy="436908"/>
          </a:xfrm>
        </p:spPr>
        <p:txBody>
          <a:bodyPr>
            <a:normAutofit/>
          </a:bodyPr>
          <a:lstStyle>
            <a:lvl1pPr marL="0" indent="0" algn="ctr">
              <a:buNone/>
              <a:defRPr sz="1800">
                <a:solidFill>
                  <a:schemeClr val="tx1"/>
                </a:solidFill>
                <a:latin typeface="+mn-lt"/>
              </a:defRPr>
            </a:lvl1pPr>
          </a:lstStyle>
          <a:p>
            <a:pPr lvl="0"/>
            <a:r>
              <a:rPr lang="en-US"/>
              <a:t>Click to edit Master text styles</a:t>
            </a:r>
          </a:p>
        </p:txBody>
      </p:sp>
    </p:spTree>
    <p:extLst>
      <p:ext uri="{BB962C8B-B14F-4D97-AF65-F5344CB8AC3E}">
        <p14:creationId xmlns:p14="http://schemas.microsoft.com/office/powerpoint/2010/main" val="2881505731"/>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5_side placeholder creative ">
    <p:spTree>
      <p:nvGrpSpPr>
        <p:cNvPr id="1" name=""/>
        <p:cNvGrpSpPr/>
        <p:nvPr/>
      </p:nvGrpSpPr>
      <p:grpSpPr>
        <a:xfrm>
          <a:off x="0" y="0"/>
          <a:ext cx="0" cy="0"/>
          <a:chOff x="0" y="0"/>
          <a:chExt cx="0" cy="0"/>
        </a:xfrm>
      </p:grpSpPr>
      <p:sp>
        <p:nvSpPr>
          <p:cNvPr id="3" name="Picture Placeholder 13"/>
          <p:cNvSpPr>
            <a:spLocks noGrp="1"/>
          </p:cNvSpPr>
          <p:nvPr>
            <p:ph type="pic" sz="quarter" idx="33" hasCustomPrompt="1"/>
          </p:nvPr>
        </p:nvSpPr>
        <p:spPr>
          <a:xfrm flipH="1">
            <a:off x="-1048274" y="-430940"/>
            <a:ext cx="5713039" cy="4552366"/>
          </a:xfrm>
          <a:custGeom>
            <a:avLst/>
            <a:gdLst>
              <a:gd name="connsiteX0" fmla="*/ 7187484 w 8328384"/>
              <a:gd name="connsiteY0" fmla="*/ 3202389 h 4794329"/>
              <a:gd name="connsiteX1" fmla="*/ 7336349 w 8328384"/>
              <a:gd name="connsiteY1" fmla="*/ 3264051 h 4794329"/>
              <a:gd name="connsiteX2" fmla="*/ 7336349 w 8328384"/>
              <a:gd name="connsiteY2" fmla="*/ 3561781 h 4794329"/>
              <a:gd name="connsiteX3" fmla="*/ 6675910 w 8328384"/>
              <a:gd name="connsiteY3" fmla="*/ 4222219 h 4794329"/>
              <a:gd name="connsiteX4" fmla="*/ 6378180 w 8328384"/>
              <a:gd name="connsiteY4" fmla="*/ 4222219 h 4794329"/>
              <a:gd name="connsiteX5" fmla="*/ 6378181 w 8328384"/>
              <a:gd name="connsiteY5" fmla="*/ 4222219 h 4794329"/>
              <a:gd name="connsiteX6" fmla="*/ 6378181 w 8328384"/>
              <a:gd name="connsiteY6" fmla="*/ 3924488 h 4794329"/>
              <a:gd name="connsiteX7" fmla="*/ 7038619 w 8328384"/>
              <a:gd name="connsiteY7" fmla="*/ 3264051 h 4794329"/>
              <a:gd name="connsiteX8" fmla="*/ 7187484 w 8328384"/>
              <a:gd name="connsiteY8" fmla="*/ 3202389 h 4794329"/>
              <a:gd name="connsiteX9" fmla="*/ 7154253 w 8328384"/>
              <a:gd name="connsiteY9" fmla="*/ 1896653 h 4794329"/>
              <a:gd name="connsiteX10" fmla="*/ 7303118 w 8328384"/>
              <a:gd name="connsiteY10" fmla="*/ 1958315 h 4794329"/>
              <a:gd name="connsiteX11" fmla="*/ 7303118 w 8328384"/>
              <a:gd name="connsiteY11" fmla="*/ 2256046 h 4794329"/>
              <a:gd name="connsiteX12" fmla="*/ 4826495 w 8328384"/>
              <a:gd name="connsiteY12" fmla="*/ 4732667 h 4794329"/>
              <a:gd name="connsiteX13" fmla="*/ 4528765 w 8328384"/>
              <a:gd name="connsiteY13" fmla="*/ 4732667 h 4794329"/>
              <a:gd name="connsiteX14" fmla="*/ 4528767 w 8328384"/>
              <a:gd name="connsiteY14" fmla="*/ 4732667 h 4794329"/>
              <a:gd name="connsiteX15" fmla="*/ 4528767 w 8328384"/>
              <a:gd name="connsiteY15" fmla="*/ 4434937 h 4794329"/>
              <a:gd name="connsiteX16" fmla="*/ 7005388 w 8328384"/>
              <a:gd name="connsiteY16" fmla="*/ 1958315 h 4794329"/>
              <a:gd name="connsiteX17" fmla="*/ 7154253 w 8328384"/>
              <a:gd name="connsiteY17" fmla="*/ 1896653 h 4794329"/>
              <a:gd name="connsiteX18" fmla="*/ 8117857 w 8328384"/>
              <a:gd name="connsiteY18" fmla="*/ 1606041 h 4794329"/>
              <a:gd name="connsiteX19" fmla="*/ 8266722 w 8328384"/>
              <a:gd name="connsiteY19" fmla="*/ 1667703 h 4794329"/>
              <a:gd name="connsiteX20" fmla="*/ 8266722 w 8328384"/>
              <a:gd name="connsiteY20" fmla="*/ 1965433 h 4794329"/>
              <a:gd name="connsiteX21" fmla="*/ 6381647 w 8328384"/>
              <a:gd name="connsiteY21" fmla="*/ 3850507 h 4794329"/>
              <a:gd name="connsiteX22" fmla="*/ 6083917 w 8328384"/>
              <a:gd name="connsiteY22" fmla="*/ 3850507 h 4794329"/>
              <a:gd name="connsiteX23" fmla="*/ 6083918 w 8328384"/>
              <a:gd name="connsiteY23" fmla="*/ 3850507 h 4794329"/>
              <a:gd name="connsiteX24" fmla="*/ 6083918 w 8328384"/>
              <a:gd name="connsiteY24" fmla="*/ 3552777 h 4794329"/>
              <a:gd name="connsiteX25" fmla="*/ 7968992 w 8328384"/>
              <a:gd name="connsiteY25" fmla="*/ 1667703 h 4794329"/>
              <a:gd name="connsiteX26" fmla="*/ 8117857 w 8328384"/>
              <a:gd name="connsiteY26" fmla="*/ 1606041 h 4794329"/>
              <a:gd name="connsiteX27" fmla="*/ 677527 w 8328384"/>
              <a:gd name="connsiteY27" fmla="*/ 898884 h 4794329"/>
              <a:gd name="connsiteX28" fmla="*/ 1028254 w 8328384"/>
              <a:gd name="connsiteY28" fmla="*/ 898884 h 4794329"/>
              <a:gd name="connsiteX29" fmla="*/ 1705781 w 8328384"/>
              <a:gd name="connsiteY29" fmla="*/ 1576410 h 4794329"/>
              <a:gd name="connsiteX30" fmla="*/ 1028254 w 8328384"/>
              <a:gd name="connsiteY30" fmla="*/ 2253937 h 4794329"/>
              <a:gd name="connsiteX31" fmla="*/ 677527 w 8328384"/>
              <a:gd name="connsiteY31" fmla="*/ 2253937 h 4794329"/>
              <a:gd name="connsiteX32" fmla="*/ 0 w 8328384"/>
              <a:gd name="connsiteY32" fmla="*/ 1576410 h 4794329"/>
              <a:gd name="connsiteX33" fmla="*/ 677527 w 8328384"/>
              <a:gd name="connsiteY33" fmla="*/ 898884 h 4794329"/>
              <a:gd name="connsiteX34" fmla="*/ 7665818 w 8328384"/>
              <a:gd name="connsiteY34" fmla="*/ 717042 h 4794329"/>
              <a:gd name="connsiteX35" fmla="*/ 7814683 w 8328384"/>
              <a:gd name="connsiteY35" fmla="*/ 778704 h 4794329"/>
              <a:gd name="connsiteX36" fmla="*/ 7814683 w 8328384"/>
              <a:gd name="connsiteY36" fmla="*/ 1076435 h 4794329"/>
              <a:gd name="connsiteX37" fmla="*/ 4739492 w 8328384"/>
              <a:gd name="connsiteY37" fmla="*/ 4151624 h 4794329"/>
              <a:gd name="connsiteX38" fmla="*/ 4441762 w 8328384"/>
              <a:gd name="connsiteY38" fmla="*/ 4151624 h 4794329"/>
              <a:gd name="connsiteX39" fmla="*/ 4441763 w 8328384"/>
              <a:gd name="connsiteY39" fmla="*/ 4151624 h 4794329"/>
              <a:gd name="connsiteX40" fmla="*/ 4441763 w 8328384"/>
              <a:gd name="connsiteY40" fmla="*/ 3853894 h 4794329"/>
              <a:gd name="connsiteX41" fmla="*/ 7516953 w 8328384"/>
              <a:gd name="connsiteY41" fmla="*/ 778704 h 4794329"/>
              <a:gd name="connsiteX42" fmla="*/ 7665818 w 8328384"/>
              <a:gd name="connsiteY42" fmla="*/ 717042 h 4794329"/>
              <a:gd name="connsiteX43" fmla="*/ 7109580 w 8328384"/>
              <a:gd name="connsiteY43" fmla="*/ 598413 h 4794329"/>
              <a:gd name="connsiteX44" fmla="*/ 7258445 w 8328384"/>
              <a:gd name="connsiteY44" fmla="*/ 660075 h 4794329"/>
              <a:gd name="connsiteX45" fmla="*/ 7258445 w 8328384"/>
              <a:gd name="connsiteY45" fmla="*/ 957805 h 4794329"/>
              <a:gd name="connsiteX46" fmla="*/ 3512618 w 8328384"/>
              <a:gd name="connsiteY46" fmla="*/ 4703631 h 4794329"/>
              <a:gd name="connsiteX47" fmla="*/ 3214888 w 8328384"/>
              <a:gd name="connsiteY47" fmla="*/ 4703631 h 4794329"/>
              <a:gd name="connsiteX48" fmla="*/ 3214889 w 8328384"/>
              <a:gd name="connsiteY48" fmla="*/ 4703631 h 4794329"/>
              <a:gd name="connsiteX49" fmla="*/ 3214889 w 8328384"/>
              <a:gd name="connsiteY49" fmla="*/ 4405901 h 4794329"/>
              <a:gd name="connsiteX50" fmla="*/ 6960715 w 8328384"/>
              <a:gd name="connsiteY50" fmla="*/ 660075 h 4794329"/>
              <a:gd name="connsiteX51" fmla="*/ 7109580 w 8328384"/>
              <a:gd name="connsiteY51" fmla="*/ 598413 h 4794329"/>
              <a:gd name="connsiteX52" fmla="*/ 5839303 w 8328384"/>
              <a:gd name="connsiteY52" fmla="*/ 530016 h 4794329"/>
              <a:gd name="connsiteX53" fmla="*/ 5988168 w 8328384"/>
              <a:gd name="connsiteY53" fmla="*/ 591677 h 4794329"/>
              <a:gd name="connsiteX54" fmla="*/ 5988168 w 8328384"/>
              <a:gd name="connsiteY54" fmla="*/ 889408 h 4794329"/>
              <a:gd name="connsiteX55" fmla="*/ 2912977 w 8328384"/>
              <a:gd name="connsiteY55" fmla="*/ 3964597 h 4794329"/>
              <a:gd name="connsiteX56" fmla="*/ 2615248 w 8328384"/>
              <a:gd name="connsiteY56" fmla="*/ 3964597 h 4794329"/>
              <a:gd name="connsiteX57" fmla="*/ 2615249 w 8328384"/>
              <a:gd name="connsiteY57" fmla="*/ 3964597 h 4794329"/>
              <a:gd name="connsiteX58" fmla="*/ 2615249 w 8328384"/>
              <a:gd name="connsiteY58" fmla="*/ 3666867 h 4794329"/>
              <a:gd name="connsiteX59" fmla="*/ 5690438 w 8328384"/>
              <a:gd name="connsiteY59" fmla="*/ 591677 h 4794329"/>
              <a:gd name="connsiteX60" fmla="*/ 5839303 w 8328384"/>
              <a:gd name="connsiteY60" fmla="*/ 530016 h 4794329"/>
              <a:gd name="connsiteX61" fmla="*/ 6693121 w 8328384"/>
              <a:gd name="connsiteY61" fmla="*/ 347526 h 4794329"/>
              <a:gd name="connsiteX62" fmla="*/ 6841986 w 8328384"/>
              <a:gd name="connsiteY62" fmla="*/ 409188 h 4794329"/>
              <a:gd name="connsiteX63" fmla="*/ 6841986 w 8328384"/>
              <a:gd name="connsiteY63" fmla="*/ 706919 h 4794329"/>
              <a:gd name="connsiteX64" fmla="*/ 3766795 w 8328384"/>
              <a:gd name="connsiteY64" fmla="*/ 3782108 h 4794329"/>
              <a:gd name="connsiteX65" fmla="*/ 3469065 w 8328384"/>
              <a:gd name="connsiteY65" fmla="*/ 3782108 h 4794329"/>
              <a:gd name="connsiteX66" fmla="*/ 3469066 w 8328384"/>
              <a:gd name="connsiteY66" fmla="*/ 3782108 h 4794329"/>
              <a:gd name="connsiteX67" fmla="*/ 3469066 w 8328384"/>
              <a:gd name="connsiteY67" fmla="*/ 3484378 h 4794329"/>
              <a:gd name="connsiteX68" fmla="*/ 6544256 w 8328384"/>
              <a:gd name="connsiteY68" fmla="*/ 409188 h 4794329"/>
              <a:gd name="connsiteX69" fmla="*/ 6693121 w 8328384"/>
              <a:gd name="connsiteY69" fmla="*/ 347526 h 4794329"/>
              <a:gd name="connsiteX70" fmla="*/ 4217989 w 8328384"/>
              <a:gd name="connsiteY70" fmla="*/ 126303 h 4794329"/>
              <a:gd name="connsiteX71" fmla="*/ 4366854 w 8328384"/>
              <a:gd name="connsiteY71" fmla="*/ 187965 h 4794329"/>
              <a:gd name="connsiteX72" fmla="*/ 4366854 w 8328384"/>
              <a:gd name="connsiteY72" fmla="*/ 485695 h 4794329"/>
              <a:gd name="connsiteX73" fmla="*/ 3108136 w 8328384"/>
              <a:gd name="connsiteY73" fmla="*/ 1744412 h 4794329"/>
              <a:gd name="connsiteX74" fmla="*/ 2810405 w 8328384"/>
              <a:gd name="connsiteY74" fmla="*/ 1744412 h 4794329"/>
              <a:gd name="connsiteX75" fmla="*/ 2810407 w 8328384"/>
              <a:gd name="connsiteY75" fmla="*/ 1744412 h 4794329"/>
              <a:gd name="connsiteX76" fmla="*/ 2810407 w 8328384"/>
              <a:gd name="connsiteY76" fmla="*/ 1446682 h 4794329"/>
              <a:gd name="connsiteX77" fmla="*/ 4069124 w 8328384"/>
              <a:gd name="connsiteY77" fmla="*/ 187965 h 4794329"/>
              <a:gd name="connsiteX78" fmla="*/ 4217989 w 8328384"/>
              <a:gd name="connsiteY78" fmla="*/ 126303 h 4794329"/>
              <a:gd name="connsiteX79" fmla="*/ 5679047 w 8328384"/>
              <a:gd name="connsiteY79" fmla="*/ 18853 h 4794329"/>
              <a:gd name="connsiteX80" fmla="*/ 5827912 w 8328384"/>
              <a:gd name="connsiteY80" fmla="*/ 80515 h 4794329"/>
              <a:gd name="connsiteX81" fmla="*/ 5827912 w 8328384"/>
              <a:gd name="connsiteY81" fmla="*/ 378245 h 4794329"/>
              <a:gd name="connsiteX82" fmla="*/ 3106228 w 8328384"/>
              <a:gd name="connsiteY82" fmla="*/ 3099928 h 4794329"/>
              <a:gd name="connsiteX83" fmla="*/ 2808498 w 8328384"/>
              <a:gd name="connsiteY83" fmla="*/ 3099928 h 4794329"/>
              <a:gd name="connsiteX84" fmla="*/ 2808499 w 8328384"/>
              <a:gd name="connsiteY84" fmla="*/ 3099928 h 4794329"/>
              <a:gd name="connsiteX85" fmla="*/ 2808499 w 8328384"/>
              <a:gd name="connsiteY85" fmla="*/ 2802198 h 4794329"/>
              <a:gd name="connsiteX86" fmla="*/ 5530182 w 8328384"/>
              <a:gd name="connsiteY86" fmla="*/ 80515 h 4794329"/>
              <a:gd name="connsiteX87" fmla="*/ 5679047 w 8328384"/>
              <a:gd name="connsiteY87" fmla="*/ 18853 h 4794329"/>
              <a:gd name="connsiteX88" fmla="*/ 5019170 w 8328384"/>
              <a:gd name="connsiteY88" fmla="*/ 0 h 4794329"/>
              <a:gd name="connsiteX89" fmla="*/ 5168035 w 8328384"/>
              <a:gd name="connsiteY89" fmla="*/ 61662 h 4794329"/>
              <a:gd name="connsiteX90" fmla="*/ 5168035 w 8328384"/>
              <a:gd name="connsiteY90" fmla="*/ 359392 h 4794329"/>
              <a:gd name="connsiteX91" fmla="*/ 3186355 w 8328384"/>
              <a:gd name="connsiteY91" fmla="*/ 2341071 h 4794329"/>
              <a:gd name="connsiteX92" fmla="*/ 2888624 w 8328384"/>
              <a:gd name="connsiteY92" fmla="*/ 2341071 h 4794329"/>
              <a:gd name="connsiteX93" fmla="*/ 2888626 w 8328384"/>
              <a:gd name="connsiteY93" fmla="*/ 2341071 h 4794329"/>
              <a:gd name="connsiteX94" fmla="*/ 2888626 w 8328384"/>
              <a:gd name="connsiteY94" fmla="*/ 2043341 h 4794329"/>
              <a:gd name="connsiteX95" fmla="*/ 4870305 w 8328384"/>
              <a:gd name="connsiteY95" fmla="*/ 61662 h 4794329"/>
              <a:gd name="connsiteX96" fmla="*/ 5019170 w 8328384"/>
              <a:gd name="connsiteY96" fmla="*/ 0 h 4794329"/>
              <a:gd name="connsiteX0" fmla="*/ 7193726 w 8334626"/>
              <a:gd name="connsiteY0" fmla="*/ 3202389 h 4794329"/>
              <a:gd name="connsiteX1" fmla="*/ 7342591 w 8334626"/>
              <a:gd name="connsiteY1" fmla="*/ 3264051 h 4794329"/>
              <a:gd name="connsiteX2" fmla="*/ 7342591 w 8334626"/>
              <a:gd name="connsiteY2" fmla="*/ 3561781 h 4794329"/>
              <a:gd name="connsiteX3" fmla="*/ 6682152 w 8334626"/>
              <a:gd name="connsiteY3" fmla="*/ 4222219 h 4794329"/>
              <a:gd name="connsiteX4" fmla="*/ 6384422 w 8334626"/>
              <a:gd name="connsiteY4" fmla="*/ 4222219 h 4794329"/>
              <a:gd name="connsiteX5" fmla="*/ 6384423 w 8334626"/>
              <a:gd name="connsiteY5" fmla="*/ 4222219 h 4794329"/>
              <a:gd name="connsiteX6" fmla="*/ 6384423 w 8334626"/>
              <a:gd name="connsiteY6" fmla="*/ 3924488 h 4794329"/>
              <a:gd name="connsiteX7" fmla="*/ 7044861 w 8334626"/>
              <a:gd name="connsiteY7" fmla="*/ 3264051 h 4794329"/>
              <a:gd name="connsiteX8" fmla="*/ 7193726 w 8334626"/>
              <a:gd name="connsiteY8" fmla="*/ 3202389 h 4794329"/>
              <a:gd name="connsiteX9" fmla="*/ 7160495 w 8334626"/>
              <a:gd name="connsiteY9" fmla="*/ 1896653 h 4794329"/>
              <a:gd name="connsiteX10" fmla="*/ 7309360 w 8334626"/>
              <a:gd name="connsiteY10" fmla="*/ 1958315 h 4794329"/>
              <a:gd name="connsiteX11" fmla="*/ 7309360 w 8334626"/>
              <a:gd name="connsiteY11" fmla="*/ 2256046 h 4794329"/>
              <a:gd name="connsiteX12" fmla="*/ 4832737 w 8334626"/>
              <a:gd name="connsiteY12" fmla="*/ 4732667 h 4794329"/>
              <a:gd name="connsiteX13" fmla="*/ 4535007 w 8334626"/>
              <a:gd name="connsiteY13" fmla="*/ 4732667 h 4794329"/>
              <a:gd name="connsiteX14" fmla="*/ 4535009 w 8334626"/>
              <a:gd name="connsiteY14" fmla="*/ 4732667 h 4794329"/>
              <a:gd name="connsiteX15" fmla="*/ 4535009 w 8334626"/>
              <a:gd name="connsiteY15" fmla="*/ 4434937 h 4794329"/>
              <a:gd name="connsiteX16" fmla="*/ 7011630 w 8334626"/>
              <a:gd name="connsiteY16" fmla="*/ 1958315 h 4794329"/>
              <a:gd name="connsiteX17" fmla="*/ 7160495 w 8334626"/>
              <a:gd name="connsiteY17" fmla="*/ 1896653 h 4794329"/>
              <a:gd name="connsiteX18" fmla="*/ 8124099 w 8334626"/>
              <a:gd name="connsiteY18" fmla="*/ 1606041 h 4794329"/>
              <a:gd name="connsiteX19" fmla="*/ 8272964 w 8334626"/>
              <a:gd name="connsiteY19" fmla="*/ 1667703 h 4794329"/>
              <a:gd name="connsiteX20" fmla="*/ 8272964 w 8334626"/>
              <a:gd name="connsiteY20" fmla="*/ 1965433 h 4794329"/>
              <a:gd name="connsiteX21" fmla="*/ 6387889 w 8334626"/>
              <a:gd name="connsiteY21" fmla="*/ 3850507 h 4794329"/>
              <a:gd name="connsiteX22" fmla="*/ 6090159 w 8334626"/>
              <a:gd name="connsiteY22" fmla="*/ 3850507 h 4794329"/>
              <a:gd name="connsiteX23" fmla="*/ 6090160 w 8334626"/>
              <a:gd name="connsiteY23" fmla="*/ 3850507 h 4794329"/>
              <a:gd name="connsiteX24" fmla="*/ 6090160 w 8334626"/>
              <a:gd name="connsiteY24" fmla="*/ 3552777 h 4794329"/>
              <a:gd name="connsiteX25" fmla="*/ 7975234 w 8334626"/>
              <a:gd name="connsiteY25" fmla="*/ 1667703 h 4794329"/>
              <a:gd name="connsiteX26" fmla="*/ 8124099 w 8334626"/>
              <a:gd name="connsiteY26" fmla="*/ 1606041 h 4794329"/>
              <a:gd name="connsiteX27" fmla="*/ 6242 w 8334626"/>
              <a:gd name="connsiteY27" fmla="*/ 1576410 h 4794329"/>
              <a:gd name="connsiteX28" fmla="*/ 1034496 w 8334626"/>
              <a:gd name="connsiteY28" fmla="*/ 898884 h 4794329"/>
              <a:gd name="connsiteX29" fmla="*/ 1712023 w 8334626"/>
              <a:gd name="connsiteY29" fmla="*/ 1576410 h 4794329"/>
              <a:gd name="connsiteX30" fmla="*/ 1034496 w 8334626"/>
              <a:gd name="connsiteY30" fmla="*/ 2253937 h 4794329"/>
              <a:gd name="connsiteX31" fmla="*/ 683769 w 8334626"/>
              <a:gd name="connsiteY31" fmla="*/ 2253937 h 4794329"/>
              <a:gd name="connsiteX32" fmla="*/ 6242 w 8334626"/>
              <a:gd name="connsiteY32" fmla="*/ 1576410 h 4794329"/>
              <a:gd name="connsiteX33" fmla="*/ 7672060 w 8334626"/>
              <a:gd name="connsiteY33" fmla="*/ 717042 h 4794329"/>
              <a:gd name="connsiteX34" fmla="*/ 7820925 w 8334626"/>
              <a:gd name="connsiteY34" fmla="*/ 778704 h 4794329"/>
              <a:gd name="connsiteX35" fmla="*/ 7820925 w 8334626"/>
              <a:gd name="connsiteY35" fmla="*/ 1076435 h 4794329"/>
              <a:gd name="connsiteX36" fmla="*/ 4745734 w 8334626"/>
              <a:gd name="connsiteY36" fmla="*/ 4151624 h 4794329"/>
              <a:gd name="connsiteX37" fmla="*/ 4448004 w 8334626"/>
              <a:gd name="connsiteY37" fmla="*/ 4151624 h 4794329"/>
              <a:gd name="connsiteX38" fmla="*/ 4448005 w 8334626"/>
              <a:gd name="connsiteY38" fmla="*/ 4151624 h 4794329"/>
              <a:gd name="connsiteX39" fmla="*/ 4448005 w 8334626"/>
              <a:gd name="connsiteY39" fmla="*/ 3853894 h 4794329"/>
              <a:gd name="connsiteX40" fmla="*/ 7523195 w 8334626"/>
              <a:gd name="connsiteY40" fmla="*/ 778704 h 4794329"/>
              <a:gd name="connsiteX41" fmla="*/ 7672060 w 8334626"/>
              <a:gd name="connsiteY41" fmla="*/ 717042 h 4794329"/>
              <a:gd name="connsiteX42" fmla="*/ 7115822 w 8334626"/>
              <a:gd name="connsiteY42" fmla="*/ 598413 h 4794329"/>
              <a:gd name="connsiteX43" fmla="*/ 7264687 w 8334626"/>
              <a:gd name="connsiteY43" fmla="*/ 660075 h 4794329"/>
              <a:gd name="connsiteX44" fmla="*/ 7264687 w 8334626"/>
              <a:gd name="connsiteY44" fmla="*/ 957805 h 4794329"/>
              <a:gd name="connsiteX45" fmla="*/ 3518860 w 8334626"/>
              <a:gd name="connsiteY45" fmla="*/ 4703631 h 4794329"/>
              <a:gd name="connsiteX46" fmla="*/ 3221130 w 8334626"/>
              <a:gd name="connsiteY46" fmla="*/ 4703631 h 4794329"/>
              <a:gd name="connsiteX47" fmla="*/ 3221131 w 8334626"/>
              <a:gd name="connsiteY47" fmla="*/ 4703631 h 4794329"/>
              <a:gd name="connsiteX48" fmla="*/ 3221131 w 8334626"/>
              <a:gd name="connsiteY48" fmla="*/ 4405901 h 4794329"/>
              <a:gd name="connsiteX49" fmla="*/ 6966957 w 8334626"/>
              <a:gd name="connsiteY49" fmla="*/ 660075 h 4794329"/>
              <a:gd name="connsiteX50" fmla="*/ 7115822 w 8334626"/>
              <a:gd name="connsiteY50" fmla="*/ 598413 h 4794329"/>
              <a:gd name="connsiteX51" fmla="*/ 5845545 w 8334626"/>
              <a:gd name="connsiteY51" fmla="*/ 530016 h 4794329"/>
              <a:gd name="connsiteX52" fmla="*/ 5994410 w 8334626"/>
              <a:gd name="connsiteY52" fmla="*/ 591677 h 4794329"/>
              <a:gd name="connsiteX53" fmla="*/ 5994410 w 8334626"/>
              <a:gd name="connsiteY53" fmla="*/ 889408 h 4794329"/>
              <a:gd name="connsiteX54" fmla="*/ 2919219 w 8334626"/>
              <a:gd name="connsiteY54" fmla="*/ 3964597 h 4794329"/>
              <a:gd name="connsiteX55" fmla="*/ 2621490 w 8334626"/>
              <a:gd name="connsiteY55" fmla="*/ 3964597 h 4794329"/>
              <a:gd name="connsiteX56" fmla="*/ 2621491 w 8334626"/>
              <a:gd name="connsiteY56" fmla="*/ 3964597 h 4794329"/>
              <a:gd name="connsiteX57" fmla="*/ 2621491 w 8334626"/>
              <a:gd name="connsiteY57" fmla="*/ 3666867 h 4794329"/>
              <a:gd name="connsiteX58" fmla="*/ 5696680 w 8334626"/>
              <a:gd name="connsiteY58" fmla="*/ 591677 h 4794329"/>
              <a:gd name="connsiteX59" fmla="*/ 5845545 w 8334626"/>
              <a:gd name="connsiteY59" fmla="*/ 530016 h 4794329"/>
              <a:gd name="connsiteX60" fmla="*/ 6699363 w 8334626"/>
              <a:gd name="connsiteY60" fmla="*/ 347526 h 4794329"/>
              <a:gd name="connsiteX61" fmla="*/ 6848228 w 8334626"/>
              <a:gd name="connsiteY61" fmla="*/ 409188 h 4794329"/>
              <a:gd name="connsiteX62" fmla="*/ 6848228 w 8334626"/>
              <a:gd name="connsiteY62" fmla="*/ 706919 h 4794329"/>
              <a:gd name="connsiteX63" fmla="*/ 3773037 w 8334626"/>
              <a:gd name="connsiteY63" fmla="*/ 3782108 h 4794329"/>
              <a:gd name="connsiteX64" fmla="*/ 3475307 w 8334626"/>
              <a:gd name="connsiteY64" fmla="*/ 3782108 h 4794329"/>
              <a:gd name="connsiteX65" fmla="*/ 3475308 w 8334626"/>
              <a:gd name="connsiteY65" fmla="*/ 3782108 h 4794329"/>
              <a:gd name="connsiteX66" fmla="*/ 3475308 w 8334626"/>
              <a:gd name="connsiteY66" fmla="*/ 3484378 h 4794329"/>
              <a:gd name="connsiteX67" fmla="*/ 6550498 w 8334626"/>
              <a:gd name="connsiteY67" fmla="*/ 409188 h 4794329"/>
              <a:gd name="connsiteX68" fmla="*/ 6699363 w 8334626"/>
              <a:gd name="connsiteY68" fmla="*/ 347526 h 4794329"/>
              <a:gd name="connsiteX69" fmla="*/ 4224231 w 8334626"/>
              <a:gd name="connsiteY69" fmla="*/ 126303 h 4794329"/>
              <a:gd name="connsiteX70" fmla="*/ 4373096 w 8334626"/>
              <a:gd name="connsiteY70" fmla="*/ 187965 h 4794329"/>
              <a:gd name="connsiteX71" fmla="*/ 4373096 w 8334626"/>
              <a:gd name="connsiteY71" fmla="*/ 485695 h 4794329"/>
              <a:gd name="connsiteX72" fmla="*/ 3114378 w 8334626"/>
              <a:gd name="connsiteY72" fmla="*/ 1744412 h 4794329"/>
              <a:gd name="connsiteX73" fmla="*/ 2816647 w 8334626"/>
              <a:gd name="connsiteY73" fmla="*/ 1744412 h 4794329"/>
              <a:gd name="connsiteX74" fmla="*/ 2816649 w 8334626"/>
              <a:gd name="connsiteY74" fmla="*/ 1744412 h 4794329"/>
              <a:gd name="connsiteX75" fmla="*/ 2816649 w 8334626"/>
              <a:gd name="connsiteY75" fmla="*/ 1446682 h 4794329"/>
              <a:gd name="connsiteX76" fmla="*/ 4075366 w 8334626"/>
              <a:gd name="connsiteY76" fmla="*/ 187965 h 4794329"/>
              <a:gd name="connsiteX77" fmla="*/ 4224231 w 8334626"/>
              <a:gd name="connsiteY77" fmla="*/ 126303 h 4794329"/>
              <a:gd name="connsiteX78" fmla="*/ 5685289 w 8334626"/>
              <a:gd name="connsiteY78" fmla="*/ 18853 h 4794329"/>
              <a:gd name="connsiteX79" fmla="*/ 5834154 w 8334626"/>
              <a:gd name="connsiteY79" fmla="*/ 80515 h 4794329"/>
              <a:gd name="connsiteX80" fmla="*/ 5834154 w 8334626"/>
              <a:gd name="connsiteY80" fmla="*/ 378245 h 4794329"/>
              <a:gd name="connsiteX81" fmla="*/ 3112470 w 8334626"/>
              <a:gd name="connsiteY81" fmla="*/ 3099928 h 4794329"/>
              <a:gd name="connsiteX82" fmla="*/ 2814740 w 8334626"/>
              <a:gd name="connsiteY82" fmla="*/ 3099928 h 4794329"/>
              <a:gd name="connsiteX83" fmla="*/ 2814741 w 8334626"/>
              <a:gd name="connsiteY83" fmla="*/ 3099928 h 4794329"/>
              <a:gd name="connsiteX84" fmla="*/ 2814741 w 8334626"/>
              <a:gd name="connsiteY84" fmla="*/ 2802198 h 4794329"/>
              <a:gd name="connsiteX85" fmla="*/ 5536424 w 8334626"/>
              <a:gd name="connsiteY85" fmla="*/ 80515 h 4794329"/>
              <a:gd name="connsiteX86" fmla="*/ 5685289 w 8334626"/>
              <a:gd name="connsiteY86" fmla="*/ 18853 h 4794329"/>
              <a:gd name="connsiteX87" fmla="*/ 5025412 w 8334626"/>
              <a:gd name="connsiteY87" fmla="*/ 0 h 4794329"/>
              <a:gd name="connsiteX88" fmla="*/ 5174277 w 8334626"/>
              <a:gd name="connsiteY88" fmla="*/ 61662 h 4794329"/>
              <a:gd name="connsiteX89" fmla="*/ 5174277 w 8334626"/>
              <a:gd name="connsiteY89" fmla="*/ 359392 h 4794329"/>
              <a:gd name="connsiteX90" fmla="*/ 3192597 w 8334626"/>
              <a:gd name="connsiteY90" fmla="*/ 2341071 h 4794329"/>
              <a:gd name="connsiteX91" fmla="*/ 2894866 w 8334626"/>
              <a:gd name="connsiteY91" fmla="*/ 2341071 h 4794329"/>
              <a:gd name="connsiteX92" fmla="*/ 2894868 w 8334626"/>
              <a:gd name="connsiteY92" fmla="*/ 2341071 h 4794329"/>
              <a:gd name="connsiteX93" fmla="*/ 2894868 w 8334626"/>
              <a:gd name="connsiteY93" fmla="*/ 2043341 h 4794329"/>
              <a:gd name="connsiteX94" fmla="*/ 4876547 w 8334626"/>
              <a:gd name="connsiteY94" fmla="*/ 61662 h 4794329"/>
              <a:gd name="connsiteX95" fmla="*/ 5025412 w 8334626"/>
              <a:gd name="connsiteY95" fmla="*/ 0 h 4794329"/>
              <a:gd name="connsiteX0" fmla="*/ 7223556 w 8364456"/>
              <a:gd name="connsiteY0" fmla="*/ 3202389 h 4794329"/>
              <a:gd name="connsiteX1" fmla="*/ 7372421 w 8364456"/>
              <a:gd name="connsiteY1" fmla="*/ 3264051 h 4794329"/>
              <a:gd name="connsiteX2" fmla="*/ 7372421 w 8364456"/>
              <a:gd name="connsiteY2" fmla="*/ 3561781 h 4794329"/>
              <a:gd name="connsiteX3" fmla="*/ 6711982 w 8364456"/>
              <a:gd name="connsiteY3" fmla="*/ 4222219 h 4794329"/>
              <a:gd name="connsiteX4" fmla="*/ 6414252 w 8364456"/>
              <a:gd name="connsiteY4" fmla="*/ 4222219 h 4794329"/>
              <a:gd name="connsiteX5" fmla="*/ 6414253 w 8364456"/>
              <a:gd name="connsiteY5" fmla="*/ 4222219 h 4794329"/>
              <a:gd name="connsiteX6" fmla="*/ 6414253 w 8364456"/>
              <a:gd name="connsiteY6" fmla="*/ 3924488 h 4794329"/>
              <a:gd name="connsiteX7" fmla="*/ 7074691 w 8364456"/>
              <a:gd name="connsiteY7" fmla="*/ 3264051 h 4794329"/>
              <a:gd name="connsiteX8" fmla="*/ 7223556 w 8364456"/>
              <a:gd name="connsiteY8" fmla="*/ 3202389 h 4794329"/>
              <a:gd name="connsiteX9" fmla="*/ 7190325 w 8364456"/>
              <a:gd name="connsiteY9" fmla="*/ 1896653 h 4794329"/>
              <a:gd name="connsiteX10" fmla="*/ 7339190 w 8364456"/>
              <a:gd name="connsiteY10" fmla="*/ 1958315 h 4794329"/>
              <a:gd name="connsiteX11" fmla="*/ 7339190 w 8364456"/>
              <a:gd name="connsiteY11" fmla="*/ 2256046 h 4794329"/>
              <a:gd name="connsiteX12" fmla="*/ 4862567 w 8364456"/>
              <a:gd name="connsiteY12" fmla="*/ 4732667 h 4794329"/>
              <a:gd name="connsiteX13" fmla="*/ 4564837 w 8364456"/>
              <a:gd name="connsiteY13" fmla="*/ 4732667 h 4794329"/>
              <a:gd name="connsiteX14" fmla="*/ 4564839 w 8364456"/>
              <a:gd name="connsiteY14" fmla="*/ 4732667 h 4794329"/>
              <a:gd name="connsiteX15" fmla="*/ 4564839 w 8364456"/>
              <a:gd name="connsiteY15" fmla="*/ 4434937 h 4794329"/>
              <a:gd name="connsiteX16" fmla="*/ 7041460 w 8364456"/>
              <a:gd name="connsiteY16" fmla="*/ 1958315 h 4794329"/>
              <a:gd name="connsiteX17" fmla="*/ 7190325 w 8364456"/>
              <a:gd name="connsiteY17" fmla="*/ 1896653 h 4794329"/>
              <a:gd name="connsiteX18" fmla="*/ 8153929 w 8364456"/>
              <a:gd name="connsiteY18" fmla="*/ 1606041 h 4794329"/>
              <a:gd name="connsiteX19" fmla="*/ 8302794 w 8364456"/>
              <a:gd name="connsiteY19" fmla="*/ 1667703 h 4794329"/>
              <a:gd name="connsiteX20" fmla="*/ 8302794 w 8364456"/>
              <a:gd name="connsiteY20" fmla="*/ 1965433 h 4794329"/>
              <a:gd name="connsiteX21" fmla="*/ 6417719 w 8364456"/>
              <a:gd name="connsiteY21" fmla="*/ 3850507 h 4794329"/>
              <a:gd name="connsiteX22" fmla="*/ 6119989 w 8364456"/>
              <a:gd name="connsiteY22" fmla="*/ 3850507 h 4794329"/>
              <a:gd name="connsiteX23" fmla="*/ 6119990 w 8364456"/>
              <a:gd name="connsiteY23" fmla="*/ 3850507 h 4794329"/>
              <a:gd name="connsiteX24" fmla="*/ 6119990 w 8364456"/>
              <a:gd name="connsiteY24" fmla="*/ 3552777 h 4794329"/>
              <a:gd name="connsiteX25" fmla="*/ 8005064 w 8364456"/>
              <a:gd name="connsiteY25" fmla="*/ 1667703 h 4794329"/>
              <a:gd name="connsiteX26" fmla="*/ 8153929 w 8364456"/>
              <a:gd name="connsiteY26" fmla="*/ 1606041 h 4794329"/>
              <a:gd name="connsiteX27" fmla="*/ 36072 w 8364456"/>
              <a:gd name="connsiteY27" fmla="*/ 1576410 h 4794329"/>
              <a:gd name="connsiteX28" fmla="*/ 1741853 w 8364456"/>
              <a:gd name="connsiteY28" fmla="*/ 1576410 h 4794329"/>
              <a:gd name="connsiteX29" fmla="*/ 1064326 w 8364456"/>
              <a:gd name="connsiteY29" fmla="*/ 2253937 h 4794329"/>
              <a:gd name="connsiteX30" fmla="*/ 713599 w 8364456"/>
              <a:gd name="connsiteY30" fmla="*/ 2253937 h 4794329"/>
              <a:gd name="connsiteX31" fmla="*/ 36072 w 8364456"/>
              <a:gd name="connsiteY31" fmla="*/ 1576410 h 4794329"/>
              <a:gd name="connsiteX32" fmla="*/ 7701890 w 8364456"/>
              <a:gd name="connsiteY32" fmla="*/ 717042 h 4794329"/>
              <a:gd name="connsiteX33" fmla="*/ 7850755 w 8364456"/>
              <a:gd name="connsiteY33" fmla="*/ 778704 h 4794329"/>
              <a:gd name="connsiteX34" fmla="*/ 7850755 w 8364456"/>
              <a:gd name="connsiteY34" fmla="*/ 1076435 h 4794329"/>
              <a:gd name="connsiteX35" fmla="*/ 4775564 w 8364456"/>
              <a:gd name="connsiteY35" fmla="*/ 4151624 h 4794329"/>
              <a:gd name="connsiteX36" fmla="*/ 4477834 w 8364456"/>
              <a:gd name="connsiteY36" fmla="*/ 4151624 h 4794329"/>
              <a:gd name="connsiteX37" fmla="*/ 4477835 w 8364456"/>
              <a:gd name="connsiteY37" fmla="*/ 4151624 h 4794329"/>
              <a:gd name="connsiteX38" fmla="*/ 4477835 w 8364456"/>
              <a:gd name="connsiteY38" fmla="*/ 3853894 h 4794329"/>
              <a:gd name="connsiteX39" fmla="*/ 7553025 w 8364456"/>
              <a:gd name="connsiteY39" fmla="*/ 778704 h 4794329"/>
              <a:gd name="connsiteX40" fmla="*/ 7701890 w 8364456"/>
              <a:gd name="connsiteY40" fmla="*/ 717042 h 4794329"/>
              <a:gd name="connsiteX41" fmla="*/ 7145652 w 8364456"/>
              <a:gd name="connsiteY41" fmla="*/ 598413 h 4794329"/>
              <a:gd name="connsiteX42" fmla="*/ 7294517 w 8364456"/>
              <a:gd name="connsiteY42" fmla="*/ 660075 h 4794329"/>
              <a:gd name="connsiteX43" fmla="*/ 7294517 w 8364456"/>
              <a:gd name="connsiteY43" fmla="*/ 957805 h 4794329"/>
              <a:gd name="connsiteX44" fmla="*/ 3548690 w 8364456"/>
              <a:gd name="connsiteY44" fmla="*/ 4703631 h 4794329"/>
              <a:gd name="connsiteX45" fmla="*/ 3250960 w 8364456"/>
              <a:gd name="connsiteY45" fmla="*/ 4703631 h 4794329"/>
              <a:gd name="connsiteX46" fmla="*/ 3250961 w 8364456"/>
              <a:gd name="connsiteY46" fmla="*/ 4703631 h 4794329"/>
              <a:gd name="connsiteX47" fmla="*/ 3250961 w 8364456"/>
              <a:gd name="connsiteY47" fmla="*/ 4405901 h 4794329"/>
              <a:gd name="connsiteX48" fmla="*/ 6996787 w 8364456"/>
              <a:gd name="connsiteY48" fmla="*/ 660075 h 4794329"/>
              <a:gd name="connsiteX49" fmla="*/ 7145652 w 8364456"/>
              <a:gd name="connsiteY49" fmla="*/ 598413 h 4794329"/>
              <a:gd name="connsiteX50" fmla="*/ 5875375 w 8364456"/>
              <a:gd name="connsiteY50" fmla="*/ 530016 h 4794329"/>
              <a:gd name="connsiteX51" fmla="*/ 6024240 w 8364456"/>
              <a:gd name="connsiteY51" fmla="*/ 591677 h 4794329"/>
              <a:gd name="connsiteX52" fmla="*/ 6024240 w 8364456"/>
              <a:gd name="connsiteY52" fmla="*/ 889408 h 4794329"/>
              <a:gd name="connsiteX53" fmla="*/ 2949049 w 8364456"/>
              <a:gd name="connsiteY53" fmla="*/ 3964597 h 4794329"/>
              <a:gd name="connsiteX54" fmla="*/ 2651320 w 8364456"/>
              <a:gd name="connsiteY54" fmla="*/ 3964597 h 4794329"/>
              <a:gd name="connsiteX55" fmla="*/ 2651321 w 8364456"/>
              <a:gd name="connsiteY55" fmla="*/ 3964597 h 4794329"/>
              <a:gd name="connsiteX56" fmla="*/ 2651321 w 8364456"/>
              <a:gd name="connsiteY56" fmla="*/ 3666867 h 4794329"/>
              <a:gd name="connsiteX57" fmla="*/ 5726510 w 8364456"/>
              <a:gd name="connsiteY57" fmla="*/ 591677 h 4794329"/>
              <a:gd name="connsiteX58" fmla="*/ 5875375 w 8364456"/>
              <a:gd name="connsiteY58" fmla="*/ 530016 h 4794329"/>
              <a:gd name="connsiteX59" fmla="*/ 6729193 w 8364456"/>
              <a:gd name="connsiteY59" fmla="*/ 347526 h 4794329"/>
              <a:gd name="connsiteX60" fmla="*/ 6878058 w 8364456"/>
              <a:gd name="connsiteY60" fmla="*/ 409188 h 4794329"/>
              <a:gd name="connsiteX61" fmla="*/ 6878058 w 8364456"/>
              <a:gd name="connsiteY61" fmla="*/ 706919 h 4794329"/>
              <a:gd name="connsiteX62" fmla="*/ 3802867 w 8364456"/>
              <a:gd name="connsiteY62" fmla="*/ 3782108 h 4794329"/>
              <a:gd name="connsiteX63" fmla="*/ 3505137 w 8364456"/>
              <a:gd name="connsiteY63" fmla="*/ 3782108 h 4794329"/>
              <a:gd name="connsiteX64" fmla="*/ 3505138 w 8364456"/>
              <a:gd name="connsiteY64" fmla="*/ 3782108 h 4794329"/>
              <a:gd name="connsiteX65" fmla="*/ 3505138 w 8364456"/>
              <a:gd name="connsiteY65" fmla="*/ 3484378 h 4794329"/>
              <a:gd name="connsiteX66" fmla="*/ 6580328 w 8364456"/>
              <a:gd name="connsiteY66" fmla="*/ 409188 h 4794329"/>
              <a:gd name="connsiteX67" fmla="*/ 6729193 w 8364456"/>
              <a:gd name="connsiteY67" fmla="*/ 347526 h 4794329"/>
              <a:gd name="connsiteX68" fmla="*/ 4254061 w 8364456"/>
              <a:gd name="connsiteY68" fmla="*/ 126303 h 4794329"/>
              <a:gd name="connsiteX69" fmla="*/ 4402926 w 8364456"/>
              <a:gd name="connsiteY69" fmla="*/ 187965 h 4794329"/>
              <a:gd name="connsiteX70" fmla="*/ 4402926 w 8364456"/>
              <a:gd name="connsiteY70" fmla="*/ 485695 h 4794329"/>
              <a:gd name="connsiteX71" fmla="*/ 3144208 w 8364456"/>
              <a:gd name="connsiteY71" fmla="*/ 1744412 h 4794329"/>
              <a:gd name="connsiteX72" fmla="*/ 2846477 w 8364456"/>
              <a:gd name="connsiteY72" fmla="*/ 1744412 h 4794329"/>
              <a:gd name="connsiteX73" fmla="*/ 2846479 w 8364456"/>
              <a:gd name="connsiteY73" fmla="*/ 1744412 h 4794329"/>
              <a:gd name="connsiteX74" fmla="*/ 2846479 w 8364456"/>
              <a:gd name="connsiteY74" fmla="*/ 1446682 h 4794329"/>
              <a:gd name="connsiteX75" fmla="*/ 4105196 w 8364456"/>
              <a:gd name="connsiteY75" fmla="*/ 187965 h 4794329"/>
              <a:gd name="connsiteX76" fmla="*/ 4254061 w 8364456"/>
              <a:gd name="connsiteY76" fmla="*/ 126303 h 4794329"/>
              <a:gd name="connsiteX77" fmla="*/ 5715119 w 8364456"/>
              <a:gd name="connsiteY77" fmla="*/ 18853 h 4794329"/>
              <a:gd name="connsiteX78" fmla="*/ 5863984 w 8364456"/>
              <a:gd name="connsiteY78" fmla="*/ 80515 h 4794329"/>
              <a:gd name="connsiteX79" fmla="*/ 5863984 w 8364456"/>
              <a:gd name="connsiteY79" fmla="*/ 378245 h 4794329"/>
              <a:gd name="connsiteX80" fmla="*/ 3142300 w 8364456"/>
              <a:gd name="connsiteY80" fmla="*/ 3099928 h 4794329"/>
              <a:gd name="connsiteX81" fmla="*/ 2844570 w 8364456"/>
              <a:gd name="connsiteY81" fmla="*/ 3099928 h 4794329"/>
              <a:gd name="connsiteX82" fmla="*/ 2844571 w 8364456"/>
              <a:gd name="connsiteY82" fmla="*/ 3099928 h 4794329"/>
              <a:gd name="connsiteX83" fmla="*/ 2844571 w 8364456"/>
              <a:gd name="connsiteY83" fmla="*/ 2802198 h 4794329"/>
              <a:gd name="connsiteX84" fmla="*/ 5566254 w 8364456"/>
              <a:gd name="connsiteY84" fmla="*/ 80515 h 4794329"/>
              <a:gd name="connsiteX85" fmla="*/ 5715119 w 8364456"/>
              <a:gd name="connsiteY85" fmla="*/ 18853 h 4794329"/>
              <a:gd name="connsiteX86" fmla="*/ 5055242 w 8364456"/>
              <a:gd name="connsiteY86" fmla="*/ 0 h 4794329"/>
              <a:gd name="connsiteX87" fmla="*/ 5204107 w 8364456"/>
              <a:gd name="connsiteY87" fmla="*/ 61662 h 4794329"/>
              <a:gd name="connsiteX88" fmla="*/ 5204107 w 8364456"/>
              <a:gd name="connsiteY88" fmla="*/ 359392 h 4794329"/>
              <a:gd name="connsiteX89" fmla="*/ 3222427 w 8364456"/>
              <a:gd name="connsiteY89" fmla="*/ 2341071 h 4794329"/>
              <a:gd name="connsiteX90" fmla="*/ 2924696 w 8364456"/>
              <a:gd name="connsiteY90" fmla="*/ 2341071 h 4794329"/>
              <a:gd name="connsiteX91" fmla="*/ 2924698 w 8364456"/>
              <a:gd name="connsiteY91" fmla="*/ 2341071 h 4794329"/>
              <a:gd name="connsiteX92" fmla="*/ 2924698 w 8364456"/>
              <a:gd name="connsiteY92" fmla="*/ 2043341 h 4794329"/>
              <a:gd name="connsiteX93" fmla="*/ 4906377 w 8364456"/>
              <a:gd name="connsiteY93" fmla="*/ 61662 h 4794329"/>
              <a:gd name="connsiteX94" fmla="*/ 5055242 w 8364456"/>
              <a:gd name="connsiteY94" fmla="*/ 0 h 4794329"/>
              <a:gd name="connsiteX0" fmla="*/ 7193727 w 8334627"/>
              <a:gd name="connsiteY0" fmla="*/ 3202389 h 4794329"/>
              <a:gd name="connsiteX1" fmla="*/ 7342592 w 8334627"/>
              <a:gd name="connsiteY1" fmla="*/ 3264051 h 4794329"/>
              <a:gd name="connsiteX2" fmla="*/ 7342592 w 8334627"/>
              <a:gd name="connsiteY2" fmla="*/ 3561781 h 4794329"/>
              <a:gd name="connsiteX3" fmla="*/ 6682153 w 8334627"/>
              <a:gd name="connsiteY3" fmla="*/ 4222219 h 4794329"/>
              <a:gd name="connsiteX4" fmla="*/ 6384423 w 8334627"/>
              <a:gd name="connsiteY4" fmla="*/ 4222219 h 4794329"/>
              <a:gd name="connsiteX5" fmla="*/ 6384424 w 8334627"/>
              <a:gd name="connsiteY5" fmla="*/ 4222219 h 4794329"/>
              <a:gd name="connsiteX6" fmla="*/ 6384424 w 8334627"/>
              <a:gd name="connsiteY6" fmla="*/ 3924488 h 4794329"/>
              <a:gd name="connsiteX7" fmla="*/ 7044862 w 8334627"/>
              <a:gd name="connsiteY7" fmla="*/ 3264051 h 4794329"/>
              <a:gd name="connsiteX8" fmla="*/ 7193727 w 8334627"/>
              <a:gd name="connsiteY8" fmla="*/ 3202389 h 4794329"/>
              <a:gd name="connsiteX9" fmla="*/ 7160496 w 8334627"/>
              <a:gd name="connsiteY9" fmla="*/ 1896653 h 4794329"/>
              <a:gd name="connsiteX10" fmla="*/ 7309361 w 8334627"/>
              <a:gd name="connsiteY10" fmla="*/ 1958315 h 4794329"/>
              <a:gd name="connsiteX11" fmla="*/ 7309361 w 8334627"/>
              <a:gd name="connsiteY11" fmla="*/ 2256046 h 4794329"/>
              <a:gd name="connsiteX12" fmla="*/ 4832738 w 8334627"/>
              <a:gd name="connsiteY12" fmla="*/ 4732667 h 4794329"/>
              <a:gd name="connsiteX13" fmla="*/ 4535008 w 8334627"/>
              <a:gd name="connsiteY13" fmla="*/ 4732667 h 4794329"/>
              <a:gd name="connsiteX14" fmla="*/ 4535010 w 8334627"/>
              <a:gd name="connsiteY14" fmla="*/ 4732667 h 4794329"/>
              <a:gd name="connsiteX15" fmla="*/ 4535010 w 8334627"/>
              <a:gd name="connsiteY15" fmla="*/ 4434937 h 4794329"/>
              <a:gd name="connsiteX16" fmla="*/ 7011631 w 8334627"/>
              <a:gd name="connsiteY16" fmla="*/ 1958315 h 4794329"/>
              <a:gd name="connsiteX17" fmla="*/ 7160496 w 8334627"/>
              <a:gd name="connsiteY17" fmla="*/ 1896653 h 4794329"/>
              <a:gd name="connsiteX18" fmla="*/ 8124100 w 8334627"/>
              <a:gd name="connsiteY18" fmla="*/ 1606041 h 4794329"/>
              <a:gd name="connsiteX19" fmla="*/ 8272965 w 8334627"/>
              <a:gd name="connsiteY19" fmla="*/ 1667703 h 4794329"/>
              <a:gd name="connsiteX20" fmla="*/ 8272965 w 8334627"/>
              <a:gd name="connsiteY20" fmla="*/ 1965433 h 4794329"/>
              <a:gd name="connsiteX21" fmla="*/ 6387890 w 8334627"/>
              <a:gd name="connsiteY21" fmla="*/ 3850507 h 4794329"/>
              <a:gd name="connsiteX22" fmla="*/ 6090160 w 8334627"/>
              <a:gd name="connsiteY22" fmla="*/ 3850507 h 4794329"/>
              <a:gd name="connsiteX23" fmla="*/ 6090161 w 8334627"/>
              <a:gd name="connsiteY23" fmla="*/ 3850507 h 4794329"/>
              <a:gd name="connsiteX24" fmla="*/ 6090161 w 8334627"/>
              <a:gd name="connsiteY24" fmla="*/ 3552777 h 4794329"/>
              <a:gd name="connsiteX25" fmla="*/ 7975235 w 8334627"/>
              <a:gd name="connsiteY25" fmla="*/ 1667703 h 4794329"/>
              <a:gd name="connsiteX26" fmla="*/ 8124100 w 8334627"/>
              <a:gd name="connsiteY26" fmla="*/ 1606041 h 4794329"/>
              <a:gd name="connsiteX27" fmla="*/ 6243 w 8334627"/>
              <a:gd name="connsiteY27" fmla="*/ 1576410 h 4794329"/>
              <a:gd name="connsiteX28" fmla="*/ 1034497 w 8334627"/>
              <a:gd name="connsiteY28" fmla="*/ 2253937 h 4794329"/>
              <a:gd name="connsiteX29" fmla="*/ 683770 w 8334627"/>
              <a:gd name="connsiteY29" fmla="*/ 2253937 h 4794329"/>
              <a:gd name="connsiteX30" fmla="*/ 6243 w 8334627"/>
              <a:gd name="connsiteY30" fmla="*/ 1576410 h 4794329"/>
              <a:gd name="connsiteX31" fmla="*/ 7672061 w 8334627"/>
              <a:gd name="connsiteY31" fmla="*/ 717042 h 4794329"/>
              <a:gd name="connsiteX32" fmla="*/ 7820926 w 8334627"/>
              <a:gd name="connsiteY32" fmla="*/ 778704 h 4794329"/>
              <a:gd name="connsiteX33" fmla="*/ 7820926 w 8334627"/>
              <a:gd name="connsiteY33" fmla="*/ 1076435 h 4794329"/>
              <a:gd name="connsiteX34" fmla="*/ 4745735 w 8334627"/>
              <a:gd name="connsiteY34" fmla="*/ 4151624 h 4794329"/>
              <a:gd name="connsiteX35" fmla="*/ 4448005 w 8334627"/>
              <a:gd name="connsiteY35" fmla="*/ 4151624 h 4794329"/>
              <a:gd name="connsiteX36" fmla="*/ 4448006 w 8334627"/>
              <a:gd name="connsiteY36" fmla="*/ 4151624 h 4794329"/>
              <a:gd name="connsiteX37" fmla="*/ 4448006 w 8334627"/>
              <a:gd name="connsiteY37" fmla="*/ 3853894 h 4794329"/>
              <a:gd name="connsiteX38" fmla="*/ 7523196 w 8334627"/>
              <a:gd name="connsiteY38" fmla="*/ 778704 h 4794329"/>
              <a:gd name="connsiteX39" fmla="*/ 7672061 w 8334627"/>
              <a:gd name="connsiteY39" fmla="*/ 717042 h 4794329"/>
              <a:gd name="connsiteX40" fmla="*/ 7115823 w 8334627"/>
              <a:gd name="connsiteY40" fmla="*/ 598413 h 4794329"/>
              <a:gd name="connsiteX41" fmla="*/ 7264688 w 8334627"/>
              <a:gd name="connsiteY41" fmla="*/ 660075 h 4794329"/>
              <a:gd name="connsiteX42" fmla="*/ 7264688 w 8334627"/>
              <a:gd name="connsiteY42" fmla="*/ 957805 h 4794329"/>
              <a:gd name="connsiteX43" fmla="*/ 3518861 w 8334627"/>
              <a:gd name="connsiteY43" fmla="*/ 4703631 h 4794329"/>
              <a:gd name="connsiteX44" fmla="*/ 3221131 w 8334627"/>
              <a:gd name="connsiteY44" fmla="*/ 4703631 h 4794329"/>
              <a:gd name="connsiteX45" fmla="*/ 3221132 w 8334627"/>
              <a:gd name="connsiteY45" fmla="*/ 4703631 h 4794329"/>
              <a:gd name="connsiteX46" fmla="*/ 3221132 w 8334627"/>
              <a:gd name="connsiteY46" fmla="*/ 4405901 h 4794329"/>
              <a:gd name="connsiteX47" fmla="*/ 6966958 w 8334627"/>
              <a:gd name="connsiteY47" fmla="*/ 660075 h 4794329"/>
              <a:gd name="connsiteX48" fmla="*/ 7115823 w 8334627"/>
              <a:gd name="connsiteY48" fmla="*/ 598413 h 4794329"/>
              <a:gd name="connsiteX49" fmla="*/ 5845546 w 8334627"/>
              <a:gd name="connsiteY49" fmla="*/ 530016 h 4794329"/>
              <a:gd name="connsiteX50" fmla="*/ 5994411 w 8334627"/>
              <a:gd name="connsiteY50" fmla="*/ 591677 h 4794329"/>
              <a:gd name="connsiteX51" fmla="*/ 5994411 w 8334627"/>
              <a:gd name="connsiteY51" fmla="*/ 889408 h 4794329"/>
              <a:gd name="connsiteX52" fmla="*/ 2919220 w 8334627"/>
              <a:gd name="connsiteY52" fmla="*/ 3964597 h 4794329"/>
              <a:gd name="connsiteX53" fmla="*/ 2621491 w 8334627"/>
              <a:gd name="connsiteY53" fmla="*/ 3964597 h 4794329"/>
              <a:gd name="connsiteX54" fmla="*/ 2621492 w 8334627"/>
              <a:gd name="connsiteY54" fmla="*/ 3964597 h 4794329"/>
              <a:gd name="connsiteX55" fmla="*/ 2621492 w 8334627"/>
              <a:gd name="connsiteY55" fmla="*/ 3666867 h 4794329"/>
              <a:gd name="connsiteX56" fmla="*/ 5696681 w 8334627"/>
              <a:gd name="connsiteY56" fmla="*/ 591677 h 4794329"/>
              <a:gd name="connsiteX57" fmla="*/ 5845546 w 8334627"/>
              <a:gd name="connsiteY57" fmla="*/ 530016 h 4794329"/>
              <a:gd name="connsiteX58" fmla="*/ 6699364 w 8334627"/>
              <a:gd name="connsiteY58" fmla="*/ 347526 h 4794329"/>
              <a:gd name="connsiteX59" fmla="*/ 6848229 w 8334627"/>
              <a:gd name="connsiteY59" fmla="*/ 409188 h 4794329"/>
              <a:gd name="connsiteX60" fmla="*/ 6848229 w 8334627"/>
              <a:gd name="connsiteY60" fmla="*/ 706919 h 4794329"/>
              <a:gd name="connsiteX61" fmla="*/ 3773038 w 8334627"/>
              <a:gd name="connsiteY61" fmla="*/ 3782108 h 4794329"/>
              <a:gd name="connsiteX62" fmla="*/ 3475308 w 8334627"/>
              <a:gd name="connsiteY62" fmla="*/ 3782108 h 4794329"/>
              <a:gd name="connsiteX63" fmla="*/ 3475309 w 8334627"/>
              <a:gd name="connsiteY63" fmla="*/ 3782108 h 4794329"/>
              <a:gd name="connsiteX64" fmla="*/ 3475309 w 8334627"/>
              <a:gd name="connsiteY64" fmla="*/ 3484378 h 4794329"/>
              <a:gd name="connsiteX65" fmla="*/ 6550499 w 8334627"/>
              <a:gd name="connsiteY65" fmla="*/ 409188 h 4794329"/>
              <a:gd name="connsiteX66" fmla="*/ 6699364 w 8334627"/>
              <a:gd name="connsiteY66" fmla="*/ 347526 h 4794329"/>
              <a:gd name="connsiteX67" fmla="*/ 4224232 w 8334627"/>
              <a:gd name="connsiteY67" fmla="*/ 126303 h 4794329"/>
              <a:gd name="connsiteX68" fmla="*/ 4373097 w 8334627"/>
              <a:gd name="connsiteY68" fmla="*/ 187965 h 4794329"/>
              <a:gd name="connsiteX69" fmla="*/ 4373097 w 8334627"/>
              <a:gd name="connsiteY69" fmla="*/ 485695 h 4794329"/>
              <a:gd name="connsiteX70" fmla="*/ 3114379 w 8334627"/>
              <a:gd name="connsiteY70" fmla="*/ 1744412 h 4794329"/>
              <a:gd name="connsiteX71" fmla="*/ 2816648 w 8334627"/>
              <a:gd name="connsiteY71" fmla="*/ 1744412 h 4794329"/>
              <a:gd name="connsiteX72" fmla="*/ 2816650 w 8334627"/>
              <a:gd name="connsiteY72" fmla="*/ 1744412 h 4794329"/>
              <a:gd name="connsiteX73" fmla="*/ 2816650 w 8334627"/>
              <a:gd name="connsiteY73" fmla="*/ 1446682 h 4794329"/>
              <a:gd name="connsiteX74" fmla="*/ 4075367 w 8334627"/>
              <a:gd name="connsiteY74" fmla="*/ 187965 h 4794329"/>
              <a:gd name="connsiteX75" fmla="*/ 4224232 w 8334627"/>
              <a:gd name="connsiteY75" fmla="*/ 126303 h 4794329"/>
              <a:gd name="connsiteX76" fmla="*/ 5685290 w 8334627"/>
              <a:gd name="connsiteY76" fmla="*/ 18853 h 4794329"/>
              <a:gd name="connsiteX77" fmla="*/ 5834155 w 8334627"/>
              <a:gd name="connsiteY77" fmla="*/ 80515 h 4794329"/>
              <a:gd name="connsiteX78" fmla="*/ 5834155 w 8334627"/>
              <a:gd name="connsiteY78" fmla="*/ 378245 h 4794329"/>
              <a:gd name="connsiteX79" fmla="*/ 3112471 w 8334627"/>
              <a:gd name="connsiteY79" fmla="*/ 3099928 h 4794329"/>
              <a:gd name="connsiteX80" fmla="*/ 2814741 w 8334627"/>
              <a:gd name="connsiteY80" fmla="*/ 3099928 h 4794329"/>
              <a:gd name="connsiteX81" fmla="*/ 2814742 w 8334627"/>
              <a:gd name="connsiteY81" fmla="*/ 3099928 h 4794329"/>
              <a:gd name="connsiteX82" fmla="*/ 2814742 w 8334627"/>
              <a:gd name="connsiteY82" fmla="*/ 2802198 h 4794329"/>
              <a:gd name="connsiteX83" fmla="*/ 5536425 w 8334627"/>
              <a:gd name="connsiteY83" fmla="*/ 80515 h 4794329"/>
              <a:gd name="connsiteX84" fmla="*/ 5685290 w 8334627"/>
              <a:gd name="connsiteY84" fmla="*/ 18853 h 4794329"/>
              <a:gd name="connsiteX85" fmla="*/ 5025413 w 8334627"/>
              <a:gd name="connsiteY85" fmla="*/ 0 h 4794329"/>
              <a:gd name="connsiteX86" fmla="*/ 5174278 w 8334627"/>
              <a:gd name="connsiteY86" fmla="*/ 61662 h 4794329"/>
              <a:gd name="connsiteX87" fmla="*/ 5174278 w 8334627"/>
              <a:gd name="connsiteY87" fmla="*/ 359392 h 4794329"/>
              <a:gd name="connsiteX88" fmla="*/ 3192598 w 8334627"/>
              <a:gd name="connsiteY88" fmla="*/ 2341071 h 4794329"/>
              <a:gd name="connsiteX89" fmla="*/ 2894867 w 8334627"/>
              <a:gd name="connsiteY89" fmla="*/ 2341071 h 4794329"/>
              <a:gd name="connsiteX90" fmla="*/ 2894869 w 8334627"/>
              <a:gd name="connsiteY90" fmla="*/ 2341071 h 4794329"/>
              <a:gd name="connsiteX91" fmla="*/ 2894869 w 8334627"/>
              <a:gd name="connsiteY91" fmla="*/ 2043341 h 4794329"/>
              <a:gd name="connsiteX92" fmla="*/ 4876548 w 8334627"/>
              <a:gd name="connsiteY92" fmla="*/ 61662 h 4794329"/>
              <a:gd name="connsiteX93" fmla="*/ 5025413 w 8334627"/>
              <a:gd name="connsiteY93" fmla="*/ 0 h 4794329"/>
              <a:gd name="connsiteX0" fmla="*/ 7187484 w 8328384"/>
              <a:gd name="connsiteY0" fmla="*/ 3202389 h 4794329"/>
              <a:gd name="connsiteX1" fmla="*/ 7336349 w 8328384"/>
              <a:gd name="connsiteY1" fmla="*/ 3264051 h 4794329"/>
              <a:gd name="connsiteX2" fmla="*/ 7336349 w 8328384"/>
              <a:gd name="connsiteY2" fmla="*/ 3561781 h 4794329"/>
              <a:gd name="connsiteX3" fmla="*/ 6675910 w 8328384"/>
              <a:gd name="connsiteY3" fmla="*/ 4222219 h 4794329"/>
              <a:gd name="connsiteX4" fmla="*/ 6378180 w 8328384"/>
              <a:gd name="connsiteY4" fmla="*/ 4222219 h 4794329"/>
              <a:gd name="connsiteX5" fmla="*/ 6378181 w 8328384"/>
              <a:gd name="connsiteY5" fmla="*/ 4222219 h 4794329"/>
              <a:gd name="connsiteX6" fmla="*/ 6378181 w 8328384"/>
              <a:gd name="connsiteY6" fmla="*/ 3924488 h 4794329"/>
              <a:gd name="connsiteX7" fmla="*/ 7038619 w 8328384"/>
              <a:gd name="connsiteY7" fmla="*/ 3264051 h 4794329"/>
              <a:gd name="connsiteX8" fmla="*/ 7187484 w 8328384"/>
              <a:gd name="connsiteY8" fmla="*/ 3202389 h 4794329"/>
              <a:gd name="connsiteX9" fmla="*/ 7154253 w 8328384"/>
              <a:gd name="connsiteY9" fmla="*/ 1896653 h 4794329"/>
              <a:gd name="connsiteX10" fmla="*/ 7303118 w 8328384"/>
              <a:gd name="connsiteY10" fmla="*/ 1958315 h 4794329"/>
              <a:gd name="connsiteX11" fmla="*/ 7303118 w 8328384"/>
              <a:gd name="connsiteY11" fmla="*/ 2256046 h 4794329"/>
              <a:gd name="connsiteX12" fmla="*/ 4826495 w 8328384"/>
              <a:gd name="connsiteY12" fmla="*/ 4732667 h 4794329"/>
              <a:gd name="connsiteX13" fmla="*/ 4528765 w 8328384"/>
              <a:gd name="connsiteY13" fmla="*/ 4732667 h 4794329"/>
              <a:gd name="connsiteX14" fmla="*/ 4528767 w 8328384"/>
              <a:gd name="connsiteY14" fmla="*/ 4732667 h 4794329"/>
              <a:gd name="connsiteX15" fmla="*/ 4528767 w 8328384"/>
              <a:gd name="connsiteY15" fmla="*/ 4434937 h 4794329"/>
              <a:gd name="connsiteX16" fmla="*/ 7005388 w 8328384"/>
              <a:gd name="connsiteY16" fmla="*/ 1958315 h 4794329"/>
              <a:gd name="connsiteX17" fmla="*/ 7154253 w 8328384"/>
              <a:gd name="connsiteY17" fmla="*/ 1896653 h 4794329"/>
              <a:gd name="connsiteX18" fmla="*/ 8117857 w 8328384"/>
              <a:gd name="connsiteY18" fmla="*/ 1606041 h 4794329"/>
              <a:gd name="connsiteX19" fmla="*/ 8266722 w 8328384"/>
              <a:gd name="connsiteY19" fmla="*/ 1667703 h 4794329"/>
              <a:gd name="connsiteX20" fmla="*/ 8266722 w 8328384"/>
              <a:gd name="connsiteY20" fmla="*/ 1965433 h 4794329"/>
              <a:gd name="connsiteX21" fmla="*/ 6381647 w 8328384"/>
              <a:gd name="connsiteY21" fmla="*/ 3850507 h 4794329"/>
              <a:gd name="connsiteX22" fmla="*/ 6083917 w 8328384"/>
              <a:gd name="connsiteY22" fmla="*/ 3850507 h 4794329"/>
              <a:gd name="connsiteX23" fmla="*/ 6083918 w 8328384"/>
              <a:gd name="connsiteY23" fmla="*/ 3850507 h 4794329"/>
              <a:gd name="connsiteX24" fmla="*/ 6083918 w 8328384"/>
              <a:gd name="connsiteY24" fmla="*/ 3552777 h 4794329"/>
              <a:gd name="connsiteX25" fmla="*/ 7968992 w 8328384"/>
              <a:gd name="connsiteY25" fmla="*/ 1667703 h 4794329"/>
              <a:gd name="connsiteX26" fmla="*/ 8117857 w 8328384"/>
              <a:gd name="connsiteY26" fmla="*/ 1606041 h 4794329"/>
              <a:gd name="connsiteX27" fmla="*/ 0 w 8328384"/>
              <a:gd name="connsiteY27" fmla="*/ 1576410 h 4794329"/>
              <a:gd name="connsiteX28" fmla="*/ 677527 w 8328384"/>
              <a:gd name="connsiteY28" fmla="*/ 2253937 h 4794329"/>
              <a:gd name="connsiteX29" fmla="*/ 0 w 8328384"/>
              <a:gd name="connsiteY29" fmla="*/ 1576410 h 4794329"/>
              <a:gd name="connsiteX30" fmla="*/ 7665818 w 8328384"/>
              <a:gd name="connsiteY30" fmla="*/ 717042 h 4794329"/>
              <a:gd name="connsiteX31" fmla="*/ 7814683 w 8328384"/>
              <a:gd name="connsiteY31" fmla="*/ 778704 h 4794329"/>
              <a:gd name="connsiteX32" fmla="*/ 7814683 w 8328384"/>
              <a:gd name="connsiteY32" fmla="*/ 1076435 h 4794329"/>
              <a:gd name="connsiteX33" fmla="*/ 4739492 w 8328384"/>
              <a:gd name="connsiteY33" fmla="*/ 4151624 h 4794329"/>
              <a:gd name="connsiteX34" fmla="*/ 4441762 w 8328384"/>
              <a:gd name="connsiteY34" fmla="*/ 4151624 h 4794329"/>
              <a:gd name="connsiteX35" fmla="*/ 4441763 w 8328384"/>
              <a:gd name="connsiteY35" fmla="*/ 4151624 h 4794329"/>
              <a:gd name="connsiteX36" fmla="*/ 4441763 w 8328384"/>
              <a:gd name="connsiteY36" fmla="*/ 3853894 h 4794329"/>
              <a:gd name="connsiteX37" fmla="*/ 7516953 w 8328384"/>
              <a:gd name="connsiteY37" fmla="*/ 778704 h 4794329"/>
              <a:gd name="connsiteX38" fmla="*/ 7665818 w 8328384"/>
              <a:gd name="connsiteY38" fmla="*/ 717042 h 4794329"/>
              <a:gd name="connsiteX39" fmla="*/ 7109580 w 8328384"/>
              <a:gd name="connsiteY39" fmla="*/ 598413 h 4794329"/>
              <a:gd name="connsiteX40" fmla="*/ 7258445 w 8328384"/>
              <a:gd name="connsiteY40" fmla="*/ 660075 h 4794329"/>
              <a:gd name="connsiteX41" fmla="*/ 7258445 w 8328384"/>
              <a:gd name="connsiteY41" fmla="*/ 957805 h 4794329"/>
              <a:gd name="connsiteX42" fmla="*/ 3512618 w 8328384"/>
              <a:gd name="connsiteY42" fmla="*/ 4703631 h 4794329"/>
              <a:gd name="connsiteX43" fmla="*/ 3214888 w 8328384"/>
              <a:gd name="connsiteY43" fmla="*/ 4703631 h 4794329"/>
              <a:gd name="connsiteX44" fmla="*/ 3214889 w 8328384"/>
              <a:gd name="connsiteY44" fmla="*/ 4703631 h 4794329"/>
              <a:gd name="connsiteX45" fmla="*/ 3214889 w 8328384"/>
              <a:gd name="connsiteY45" fmla="*/ 4405901 h 4794329"/>
              <a:gd name="connsiteX46" fmla="*/ 6960715 w 8328384"/>
              <a:gd name="connsiteY46" fmla="*/ 660075 h 4794329"/>
              <a:gd name="connsiteX47" fmla="*/ 7109580 w 8328384"/>
              <a:gd name="connsiteY47" fmla="*/ 598413 h 4794329"/>
              <a:gd name="connsiteX48" fmla="*/ 5839303 w 8328384"/>
              <a:gd name="connsiteY48" fmla="*/ 530016 h 4794329"/>
              <a:gd name="connsiteX49" fmla="*/ 5988168 w 8328384"/>
              <a:gd name="connsiteY49" fmla="*/ 591677 h 4794329"/>
              <a:gd name="connsiteX50" fmla="*/ 5988168 w 8328384"/>
              <a:gd name="connsiteY50" fmla="*/ 889408 h 4794329"/>
              <a:gd name="connsiteX51" fmla="*/ 2912977 w 8328384"/>
              <a:gd name="connsiteY51" fmla="*/ 3964597 h 4794329"/>
              <a:gd name="connsiteX52" fmla="*/ 2615248 w 8328384"/>
              <a:gd name="connsiteY52" fmla="*/ 3964597 h 4794329"/>
              <a:gd name="connsiteX53" fmla="*/ 2615249 w 8328384"/>
              <a:gd name="connsiteY53" fmla="*/ 3964597 h 4794329"/>
              <a:gd name="connsiteX54" fmla="*/ 2615249 w 8328384"/>
              <a:gd name="connsiteY54" fmla="*/ 3666867 h 4794329"/>
              <a:gd name="connsiteX55" fmla="*/ 5690438 w 8328384"/>
              <a:gd name="connsiteY55" fmla="*/ 591677 h 4794329"/>
              <a:gd name="connsiteX56" fmla="*/ 5839303 w 8328384"/>
              <a:gd name="connsiteY56" fmla="*/ 530016 h 4794329"/>
              <a:gd name="connsiteX57" fmla="*/ 6693121 w 8328384"/>
              <a:gd name="connsiteY57" fmla="*/ 347526 h 4794329"/>
              <a:gd name="connsiteX58" fmla="*/ 6841986 w 8328384"/>
              <a:gd name="connsiteY58" fmla="*/ 409188 h 4794329"/>
              <a:gd name="connsiteX59" fmla="*/ 6841986 w 8328384"/>
              <a:gd name="connsiteY59" fmla="*/ 706919 h 4794329"/>
              <a:gd name="connsiteX60" fmla="*/ 3766795 w 8328384"/>
              <a:gd name="connsiteY60" fmla="*/ 3782108 h 4794329"/>
              <a:gd name="connsiteX61" fmla="*/ 3469065 w 8328384"/>
              <a:gd name="connsiteY61" fmla="*/ 3782108 h 4794329"/>
              <a:gd name="connsiteX62" fmla="*/ 3469066 w 8328384"/>
              <a:gd name="connsiteY62" fmla="*/ 3782108 h 4794329"/>
              <a:gd name="connsiteX63" fmla="*/ 3469066 w 8328384"/>
              <a:gd name="connsiteY63" fmla="*/ 3484378 h 4794329"/>
              <a:gd name="connsiteX64" fmla="*/ 6544256 w 8328384"/>
              <a:gd name="connsiteY64" fmla="*/ 409188 h 4794329"/>
              <a:gd name="connsiteX65" fmla="*/ 6693121 w 8328384"/>
              <a:gd name="connsiteY65" fmla="*/ 347526 h 4794329"/>
              <a:gd name="connsiteX66" fmla="*/ 4217989 w 8328384"/>
              <a:gd name="connsiteY66" fmla="*/ 126303 h 4794329"/>
              <a:gd name="connsiteX67" fmla="*/ 4366854 w 8328384"/>
              <a:gd name="connsiteY67" fmla="*/ 187965 h 4794329"/>
              <a:gd name="connsiteX68" fmla="*/ 4366854 w 8328384"/>
              <a:gd name="connsiteY68" fmla="*/ 485695 h 4794329"/>
              <a:gd name="connsiteX69" fmla="*/ 3108136 w 8328384"/>
              <a:gd name="connsiteY69" fmla="*/ 1744412 h 4794329"/>
              <a:gd name="connsiteX70" fmla="*/ 2810405 w 8328384"/>
              <a:gd name="connsiteY70" fmla="*/ 1744412 h 4794329"/>
              <a:gd name="connsiteX71" fmla="*/ 2810407 w 8328384"/>
              <a:gd name="connsiteY71" fmla="*/ 1744412 h 4794329"/>
              <a:gd name="connsiteX72" fmla="*/ 2810407 w 8328384"/>
              <a:gd name="connsiteY72" fmla="*/ 1446682 h 4794329"/>
              <a:gd name="connsiteX73" fmla="*/ 4069124 w 8328384"/>
              <a:gd name="connsiteY73" fmla="*/ 187965 h 4794329"/>
              <a:gd name="connsiteX74" fmla="*/ 4217989 w 8328384"/>
              <a:gd name="connsiteY74" fmla="*/ 126303 h 4794329"/>
              <a:gd name="connsiteX75" fmla="*/ 5679047 w 8328384"/>
              <a:gd name="connsiteY75" fmla="*/ 18853 h 4794329"/>
              <a:gd name="connsiteX76" fmla="*/ 5827912 w 8328384"/>
              <a:gd name="connsiteY76" fmla="*/ 80515 h 4794329"/>
              <a:gd name="connsiteX77" fmla="*/ 5827912 w 8328384"/>
              <a:gd name="connsiteY77" fmla="*/ 378245 h 4794329"/>
              <a:gd name="connsiteX78" fmla="*/ 3106228 w 8328384"/>
              <a:gd name="connsiteY78" fmla="*/ 3099928 h 4794329"/>
              <a:gd name="connsiteX79" fmla="*/ 2808498 w 8328384"/>
              <a:gd name="connsiteY79" fmla="*/ 3099928 h 4794329"/>
              <a:gd name="connsiteX80" fmla="*/ 2808499 w 8328384"/>
              <a:gd name="connsiteY80" fmla="*/ 3099928 h 4794329"/>
              <a:gd name="connsiteX81" fmla="*/ 2808499 w 8328384"/>
              <a:gd name="connsiteY81" fmla="*/ 2802198 h 4794329"/>
              <a:gd name="connsiteX82" fmla="*/ 5530182 w 8328384"/>
              <a:gd name="connsiteY82" fmla="*/ 80515 h 4794329"/>
              <a:gd name="connsiteX83" fmla="*/ 5679047 w 8328384"/>
              <a:gd name="connsiteY83" fmla="*/ 18853 h 4794329"/>
              <a:gd name="connsiteX84" fmla="*/ 5019170 w 8328384"/>
              <a:gd name="connsiteY84" fmla="*/ 0 h 4794329"/>
              <a:gd name="connsiteX85" fmla="*/ 5168035 w 8328384"/>
              <a:gd name="connsiteY85" fmla="*/ 61662 h 4794329"/>
              <a:gd name="connsiteX86" fmla="*/ 5168035 w 8328384"/>
              <a:gd name="connsiteY86" fmla="*/ 359392 h 4794329"/>
              <a:gd name="connsiteX87" fmla="*/ 3186355 w 8328384"/>
              <a:gd name="connsiteY87" fmla="*/ 2341071 h 4794329"/>
              <a:gd name="connsiteX88" fmla="*/ 2888624 w 8328384"/>
              <a:gd name="connsiteY88" fmla="*/ 2341071 h 4794329"/>
              <a:gd name="connsiteX89" fmla="*/ 2888626 w 8328384"/>
              <a:gd name="connsiteY89" fmla="*/ 2341071 h 4794329"/>
              <a:gd name="connsiteX90" fmla="*/ 2888626 w 8328384"/>
              <a:gd name="connsiteY90" fmla="*/ 2043341 h 4794329"/>
              <a:gd name="connsiteX91" fmla="*/ 4870305 w 8328384"/>
              <a:gd name="connsiteY91" fmla="*/ 61662 h 4794329"/>
              <a:gd name="connsiteX92" fmla="*/ 5019170 w 8328384"/>
              <a:gd name="connsiteY92" fmla="*/ 0 h 4794329"/>
              <a:gd name="connsiteX0" fmla="*/ 4633897 w 5774797"/>
              <a:gd name="connsiteY0" fmla="*/ 3202389 h 4794329"/>
              <a:gd name="connsiteX1" fmla="*/ 4782762 w 5774797"/>
              <a:gd name="connsiteY1" fmla="*/ 3264051 h 4794329"/>
              <a:gd name="connsiteX2" fmla="*/ 4782762 w 5774797"/>
              <a:gd name="connsiteY2" fmla="*/ 3561781 h 4794329"/>
              <a:gd name="connsiteX3" fmla="*/ 4122323 w 5774797"/>
              <a:gd name="connsiteY3" fmla="*/ 4222219 h 4794329"/>
              <a:gd name="connsiteX4" fmla="*/ 3824593 w 5774797"/>
              <a:gd name="connsiteY4" fmla="*/ 4222219 h 4794329"/>
              <a:gd name="connsiteX5" fmla="*/ 3824594 w 5774797"/>
              <a:gd name="connsiteY5" fmla="*/ 4222219 h 4794329"/>
              <a:gd name="connsiteX6" fmla="*/ 3824594 w 5774797"/>
              <a:gd name="connsiteY6" fmla="*/ 3924488 h 4794329"/>
              <a:gd name="connsiteX7" fmla="*/ 4485032 w 5774797"/>
              <a:gd name="connsiteY7" fmla="*/ 3264051 h 4794329"/>
              <a:gd name="connsiteX8" fmla="*/ 4633897 w 5774797"/>
              <a:gd name="connsiteY8" fmla="*/ 3202389 h 4794329"/>
              <a:gd name="connsiteX9" fmla="*/ 4600666 w 5774797"/>
              <a:gd name="connsiteY9" fmla="*/ 1896653 h 4794329"/>
              <a:gd name="connsiteX10" fmla="*/ 4749531 w 5774797"/>
              <a:gd name="connsiteY10" fmla="*/ 1958315 h 4794329"/>
              <a:gd name="connsiteX11" fmla="*/ 4749531 w 5774797"/>
              <a:gd name="connsiteY11" fmla="*/ 2256046 h 4794329"/>
              <a:gd name="connsiteX12" fmla="*/ 2272908 w 5774797"/>
              <a:gd name="connsiteY12" fmla="*/ 4732667 h 4794329"/>
              <a:gd name="connsiteX13" fmla="*/ 1975178 w 5774797"/>
              <a:gd name="connsiteY13" fmla="*/ 4732667 h 4794329"/>
              <a:gd name="connsiteX14" fmla="*/ 1975180 w 5774797"/>
              <a:gd name="connsiteY14" fmla="*/ 4732667 h 4794329"/>
              <a:gd name="connsiteX15" fmla="*/ 1975180 w 5774797"/>
              <a:gd name="connsiteY15" fmla="*/ 4434937 h 4794329"/>
              <a:gd name="connsiteX16" fmla="*/ 4451801 w 5774797"/>
              <a:gd name="connsiteY16" fmla="*/ 1958315 h 4794329"/>
              <a:gd name="connsiteX17" fmla="*/ 4600666 w 5774797"/>
              <a:gd name="connsiteY17" fmla="*/ 1896653 h 4794329"/>
              <a:gd name="connsiteX18" fmla="*/ 5564270 w 5774797"/>
              <a:gd name="connsiteY18" fmla="*/ 1606041 h 4794329"/>
              <a:gd name="connsiteX19" fmla="*/ 5713135 w 5774797"/>
              <a:gd name="connsiteY19" fmla="*/ 1667703 h 4794329"/>
              <a:gd name="connsiteX20" fmla="*/ 5713135 w 5774797"/>
              <a:gd name="connsiteY20" fmla="*/ 1965433 h 4794329"/>
              <a:gd name="connsiteX21" fmla="*/ 3828060 w 5774797"/>
              <a:gd name="connsiteY21" fmla="*/ 3850507 h 4794329"/>
              <a:gd name="connsiteX22" fmla="*/ 3530330 w 5774797"/>
              <a:gd name="connsiteY22" fmla="*/ 3850507 h 4794329"/>
              <a:gd name="connsiteX23" fmla="*/ 3530331 w 5774797"/>
              <a:gd name="connsiteY23" fmla="*/ 3850507 h 4794329"/>
              <a:gd name="connsiteX24" fmla="*/ 3530331 w 5774797"/>
              <a:gd name="connsiteY24" fmla="*/ 3552777 h 4794329"/>
              <a:gd name="connsiteX25" fmla="*/ 5415405 w 5774797"/>
              <a:gd name="connsiteY25" fmla="*/ 1667703 h 4794329"/>
              <a:gd name="connsiteX26" fmla="*/ 5564270 w 5774797"/>
              <a:gd name="connsiteY26" fmla="*/ 1606041 h 4794329"/>
              <a:gd name="connsiteX27" fmla="*/ 5112231 w 5774797"/>
              <a:gd name="connsiteY27" fmla="*/ 717042 h 4794329"/>
              <a:gd name="connsiteX28" fmla="*/ 5261096 w 5774797"/>
              <a:gd name="connsiteY28" fmla="*/ 778704 h 4794329"/>
              <a:gd name="connsiteX29" fmla="*/ 5261096 w 5774797"/>
              <a:gd name="connsiteY29" fmla="*/ 1076435 h 4794329"/>
              <a:gd name="connsiteX30" fmla="*/ 2185905 w 5774797"/>
              <a:gd name="connsiteY30" fmla="*/ 4151624 h 4794329"/>
              <a:gd name="connsiteX31" fmla="*/ 1888175 w 5774797"/>
              <a:gd name="connsiteY31" fmla="*/ 4151624 h 4794329"/>
              <a:gd name="connsiteX32" fmla="*/ 1888176 w 5774797"/>
              <a:gd name="connsiteY32" fmla="*/ 4151624 h 4794329"/>
              <a:gd name="connsiteX33" fmla="*/ 1888176 w 5774797"/>
              <a:gd name="connsiteY33" fmla="*/ 3853894 h 4794329"/>
              <a:gd name="connsiteX34" fmla="*/ 4963366 w 5774797"/>
              <a:gd name="connsiteY34" fmla="*/ 778704 h 4794329"/>
              <a:gd name="connsiteX35" fmla="*/ 5112231 w 5774797"/>
              <a:gd name="connsiteY35" fmla="*/ 717042 h 4794329"/>
              <a:gd name="connsiteX36" fmla="*/ 4555993 w 5774797"/>
              <a:gd name="connsiteY36" fmla="*/ 598413 h 4794329"/>
              <a:gd name="connsiteX37" fmla="*/ 4704858 w 5774797"/>
              <a:gd name="connsiteY37" fmla="*/ 660075 h 4794329"/>
              <a:gd name="connsiteX38" fmla="*/ 4704858 w 5774797"/>
              <a:gd name="connsiteY38" fmla="*/ 957805 h 4794329"/>
              <a:gd name="connsiteX39" fmla="*/ 959031 w 5774797"/>
              <a:gd name="connsiteY39" fmla="*/ 4703631 h 4794329"/>
              <a:gd name="connsiteX40" fmla="*/ 661301 w 5774797"/>
              <a:gd name="connsiteY40" fmla="*/ 4703631 h 4794329"/>
              <a:gd name="connsiteX41" fmla="*/ 661302 w 5774797"/>
              <a:gd name="connsiteY41" fmla="*/ 4703631 h 4794329"/>
              <a:gd name="connsiteX42" fmla="*/ 661302 w 5774797"/>
              <a:gd name="connsiteY42" fmla="*/ 4405901 h 4794329"/>
              <a:gd name="connsiteX43" fmla="*/ 4407128 w 5774797"/>
              <a:gd name="connsiteY43" fmla="*/ 660075 h 4794329"/>
              <a:gd name="connsiteX44" fmla="*/ 4555993 w 5774797"/>
              <a:gd name="connsiteY44" fmla="*/ 598413 h 4794329"/>
              <a:gd name="connsiteX45" fmla="*/ 3285716 w 5774797"/>
              <a:gd name="connsiteY45" fmla="*/ 530016 h 4794329"/>
              <a:gd name="connsiteX46" fmla="*/ 3434581 w 5774797"/>
              <a:gd name="connsiteY46" fmla="*/ 591677 h 4794329"/>
              <a:gd name="connsiteX47" fmla="*/ 3434581 w 5774797"/>
              <a:gd name="connsiteY47" fmla="*/ 889408 h 4794329"/>
              <a:gd name="connsiteX48" fmla="*/ 359390 w 5774797"/>
              <a:gd name="connsiteY48" fmla="*/ 3964597 h 4794329"/>
              <a:gd name="connsiteX49" fmla="*/ 61661 w 5774797"/>
              <a:gd name="connsiteY49" fmla="*/ 3964597 h 4794329"/>
              <a:gd name="connsiteX50" fmla="*/ 61662 w 5774797"/>
              <a:gd name="connsiteY50" fmla="*/ 3964597 h 4794329"/>
              <a:gd name="connsiteX51" fmla="*/ 61662 w 5774797"/>
              <a:gd name="connsiteY51" fmla="*/ 3666867 h 4794329"/>
              <a:gd name="connsiteX52" fmla="*/ 3136851 w 5774797"/>
              <a:gd name="connsiteY52" fmla="*/ 591677 h 4794329"/>
              <a:gd name="connsiteX53" fmla="*/ 3285716 w 5774797"/>
              <a:gd name="connsiteY53" fmla="*/ 530016 h 4794329"/>
              <a:gd name="connsiteX54" fmla="*/ 4139534 w 5774797"/>
              <a:gd name="connsiteY54" fmla="*/ 347526 h 4794329"/>
              <a:gd name="connsiteX55" fmla="*/ 4288399 w 5774797"/>
              <a:gd name="connsiteY55" fmla="*/ 409188 h 4794329"/>
              <a:gd name="connsiteX56" fmla="*/ 4288399 w 5774797"/>
              <a:gd name="connsiteY56" fmla="*/ 706919 h 4794329"/>
              <a:gd name="connsiteX57" fmla="*/ 1213208 w 5774797"/>
              <a:gd name="connsiteY57" fmla="*/ 3782108 h 4794329"/>
              <a:gd name="connsiteX58" fmla="*/ 915478 w 5774797"/>
              <a:gd name="connsiteY58" fmla="*/ 3782108 h 4794329"/>
              <a:gd name="connsiteX59" fmla="*/ 915479 w 5774797"/>
              <a:gd name="connsiteY59" fmla="*/ 3782108 h 4794329"/>
              <a:gd name="connsiteX60" fmla="*/ 915479 w 5774797"/>
              <a:gd name="connsiteY60" fmla="*/ 3484378 h 4794329"/>
              <a:gd name="connsiteX61" fmla="*/ 3990669 w 5774797"/>
              <a:gd name="connsiteY61" fmla="*/ 409188 h 4794329"/>
              <a:gd name="connsiteX62" fmla="*/ 4139534 w 5774797"/>
              <a:gd name="connsiteY62" fmla="*/ 347526 h 4794329"/>
              <a:gd name="connsiteX63" fmla="*/ 1664402 w 5774797"/>
              <a:gd name="connsiteY63" fmla="*/ 126303 h 4794329"/>
              <a:gd name="connsiteX64" fmla="*/ 1813267 w 5774797"/>
              <a:gd name="connsiteY64" fmla="*/ 187965 h 4794329"/>
              <a:gd name="connsiteX65" fmla="*/ 1813267 w 5774797"/>
              <a:gd name="connsiteY65" fmla="*/ 485695 h 4794329"/>
              <a:gd name="connsiteX66" fmla="*/ 554549 w 5774797"/>
              <a:gd name="connsiteY66" fmla="*/ 1744412 h 4794329"/>
              <a:gd name="connsiteX67" fmla="*/ 256818 w 5774797"/>
              <a:gd name="connsiteY67" fmla="*/ 1744412 h 4794329"/>
              <a:gd name="connsiteX68" fmla="*/ 256820 w 5774797"/>
              <a:gd name="connsiteY68" fmla="*/ 1744412 h 4794329"/>
              <a:gd name="connsiteX69" fmla="*/ 256820 w 5774797"/>
              <a:gd name="connsiteY69" fmla="*/ 1446682 h 4794329"/>
              <a:gd name="connsiteX70" fmla="*/ 1515537 w 5774797"/>
              <a:gd name="connsiteY70" fmla="*/ 187965 h 4794329"/>
              <a:gd name="connsiteX71" fmla="*/ 1664402 w 5774797"/>
              <a:gd name="connsiteY71" fmla="*/ 126303 h 4794329"/>
              <a:gd name="connsiteX72" fmla="*/ 3125460 w 5774797"/>
              <a:gd name="connsiteY72" fmla="*/ 18853 h 4794329"/>
              <a:gd name="connsiteX73" fmla="*/ 3274325 w 5774797"/>
              <a:gd name="connsiteY73" fmla="*/ 80515 h 4794329"/>
              <a:gd name="connsiteX74" fmla="*/ 3274325 w 5774797"/>
              <a:gd name="connsiteY74" fmla="*/ 378245 h 4794329"/>
              <a:gd name="connsiteX75" fmla="*/ 552641 w 5774797"/>
              <a:gd name="connsiteY75" fmla="*/ 3099928 h 4794329"/>
              <a:gd name="connsiteX76" fmla="*/ 254911 w 5774797"/>
              <a:gd name="connsiteY76" fmla="*/ 3099928 h 4794329"/>
              <a:gd name="connsiteX77" fmla="*/ 254912 w 5774797"/>
              <a:gd name="connsiteY77" fmla="*/ 3099928 h 4794329"/>
              <a:gd name="connsiteX78" fmla="*/ 254912 w 5774797"/>
              <a:gd name="connsiteY78" fmla="*/ 2802198 h 4794329"/>
              <a:gd name="connsiteX79" fmla="*/ 2976595 w 5774797"/>
              <a:gd name="connsiteY79" fmla="*/ 80515 h 4794329"/>
              <a:gd name="connsiteX80" fmla="*/ 3125460 w 5774797"/>
              <a:gd name="connsiteY80" fmla="*/ 18853 h 4794329"/>
              <a:gd name="connsiteX81" fmla="*/ 2465583 w 5774797"/>
              <a:gd name="connsiteY81" fmla="*/ 0 h 4794329"/>
              <a:gd name="connsiteX82" fmla="*/ 2614448 w 5774797"/>
              <a:gd name="connsiteY82" fmla="*/ 61662 h 4794329"/>
              <a:gd name="connsiteX83" fmla="*/ 2614448 w 5774797"/>
              <a:gd name="connsiteY83" fmla="*/ 359392 h 4794329"/>
              <a:gd name="connsiteX84" fmla="*/ 632768 w 5774797"/>
              <a:gd name="connsiteY84" fmla="*/ 2341071 h 4794329"/>
              <a:gd name="connsiteX85" fmla="*/ 335037 w 5774797"/>
              <a:gd name="connsiteY85" fmla="*/ 2341071 h 4794329"/>
              <a:gd name="connsiteX86" fmla="*/ 335039 w 5774797"/>
              <a:gd name="connsiteY86" fmla="*/ 2341071 h 4794329"/>
              <a:gd name="connsiteX87" fmla="*/ 335039 w 5774797"/>
              <a:gd name="connsiteY87" fmla="*/ 2043341 h 4794329"/>
              <a:gd name="connsiteX88" fmla="*/ 2316718 w 5774797"/>
              <a:gd name="connsiteY88" fmla="*/ 61662 h 4794329"/>
              <a:gd name="connsiteX89" fmla="*/ 2465583 w 5774797"/>
              <a:gd name="connsiteY89" fmla="*/ 0 h 47943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5774797" h="4794329">
                <a:moveTo>
                  <a:pt x="4633897" y="3202389"/>
                </a:moveTo>
                <a:cubicBezTo>
                  <a:pt x="4687776" y="3202389"/>
                  <a:pt x="4741654" y="3222943"/>
                  <a:pt x="4782762" y="3264051"/>
                </a:cubicBezTo>
                <a:cubicBezTo>
                  <a:pt x="4864978" y="3346267"/>
                  <a:pt x="4864978" y="3479565"/>
                  <a:pt x="4782762" y="3561781"/>
                </a:cubicBezTo>
                <a:lnTo>
                  <a:pt x="4122323" y="4222219"/>
                </a:lnTo>
                <a:cubicBezTo>
                  <a:pt x="4040107" y="4304435"/>
                  <a:pt x="3906809" y="4304435"/>
                  <a:pt x="3824593" y="4222219"/>
                </a:cubicBezTo>
                <a:lnTo>
                  <a:pt x="3824594" y="4222219"/>
                </a:lnTo>
                <a:cubicBezTo>
                  <a:pt x="3742378" y="4140003"/>
                  <a:pt x="3742378" y="4006704"/>
                  <a:pt x="3824594" y="3924488"/>
                </a:cubicBezTo>
                <a:lnTo>
                  <a:pt x="4485032" y="3264051"/>
                </a:lnTo>
                <a:cubicBezTo>
                  <a:pt x="4526140" y="3222943"/>
                  <a:pt x="4580018" y="3202389"/>
                  <a:pt x="4633897" y="3202389"/>
                </a:cubicBezTo>
                <a:close/>
                <a:moveTo>
                  <a:pt x="4600666" y="1896653"/>
                </a:moveTo>
                <a:cubicBezTo>
                  <a:pt x="4654544" y="1896653"/>
                  <a:pt x="4708423" y="1917207"/>
                  <a:pt x="4749531" y="1958315"/>
                </a:cubicBezTo>
                <a:cubicBezTo>
                  <a:pt x="4831747" y="2040531"/>
                  <a:pt x="4831747" y="2173830"/>
                  <a:pt x="4749531" y="2256046"/>
                </a:cubicBezTo>
                <a:lnTo>
                  <a:pt x="2272908" y="4732667"/>
                </a:lnTo>
                <a:cubicBezTo>
                  <a:pt x="2190692" y="4814883"/>
                  <a:pt x="2057394" y="4814883"/>
                  <a:pt x="1975178" y="4732667"/>
                </a:cubicBezTo>
                <a:lnTo>
                  <a:pt x="1975180" y="4732667"/>
                </a:lnTo>
                <a:cubicBezTo>
                  <a:pt x="1892964" y="4650451"/>
                  <a:pt x="1892964" y="4517153"/>
                  <a:pt x="1975180" y="4434937"/>
                </a:cubicBezTo>
                <a:lnTo>
                  <a:pt x="4451801" y="1958315"/>
                </a:lnTo>
                <a:cubicBezTo>
                  <a:pt x="4492909" y="1917207"/>
                  <a:pt x="4546787" y="1896653"/>
                  <a:pt x="4600666" y="1896653"/>
                </a:cubicBezTo>
                <a:close/>
                <a:moveTo>
                  <a:pt x="5564270" y="1606041"/>
                </a:moveTo>
                <a:cubicBezTo>
                  <a:pt x="5618148" y="1606041"/>
                  <a:pt x="5672027" y="1626595"/>
                  <a:pt x="5713135" y="1667703"/>
                </a:cubicBezTo>
                <a:cubicBezTo>
                  <a:pt x="5795351" y="1749919"/>
                  <a:pt x="5795351" y="1883217"/>
                  <a:pt x="5713135" y="1965433"/>
                </a:cubicBezTo>
                <a:lnTo>
                  <a:pt x="3828060" y="3850507"/>
                </a:lnTo>
                <a:cubicBezTo>
                  <a:pt x="3745844" y="3932723"/>
                  <a:pt x="3612546" y="3932723"/>
                  <a:pt x="3530330" y="3850507"/>
                </a:cubicBezTo>
                <a:lnTo>
                  <a:pt x="3530331" y="3850507"/>
                </a:lnTo>
                <a:cubicBezTo>
                  <a:pt x="3448115" y="3768291"/>
                  <a:pt x="3448115" y="3634993"/>
                  <a:pt x="3530331" y="3552777"/>
                </a:cubicBezTo>
                <a:lnTo>
                  <a:pt x="5415405" y="1667703"/>
                </a:lnTo>
                <a:cubicBezTo>
                  <a:pt x="5456513" y="1626595"/>
                  <a:pt x="5510391" y="1606041"/>
                  <a:pt x="5564270" y="1606041"/>
                </a:cubicBezTo>
                <a:close/>
                <a:moveTo>
                  <a:pt x="5112231" y="717042"/>
                </a:moveTo>
                <a:cubicBezTo>
                  <a:pt x="5166109" y="717042"/>
                  <a:pt x="5219988" y="737596"/>
                  <a:pt x="5261096" y="778704"/>
                </a:cubicBezTo>
                <a:cubicBezTo>
                  <a:pt x="5343312" y="860920"/>
                  <a:pt x="5343312" y="994218"/>
                  <a:pt x="5261096" y="1076435"/>
                </a:cubicBezTo>
                <a:lnTo>
                  <a:pt x="2185905" y="4151624"/>
                </a:lnTo>
                <a:cubicBezTo>
                  <a:pt x="2103689" y="4233840"/>
                  <a:pt x="1970391" y="4233840"/>
                  <a:pt x="1888175" y="4151624"/>
                </a:cubicBezTo>
                <a:lnTo>
                  <a:pt x="1888176" y="4151624"/>
                </a:lnTo>
                <a:cubicBezTo>
                  <a:pt x="1805960" y="4069408"/>
                  <a:pt x="1805960" y="3936110"/>
                  <a:pt x="1888176" y="3853894"/>
                </a:cubicBezTo>
                <a:lnTo>
                  <a:pt x="4963366" y="778704"/>
                </a:lnTo>
                <a:cubicBezTo>
                  <a:pt x="5004474" y="737596"/>
                  <a:pt x="5058352" y="717042"/>
                  <a:pt x="5112231" y="717042"/>
                </a:cubicBezTo>
                <a:close/>
                <a:moveTo>
                  <a:pt x="4555993" y="598413"/>
                </a:moveTo>
                <a:cubicBezTo>
                  <a:pt x="4609872" y="598413"/>
                  <a:pt x="4663750" y="618967"/>
                  <a:pt x="4704858" y="660075"/>
                </a:cubicBezTo>
                <a:cubicBezTo>
                  <a:pt x="4787074" y="742291"/>
                  <a:pt x="4787074" y="875589"/>
                  <a:pt x="4704858" y="957805"/>
                </a:cubicBezTo>
                <a:lnTo>
                  <a:pt x="959031" y="4703631"/>
                </a:lnTo>
                <a:cubicBezTo>
                  <a:pt x="876815" y="4785847"/>
                  <a:pt x="743517" y="4785847"/>
                  <a:pt x="661301" y="4703631"/>
                </a:cubicBezTo>
                <a:lnTo>
                  <a:pt x="661302" y="4703631"/>
                </a:lnTo>
                <a:cubicBezTo>
                  <a:pt x="579087" y="4621415"/>
                  <a:pt x="579087" y="4488117"/>
                  <a:pt x="661302" y="4405901"/>
                </a:cubicBezTo>
                <a:lnTo>
                  <a:pt x="4407128" y="660075"/>
                </a:lnTo>
                <a:cubicBezTo>
                  <a:pt x="4448236" y="618967"/>
                  <a:pt x="4502115" y="598413"/>
                  <a:pt x="4555993" y="598413"/>
                </a:cubicBezTo>
                <a:close/>
                <a:moveTo>
                  <a:pt x="3285716" y="530016"/>
                </a:moveTo>
                <a:cubicBezTo>
                  <a:pt x="3339595" y="530015"/>
                  <a:pt x="3393473" y="550569"/>
                  <a:pt x="3434581" y="591677"/>
                </a:cubicBezTo>
                <a:cubicBezTo>
                  <a:pt x="3516797" y="673894"/>
                  <a:pt x="3516797" y="807191"/>
                  <a:pt x="3434581" y="889408"/>
                </a:cubicBezTo>
                <a:lnTo>
                  <a:pt x="359390" y="3964597"/>
                </a:lnTo>
                <a:cubicBezTo>
                  <a:pt x="277175" y="4046813"/>
                  <a:pt x="143876" y="4046813"/>
                  <a:pt x="61661" y="3964597"/>
                </a:cubicBezTo>
                <a:lnTo>
                  <a:pt x="61662" y="3964597"/>
                </a:lnTo>
                <a:cubicBezTo>
                  <a:pt x="-20554" y="3882381"/>
                  <a:pt x="-20554" y="3749083"/>
                  <a:pt x="61662" y="3666867"/>
                </a:cubicBezTo>
                <a:lnTo>
                  <a:pt x="3136851" y="591677"/>
                </a:lnTo>
                <a:cubicBezTo>
                  <a:pt x="3177959" y="550569"/>
                  <a:pt x="3231837" y="530015"/>
                  <a:pt x="3285716" y="530016"/>
                </a:cubicBezTo>
                <a:close/>
                <a:moveTo>
                  <a:pt x="4139534" y="347526"/>
                </a:moveTo>
                <a:cubicBezTo>
                  <a:pt x="4193413" y="347526"/>
                  <a:pt x="4247291" y="368080"/>
                  <a:pt x="4288399" y="409188"/>
                </a:cubicBezTo>
                <a:cubicBezTo>
                  <a:pt x="4370615" y="491405"/>
                  <a:pt x="4370615" y="624702"/>
                  <a:pt x="4288399" y="706919"/>
                </a:cubicBezTo>
                <a:lnTo>
                  <a:pt x="1213208" y="3782108"/>
                </a:lnTo>
                <a:cubicBezTo>
                  <a:pt x="1130992" y="3864324"/>
                  <a:pt x="997694" y="3864324"/>
                  <a:pt x="915478" y="3782108"/>
                </a:cubicBezTo>
                <a:lnTo>
                  <a:pt x="915479" y="3782108"/>
                </a:lnTo>
                <a:cubicBezTo>
                  <a:pt x="833263" y="3699892"/>
                  <a:pt x="833263" y="3566594"/>
                  <a:pt x="915479" y="3484378"/>
                </a:cubicBezTo>
                <a:lnTo>
                  <a:pt x="3990669" y="409188"/>
                </a:lnTo>
                <a:cubicBezTo>
                  <a:pt x="4031777" y="368080"/>
                  <a:pt x="4085655" y="347526"/>
                  <a:pt x="4139534" y="347526"/>
                </a:cubicBezTo>
                <a:close/>
                <a:moveTo>
                  <a:pt x="1664402" y="126303"/>
                </a:moveTo>
                <a:cubicBezTo>
                  <a:pt x="1718280" y="126303"/>
                  <a:pt x="1772159" y="146856"/>
                  <a:pt x="1813267" y="187965"/>
                </a:cubicBezTo>
                <a:cubicBezTo>
                  <a:pt x="1895483" y="270181"/>
                  <a:pt x="1895483" y="403479"/>
                  <a:pt x="1813267" y="485695"/>
                </a:cubicBezTo>
                <a:lnTo>
                  <a:pt x="554549" y="1744412"/>
                </a:lnTo>
                <a:cubicBezTo>
                  <a:pt x="472333" y="1826628"/>
                  <a:pt x="339035" y="1826628"/>
                  <a:pt x="256818" y="1744412"/>
                </a:cubicBezTo>
                <a:lnTo>
                  <a:pt x="256820" y="1744412"/>
                </a:lnTo>
                <a:cubicBezTo>
                  <a:pt x="174605" y="1662196"/>
                  <a:pt x="174605" y="1528898"/>
                  <a:pt x="256820" y="1446682"/>
                </a:cubicBezTo>
                <a:lnTo>
                  <a:pt x="1515537" y="187965"/>
                </a:lnTo>
                <a:cubicBezTo>
                  <a:pt x="1556645" y="146856"/>
                  <a:pt x="1610523" y="126303"/>
                  <a:pt x="1664402" y="126303"/>
                </a:cubicBezTo>
                <a:close/>
                <a:moveTo>
                  <a:pt x="3125460" y="18853"/>
                </a:moveTo>
                <a:cubicBezTo>
                  <a:pt x="3179339" y="18853"/>
                  <a:pt x="3233217" y="39407"/>
                  <a:pt x="3274325" y="80515"/>
                </a:cubicBezTo>
                <a:cubicBezTo>
                  <a:pt x="3356541" y="162731"/>
                  <a:pt x="3356541" y="296029"/>
                  <a:pt x="3274325" y="378245"/>
                </a:cubicBezTo>
                <a:lnTo>
                  <a:pt x="552641" y="3099928"/>
                </a:lnTo>
                <a:cubicBezTo>
                  <a:pt x="470425" y="3182144"/>
                  <a:pt x="337126" y="3182144"/>
                  <a:pt x="254911" y="3099928"/>
                </a:cubicBezTo>
                <a:lnTo>
                  <a:pt x="254912" y="3099928"/>
                </a:lnTo>
                <a:cubicBezTo>
                  <a:pt x="172696" y="3017712"/>
                  <a:pt x="172696" y="2884414"/>
                  <a:pt x="254912" y="2802198"/>
                </a:cubicBezTo>
                <a:lnTo>
                  <a:pt x="2976595" y="80515"/>
                </a:lnTo>
                <a:cubicBezTo>
                  <a:pt x="3017703" y="39407"/>
                  <a:pt x="3071581" y="18853"/>
                  <a:pt x="3125460" y="18853"/>
                </a:cubicBezTo>
                <a:close/>
                <a:moveTo>
                  <a:pt x="2465583" y="0"/>
                </a:moveTo>
                <a:cubicBezTo>
                  <a:pt x="2519461" y="0"/>
                  <a:pt x="2573340" y="20554"/>
                  <a:pt x="2614448" y="61662"/>
                </a:cubicBezTo>
                <a:cubicBezTo>
                  <a:pt x="2696664" y="143878"/>
                  <a:pt x="2696664" y="277176"/>
                  <a:pt x="2614448" y="359392"/>
                </a:cubicBezTo>
                <a:lnTo>
                  <a:pt x="632768" y="2341071"/>
                </a:lnTo>
                <a:cubicBezTo>
                  <a:pt x="550552" y="2423287"/>
                  <a:pt x="417253" y="2423287"/>
                  <a:pt x="335037" y="2341071"/>
                </a:cubicBezTo>
                <a:lnTo>
                  <a:pt x="335039" y="2341071"/>
                </a:lnTo>
                <a:cubicBezTo>
                  <a:pt x="252822" y="2258855"/>
                  <a:pt x="252822" y="2125557"/>
                  <a:pt x="335039" y="2043341"/>
                </a:cubicBezTo>
                <a:lnTo>
                  <a:pt x="2316718" y="61662"/>
                </a:lnTo>
                <a:cubicBezTo>
                  <a:pt x="2357826" y="20554"/>
                  <a:pt x="2411704" y="0"/>
                  <a:pt x="2465583" y="0"/>
                </a:cubicBezTo>
                <a:close/>
              </a:path>
            </a:pathLst>
          </a:custGeom>
          <a:pattFill prst="pct20">
            <a:fgClr>
              <a:schemeClr val="bg1">
                <a:lumMod val="50000"/>
                <a:lumOff val="50000"/>
              </a:schemeClr>
            </a:fgClr>
            <a:bgClr>
              <a:schemeClr val="bg1"/>
            </a:bgClr>
          </a:pattFill>
        </p:spPr>
        <p:txBody>
          <a:bodyPr wrap="square" anchor="ctr">
            <a:noAutofit/>
          </a:bodyPr>
          <a:lstStyle>
            <a:lvl1pPr marL="0" indent="0" algn="ctr">
              <a:buNone/>
              <a:defRPr sz="1600" baseline="0"/>
            </a:lvl1pPr>
          </a:lstStyle>
          <a:p>
            <a:r>
              <a:rPr lang="en-US" dirty="0"/>
              <a:t>Insert Image</a:t>
            </a:r>
          </a:p>
        </p:txBody>
      </p:sp>
    </p:spTree>
    <p:extLst>
      <p:ext uri="{BB962C8B-B14F-4D97-AF65-F5344CB8AC3E}">
        <p14:creationId xmlns:p14="http://schemas.microsoft.com/office/powerpoint/2010/main" val="2330893882"/>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8_side placeholder TWIN">
    <p:spTree>
      <p:nvGrpSpPr>
        <p:cNvPr id="1" name=""/>
        <p:cNvGrpSpPr/>
        <p:nvPr/>
      </p:nvGrpSpPr>
      <p:grpSpPr>
        <a:xfrm>
          <a:off x="0" y="0"/>
          <a:ext cx="0" cy="0"/>
          <a:chOff x="0" y="0"/>
          <a:chExt cx="0" cy="0"/>
        </a:xfrm>
      </p:grpSpPr>
      <p:sp>
        <p:nvSpPr>
          <p:cNvPr id="5" name="Picture Placeholder 4"/>
          <p:cNvSpPr>
            <a:spLocks noGrp="1"/>
          </p:cNvSpPr>
          <p:nvPr>
            <p:ph type="pic" sz="quarter" idx="10"/>
          </p:nvPr>
        </p:nvSpPr>
        <p:spPr>
          <a:xfrm>
            <a:off x="0" y="1"/>
            <a:ext cx="3299791" cy="6857999"/>
          </a:xfrm>
        </p:spPr>
        <p:txBody>
          <a:bodyPr/>
          <a:lstStyle/>
          <a:p>
            <a:endParaRPr lang="id-ID"/>
          </a:p>
        </p:txBody>
      </p:sp>
      <p:sp>
        <p:nvSpPr>
          <p:cNvPr id="6" name="Picture Placeholder 4"/>
          <p:cNvSpPr>
            <a:spLocks noGrp="1"/>
          </p:cNvSpPr>
          <p:nvPr>
            <p:ph type="pic" sz="quarter" idx="11"/>
          </p:nvPr>
        </p:nvSpPr>
        <p:spPr>
          <a:xfrm>
            <a:off x="9051234" y="1"/>
            <a:ext cx="3140765" cy="6857999"/>
          </a:xfrm>
        </p:spPr>
        <p:txBody>
          <a:bodyPr/>
          <a:lstStyle/>
          <a:p>
            <a:endParaRPr lang="id-ID"/>
          </a:p>
        </p:txBody>
      </p:sp>
    </p:spTree>
    <p:extLst>
      <p:ext uri="{BB962C8B-B14F-4D97-AF65-F5344CB8AC3E}">
        <p14:creationId xmlns:p14="http://schemas.microsoft.com/office/powerpoint/2010/main" val="2077630523"/>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5_side placeholder">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1" y="1"/>
            <a:ext cx="4081670" cy="6241774"/>
          </a:xfrm>
        </p:spPr>
        <p:txBody>
          <a:bodyPr/>
          <a:lstStyle/>
          <a:p>
            <a:endParaRPr lang="id-ID"/>
          </a:p>
        </p:txBody>
      </p:sp>
      <p:sp>
        <p:nvSpPr>
          <p:cNvPr id="5" name="Picture Placeholder 2"/>
          <p:cNvSpPr>
            <a:spLocks noGrp="1"/>
          </p:cNvSpPr>
          <p:nvPr>
            <p:ph type="pic" sz="quarter" idx="11"/>
          </p:nvPr>
        </p:nvSpPr>
        <p:spPr>
          <a:xfrm>
            <a:off x="4253948" y="3352800"/>
            <a:ext cx="7938051" cy="2888974"/>
          </a:xfrm>
        </p:spPr>
        <p:txBody>
          <a:bodyPr/>
          <a:lstStyle/>
          <a:p>
            <a:endParaRPr lang="id-ID"/>
          </a:p>
        </p:txBody>
      </p:sp>
      <p:sp>
        <p:nvSpPr>
          <p:cNvPr id="6" name="Picture Placeholder 2"/>
          <p:cNvSpPr>
            <a:spLocks noGrp="1"/>
          </p:cNvSpPr>
          <p:nvPr>
            <p:ph type="pic" sz="quarter" idx="12"/>
          </p:nvPr>
        </p:nvSpPr>
        <p:spPr>
          <a:xfrm>
            <a:off x="4253950" y="1"/>
            <a:ext cx="4015408" cy="3161933"/>
          </a:xfrm>
        </p:spPr>
        <p:txBody>
          <a:bodyPr/>
          <a:lstStyle/>
          <a:p>
            <a:endParaRPr lang="id-ID"/>
          </a:p>
        </p:txBody>
      </p:sp>
      <p:sp>
        <p:nvSpPr>
          <p:cNvPr id="9" name="Picture Placeholder 2"/>
          <p:cNvSpPr>
            <a:spLocks noGrp="1"/>
          </p:cNvSpPr>
          <p:nvPr>
            <p:ph type="pic" sz="quarter" idx="13"/>
          </p:nvPr>
        </p:nvSpPr>
        <p:spPr>
          <a:xfrm>
            <a:off x="8441637" y="13253"/>
            <a:ext cx="3750362" cy="3148681"/>
          </a:xfrm>
        </p:spPr>
        <p:txBody>
          <a:bodyPr/>
          <a:lstStyle/>
          <a:p>
            <a:endParaRPr lang="id-ID"/>
          </a:p>
        </p:txBody>
      </p:sp>
    </p:spTree>
    <p:extLst>
      <p:ext uri="{BB962C8B-B14F-4D97-AF65-F5344CB8AC3E}">
        <p14:creationId xmlns:p14="http://schemas.microsoft.com/office/powerpoint/2010/main" val="105218105"/>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1_side placeholder">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8415130" y="0"/>
            <a:ext cx="3776870" cy="6858000"/>
          </a:xfrm>
        </p:spPr>
        <p:txBody>
          <a:bodyPr/>
          <a:lstStyle/>
          <a:p>
            <a:endParaRPr lang="id-ID"/>
          </a:p>
        </p:txBody>
      </p:sp>
    </p:spTree>
    <p:extLst>
      <p:ext uri="{BB962C8B-B14F-4D97-AF65-F5344CB8AC3E}">
        <p14:creationId xmlns:p14="http://schemas.microsoft.com/office/powerpoint/2010/main" val="1599155248"/>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8_side placeholder 2">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5155096" y="0"/>
            <a:ext cx="7036904" cy="6858000"/>
          </a:xfrm>
        </p:spPr>
        <p:txBody>
          <a:bodyPr/>
          <a:lstStyle/>
          <a:p>
            <a:endParaRPr lang="id-ID"/>
          </a:p>
        </p:txBody>
      </p:sp>
    </p:spTree>
    <p:extLst>
      <p:ext uri="{BB962C8B-B14F-4D97-AF65-F5344CB8AC3E}">
        <p14:creationId xmlns:p14="http://schemas.microsoft.com/office/powerpoint/2010/main" val="2448438532"/>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9_side placeholder 5">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2955235" y="0"/>
            <a:ext cx="9236765" cy="6858000"/>
          </a:xfrm>
        </p:spPr>
        <p:txBody>
          <a:bodyPr/>
          <a:lstStyle/>
          <a:p>
            <a:endParaRPr lang="id-ID"/>
          </a:p>
        </p:txBody>
      </p:sp>
    </p:spTree>
    <p:extLst>
      <p:ext uri="{BB962C8B-B14F-4D97-AF65-F5344CB8AC3E}">
        <p14:creationId xmlns:p14="http://schemas.microsoft.com/office/powerpoint/2010/main" val="2457561958"/>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9_side placeholder 3">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4267198" y="0"/>
            <a:ext cx="7924802" cy="4770783"/>
          </a:xfrm>
        </p:spPr>
        <p:txBody>
          <a:bodyPr/>
          <a:lstStyle/>
          <a:p>
            <a:endParaRPr lang="id-ID"/>
          </a:p>
        </p:txBody>
      </p:sp>
      <p:sp>
        <p:nvSpPr>
          <p:cNvPr id="8" name="Picture Placeholder 2"/>
          <p:cNvSpPr>
            <a:spLocks noGrp="1"/>
          </p:cNvSpPr>
          <p:nvPr>
            <p:ph type="pic" sz="quarter" idx="25"/>
          </p:nvPr>
        </p:nvSpPr>
        <p:spPr>
          <a:xfrm>
            <a:off x="4267198" y="4915882"/>
            <a:ext cx="1855304" cy="1829475"/>
          </a:xfrm>
          <a:solidFill>
            <a:schemeClr val="bg1">
              <a:lumMod val="95000"/>
            </a:schemeClr>
          </a:solidFill>
        </p:spPr>
        <p:txBody>
          <a:bodyPr>
            <a:normAutofit/>
          </a:bodyPr>
          <a:lstStyle>
            <a:lvl1pPr>
              <a:defRPr sz="2800"/>
            </a:lvl1pPr>
          </a:lstStyle>
          <a:p>
            <a:endParaRPr lang="en-US" dirty="0"/>
          </a:p>
        </p:txBody>
      </p:sp>
      <p:sp>
        <p:nvSpPr>
          <p:cNvPr id="9" name="Picture Placeholder 2"/>
          <p:cNvSpPr>
            <a:spLocks noGrp="1"/>
          </p:cNvSpPr>
          <p:nvPr>
            <p:ph type="pic" sz="quarter" idx="26"/>
          </p:nvPr>
        </p:nvSpPr>
        <p:spPr>
          <a:xfrm>
            <a:off x="6288154" y="4915881"/>
            <a:ext cx="1855304" cy="1829475"/>
          </a:xfrm>
          <a:solidFill>
            <a:schemeClr val="bg1">
              <a:lumMod val="95000"/>
            </a:schemeClr>
          </a:solidFill>
        </p:spPr>
        <p:txBody>
          <a:bodyPr>
            <a:normAutofit/>
          </a:bodyPr>
          <a:lstStyle>
            <a:lvl1pPr>
              <a:defRPr sz="2800"/>
            </a:lvl1pPr>
          </a:lstStyle>
          <a:p>
            <a:endParaRPr lang="en-US" dirty="0"/>
          </a:p>
        </p:txBody>
      </p:sp>
      <p:sp>
        <p:nvSpPr>
          <p:cNvPr id="10" name="Picture Placeholder 2"/>
          <p:cNvSpPr>
            <a:spLocks noGrp="1"/>
          </p:cNvSpPr>
          <p:nvPr>
            <p:ph type="pic" sz="quarter" idx="27"/>
          </p:nvPr>
        </p:nvSpPr>
        <p:spPr>
          <a:xfrm>
            <a:off x="8309110" y="4915881"/>
            <a:ext cx="1855304" cy="1829475"/>
          </a:xfrm>
          <a:solidFill>
            <a:schemeClr val="bg1">
              <a:lumMod val="95000"/>
            </a:schemeClr>
          </a:solidFill>
        </p:spPr>
        <p:txBody>
          <a:bodyPr>
            <a:normAutofit/>
          </a:bodyPr>
          <a:lstStyle>
            <a:lvl1pPr>
              <a:defRPr sz="2800"/>
            </a:lvl1pPr>
          </a:lstStyle>
          <a:p>
            <a:endParaRPr lang="en-US" dirty="0"/>
          </a:p>
        </p:txBody>
      </p:sp>
      <p:sp>
        <p:nvSpPr>
          <p:cNvPr id="11" name="Picture Placeholder 2"/>
          <p:cNvSpPr>
            <a:spLocks noGrp="1"/>
          </p:cNvSpPr>
          <p:nvPr>
            <p:ph type="pic" sz="quarter" idx="28"/>
          </p:nvPr>
        </p:nvSpPr>
        <p:spPr>
          <a:xfrm>
            <a:off x="10330066" y="4928795"/>
            <a:ext cx="1855304" cy="1829475"/>
          </a:xfrm>
          <a:solidFill>
            <a:schemeClr val="bg1">
              <a:lumMod val="95000"/>
            </a:schemeClr>
          </a:solidFill>
        </p:spPr>
        <p:txBody>
          <a:bodyPr>
            <a:normAutofit/>
          </a:bodyPr>
          <a:lstStyle>
            <a:lvl1pPr>
              <a:defRPr sz="2800"/>
            </a:lvl1pPr>
          </a:lstStyle>
          <a:p>
            <a:endParaRPr lang="en-US" dirty="0"/>
          </a:p>
        </p:txBody>
      </p:sp>
    </p:spTree>
    <p:extLst>
      <p:ext uri="{BB962C8B-B14F-4D97-AF65-F5344CB8AC3E}">
        <p14:creationId xmlns:p14="http://schemas.microsoft.com/office/powerpoint/2010/main" val="1383692595"/>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10_side placeholder 6">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0" y="0"/>
            <a:ext cx="12192000" cy="4770783"/>
          </a:xfrm>
        </p:spPr>
        <p:txBody>
          <a:bodyPr/>
          <a:lstStyle/>
          <a:p>
            <a:endParaRPr lang="id-ID"/>
          </a:p>
        </p:txBody>
      </p:sp>
      <p:sp>
        <p:nvSpPr>
          <p:cNvPr id="8" name="Picture Placeholder 2"/>
          <p:cNvSpPr>
            <a:spLocks noGrp="1"/>
          </p:cNvSpPr>
          <p:nvPr>
            <p:ph type="pic" sz="quarter" idx="25"/>
          </p:nvPr>
        </p:nvSpPr>
        <p:spPr>
          <a:xfrm>
            <a:off x="4207564" y="4915882"/>
            <a:ext cx="1914938" cy="1829475"/>
          </a:xfrm>
          <a:solidFill>
            <a:schemeClr val="bg1">
              <a:lumMod val="95000"/>
            </a:schemeClr>
          </a:solidFill>
        </p:spPr>
        <p:txBody>
          <a:bodyPr>
            <a:normAutofit/>
          </a:bodyPr>
          <a:lstStyle>
            <a:lvl1pPr>
              <a:defRPr sz="2800"/>
            </a:lvl1pPr>
          </a:lstStyle>
          <a:p>
            <a:endParaRPr lang="en-US" dirty="0"/>
          </a:p>
        </p:txBody>
      </p:sp>
      <p:sp>
        <p:nvSpPr>
          <p:cNvPr id="9" name="Picture Placeholder 2"/>
          <p:cNvSpPr>
            <a:spLocks noGrp="1"/>
          </p:cNvSpPr>
          <p:nvPr>
            <p:ph type="pic" sz="quarter" idx="26"/>
          </p:nvPr>
        </p:nvSpPr>
        <p:spPr>
          <a:xfrm>
            <a:off x="6288154" y="4915881"/>
            <a:ext cx="1855304" cy="1829475"/>
          </a:xfrm>
          <a:solidFill>
            <a:schemeClr val="bg1">
              <a:lumMod val="95000"/>
            </a:schemeClr>
          </a:solidFill>
        </p:spPr>
        <p:txBody>
          <a:bodyPr>
            <a:normAutofit/>
          </a:bodyPr>
          <a:lstStyle>
            <a:lvl1pPr>
              <a:defRPr sz="2800"/>
            </a:lvl1pPr>
          </a:lstStyle>
          <a:p>
            <a:endParaRPr lang="en-US" dirty="0"/>
          </a:p>
        </p:txBody>
      </p:sp>
      <p:sp>
        <p:nvSpPr>
          <p:cNvPr id="10" name="Picture Placeholder 2"/>
          <p:cNvSpPr>
            <a:spLocks noGrp="1"/>
          </p:cNvSpPr>
          <p:nvPr>
            <p:ph type="pic" sz="quarter" idx="27"/>
          </p:nvPr>
        </p:nvSpPr>
        <p:spPr>
          <a:xfrm>
            <a:off x="8309110" y="4915881"/>
            <a:ext cx="1855304" cy="1829475"/>
          </a:xfrm>
          <a:solidFill>
            <a:schemeClr val="bg1">
              <a:lumMod val="95000"/>
            </a:schemeClr>
          </a:solidFill>
        </p:spPr>
        <p:txBody>
          <a:bodyPr>
            <a:normAutofit/>
          </a:bodyPr>
          <a:lstStyle>
            <a:lvl1pPr>
              <a:defRPr sz="2800"/>
            </a:lvl1pPr>
          </a:lstStyle>
          <a:p>
            <a:endParaRPr lang="en-US" dirty="0"/>
          </a:p>
        </p:txBody>
      </p:sp>
      <p:sp>
        <p:nvSpPr>
          <p:cNvPr id="11" name="Picture Placeholder 2"/>
          <p:cNvSpPr>
            <a:spLocks noGrp="1"/>
          </p:cNvSpPr>
          <p:nvPr>
            <p:ph type="pic" sz="quarter" idx="28"/>
          </p:nvPr>
        </p:nvSpPr>
        <p:spPr>
          <a:xfrm>
            <a:off x="10330066" y="4928795"/>
            <a:ext cx="1855304" cy="1829475"/>
          </a:xfrm>
          <a:solidFill>
            <a:schemeClr val="bg1">
              <a:lumMod val="95000"/>
            </a:schemeClr>
          </a:solidFill>
        </p:spPr>
        <p:txBody>
          <a:bodyPr>
            <a:normAutofit/>
          </a:bodyPr>
          <a:lstStyle>
            <a:lvl1pPr>
              <a:defRPr sz="2800"/>
            </a:lvl1pPr>
          </a:lstStyle>
          <a:p>
            <a:endParaRPr lang="en-US" dirty="0"/>
          </a:p>
        </p:txBody>
      </p:sp>
      <p:sp>
        <p:nvSpPr>
          <p:cNvPr id="7" name="Picture Placeholder 2"/>
          <p:cNvSpPr>
            <a:spLocks noGrp="1"/>
          </p:cNvSpPr>
          <p:nvPr>
            <p:ph type="pic" sz="quarter" idx="29"/>
          </p:nvPr>
        </p:nvSpPr>
        <p:spPr>
          <a:xfrm>
            <a:off x="2034210" y="4915880"/>
            <a:ext cx="2007702" cy="1829475"/>
          </a:xfrm>
          <a:solidFill>
            <a:schemeClr val="bg1">
              <a:lumMod val="95000"/>
            </a:schemeClr>
          </a:solidFill>
        </p:spPr>
        <p:txBody>
          <a:bodyPr>
            <a:normAutofit/>
          </a:bodyPr>
          <a:lstStyle>
            <a:lvl1pPr>
              <a:defRPr sz="2800"/>
            </a:lvl1pPr>
          </a:lstStyle>
          <a:p>
            <a:endParaRPr lang="en-US" dirty="0"/>
          </a:p>
        </p:txBody>
      </p:sp>
      <p:sp>
        <p:nvSpPr>
          <p:cNvPr id="12" name="Picture Placeholder 2"/>
          <p:cNvSpPr>
            <a:spLocks noGrp="1"/>
          </p:cNvSpPr>
          <p:nvPr>
            <p:ph type="pic" sz="quarter" idx="30"/>
          </p:nvPr>
        </p:nvSpPr>
        <p:spPr>
          <a:xfrm>
            <a:off x="0" y="4915879"/>
            <a:ext cx="1855304" cy="1829475"/>
          </a:xfrm>
          <a:solidFill>
            <a:schemeClr val="bg1">
              <a:lumMod val="95000"/>
            </a:schemeClr>
          </a:solidFill>
        </p:spPr>
        <p:txBody>
          <a:bodyPr>
            <a:normAutofit/>
          </a:bodyPr>
          <a:lstStyle>
            <a:lvl1pPr>
              <a:defRPr sz="2800"/>
            </a:lvl1pPr>
          </a:lstStyle>
          <a:p>
            <a:endParaRPr lang="en-US" dirty="0"/>
          </a:p>
        </p:txBody>
      </p:sp>
    </p:spTree>
    <p:extLst>
      <p:ext uri="{BB962C8B-B14F-4D97-AF65-F5344CB8AC3E}">
        <p14:creationId xmlns:p14="http://schemas.microsoft.com/office/powerpoint/2010/main" val="3298846724"/>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11_side placeholder 10">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0" y="0"/>
            <a:ext cx="12192000" cy="4770783"/>
          </a:xfrm>
        </p:spPr>
        <p:txBody>
          <a:bodyPr/>
          <a:lstStyle/>
          <a:p>
            <a:endParaRPr lang="id-ID"/>
          </a:p>
        </p:txBody>
      </p:sp>
      <p:sp>
        <p:nvSpPr>
          <p:cNvPr id="9" name="Picture Placeholder 2"/>
          <p:cNvSpPr>
            <a:spLocks noGrp="1"/>
          </p:cNvSpPr>
          <p:nvPr>
            <p:ph type="pic" sz="quarter" idx="26"/>
          </p:nvPr>
        </p:nvSpPr>
        <p:spPr>
          <a:xfrm>
            <a:off x="6288154" y="4915881"/>
            <a:ext cx="1855304" cy="1829475"/>
          </a:xfrm>
          <a:solidFill>
            <a:schemeClr val="bg1">
              <a:lumMod val="95000"/>
            </a:schemeClr>
          </a:solidFill>
        </p:spPr>
        <p:txBody>
          <a:bodyPr>
            <a:normAutofit/>
          </a:bodyPr>
          <a:lstStyle>
            <a:lvl1pPr>
              <a:defRPr sz="2800"/>
            </a:lvl1pPr>
          </a:lstStyle>
          <a:p>
            <a:endParaRPr lang="en-US" dirty="0"/>
          </a:p>
        </p:txBody>
      </p:sp>
      <p:sp>
        <p:nvSpPr>
          <p:cNvPr id="11" name="Picture Placeholder 2"/>
          <p:cNvSpPr>
            <a:spLocks noGrp="1"/>
          </p:cNvSpPr>
          <p:nvPr>
            <p:ph type="pic" sz="quarter" idx="28"/>
          </p:nvPr>
        </p:nvSpPr>
        <p:spPr>
          <a:xfrm>
            <a:off x="10330066" y="4928795"/>
            <a:ext cx="1855304" cy="1829475"/>
          </a:xfrm>
          <a:solidFill>
            <a:schemeClr val="bg1">
              <a:lumMod val="95000"/>
            </a:schemeClr>
          </a:solidFill>
        </p:spPr>
        <p:txBody>
          <a:bodyPr>
            <a:normAutofit/>
          </a:bodyPr>
          <a:lstStyle>
            <a:lvl1pPr>
              <a:defRPr sz="2800"/>
            </a:lvl1pPr>
          </a:lstStyle>
          <a:p>
            <a:endParaRPr lang="en-US" dirty="0"/>
          </a:p>
        </p:txBody>
      </p:sp>
      <p:sp>
        <p:nvSpPr>
          <p:cNvPr id="7" name="Picture Placeholder 2"/>
          <p:cNvSpPr>
            <a:spLocks noGrp="1"/>
          </p:cNvSpPr>
          <p:nvPr>
            <p:ph type="pic" sz="quarter" idx="29"/>
          </p:nvPr>
        </p:nvSpPr>
        <p:spPr>
          <a:xfrm>
            <a:off x="2034210" y="4915880"/>
            <a:ext cx="2007702" cy="1829475"/>
          </a:xfrm>
          <a:solidFill>
            <a:schemeClr val="bg1">
              <a:lumMod val="95000"/>
            </a:schemeClr>
          </a:solidFill>
        </p:spPr>
        <p:txBody>
          <a:bodyPr>
            <a:normAutofit/>
          </a:bodyPr>
          <a:lstStyle>
            <a:lvl1pPr>
              <a:defRPr sz="2800"/>
            </a:lvl1pPr>
          </a:lstStyle>
          <a:p>
            <a:endParaRPr lang="en-US" dirty="0"/>
          </a:p>
        </p:txBody>
      </p:sp>
    </p:spTree>
    <p:extLst>
      <p:ext uri="{BB962C8B-B14F-4D97-AF65-F5344CB8AC3E}">
        <p14:creationId xmlns:p14="http://schemas.microsoft.com/office/powerpoint/2010/main" val="894525717"/>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7_side placeholder">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8335617" y="1974574"/>
            <a:ext cx="3856383" cy="4883426"/>
          </a:xfrm>
        </p:spPr>
        <p:txBody>
          <a:bodyPr/>
          <a:lstStyle/>
          <a:p>
            <a:endParaRPr lang="id-ID"/>
          </a:p>
        </p:txBody>
      </p:sp>
      <p:sp>
        <p:nvSpPr>
          <p:cNvPr id="4" name="Picture Placeholder 2"/>
          <p:cNvSpPr>
            <a:spLocks noGrp="1"/>
          </p:cNvSpPr>
          <p:nvPr>
            <p:ph type="pic" sz="quarter" idx="11"/>
          </p:nvPr>
        </p:nvSpPr>
        <p:spPr>
          <a:xfrm>
            <a:off x="0" y="1974574"/>
            <a:ext cx="3935896" cy="4883426"/>
          </a:xfrm>
        </p:spPr>
        <p:txBody>
          <a:bodyPr/>
          <a:lstStyle/>
          <a:p>
            <a:endParaRPr lang="id-ID"/>
          </a:p>
        </p:txBody>
      </p:sp>
      <p:sp>
        <p:nvSpPr>
          <p:cNvPr id="5" name="Picture Placeholder 2"/>
          <p:cNvSpPr>
            <a:spLocks noGrp="1"/>
          </p:cNvSpPr>
          <p:nvPr>
            <p:ph type="pic" sz="quarter" idx="12"/>
          </p:nvPr>
        </p:nvSpPr>
        <p:spPr>
          <a:xfrm>
            <a:off x="4108174" y="1974574"/>
            <a:ext cx="4055165" cy="4883426"/>
          </a:xfrm>
        </p:spPr>
        <p:txBody>
          <a:bodyPr/>
          <a:lstStyle/>
          <a:p>
            <a:endParaRPr lang="id-ID"/>
          </a:p>
        </p:txBody>
      </p:sp>
    </p:spTree>
    <p:extLst>
      <p:ext uri="{BB962C8B-B14F-4D97-AF65-F5344CB8AC3E}">
        <p14:creationId xmlns:p14="http://schemas.microsoft.com/office/powerpoint/2010/main" val="1025910405"/>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4_side placeholder">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8415130" y="0"/>
            <a:ext cx="3776870" cy="3392557"/>
          </a:xfrm>
        </p:spPr>
        <p:txBody>
          <a:bodyPr/>
          <a:lstStyle/>
          <a:p>
            <a:endParaRPr lang="id-ID"/>
          </a:p>
        </p:txBody>
      </p:sp>
      <p:sp>
        <p:nvSpPr>
          <p:cNvPr id="4" name="Picture Placeholder 2"/>
          <p:cNvSpPr>
            <a:spLocks noGrp="1"/>
          </p:cNvSpPr>
          <p:nvPr>
            <p:ph type="pic" sz="quarter" idx="11"/>
          </p:nvPr>
        </p:nvSpPr>
        <p:spPr>
          <a:xfrm>
            <a:off x="8415130" y="3392557"/>
            <a:ext cx="3776870" cy="3465443"/>
          </a:xfrm>
        </p:spPr>
        <p:txBody>
          <a:bodyPr/>
          <a:lstStyle/>
          <a:p>
            <a:endParaRPr lang="id-ID"/>
          </a:p>
        </p:txBody>
      </p:sp>
      <p:sp>
        <p:nvSpPr>
          <p:cNvPr id="5" name="Picture Placeholder 2"/>
          <p:cNvSpPr>
            <a:spLocks noGrp="1"/>
          </p:cNvSpPr>
          <p:nvPr>
            <p:ph type="pic" sz="quarter" idx="12"/>
          </p:nvPr>
        </p:nvSpPr>
        <p:spPr>
          <a:xfrm>
            <a:off x="4638260" y="0"/>
            <a:ext cx="3776870" cy="3392557"/>
          </a:xfrm>
        </p:spPr>
        <p:txBody>
          <a:bodyPr/>
          <a:lstStyle/>
          <a:p>
            <a:endParaRPr lang="id-ID"/>
          </a:p>
        </p:txBody>
      </p:sp>
      <p:sp>
        <p:nvSpPr>
          <p:cNvPr id="6" name="Picture Placeholder 2"/>
          <p:cNvSpPr>
            <a:spLocks noGrp="1"/>
          </p:cNvSpPr>
          <p:nvPr>
            <p:ph type="pic" sz="quarter" idx="13"/>
          </p:nvPr>
        </p:nvSpPr>
        <p:spPr>
          <a:xfrm>
            <a:off x="4638260" y="3392557"/>
            <a:ext cx="3776870" cy="3465443"/>
          </a:xfrm>
        </p:spPr>
        <p:txBody>
          <a:bodyPr/>
          <a:lstStyle/>
          <a:p>
            <a:endParaRPr lang="id-ID"/>
          </a:p>
        </p:txBody>
      </p:sp>
    </p:spTree>
    <p:extLst>
      <p:ext uri="{BB962C8B-B14F-4D97-AF65-F5344CB8AC3E}">
        <p14:creationId xmlns:p14="http://schemas.microsoft.com/office/powerpoint/2010/main" val="1056831708"/>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2_side placeholder center">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4121427" y="0"/>
            <a:ext cx="3763616" cy="6858000"/>
          </a:xfrm>
        </p:spPr>
        <p:txBody>
          <a:bodyPr/>
          <a:lstStyle/>
          <a:p>
            <a:endParaRPr lang="id-ID"/>
          </a:p>
        </p:txBody>
      </p:sp>
    </p:spTree>
    <p:extLst>
      <p:ext uri="{BB962C8B-B14F-4D97-AF65-F5344CB8AC3E}">
        <p14:creationId xmlns:p14="http://schemas.microsoft.com/office/powerpoint/2010/main" val="369899848"/>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3_side placeholder full">
    <p:spTree>
      <p:nvGrpSpPr>
        <p:cNvPr id="1" name=""/>
        <p:cNvGrpSpPr/>
        <p:nvPr/>
      </p:nvGrpSpPr>
      <p:grpSpPr>
        <a:xfrm>
          <a:off x="0" y="0"/>
          <a:ext cx="0" cy="0"/>
          <a:chOff x="0" y="0"/>
          <a:chExt cx="0" cy="0"/>
        </a:xfrm>
      </p:grpSpPr>
      <p:sp>
        <p:nvSpPr>
          <p:cNvPr id="5" name="Picture Placeholder 3"/>
          <p:cNvSpPr>
            <a:spLocks noGrp="1"/>
          </p:cNvSpPr>
          <p:nvPr>
            <p:ph type="pic" sz="quarter" idx="10"/>
          </p:nvPr>
        </p:nvSpPr>
        <p:spPr>
          <a:xfrm>
            <a:off x="-18288" y="0"/>
            <a:ext cx="3063240" cy="3438144"/>
          </a:xfrm>
          <a:prstGeom prst="rect">
            <a:avLst/>
          </a:prstGeom>
        </p:spPr>
        <p:txBody>
          <a:bodyPr lIns="182880" tIns="91440" rIns="182880" bIns="91440"/>
          <a:lstStyle>
            <a:lvl1pPr marL="0" indent="0">
              <a:buFontTx/>
              <a:buNone/>
              <a:defRPr/>
            </a:lvl1pPr>
          </a:lstStyle>
          <a:p>
            <a:endParaRPr lang="en-US" dirty="0"/>
          </a:p>
        </p:txBody>
      </p:sp>
      <p:sp>
        <p:nvSpPr>
          <p:cNvPr id="6" name="Picture Placeholder 3"/>
          <p:cNvSpPr>
            <a:spLocks noGrp="1"/>
          </p:cNvSpPr>
          <p:nvPr>
            <p:ph type="pic" sz="quarter" idx="12"/>
          </p:nvPr>
        </p:nvSpPr>
        <p:spPr>
          <a:xfrm>
            <a:off x="6079744" y="0"/>
            <a:ext cx="3063240" cy="3438144"/>
          </a:xfrm>
          <a:prstGeom prst="rect">
            <a:avLst/>
          </a:prstGeom>
        </p:spPr>
        <p:txBody>
          <a:bodyPr lIns="182880" tIns="91440" rIns="182880" bIns="91440"/>
          <a:lstStyle>
            <a:lvl1pPr marL="0" indent="0">
              <a:buFontTx/>
              <a:buNone/>
              <a:defRPr/>
            </a:lvl1pPr>
          </a:lstStyle>
          <a:p>
            <a:endParaRPr lang="en-US" dirty="0"/>
          </a:p>
        </p:txBody>
      </p:sp>
      <p:sp>
        <p:nvSpPr>
          <p:cNvPr id="9" name="Picture Placeholder 3"/>
          <p:cNvSpPr>
            <a:spLocks noGrp="1"/>
          </p:cNvSpPr>
          <p:nvPr>
            <p:ph type="pic" sz="quarter" idx="15"/>
          </p:nvPr>
        </p:nvSpPr>
        <p:spPr>
          <a:xfrm>
            <a:off x="3030728" y="3438144"/>
            <a:ext cx="3063240" cy="3438144"/>
          </a:xfrm>
          <a:prstGeom prst="rect">
            <a:avLst/>
          </a:prstGeom>
        </p:spPr>
        <p:txBody>
          <a:bodyPr lIns="182880" tIns="91440" rIns="182880" bIns="91440"/>
          <a:lstStyle>
            <a:lvl1pPr marL="0" indent="0">
              <a:buFontTx/>
              <a:buNone/>
              <a:defRPr/>
            </a:lvl1pPr>
          </a:lstStyle>
          <a:p>
            <a:endParaRPr lang="en-US" dirty="0"/>
          </a:p>
        </p:txBody>
      </p:sp>
      <p:sp>
        <p:nvSpPr>
          <p:cNvPr id="10" name="Picture Placeholder 3"/>
          <p:cNvSpPr>
            <a:spLocks noGrp="1"/>
          </p:cNvSpPr>
          <p:nvPr>
            <p:ph type="pic" sz="quarter" idx="17"/>
          </p:nvPr>
        </p:nvSpPr>
        <p:spPr>
          <a:xfrm>
            <a:off x="9128760" y="3438144"/>
            <a:ext cx="3063240" cy="3438144"/>
          </a:xfrm>
          <a:prstGeom prst="rect">
            <a:avLst/>
          </a:prstGeom>
        </p:spPr>
        <p:txBody>
          <a:bodyPr lIns="182880" tIns="91440" rIns="182880" bIns="91440"/>
          <a:lstStyle>
            <a:lvl1pPr marL="0" indent="0">
              <a:buFontTx/>
              <a:buNone/>
              <a:defRPr/>
            </a:lvl1pPr>
          </a:lstStyle>
          <a:p>
            <a:endParaRPr lang="en-US" dirty="0"/>
          </a:p>
        </p:txBody>
      </p:sp>
    </p:spTree>
    <p:extLst>
      <p:ext uri="{BB962C8B-B14F-4D97-AF65-F5344CB8AC3E}">
        <p14:creationId xmlns:p14="http://schemas.microsoft.com/office/powerpoint/2010/main" val="1799995716"/>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3_side placeholder center 2">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27179" y="0"/>
            <a:ext cx="3770915" cy="6858000"/>
          </a:xfrm>
        </p:spPr>
        <p:txBody>
          <a:bodyPr/>
          <a:lstStyle/>
          <a:p>
            <a:endParaRPr lang="id-ID"/>
          </a:p>
        </p:txBody>
      </p:sp>
      <p:sp>
        <p:nvSpPr>
          <p:cNvPr id="5" name="Picture Placeholder 2"/>
          <p:cNvSpPr>
            <a:spLocks noGrp="1"/>
          </p:cNvSpPr>
          <p:nvPr>
            <p:ph type="pic" sz="quarter" idx="25"/>
          </p:nvPr>
        </p:nvSpPr>
        <p:spPr>
          <a:xfrm>
            <a:off x="3909389" y="688438"/>
            <a:ext cx="1855304" cy="1829475"/>
          </a:xfrm>
          <a:solidFill>
            <a:schemeClr val="bg1">
              <a:lumMod val="95000"/>
            </a:schemeClr>
          </a:solidFill>
        </p:spPr>
        <p:txBody>
          <a:bodyPr>
            <a:normAutofit/>
          </a:bodyPr>
          <a:lstStyle>
            <a:lvl1pPr>
              <a:defRPr sz="2800"/>
            </a:lvl1pPr>
          </a:lstStyle>
          <a:p>
            <a:endParaRPr lang="en-US" dirty="0"/>
          </a:p>
        </p:txBody>
      </p:sp>
      <p:sp>
        <p:nvSpPr>
          <p:cNvPr id="6" name="Picture Placeholder 2"/>
          <p:cNvSpPr>
            <a:spLocks noGrp="1"/>
          </p:cNvSpPr>
          <p:nvPr>
            <p:ph type="pic" sz="quarter" idx="26"/>
          </p:nvPr>
        </p:nvSpPr>
        <p:spPr>
          <a:xfrm>
            <a:off x="5930345" y="688437"/>
            <a:ext cx="1855304" cy="1829475"/>
          </a:xfrm>
          <a:solidFill>
            <a:schemeClr val="bg1">
              <a:lumMod val="95000"/>
            </a:schemeClr>
          </a:solidFill>
        </p:spPr>
        <p:txBody>
          <a:bodyPr>
            <a:normAutofit/>
          </a:bodyPr>
          <a:lstStyle>
            <a:lvl1pPr>
              <a:defRPr sz="2800"/>
            </a:lvl1pPr>
          </a:lstStyle>
          <a:p>
            <a:endParaRPr lang="en-US" dirty="0"/>
          </a:p>
        </p:txBody>
      </p:sp>
      <p:sp>
        <p:nvSpPr>
          <p:cNvPr id="9" name="Picture Placeholder 2"/>
          <p:cNvSpPr>
            <a:spLocks noGrp="1"/>
          </p:cNvSpPr>
          <p:nvPr>
            <p:ph type="pic" sz="quarter" idx="27"/>
          </p:nvPr>
        </p:nvSpPr>
        <p:spPr>
          <a:xfrm>
            <a:off x="7951301" y="688437"/>
            <a:ext cx="1855304" cy="1829475"/>
          </a:xfrm>
          <a:solidFill>
            <a:schemeClr val="bg1">
              <a:lumMod val="95000"/>
            </a:schemeClr>
          </a:solidFill>
        </p:spPr>
        <p:txBody>
          <a:bodyPr>
            <a:normAutofit/>
          </a:bodyPr>
          <a:lstStyle>
            <a:lvl1pPr>
              <a:defRPr sz="2800"/>
            </a:lvl1pPr>
          </a:lstStyle>
          <a:p>
            <a:endParaRPr lang="en-US" dirty="0"/>
          </a:p>
        </p:txBody>
      </p:sp>
      <p:sp>
        <p:nvSpPr>
          <p:cNvPr id="10" name="Picture Placeholder 2"/>
          <p:cNvSpPr>
            <a:spLocks noGrp="1"/>
          </p:cNvSpPr>
          <p:nvPr>
            <p:ph type="pic" sz="quarter" idx="28"/>
          </p:nvPr>
        </p:nvSpPr>
        <p:spPr>
          <a:xfrm>
            <a:off x="9972257" y="701351"/>
            <a:ext cx="1855304" cy="1829475"/>
          </a:xfrm>
          <a:solidFill>
            <a:schemeClr val="bg1">
              <a:lumMod val="95000"/>
            </a:schemeClr>
          </a:solidFill>
        </p:spPr>
        <p:txBody>
          <a:bodyPr>
            <a:normAutofit/>
          </a:bodyPr>
          <a:lstStyle>
            <a:lvl1pPr>
              <a:defRPr sz="2800"/>
            </a:lvl1pPr>
          </a:lstStyle>
          <a:p>
            <a:endParaRPr lang="en-US" dirty="0"/>
          </a:p>
        </p:txBody>
      </p:sp>
    </p:spTree>
    <p:extLst>
      <p:ext uri="{BB962C8B-B14F-4D97-AF65-F5344CB8AC3E}">
        <p14:creationId xmlns:p14="http://schemas.microsoft.com/office/powerpoint/2010/main" val="2889774062"/>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3_side placeholder">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2663688" y="0"/>
            <a:ext cx="2451652" cy="6858000"/>
          </a:xfrm>
        </p:spPr>
        <p:txBody>
          <a:bodyPr/>
          <a:lstStyle/>
          <a:p>
            <a:endParaRPr lang="id-ID"/>
          </a:p>
        </p:txBody>
      </p:sp>
    </p:spTree>
    <p:extLst>
      <p:ext uri="{BB962C8B-B14F-4D97-AF65-F5344CB8AC3E}">
        <p14:creationId xmlns:p14="http://schemas.microsoft.com/office/powerpoint/2010/main" val="3205272491"/>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4_side placeholder bottom">
    <p:spTree>
      <p:nvGrpSpPr>
        <p:cNvPr id="1" name=""/>
        <p:cNvGrpSpPr/>
        <p:nvPr/>
      </p:nvGrpSpPr>
      <p:grpSpPr>
        <a:xfrm>
          <a:off x="0" y="0"/>
          <a:ext cx="0" cy="0"/>
          <a:chOff x="0" y="0"/>
          <a:chExt cx="0" cy="0"/>
        </a:xfrm>
      </p:grpSpPr>
      <p:sp>
        <p:nvSpPr>
          <p:cNvPr id="5" name="Picture Placeholder 5"/>
          <p:cNvSpPr>
            <a:spLocks noGrp="1"/>
          </p:cNvSpPr>
          <p:nvPr>
            <p:ph type="pic" sz="quarter" idx="11"/>
          </p:nvPr>
        </p:nvSpPr>
        <p:spPr>
          <a:xfrm>
            <a:off x="0" y="4234068"/>
            <a:ext cx="12192000" cy="2623932"/>
          </a:xfrm>
        </p:spPr>
        <p:txBody>
          <a:bodyPr/>
          <a:lstStyle/>
          <a:p>
            <a:endParaRPr lang="id-ID"/>
          </a:p>
        </p:txBody>
      </p:sp>
    </p:spTree>
    <p:extLst>
      <p:ext uri="{BB962C8B-B14F-4D97-AF65-F5344CB8AC3E}">
        <p14:creationId xmlns:p14="http://schemas.microsoft.com/office/powerpoint/2010/main" val="3098851036"/>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5_side placeholder ">
    <p:spTree>
      <p:nvGrpSpPr>
        <p:cNvPr id="1" name=""/>
        <p:cNvGrpSpPr/>
        <p:nvPr/>
      </p:nvGrpSpPr>
      <p:grpSpPr>
        <a:xfrm>
          <a:off x="0" y="0"/>
          <a:ext cx="0" cy="0"/>
          <a:chOff x="0" y="0"/>
          <a:chExt cx="0" cy="0"/>
        </a:xfrm>
      </p:grpSpPr>
      <p:sp>
        <p:nvSpPr>
          <p:cNvPr id="5" name="Picture Placeholder 5"/>
          <p:cNvSpPr>
            <a:spLocks noGrp="1"/>
          </p:cNvSpPr>
          <p:nvPr>
            <p:ph type="pic" sz="quarter" idx="11"/>
          </p:nvPr>
        </p:nvSpPr>
        <p:spPr>
          <a:xfrm>
            <a:off x="0" y="0"/>
            <a:ext cx="12192000" cy="2623932"/>
          </a:xfrm>
        </p:spPr>
        <p:txBody>
          <a:bodyPr/>
          <a:lstStyle/>
          <a:p>
            <a:endParaRPr lang="id-ID"/>
          </a:p>
        </p:txBody>
      </p:sp>
    </p:spTree>
    <p:extLst>
      <p:ext uri="{BB962C8B-B14F-4D97-AF65-F5344CB8AC3E}">
        <p14:creationId xmlns:p14="http://schemas.microsoft.com/office/powerpoint/2010/main" val="3515966846"/>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6_side placeholder ">
    <p:spTree>
      <p:nvGrpSpPr>
        <p:cNvPr id="1" name=""/>
        <p:cNvGrpSpPr/>
        <p:nvPr/>
      </p:nvGrpSpPr>
      <p:grpSpPr>
        <a:xfrm>
          <a:off x="0" y="0"/>
          <a:ext cx="0" cy="0"/>
          <a:chOff x="0" y="0"/>
          <a:chExt cx="0" cy="0"/>
        </a:xfrm>
      </p:grpSpPr>
      <p:sp>
        <p:nvSpPr>
          <p:cNvPr id="5" name="Picture Placeholder 5"/>
          <p:cNvSpPr>
            <a:spLocks noGrp="1"/>
          </p:cNvSpPr>
          <p:nvPr>
            <p:ph type="pic" sz="quarter" idx="11"/>
          </p:nvPr>
        </p:nvSpPr>
        <p:spPr>
          <a:xfrm>
            <a:off x="0" y="-1"/>
            <a:ext cx="12192000" cy="5287617"/>
          </a:xfrm>
        </p:spPr>
        <p:txBody>
          <a:bodyPr/>
          <a:lstStyle/>
          <a:p>
            <a:endParaRPr lang="id-ID"/>
          </a:p>
        </p:txBody>
      </p:sp>
    </p:spTree>
    <p:extLst>
      <p:ext uri="{BB962C8B-B14F-4D97-AF65-F5344CB8AC3E}">
        <p14:creationId xmlns:p14="http://schemas.microsoft.com/office/powerpoint/2010/main" val="3584138305"/>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6_side placeholder">
    <p:spTree>
      <p:nvGrpSpPr>
        <p:cNvPr id="1" name=""/>
        <p:cNvGrpSpPr/>
        <p:nvPr/>
      </p:nvGrpSpPr>
      <p:grpSpPr>
        <a:xfrm>
          <a:off x="0" y="0"/>
          <a:ext cx="0" cy="0"/>
          <a:chOff x="0" y="0"/>
          <a:chExt cx="0" cy="0"/>
        </a:xfrm>
      </p:grpSpPr>
      <p:sp>
        <p:nvSpPr>
          <p:cNvPr id="5" name="Picture Placeholder 5"/>
          <p:cNvSpPr>
            <a:spLocks noGrp="1"/>
          </p:cNvSpPr>
          <p:nvPr>
            <p:ph type="pic" sz="quarter" idx="11"/>
          </p:nvPr>
        </p:nvSpPr>
        <p:spPr>
          <a:xfrm>
            <a:off x="0" y="1941442"/>
            <a:ext cx="12192000" cy="2623932"/>
          </a:xfrm>
        </p:spPr>
        <p:txBody>
          <a:bodyPr/>
          <a:lstStyle/>
          <a:p>
            <a:endParaRPr lang="id-ID"/>
          </a:p>
        </p:txBody>
      </p:sp>
      <p:sp>
        <p:nvSpPr>
          <p:cNvPr id="6" name="Title 1"/>
          <p:cNvSpPr>
            <a:spLocks noGrp="1"/>
          </p:cNvSpPr>
          <p:nvPr>
            <p:ph type="title"/>
          </p:nvPr>
        </p:nvSpPr>
        <p:spPr>
          <a:xfrm>
            <a:off x="470455" y="458073"/>
            <a:ext cx="11357112" cy="562527"/>
          </a:xfrm>
        </p:spPr>
        <p:txBody>
          <a:bodyPr>
            <a:noAutofit/>
          </a:bodyPr>
          <a:lstStyle>
            <a:lvl1pPr algn="ctr">
              <a:defRPr sz="4400">
                <a:solidFill>
                  <a:schemeClr val="tx1"/>
                </a:solidFill>
                <a:latin typeface="+mj-lt"/>
              </a:defRPr>
            </a:lvl1pPr>
          </a:lstStyle>
          <a:p>
            <a:r>
              <a:rPr lang="en-US"/>
              <a:t>Click to edit Master title style</a:t>
            </a:r>
            <a:endParaRPr lang="id-ID"/>
          </a:p>
        </p:txBody>
      </p:sp>
      <p:sp>
        <p:nvSpPr>
          <p:cNvPr id="7" name="Text Placeholder 7"/>
          <p:cNvSpPr>
            <a:spLocks noGrp="1"/>
          </p:cNvSpPr>
          <p:nvPr>
            <p:ph type="body" sz="quarter" idx="10"/>
          </p:nvPr>
        </p:nvSpPr>
        <p:spPr>
          <a:xfrm>
            <a:off x="470455" y="981950"/>
            <a:ext cx="11357112" cy="436908"/>
          </a:xfrm>
        </p:spPr>
        <p:txBody>
          <a:bodyPr>
            <a:normAutofit/>
          </a:bodyPr>
          <a:lstStyle>
            <a:lvl1pPr marL="0" indent="0" algn="ctr">
              <a:buNone/>
              <a:defRPr sz="1800">
                <a:solidFill>
                  <a:schemeClr val="tx1"/>
                </a:solidFill>
                <a:latin typeface="+mn-lt"/>
              </a:defRPr>
            </a:lvl1pPr>
          </a:lstStyle>
          <a:p>
            <a:pPr lvl="0"/>
            <a:r>
              <a:rPr lang="en-US"/>
              <a:t>Click to edit Master text styles</a:t>
            </a:r>
          </a:p>
        </p:txBody>
      </p:sp>
    </p:spTree>
    <p:extLst>
      <p:ext uri="{BB962C8B-B14F-4D97-AF65-F5344CB8AC3E}">
        <p14:creationId xmlns:p14="http://schemas.microsoft.com/office/powerpoint/2010/main" val="2406808364"/>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8_side placeholder 11">
    <p:spTree>
      <p:nvGrpSpPr>
        <p:cNvPr id="1" name=""/>
        <p:cNvGrpSpPr/>
        <p:nvPr/>
      </p:nvGrpSpPr>
      <p:grpSpPr>
        <a:xfrm>
          <a:off x="0" y="0"/>
          <a:ext cx="0" cy="0"/>
          <a:chOff x="0" y="0"/>
          <a:chExt cx="0" cy="0"/>
        </a:xfrm>
      </p:grpSpPr>
      <p:sp>
        <p:nvSpPr>
          <p:cNvPr id="5" name="Picture Placeholder 5"/>
          <p:cNvSpPr>
            <a:spLocks noGrp="1"/>
          </p:cNvSpPr>
          <p:nvPr>
            <p:ph type="pic" sz="quarter" idx="11"/>
          </p:nvPr>
        </p:nvSpPr>
        <p:spPr>
          <a:xfrm>
            <a:off x="742123" y="1934818"/>
            <a:ext cx="10831414" cy="3306417"/>
          </a:xfrm>
        </p:spPr>
        <p:txBody>
          <a:bodyPr/>
          <a:lstStyle/>
          <a:p>
            <a:endParaRPr lang="id-ID"/>
          </a:p>
        </p:txBody>
      </p:sp>
      <p:sp>
        <p:nvSpPr>
          <p:cNvPr id="6" name="Title 1"/>
          <p:cNvSpPr>
            <a:spLocks noGrp="1"/>
          </p:cNvSpPr>
          <p:nvPr>
            <p:ph type="title"/>
          </p:nvPr>
        </p:nvSpPr>
        <p:spPr>
          <a:xfrm>
            <a:off x="470455" y="458073"/>
            <a:ext cx="11357112" cy="562527"/>
          </a:xfrm>
        </p:spPr>
        <p:txBody>
          <a:bodyPr>
            <a:noAutofit/>
          </a:bodyPr>
          <a:lstStyle>
            <a:lvl1pPr algn="ctr">
              <a:defRPr sz="4400">
                <a:solidFill>
                  <a:schemeClr val="tx1"/>
                </a:solidFill>
                <a:latin typeface="+mj-lt"/>
              </a:defRPr>
            </a:lvl1pPr>
          </a:lstStyle>
          <a:p>
            <a:r>
              <a:rPr lang="en-US"/>
              <a:t>Click to edit Master title style</a:t>
            </a:r>
            <a:endParaRPr lang="id-ID"/>
          </a:p>
        </p:txBody>
      </p:sp>
      <p:sp>
        <p:nvSpPr>
          <p:cNvPr id="7" name="Text Placeholder 7"/>
          <p:cNvSpPr>
            <a:spLocks noGrp="1"/>
          </p:cNvSpPr>
          <p:nvPr>
            <p:ph type="body" sz="quarter" idx="10"/>
          </p:nvPr>
        </p:nvSpPr>
        <p:spPr>
          <a:xfrm>
            <a:off x="470455" y="981950"/>
            <a:ext cx="11357112" cy="436908"/>
          </a:xfrm>
        </p:spPr>
        <p:txBody>
          <a:bodyPr>
            <a:normAutofit/>
          </a:bodyPr>
          <a:lstStyle>
            <a:lvl1pPr marL="0" indent="0" algn="ctr">
              <a:buNone/>
              <a:defRPr sz="1800">
                <a:solidFill>
                  <a:schemeClr val="tx1"/>
                </a:solidFill>
                <a:latin typeface="+mn-lt"/>
              </a:defRPr>
            </a:lvl1pPr>
          </a:lstStyle>
          <a:p>
            <a:pPr lvl="0"/>
            <a:r>
              <a:rPr lang="en-US"/>
              <a:t>Click to edit Master text styles</a:t>
            </a:r>
          </a:p>
        </p:txBody>
      </p:sp>
    </p:spTree>
    <p:extLst>
      <p:ext uri="{BB962C8B-B14F-4D97-AF65-F5344CB8AC3E}">
        <p14:creationId xmlns:p14="http://schemas.microsoft.com/office/powerpoint/2010/main" val="239966436"/>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5_side placeholder center">
    <p:spTree>
      <p:nvGrpSpPr>
        <p:cNvPr id="1" name=""/>
        <p:cNvGrpSpPr/>
        <p:nvPr/>
      </p:nvGrpSpPr>
      <p:grpSpPr>
        <a:xfrm>
          <a:off x="0" y="0"/>
          <a:ext cx="0" cy="0"/>
          <a:chOff x="0" y="0"/>
          <a:chExt cx="0" cy="0"/>
        </a:xfrm>
      </p:grpSpPr>
      <p:sp>
        <p:nvSpPr>
          <p:cNvPr id="6" name="Picture Placeholder 2"/>
          <p:cNvSpPr>
            <a:spLocks noGrp="1"/>
          </p:cNvSpPr>
          <p:nvPr>
            <p:ph type="pic" sz="quarter" idx="19"/>
          </p:nvPr>
        </p:nvSpPr>
        <p:spPr>
          <a:xfrm>
            <a:off x="0" y="2411896"/>
            <a:ext cx="3037024" cy="1841914"/>
          </a:xfrm>
          <a:prstGeom prst="rect">
            <a:avLst/>
          </a:prstGeom>
        </p:spPr>
        <p:txBody>
          <a:bodyPr/>
          <a:lstStyle/>
          <a:p>
            <a:endParaRPr lang="id-ID"/>
          </a:p>
        </p:txBody>
      </p:sp>
      <p:sp>
        <p:nvSpPr>
          <p:cNvPr id="9" name="Picture Placeholder 2"/>
          <p:cNvSpPr>
            <a:spLocks noGrp="1"/>
          </p:cNvSpPr>
          <p:nvPr>
            <p:ph type="pic" sz="quarter" idx="20"/>
          </p:nvPr>
        </p:nvSpPr>
        <p:spPr>
          <a:xfrm>
            <a:off x="3047585" y="2411896"/>
            <a:ext cx="2991886" cy="1841914"/>
          </a:xfrm>
          <a:prstGeom prst="rect">
            <a:avLst/>
          </a:prstGeom>
        </p:spPr>
        <p:txBody>
          <a:bodyPr/>
          <a:lstStyle/>
          <a:p>
            <a:endParaRPr lang="id-ID"/>
          </a:p>
        </p:txBody>
      </p:sp>
      <p:sp>
        <p:nvSpPr>
          <p:cNvPr id="10" name="Picture Placeholder 2"/>
          <p:cNvSpPr>
            <a:spLocks noGrp="1"/>
          </p:cNvSpPr>
          <p:nvPr>
            <p:ph type="pic" sz="quarter" idx="21"/>
          </p:nvPr>
        </p:nvSpPr>
        <p:spPr>
          <a:xfrm>
            <a:off x="6063284" y="2411896"/>
            <a:ext cx="3100594" cy="1841914"/>
          </a:xfrm>
          <a:prstGeom prst="rect">
            <a:avLst/>
          </a:prstGeom>
        </p:spPr>
        <p:txBody>
          <a:bodyPr/>
          <a:lstStyle/>
          <a:p>
            <a:endParaRPr lang="id-ID"/>
          </a:p>
        </p:txBody>
      </p:sp>
      <p:sp>
        <p:nvSpPr>
          <p:cNvPr id="11" name="Picture Placeholder 2"/>
          <p:cNvSpPr>
            <a:spLocks noGrp="1"/>
          </p:cNvSpPr>
          <p:nvPr>
            <p:ph type="pic" sz="quarter" idx="22"/>
          </p:nvPr>
        </p:nvSpPr>
        <p:spPr>
          <a:xfrm>
            <a:off x="9163878" y="2411896"/>
            <a:ext cx="3028122" cy="1841914"/>
          </a:xfrm>
          <a:prstGeom prst="rect">
            <a:avLst/>
          </a:prstGeom>
        </p:spPr>
        <p:txBody>
          <a:bodyPr/>
          <a:lstStyle/>
          <a:p>
            <a:endParaRPr lang="id-ID"/>
          </a:p>
        </p:txBody>
      </p:sp>
      <p:sp>
        <p:nvSpPr>
          <p:cNvPr id="12" name="Title 1"/>
          <p:cNvSpPr>
            <a:spLocks noGrp="1"/>
          </p:cNvSpPr>
          <p:nvPr>
            <p:ph type="title"/>
          </p:nvPr>
        </p:nvSpPr>
        <p:spPr>
          <a:xfrm>
            <a:off x="470455" y="458073"/>
            <a:ext cx="11357112" cy="562527"/>
          </a:xfrm>
        </p:spPr>
        <p:txBody>
          <a:bodyPr>
            <a:noAutofit/>
          </a:bodyPr>
          <a:lstStyle>
            <a:lvl1pPr algn="ctr">
              <a:defRPr sz="4400">
                <a:solidFill>
                  <a:schemeClr val="tx1"/>
                </a:solidFill>
                <a:latin typeface="+mj-lt"/>
              </a:defRPr>
            </a:lvl1pPr>
          </a:lstStyle>
          <a:p>
            <a:r>
              <a:rPr lang="en-US"/>
              <a:t>Click to edit Master title style</a:t>
            </a:r>
            <a:endParaRPr lang="id-ID"/>
          </a:p>
        </p:txBody>
      </p:sp>
      <p:sp>
        <p:nvSpPr>
          <p:cNvPr id="13" name="Text Placeholder 7"/>
          <p:cNvSpPr>
            <a:spLocks noGrp="1"/>
          </p:cNvSpPr>
          <p:nvPr>
            <p:ph type="body" sz="quarter" idx="10"/>
          </p:nvPr>
        </p:nvSpPr>
        <p:spPr>
          <a:xfrm>
            <a:off x="470455" y="981950"/>
            <a:ext cx="11357112" cy="436908"/>
          </a:xfrm>
        </p:spPr>
        <p:txBody>
          <a:bodyPr>
            <a:normAutofit/>
          </a:bodyPr>
          <a:lstStyle>
            <a:lvl1pPr marL="0" indent="0" algn="ctr">
              <a:buNone/>
              <a:defRPr sz="1800">
                <a:solidFill>
                  <a:schemeClr val="tx1"/>
                </a:solidFill>
                <a:latin typeface="+mn-lt"/>
              </a:defRPr>
            </a:lvl1pPr>
          </a:lstStyle>
          <a:p>
            <a:pPr lvl="0"/>
            <a:r>
              <a:rPr lang="en-US"/>
              <a:t>Click to edit Master text styles</a:t>
            </a:r>
          </a:p>
        </p:txBody>
      </p:sp>
    </p:spTree>
    <p:extLst>
      <p:ext uri="{BB962C8B-B14F-4D97-AF65-F5344CB8AC3E}">
        <p14:creationId xmlns:p14="http://schemas.microsoft.com/office/powerpoint/2010/main" val="197459270"/>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8_side placeholder center">
    <p:spTree>
      <p:nvGrpSpPr>
        <p:cNvPr id="1" name=""/>
        <p:cNvGrpSpPr/>
        <p:nvPr/>
      </p:nvGrpSpPr>
      <p:grpSpPr>
        <a:xfrm>
          <a:off x="0" y="0"/>
          <a:ext cx="0" cy="0"/>
          <a:chOff x="0" y="0"/>
          <a:chExt cx="0" cy="0"/>
        </a:xfrm>
      </p:grpSpPr>
      <p:sp>
        <p:nvSpPr>
          <p:cNvPr id="8" name="Picture Placeholder 13"/>
          <p:cNvSpPr>
            <a:spLocks noGrp="1"/>
          </p:cNvSpPr>
          <p:nvPr>
            <p:ph type="pic" sz="quarter" idx="57"/>
          </p:nvPr>
        </p:nvSpPr>
        <p:spPr>
          <a:xfrm>
            <a:off x="10150350" y="0"/>
            <a:ext cx="2041650" cy="2029968"/>
          </a:xfrm>
          <a:prstGeom prst="rect">
            <a:avLst/>
          </a:prstGeom>
          <a:effectLst/>
        </p:spPr>
        <p:txBody>
          <a:bodyPr>
            <a:normAutofit/>
          </a:bodyPr>
          <a:lstStyle>
            <a:lvl1pPr marL="0" indent="0">
              <a:buNone/>
              <a:defRPr sz="1300">
                <a:ln>
                  <a:noFill/>
                </a:ln>
                <a:solidFill>
                  <a:schemeClr val="bg1">
                    <a:lumMod val="85000"/>
                  </a:schemeClr>
                </a:solidFill>
              </a:defRPr>
            </a:lvl1pPr>
          </a:lstStyle>
          <a:p>
            <a:r>
              <a:rPr lang="en-US"/>
              <a:t>Drag picture to placeholder or click icon to add</a:t>
            </a:r>
            <a:endParaRPr lang="en-US" dirty="0"/>
          </a:p>
        </p:txBody>
      </p:sp>
      <p:sp>
        <p:nvSpPr>
          <p:cNvPr id="14" name="Picture Placeholder 13"/>
          <p:cNvSpPr>
            <a:spLocks noGrp="1"/>
          </p:cNvSpPr>
          <p:nvPr>
            <p:ph type="pic" sz="quarter" idx="58"/>
          </p:nvPr>
        </p:nvSpPr>
        <p:spPr>
          <a:xfrm>
            <a:off x="8119854" y="0"/>
            <a:ext cx="2030496" cy="2029968"/>
          </a:xfrm>
          <a:prstGeom prst="rect">
            <a:avLst/>
          </a:prstGeom>
          <a:effectLst/>
        </p:spPr>
        <p:txBody>
          <a:bodyPr>
            <a:normAutofit/>
          </a:bodyPr>
          <a:lstStyle>
            <a:lvl1pPr marL="0" indent="0">
              <a:buNone/>
              <a:defRPr sz="1300">
                <a:ln>
                  <a:noFill/>
                </a:ln>
                <a:solidFill>
                  <a:schemeClr val="bg1">
                    <a:lumMod val="85000"/>
                  </a:schemeClr>
                </a:solidFill>
              </a:defRPr>
            </a:lvl1pPr>
          </a:lstStyle>
          <a:p>
            <a:r>
              <a:rPr lang="en-US"/>
              <a:t>Drag picture to placeholder or click icon to add</a:t>
            </a:r>
            <a:endParaRPr lang="en-US" dirty="0"/>
          </a:p>
        </p:txBody>
      </p:sp>
      <p:sp>
        <p:nvSpPr>
          <p:cNvPr id="15" name="Picture Placeholder 13"/>
          <p:cNvSpPr>
            <a:spLocks noGrp="1"/>
          </p:cNvSpPr>
          <p:nvPr>
            <p:ph type="pic" sz="quarter" idx="59"/>
          </p:nvPr>
        </p:nvSpPr>
        <p:spPr>
          <a:xfrm>
            <a:off x="2025987" y="0"/>
            <a:ext cx="2030496" cy="2029968"/>
          </a:xfrm>
          <a:prstGeom prst="rect">
            <a:avLst/>
          </a:prstGeom>
          <a:effectLst/>
        </p:spPr>
        <p:txBody>
          <a:bodyPr>
            <a:normAutofit/>
          </a:bodyPr>
          <a:lstStyle>
            <a:lvl1pPr marL="0" indent="0">
              <a:buNone/>
              <a:defRPr sz="1300">
                <a:ln>
                  <a:noFill/>
                </a:ln>
                <a:solidFill>
                  <a:schemeClr val="bg1">
                    <a:lumMod val="85000"/>
                  </a:schemeClr>
                </a:solidFill>
              </a:defRPr>
            </a:lvl1pPr>
          </a:lstStyle>
          <a:p>
            <a:r>
              <a:rPr lang="en-US"/>
              <a:t>Drag picture to placeholder or click icon to add</a:t>
            </a:r>
            <a:endParaRPr lang="en-US" dirty="0"/>
          </a:p>
        </p:txBody>
      </p:sp>
      <p:sp>
        <p:nvSpPr>
          <p:cNvPr id="16" name="Picture Placeholder 13"/>
          <p:cNvSpPr>
            <a:spLocks noGrp="1"/>
          </p:cNvSpPr>
          <p:nvPr>
            <p:ph type="pic" sz="quarter" idx="60"/>
          </p:nvPr>
        </p:nvSpPr>
        <p:spPr>
          <a:xfrm>
            <a:off x="-4509" y="0"/>
            <a:ext cx="2030496" cy="2029968"/>
          </a:xfrm>
          <a:prstGeom prst="rect">
            <a:avLst/>
          </a:prstGeom>
          <a:effectLst/>
        </p:spPr>
        <p:txBody>
          <a:bodyPr>
            <a:normAutofit/>
          </a:bodyPr>
          <a:lstStyle>
            <a:lvl1pPr marL="0" indent="0">
              <a:buNone/>
              <a:defRPr sz="1300">
                <a:ln>
                  <a:noFill/>
                </a:ln>
                <a:solidFill>
                  <a:schemeClr val="bg1">
                    <a:lumMod val="85000"/>
                  </a:schemeClr>
                </a:solidFill>
              </a:defRPr>
            </a:lvl1pPr>
          </a:lstStyle>
          <a:p>
            <a:r>
              <a:rPr lang="en-US"/>
              <a:t>Drag picture to placeholder or click icon to add</a:t>
            </a:r>
            <a:endParaRPr lang="en-US" dirty="0"/>
          </a:p>
        </p:txBody>
      </p:sp>
      <p:sp>
        <p:nvSpPr>
          <p:cNvPr id="17" name="Picture Placeholder 13"/>
          <p:cNvSpPr>
            <a:spLocks noGrp="1"/>
          </p:cNvSpPr>
          <p:nvPr>
            <p:ph type="pic" sz="quarter" idx="61"/>
          </p:nvPr>
        </p:nvSpPr>
        <p:spPr>
          <a:xfrm>
            <a:off x="6086980" y="0"/>
            <a:ext cx="2030496" cy="2029968"/>
          </a:xfrm>
          <a:prstGeom prst="rect">
            <a:avLst/>
          </a:prstGeom>
          <a:effectLst/>
        </p:spPr>
        <p:txBody>
          <a:bodyPr>
            <a:normAutofit/>
          </a:bodyPr>
          <a:lstStyle>
            <a:lvl1pPr marL="0" indent="0">
              <a:buNone/>
              <a:defRPr sz="1300">
                <a:ln>
                  <a:noFill/>
                </a:ln>
                <a:solidFill>
                  <a:schemeClr val="bg1">
                    <a:lumMod val="85000"/>
                  </a:schemeClr>
                </a:solidFill>
              </a:defRPr>
            </a:lvl1pPr>
          </a:lstStyle>
          <a:p>
            <a:r>
              <a:rPr lang="en-US"/>
              <a:t>Drag picture to placeholder or click icon to add</a:t>
            </a:r>
            <a:endParaRPr lang="en-US" dirty="0"/>
          </a:p>
        </p:txBody>
      </p:sp>
      <p:sp>
        <p:nvSpPr>
          <p:cNvPr id="18" name="Picture Placeholder 13"/>
          <p:cNvSpPr>
            <a:spLocks noGrp="1"/>
          </p:cNvSpPr>
          <p:nvPr>
            <p:ph type="pic" sz="quarter" idx="62"/>
          </p:nvPr>
        </p:nvSpPr>
        <p:spPr>
          <a:xfrm>
            <a:off x="4056484" y="0"/>
            <a:ext cx="2030496" cy="2029968"/>
          </a:xfrm>
          <a:prstGeom prst="rect">
            <a:avLst/>
          </a:prstGeom>
          <a:effectLst/>
        </p:spPr>
        <p:txBody>
          <a:bodyPr>
            <a:normAutofit/>
          </a:bodyPr>
          <a:lstStyle>
            <a:lvl1pPr marL="0" indent="0">
              <a:buNone/>
              <a:defRPr sz="1300">
                <a:ln>
                  <a:noFill/>
                </a:ln>
                <a:solidFill>
                  <a:schemeClr val="bg1">
                    <a:lumMod val="85000"/>
                  </a:schemeClr>
                </a:solidFill>
              </a:defRPr>
            </a:lvl1pPr>
          </a:lstStyle>
          <a:p>
            <a:r>
              <a:rPr lang="en-US"/>
              <a:t>Drag picture to placeholder or click icon to add</a:t>
            </a:r>
            <a:endParaRPr lang="en-US" dirty="0"/>
          </a:p>
        </p:txBody>
      </p:sp>
    </p:spTree>
    <p:extLst>
      <p:ext uri="{BB962C8B-B14F-4D97-AF65-F5344CB8AC3E}">
        <p14:creationId xmlns:p14="http://schemas.microsoft.com/office/powerpoint/2010/main" val="1229981198"/>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7_side placeholder full">
    <p:spTree>
      <p:nvGrpSpPr>
        <p:cNvPr id="1" name=""/>
        <p:cNvGrpSpPr/>
        <p:nvPr/>
      </p:nvGrpSpPr>
      <p:grpSpPr>
        <a:xfrm>
          <a:off x="0" y="0"/>
          <a:ext cx="0" cy="0"/>
          <a:chOff x="0" y="0"/>
          <a:chExt cx="0" cy="0"/>
        </a:xfrm>
      </p:grpSpPr>
      <p:sp>
        <p:nvSpPr>
          <p:cNvPr id="7" name="Rounded Rectangle 6"/>
          <p:cNvSpPr/>
          <p:nvPr userDrawn="1"/>
        </p:nvSpPr>
        <p:spPr>
          <a:xfrm>
            <a:off x="0" y="-27384"/>
            <a:ext cx="2438400" cy="2293862"/>
          </a:xfrm>
          <a:prstGeom prst="roundRect">
            <a:avLst>
              <a:gd name="adj" fmla="val 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121862" tIns="60932" rIns="121862" bIns="60932" rtlCol="0" anchor="ctr"/>
          <a:lstStyle/>
          <a:p>
            <a:pPr algn="ctr"/>
            <a:endParaRPr lang="en-US" sz="1000" dirty="0">
              <a:solidFill>
                <a:srgbClr val="7F7F7F"/>
              </a:solidFill>
            </a:endParaRPr>
          </a:p>
        </p:txBody>
      </p:sp>
      <p:sp>
        <p:nvSpPr>
          <p:cNvPr id="8" name="Rounded Rectangle 7"/>
          <p:cNvSpPr/>
          <p:nvPr userDrawn="1"/>
        </p:nvSpPr>
        <p:spPr>
          <a:xfrm>
            <a:off x="4876800" y="-27384"/>
            <a:ext cx="2438400" cy="2293862"/>
          </a:xfrm>
          <a:prstGeom prst="roundRect">
            <a:avLst>
              <a:gd name="adj" fmla="val 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121862" tIns="60932" rIns="121862" bIns="60932" rtlCol="0" anchor="ctr"/>
          <a:lstStyle/>
          <a:p>
            <a:pPr algn="ctr"/>
            <a:endParaRPr lang="en-US" sz="1000" dirty="0">
              <a:solidFill>
                <a:srgbClr val="7F7F7F"/>
              </a:solidFill>
            </a:endParaRPr>
          </a:p>
        </p:txBody>
      </p:sp>
      <p:sp>
        <p:nvSpPr>
          <p:cNvPr id="12" name="Rounded Rectangle 11"/>
          <p:cNvSpPr/>
          <p:nvPr userDrawn="1"/>
        </p:nvSpPr>
        <p:spPr>
          <a:xfrm>
            <a:off x="9753600" y="-27384"/>
            <a:ext cx="2438400" cy="2293862"/>
          </a:xfrm>
          <a:prstGeom prst="roundRect">
            <a:avLst>
              <a:gd name="adj" fmla="val 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121862" tIns="60932" rIns="121862" bIns="60932" rtlCol="0" anchor="ctr"/>
          <a:lstStyle/>
          <a:p>
            <a:pPr algn="ctr"/>
            <a:endParaRPr lang="en-US" sz="1000" dirty="0">
              <a:solidFill>
                <a:srgbClr val="7F7F7F"/>
              </a:solidFill>
            </a:endParaRPr>
          </a:p>
        </p:txBody>
      </p:sp>
      <p:sp>
        <p:nvSpPr>
          <p:cNvPr id="13" name="Rounded Rectangle 12"/>
          <p:cNvSpPr/>
          <p:nvPr userDrawn="1"/>
        </p:nvSpPr>
        <p:spPr>
          <a:xfrm>
            <a:off x="2438400" y="2266479"/>
            <a:ext cx="2438400" cy="2293862"/>
          </a:xfrm>
          <a:prstGeom prst="roundRect">
            <a:avLst>
              <a:gd name="adj" fmla="val 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121862" tIns="60932" rIns="121862" bIns="60932" rtlCol="0" anchor="ctr"/>
          <a:lstStyle/>
          <a:p>
            <a:pPr algn="ctr"/>
            <a:endParaRPr lang="en-US" sz="1000" dirty="0">
              <a:solidFill>
                <a:srgbClr val="7F7F7F"/>
              </a:solidFill>
            </a:endParaRPr>
          </a:p>
        </p:txBody>
      </p:sp>
      <p:sp>
        <p:nvSpPr>
          <p:cNvPr id="14" name="Rounded Rectangle 13"/>
          <p:cNvSpPr/>
          <p:nvPr userDrawn="1"/>
        </p:nvSpPr>
        <p:spPr>
          <a:xfrm>
            <a:off x="7315200" y="2266479"/>
            <a:ext cx="2438400" cy="2293862"/>
          </a:xfrm>
          <a:prstGeom prst="roundRect">
            <a:avLst>
              <a:gd name="adj" fmla="val 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121862" tIns="60932" rIns="121862" bIns="60932" rtlCol="0" anchor="ctr"/>
          <a:lstStyle/>
          <a:p>
            <a:pPr algn="ctr"/>
            <a:endParaRPr lang="en-US" sz="1000" dirty="0">
              <a:solidFill>
                <a:srgbClr val="7F7F7F"/>
              </a:solidFill>
            </a:endParaRPr>
          </a:p>
        </p:txBody>
      </p:sp>
      <p:sp>
        <p:nvSpPr>
          <p:cNvPr id="15" name="Rounded Rectangle 14"/>
          <p:cNvSpPr/>
          <p:nvPr userDrawn="1"/>
        </p:nvSpPr>
        <p:spPr>
          <a:xfrm>
            <a:off x="0" y="4564138"/>
            <a:ext cx="2438400" cy="2293862"/>
          </a:xfrm>
          <a:prstGeom prst="roundRect">
            <a:avLst>
              <a:gd name="adj" fmla="val 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121862" tIns="60932" rIns="121862" bIns="60932" rtlCol="0" anchor="ctr"/>
          <a:lstStyle/>
          <a:p>
            <a:pPr algn="ctr"/>
            <a:endParaRPr lang="en-US" sz="1000" dirty="0">
              <a:solidFill>
                <a:srgbClr val="7F7F7F"/>
              </a:solidFill>
            </a:endParaRPr>
          </a:p>
        </p:txBody>
      </p:sp>
      <p:sp>
        <p:nvSpPr>
          <p:cNvPr id="16" name="Rounded Rectangle 15"/>
          <p:cNvSpPr/>
          <p:nvPr userDrawn="1"/>
        </p:nvSpPr>
        <p:spPr>
          <a:xfrm>
            <a:off x="4876800" y="4564138"/>
            <a:ext cx="2438400" cy="2293862"/>
          </a:xfrm>
          <a:prstGeom prst="roundRect">
            <a:avLst>
              <a:gd name="adj" fmla="val 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121862" tIns="60932" rIns="121862" bIns="60932" rtlCol="0" anchor="ctr"/>
          <a:lstStyle/>
          <a:p>
            <a:pPr algn="ctr"/>
            <a:endParaRPr lang="en-US" sz="1000" dirty="0">
              <a:solidFill>
                <a:srgbClr val="7F7F7F"/>
              </a:solidFill>
            </a:endParaRPr>
          </a:p>
        </p:txBody>
      </p:sp>
      <p:sp>
        <p:nvSpPr>
          <p:cNvPr id="17" name="Rounded Rectangle 16"/>
          <p:cNvSpPr/>
          <p:nvPr userDrawn="1"/>
        </p:nvSpPr>
        <p:spPr>
          <a:xfrm>
            <a:off x="9753600" y="4564138"/>
            <a:ext cx="2438400" cy="2293862"/>
          </a:xfrm>
          <a:prstGeom prst="roundRect">
            <a:avLst>
              <a:gd name="adj" fmla="val 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121862" tIns="60932" rIns="121862" bIns="60932" rtlCol="0" anchor="ctr"/>
          <a:lstStyle/>
          <a:p>
            <a:pPr algn="ctr"/>
            <a:endParaRPr lang="en-US" sz="1000" dirty="0">
              <a:solidFill>
                <a:srgbClr val="7F7F7F"/>
              </a:solidFill>
            </a:endParaRPr>
          </a:p>
        </p:txBody>
      </p:sp>
      <p:sp>
        <p:nvSpPr>
          <p:cNvPr id="18" name="Picture Placeholder 2"/>
          <p:cNvSpPr>
            <a:spLocks noGrp="1"/>
          </p:cNvSpPr>
          <p:nvPr>
            <p:ph type="pic" sz="quarter" idx="17"/>
          </p:nvPr>
        </p:nvSpPr>
        <p:spPr>
          <a:xfrm>
            <a:off x="2438399" y="-27384"/>
            <a:ext cx="2438400" cy="2297660"/>
          </a:xfrm>
          <a:prstGeom prst="rect">
            <a:avLst/>
          </a:prstGeom>
        </p:spPr>
        <p:txBody>
          <a:bodyPr vert="horz" lIns="243756" tIns="121879" rIns="243756" bIns="121879"/>
          <a:lstStyle>
            <a:lvl1pPr marL="0" indent="0" algn="ctr">
              <a:buNone/>
              <a:defRPr sz="1200">
                <a:solidFill>
                  <a:srgbClr val="7F7F7F"/>
                </a:solidFill>
                <a:latin typeface="Lato Regular"/>
                <a:cs typeface="Lato Regular"/>
              </a:defRPr>
            </a:lvl1pPr>
          </a:lstStyle>
          <a:p>
            <a:endParaRPr lang="en-US" dirty="0"/>
          </a:p>
        </p:txBody>
      </p:sp>
      <p:sp>
        <p:nvSpPr>
          <p:cNvPr id="19" name="Picture Placeholder 2"/>
          <p:cNvSpPr>
            <a:spLocks noGrp="1"/>
          </p:cNvSpPr>
          <p:nvPr>
            <p:ph type="pic" sz="quarter" idx="55"/>
          </p:nvPr>
        </p:nvSpPr>
        <p:spPr>
          <a:xfrm>
            <a:off x="7315199" y="-27384"/>
            <a:ext cx="2438400" cy="2297660"/>
          </a:xfrm>
          <a:prstGeom prst="rect">
            <a:avLst/>
          </a:prstGeom>
        </p:spPr>
        <p:txBody>
          <a:bodyPr vert="horz" lIns="243756" tIns="121879" rIns="243756" bIns="121879"/>
          <a:lstStyle>
            <a:lvl1pPr marL="0" indent="0" algn="ctr">
              <a:buNone/>
              <a:defRPr sz="1200">
                <a:solidFill>
                  <a:srgbClr val="7F7F7F"/>
                </a:solidFill>
                <a:latin typeface="Lato Regular"/>
                <a:cs typeface="Lato Regular"/>
              </a:defRPr>
            </a:lvl1pPr>
          </a:lstStyle>
          <a:p>
            <a:endParaRPr lang="en-US" dirty="0"/>
          </a:p>
        </p:txBody>
      </p:sp>
      <p:sp>
        <p:nvSpPr>
          <p:cNvPr id="20" name="Picture Placeholder 2"/>
          <p:cNvSpPr>
            <a:spLocks noGrp="1"/>
          </p:cNvSpPr>
          <p:nvPr>
            <p:ph type="pic" sz="quarter" idx="56"/>
          </p:nvPr>
        </p:nvSpPr>
        <p:spPr>
          <a:xfrm>
            <a:off x="0" y="2262681"/>
            <a:ext cx="2438400" cy="2297660"/>
          </a:xfrm>
          <a:prstGeom prst="rect">
            <a:avLst/>
          </a:prstGeom>
        </p:spPr>
        <p:txBody>
          <a:bodyPr vert="horz" lIns="243756" tIns="121879" rIns="243756" bIns="121879"/>
          <a:lstStyle>
            <a:lvl1pPr marL="0" indent="0" algn="ctr">
              <a:buNone/>
              <a:defRPr sz="1200">
                <a:solidFill>
                  <a:srgbClr val="7F7F7F"/>
                </a:solidFill>
                <a:latin typeface="Lato Regular"/>
                <a:cs typeface="Lato Regular"/>
              </a:defRPr>
            </a:lvl1pPr>
          </a:lstStyle>
          <a:p>
            <a:endParaRPr lang="en-US" dirty="0"/>
          </a:p>
        </p:txBody>
      </p:sp>
      <p:sp>
        <p:nvSpPr>
          <p:cNvPr id="21" name="Picture Placeholder 2"/>
          <p:cNvSpPr>
            <a:spLocks noGrp="1"/>
          </p:cNvSpPr>
          <p:nvPr>
            <p:ph type="pic" sz="quarter" idx="57"/>
          </p:nvPr>
        </p:nvSpPr>
        <p:spPr>
          <a:xfrm>
            <a:off x="4876886" y="2262681"/>
            <a:ext cx="2438400" cy="2297660"/>
          </a:xfrm>
          <a:prstGeom prst="rect">
            <a:avLst/>
          </a:prstGeom>
        </p:spPr>
        <p:txBody>
          <a:bodyPr vert="horz" lIns="243756" tIns="121879" rIns="243756" bIns="121879"/>
          <a:lstStyle>
            <a:lvl1pPr marL="0" indent="0" algn="ctr">
              <a:buNone/>
              <a:defRPr sz="1200">
                <a:solidFill>
                  <a:srgbClr val="7F7F7F"/>
                </a:solidFill>
                <a:latin typeface="Lato Regular"/>
                <a:cs typeface="Lato Regular"/>
              </a:defRPr>
            </a:lvl1pPr>
          </a:lstStyle>
          <a:p>
            <a:endParaRPr lang="en-US" dirty="0"/>
          </a:p>
        </p:txBody>
      </p:sp>
      <p:sp>
        <p:nvSpPr>
          <p:cNvPr id="22" name="Picture Placeholder 2"/>
          <p:cNvSpPr>
            <a:spLocks noGrp="1"/>
          </p:cNvSpPr>
          <p:nvPr>
            <p:ph type="pic" sz="quarter" idx="58"/>
          </p:nvPr>
        </p:nvSpPr>
        <p:spPr>
          <a:xfrm>
            <a:off x="9753599" y="2262681"/>
            <a:ext cx="2438400" cy="2297660"/>
          </a:xfrm>
          <a:prstGeom prst="rect">
            <a:avLst/>
          </a:prstGeom>
        </p:spPr>
        <p:txBody>
          <a:bodyPr vert="horz" lIns="243756" tIns="121879" rIns="243756" bIns="121879"/>
          <a:lstStyle>
            <a:lvl1pPr marL="0" indent="0" algn="ctr">
              <a:buNone/>
              <a:defRPr sz="1200">
                <a:solidFill>
                  <a:srgbClr val="7F7F7F"/>
                </a:solidFill>
                <a:latin typeface="Lato Regular"/>
                <a:cs typeface="Lato Regular"/>
              </a:defRPr>
            </a:lvl1pPr>
          </a:lstStyle>
          <a:p>
            <a:endParaRPr lang="en-US" dirty="0"/>
          </a:p>
        </p:txBody>
      </p:sp>
      <p:sp>
        <p:nvSpPr>
          <p:cNvPr id="23" name="Picture Placeholder 2"/>
          <p:cNvSpPr>
            <a:spLocks noGrp="1"/>
          </p:cNvSpPr>
          <p:nvPr>
            <p:ph type="pic" sz="quarter" idx="59"/>
          </p:nvPr>
        </p:nvSpPr>
        <p:spPr>
          <a:xfrm>
            <a:off x="2438399" y="4564138"/>
            <a:ext cx="2438400" cy="2297660"/>
          </a:xfrm>
          <a:prstGeom prst="rect">
            <a:avLst/>
          </a:prstGeom>
        </p:spPr>
        <p:txBody>
          <a:bodyPr vert="horz" lIns="243756" tIns="121879" rIns="243756" bIns="121879"/>
          <a:lstStyle>
            <a:lvl1pPr marL="0" indent="0" algn="ctr">
              <a:buNone/>
              <a:defRPr sz="1200">
                <a:solidFill>
                  <a:srgbClr val="7F7F7F"/>
                </a:solidFill>
                <a:latin typeface="Lato Regular"/>
                <a:cs typeface="Lato Regular"/>
              </a:defRPr>
            </a:lvl1pPr>
          </a:lstStyle>
          <a:p>
            <a:endParaRPr lang="en-US" dirty="0"/>
          </a:p>
        </p:txBody>
      </p:sp>
      <p:sp>
        <p:nvSpPr>
          <p:cNvPr id="24" name="Picture Placeholder 2"/>
          <p:cNvSpPr>
            <a:spLocks noGrp="1"/>
          </p:cNvSpPr>
          <p:nvPr>
            <p:ph type="pic" sz="quarter" idx="60"/>
          </p:nvPr>
        </p:nvSpPr>
        <p:spPr>
          <a:xfrm>
            <a:off x="7319976" y="4564138"/>
            <a:ext cx="2438400" cy="2297660"/>
          </a:xfrm>
          <a:prstGeom prst="rect">
            <a:avLst/>
          </a:prstGeom>
        </p:spPr>
        <p:txBody>
          <a:bodyPr vert="horz" lIns="243756" tIns="121879" rIns="243756" bIns="121879"/>
          <a:lstStyle>
            <a:lvl1pPr marL="0" indent="0" algn="ctr">
              <a:buNone/>
              <a:defRPr sz="1200">
                <a:solidFill>
                  <a:srgbClr val="7F7F7F"/>
                </a:solidFill>
                <a:latin typeface="Lato Regular"/>
                <a:cs typeface="Lato Regular"/>
              </a:defRPr>
            </a:lvl1pPr>
          </a:lstStyle>
          <a:p>
            <a:endParaRPr lang="en-US" dirty="0"/>
          </a:p>
        </p:txBody>
      </p:sp>
    </p:spTree>
    <p:extLst>
      <p:ext uri="{BB962C8B-B14F-4D97-AF65-F5344CB8AC3E}">
        <p14:creationId xmlns:p14="http://schemas.microsoft.com/office/powerpoint/2010/main" val="23240807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300" fill="hold"/>
                                        <p:tgtEl>
                                          <p:spTgt spid="7"/>
                                        </p:tgtEl>
                                        <p:attrNameLst>
                                          <p:attrName>ppt_w</p:attrName>
                                        </p:attrNameLst>
                                      </p:cBhvr>
                                      <p:tavLst>
                                        <p:tav tm="0">
                                          <p:val>
                                            <p:fltVal val="0"/>
                                          </p:val>
                                        </p:tav>
                                        <p:tav tm="100000">
                                          <p:val>
                                            <p:strVal val="#ppt_w"/>
                                          </p:val>
                                        </p:tav>
                                      </p:tavLst>
                                    </p:anim>
                                    <p:anim calcmode="lin" valueType="num">
                                      <p:cBhvr>
                                        <p:cTn id="8" dur="300" fill="hold"/>
                                        <p:tgtEl>
                                          <p:spTgt spid="7"/>
                                        </p:tgtEl>
                                        <p:attrNameLst>
                                          <p:attrName>ppt_h</p:attrName>
                                        </p:attrNameLst>
                                      </p:cBhvr>
                                      <p:tavLst>
                                        <p:tav tm="0">
                                          <p:val>
                                            <p:fltVal val="0"/>
                                          </p:val>
                                        </p:tav>
                                        <p:tav tm="100000">
                                          <p:val>
                                            <p:strVal val="#ppt_h"/>
                                          </p:val>
                                        </p:tav>
                                      </p:tavLst>
                                    </p:anim>
                                    <p:animEffect transition="in" filter="fade">
                                      <p:cBhvr>
                                        <p:cTn id="9" dur="300"/>
                                        <p:tgtEl>
                                          <p:spTgt spid="7"/>
                                        </p:tgtEl>
                                      </p:cBhvr>
                                    </p:animEffect>
                                  </p:childTnLst>
                                </p:cTn>
                              </p:par>
                            </p:childTnLst>
                          </p:cTn>
                        </p:par>
                        <p:par>
                          <p:cTn id="10" fill="hold">
                            <p:stCondLst>
                              <p:cond delay="300"/>
                            </p:stCondLst>
                            <p:childTnLst>
                              <p:par>
                                <p:cTn id="11" presetID="53" presetClass="entr" presetSubtype="16" fill="hold" grpId="0" nodeType="after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p:cTn id="13" dur="300" fill="hold"/>
                                        <p:tgtEl>
                                          <p:spTgt spid="8"/>
                                        </p:tgtEl>
                                        <p:attrNameLst>
                                          <p:attrName>ppt_w</p:attrName>
                                        </p:attrNameLst>
                                      </p:cBhvr>
                                      <p:tavLst>
                                        <p:tav tm="0">
                                          <p:val>
                                            <p:fltVal val="0"/>
                                          </p:val>
                                        </p:tav>
                                        <p:tav tm="100000">
                                          <p:val>
                                            <p:strVal val="#ppt_w"/>
                                          </p:val>
                                        </p:tav>
                                      </p:tavLst>
                                    </p:anim>
                                    <p:anim calcmode="lin" valueType="num">
                                      <p:cBhvr>
                                        <p:cTn id="14" dur="300" fill="hold"/>
                                        <p:tgtEl>
                                          <p:spTgt spid="8"/>
                                        </p:tgtEl>
                                        <p:attrNameLst>
                                          <p:attrName>ppt_h</p:attrName>
                                        </p:attrNameLst>
                                      </p:cBhvr>
                                      <p:tavLst>
                                        <p:tav tm="0">
                                          <p:val>
                                            <p:fltVal val="0"/>
                                          </p:val>
                                        </p:tav>
                                        <p:tav tm="100000">
                                          <p:val>
                                            <p:strVal val="#ppt_h"/>
                                          </p:val>
                                        </p:tav>
                                      </p:tavLst>
                                    </p:anim>
                                    <p:animEffect transition="in" filter="fade">
                                      <p:cBhvr>
                                        <p:cTn id="15" dur="300"/>
                                        <p:tgtEl>
                                          <p:spTgt spid="8"/>
                                        </p:tgtEl>
                                      </p:cBhvr>
                                    </p:animEffect>
                                  </p:childTnLst>
                                </p:cTn>
                              </p:par>
                            </p:childTnLst>
                          </p:cTn>
                        </p:par>
                        <p:par>
                          <p:cTn id="16" fill="hold">
                            <p:stCondLst>
                              <p:cond delay="600"/>
                            </p:stCondLst>
                            <p:childTnLst>
                              <p:par>
                                <p:cTn id="17" presetID="53" presetClass="entr" presetSubtype="16" fill="hold" grpId="0" nodeType="afterEffect">
                                  <p:stCondLst>
                                    <p:cond delay="0"/>
                                  </p:stCondLst>
                                  <p:childTnLst>
                                    <p:set>
                                      <p:cBhvr>
                                        <p:cTn id="18" dur="1" fill="hold">
                                          <p:stCondLst>
                                            <p:cond delay="0"/>
                                          </p:stCondLst>
                                        </p:cTn>
                                        <p:tgtEl>
                                          <p:spTgt spid="12"/>
                                        </p:tgtEl>
                                        <p:attrNameLst>
                                          <p:attrName>style.visibility</p:attrName>
                                        </p:attrNameLst>
                                      </p:cBhvr>
                                      <p:to>
                                        <p:strVal val="visible"/>
                                      </p:to>
                                    </p:set>
                                    <p:anim calcmode="lin" valueType="num">
                                      <p:cBhvr>
                                        <p:cTn id="19" dur="300" fill="hold"/>
                                        <p:tgtEl>
                                          <p:spTgt spid="12"/>
                                        </p:tgtEl>
                                        <p:attrNameLst>
                                          <p:attrName>ppt_w</p:attrName>
                                        </p:attrNameLst>
                                      </p:cBhvr>
                                      <p:tavLst>
                                        <p:tav tm="0">
                                          <p:val>
                                            <p:fltVal val="0"/>
                                          </p:val>
                                        </p:tav>
                                        <p:tav tm="100000">
                                          <p:val>
                                            <p:strVal val="#ppt_w"/>
                                          </p:val>
                                        </p:tav>
                                      </p:tavLst>
                                    </p:anim>
                                    <p:anim calcmode="lin" valueType="num">
                                      <p:cBhvr>
                                        <p:cTn id="20" dur="300" fill="hold"/>
                                        <p:tgtEl>
                                          <p:spTgt spid="12"/>
                                        </p:tgtEl>
                                        <p:attrNameLst>
                                          <p:attrName>ppt_h</p:attrName>
                                        </p:attrNameLst>
                                      </p:cBhvr>
                                      <p:tavLst>
                                        <p:tav tm="0">
                                          <p:val>
                                            <p:fltVal val="0"/>
                                          </p:val>
                                        </p:tav>
                                        <p:tav tm="100000">
                                          <p:val>
                                            <p:strVal val="#ppt_h"/>
                                          </p:val>
                                        </p:tav>
                                      </p:tavLst>
                                    </p:anim>
                                    <p:animEffect transition="in" filter="fade">
                                      <p:cBhvr>
                                        <p:cTn id="21" dur="300"/>
                                        <p:tgtEl>
                                          <p:spTgt spid="12"/>
                                        </p:tgtEl>
                                      </p:cBhvr>
                                    </p:animEffect>
                                  </p:childTnLst>
                                </p:cTn>
                              </p:par>
                            </p:childTnLst>
                          </p:cTn>
                        </p:par>
                        <p:par>
                          <p:cTn id="22" fill="hold">
                            <p:stCondLst>
                              <p:cond delay="900"/>
                            </p:stCondLst>
                            <p:childTnLst>
                              <p:par>
                                <p:cTn id="23" presetID="53" presetClass="entr" presetSubtype="16" fill="hold" grpId="0" nodeType="afterEffect">
                                  <p:stCondLst>
                                    <p:cond delay="0"/>
                                  </p:stCondLst>
                                  <p:childTnLst>
                                    <p:set>
                                      <p:cBhvr>
                                        <p:cTn id="24" dur="1" fill="hold">
                                          <p:stCondLst>
                                            <p:cond delay="0"/>
                                          </p:stCondLst>
                                        </p:cTn>
                                        <p:tgtEl>
                                          <p:spTgt spid="13"/>
                                        </p:tgtEl>
                                        <p:attrNameLst>
                                          <p:attrName>style.visibility</p:attrName>
                                        </p:attrNameLst>
                                      </p:cBhvr>
                                      <p:to>
                                        <p:strVal val="visible"/>
                                      </p:to>
                                    </p:set>
                                    <p:anim calcmode="lin" valueType="num">
                                      <p:cBhvr>
                                        <p:cTn id="25" dur="300" fill="hold"/>
                                        <p:tgtEl>
                                          <p:spTgt spid="13"/>
                                        </p:tgtEl>
                                        <p:attrNameLst>
                                          <p:attrName>ppt_w</p:attrName>
                                        </p:attrNameLst>
                                      </p:cBhvr>
                                      <p:tavLst>
                                        <p:tav tm="0">
                                          <p:val>
                                            <p:fltVal val="0"/>
                                          </p:val>
                                        </p:tav>
                                        <p:tav tm="100000">
                                          <p:val>
                                            <p:strVal val="#ppt_w"/>
                                          </p:val>
                                        </p:tav>
                                      </p:tavLst>
                                    </p:anim>
                                    <p:anim calcmode="lin" valueType="num">
                                      <p:cBhvr>
                                        <p:cTn id="26" dur="300" fill="hold"/>
                                        <p:tgtEl>
                                          <p:spTgt spid="13"/>
                                        </p:tgtEl>
                                        <p:attrNameLst>
                                          <p:attrName>ppt_h</p:attrName>
                                        </p:attrNameLst>
                                      </p:cBhvr>
                                      <p:tavLst>
                                        <p:tav tm="0">
                                          <p:val>
                                            <p:fltVal val="0"/>
                                          </p:val>
                                        </p:tav>
                                        <p:tav tm="100000">
                                          <p:val>
                                            <p:strVal val="#ppt_h"/>
                                          </p:val>
                                        </p:tav>
                                      </p:tavLst>
                                    </p:anim>
                                    <p:animEffect transition="in" filter="fade">
                                      <p:cBhvr>
                                        <p:cTn id="27" dur="300"/>
                                        <p:tgtEl>
                                          <p:spTgt spid="13"/>
                                        </p:tgtEl>
                                      </p:cBhvr>
                                    </p:animEffect>
                                  </p:childTnLst>
                                </p:cTn>
                              </p:par>
                            </p:childTnLst>
                          </p:cTn>
                        </p:par>
                        <p:par>
                          <p:cTn id="28" fill="hold">
                            <p:stCondLst>
                              <p:cond delay="1200"/>
                            </p:stCondLst>
                            <p:childTnLst>
                              <p:par>
                                <p:cTn id="29" presetID="53" presetClass="entr" presetSubtype="16" fill="hold" grpId="0" nodeType="afterEffect">
                                  <p:stCondLst>
                                    <p:cond delay="0"/>
                                  </p:stCondLst>
                                  <p:childTnLst>
                                    <p:set>
                                      <p:cBhvr>
                                        <p:cTn id="30" dur="1" fill="hold">
                                          <p:stCondLst>
                                            <p:cond delay="0"/>
                                          </p:stCondLst>
                                        </p:cTn>
                                        <p:tgtEl>
                                          <p:spTgt spid="14"/>
                                        </p:tgtEl>
                                        <p:attrNameLst>
                                          <p:attrName>style.visibility</p:attrName>
                                        </p:attrNameLst>
                                      </p:cBhvr>
                                      <p:to>
                                        <p:strVal val="visible"/>
                                      </p:to>
                                    </p:set>
                                    <p:anim calcmode="lin" valueType="num">
                                      <p:cBhvr>
                                        <p:cTn id="31" dur="300" fill="hold"/>
                                        <p:tgtEl>
                                          <p:spTgt spid="14"/>
                                        </p:tgtEl>
                                        <p:attrNameLst>
                                          <p:attrName>ppt_w</p:attrName>
                                        </p:attrNameLst>
                                      </p:cBhvr>
                                      <p:tavLst>
                                        <p:tav tm="0">
                                          <p:val>
                                            <p:fltVal val="0"/>
                                          </p:val>
                                        </p:tav>
                                        <p:tav tm="100000">
                                          <p:val>
                                            <p:strVal val="#ppt_w"/>
                                          </p:val>
                                        </p:tav>
                                      </p:tavLst>
                                    </p:anim>
                                    <p:anim calcmode="lin" valueType="num">
                                      <p:cBhvr>
                                        <p:cTn id="32" dur="300" fill="hold"/>
                                        <p:tgtEl>
                                          <p:spTgt spid="14"/>
                                        </p:tgtEl>
                                        <p:attrNameLst>
                                          <p:attrName>ppt_h</p:attrName>
                                        </p:attrNameLst>
                                      </p:cBhvr>
                                      <p:tavLst>
                                        <p:tav tm="0">
                                          <p:val>
                                            <p:fltVal val="0"/>
                                          </p:val>
                                        </p:tav>
                                        <p:tav tm="100000">
                                          <p:val>
                                            <p:strVal val="#ppt_h"/>
                                          </p:val>
                                        </p:tav>
                                      </p:tavLst>
                                    </p:anim>
                                    <p:animEffect transition="in" filter="fade">
                                      <p:cBhvr>
                                        <p:cTn id="33" dur="300"/>
                                        <p:tgtEl>
                                          <p:spTgt spid="14"/>
                                        </p:tgtEl>
                                      </p:cBhvr>
                                    </p:animEffect>
                                  </p:childTnLst>
                                </p:cTn>
                              </p:par>
                            </p:childTnLst>
                          </p:cTn>
                        </p:par>
                        <p:par>
                          <p:cTn id="34" fill="hold">
                            <p:stCondLst>
                              <p:cond delay="1500"/>
                            </p:stCondLst>
                            <p:childTnLst>
                              <p:par>
                                <p:cTn id="35" presetID="53" presetClass="entr" presetSubtype="16" fill="hold" grpId="0" nodeType="afterEffect">
                                  <p:stCondLst>
                                    <p:cond delay="0"/>
                                  </p:stCondLst>
                                  <p:childTnLst>
                                    <p:set>
                                      <p:cBhvr>
                                        <p:cTn id="36" dur="1" fill="hold">
                                          <p:stCondLst>
                                            <p:cond delay="0"/>
                                          </p:stCondLst>
                                        </p:cTn>
                                        <p:tgtEl>
                                          <p:spTgt spid="15"/>
                                        </p:tgtEl>
                                        <p:attrNameLst>
                                          <p:attrName>style.visibility</p:attrName>
                                        </p:attrNameLst>
                                      </p:cBhvr>
                                      <p:to>
                                        <p:strVal val="visible"/>
                                      </p:to>
                                    </p:set>
                                    <p:anim calcmode="lin" valueType="num">
                                      <p:cBhvr>
                                        <p:cTn id="37" dur="300" fill="hold"/>
                                        <p:tgtEl>
                                          <p:spTgt spid="15"/>
                                        </p:tgtEl>
                                        <p:attrNameLst>
                                          <p:attrName>ppt_w</p:attrName>
                                        </p:attrNameLst>
                                      </p:cBhvr>
                                      <p:tavLst>
                                        <p:tav tm="0">
                                          <p:val>
                                            <p:fltVal val="0"/>
                                          </p:val>
                                        </p:tav>
                                        <p:tav tm="100000">
                                          <p:val>
                                            <p:strVal val="#ppt_w"/>
                                          </p:val>
                                        </p:tav>
                                      </p:tavLst>
                                    </p:anim>
                                    <p:anim calcmode="lin" valueType="num">
                                      <p:cBhvr>
                                        <p:cTn id="38" dur="300" fill="hold"/>
                                        <p:tgtEl>
                                          <p:spTgt spid="15"/>
                                        </p:tgtEl>
                                        <p:attrNameLst>
                                          <p:attrName>ppt_h</p:attrName>
                                        </p:attrNameLst>
                                      </p:cBhvr>
                                      <p:tavLst>
                                        <p:tav tm="0">
                                          <p:val>
                                            <p:fltVal val="0"/>
                                          </p:val>
                                        </p:tav>
                                        <p:tav tm="100000">
                                          <p:val>
                                            <p:strVal val="#ppt_h"/>
                                          </p:val>
                                        </p:tav>
                                      </p:tavLst>
                                    </p:anim>
                                    <p:animEffect transition="in" filter="fade">
                                      <p:cBhvr>
                                        <p:cTn id="39" dur="300"/>
                                        <p:tgtEl>
                                          <p:spTgt spid="15"/>
                                        </p:tgtEl>
                                      </p:cBhvr>
                                    </p:animEffect>
                                  </p:childTnLst>
                                </p:cTn>
                              </p:par>
                            </p:childTnLst>
                          </p:cTn>
                        </p:par>
                        <p:par>
                          <p:cTn id="40" fill="hold">
                            <p:stCondLst>
                              <p:cond delay="1800"/>
                            </p:stCondLst>
                            <p:childTnLst>
                              <p:par>
                                <p:cTn id="41" presetID="53" presetClass="entr" presetSubtype="16" fill="hold" grpId="0" nodeType="afterEffect">
                                  <p:stCondLst>
                                    <p:cond delay="0"/>
                                  </p:stCondLst>
                                  <p:childTnLst>
                                    <p:set>
                                      <p:cBhvr>
                                        <p:cTn id="42" dur="1" fill="hold">
                                          <p:stCondLst>
                                            <p:cond delay="0"/>
                                          </p:stCondLst>
                                        </p:cTn>
                                        <p:tgtEl>
                                          <p:spTgt spid="16"/>
                                        </p:tgtEl>
                                        <p:attrNameLst>
                                          <p:attrName>style.visibility</p:attrName>
                                        </p:attrNameLst>
                                      </p:cBhvr>
                                      <p:to>
                                        <p:strVal val="visible"/>
                                      </p:to>
                                    </p:set>
                                    <p:anim calcmode="lin" valueType="num">
                                      <p:cBhvr>
                                        <p:cTn id="43" dur="300" fill="hold"/>
                                        <p:tgtEl>
                                          <p:spTgt spid="16"/>
                                        </p:tgtEl>
                                        <p:attrNameLst>
                                          <p:attrName>ppt_w</p:attrName>
                                        </p:attrNameLst>
                                      </p:cBhvr>
                                      <p:tavLst>
                                        <p:tav tm="0">
                                          <p:val>
                                            <p:fltVal val="0"/>
                                          </p:val>
                                        </p:tav>
                                        <p:tav tm="100000">
                                          <p:val>
                                            <p:strVal val="#ppt_w"/>
                                          </p:val>
                                        </p:tav>
                                      </p:tavLst>
                                    </p:anim>
                                    <p:anim calcmode="lin" valueType="num">
                                      <p:cBhvr>
                                        <p:cTn id="44" dur="300" fill="hold"/>
                                        <p:tgtEl>
                                          <p:spTgt spid="16"/>
                                        </p:tgtEl>
                                        <p:attrNameLst>
                                          <p:attrName>ppt_h</p:attrName>
                                        </p:attrNameLst>
                                      </p:cBhvr>
                                      <p:tavLst>
                                        <p:tav tm="0">
                                          <p:val>
                                            <p:fltVal val="0"/>
                                          </p:val>
                                        </p:tav>
                                        <p:tav tm="100000">
                                          <p:val>
                                            <p:strVal val="#ppt_h"/>
                                          </p:val>
                                        </p:tav>
                                      </p:tavLst>
                                    </p:anim>
                                    <p:animEffect transition="in" filter="fade">
                                      <p:cBhvr>
                                        <p:cTn id="45" dur="300"/>
                                        <p:tgtEl>
                                          <p:spTgt spid="16"/>
                                        </p:tgtEl>
                                      </p:cBhvr>
                                    </p:animEffect>
                                  </p:childTnLst>
                                </p:cTn>
                              </p:par>
                            </p:childTnLst>
                          </p:cTn>
                        </p:par>
                        <p:par>
                          <p:cTn id="46" fill="hold">
                            <p:stCondLst>
                              <p:cond delay="2100"/>
                            </p:stCondLst>
                            <p:childTnLst>
                              <p:par>
                                <p:cTn id="47" presetID="53" presetClass="entr" presetSubtype="16" fill="hold" grpId="0" nodeType="afterEffect">
                                  <p:stCondLst>
                                    <p:cond delay="0"/>
                                  </p:stCondLst>
                                  <p:childTnLst>
                                    <p:set>
                                      <p:cBhvr>
                                        <p:cTn id="48" dur="1" fill="hold">
                                          <p:stCondLst>
                                            <p:cond delay="0"/>
                                          </p:stCondLst>
                                        </p:cTn>
                                        <p:tgtEl>
                                          <p:spTgt spid="17"/>
                                        </p:tgtEl>
                                        <p:attrNameLst>
                                          <p:attrName>style.visibility</p:attrName>
                                        </p:attrNameLst>
                                      </p:cBhvr>
                                      <p:to>
                                        <p:strVal val="visible"/>
                                      </p:to>
                                    </p:set>
                                    <p:anim calcmode="lin" valueType="num">
                                      <p:cBhvr>
                                        <p:cTn id="49" dur="300" fill="hold"/>
                                        <p:tgtEl>
                                          <p:spTgt spid="17"/>
                                        </p:tgtEl>
                                        <p:attrNameLst>
                                          <p:attrName>ppt_w</p:attrName>
                                        </p:attrNameLst>
                                      </p:cBhvr>
                                      <p:tavLst>
                                        <p:tav tm="0">
                                          <p:val>
                                            <p:fltVal val="0"/>
                                          </p:val>
                                        </p:tav>
                                        <p:tav tm="100000">
                                          <p:val>
                                            <p:strVal val="#ppt_w"/>
                                          </p:val>
                                        </p:tav>
                                      </p:tavLst>
                                    </p:anim>
                                    <p:anim calcmode="lin" valueType="num">
                                      <p:cBhvr>
                                        <p:cTn id="50" dur="300" fill="hold"/>
                                        <p:tgtEl>
                                          <p:spTgt spid="17"/>
                                        </p:tgtEl>
                                        <p:attrNameLst>
                                          <p:attrName>ppt_h</p:attrName>
                                        </p:attrNameLst>
                                      </p:cBhvr>
                                      <p:tavLst>
                                        <p:tav tm="0">
                                          <p:val>
                                            <p:fltVal val="0"/>
                                          </p:val>
                                        </p:tav>
                                        <p:tav tm="100000">
                                          <p:val>
                                            <p:strVal val="#ppt_h"/>
                                          </p:val>
                                        </p:tav>
                                      </p:tavLst>
                                    </p:anim>
                                    <p:animEffect transition="in" filter="fade">
                                      <p:cBhvr>
                                        <p:cTn id="51" dur="300"/>
                                        <p:tgtEl>
                                          <p:spTgt spid="17"/>
                                        </p:tgtEl>
                                      </p:cBhvr>
                                    </p:animEffect>
                                  </p:childTnLst>
                                </p:cTn>
                              </p:par>
                            </p:childTnLst>
                          </p:cTn>
                        </p:par>
                        <p:par>
                          <p:cTn id="52" fill="hold">
                            <p:stCondLst>
                              <p:cond delay="2400"/>
                            </p:stCondLst>
                            <p:childTnLst>
                              <p:par>
                                <p:cTn id="53" presetID="53" presetClass="entr" presetSubtype="16" fill="hold" grpId="0" nodeType="afterEffect" nodePh="1">
                                  <p:stCondLst>
                                    <p:cond delay="0"/>
                                  </p:stCondLst>
                                  <p:endCondLst>
                                    <p:cond evt="begin" delay="0">
                                      <p:tn val="53"/>
                                    </p:cond>
                                  </p:endCondLst>
                                  <p:childTnLst>
                                    <p:set>
                                      <p:cBhvr>
                                        <p:cTn id="54" dur="1" fill="hold">
                                          <p:stCondLst>
                                            <p:cond delay="0"/>
                                          </p:stCondLst>
                                        </p:cTn>
                                        <p:tgtEl>
                                          <p:spTgt spid="18"/>
                                        </p:tgtEl>
                                        <p:attrNameLst>
                                          <p:attrName>style.visibility</p:attrName>
                                        </p:attrNameLst>
                                      </p:cBhvr>
                                      <p:to>
                                        <p:strVal val="visible"/>
                                      </p:to>
                                    </p:set>
                                    <p:anim calcmode="lin" valueType="num">
                                      <p:cBhvr>
                                        <p:cTn id="55" dur="500" fill="hold"/>
                                        <p:tgtEl>
                                          <p:spTgt spid="18"/>
                                        </p:tgtEl>
                                        <p:attrNameLst>
                                          <p:attrName>ppt_w</p:attrName>
                                        </p:attrNameLst>
                                      </p:cBhvr>
                                      <p:tavLst>
                                        <p:tav tm="0">
                                          <p:val>
                                            <p:fltVal val="0"/>
                                          </p:val>
                                        </p:tav>
                                        <p:tav tm="100000">
                                          <p:val>
                                            <p:strVal val="#ppt_w"/>
                                          </p:val>
                                        </p:tav>
                                      </p:tavLst>
                                    </p:anim>
                                    <p:anim calcmode="lin" valueType="num">
                                      <p:cBhvr>
                                        <p:cTn id="56" dur="500" fill="hold"/>
                                        <p:tgtEl>
                                          <p:spTgt spid="18"/>
                                        </p:tgtEl>
                                        <p:attrNameLst>
                                          <p:attrName>ppt_h</p:attrName>
                                        </p:attrNameLst>
                                      </p:cBhvr>
                                      <p:tavLst>
                                        <p:tav tm="0">
                                          <p:val>
                                            <p:fltVal val="0"/>
                                          </p:val>
                                        </p:tav>
                                        <p:tav tm="100000">
                                          <p:val>
                                            <p:strVal val="#ppt_h"/>
                                          </p:val>
                                        </p:tav>
                                      </p:tavLst>
                                    </p:anim>
                                    <p:animEffect transition="in" filter="fade">
                                      <p:cBhvr>
                                        <p:cTn id="57" dur="500"/>
                                        <p:tgtEl>
                                          <p:spTgt spid="18"/>
                                        </p:tgtEl>
                                      </p:cBhvr>
                                    </p:animEffect>
                                  </p:childTnLst>
                                </p:cTn>
                              </p:par>
                            </p:childTnLst>
                          </p:cTn>
                        </p:par>
                        <p:par>
                          <p:cTn id="58" fill="hold">
                            <p:stCondLst>
                              <p:cond delay="2900"/>
                            </p:stCondLst>
                            <p:childTnLst>
                              <p:par>
                                <p:cTn id="59" presetID="53" presetClass="entr" presetSubtype="16" fill="hold" grpId="0" nodeType="afterEffect" nodePh="1">
                                  <p:stCondLst>
                                    <p:cond delay="0"/>
                                  </p:stCondLst>
                                  <p:endCondLst>
                                    <p:cond evt="begin" delay="0">
                                      <p:tn val="59"/>
                                    </p:cond>
                                  </p:endCondLst>
                                  <p:childTnLst>
                                    <p:set>
                                      <p:cBhvr>
                                        <p:cTn id="60" dur="1" fill="hold">
                                          <p:stCondLst>
                                            <p:cond delay="0"/>
                                          </p:stCondLst>
                                        </p:cTn>
                                        <p:tgtEl>
                                          <p:spTgt spid="19"/>
                                        </p:tgtEl>
                                        <p:attrNameLst>
                                          <p:attrName>style.visibility</p:attrName>
                                        </p:attrNameLst>
                                      </p:cBhvr>
                                      <p:to>
                                        <p:strVal val="visible"/>
                                      </p:to>
                                    </p:set>
                                    <p:anim calcmode="lin" valueType="num">
                                      <p:cBhvr>
                                        <p:cTn id="61" dur="500" fill="hold"/>
                                        <p:tgtEl>
                                          <p:spTgt spid="19"/>
                                        </p:tgtEl>
                                        <p:attrNameLst>
                                          <p:attrName>ppt_w</p:attrName>
                                        </p:attrNameLst>
                                      </p:cBhvr>
                                      <p:tavLst>
                                        <p:tav tm="0">
                                          <p:val>
                                            <p:fltVal val="0"/>
                                          </p:val>
                                        </p:tav>
                                        <p:tav tm="100000">
                                          <p:val>
                                            <p:strVal val="#ppt_w"/>
                                          </p:val>
                                        </p:tav>
                                      </p:tavLst>
                                    </p:anim>
                                    <p:anim calcmode="lin" valueType="num">
                                      <p:cBhvr>
                                        <p:cTn id="62" dur="500" fill="hold"/>
                                        <p:tgtEl>
                                          <p:spTgt spid="19"/>
                                        </p:tgtEl>
                                        <p:attrNameLst>
                                          <p:attrName>ppt_h</p:attrName>
                                        </p:attrNameLst>
                                      </p:cBhvr>
                                      <p:tavLst>
                                        <p:tav tm="0">
                                          <p:val>
                                            <p:fltVal val="0"/>
                                          </p:val>
                                        </p:tav>
                                        <p:tav tm="100000">
                                          <p:val>
                                            <p:strVal val="#ppt_h"/>
                                          </p:val>
                                        </p:tav>
                                      </p:tavLst>
                                    </p:anim>
                                    <p:animEffect transition="in" filter="fade">
                                      <p:cBhvr>
                                        <p:cTn id="63" dur="500"/>
                                        <p:tgtEl>
                                          <p:spTgt spid="19"/>
                                        </p:tgtEl>
                                      </p:cBhvr>
                                    </p:animEffect>
                                  </p:childTnLst>
                                </p:cTn>
                              </p:par>
                            </p:childTnLst>
                          </p:cTn>
                        </p:par>
                        <p:par>
                          <p:cTn id="64" fill="hold">
                            <p:stCondLst>
                              <p:cond delay="3400"/>
                            </p:stCondLst>
                            <p:childTnLst>
                              <p:par>
                                <p:cTn id="65" presetID="53" presetClass="entr" presetSubtype="16" fill="hold" grpId="0" nodeType="afterEffect" nodePh="1">
                                  <p:stCondLst>
                                    <p:cond delay="0"/>
                                  </p:stCondLst>
                                  <p:endCondLst>
                                    <p:cond evt="begin" delay="0">
                                      <p:tn val="65"/>
                                    </p:cond>
                                  </p:endCondLst>
                                  <p:childTnLst>
                                    <p:set>
                                      <p:cBhvr>
                                        <p:cTn id="66" dur="1" fill="hold">
                                          <p:stCondLst>
                                            <p:cond delay="0"/>
                                          </p:stCondLst>
                                        </p:cTn>
                                        <p:tgtEl>
                                          <p:spTgt spid="20"/>
                                        </p:tgtEl>
                                        <p:attrNameLst>
                                          <p:attrName>style.visibility</p:attrName>
                                        </p:attrNameLst>
                                      </p:cBhvr>
                                      <p:to>
                                        <p:strVal val="visible"/>
                                      </p:to>
                                    </p:set>
                                    <p:anim calcmode="lin" valueType="num">
                                      <p:cBhvr>
                                        <p:cTn id="67" dur="500" fill="hold"/>
                                        <p:tgtEl>
                                          <p:spTgt spid="20"/>
                                        </p:tgtEl>
                                        <p:attrNameLst>
                                          <p:attrName>ppt_w</p:attrName>
                                        </p:attrNameLst>
                                      </p:cBhvr>
                                      <p:tavLst>
                                        <p:tav tm="0">
                                          <p:val>
                                            <p:fltVal val="0"/>
                                          </p:val>
                                        </p:tav>
                                        <p:tav tm="100000">
                                          <p:val>
                                            <p:strVal val="#ppt_w"/>
                                          </p:val>
                                        </p:tav>
                                      </p:tavLst>
                                    </p:anim>
                                    <p:anim calcmode="lin" valueType="num">
                                      <p:cBhvr>
                                        <p:cTn id="68" dur="500" fill="hold"/>
                                        <p:tgtEl>
                                          <p:spTgt spid="20"/>
                                        </p:tgtEl>
                                        <p:attrNameLst>
                                          <p:attrName>ppt_h</p:attrName>
                                        </p:attrNameLst>
                                      </p:cBhvr>
                                      <p:tavLst>
                                        <p:tav tm="0">
                                          <p:val>
                                            <p:fltVal val="0"/>
                                          </p:val>
                                        </p:tav>
                                        <p:tav tm="100000">
                                          <p:val>
                                            <p:strVal val="#ppt_h"/>
                                          </p:val>
                                        </p:tav>
                                      </p:tavLst>
                                    </p:anim>
                                    <p:animEffect transition="in" filter="fade">
                                      <p:cBhvr>
                                        <p:cTn id="69" dur="500"/>
                                        <p:tgtEl>
                                          <p:spTgt spid="20"/>
                                        </p:tgtEl>
                                      </p:cBhvr>
                                    </p:animEffect>
                                  </p:childTnLst>
                                </p:cTn>
                              </p:par>
                            </p:childTnLst>
                          </p:cTn>
                        </p:par>
                        <p:par>
                          <p:cTn id="70" fill="hold">
                            <p:stCondLst>
                              <p:cond delay="3900"/>
                            </p:stCondLst>
                            <p:childTnLst>
                              <p:par>
                                <p:cTn id="71" presetID="53" presetClass="entr" presetSubtype="16" fill="hold" grpId="0" nodeType="afterEffect" nodePh="1">
                                  <p:stCondLst>
                                    <p:cond delay="0"/>
                                  </p:stCondLst>
                                  <p:endCondLst>
                                    <p:cond evt="begin" delay="0">
                                      <p:tn val="71"/>
                                    </p:cond>
                                  </p:endCondLst>
                                  <p:childTnLst>
                                    <p:set>
                                      <p:cBhvr>
                                        <p:cTn id="72" dur="1" fill="hold">
                                          <p:stCondLst>
                                            <p:cond delay="0"/>
                                          </p:stCondLst>
                                        </p:cTn>
                                        <p:tgtEl>
                                          <p:spTgt spid="21"/>
                                        </p:tgtEl>
                                        <p:attrNameLst>
                                          <p:attrName>style.visibility</p:attrName>
                                        </p:attrNameLst>
                                      </p:cBhvr>
                                      <p:to>
                                        <p:strVal val="visible"/>
                                      </p:to>
                                    </p:set>
                                    <p:anim calcmode="lin" valueType="num">
                                      <p:cBhvr>
                                        <p:cTn id="73" dur="500" fill="hold"/>
                                        <p:tgtEl>
                                          <p:spTgt spid="21"/>
                                        </p:tgtEl>
                                        <p:attrNameLst>
                                          <p:attrName>ppt_w</p:attrName>
                                        </p:attrNameLst>
                                      </p:cBhvr>
                                      <p:tavLst>
                                        <p:tav tm="0">
                                          <p:val>
                                            <p:fltVal val="0"/>
                                          </p:val>
                                        </p:tav>
                                        <p:tav tm="100000">
                                          <p:val>
                                            <p:strVal val="#ppt_w"/>
                                          </p:val>
                                        </p:tav>
                                      </p:tavLst>
                                    </p:anim>
                                    <p:anim calcmode="lin" valueType="num">
                                      <p:cBhvr>
                                        <p:cTn id="74" dur="500" fill="hold"/>
                                        <p:tgtEl>
                                          <p:spTgt spid="21"/>
                                        </p:tgtEl>
                                        <p:attrNameLst>
                                          <p:attrName>ppt_h</p:attrName>
                                        </p:attrNameLst>
                                      </p:cBhvr>
                                      <p:tavLst>
                                        <p:tav tm="0">
                                          <p:val>
                                            <p:fltVal val="0"/>
                                          </p:val>
                                        </p:tav>
                                        <p:tav tm="100000">
                                          <p:val>
                                            <p:strVal val="#ppt_h"/>
                                          </p:val>
                                        </p:tav>
                                      </p:tavLst>
                                    </p:anim>
                                    <p:animEffect transition="in" filter="fade">
                                      <p:cBhvr>
                                        <p:cTn id="75" dur="500"/>
                                        <p:tgtEl>
                                          <p:spTgt spid="21"/>
                                        </p:tgtEl>
                                      </p:cBhvr>
                                    </p:animEffect>
                                  </p:childTnLst>
                                </p:cTn>
                              </p:par>
                            </p:childTnLst>
                          </p:cTn>
                        </p:par>
                        <p:par>
                          <p:cTn id="76" fill="hold">
                            <p:stCondLst>
                              <p:cond delay="4400"/>
                            </p:stCondLst>
                            <p:childTnLst>
                              <p:par>
                                <p:cTn id="77" presetID="53" presetClass="entr" presetSubtype="16" fill="hold" grpId="0" nodeType="afterEffect" nodePh="1">
                                  <p:stCondLst>
                                    <p:cond delay="0"/>
                                  </p:stCondLst>
                                  <p:endCondLst>
                                    <p:cond evt="begin" delay="0">
                                      <p:tn val="77"/>
                                    </p:cond>
                                  </p:endCondLst>
                                  <p:childTnLst>
                                    <p:set>
                                      <p:cBhvr>
                                        <p:cTn id="78" dur="1" fill="hold">
                                          <p:stCondLst>
                                            <p:cond delay="0"/>
                                          </p:stCondLst>
                                        </p:cTn>
                                        <p:tgtEl>
                                          <p:spTgt spid="22"/>
                                        </p:tgtEl>
                                        <p:attrNameLst>
                                          <p:attrName>style.visibility</p:attrName>
                                        </p:attrNameLst>
                                      </p:cBhvr>
                                      <p:to>
                                        <p:strVal val="visible"/>
                                      </p:to>
                                    </p:set>
                                    <p:anim calcmode="lin" valueType="num">
                                      <p:cBhvr>
                                        <p:cTn id="79" dur="500" fill="hold"/>
                                        <p:tgtEl>
                                          <p:spTgt spid="22"/>
                                        </p:tgtEl>
                                        <p:attrNameLst>
                                          <p:attrName>ppt_w</p:attrName>
                                        </p:attrNameLst>
                                      </p:cBhvr>
                                      <p:tavLst>
                                        <p:tav tm="0">
                                          <p:val>
                                            <p:fltVal val="0"/>
                                          </p:val>
                                        </p:tav>
                                        <p:tav tm="100000">
                                          <p:val>
                                            <p:strVal val="#ppt_w"/>
                                          </p:val>
                                        </p:tav>
                                      </p:tavLst>
                                    </p:anim>
                                    <p:anim calcmode="lin" valueType="num">
                                      <p:cBhvr>
                                        <p:cTn id="80" dur="500" fill="hold"/>
                                        <p:tgtEl>
                                          <p:spTgt spid="22"/>
                                        </p:tgtEl>
                                        <p:attrNameLst>
                                          <p:attrName>ppt_h</p:attrName>
                                        </p:attrNameLst>
                                      </p:cBhvr>
                                      <p:tavLst>
                                        <p:tav tm="0">
                                          <p:val>
                                            <p:fltVal val="0"/>
                                          </p:val>
                                        </p:tav>
                                        <p:tav tm="100000">
                                          <p:val>
                                            <p:strVal val="#ppt_h"/>
                                          </p:val>
                                        </p:tav>
                                      </p:tavLst>
                                    </p:anim>
                                    <p:animEffect transition="in" filter="fade">
                                      <p:cBhvr>
                                        <p:cTn id="81" dur="500"/>
                                        <p:tgtEl>
                                          <p:spTgt spid="22"/>
                                        </p:tgtEl>
                                      </p:cBhvr>
                                    </p:animEffect>
                                  </p:childTnLst>
                                </p:cTn>
                              </p:par>
                            </p:childTnLst>
                          </p:cTn>
                        </p:par>
                        <p:par>
                          <p:cTn id="82" fill="hold">
                            <p:stCondLst>
                              <p:cond delay="4900"/>
                            </p:stCondLst>
                            <p:childTnLst>
                              <p:par>
                                <p:cTn id="83" presetID="53" presetClass="entr" presetSubtype="16" fill="hold" grpId="0" nodeType="afterEffect" nodePh="1">
                                  <p:stCondLst>
                                    <p:cond delay="0"/>
                                  </p:stCondLst>
                                  <p:endCondLst>
                                    <p:cond evt="begin" delay="0">
                                      <p:tn val="83"/>
                                    </p:cond>
                                  </p:endCondLst>
                                  <p:childTnLst>
                                    <p:set>
                                      <p:cBhvr>
                                        <p:cTn id="84" dur="1" fill="hold">
                                          <p:stCondLst>
                                            <p:cond delay="0"/>
                                          </p:stCondLst>
                                        </p:cTn>
                                        <p:tgtEl>
                                          <p:spTgt spid="23"/>
                                        </p:tgtEl>
                                        <p:attrNameLst>
                                          <p:attrName>style.visibility</p:attrName>
                                        </p:attrNameLst>
                                      </p:cBhvr>
                                      <p:to>
                                        <p:strVal val="visible"/>
                                      </p:to>
                                    </p:set>
                                    <p:anim calcmode="lin" valueType="num">
                                      <p:cBhvr>
                                        <p:cTn id="85" dur="500" fill="hold"/>
                                        <p:tgtEl>
                                          <p:spTgt spid="23"/>
                                        </p:tgtEl>
                                        <p:attrNameLst>
                                          <p:attrName>ppt_w</p:attrName>
                                        </p:attrNameLst>
                                      </p:cBhvr>
                                      <p:tavLst>
                                        <p:tav tm="0">
                                          <p:val>
                                            <p:fltVal val="0"/>
                                          </p:val>
                                        </p:tav>
                                        <p:tav tm="100000">
                                          <p:val>
                                            <p:strVal val="#ppt_w"/>
                                          </p:val>
                                        </p:tav>
                                      </p:tavLst>
                                    </p:anim>
                                    <p:anim calcmode="lin" valueType="num">
                                      <p:cBhvr>
                                        <p:cTn id="86" dur="500" fill="hold"/>
                                        <p:tgtEl>
                                          <p:spTgt spid="23"/>
                                        </p:tgtEl>
                                        <p:attrNameLst>
                                          <p:attrName>ppt_h</p:attrName>
                                        </p:attrNameLst>
                                      </p:cBhvr>
                                      <p:tavLst>
                                        <p:tav tm="0">
                                          <p:val>
                                            <p:fltVal val="0"/>
                                          </p:val>
                                        </p:tav>
                                        <p:tav tm="100000">
                                          <p:val>
                                            <p:strVal val="#ppt_h"/>
                                          </p:val>
                                        </p:tav>
                                      </p:tavLst>
                                    </p:anim>
                                    <p:animEffect transition="in" filter="fade">
                                      <p:cBhvr>
                                        <p:cTn id="87" dur="500"/>
                                        <p:tgtEl>
                                          <p:spTgt spid="23"/>
                                        </p:tgtEl>
                                      </p:cBhvr>
                                    </p:animEffect>
                                  </p:childTnLst>
                                </p:cTn>
                              </p:par>
                            </p:childTnLst>
                          </p:cTn>
                        </p:par>
                        <p:par>
                          <p:cTn id="88" fill="hold">
                            <p:stCondLst>
                              <p:cond delay="5400"/>
                            </p:stCondLst>
                            <p:childTnLst>
                              <p:par>
                                <p:cTn id="89" presetID="53" presetClass="entr" presetSubtype="16" fill="hold" grpId="0" nodeType="afterEffect" nodePh="1">
                                  <p:stCondLst>
                                    <p:cond delay="0"/>
                                  </p:stCondLst>
                                  <p:endCondLst>
                                    <p:cond evt="begin" delay="0">
                                      <p:tn val="89"/>
                                    </p:cond>
                                  </p:endCondLst>
                                  <p:childTnLst>
                                    <p:set>
                                      <p:cBhvr>
                                        <p:cTn id="90" dur="1" fill="hold">
                                          <p:stCondLst>
                                            <p:cond delay="0"/>
                                          </p:stCondLst>
                                        </p:cTn>
                                        <p:tgtEl>
                                          <p:spTgt spid="24"/>
                                        </p:tgtEl>
                                        <p:attrNameLst>
                                          <p:attrName>style.visibility</p:attrName>
                                        </p:attrNameLst>
                                      </p:cBhvr>
                                      <p:to>
                                        <p:strVal val="visible"/>
                                      </p:to>
                                    </p:set>
                                    <p:anim calcmode="lin" valueType="num">
                                      <p:cBhvr>
                                        <p:cTn id="91" dur="500" fill="hold"/>
                                        <p:tgtEl>
                                          <p:spTgt spid="24"/>
                                        </p:tgtEl>
                                        <p:attrNameLst>
                                          <p:attrName>ppt_w</p:attrName>
                                        </p:attrNameLst>
                                      </p:cBhvr>
                                      <p:tavLst>
                                        <p:tav tm="0">
                                          <p:val>
                                            <p:fltVal val="0"/>
                                          </p:val>
                                        </p:tav>
                                        <p:tav tm="100000">
                                          <p:val>
                                            <p:strVal val="#ppt_w"/>
                                          </p:val>
                                        </p:tav>
                                      </p:tavLst>
                                    </p:anim>
                                    <p:anim calcmode="lin" valueType="num">
                                      <p:cBhvr>
                                        <p:cTn id="92" dur="500" fill="hold"/>
                                        <p:tgtEl>
                                          <p:spTgt spid="24"/>
                                        </p:tgtEl>
                                        <p:attrNameLst>
                                          <p:attrName>ppt_h</p:attrName>
                                        </p:attrNameLst>
                                      </p:cBhvr>
                                      <p:tavLst>
                                        <p:tav tm="0">
                                          <p:val>
                                            <p:fltVal val="0"/>
                                          </p:val>
                                        </p:tav>
                                        <p:tav tm="100000">
                                          <p:val>
                                            <p:strVal val="#ppt_h"/>
                                          </p:val>
                                        </p:tav>
                                      </p:tavLst>
                                    </p:anim>
                                    <p:animEffect transition="in" filter="fade">
                                      <p:cBhvr>
                                        <p:cTn id="93"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12" grpId="0" animBg="1"/>
      <p:bldP spid="13" grpId="0" animBg="1"/>
      <p:bldP spid="14" grpId="0" animBg="1"/>
      <p:bldP spid="15" grpId="0" animBg="1"/>
      <p:bldP spid="16" grpId="0" animBg="1"/>
      <p:bldP spid="17" grpId="0" animBg="1"/>
      <p:bldP spid="18" grpId="0"/>
      <p:bldP spid="19" grpId="0"/>
      <p:bldP spid="20" grpId="0"/>
      <p:bldP spid="21" grpId="0"/>
      <p:bldP spid="22" grpId="0"/>
      <p:bldP spid="23" grpId="0"/>
      <p:bldP spid="24" grpId="0"/>
    </p:bldLst>
  </p:timing>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6_side placeholder center">
    <p:spTree>
      <p:nvGrpSpPr>
        <p:cNvPr id="1" name=""/>
        <p:cNvGrpSpPr/>
        <p:nvPr/>
      </p:nvGrpSpPr>
      <p:grpSpPr>
        <a:xfrm>
          <a:off x="0" y="0"/>
          <a:ext cx="0" cy="0"/>
          <a:chOff x="0" y="0"/>
          <a:chExt cx="0" cy="0"/>
        </a:xfrm>
      </p:grpSpPr>
      <p:sp>
        <p:nvSpPr>
          <p:cNvPr id="6" name="Picture Placeholder 2"/>
          <p:cNvSpPr>
            <a:spLocks noGrp="1"/>
          </p:cNvSpPr>
          <p:nvPr>
            <p:ph type="pic" sz="quarter" idx="19"/>
          </p:nvPr>
        </p:nvSpPr>
        <p:spPr>
          <a:xfrm>
            <a:off x="9163878" y="5247860"/>
            <a:ext cx="3037024" cy="1610139"/>
          </a:xfrm>
          <a:prstGeom prst="rect">
            <a:avLst/>
          </a:prstGeom>
        </p:spPr>
        <p:txBody>
          <a:bodyPr/>
          <a:lstStyle/>
          <a:p>
            <a:endParaRPr lang="id-ID"/>
          </a:p>
        </p:txBody>
      </p:sp>
      <p:sp>
        <p:nvSpPr>
          <p:cNvPr id="9" name="Picture Placeholder 2"/>
          <p:cNvSpPr>
            <a:spLocks noGrp="1"/>
          </p:cNvSpPr>
          <p:nvPr>
            <p:ph type="pic" sz="quarter" idx="20"/>
          </p:nvPr>
        </p:nvSpPr>
        <p:spPr>
          <a:xfrm>
            <a:off x="9143999" y="3552716"/>
            <a:ext cx="3048001" cy="1695144"/>
          </a:xfrm>
          <a:prstGeom prst="rect">
            <a:avLst/>
          </a:prstGeom>
        </p:spPr>
        <p:txBody>
          <a:bodyPr/>
          <a:lstStyle/>
          <a:p>
            <a:endParaRPr lang="id-ID"/>
          </a:p>
        </p:txBody>
      </p:sp>
      <p:sp>
        <p:nvSpPr>
          <p:cNvPr id="10" name="Picture Placeholder 2"/>
          <p:cNvSpPr>
            <a:spLocks noGrp="1"/>
          </p:cNvSpPr>
          <p:nvPr>
            <p:ph type="pic" sz="quarter" idx="21"/>
          </p:nvPr>
        </p:nvSpPr>
        <p:spPr>
          <a:xfrm>
            <a:off x="9153938" y="1842052"/>
            <a:ext cx="3028122" cy="1697412"/>
          </a:xfrm>
          <a:prstGeom prst="rect">
            <a:avLst/>
          </a:prstGeom>
        </p:spPr>
        <p:txBody>
          <a:bodyPr/>
          <a:lstStyle/>
          <a:p>
            <a:endParaRPr lang="id-ID"/>
          </a:p>
        </p:txBody>
      </p:sp>
      <p:sp>
        <p:nvSpPr>
          <p:cNvPr id="11" name="Picture Placeholder 2"/>
          <p:cNvSpPr>
            <a:spLocks noGrp="1"/>
          </p:cNvSpPr>
          <p:nvPr>
            <p:ph type="pic" sz="quarter" idx="22"/>
          </p:nvPr>
        </p:nvSpPr>
        <p:spPr>
          <a:xfrm>
            <a:off x="9163878" y="0"/>
            <a:ext cx="3028122" cy="1828800"/>
          </a:xfrm>
          <a:prstGeom prst="rect">
            <a:avLst/>
          </a:prstGeom>
        </p:spPr>
        <p:txBody>
          <a:bodyPr/>
          <a:lstStyle/>
          <a:p>
            <a:endParaRPr lang="id-ID"/>
          </a:p>
        </p:txBody>
      </p:sp>
    </p:spTree>
    <p:extLst>
      <p:ext uri="{BB962C8B-B14F-4D97-AF65-F5344CB8AC3E}">
        <p14:creationId xmlns:p14="http://schemas.microsoft.com/office/powerpoint/2010/main" val="2139604078"/>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9_side placeholder center">
    <p:spTree>
      <p:nvGrpSpPr>
        <p:cNvPr id="1" name=""/>
        <p:cNvGrpSpPr/>
        <p:nvPr/>
      </p:nvGrpSpPr>
      <p:grpSpPr>
        <a:xfrm>
          <a:off x="0" y="0"/>
          <a:ext cx="0" cy="0"/>
          <a:chOff x="0" y="0"/>
          <a:chExt cx="0" cy="0"/>
        </a:xfrm>
      </p:grpSpPr>
      <p:sp>
        <p:nvSpPr>
          <p:cNvPr id="7" name="Picture Placeholder 13"/>
          <p:cNvSpPr>
            <a:spLocks noGrp="1" noChangeAspect="1"/>
          </p:cNvSpPr>
          <p:nvPr>
            <p:ph type="pic" sz="quarter" idx="15"/>
          </p:nvPr>
        </p:nvSpPr>
        <p:spPr>
          <a:xfrm>
            <a:off x="1470157" y="1375535"/>
            <a:ext cx="1146153" cy="1145107"/>
          </a:xfrm>
          <a:effectLst/>
        </p:spPr>
        <p:txBody>
          <a:bodyPr rtlCol="0">
            <a:normAutofit/>
          </a:bodyPr>
          <a:lstStyle>
            <a:lvl1pPr marL="0" indent="0">
              <a:buNone/>
              <a:defRPr sz="700">
                <a:ln>
                  <a:noFill/>
                </a:ln>
                <a:solidFill>
                  <a:schemeClr val="bg1">
                    <a:lumMod val="85000"/>
                  </a:schemeClr>
                </a:solidFill>
              </a:defRPr>
            </a:lvl1pPr>
          </a:lstStyle>
          <a:p>
            <a:pPr lvl="0"/>
            <a:endParaRPr lang="en-US" noProof="0" dirty="0"/>
          </a:p>
        </p:txBody>
      </p:sp>
      <p:sp>
        <p:nvSpPr>
          <p:cNvPr id="8" name="Picture Placeholder 13"/>
          <p:cNvSpPr>
            <a:spLocks noGrp="1" noChangeAspect="1"/>
          </p:cNvSpPr>
          <p:nvPr>
            <p:ph type="pic" sz="quarter" idx="16"/>
          </p:nvPr>
        </p:nvSpPr>
        <p:spPr>
          <a:xfrm>
            <a:off x="2632437" y="1375535"/>
            <a:ext cx="1146153" cy="1145107"/>
          </a:xfrm>
          <a:effectLst/>
        </p:spPr>
        <p:txBody>
          <a:bodyPr rtlCol="0">
            <a:normAutofit/>
          </a:bodyPr>
          <a:lstStyle>
            <a:lvl1pPr marL="0" indent="0">
              <a:buNone/>
              <a:defRPr sz="700">
                <a:ln>
                  <a:noFill/>
                </a:ln>
                <a:solidFill>
                  <a:schemeClr val="bg1">
                    <a:lumMod val="85000"/>
                  </a:schemeClr>
                </a:solidFill>
              </a:defRPr>
            </a:lvl1pPr>
          </a:lstStyle>
          <a:p>
            <a:pPr lvl="0"/>
            <a:endParaRPr lang="en-US" noProof="0" dirty="0"/>
          </a:p>
        </p:txBody>
      </p:sp>
      <p:sp>
        <p:nvSpPr>
          <p:cNvPr id="12" name="Picture Placeholder 13"/>
          <p:cNvSpPr>
            <a:spLocks noGrp="1" noChangeAspect="1"/>
          </p:cNvSpPr>
          <p:nvPr>
            <p:ph type="pic" sz="quarter" idx="18"/>
          </p:nvPr>
        </p:nvSpPr>
        <p:spPr>
          <a:xfrm>
            <a:off x="1470157" y="2536768"/>
            <a:ext cx="1146153" cy="1145107"/>
          </a:xfrm>
          <a:effectLst/>
        </p:spPr>
        <p:txBody>
          <a:bodyPr rtlCol="0">
            <a:normAutofit/>
          </a:bodyPr>
          <a:lstStyle>
            <a:lvl1pPr marL="0" indent="0">
              <a:buNone/>
              <a:defRPr sz="700">
                <a:ln>
                  <a:noFill/>
                </a:ln>
                <a:solidFill>
                  <a:schemeClr val="bg1">
                    <a:lumMod val="85000"/>
                  </a:schemeClr>
                </a:solidFill>
              </a:defRPr>
            </a:lvl1pPr>
          </a:lstStyle>
          <a:p>
            <a:pPr lvl="0"/>
            <a:endParaRPr lang="en-US" noProof="0" dirty="0"/>
          </a:p>
        </p:txBody>
      </p:sp>
      <p:sp>
        <p:nvSpPr>
          <p:cNvPr id="13" name="Picture Placeholder 13"/>
          <p:cNvSpPr>
            <a:spLocks noGrp="1" noChangeAspect="1"/>
          </p:cNvSpPr>
          <p:nvPr>
            <p:ph type="pic" sz="quarter" idx="19"/>
          </p:nvPr>
        </p:nvSpPr>
        <p:spPr>
          <a:xfrm>
            <a:off x="2632437" y="2536768"/>
            <a:ext cx="1146153" cy="1145107"/>
          </a:xfrm>
          <a:effectLst/>
        </p:spPr>
        <p:txBody>
          <a:bodyPr rtlCol="0">
            <a:normAutofit/>
          </a:bodyPr>
          <a:lstStyle>
            <a:lvl1pPr marL="0" indent="0">
              <a:buNone/>
              <a:defRPr sz="700">
                <a:ln>
                  <a:noFill/>
                </a:ln>
                <a:solidFill>
                  <a:schemeClr val="bg1">
                    <a:lumMod val="85000"/>
                  </a:schemeClr>
                </a:solidFill>
              </a:defRPr>
            </a:lvl1pPr>
          </a:lstStyle>
          <a:p>
            <a:pPr lvl="0"/>
            <a:endParaRPr lang="en-US" noProof="0" dirty="0"/>
          </a:p>
        </p:txBody>
      </p:sp>
      <p:sp>
        <p:nvSpPr>
          <p:cNvPr id="14" name="Picture Placeholder 13"/>
          <p:cNvSpPr>
            <a:spLocks noGrp="1" noChangeAspect="1"/>
          </p:cNvSpPr>
          <p:nvPr>
            <p:ph type="pic" sz="quarter" idx="20"/>
          </p:nvPr>
        </p:nvSpPr>
        <p:spPr>
          <a:xfrm>
            <a:off x="7284298" y="1372415"/>
            <a:ext cx="1146153" cy="1145107"/>
          </a:xfrm>
          <a:effectLst/>
        </p:spPr>
        <p:txBody>
          <a:bodyPr rtlCol="0">
            <a:normAutofit/>
          </a:bodyPr>
          <a:lstStyle>
            <a:lvl1pPr marL="0" indent="0">
              <a:buNone/>
              <a:defRPr sz="700">
                <a:ln>
                  <a:noFill/>
                </a:ln>
                <a:solidFill>
                  <a:schemeClr val="bg1">
                    <a:lumMod val="85000"/>
                  </a:schemeClr>
                </a:solidFill>
              </a:defRPr>
            </a:lvl1pPr>
          </a:lstStyle>
          <a:p>
            <a:pPr lvl="0"/>
            <a:endParaRPr lang="en-US" noProof="0" dirty="0"/>
          </a:p>
        </p:txBody>
      </p:sp>
      <p:sp>
        <p:nvSpPr>
          <p:cNvPr id="15" name="Picture Placeholder 13"/>
          <p:cNvSpPr>
            <a:spLocks noGrp="1" noChangeAspect="1"/>
          </p:cNvSpPr>
          <p:nvPr>
            <p:ph type="pic" sz="quarter" idx="21"/>
          </p:nvPr>
        </p:nvSpPr>
        <p:spPr>
          <a:xfrm>
            <a:off x="8450934" y="1372415"/>
            <a:ext cx="1146153" cy="1145107"/>
          </a:xfrm>
          <a:effectLst/>
        </p:spPr>
        <p:txBody>
          <a:bodyPr rtlCol="0">
            <a:normAutofit/>
          </a:bodyPr>
          <a:lstStyle>
            <a:lvl1pPr marL="0" indent="0">
              <a:buNone/>
              <a:defRPr sz="700">
                <a:ln>
                  <a:noFill/>
                </a:ln>
                <a:solidFill>
                  <a:schemeClr val="bg1">
                    <a:lumMod val="85000"/>
                  </a:schemeClr>
                </a:solidFill>
              </a:defRPr>
            </a:lvl1pPr>
          </a:lstStyle>
          <a:p>
            <a:pPr lvl="0"/>
            <a:endParaRPr lang="en-US" noProof="0" dirty="0"/>
          </a:p>
        </p:txBody>
      </p:sp>
      <p:sp>
        <p:nvSpPr>
          <p:cNvPr id="16" name="Picture Placeholder 13"/>
          <p:cNvSpPr>
            <a:spLocks noGrp="1" noChangeAspect="1"/>
          </p:cNvSpPr>
          <p:nvPr>
            <p:ph type="pic" sz="quarter" idx="22"/>
          </p:nvPr>
        </p:nvSpPr>
        <p:spPr>
          <a:xfrm>
            <a:off x="9613213" y="1372415"/>
            <a:ext cx="1146153" cy="1145107"/>
          </a:xfrm>
          <a:effectLst/>
        </p:spPr>
        <p:txBody>
          <a:bodyPr rtlCol="0">
            <a:normAutofit/>
          </a:bodyPr>
          <a:lstStyle>
            <a:lvl1pPr marL="0" indent="0">
              <a:buNone/>
              <a:defRPr sz="700">
                <a:ln>
                  <a:noFill/>
                </a:ln>
                <a:solidFill>
                  <a:schemeClr val="bg1">
                    <a:lumMod val="85000"/>
                  </a:schemeClr>
                </a:solidFill>
              </a:defRPr>
            </a:lvl1pPr>
          </a:lstStyle>
          <a:p>
            <a:pPr lvl="0"/>
            <a:endParaRPr lang="en-US" noProof="0" dirty="0"/>
          </a:p>
        </p:txBody>
      </p:sp>
      <p:sp>
        <p:nvSpPr>
          <p:cNvPr id="17" name="Picture Placeholder 13"/>
          <p:cNvSpPr>
            <a:spLocks noGrp="1" noChangeAspect="1"/>
          </p:cNvSpPr>
          <p:nvPr>
            <p:ph type="pic" sz="quarter" idx="23"/>
          </p:nvPr>
        </p:nvSpPr>
        <p:spPr>
          <a:xfrm>
            <a:off x="7284298" y="2533648"/>
            <a:ext cx="1146153" cy="1145107"/>
          </a:xfrm>
          <a:effectLst/>
        </p:spPr>
        <p:txBody>
          <a:bodyPr rtlCol="0">
            <a:normAutofit/>
          </a:bodyPr>
          <a:lstStyle>
            <a:lvl1pPr marL="0" indent="0">
              <a:buNone/>
              <a:defRPr sz="700">
                <a:ln>
                  <a:noFill/>
                </a:ln>
                <a:solidFill>
                  <a:schemeClr val="bg1">
                    <a:lumMod val="85000"/>
                  </a:schemeClr>
                </a:solidFill>
              </a:defRPr>
            </a:lvl1pPr>
          </a:lstStyle>
          <a:p>
            <a:pPr lvl="0"/>
            <a:endParaRPr lang="en-US" noProof="0" dirty="0"/>
          </a:p>
        </p:txBody>
      </p:sp>
      <p:sp>
        <p:nvSpPr>
          <p:cNvPr id="18" name="Picture Placeholder 13"/>
          <p:cNvSpPr>
            <a:spLocks noGrp="1" noChangeAspect="1"/>
          </p:cNvSpPr>
          <p:nvPr>
            <p:ph type="pic" sz="quarter" idx="24"/>
          </p:nvPr>
        </p:nvSpPr>
        <p:spPr>
          <a:xfrm>
            <a:off x="8450934" y="2533648"/>
            <a:ext cx="1146153" cy="1145107"/>
          </a:xfrm>
          <a:effectLst/>
        </p:spPr>
        <p:txBody>
          <a:bodyPr rtlCol="0">
            <a:normAutofit/>
          </a:bodyPr>
          <a:lstStyle>
            <a:lvl1pPr marL="0" indent="0">
              <a:buNone/>
              <a:defRPr sz="700">
                <a:ln>
                  <a:noFill/>
                </a:ln>
                <a:solidFill>
                  <a:schemeClr val="bg1">
                    <a:lumMod val="85000"/>
                  </a:schemeClr>
                </a:solidFill>
              </a:defRPr>
            </a:lvl1pPr>
          </a:lstStyle>
          <a:p>
            <a:pPr lvl="0"/>
            <a:endParaRPr lang="en-US" noProof="0" dirty="0"/>
          </a:p>
        </p:txBody>
      </p:sp>
      <p:sp>
        <p:nvSpPr>
          <p:cNvPr id="19" name="Picture Placeholder 13"/>
          <p:cNvSpPr>
            <a:spLocks noGrp="1" noChangeAspect="1"/>
          </p:cNvSpPr>
          <p:nvPr>
            <p:ph type="pic" sz="quarter" idx="25"/>
          </p:nvPr>
        </p:nvSpPr>
        <p:spPr>
          <a:xfrm>
            <a:off x="9613213" y="2533648"/>
            <a:ext cx="1146153" cy="1145107"/>
          </a:xfrm>
          <a:effectLst/>
        </p:spPr>
        <p:txBody>
          <a:bodyPr rtlCol="0">
            <a:normAutofit/>
          </a:bodyPr>
          <a:lstStyle>
            <a:lvl1pPr marL="0" indent="0">
              <a:buNone/>
              <a:defRPr sz="700">
                <a:ln>
                  <a:noFill/>
                </a:ln>
                <a:solidFill>
                  <a:schemeClr val="bg1">
                    <a:lumMod val="85000"/>
                  </a:schemeClr>
                </a:solidFill>
              </a:defRPr>
            </a:lvl1pPr>
          </a:lstStyle>
          <a:p>
            <a:pPr lvl="0"/>
            <a:endParaRPr lang="en-US" noProof="0" dirty="0"/>
          </a:p>
        </p:txBody>
      </p:sp>
      <p:sp>
        <p:nvSpPr>
          <p:cNvPr id="20" name="Picture Placeholder 13"/>
          <p:cNvSpPr>
            <a:spLocks noGrp="1" noChangeAspect="1"/>
          </p:cNvSpPr>
          <p:nvPr>
            <p:ph type="pic" sz="quarter" idx="26"/>
          </p:nvPr>
        </p:nvSpPr>
        <p:spPr>
          <a:xfrm>
            <a:off x="3793104" y="1375535"/>
            <a:ext cx="1146153" cy="1145107"/>
          </a:xfrm>
          <a:effectLst/>
        </p:spPr>
        <p:txBody>
          <a:bodyPr rtlCol="0">
            <a:normAutofit/>
          </a:bodyPr>
          <a:lstStyle>
            <a:lvl1pPr marL="0" indent="0">
              <a:buNone/>
              <a:defRPr sz="700">
                <a:ln>
                  <a:noFill/>
                </a:ln>
                <a:solidFill>
                  <a:schemeClr val="bg1">
                    <a:lumMod val="85000"/>
                  </a:schemeClr>
                </a:solidFill>
              </a:defRPr>
            </a:lvl1pPr>
          </a:lstStyle>
          <a:p>
            <a:pPr lvl="0"/>
            <a:endParaRPr lang="en-US" noProof="0" dirty="0"/>
          </a:p>
        </p:txBody>
      </p:sp>
      <p:sp>
        <p:nvSpPr>
          <p:cNvPr id="21" name="Picture Placeholder 13"/>
          <p:cNvSpPr>
            <a:spLocks noGrp="1" noChangeAspect="1"/>
          </p:cNvSpPr>
          <p:nvPr>
            <p:ph type="pic" sz="quarter" idx="27"/>
          </p:nvPr>
        </p:nvSpPr>
        <p:spPr>
          <a:xfrm>
            <a:off x="4959739" y="1375535"/>
            <a:ext cx="1146153" cy="1145107"/>
          </a:xfrm>
          <a:effectLst/>
        </p:spPr>
        <p:txBody>
          <a:bodyPr rtlCol="0">
            <a:normAutofit/>
          </a:bodyPr>
          <a:lstStyle>
            <a:lvl1pPr marL="0" indent="0">
              <a:buNone/>
              <a:defRPr sz="700">
                <a:ln>
                  <a:noFill/>
                </a:ln>
                <a:solidFill>
                  <a:schemeClr val="bg1">
                    <a:lumMod val="85000"/>
                  </a:schemeClr>
                </a:solidFill>
              </a:defRPr>
            </a:lvl1pPr>
          </a:lstStyle>
          <a:p>
            <a:pPr lvl="0"/>
            <a:endParaRPr lang="en-US" noProof="0" dirty="0"/>
          </a:p>
        </p:txBody>
      </p:sp>
      <p:sp>
        <p:nvSpPr>
          <p:cNvPr id="22" name="Picture Placeholder 13"/>
          <p:cNvSpPr>
            <a:spLocks noGrp="1" noChangeAspect="1"/>
          </p:cNvSpPr>
          <p:nvPr>
            <p:ph type="pic" sz="quarter" idx="28"/>
          </p:nvPr>
        </p:nvSpPr>
        <p:spPr>
          <a:xfrm>
            <a:off x="6122019" y="1375535"/>
            <a:ext cx="1146153" cy="1145107"/>
          </a:xfrm>
          <a:effectLst/>
        </p:spPr>
        <p:txBody>
          <a:bodyPr rtlCol="0">
            <a:normAutofit/>
          </a:bodyPr>
          <a:lstStyle>
            <a:lvl1pPr marL="0" indent="0">
              <a:buNone/>
              <a:defRPr sz="700">
                <a:ln>
                  <a:noFill/>
                </a:ln>
                <a:solidFill>
                  <a:schemeClr val="bg1">
                    <a:lumMod val="85000"/>
                  </a:schemeClr>
                </a:solidFill>
              </a:defRPr>
            </a:lvl1pPr>
          </a:lstStyle>
          <a:p>
            <a:pPr lvl="0"/>
            <a:endParaRPr lang="en-US" noProof="0" dirty="0"/>
          </a:p>
        </p:txBody>
      </p:sp>
      <p:sp>
        <p:nvSpPr>
          <p:cNvPr id="23" name="Picture Placeholder 13"/>
          <p:cNvSpPr>
            <a:spLocks noGrp="1" noChangeAspect="1"/>
          </p:cNvSpPr>
          <p:nvPr>
            <p:ph type="pic" sz="quarter" idx="29"/>
          </p:nvPr>
        </p:nvSpPr>
        <p:spPr>
          <a:xfrm>
            <a:off x="3793104" y="2536768"/>
            <a:ext cx="1146153" cy="1145107"/>
          </a:xfrm>
          <a:effectLst/>
        </p:spPr>
        <p:txBody>
          <a:bodyPr rtlCol="0">
            <a:normAutofit/>
          </a:bodyPr>
          <a:lstStyle>
            <a:lvl1pPr marL="0" indent="0">
              <a:buNone/>
              <a:defRPr sz="700">
                <a:ln>
                  <a:noFill/>
                </a:ln>
                <a:solidFill>
                  <a:schemeClr val="bg1">
                    <a:lumMod val="85000"/>
                  </a:schemeClr>
                </a:solidFill>
              </a:defRPr>
            </a:lvl1pPr>
          </a:lstStyle>
          <a:p>
            <a:pPr lvl="0"/>
            <a:endParaRPr lang="en-US" noProof="0" dirty="0"/>
          </a:p>
        </p:txBody>
      </p:sp>
      <p:sp>
        <p:nvSpPr>
          <p:cNvPr id="24" name="Picture Placeholder 13"/>
          <p:cNvSpPr>
            <a:spLocks noGrp="1" noChangeAspect="1"/>
          </p:cNvSpPr>
          <p:nvPr>
            <p:ph type="pic" sz="quarter" idx="30"/>
          </p:nvPr>
        </p:nvSpPr>
        <p:spPr>
          <a:xfrm>
            <a:off x="4959739" y="2536768"/>
            <a:ext cx="1146153" cy="1145107"/>
          </a:xfrm>
          <a:effectLst/>
        </p:spPr>
        <p:txBody>
          <a:bodyPr rtlCol="0">
            <a:normAutofit/>
          </a:bodyPr>
          <a:lstStyle>
            <a:lvl1pPr marL="0" indent="0">
              <a:buNone/>
              <a:defRPr sz="700">
                <a:ln>
                  <a:noFill/>
                </a:ln>
                <a:solidFill>
                  <a:schemeClr val="bg1">
                    <a:lumMod val="85000"/>
                  </a:schemeClr>
                </a:solidFill>
              </a:defRPr>
            </a:lvl1pPr>
          </a:lstStyle>
          <a:p>
            <a:pPr lvl="0"/>
            <a:endParaRPr lang="en-US" noProof="0" dirty="0"/>
          </a:p>
        </p:txBody>
      </p:sp>
      <p:sp>
        <p:nvSpPr>
          <p:cNvPr id="25" name="Picture Placeholder 13"/>
          <p:cNvSpPr>
            <a:spLocks noGrp="1" noChangeAspect="1"/>
          </p:cNvSpPr>
          <p:nvPr>
            <p:ph type="pic" sz="quarter" idx="31"/>
          </p:nvPr>
        </p:nvSpPr>
        <p:spPr>
          <a:xfrm>
            <a:off x="6122019" y="2536768"/>
            <a:ext cx="1146153" cy="1145107"/>
          </a:xfrm>
          <a:effectLst/>
        </p:spPr>
        <p:txBody>
          <a:bodyPr rtlCol="0">
            <a:normAutofit/>
          </a:bodyPr>
          <a:lstStyle>
            <a:lvl1pPr marL="0" indent="0">
              <a:buNone/>
              <a:defRPr sz="700">
                <a:ln>
                  <a:noFill/>
                </a:ln>
                <a:solidFill>
                  <a:schemeClr val="bg1">
                    <a:lumMod val="85000"/>
                  </a:schemeClr>
                </a:solidFill>
              </a:defRPr>
            </a:lvl1pPr>
          </a:lstStyle>
          <a:p>
            <a:pPr lvl="0"/>
            <a:endParaRPr lang="en-US" noProof="0" dirty="0"/>
          </a:p>
        </p:txBody>
      </p:sp>
    </p:spTree>
    <p:extLst>
      <p:ext uri="{BB962C8B-B14F-4D97-AF65-F5344CB8AC3E}">
        <p14:creationId xmlns:p14="http://schemas.microsoft.com/office/powerpoint/2010/main" val="2089079892"/>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10_side placeholder side">
    <p:spTree>
      <p:nvGrpSpPr>
        <p:cNvPr id="1" name=""/>
        <p:cNvGrpSpPr/>
        <p:nvPr/>
      </p:nvGrpSpPr>
      <p:grpSpPr>
        <a:xfrm>
          <a:off x="0" y="0"/>
          <a:ext cx="0" cy="0"/>
          <a:chOff x="0" y="0"/>
          <a:chExt cx="0" cy="0"/>
        </a:xfrm>
      </p:grpSpPr>
      <p:sp>
        <p:nvSpPr>
          <p:cNvPr id="26" name="Picture Placeholder 13"/>
          <p:cNvSpPr>
            <a:spLocks noGrp="1" noChangeAspect="1"/>
          </p:cNvSpPr>
          <p:nvPr>
            <p:ph type="pic" sz="quarter" idx="15"/>
          </p:nvPr>
        </p:nvSpPr>
        <p:spPr>
          <a:xfrm>
            <a:off x="7494360" y="1099931"/>
            <a:ext cx="1146153" cy="1145107"/>
          </a:xfrm>
          <a:effectLst/>
        </p:spPr>
        <p:txBody>
          <a:bodyPr rtlCol="0">
            <a:normAutofit/>
          </a:bodyPr>
          <a:lstStyle>
            <a:lvl1pPr marL="0" indent="0">
              <a:buNone/>
              <a:defRPr sz="700">
                <a:ln>
                  <a:noFill/>
                </a:ln>
                <a:solidFill>
                  <a:schemeClr val="bg1">
                    <a:lumMod val="85000"/>
                  </a:schemeClr>
                </a:solidFill>
              </a:defRPr>
            </a:lvl1pPr>
          </a:lstStyle>
          <a:p>
            <a:pPr lvl="0"/>
            <a:endParaRPr lang="en-US" noProof="0" dirty="0"/>
          </a:p>
        </p:txBody>
      </p:sp>
      <p:sp>
        <p:nvSpPr>
          <p:cNvPr id="27" name="Picture Placeholder 13"/>
          <p:cNvSpPr>
            <a:spLocks noGrp="1" noChangeAspect="1"/>
          </p:cNvSpPr>
          <p:nvPr>
            <p:ph type="pic" sz="quarter" idx="16"/>
          </p:nvPr>
        </p:nvSpPr>
        <p:spPr>
          <a:xfrm>
            <a:off x="8656640" y="1099931"/>
            <a:ext cx="1146153" cy="1145107"/>
          </a:xfrm>
          <a:effectLst/>
        </p:spPr>
        <p:txBody>
          <a:bodyPr rtlCol="0">
            <a:normAutofit/>
          </a:bodyPr>
          <a:lstStyle>
            <a:lvl1pPr marL="0" indent="0">
              <a:buNone/>
              <a:defRPr sz="700">
                <a:ln>
                  <a:noFill/>
                </a:ln>
                <a:solidFill>
                  <a:schemeClr val="bg1">
                    <a:lumMod val="85000"/>
                  </a:schemeClr>
                </a:solidFill>
              </a:defRPr>
            </a:lvl1pPr>
          </a:lstStyle>
          <a:p>
            <a:pPr lvl="0"/>
            <a:endParaRPr lang="en-US" noProof="0" dirty="0"/>
          </a:p>
        </p:txBody>
      </p:sp>
      <p:sp>
        <p:nvSpPr>
          <p:cNvPr id="28" name="Picture Placeholder 13"/>
          <p:cNvSpPr>
            <a:spLocks noGrp="1" noChangeAspect="1"/>
          </p:cNvSpPr>
          <p:nvPr>
            <p:ph type="pic" sz="quarter" idx="18"/>
          </p:nvPr>
        </p:nvSpPr>
        <p:spPr>
          <a:xfrm>
            <a:off x="7494360" y="2261164"/>
            <a:ext cx="1146153" cy="1145107"/>
          </a:xfrm>
          <a:effectLst/>
        </p:spPr>
        <p:txBody>
          <a:bodyPr rtlCol="0">
            <a:normAutofit/>
          </a:bodyPr>
          <a:lstStyle>
            <a:lvl1pPr marL="0" indent="0">
              <a:buNone/>
              <a:defRPr sz="700">
                <a:ln>
                  <a:noFill/>
                </a:ln>
                <a:solidFill>
                  <a:schemeClr val="bg1">
                    <a:lumMod val="85000"/>
                  </a:schemeClr>
                </a:solidFill>
              </a:defRPr>
            </a:lvl1pPr>
          </a:lstStyle>
          <a:p>
            <a:pPr lvl="0"/>
            <a:endParaRPr lang="en-US" noProof="0" dirty="0"/>
          </a:p>
        </p:txBody>
      </p:sp>
      <p:sp>
        <p:nvSpPr>
          <p:cNvPr id="29" name="Picture Placeholder 13"/>
          <p:cNvSpPr>
            <a:spLocks noGrp="1" noChangeAspect="1"/>
          </p:cNvSpPr>
          <p:nvPr>
            <p:ph type="pic" sz="quarter" idx="19"/>
          </p:nvPr>
        </p:nvSpPr>
        <p:spPr>
          <a:xfrm>
            <a:off x="8656640" y="2261164"/>
            <a:ext cx="1146153" cy="1145107"/>
          </a:xfrm>
          <a:effectLst/>
        </p:spPr>
        <p:txBody>
          <a:bodyPr rtlCol="0">
            <a:normAutofit/>
          </a:bodyPr>
          <a:lstStyle>
            <a:lvl1pPr marL="0" indent="0">
              <a:buNone/>
              <a:defRPr sz="700">
                <a:ln>
                  <a:noFill/>
                </a:ln>
                <a:solidFill>
                  <a:schemeClr val="bg1">
                    <a:lumMod val="85000"/>
                  </a:schemeClr>
                </a:solidFill>
              </a:defRPr>
            </a:lvl1pPr>
          </a:lstStyle>
          <a:p>
            <a:pPr lvl="0"/>
            <a:endParaRPr lang="en-US" noProof="0" dirty="0"/>
          </a:p>
        </p:txBody>
      </p:sp>
      <p:sp>
        <p:nvSpPr>
          <p:cNvPr id="30" name="Picture Placeholder 13"/>
          <p:cNvSpPr>
            <a:spLocks noGrp="1" noChangeAspect="1"/>
          </p:cNvSpPr>
          <p:nvPr>
            <p:ph type="pic" sz="quarter" idx="20"/>
          </p:nvPr>
        </p:nvSpPr>
        <p:spPr>
          <a:xfrm>
            <a:off x="7490006" y="3429251"/>
            <a:ext cx="1146153" cy="1145107"/>
          </a:xfrm>
          <a:effectLst/>
        </p:spPr>
        <p:txBody>
          <a:bodyPr rtlCol="0">
            <a:normAutofit/>
          </a:bodyPr>
          <a:lstStyle>
            <a:lvl1pPr marL="0" indent="0">
              <a:buNone/>
              <a:defRPr sz="700">
                <a:ln>
                  <a:noFill/>
                </a:ln>
                <a:solidFill>
                  <a:schemeClr val="bg1">
                    <a:lumMod val="85000"/>
                  </a:schemeClr>
                </a:solidFill>
              </a:defRPr>
            </a:lvl1pPr>
          </a:lstStyle>
          <a:p>
            <a:pPr lvl="0"/>
            <a:endParaRPr lang="en-US" noProof="0" dirty="0"/>
          </a:p>
        </p:txBody>
      </p:sp>
      <p:sp>
        <p:nvSpPr>
          <p:cNvPr id="31" name="Picture Placeholder 13"/>
          <p:cNvSpPr>
            <a:spLocks noGrp="1" noChangeAspect="1"/>
          </p:cNvSpPr>
          <p:nvPr>
            <p:ph type="pic" sz="quarter" idx="21"/>
          </p:nvPr>
        </p:nvSpPr>
        <p:spPr>
          <a:xfrm>
            <a:off x="8656640" y="3429251"/>
            <a:ext cx="1146153" cy="1145107"/>
          </a:xfrm>
          <a:effectLst/>
        </p:spPr>
        <p:txBody>
          <a:bodyPr rtlCol="0">
            <a:normAutofit/>
          </a:bodyPr>
          <a:lstStyle>
            <a:lvl1pPr marL="0" indent="0">
              <a:buNone/>
              <a:defRPr sz="700">
                <a:ln>
                  <a:noFill/>
                </a:ln>
                <a:solidFill>
                  <a:schemeClr val="bg1">
                    <a:lumMod val="85000"/>
                  </a:schemeClr>
                </a:solidFill>
              </a:defRPr>
            </a:lvl1pPr>
          </a:lstStyle>
          <a:p>
            <a:pPr lvl="0"/>
            <a:endParaRPr lang="en-US" noProof="0" dirty="0"/>
          </a:p>
        </p:txBody>
      </p:sp>
      <p:sp>
        <p:nvSpPr>
          <p:cNvPr id="32" name="Picture Placeholder 13"/>
          <p:cNvSpPr>
            <a:spLocks noGrp="1" noChangeAspect="1"/>
          </p:cNvSpPr>
          <p:nvPr>
            <p:ph type="pic" sz="quarter" idx="22"/>
          </p:nvPr>
        </p:nvSpPr>
        <p:spPr>
          <a:xfrm>
            <a:off x="9818920" y="3429251"/>
            <a:ext cx="1146153" cy="1145107"/>
          </a:xfrm>
          <a:effectLst/>
        </p:spPr>
        <p:txBody>
          <a:bodyPr rtlCol="0">
            <a:normAutofit/>
          </a:bodyPr>
          <a:lstStyle>
            <a:lvl1pPr marL="0" indent="0">
              <a:buNone/>
              <a:defRPr sz="700">
                <a:ln>
                  <a:noFill/>
                </a:ln>
                <a:solidFill>
                  <a:schemeClr val="bg1">
                    <a:lumMod val="85000"/>
                  </a:schemeClr>
                </a:solidFill>
              </a:defRPr>
            </a:lvl1pPr>
          </a:lstStyle>
          <a:p>
            <a:pPr lvl="0"/>
            <a:endParaRPr lang="en-US" noProof="0" dirty="0"/>
          </a:p>
        </p:txBody>
      </p:sp>
      <p:sp>
        <p:nvSpPr>
          <p:cNvPr id="33" name="Picture Placeholder 13"/>
          <p:cNvSpPr>
            <a:spLocks noGrp="1" noChangeAspect="1"/>
          </p:cNvSpPr>
          <p:nvPr>
            <p:ph type="pic" sz="quarter" idx="23"/>
          </p:nvPr>
        </p:nvSpPr>
        <p:spPr>
          <a:xfrm>
            <a:off x="7490006" y="4590484"/>
            <a:ext cx="1146153" cy="1145107"/>
          </a:xfrm>
          <a:effectLst/>
        </p:spPr>
        <p:txBody>
          <a:bodyPr rtlCol="0">
            <a:normAutofit/>
          </a:bodyPr>
          <a:lstStyle>
            <a:lvl1pPr marL="0" indent="0">
              <a:buNone/>
              <a:defRPr sz="700">
                <a:ln>
                  <a:noFill/>
                </a:ln>
                <a:solidFill>
                  <a:schemeClr val="bg1">
                    <a:lumMod val="85000"/>
                  </a:schemeClr>
                </a:solidFill>
              </a:defRPr>
            </a:lvl1pPr>
          </a:lstStyle>
          <a:p>
            <a:pPr lvl="0"/>
            <a:endParaRPr lang="en-US" noProof="0" dirty="0"/>
          </a:p>
        </p:txBody>
      </p:sp>
      <p:sp>
        <p:nvSpPr>
          <p:cNvPr id="34" name="Picture Placeholder 13"/>
          <p:cNvSpPr>
            <a:spLocks noGrp="1" noChangeAspect="1"/>
          </p:cNvSpPr>
          <p:nvPr>
            <p:ph type="pic" sz="quarter" idx="24"/>
          </p:nvPr>
        </p:nvSpPr>
        <p:spPr>
          <a:xfrm>
            <a:off x="8656640" y="4590484"/>
            <a:ext cx="1146153" cy="1145107"/>
          </a:xfrm>
          <a:effectLst/>
        </p:spPr>
        <p:txBody>
          <a:bodyPr rtlCol="0">
            <a:normAutofit/>
          </a:bodyPr>
          <a:lstStyle>
            <a:lvl1pPr marL="0" indent="0">
              <a:buNone/>
              <a:defRPr sz="700">
                <a:ln>
                  <a:noFill/>
                </a:ln>
                <a:solidFill>
                  <a:schemeClr val="bg1">
                    <a:lumMod val="85000"/>
                  </a:schemeClr>
                </a:solidFill>
              </a:defRPr>
            </a:lvl1pPr>
          </a:lstStyle>
          <a:p>
            <a:pPr lvl="0"/>
            <a:endParaRPr lang="en-US" noProof="0" dirty="0"/>
          </a:p>
        </p:txBody>
      </p:sp>
      <p:sp>
        <p:nvSpPr>
          <p:cNvPr id="35" name="Picture Placeholder 13"/>
          <p:cNvSpPr>
            <a:spLocks noGrp="1" noChangeAspect="1"/>
          </p:cNvSpPr>
          <p:nvPr>
            <p:ph type="pic" sz="quarter" idx="25"/>
          </p:nvPr>
        </p:nvSpPr>
        <p:spPr>
          <a:xfrm>
            <a:off x="9818920" y="4590484"/>
            <a:ext cx="1146153" cy="1145107"/>
          </a:xfrm>
          <a:effectLst/>
        </p:spPr>
        <p:txBody>
          <a:bodyPr rtlCol="0">
            <a:normAutofit/>
          </a:bodyPr>
          <a:lstStyle>
            <a:lvl1pPr marL="0" indent="0">
              <a:buNone/>
              <a:defRPr sz="700">
                <a:ln>
                  <a:noFill/>
                </a:ln>
                <a:solidFill>
                  <a:schemeClr val="bg1">
                    <a:lumMod val="85000"/>
                  </a:schemeClr>
                </a:solidFill>
              </a:defRPr>
            </a:lvl1pPr>
          </a:lstStyle>
          <a:p>
            <a:pPr lvl="0"/>
            <a:endParaRPr lang="en-US" noProof="0" dirty="0"/>
          </a:p>
        </p:txBody>
      </p:sp>
      <p:sp>
        <p:nvSpPr>
          <p:cNvPr id="36" name="Picture Placeholder 13"/>
          <p:cNvSpPr>
            <a:spLocks noGrp="1" noChangeAspect="1"/>
          </p:cNvSpPr>
          <p:nvPr>
            <p:ph type="pic" sz="quarter" idx="26"/>
          </p:nvPr>
        </p:nvSpPr>
        <p:spPr>
          <a:xfrm>
            <a:off x="9817307" y="1099931"/>
            <a:ext cx="1146153" cy="1145107"/>
          </a:xfrm>
          <a:effectLst/>
        </p:spPr>
        <p:txBody>
          <a:bodyPr rtlCol="0">
            <a:normAutofit/>
          </a:bodyPr>
          <a:lstStyle>
            <a:lvl1pPr marL="0" indent="0">
              <a:buNone/>
              <a:defRPr sz="700">
                <a:ln>
                  <a:noFill/>
                </a:ln>
                <a:solidFill>
                  <a:schemeClr val="bg1">
                    <a:lumMod val="85000"/>
                  </a:schemeClr>
                </a:solidFill>
              </a:defRPr>
            </a:lvl1pPr>
          </a:lstStyle>
          <a:p>
            <a:pPr lvl="0"/>
            <a:endParaRPr lang="en-US" noProof="0" dirty="0"/>
          </a:p>
        </p:txBody>
      </p:sp>
      <p:sp>
        <p:nvSpPr>
          <p:cNvPr id="37" name="Picture Placeholder 13"/>
          <p:cNvSpPr>
            <a:spLocks noGrp="1" noChangeAspect="1"/>
          </p:cNvSpPr>
          <p:nvPr>
            <p:ph type="pic" sz="quarter" idx="29"/>
          </p:nvPr>
        </p:nvSpPr>
        <p:spPr>
          <a:xfrm>
            <a:off x="9817307" y="2261164"/>
            <a:ext cx="1146153" cy="1145107"/>
          </a:xfrm>
          <a:effectLst/>
        </p:spPr>
        <p:txBody>
          <a:bodyPr rtlCol="0">
            <a:normAutofit/>
          </a:bodyPr>
          <a:lstStyle>
            <a:lvl1pPr marL="0" indent="0">
              <a:buNone/>
              <a:defRPr sz="700">
                <a:ln>
                  <a:noFill/>
                </a:ln>
                <a:solidFill>
                  <a:schemeClr val="bg1">
                    <a:lumMod val="85000"/>
                  </a:schemeClr>
                </a:solidFill>
              </a:defRPr>
            </a:lvl1pPr>
          </a:lstStyle>
          <a:p>
            <a:pPr lvl="0"/>
            <a:endParaRPr lang="en-US" noProof="0" dirty="0"/>
          </a:p>
        </p:txBody>
      </p:sp>
    </p:spTree>
    <p:extLst>
      <p:ext uri="{BB962C8B-B14F-4D97-AF65-F5344CB8AC3E}">
        <p14:creationId xmlns:p14="http://schemas.microsoft.com/office/powerpoint/2010/main" val="2661548598"/>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11_side placeholder side 3">
    <p:spTree>
      <p:nvGrpSpPr>
        <p:cNvPr id="1" name=""/>
        <p:cNvGrpSpPr/>
        <p:nvPr/>
      </p:nvGrpSpPr>
      <p:grpSpPr>
        <a:xfrm>
          <a:off x="0" y="0"/>
          <a:ext cx="0" cy="0"/>
          <a:chOff x="0" y="0"/>
          <a:chExt cx="0" cy="0"/>
        </a:xfrm>
      </p:grpSpPr>
      <p:sp>
        <p:nvSpPr>
          <p:cNvPr id="18" name="Picture Placeholder 3"/>
          <p:cNvSpPr>
            <a:spLocks noGrp="1" noChangeAspect="1"/>
          </p:cNvSpPr>
          <p:nvPr>
            <p:ph type="pic" sz="quarter" idx="51"/>
          </p:nvPr>
        </p:nvSpPr>
        <p:spPr>
          <a:xfrm>
            <a:off x="7030736" y="2221766"/>
            <a:ext cx="2160000" cy="2160001"/>
          </a:xfrm>
          <a:custGeom>
            <a:avLst/>
            <a:gdLst>
              <a:gd name="connsiteX0" fmla="*/ 2076436 w 4143985"/>
              <a:gd name="connsiteY0" fmla="*/ 2 h 4143986"/>
              <a:gd name="connsiteX1" fmla="*/ 2588092 w 4143985"/>
              <a:gd name="connsiteY1" fmla="*/ 213223 h 4143986"/>
              <a:gd name="connsiteX2" fmla="*/ 3932959 w 4143985"/>
              <a:gd name="connsiteY2" fmla="*/ 1563871 h 4143986"/>
              <a:gd name="connsiteX3" fmla="*/ 3930763 w 4143985"/>
              <a:gd name="connsiteY3" fmla="*/ 2588092 h 4143986"/>
              <a:gd name="connsiteX4" fmla="*/ 2580115 w 4143985"/>
              <a:gd name="connsiteY4" fmla="*/ 3932960 h 4143986"/>
              <a:gd name="connsiteX5" fmla="*/ 1555894 w 4143985"/>
              <a:gd name="connsiteY5" fmla="*/ 3930763 h 4143986"/>
              <a:gd name="connsiteX6" fmla="*/ 211027 w 4143985"/>
              <a:gd name="connsiteY6" fmla="*/ 2580115 h 4143986"/>
              <a:gd name="connsiteX7" fmla="*/ 213223 w 4143985"/>
              <a:gd name="connsiteY7" fmla="*/ 1555895 h 4143986"/>
              <a:gd name="connsiteX8" fmla="*/ 1563871 w 4143985"/>
              <a:gd name="connsiteY8" fmla="*/ 211027 h 4143986"/>
              <a:gd name="connsiteX9" fmla="*/ 2076436 w 4143985"/>
              <a:gd name="connsiteY9" fmla="*/ 2 h 41439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143985" h="4143986">
                <a:moveTo>
                  <a:pt x="2076436" y="2"/>
                </a:moveTo>
                <a:cubicBezTo>
                  <a:pt x="2261784" y="399"/>
                  <a:pt x="2446980" y="71505"/>
                  <a:pt x="2588092" y="213223"/>
                </a:cubicBezTo>
                <a:lnTo>
                  <a:pt x="3932959" y="1563871"/>
                </a:lnTo>
                <a:cubicBezTo>
                  <a:pt x="4215184" y="1847309"/>
                  <a:pt x="4214200" y="2305868"/>
                  <a:pt x="3930763" y="2588092"/>
                </a:cubicBezTo>
                <a:lnTo>
                  <a:pt x="2580115" y="3932960"/>
                </a:lnTo>
                <a:cubicBezTo>
                  <a:pt x="2296678" y="4215184"/>
                  <a:pt x="1838119" y="4214201"/>
                  <a:pt x="1555894" y="3930763"/>
                </a:cubicBezTo>
                <a:lnTo>
                  <a:pt x="211027" y="2580115"/>
                </a:lnTo>
                <a:cubicBezTo>
                  <a:pt x="-71198" y="2296678"/>
                  <a:pt x="-70214" y="1838119"/>
                  <a:pt x="213223" y="1555895"/>
                </a:cubicBezTo>
                <a:lnTo>
                  <a:pt x="1563871" y="211027"/>
                </a:lnTo>
                <a:cubicBezTo>
                  <a:pt x="1705590" y="69915"/>
                  <a:pt x="1891089" y="-396"/>
                  <a:pt x="2076436" y="2"/>
                </a:cubicBezTo>
                <a:close/>
              </a:path>
            </a:pathLst>
          </a:custGeom>
          <a:effectLst/>
        </p:spPr>
        <p:txBody>
          <a:bodyPr wrap="square">
            <a:noAutofit/>
          </a:bodyPr>
          <a:lstStyle>
            <a:lvl1pPr marL="0" indent="0">
              <a:buNone/>
              <a:defRPr sz="2600">
                <a:ln>
                  <a:noFill/>
                </a:ln>
                <a:solidFill>
                  <a:schemeClr val="bg1">
                    <a:lumMod val="85000"/>
                  </a:schemeClr>
                </a:solidFill>
              </a:defRPr>
            </a:lvl1pPr>
          </a:lstStyle>
          <a:p>
            <a:endParaRPr lang="en-US" dirty="0"/>
          </a:p>
        </p:txBody>
      </p:sp>
      <p:sp>
        <p:nvSpPr>
          <p:cNvPr id="20" name="Picture Placeholder 3"/>
          <p:cNvSpPr>
            <a:spLocks noGrp="1" noChangeAspect="1"/>
          </p:cNvSpPr>
          <p:nvPr>
            <p:ph type="pic" sz="quarter" idx="52"/>
          </p:nvPr>
        </p:nvSpPr>
        <p:spPr>
          <a:xfrm>
            <a:off x="4612214" y="2221767"/>
            <a:ext cx="2160000" cy="2160001"/>
          </a:xfrm>
          <a:custGeom>
            <a:avLst/>
            <a:gdLst>
              <a:gd name="connsiteX0" fmla="*/ 2076436 w 4143985"/>
              <a:gd name="connsiteY0" fmla="*/ 2 h 4143986"/>
              <a:gd name="connsiteX1" fmla="*/ 2588092 w 4143985"/>
              <a:gd name="connsiteY1" fmla="*/ 213223 h 4143986"/>
              <a:gd name="connsiteX2" fmla="*/ 3932959 w 4143985"/>
              <a:gd name="connsiteY2" fmla="*/ 1563871 h 4143986"/>
              <a:gd name="connsiteX3" fmla="*/ 3930763 w 4143985"/>
              <a:gd name="connsiteY3" fmla="*/ 2588092 h 4143986"/>
              <a:gd name="connsiteX4" fmla="*/ 2580115 w 4143985"/>
              <a:gd name="connsiteY4" fmla="*/ 3932960 h 4143986"/>
              <a:gd name="connsiteX5" fmla="*/ 1555894 w 4143985"/>
              <a:gd name="connsiteY5" fmla="*/ 3930763 h 4143986"/>
              <a:gd name="connsiteX6" fmla="*/ 211027 w 4143985"/>
              <a:gd name="connsiteY6" fmla="*/ 2580115 h 4143986"/>
              <a:gd name="connsiteX7" fmla="*/ 213223 w 4143985"/>
              <a:gd name="connsiteY7" fmla="*/ 1555895 h 4143986"/>
              <a:gd name="connsiteX8" fmla="*/ 1563871 w 4143985"/>
              <a:gd name="connsiteY8" fmla="*/ 211027 h 4143986"/>
              <a:gd name="connsiteX9" fmla="*/ 2076436 w 4143985"/>
              <a:gd name="connsiteY9" fmla="*/ 2 h 41439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143985" h="4143986">
                <a:moveTo>
                  <a:pt x="2076436" y="2"/>
                </a:moveTo>
                <a:cubicBezTo>
                  <a:pt x="2261784" y="399"/>
                  <a:pt x="2446980" y="71505"/>
                  <a:pt x="2588092" y="213223"/>
                </a:cubicBezTo>
                <a:lnTo>
                  <a:pt x="3932959" y="1563871"/>
                </a:lnTo>
                <a:cubicBezTo>
                  <a:pt x="4215184" y="1847309"/>
                  <a:pt x="4214200" y="2305868"/>
                  <a:pt x="3930763" y="2588092"/>
                </a:cubicBezTo>
                <a:lnTo>
                  <a:pt x="2580115" y="3932960"/>
                </a:lnTo>
                <a:cubicBezTo>
                  <a:pt x="2296678" y="4215184"/>
                  <a:pt x="1838119" y="4214201"/>
                  <a:pt x="1555894" y="3930763"/>
                </a:cubicBezTo>
                <a:lnTo>
                  <a:pt x="211027" y="2580115"/>
                </a:lnTo>
                <a:cubicBezTo>
                  <a:pt x="-71198" y="2296678"/>
                  <a:pt x="-70214" y="1838119"/>
                  <a:pt x="213223" y="1555895"/>
                </a:cubicBezTo>
                <a:lnTo>
                  <a:pt x="1563871" y="211027"/>
                </a:lnTo>
                <a:cubicBezTo>
                  <a:pt x="1705590" y="69915"/>
                  <a:pt x="1891089" y="-396"/>
                  <a:pt x="2076436" y="2"/>
                </a:cubicBezTo>
                <a:close/>
              </a:path>
            </a:pathLst>
          </a:custGeom>
          <a:effectLst/>
        </p:spPr>
        <p:txBody>
          <a:bodyPr wrap="square">
            <a:noAutofit/>
          </a:bodyPr>
          <a:lstStyle>
            <a:lvl1pPr marL="0" indent="0">
              <a:buNone/>
              <a:defRPr sz="2600">
                <a:ln>
                  <a:noFill/>
                </a:ln>
                <a:solidFill>
                  <a:schemeClr val="bg1">
                    <a:lumMod val="85000"/>
                  </a:schemeClr>
                </a:solidFill>
              </a:defRPr>
            </a:lvl1pPr>
          </a:lstStyle>
          <a:p>
            <a:endParaRPr lang="en-US" dirty="0"/>
          </a:p>
        </p:txBody>
      </p:sp>
      <p:sp>
        <p:nvSpPr>
          <p:cNvPr id="21" name="Picture Placeholder 3"/>
          <p:cNvSpPr>
            <a:spLocks noGrp="1" noChangeAspect="1"/>
          </p:cNvSpPr>
          <p:nvPr>
            <p:ph type="pic" sz="quarter" idx="53"/>
          </p:nvPr>
        </p:nvSpPr>
        <p:spPr>
          <a:xfrm>
            <a:off x="9449258" y="2122376"/>
            <a:ext cx="2160000" cy="2160001"/>
          </a:xfrm>
          <a:custGeom>
            <a:avLst/>
            <a:gdLst>
              <a:gd name="connsiteX0" fmla="*/ 2076436 w 4143985"/>
              <a:gd name="connsiteY0" fmla="*/ 2 h 4143986"/>
              <a:gd name="connsiteX1" fmla="*/ 2588092 w 4143985"/>
              <a:gd name="connsiteY1" fmla="*/ 213223 h 4143986"/>
              <a:gd name="connsiteX2" fmla="*/ 3932959 w 4143985"/>
              <a:gd name="connsiteY2" fmla="*/ 1563871 h 4143986"/>
              <a:gd name="connsiteX3" fmla="*/ 3930763 w 4143985"/>
              <a:gd name="connsiteY3" fmla="*/ 2588092 h 4143986"/>
              <a:gd name="connsiteX4" fmla="*/ 2580115 w 4143985"/>
              <a:gd name="connsiteY4" fmla="*/ 3932960 h 4143986"/>
              <a:gd name="connsiteX5" fmla="*/ 1555894 w 4143985"/>
              <a:gd name="connsiteY5" fmla="*/ 3930763 h 4143986"/>
              <a:gd name="connsiteX6" fmla="*/ 211027 w 4143985"/>
              <a:gd name="connsiteY6" fmla="*/ 2580115 h 4143986"/>
              <a:gd name="connsiteX7" fmla="*/ 213223 w 4143985"/>
              <a:gd name="connsiteY7" fmla="*/ 1555895 h 4143986"/>
              <a:gd name="connsiteX8" fmla="*/ 1563871 w 4143985"/>
              <a:gd name="connsiteY8" fmla="*/ 211027 h 4143986"/>
              <a:gd name="connsiteX9" fmla="*/ 2076436 w 4143985"/>
              <a:gd name="connsiteY9" fmla="*/ 2 h 41439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143985" h="4143986">
                <a:moveTo>
                  <a:pt x="2076436" y="2"/>
                </a:moveTo>
                <a:cubicBezTo>
                  <a:pt x="2261784" y="399"/>
                  <a:pt x="2446980" y="71505"/>
                  <a:pt x="2588092" y="213223"/>
                </a:cubicBezTo>
                <a:lnTo>
                  <a:pt x="3932959" y="1563871"/>
                </a:lnTo>
                <a:cubicBezTo>
                  <a:pt x="4215184" y="1847309"/>
                  <a:pt x="4214200" y="2305868"/>
                  <a:pt x="3930763" y="2588092"/>
                </a:cubicBezTo>
                <a:lnTo>
                  <a:pt x="2580115" y="3932960"/>
                </a:lnTo>
                <a:cubicBezTo>
                  <a:pt x="2296678" y="4215184"/>
                  <a:pt x="1838119" y="4214201"/>
                  <a:pt x="1555894" y="3930763"/>
                </a:cubicBezTo>
                <a:lnTo>
                  <a:pt x="211027" y="2580115"/>
                </a:lnTo>
                <a:cubicBezTo>
                  <a:pt x="-71198" y="2296678"/>
                  <a:pt x="-70214" y="1838119"/>
                  <a:pt x="213223" y="1555895"/>
                </a:cubicBezTo>
                <a:lnTo>
                  <a:pt x="1563871" y="211027"/>
                </a:lnTo>
                <a:cubicBezTo>
                  <a:pt x="1705590" y="69915"/>
                  <a:pt x="1891089" y="-396"/>
                  <a:pt x="2076436" y="2"/>
                </a:cubicBezTo>
                <a:close/>
              </a:path>
            </a:pathLst>
          </a:custGeom>
          <a:effectLst/>
        </p:spPr>
        <p:txBody>
          <a:bodyPr wrap="square">
            <a:noAutofit/>
          </a:bodyPr>
          <a:lstStyle>
            <a:lvl1pPr marL="0" indent="0">
              <a:buNone/>
              <a:defRPr sz="2600">
                <a:ln>
                  <a:noFill/>
                </a:ln>
                <a:solidFill>
                  <a:schemeClr val="bg1">
                    <a:lumMod val="85000"/>
                  </a:schemeClr>
                </a:solidFill>
              </a:defRPr>
            </a:lvl1pPr>
          </a:lstStyle>
          <a:p>
            <a:endParaRPr lang="en-US" dirty="0"/>
          </a:p>
        </p:txBody>
      </p:sp>
    </p:spTree>
    <p:extLst>
      <p:ext uri="{BB962C8B-B14F-4D97-AF65-F5344CB8AC3E}">
        <p14:creationId xmlns:p14="http://schemas.microsoft.com/office/powerpoint/2010/main" val="509923574"/>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7_side 12 placeholder ">
    <p:spTree>
      <p:nvGrpSpPr>
        <p:cNvPr id="1" name=""/>
        <p:cNvGrpSpPr/>
        <p:nvPr/>
      </p:nvGrpSpPr>
      <p:grpSpPr>
        <a:xfrm>
          <a:off x="0" y="0"/>
          <a:ext cx="0" cy="0"/>
          <a:chOff x="0" y="0"/>
          <a:chExt cx="0" cy="0"/>
        </a:xfrm>
      </p:grpSpPr>
      <p:sp>
        <p:nvSpPr>
          <p:cNvPr id="6" name="Picture Placeholder 2"/>
          <p:cNvSpPr>
            <a:spLocks noGrp="1"/>
          </p:cNvSpPr>
          <p:nvPr>
            <p:ph type="pic" sz="quarter" idx="19"/>
          </p:nvPr>
        </p:nvSpPr>
        <p:spPr>
          <a:xfrm>
            <a:off x="9163878" y="5247860"/>
            <a:ext cx="3055866" cy="1610139"/>
          </a:xfrm>
          <a:prstGeom prst="rect">
            <a:avLst/>
          </a:prstGeom>
        </p:spPr>
        <p:txBody>
          <a:bodyPr/>
          <a:lstStyle/>
          <a:p>
            <a:endParaRPr lang="id-ID"/>
          </a:p>
        </p:txBody>
      </p:sp>
      <p:sp>
        <p:nvSpPr>
          <p:cNvPr id="9" name="Picture Placeholder 2"/>
          <p:cNvSpPr>
            <a:spLocks noGrp="1"/>
          </p:cNvSpPr>
          <p:nvPr>
            <p:ph type="pic" sz="quarter" idx="20"/>
          </p:nvPr>
        </p:nvSpPr>
        <p:spPr>
          <a:xfrm>
            <a:off x="9143999" y="3552716"/>
            <a:ext cx="3056903" cy="1695144"/>
          </a:xfrm>
          <a:prstGeom prst="rect">
            <a:avLst/>
          </a:prstGeom>
        </p:spPr>
        <p:txBody>
          <a:bodyPr/>
          <a:lstStyle/>
          <a:p>
            <a:endParaRPr lang="id-ID"/>
          </a:p>
        </p:txBody>
      </p:sp>
      <p:sp>
        <p:nvSpPr>
          <p:cNvPr id="10" name="Picture Placeholder 2"/>
          <p:cNvSpPr>
            <a:spLocks noGrp="1"/>
          </p:cNvSpPr>
          <p:nvPr>
            <p:ph type="pic" sz="quarter" idx="21"/>
          </p:nvPr>
        </p:nvSpPr>
        <p:spPr>
          <a:xfrm>
            <a:off x="9153938" y="1842052"/>
            <a:ext cx="3046964" cy="1697412"/>
          </a:xfrm>
          <a:prstGeom prst="rect">
            <a:avLst/>
          </a:prstGeom>
        </p:spPr>
        <p:txBody>
          <a:bodyPr/>
          <a:lstStyle/>
          <a:p>
            <a:endParaRPr lang="id-ID"/>
          </a:p>
        </p:txBody>
      </p:sp>
      <p:sp>
        <p:nvSpPr>
          <p:cNvPr id="11" name="Picture Placeholder 2"/>
          <p:cNvSpPr>
            <a:spLocks noGrp="1"/>
          </p:cNvSpPr>
          <p:nvPr>
            <p:ph type="pic" sz="quarter" idx="22"/>
          </p:nvPr>
        </p:nvSpPr>
        <p:spPr>
          <a:xfrm>
            <a:off x="9163878" y="0"/>
            <a:ext cx="3028122" cy="1828800"/>
          </a:xfrm>
          <a:prstGeom prst="rect">
            <a:avLst/>
          </a:prstGeom>
        </p:spPr>
        <p:txBody>
          <a:bodyPr/>
          <a:lstStyle/>
          <a:p>
            <a:endParaRPr lang="id-ID"/>
          </a:p>
        </p:txBody>
      </p:sp>
      <p:sp>
        <p:nvSpPr>
          <p:cNvPr id="12" name="Picture Placeholder 2"/>
          <p:cNvSpPr>
            <a:spLocks noGrp="1"/>
          </p:cNvSpPr>
          <p:nvPr>
            <p:ph type="pic" sz="quarter" idx="23"/>
          </p:nvPr>
        </p:nvSpPr>
        <p:spPr>
          <a:xfrm>
            <a:off x="6098073" y="5261112"/>
            <a:ext cx="3065804" cy="1610139"/>
          </a:xfrm>
          <a:prstGeom prst="rect">
            <a:avLst/>
          </a:prstGeom>
        </p:spPr>
        <p:txBody>
          <a:bodyPr/>
          <a:lstStyle/>
          <a:p>
            <a:endParaRPr lang="id-ID"/>
          </a:p>
        </p:txBody>
      </p:sp>
      <p:sp>
        <p:nvSpPr>
          <p:cNvPr id="13" name="Picture Placeholder 2"/>
          <p:cNvSpPr>
            <a:spLocks noGrp="1"/>
          </p:cNvSpPr>
          <p:nvPr>
            <p:ph type="pic" sz="quarter" idx="24"/>
          </p:nvPr>
        </p:nvSpPr>
        <p:spPr>
          <a:xfrm>
            <a:off x="6104700" y="3565968"/>
            <a:ext cx="3034747" cy="1695144"/>
          </a:xfrm>
          <a:prstGeom prst="rect">
            <a:avLst/>
          </a:prstGeom>
        </p:spPr>
        <p:txBody>
          <a:bodyPr/>
          <a:lstStyle/>
          <a:p>
            <a:endParaRPr lang="id-ID"/>
          </a:p>
        </p:txBody>
      </p:sp>
      <p:sp>
        <p:nvSpPr>
          <p:cNvPr id="14" name="Picture Placeholder 2"/>
          <p:cNvSpPr>
            <a:spLocks noGrp="1"/>
          </p:cNvSpPr>
          <p:nvPr>
            <p:ph type="pic" sz="quarter" idx="25"/>
          </p:nvPr>
        </p:nvSpPr>
        <p:spPr>
          <a:xfrm>
            <a:off x="6088132" y="1855304"/>
            <a:ext cx="3075745" cy="1710664"/>
          </a:xfrm>
          <a:prstGeom prst="rect">
            <a:avLst/>
          </a:prstGeom>
        </p:spPr>
        <p:txBody>
          <a:bodyPr/>
          <a:lstStyle/>
          <a:p>
            <a:endParaRPr lang="id-ID"/>
          </a:p>
        </p:txBody>
      </p:sp>
      <p:sp>
        <p:nvSpPr>
          <p:cNvPr id="15" name="Picture Placeholder 2"/>
          <p:cNvSpPr>
            <a:spLocks noGrp="1"/>
          </p:cNvSpPr>
          <p:nvPr>
            <p:ph type="pic" sz="quarter" idx="26"/>
          </p:nvPr>
        </p:nvSpPr>
        <p:spPr>
          <a:xfrm>
            <a:off x="6098073" y="0"/>
            <a:ext cx="3065804" cy="1842052"/>
          </a:xfrm>
          <a:prstGeom prst="rect">
            <a:avLst/>
          </a:prstGeom>
        </p:spPr>
        <p:txBody>
          <a:bodyPr/>
          <a:lstStyle/>
          <a:p>
            <a:endParaRPr lang="id-ID"/>
          </a:p>
        </p:txBody>
      </p:sp>
      <p:sp>
        <p:nvSpPr>
          <p:cNvPr id="16" name="Picture Placeholder 2"/>
          <p:cNvSpPr>
            <a:spLocks noGrp="1"/>
          </p:cNvSpPr>
          <p:nvPr>
            <p:ph type="pic" sz="quarter" idx="27"/>
          </p:nvPr>
        </p:nvSpPr>
        <p:spPr>
          <a:xfrm>
            <a:off x="3061049" y="5261112"/>
            <a:ext cx="3037024" cy="1610139"/>
          </a:xfrm>
          <a:prstGeom prst="rect">
            <a:avLst/>
          </a:prstGeom>
        </p:spPr>
        <p:txBody>
          <a:bodyPr/>
          <a:lstStyle/>
          <a:p>
            <a:endParaRPr lang="id-ID"/>
          </a:p>
        </p:txBody>
      </p:sp>
      <p:sp>
        <p:nvSpPr>
          <p:cNvPr id="17" name="Picture Placeholder 2"/>
          <p:cNvSpPr>
            <a:spLocks noGrp="1"/>
          </p:cNvSpPr>
          <p:nvPr>
            <p:ph type="pic" sz="quarter" idx="28"/>
          </p:nvPr>
        </p:nvSpPr>
        <p:spPr>
          <a:xfrm>
            <a:off x="3051108" y="3565968"/>
            <a:ext cx="3051316" cy="1695144"/>
          </a:xfrm>
          <a:prstGeom prst="rect">
            <a:avLst/>
          </a:prstGeom>
        </p:spPr>
        <p:txBody>
          <a:bodyPr/>
          <a:lstStyle/>
          <a:p>
            <a:endParaRPr lang="id-ID"/>
          </a:p>
        </p:txBody>
      </p:sp>
      <p:sp>
        <p:nvSpPr>
          <p:cNvPr id="18" name="Picture Placeholder 2"/>
          <p:cNvSpPr>
            <a:spLocks noGrp="1"/>
          </p:cNvSpPr>
          <p:nvPr>
            <p:ph type="pic" sz="quarter" idx="29"/>
          </p:nvPr>
        </p:nvSpPr>
        <p:spPr>
          <a:xfrm>
            <a:off x="3051109" y="1855304"/>
            <a:ext cx="3028122" cy="1697412"/>
          </a:xfrm>
          <a:prstGeom prst="rect">
            <a:avLst/>
          </a:prstGeom>
        </p:spPr>
        <p:txBody>
          <a:bodyPr/>
          <a:lstStyle/>
          <a:p>
            <a:endParaRPr lang="id-ID"/>
          </a:p>
        </p:txBody>
      </p:sp>
      <p:sp>
        <p:nvSpPr>
          <p:cNvPr id="19" name="Picture Placeholder 2"/>
          <p:cNvSpPr>
            <a:spLocks noGrp="1"/>
          </p:cNvSpPr>
          <p:nvPr>
            <p:ph type="pic" sz="quarter" idx="30"/>
          </p:nvPr>
        </p:nvSpPr>
        <p:spPr>
          <a:xfrm>
            <a:off x="3061049" y="13252"/>
            <a:ext cx="3028122" cy="1828800"/>
          </a:xfrm>
          <a:prstGeom prst="rect">
            <a:avLst/>
          </a:prstGeom>
        </p:spPr>
        <p:txBody>
          <a:bodyPr/>
          <a:lstStyle/>
          <a:p>
            <a:endParaRPr lang="id-ID"/>
          </a:p>
        </p:txBody>
      </p:sp>
    </p:spTree>
    <p:extLst>
      <p:ext uri="{BB962C8B-B14F-4D97-AF65-F5344CB8AC3E}">
        <p14:creationId xmlns:p14="http://schemas.microsoft.com/office/powerpoint/2010/main" val="1905846452"/>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2_Normal Center">
    <p:spTree>
      <p:nvGrpSpPr>
        <p:cNvPr id="1" name=""/>
        <p:cNvGrpSpPr/>
        <p:nvPr/>
      </p:nvGrpSpPr>
      <p:grpSpPr>
        <a:xfrm>
          <a:off x="0" y="0"/>
          <a:ext cx="0" cy="0"/>
          <a:chOff x="0" y="0"/>
          <a:chExt cx="0" cy="0"/>
        </a:xfrm>
      </p:grpSpPr>
      <p:sp>
        <p:nvSpPr>
          <p:cNvPr id="6" name="Picture Placeholder 3"/>
          <p:cNvSpPr>
            <a:spLocks noGrp="1"/>
          </p:cNvSpPr>
          <p:nvPr>
            <p:ph type="pic" sz="quarter" idx="23"/>
          </p:nvPr>
        </p:nvSpPr>
        <p:spPr>
          <a:xfrm>
            <a:off x="887896" y="2859710"/>
            <a:ext cx="3328416" cy="1472184"/>
          </a:xfrm>
          <a:prstGeom prst="rect">
            <a:avLst/>
          </a:prstGeom>
          <a:solidFill>
            <a:schemeClr val="bg1">
              <a:lumMod val="90000"/>
              <a:lumOff val="10000"/>
            </a:schemeClr>
          </a:solidFill>
        </p:spPr>
        <p:txBody>
          <a:bodyPr vert="horz" lIns="0" tIns="0" rIns="0" bIns="0" rtlCol="0" anchor="ctr">
            <a:normAutofit/>
          </a:bodyPr>
          <a:lstStyle>
            <a:lvl1pPr>
              <a:defRPr lang="en-US" sz="1400"/>
            </a:lvl1pPr>
          </a:lstStyle>
          <a:p>
            <a:pPr marL="0" lvl="0" indent="0" algn="ctr">
              <a:buNone/>
            </a:pPr>
            <a:endParaRPr lang="en-US" dirty="0"/>
          </a:p>
        </p:txBody>
      </p:sp>
      <p:sp>
        <p:nvSpPr>
          <p:cNvPr id="7" name="Picture Placeholder 3"/>
          <p:cNvSpPr>
            <a:spLocks noGrp="1"/>
          </p:cNvSpPr>
          <p:nvPr>
            <p:ph type="pic" sz="quarter" idx="24"/>
          </p:nvPr>
        </p:nvSpPr>
        <p:spPr>
          <a:xfrm>
            <a:off x="4405288" y="2859710"/>
            <a:ext cx="3328416" cy="1472184"/>
          </a:xfrm>
          <a:prstGeom prst="rect">
            <a:avLst/>
          </a:prstGeom>
          <a:solidFill>
            <a:schemeClr val="bg1">
              <a:lumMod val="90000"/>
              <a:lumOff val="10000"/>
            </a:schemeClr>
          </a:solidFill>
        </p:spPr>
        <p:txBody>
          <a:bodyPr vert="horz" lIns="0" tIns="0" rIns="0" bIns="0" rtlCol="0" anchor="ctr">
            <a:normAutofit/>
          </a:bodyPr>
          <a:lstStyle>
            <a:lvl1pPr>
              <a:defRPr lang="en-US" sz="1400"/>
            </a:lvl1pPr>
          </a:lstStyle>
          <a:p>
            <a:pPr marL="0" lvl="0" indent="0" algn="ctr">
              <a:buNone/>
            </a:pPr>
            <a:endParaRPr lang="en-US" dirty="0"/>
          </a:p>
        </p:txBody>
      </p:sp>
      <p:sp>
        <p:nvSpPr>
          <p:cNvPr id="8" name="Picture Placeholder 3"/>
          <p:cNvSpPr>
            <a:spLocks noGrp="1"/>
          </p:cNvSpPr>
          <p:nvPr>
            <p:ph type="pic" sz="quarter" idx="25"/>
          </p:nvPr>
        </p:nvSpPr>
        <p:spPr>
          <a:xfrm>
            <a:off x="7922680" y="2859710"/>
            <a:ext cx="3328416" cy="1472184"/>
          </a:xfrm>
          <a:prstGeom prst="rect">
            <a:avLst/>
          </a:prstGeom>
          <a:solidFill>
            <a:schemeClr val="bg1">
              <a:lumMod val="90000"/>
              <a:lumOff val="10000"/>
            </a:schemeClr>
          </a:solidFill>
        </p:spPr>
        <p:txBody>
          <a:bodyPr vert="horz" lIns="0" tIns="0" rIns="0" bIns="0" rtlCol="0" anchor="ctr">
            <a:normAutofit/>
          </a:bodyPr>
          <a:lstStyle>
            <a:lvl1pPr>
              <a:defRPr lang="en-US" sz="1400"/>
            </a:lvl1pPr>
          </a:lstStyle>
          <a:p>
            <a:pPr marL="0" lvl="0" indent="0" algn="ctr">
              <a:buNone/>
            </a:pPr>
            <a:endParaRPr lang="en-US" dirty="0"/>
          </a:p>
        </p:txBody>
      </p:sp>
      <p:sp>
        <p:nvSpPr>
          <p:cNvPr id="12" name="Title 1"/>
          <p:cNvSpPr>
            <a:spLocks noGrp="1"/>
          </p:cNvSpPr>
          <p:nvPr>
            <p:ph type="title"/>
          </p:nvPr>
        </p:nvSpPr>
        <p:spPr>
          <a:xfrm>
            <a:off x="470455" y="458073"/>
            <a:ext cx="11357112" cy="562527"/>
          </a:xfrm>
        </p:spPr>
        <p:txBody>
          <a:bodyPr>
            <a:noAutofit/>
          </a:bodyPr>
          <a:lstStyle>
            <a:lvl1pPr algn="ctr">
              <a:defRPr sz="4400">
                <a:solidFill>
                  <a:schemeClr val="tx1"/>
                </a:solidFill>
                <a:latin typeface="+mj-lt"/>
              </a:defRPr>
            </a:lvl1pPr>
          </a:lstStyle>
          <a:p>
            <a:r>
              <a:rPr lang="en-US"/>
              <a:t>Click to edit Master title style</a:t>
            </a:r>
            <a:endParaRPr lang="id-ID"/>
          </a:p>
        </p:txBody>
      </p:sp>
      <p:sp>
        <p:nvSpPr>
          <p:cNvPr id="13" name="Text Placeholder 7"/>
          <p:cNvSpPr>
            <a:spLocks noGrp="1"/>
          </p:cNvSpPr>
          <p:nvPr>
            <p:ph type="body" sz="quarter" idx="10"/>
          </p:nvPr>
        </p:nvSpPr>
        <p:spPr>
          <a:xfrm>
            <a:off x="470455" y="981950"/>
            <a:ext cx="11357112" cy="436908"/>
          </a:xfrm>
        </p:spPr>
        <p:txBody>
          <a:bodyPr>
            <a:normAutofit/>
          </a:bodyPr>
          <a:lstStyle>
            <a:lvl1pPr marL="0" indent="0" algn="ctr">
              <a:buNone/>
              <a:defRPr sz="1800">
                <a:solidFill>
                  <a:schemeClr val="tx1"/>
                </a:solidFill>
                <a:latin typeface="+mn-lt"/>
              </a:defRPr>
            </a:lvl1pPr>
          </a:lstStyle>
          <a:p>
            <a:pPr lvl="0"/>
            <a:r>
              <a:rPr lang="en-US"/>
              <a:t>Click to edit Master text styles</a:t>
            </a:r>
          </a:p>
        </p:txBody>
      </p:sp>
    </p:spTree>
    <p:extLst>
      <p:ext uri="{BB962C8B-B14F-4D97-AF65-F5344CB8AC3E}">
        <p14:creationId xmlns:p14="http://schemas.microsoft.com/office/powerpoint/2010/main" val="2867420596"/>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4_placeholder 4">
    <p:spTree>
      <p:nvGrpSpPr>
        <p:cNvPr id="1" name=""/>
        <p:cNvGrpSpPr/>
        <p:nvPr/>
      </p:nvGrpSpPr>
      <p:grpSpPr>
        <a:xfrm>
          <a:off x="0" y="0"/>
          <a:ext cx="0" cy="0"/>
          <a:chOff x="0" y="0"/>
          <a:chExt cx="0" cy="0"/>
        </a:xfrm>
      </p:grpSpPr>
      <p:sp>
        <p:nvSpPr>
          <p:cNvPr id="9" name="Picture Placeholder 2"/>
          <p:cNvSpPr>
            <a:spLocks noGrp="1"/>
          </p:cNvSpPr>
          <p:nvPr>
            <p:ph type="pic" sz="quarter" idx="11"/>
          </p:nvPr>
        </p:nvSpPr>
        <p:spPr>
          <a:xfrm>
            <a:off x="868024" y="2014123"/>
            <a:ext cx="1855305" cy="1709530"/>
          </a:xfrm>
          <a:prstGeom prst="roundRect">
            <a:avLst/>
          </a:prstGeom>
        </p:spPr>
        <p:txBody>
          <a:bodyPr/>
          <a:lstStyle/>
          <a:p>
            <a:endParaRPr lang="id-ID"/>
          </a:p>
        </p:txBody>
      </p:sp>
      <p:sp>
        <p:nvSpPr>
          <p:cNvPr id="11" name="Picture Placeholder 2"/>
          <p:cNvSpPr>
            <a:spLocks noGrp="1"/>
          </p:cNvSpPr>
          <p:nvPr>
            <p:ph type="pic" sz="quarter" idx="12"/>
          </p:nvPr>
        </p:nvSpPr>
        <p:spPr>
          <a:xfrm>
            <a:off x="868023" y="4088088"/>
            <a:ext cx="1855305" cy="1709530"/>
          </a:xfrm>
          <a:prstGeom prst="roundRect">
            <a:avLst/>
          </a:prstGeom>
        </p:spPr>
        <p:txBody>
          <a:bodyPr/>
          <a:lstStyle/>
          <a:p>
            <a:endParaRPr lang="id-ID"/>
          </a:p>
        </p:txBody>
      </p:sp>
      <p:sp>
        <p:nvSpPr>
          <p:cNvPr id="12" name="Picture Placeholder 2"/>
          <p:cNvSpPr>
            <a:spLocks noGrp="1"/>
          </p:cNvSpPr>
          <p:nvPr>
            <p:ph type="pic" sz="quarter" idx="13"/>
          </p:nvPr>
        </p:nvSpPr>
        <p:spPr>
          <a:xfrm>
            <a:off x="9236770" y="2014123"/>
            <a:ext cx="1855305" cy="1709530"/>
          </a:xfrm>
          <a:prstGeom prst="roundRect">
            <a:avLst/>
          </a:prstGeom>
        </p:spPr>
        <p:txBody>
          <a:bodyPr/>
          <a:lstStyle/>
          <a:p>
            <a:endParaRPr lang="id-ID"/>
          </a:p>
        </p:txBody>
      </p:sp>
      <p:sp>
        <p:nvSpPr>
          <p:cNvPr id="13" name="Picture Placeholder 2"/>
          <p:cNvSpPr>
            <a:spLocks noGrp="1"/>
          </p:cNvSpPr>
          <p:nvPr>
            <p:ph type="pic" sz="quarter" idx="14"/>
          </p:nvPr>
        </p:nvSpPr>
        <p:spPr>
          <a:xfrm>
            <a:off x="9236769" y="4088088"/>
            <a:ext cx="1855305" cy="1709530"/>
          </a:xfrm>
          <a:prstGeom prst="roundRect">
            <a:avLst/>
          </a:prstGeom>
        </p:spPr>
        <p:txBody>
          <a:bodyPr/>
          <a:lstStyle/>
          <a:p>
            <a:endParaRPr lang="id-ID"/>
          </a:p>
        </p:txBody>
      </p:sp>
      <p:sp>
        <p:nvSpPr>
          <p:cNvPr id="8" name="Title 1"/>
          <p:cNvSpPr>
            <a:spLocks noGrp="1"/>
          </p:cNvSpPr>
          <p:nvPr>
            <p:ph type="title"/>
          </p:nvPr>
        </p:nvSpPr>
        <p:spPr>
          <a:xfrm>
            <a:off x="470455" y="458073"/>
            <a:ext cx="11357112" cy="562527"/>
          </a:xfrm>
        </p:spPr>
        <p:txBody>
          <a:bodyPr>
            <a:noAutofit/>
          </a:bodyPr>
          <a:lstStyle>
            <a:lvl1pPr algn="ctr">
              <a:defRPr sz="4400">
                <a:solidFill>
                  <a:schemeClr val="tx1"/>
                </a:solidFill>
                <a:latin typeface="+mj-lt"/>
              </a:defRPr>
            </a:lvl1pPr>
          </a:lstStyle>
          <a:p>
            <a:r>
              <a:rPr lang="en-US"/>
              <a:t>Click to edit Master title style</a:t>
            </a:r>
            <a:endParaRPr lang="id-ID"/>
          </a:p>
        </p:txBody>
      </p:sp>
      <p:sp>
        <p:nvSpPr>
          <p:cNvPr id="10" name="Text Placeholder 7"/>
          <p:cNvSpPr>
            <a:spLocks noGrp="1"/>
          </p:cNvSpPr>
          <p:nvPr>
            <p:ph type="body" sz="quarter" idx="10"/>
          </p:nvPr>
        </p:nvSpPr>
        <p:spPr>
          <a:xfrm>
            <a:off x="470455" y="981950"/>
            <a:ext cx="11357112" cy="436908"/>
          </a:xfrm>
        </p:spPr>
        <p:txBody>
          <a:bodyPr>
            <a:normAutofit/>
          </a:bodyPr>
          <a:lstStyle>
            <a:lvl1pPr marL="0" indent="0" algn="ctr">
              <a:buNone/>
              <a:defRPr sz="1800">
                <a:solidFill>
                  <a:schemeClr val="tx1"/>
                </a:solidFill>
                <a:latin typeface="+mn-lt"/>
              </a:defRPr>
            </a:lvl1pPr>
          </a:lstStyle>
          <a:p>
            <a:pPr lvl="0"/>
            <a:r>
              <a:rPr lang="en-US"/>
              <a:t>Click to edit Master text styles</a:t>
            </a:r>
          </a:p>
        </p:txBody>
      </p:sp>
    </p:spTree>
    <p:extLst>
      <p:ext uri="{BB962C8B-B14F-4D97-AF65-F5344CB8AC3E}">
        <p14:creationId xmlns:p14="http://schemas.microsoft.com/office/powerpoint/2010/main" val="1824199335"/>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5_placeholder 4-6">
    <p:spTree>
      <p:nvGrpSpPr>
        <p:cNvPr id="1" name=""/>
        <p:cNvGrpSpPr/>
        <p:nvPr/>
      </p:nvGrpSpPr>
      <p:grpSpPr>
        <a:xfrm>
          <a:off x="0" y="0"/>
          <a:ext cx="0" cy="0"/>
          <a:chOff x="0" y="0"/>
          <a:chExt cx="0" cy="0"/>
        </a:xfrm>
      </p:grpSpPr>
      <p:sp>
        <p:nvSpPr>
          <p:cNvPr id="9" name="Picture Placeholder 2"/>
          <p:cNvSpPr>
            <a:spLocks noGrp="1"/>
          </p:cNvSpPr>
          <p:nvPr>
            <p:ph type="pic" sz="quarter" idx="11"/>
          </p:nvPr>
        </p:nvSpPr>
        <p:spPr>
          <a:xfrm>
            <a:off x="457206" y="2014123"/>
            <a:ext cx="1855305" cy="1709530"/>
          </a:xfrm>
          <a:prstGeom prst="roundRect">
            <a:avLst/>
          </a:prstGeom>
        </p:spPr>
        <p:txBody>
          <a:bodyPr/>
          <a:lstStyle/>
          <a:p>
            <a:endParaRPr lang="id-ID"/>
          </a:p>
        </p:txBody>
      </p:sp>
      <p:sp>
        <p:nvSpPr>
          <p:cNvPr id="11" name="Picture Placeholder 2"/>
          <p:cNvSpPr>
            <a:spLocks noGrp="1"/>
          </p:cNvSpPr>
          <p:nvPr>
            <p:ph type="pic" sz="quarter" idx="12"/>
          </p:nvPr>
        </p:nvSpPr>
        <p:spPr>
          <a:xfrm>
            <a:off x="457205" y="4088088"/>
            <a:ext cx="1855305" cy="1709530"/>
          </a:xfrm>
          <a:prstGeom prst="roundRect">
            <a:avLst/>
          </a:prstGeom>
        </p:spPr>
        <p:txBody>
          <a:bodyPr/>
          <a:lstStyle/>
          <a:p>
            <a:endParaRPr lang="id-ID"/>
          </a:p>
        </p:txBody>
      </p:sp>
      <p:sp>
        <p:nvSpPr>
          <p:cNvPr id="12" name="Picture Placeholder 2"/>
          <p:cNvSpPr>
            <a:spLocks noGrp="1"/>
          </p:cNvSpPr>
          <p:nvPr>
            <p:ph type="pic" sz="quarter" idx="13"/>
          </p:nvPr>
        </p:nvSpPr>
        <p:spPr>
          <a:xfrm>
            <a:off x="9846371" y="2014123"/>
            <a:ext cx="1855305" cy="1709530"/>
          </a:xfrm>
          <a:prstGeom prst="roundRect">
            <a:avLst/>
          </a:prstGeom>
        </p:spPr>
        <p:txBody>
          <a:bodyPr/>
          <a:lstStyle/>
          <a:p>
            <a:endParaRPr lang="id-ID"/>
          </a:p>
        </p:txBody>
      </p:sp>
      <p:sp>
        <p:nvSpPr>
          <p:cNvPr id="13" name="Picture Placeholder 2"/>
          <p:cNvSpPr>
            <a:spLocks noGrp="1"/>
          </p:cNvSpPr>
          <p:nvPr>
            <p:ph type="pic" sz="quarter" idx="14"/>
          </p:nvPr>
        </p:nvSpPr>
        <p:spPr>
          <a:xfrm>
            <a:off x="9846370" y="4088088"/>
            <a:ext cx="1855305" cy="1709530"/>
          </a:xfrm>
          <a:prstGeom prst="roundRect">
            <a:avLst/>
          </a:prstGeom>
        </p:spPr>
        <p:txBody>
          <a:bodyPr/>
          <a:lstStyle/>
          <a:p>
            <a:endParaRPr lang="id-ID"/>
          </a:p>
        </p:txBody>
      </p:sp>
      <p:sp>
        <p:nvSpPr>
          <p:cNvPr id="8" name="Picture Placeholder 2"/>
          <p:cNvSpPr>
            <a:spLocks noGrp="1"/>
          </p:cNvSpPr>
          <p:nvPr>
            <p:ph type="pic" sz="quarter" idx="15"/>
          </p:nvPr>
        </p:nvSpPr>
        <p:spPr>
          <a:xfrm>
            <a:off x="5151788" y="2014123"/>
            <a:ext cx="1855305" cy="1709530"/>
          </a:xfrm>
          <a:prstGeom prst="roundRect">
            <a:avLst/>
          </a:prstGeom>
        </p:spPr>
        <p:txBody>
          <a:bodyPr/>
          <a:lstStyle/>
          <a:p>
            <a:endParaRPr lang="id-ID"/>
          </a:p>
        </p:txBody>
      </p:sp>
      <p:sp>
        <p:nvSpPr>
          <p:cNvPr id="10" name="Picture Placeholder 2"/>
          <p:cNvSpPr>
            <a:spLocks noGrp="1"/>
          </p:cNvSpPr>
          <p:nvPr>
            <p:ph type="pic" sz="quarter" idx="16"/>
          </p:nvPr>
        </p:nvSpPr>
        <p:spPr>
          <a:xfrm>
            <a:off x="5151787" y="4088088"/>
            <a:ext cx="1855305" cy="1709530"/>
          </a:xfrm>
          <a:prstGeom prst="roundRect">
            <a:avLst/>
          </a:prstGeom>
        </p:spPr>
        <p:txBody>
          <a:bodyPr/>
          <a:lstStyle/>
          <a:p>
            <a:endParaRPr lang="id-ID"/>
          </a:p>
        </p:txBody>
      </p:sp>
      <p:sp>
        <p:nvSpPr>
          <p:cNvPr id="15" name="Title 1"/>
          <p:cNvSpPr>
            <a:spLocks noGrp="1"/>
          </p:cNvSpPr>
          <p:nvPr>
            <p:ph type="title"/>
          </p:nvPr>
        </p:nvSpPr>
        <p:spPr>
          <a:xfrm>
            <a:off x="470455" y="458073"/>
            <a:ext cx="11357112" cy="562527"/>
          </a:xfrm>
        </p:spPr>
        <p:txBody>
          <a:bodyPr>
            <a:noAutofit/>
          </a:bodyPr>
          <a:lstStyle>
            <a:lvl1pPr algn="ctr">
              <a:defRPr sz="4400">
                <a:solidFill>
                  <a:schemeClr val="tx1"/>
                </a:solidFill>
                <a:latin typeface="+mj-lt"/>
              </a:defRPr>
            </a:lvl1pPr>
          </a:lstStyle>
          <a:p>
            <a:r>
              <a:rPr lang="en-US"/>
              <a:t>Click to edit Master title style</a:t>
            </a:r>
            <a:endParaRPr lang="id-ID"/>
          </a:p>
        </p:txBody>
      </p:sp>
      <p:sp>
        <p:nvSpPr>
          <p:cNvPr id="17" name="Text Placeholder 7"/>
          <p:cNvSpPr>
            <a:spLocks noGrp="1"/>
          </p:cNvSpPr>
          <p:nvPr>
            <p:ph type="body" sz="quarter" idx="10"/>
          </p:nvPr>
        </p:nvSpPr>
        <p:spPr>
          <a:xfrm>
            <a:off x="470455" y="981950"/>
            <a:ext cx="11357112" cy="436908"/>
          </a:xfrm>
        </p:spPr>
        <p:txBody>
          <a:bodyPr>
            <a:normAutofit/>
          </a:bodyPr>
          <a:lstStyle>
            <a:lvl1pPr marL="0" indent="0" algn="ctr">
              <a:buNone/>
              <a:defRPr sz="1800">
                <a:solidFill>
                  <a:schemeClr val="tx1"/>
                </a:solidFill>
                <a:latin typeface="+mn-lt"/>
              </a:defRPr>
            </a:lvl1pPr>
          </a:lstStyle>
          <a:p>
            <a:pPr lvl="0"/>
            <a:r>
              <a:rPr lang="en-US"/>
              <a:t>Click to edit Master text styles</a:t>
            </a:r>
          </a:p>
        </p:txBody>
      </p:sp>
    </p:spTree>
    <p:extLst>
      <p:ext uri="{BB962C8B-B14F-4D97-AF65-F5344CB8AC3E}">
        <p14:creationId xmlns:p14="http://schemas.microsoft.com/office/powerpoint/2010/main" val="1927008355"/>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5_placeholder 4 center">
    <p:spTree>
      <p:nvGrpSpPr>
        <p:cNvPr id="1" name=""/>
        <p:cNvGrpSpPr/>
        <p:nvPr/>
      </p:nvGrpSpPr>
      <p:grpSpPr>
        <a:xfrm>
          <a:off x="0" y="0"/>
          <a:ext cx="0" cy="0"/>
          <a:chOff x="0" y="0"/>
          <a:chExt cx="0" cy="0"/>
        </a:xfrm>
      </p:grpSpPr>
      <p:sp>
        <p:nvSpPr>
          <p:cNvPr id="9" name="Picture Placeholder 2"/>
          <p:cNvSpPr>
            <a:spLocks noGrp="1"/>
          </p:cNvSpPr>
          <p:nvPr>
            <p:ph type="pic" sz="quarter" idx="11"/>
          </p:nvPr>
        </p:nvSpPr>
        <p:spPr>
          <a:xfrm>
            <a:off x="4048547" y="2014123"/>
            <a:ext cx="1855305" cy="1709530"/>
          </a:xfrm>
        </p:spPr>
        <p:txBody>
          <a:bodyPr/>
          <a:lstStyle/>
          <a:p>
            <a:endParaRPr lang="id-ID"/>
          </a:p>
        </p:txBody>
      </p:sp>
      <p:sp>
        <p:nvSpPr>
          <p:cNvPr id="11" name="Picture Placeholder 2"/>
          <p:cNvSpPr>
            <a:spLocks noGrp="1"/>
          </p:cNvSpPr>
          <p:nvPr>
            <p:ph type="pic" sz="quarter" idx="12"/>
          </p:nvPr>
        </p:nvSpPr>
        <p:spPr>
          <a:xfrm>
            <a:off x="4048546" y="4088088"/>
            <a:ext cx="1855305" cy="1709530"/>
          </a:xfrm>
        </p:spPr>
        <p:txBody>
          <a:bodyPr/>
          <a:lstStyle/>
          <a:p>
            <a:endParaRPr lang="id-ID"/>
          </a:p>
        </p:txBody>
      </p:sp>
      <p:sp>
        <p:nvSpPr>
          <p:cNvPr id="12" name="Picture Placeholder 2"/>
          <p:cNvSpPr>
            <a:spLocks noGrp="1"/>
          </p:cNvSpPr>
          <p:nvPr>
            <p:ph type="pic" sz="quarter" idx="13"/>
          </p:nvPr>
        </p:nvSpPr>
        <p:spPr>
          <a:xfrm>
            <a:off x="6255027" y="2014123"/>
            <a:ext cx="1855305" cy="1709530"/>
          </a:xfrm>
        </p:spPr>
        <p:txBody>
          <a:bodyPr/>
          <a:lstStyle/>
          <a:p>
            <a:endParaRPr lang="id-ID"/>
          </a:p>
        </p:txBody>
      </p:sp>
      <p:sp>
        <p:nvSpPr>
          <p:cNvPr id="13" name="Picture Placeholder 2"/>
          <p:cNvSpPr>
            <a:spLocks noGrp="1"/>
          </p:cNvSpPr>
          <p:nvPr>
            <p:ph type="pic" sz="quarter" idx="14"/>
          </p:nvPr>
        </p:nvSpPr>
        <p:spPr>
          <a:xfrm>
            <a:off x="6255026" y="4088088"/>
            <a:ext cx="1855305" cy="1709530"/>
          </a:xfrm>
        </p:spPr>
        <p:txBody>
          <a:bodyPr/>
          <a:lstStyle/>
          <a:p>
            <a:endParaRPr lang="id-ID"/>
          </a:p>
        </p:txBody>
      </p:sp>
      <p:sp>
        <p:nvSpPr>
          <p:cNvPr id="8" name="Title 1"/>
          <p:cNvSpPr>
            <a:spLocks noGrp="1"/>
          </p:cNvSpPr>
          <p:nvPr>
            <p:ph type="title"/>
          </p:nvPr>
        </p:nvSpPr>
        <p:spPr>
          <a:xfrm>
            <a:off x="470455" y="458073"/>
            <a:ext cx="11357112" cy="562527"/>
          </a:xfrm>
        </p:spPr>
        <p:txBody>
          <a:bodyPr>
            <a:noAutofit/>
          </a:bodyPr>
          <a:lstStyle>
            <a:lvl1pPr algn="ctr">
              <a:defRPr sz="4400">
                <a:solidFill>
                  <a:schemeClr val="tx1"/>
                </a:solidFill>
                <a:latin typeface="+mj-lt"/>
              </a:defRPr>
            </a:lvl1pPr>
          </a:lstStyle>
          <a:p>
            <a:r>
              <a:rPr lang="en-US"/>
              <a:t>Click to edit Master title style</a:t>
            </a:r>
            <a:endParaRPr lang="id-ID"/>
          </a:p>
        </p:txBody>
      </p:sp>
      <p:sp>
        <p:nvSpPr>
          <p:cNvPr id="10" name="Text Placeholder 7"/>
          <p:cNvSpPr>
            <a:spLocks noGrp="1"/>
          </p:cNvSpPr>
          <p:nvPr>
            <p:ph type="body" sz="quarter" idx="10"/>
          </p:nvPr>
        </p:nvSpPr>
        <p:spPr>
          <a:xfrm>
            <a:off x="470455" y="981950"/>
            <a:ext cx="11357112" cy="436908"/>
          </a:xfrm>
        </p:spPr>
        <p:txBody>
          <a:bodyPr>
            <a:normAutofit/>
          </a:bodyPr>
          <a:lstStyle>
            <a:lvl1pPr marL="0" indent="0" algn="ctr">
              <a:buNone/>
              <a:defRPr sz="1800">
                <a:solidFill>
                  <a:schemeClr val="tx1"/>
                </a:solidFill>
                <a:latin typeface="+mn-lt"/>
              </a:defRPr>
            </a:lvl1pPr>
          </a:lstStyle>
          <a:p>
            <a:pPr lvl="0"/>
            <a:r>
              <a:rPr lang="en-US"/>
              <a:t>Click to edit Master text styles</a:t>
            </a:r>
          </a:p>
        </p:txBody>
      </p:sp>
    </p:spTree>
    <p:extLst>
      <p:ext uri="{BB962C8B-B14F-4D97-AF65-F5344CB8AC3E}">
        <p14:creationId xmlns:p14="http://schemas.microsoft.com/office/powerpoint/2010/main" val="1353648037"/>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5_circle 1">
    <p:spTree>
      <p:nvGrpSpPr>
        <p:cNvPr id="1" name=""/>
        <p:cNvGrpSpPr/>
        <p:nvPr/>
      </p:nvGrpSpPr>
      <p:grpSpPr>
        <a:xfrm>
          <a:off x="0" y="0"/>
          <a:ext cx="0" cy="0"/>
          <a:chOff x="0" y="0"/>
          <a:chExt cx="0" cy="0"/>
        </a:xfrm>
      </p:grpSpPr>
      <p:sp>
        <p:nvSpPr>
          <p:cNvPr id="14" name="Picture Placeholder 3"/>
          <p:cNvSpPr>
            <a:spLocks noGrp="1" noChangeAspect="1"/>
          </p:cNvSpPr>
          <p:nvPr>
            <p:ph type="pic" sz="quarter" idx="11"/>
          </p:nvPr>
        </p:nvSpPr>
        <p:spPr>
          <a:xfrm>
            <a:off x="1442872" y="2504663"/>
            <a:ext cx="2520000" cy="2520000"/>
          </a:xfrm>
          <a:prstGeom prst="ellipse">
            <a:avLst/>
          </a:prstGeom>
        </p:spPr>
        <p:txBody>
          <a:bodyPr lIns="182880" tIns="91440" rIns="182880" bIns="91440"/>
          <a:lstStyle>
            <a:lvl1pPr marL="0" indent="0">
              <a:buFontTx/>
              <a:buNone/>
              <a:defRPr/>
            </a:lvl1pPr>
          </a:lstStyle>
          <a:p>
            <a:endParaRPr lang="en-US" dirty="0"/>
          </a:p>
        </p:txBody>
      </p:sp>
      <p:sp>
        <p:nvSpPr>
          <p:cNvPr id="16" name="Picture Placeholder 3"/>
          <p:cNvSpPr>
            <a:spLocks noGrp="1" noChangeAspect="1"/>
          </p:cNvSpPr>
          <p:nvPr>
            <p:ph type="pic" sz="quarter" idx="12"/>
          </p:nvPr>
        </p:nvSpPr>
        <p:spPr>
          <a:xfrm>
            <a:off x="4732617" y="2504663"/>
            <a:ext cx="2520000" cy="2520000"/>
          </a:xfrm>
          <a:prstGeom prst="ellipse">
            <a:avLst/>
          </a:prstGeom>
        </p:spPr>
        <p:txBody>
          <a:bodyPr lIns="182880" tIns="91440" rIns="182880" bIns="91440"/>
          <a:lstStyle>
            <a:lvl1pPr marL="0" indent="0">
              <a:buFontTx/>
              <a:buNone/>
              <a:defRPr/>
            </a:lvl1pPr>
          </a:lstStyle>
          <a:p>
            <a:endParaRPr lang="en-US" dirty="0"/>
          </a:p>
        </p:txBody>
      </p:sp>
      <p:sp>
        <p:nvSpPr>
          <p:cNvPr id="17" name="Picture Placeholder 3"/>
          <p:cNvSpPr>
            <a:spLocks noGrp="1" noChangeAspect="1"/>
          </p:cNvSpPr>
          <p:nvPr>
            <p:ph type="pic" sz="quarter" idx="13"/>
          </p:nvPr>
        </p:nvSpPr>
        <p:spPr>
          <a:xfrm>
            <a:off x="8022362" y="2504663"/>
            <a:ext cx="2520000" cy="2520000"/>
          </a:xfrm>
          <a:prstGeom prst="ellipse">
            <a:avLst/>
          </a:prstGeom>
        </p:spPr>
        <p:txBody>
          <a:bodyPr lIns="182880" tIns="91440" rIns="182880" bIns="91440"/>
          <a:lstStyle>
            <a:lvl1pPr marL="0" indent="0">
              <a:buFontTx/>
              <a:buNone/>
              <a:defRPr/>
            </a:lvl1pPr>
          </a:lstStyle>
          <a:p>
            <a:endParaRPr lang="en-US" dirty="0"/>
          </a:p>
        </p:txBody>
      </p:sp>
      <p:sp>
        <p:nvSpPr>
          <p:cNvPr id="7" name="Title 1"/>
          <p:cNvSpPr>
            <a:spLocks noGrp="1"/>
          </p:cNvSpPr>
          <p:nvPr>
            <p:ph type="title"/>
          </p:nvPr>
        </p:nvSpPr>
        <p:spPr>
          <a:xfrm>
            <a:off x="470455" y="458073"/>
            <a:ext cx="11357112" cy="562527"/>
          </a:xfrm>
        </p:spPr>
        <p:txBody>
          <a:bodyPr>
            <a:noAutofit/>
          </a:bodyPr>
          <a:lstStyle>
            <a:lvl1pPr algn="ctr">
              <a:defRPr sz="4400">
                <a:solidFill>
                  <a:schemeClr val="tx1"/>
                </a:solidFill>
                <a:latin typeface="+mj-lt"/>
              </a:defRPr>
            </a:lvl1pPr>
          </a:lstStyle>
          <a:p>
            <a:r>
              <a:rPr lang="en-US"/>
              <a:t>Click to edit Master title style</a:t>
            </a:r>
            <a:endParaRPr lang="id-ID"/>
          </a:p>
        </p:txBody>
      </p:sp>
      <p:sp>
        <p:nvSpPr>
          <p:cNvPr id="8" name="Text Placeholder 7"/>
          <p:cNvSpPr>
            <a:spLocks noGrp="1"/>
          </p:cNvSpPr>
          <p:nvPr>
            <p:ph type="body" sz="quarter" idx="10"/>
          </p:nvPr>
        </p:nvSpPr>
        <p:spPr>
          <a:xfrm>
            <a:off x="470455" y="981950"/>
            <a:ext cx="11357112" cy="436908"/>
          </a:xfrm>
        </p:spPr>
        <p:txBody>
          <a:bodyPr>
            <a:normAutofit/>
          </a:bodyPr>
          <a:lstStyle>
            <a:lvl1pPr marL="0" indent="0" algn="ctr">
              <a:buNone/>
              <a:defRPr sz="1800">
                <a:solidFill>
                  <a:schemeClr val="tx1"/>
                </a:solidFill>
                <a:latin typeface="+mn-lt"/>
              </a:defRPr>
            </a:lvl1pPr>
          </a:lstStyle>
          <a:p>
            <a:pPr lvl="0"/>
            <a:r>
              <a:rPr lang="en-US"/>
              <a:t>Click to edit Master text styles</a:t>
            </a:r>
          </a:p>
        </p:txBody>
      </p:sp>
    </p:spTree>
    <p:extLst>
      <p:ext uri="{BB962C8B-B14F-4D97-AF65-F5344CB8AC3E}">
        <p14:creationId xmlns:p14="http://schemas.microsoft.com/office/powerpoint/2010/main" val="1219693173"/>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6_circle 8">
    <p:spTree>
      <p:nvGrpSpPr>
        <p:cNvPr id="1" name=""/>
        <p:cNvGrpSpPr/>
        <p:nvPr/>
      </p:nvGrpSpPr>
      <p:grpSpPr>
        <a:xfrm>
          <a:off x="0" y="0"/>
          <a:ext cx="0" cy="0"/>
          <a:chOff x="0" y="0"/>
          <a:chExt cx="0" cy="0"/>
        </a:xfrm>
      </p:grpSpPr>
      <p:sp>
        <p:nvSpPr>
          <p:cNvPr id="36" name="Picture Placeholder 7"/>
          <p:cNvSpPr>
            <a:spLocks noGrp="1"/>
          </p:cNvSpPr>
          <p:nvPr>
            <p:ph type="pic" sz="quarter" idx="53"/>
          </p:nvPr>
        </p:nvSpPr>
        <p:spPr>
          <a:xfrm>
            <a:off x="1089948" y="1831386"/>
            <a:ext cx="1693164" cy="1693164"/>
          </a:xfrm>
          <a:prstGeom prst="ellipse">
            <a:avLst/>
          </a:prstGeom>
          <a:ln w="3175">
            <a:noFill/>
          </a:ln>
          <a:effectLst/>
        </p:spPr>
        <p:txBody>
          <a:bodyPr wrap="none" tIns="0" bIns="274320" anchor="b"/>
          <a:lstStyle>
            <a:lvl1pPr algn="ctr" rtl="0">
              <a:buNone/>
              <a:defRPr sz="1000" b="1" i="0" baseline="0">
                <a:solidFill>
                  <a:schemeClr val="tx1">
                    <a:lumMod val="75000"/>
                    <a:lumOff val="25000"/>
                  </a:schemeClr>
                </a:solidFill>
              </a:defRPr>
            </a:lvl1pPr>
          </a:lstStyle>
          <a:p>
            <a:endParaRPr lang="en-US" dirty="0"/>
          </a:p>
        </p:txBody>
      </p:sp>
      <p:sp>
        <p:nvSpPr>
          <p:cNvPr id="37" name="Picture Placeholder 7"/>
          <p:cNvSpPr>
            <a:spLocks noGrp="1"/>
          </p:cNvSpPr>
          <p:nvPr>
            <p:ph type="pic" sz="quarter" idx="54"/>
          </p:nvPr>
        </p:nvSpPr>
        <p:spPr>
          <a:xfrm>
            <a:off x="3100584" y="1831386"/>
            <a:ext cx="1693164" cy="1693164"/>
          </a:xfrm>
          <a:prstGeom prst="ellipse">
            <a:avLst/>
          </a:prstGeom>
          <a:ln w="3175">
            <a:noFill/>
          </a:ln>
          <a:effectLst/>
        </p:spPr>
        <p:txBody>
          <a:bodyPr wrap="none" tIns="0" bIns="274320" anchor="b"/>
          <a:lstStyle>
            <a:lvl1pPr algn="ctr" rtl="0">
              <a:buNone/>
              <a:defRPr sz="1000" b="1" i="0" baseline="0">
                <a:solidFill>
                  <a:schemeClr val="tx1">
                    <a:lumMod val="75000"/>
                    <a:lumOff val="25000"/>
                  </a:schemeClr>
                </a:solidFill>
              </a:defRPr>
            </a:lvl1pPr>
          </a:lstStyle>
          <a:p>
            <a:endParaRPr lang="en-US" dirty="0"/>
          </a:p>
        </p:txBody>
      </p:sp>
      <p:sp>
        <p:nvSpPr>
          <p:cNvPr id="38" name="Picture Placeholder 7"/>
          <p:cNvSpPr>
            <a:spLocks noGrp="1"/>
          </p:cNvSpPr>
          <p:nvPr>
            <p:ph type="pic" sz="quarter" idx="58"/>
          </p:nvPr>
        </p:nvSpPr>
        <p:spPr>
          <a:xfrm>
            <a:off x="5111220" y="1831386"/>
            <a:ext cx="1693164" cy="1693164"/>
          </a:xfrm>
          <a:prstGeom prst="ellipse">
            <a:avLst/>
          </a:prstGeom>
          <a:ln w="3175">
            <a:noFill/>
          </a:ln>
          <a:effectLst/>
        </p:spPr>
        <p:txBody>
          <a:bodyPr wrap="none" tIns="0" bIns="274320" anchor="b"/>
          <a:lstStyle>
            <a:lvl1pPr algn="ctr" rtl="0">
              <a:buNone/>
              <a:defRPr sz="1000" b="1" i="0" baseline="0">
                <a:solidFill>
                  <a:schemeClr val="tx1">
                    <a:lumMod val="75000"/>
                    <a:lumOff val="25000"/>
                  </a:schemeClr>
                </a:solidFill>
              </a:defRPr>
            </a:lvl1pPr>
          </a:lstStyle>
          <a:p>
            <a:endParaRPr lang="en-US" dirty="0"/>
          </a:p>
        </p:txBody>
      </p:sp>
      <p:sp>
        <p:nvSpPr>
          <p:cNvPr id="39" name="Picture Placeholder 7"/>
          <p:cNvSpPr>
            <a:spLocks noGrp="1"/>
          </p:cNvSpPr>
          <p:nvPr>
            <p:ph type="pic" sz="quarter" idx="62"/>
          </p:nvPr>
        </p:nvSpPr>
        <p:spPr>
          <a:xfrm>
            <a:off x="7121857" y="1831386"/>
            <a:ext cx="1693164" cy="1693164"/>
          </a:xfrm>
          <a:prstGeom prst="ellipse">
            <a:avLst/>
          </a:prstGeom>
          <a:ln w="3175">
            <a:noFill/>
          </a:ln>
          <a:effectLst/>
        </p:spPr>
        <p:txBody>
          <a:bodyPr wrap="none" tIns="0" bIns="274320" anchor="b"/>
          <a:lstStyle>
            <a:lvl1pPr algn="ctr" rtl="0">
              <a:buNone/>
              <a:defRPr sz="1000" b="1" i="0" baseline="0">
                <a:solidFill>
                  <a:schemeClr val="tx1">
                    <a:lumMod val="75000"/>
                    <a:lumOff val="25000"/>
                  </a:schemeClr>
                </a:solidFill>
              </a:defRPr>
            </a:lvl1pPr>
          </a:lstStyle>
          <a:p>
            <a:endParaRPr lang="en-US" dirty="0"/>
          </a:p>
        </p:txBody>
      </p:sp>
      <p:sp>
        <p:nvSpPr>
          <p:cNvPr id="40" name="Picture Placeholder 7"/>
          <p:cNvSpPr>
            <a:spLocks noGrp="1"/>
          </p:cNvSpPr>
          <p:nvPr>
            <p:ph type="pic" sz="quarter" idx="63"/>
          </p:nvPr>
        </p:nvSpPr>
        <p:spPr>
          <a:xfrm>
            <a:off x="9132494" y="1831386"/>
            <a:ext cx="1693164" cy="1693164"/>
          </a:xfrm>
          <a:prstGeom prst="ellipse">
            <a:avLst/>
          </a:prstGeom>
          <a:ln w="3175">
            <a:noFill/>
          </a:ln>
          <a:effectLst/>
        </p:spPr>
        <p:txBody>
          <a:bodyPr wrap="none" tIns="0" bIns="274320" anchor="b"/>
          <a:lstStyle>
            <a:lvl1pPr algn="ctr" rtl="0">
              <a:buNone/>
              <a:defRPr sz="1000" b="1" i="0" baseline="0">
                <a:solidFill>
                  <a:schemeClr val="tx1">
                    <a:lumMod val="75000"/>
                    <a:lumOff val="25000"/>
                  </a:schemeClr>
                </a:solidFill>
              </a:defRPr>
            </a:lvl1pPr>
          </a:lstStyle>
          <a:p>
            <a:endParaRPr lang="en-US" dirty="0"/>
          </a:p>
        </p:txBody>
      </p:sp>
      <p:sp>
        <p:nvSpPr>
          <p:cNvPr id="41" name="Picture Placeholder 7"/>
          <p:cNvSpPr>
            <a:spLocks noGrp="1"/>
          </p:cNvSpPr>
          <p:nvPr>
            <p:ph type="pic" sz="quarter" idx="64"/>
          </p:nvPr>
        </p:nvSpPr>
        <p:spPr>
          <a:xfrm>
            <a:off x="1089948" y="4130637"/>
            <a:ext cx="1693164" cy="1693164"/>
          </a:xfrm>
          <a:prstGeom prst="ellipse">
            <a:avLst/>
          </a:prstGeom>
          <a:ln w="3175">
            <a:noFill/>
          </a:ln>
          <a:effectLst/>
        </p:spPr>
        <p:txBody>
          <a:bodyPr wrap="none" tIns="0" bIns="274320" anchor="b"/>
          <a:lstStyle>
            <a:lvl1pPr algn="ctr" rtl="0">
              <a:buNone/>
              <a:defRPr sz="1000" b="1" i="0" baseline="0">
                <a:solidFill>
                  <a:schemeClr val="tx1">
                    <a:lumMod val="75000"/>
                    <a:lumOff val="25000"/>
                  </a:schemeClr>
                </a:solidFill>
              </a:defRPr>
            </a:lvl1pPr>
          </a:lstStyle>
          <a:p>
            <a:endParaRPr lang="en-US" dirty="0"/>
          </a:p>
        </p:txBody>
      </p:sp>
      <p:sp>
        <p:nvSpPr>
          <p:cNvPr id="42" name="Picture Placeholder 7"/>
          <p:cNvSpPr>
            <a:spLocks noGrp="1"/>
          </p:cNvSpPr>
          <p:nvPr>
            <p:ph type="pic" sz="quarter" idx="65"/>
          </p:nvPr>
        </p:nvSpPr>
        <p:spPr>
          <a:xfrm>
            <a:off x="3100584" y="4130637"/>
            <a:ext cx="1693164" cy="1693164"/>
          </a:xfrm>
          <a:prstGeom prst="ellipse">
            <a:avLst/>
          </a:prstGeom>
          <a:ln w="3175">
            <a:noFill/>
          </a:ln>
          <a:effectLst/>
        </p:spPr>
        <p:txBody>
          <a:bodyPr wrap="none" tIns="0" bIns="274320" anchor="b"/>
          <a:lstStyle>
            <a:lvl1pPr algn="ctr" rtl="0">
              <a:buNone/>
              <a:defRPr sz="1000" b="1" i="0" baseline="0">
                <a:solidFill>
                  <a:schemeClr val="tx1">
                    <a:lumMod val="75000"/>
                    <a:lumOff val="25000"/>
                  </a:schemeClr>
                </a:solidFill>
              </a:defRPr>
            </a:lvl1pPr>
          </a:lstStyle>
          <a:p>
            <a:endParaRPr lang="en-US" dirty="0"/>
          </a:p>
        </p:txBody>
      </p:sp>
      <p:sp>
        <p:nvSpPr>
          <p:cNvPr id="43" name="Picture Placeholder 7"/>
          <p:cNvSpPr>
            <a:spLocks noGrp="1"/>
          </p:cNvSpPr>
          <p:nvPr>
            <p:ph type="pic" sz="quarter" idx="66"/>
          </p:nvPr>
        </p:nvSpPr>
        <p:spPr>
          <a:xfrm>
            <a:off x="5111220" y="4130637"/>
            <a:ext cx="1693164" cy="1693164"/>
          </a:xfrm>
          <a:prstGeom prst="ellipse">
            <a:avLst/>
          </a:prstGeom>
          <a:ln w="3175">
            <a:noFill/>
          </a:ln>
          <a:effectLst/>
        </p:spPr>
        <p:txBody>
          <a:bodyPr wrap="none" tIns="0" bIns="274320" anchor="b"/>
          <a:lstStyle>
            <a:lvl1pPr algn="ctr" rtl="0">
              <a:buNone/>
              <a:defRPr sz="1000" b="1" i="0" baseline="0">
                <a:solidFill>
                  <a:schemeClr val="tx1">
                    <a:lumMod val="75000"/>
                    <a:lumOff val="25000"/>
                  </a:schemeClr>
                </a:solidFill>
              </a:defRPr>
            </a:lvl1pPr>
          </a:lstStyle>
          <a:p>
            <a:endParaRPr lang="en-US" dirty="0"/>
          </a:p>
        </p:txBody>
      </p:sp>
      <p:sp>
        <p:nvSpPr>
          <p:cNvPr id="44" name="Picture Placeholder 7"/>
          <p:cNvSpPr>
            <a:spLocks noGrp="1"/>
          </p:cNvSpPr>
          <p:nvPr>
            <p:ph type="pic" sz="quarter" idx="67"/>
          </p:nvPr>
        </p:nvSpPr>
        <p:spPr>
          <a:xfrm>
            <a:off x="7121857" y="4130637"/>
            <a:ext cx="1693164" cy="1693164"/>
          </a:xfrm>
          <a:prstGeom prst="ellipse">
            <a:avLst/>
          </a:prstGeom>
          <a:ln w="3175">
            <a:noFill/>
          </a:ln>
          <a:effectLst/>
        </p:spPr>
        <p:txBody>
          <a:bodyPr wrap="none" tIns="0" bIns="274320" anchor="b"/>
          <a:lstStyle>
            <a:lvl1pPr algn="ctr" rtl="0">
              <a:buNone/>
              <a:defRPr sz="1000" b="1" i="0" baseline="0">
                <a:solidFill>
                  <a:schemeClr val="tx1">
                    <a:lumMod val="75000"/>
                    <a:lumOff val="25000"/>
                  </a:schemeClr>
                </a:solidFill>
              </a:defRPr>
            </a:lvl1pPr>
          </a:lstStyle>
          <a:p>
            <a:endParaRPr lang="en-US" dirty="0"/>
          </a:p>
        </p:txBody>
      </p:sp>
      <p:sp>
        <p:nvSpPr>
          <p:cNvPr id="45" name="Picture Placeholder 7"/>
          <p:cNvSpPr>
            <a:spLocks noGrp="1"/>
          </p:cNvSpPr>
          <p:nvPr>
            <p:ph type="pic" sz="quarter" idx="68"/>
          </p:nvPr>
        </p:nvSpPr>
        <p:spPr>
          <a:xfrm>
            <a:off x="9132494" y="4130637"/>
            <a:ext cx="1693164" cy="1693164"/>
          </a:xfrm>
          <a:prstGeom prst="ellipse">
            <a:avLst/>
          </a:prstGeom>
          <a:ln w="3175">
            <a:noFill/>
          </a:ln>
          <a:effectLst/>
        </p:spPr>
        <p:txBody>
          <a:bodyPr wrap="none" tIns="0" bIns="274320" anchor="b"/>
          <a:lstStyle>
            <a:lvl1pPr algn="ctr" rtl="0">
              <a:buNone/>
              <a:defRPr sz="1000" b="1" i="0" baseline="0">
                <a:solidFill>
                  <a:schemeClr val="tx1">
                    <a:lumMod val="75000"/>
                    <a:lumOff val="25000"/>
                  </a:schemeClr>
                </a:solidFill>
              </a:defRPr>
            </a:lvl1pPr>
          </a:lstStyle>
          <a:p>
            <a:endParaRPr lang="en-US" dirty="0"/>
          </a:p>
        </p:txBody>
      </p:sp>
      <p:sp>
        <p:nvSpPr>
          <p:cNvPr id="14" name="Title 1"/>
          <p:cNvSpPr>
            <a:spLocks noGrp="1"/>
          </p:cNvSpPr>
          <p:nvPr>
            <p:ph type="title"/>
          </p:nvPr>
        </p:nvSpPr>
        <p:spPr>
          <a:xfrm>
            <a:off x="470455" y="458073"/>
            <a:ext cx="11357112" cy="562527"/>
          </a:xfrm>
        </p:spPr>
        <p:txBody>
          <a:bodyPr>
            <a:noAutofit/>
          </a:bodyPr>
          <a:lstStyle>
            <a:lvl1pPr algn="ctr">
              <a:defRPr sz="4400">
                <a:solidFill>
                  <a:schemeClr val="tx1"/>
                </a:solidFill>
                <a:latin typeface="+mj-lt"/>
              </a:defRPr>
            </a:lvl1pPr>
          </a:lstStyle>
          <a:p>
            <a:r>
              <a:rPr lang="en-US"/>
              <a:t>Click to edit Master title style</a:t>
            </a:r>
            <a:endParaRPr lang="id-ID"/>
          </a:p>
        </p:txBody>
      </p:sp>
      <p:sp>
        <p:nvSpPr>
          <p:cNvPr id="15" name="Text Placeholder 7"/>
          <p:cNvSpPr>
            <a:spLocks noGrp="1"/>
          </p:cNvSpPr>
          <p:nvPr>
            <p:ph type="body" sz="quarter" idx="10"/>
          </p:nvPr>
        </p:nvSpPr>
        <p:spPr>
          <a:xfrm>
            <a:off x="470455" y="981950"/>
            <a:ext cx="11357112" cy="436908"/>
          </a:xfrm>
        </p:spPr>
        <p:txBody>
          <a:bodyPr>
            <a:normAutofit/>
          </a:bodyPr>
          <a:lstStyle>
            <a:lvl1pPr marL="0" indent="0" algn="ctr">
              <a:buNone/>
              <a:defRPr sz="1800">
                <a:solidFill>
                  <a:schemeClr val="tx1"/>
                </a:solidFill>
                <a:latin typeface="+mn-lt"/>
              </a:defRPr>
            </a:lvl1pPr>
          </a:lstStyle>
          <a:p>
            <a:pPr lvl="0"/>
            <a:r>
              <a:rPr lang="en-US"/>
              <a:t>Click to edit Master text styles</a:t>
            </a:r>
          </a:p>
        </p:txBody>
      </p:sp>
    </p:spTree>
    <p:extLst>
      <p:ext uri="{BB962C8B-B14F-4D97-AF65-F5344CB8AC3E}">
        <p14:creationId xmlns:p14="http://schemas.microsoft.com/office/powerpoint/2010/main" val="2974016212"/>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6_ box 3">
    <p:spTree>
      <p:nvGrpSpPr>
        <p:cNvPr id="1" name=""/>
        <p:cNvGrpSpPr/>
        <p:nvPr/>
      </p:nvGrpSpPr>
      <p:grpSpPr>
        <a:xfrm>
          <a:off x="0" y="0"/>
          <a:ext cx="0" cy="0"/>
          <a:chOff x="0" y="0"/>
          <a:chExt cx="0" cy="0"/>
        </a:xfrm>
      </p:grpSpPr>
      <p:sp>
        <p:nvSpPr>
          <p:cNvPr id="7" name="Picture Placeholder 2"/>
          <p:cNvSpPr>
            <a:spLocks noGrp="1"/>
          </p:cNvSpPr>
          <p:nvPr>
            <p:ph type="pic" sz="quarter" idx="11"/>
          </p:nvPr>
        </p:nvSpPr>
        <p:spPr>
          <a:xfrm>
            <a:off x="856057" y="2726465"/>
            <a:ext cx="2350008" cy="1609344"/>
          </a:xfrm>
          <a:prstGeom prst="rect">
            <a:avLst/>
          </a:prstGeom>
        </p:spPr>
        <p:txBody>
          <a:bodyPr tIns="0" bIns="274320" anchor="b"/>
          <a:lstStyle>
            <a:lvl1pPr marL="0" indent="0" algn="ctr">
              <a:buNone/>
              <a:defRPr sz="1600">
                <a:solidFill>
                  <a:schemeClr val="tx1">
                    <a:lumMod val="75000"/>
                    <a:lumOff val="25000"/>
                  </a:schemeClr>
                </a:solidFill>
              </a:defRPr>
            </a:lvl1pPr>
          </a:lstStyle>
          <a:p>
            <a:endParaRPr lang="en-US" dirty="0"/>
          </a:p>
        </p:txBody>
      </p:sp>
      <p:sp>
        <p:nvSpPr>
          <p:cNvPr id="8" name="Picture Placeholder 2"/>
          <p:cNvSpPr>
            <a:spLocks noGrp="1"/>
          </p:cNvSpPr>
          <p:nvPr>
            <p:ph type="pic" sz="quarter" idx="12"/>
          </p:nvPr>
        </p:nvSpPr>
        <p:spPr>
          <a:xfrm>
            <a:off x="3512172" y="2726465"/>
            <a:ext cx="2350008" cy="1609344"/>
          </a:xfrm>
          <a:prstGeom prst="rect">
            <a:avLst/>
          </a:prstGeom>
        </p:spPr>
        <p:txBody>
          <a:bodyPr tIns="0" bIns="274320" anchor="b"/>
          <a:lstStyle>
            <a:lvl1pPr marL="0" indent="0" algn="ctr">
              <a:buNone/>
              <a:defRPr sz="1600">
                <a:solidFill>
                  <a:schemeClr val="tx1">
                    <a:lumMod val="75000"/>
                    <a:lumOff val="25000"/>
                  </a:schemeClr>
                </a:solidFill>
              </a:defRPr>
            </a:lvl1pPr>
          </a:lstStyle>
          <a:p>
            <a:endParaRPr lang="en-US" dirty="0"/>
          </a:p>
        </p:txBody>
      </p:sp>
      <p:sp>
        <p:nvSpPr>
          <p:cNvPr id="10" name="Picture Placeholder 2"/>
          <p:cNvSpPr>
            <a:spLocks noGrp="1"/>
          </p:cNvSpPr>
          <p:nvPr>
            <p:ph type="pic" sz="quarter" idx="13"/>
          </p:nvPr>
        </p:nvSpPr>
        <p:spPr>
          <a:xfrm>
            <a:off x="6168286" y="2726465"/>
            <a:ext cx="2350008" cy="1609344"/>
          </a:xfrm>
          <a:prstGeom prst="rect">
            <a:avLst/>
          </a:prstGeom>
        </p:spPr>
        <p:txBody>
          <a:bodyPr tIns="0" bIns="274320" anchor="b"/>
          <a:lstStyle>
            <a:lvl1pPr marL="0" indent="0" algn="ctr">
              <a:buNone/>
              <a:defRPr sz="1600">
                <a:solidFill>
                  <a:schemeClr val="tx1">
                    <a:lumMod val="75000"/>
                    <a:lumOff val="25000"/>
                  </a:schemeClr>
                </a:solidFill>
              </a:defRPr>
            </a:lvl1pPr>
          </a:lstStyle>
          <a:p>
            <a:endParaRPr lang="en-US" dirty="0"/>
          </a:p>
        </p:txBody>
      </p:sp>
      <p:sp>
        <p:nvSpPr>
          <p:cNvPr id="12" name="Picture Placeholder 2"/>
          <p:cNvSpPr>
            <a:spLocks noGrp="1"/>
          </p:cNvSpPr>
          <p:nvPr>
            <p:ph type="pic" sz="quarter" idx="14"/>
          </p:nvPr>
        </p:nvSpPr>
        <p:spPr>
          <a:xfrm>
            <a:off x="8824400" y="2726465"/>
            <a:ext cx="2350008" cy="1609344"/>
          </a:xfrm>
          <a:prstGeom prst="rect">
            <a:avLst/>
          </a:prstGeom>
        </p:spPr>
        <p:txBody>
          <a:bodyPr tIns="0" bIns="274320" anchor="b"/>
          <a:lstStyle>
            <a:lvl1pPr marL="0" indent="0" algn="ctr">
              <a:buNone/>
              <a:defRPr sz="1600">
                <a:solidFill>
                  <a:schemeClr val="tx1">
                    <a:lumMod val="75000"/>
                    <a:lumOff val="25000"/>
                  </a:schemeClr>
                </a:solidFill>
              </a:defRPr>
            </a:lvl1pPr>
          </a:lstStyle>
          <a:p>
            <a:endParaRPr lang="en-US" dirty="0"/>
          </a:p>
        </p:txBody>
      </p:sp>
      <p:sp>
        <p:nvSpPr>
          <p:cNvPr id="13" name="Title 1"/>
          <p:cNvSpPr>
            <a:spLocks noGrp="1"/>
          </p:cNvSpPr>
          <p:nvPr>
            <p:ph type="title"/>
          </p:nvPr>
        </p:nvSpPr>
        <p:spPr>
          <a:xfrm>
            <a:off x="470455" y="458073"/>
            <a:ext cx="11357112" cy="562527"/>
          </a:xfrm>
        </p:spPr>
        <p:txBody>
          <a:bodyPr>
            <a:noAutofit/>
          </a:bodyPr>
          <a:lstStyle>
            <a:lvl1pPr algn="ctr">
              <a:defRPr sz="4400">
                <a:solidFill>
                  <a:schemeClr val="tx1"/>
                </a:solidFill>
                <a:latin typeface="+mj-lt"/>
              </a:defRPr>
            </a:lvl1pPr>
          </a:lstStyle>
          <a:p>
            <a:r>
              <a:rPr lang="en-US"/>
              <a:t>Click to edit Master title style</a:t>
            </a:r>
            <a:endParaRPr lang="id-ID"/>
          </a:p>
        </p:txBody>
      </p:sp>
      <p:sp>
        <p:nvSpPr>
          <p:cNvPr id="14" name="Text Placeholder 7"/>
          <p:cNvSpPr>
            <a:spLocks noGrp="1"/>
          </p:cNvSpPr>
          <p:nvPr>
            <p:ph type="body" sz="quarter" idx="10"/>
          </p:nvPr>
        </p:nvSpPr>
        <p:spPr>
          <a:xfrm>
            <a:off x="470455" y="981950"/>
            <a:ext cx="11357112" cy="436908"/>
          </a:xfrm>
        </p:spPr>
        <p:txBody>
          <a:bodyPr>
            <a:normAutofit/>
          </a:bodyPr>
          <a:lstStyle>
            <a:lvl1pPr marL="0" indent="0" algn="ctr">
              <a:buNone/>
              <a:defRPr sz="1800">
                <a:solidFill>
                  <a:schemeClr val="tx1"/>
                </a:solidFill>
                <a:latin typeface="+mn-lt"/>
              </a:defRPr>
            </a:lvl1pPr>
          </a:lstStyle>
          <a:p>
            <a:pPr lvl="0"/>
            <a:r>
              <a:rPr lang="en-US"/>
              <a:t>Click to edit Master text styles</a:t>
            </a:r>
          </a:p>
        </p:txBody>
      </p:sp>
    </p:spTree>
    <p:extLst>
      <p:ext uri="{BB962C8B-B14F-4D97-AF65-F5344CB8AC3E}">
        <p14:creationId xmlns:p14="http://schemas.microsoft.com/office/powerpoint/2010/main" val="4151415170"/>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7_ box 4">
    <p:spTree>
      <p:nvGrpSpPr>
        <p:cNvPr id="1" name=""/>
        <p:cNvGrpSpPr/>
        <p:nvPr/>
      </p:nvGrpSpPr>
      <p:grpSpPr>
        <a:xfrm>
          <a:off x="0" y="0"/>
          <a:ext cx="0" cy="0"/>
          <a:chOff x="0" y="0"/>
          <a:chExt cx="0" cy="0"/>
        </a:xfrm>
      </p:grpSpPr>
      <p:sp>
        <p:nvSpPr>
          <p:cNvPr id="13" name="Picture Placeholder 7"/>
          <p:cNvSpPr>
            <a:spLocks noGrp="1"/>
          </p:cNvSpPr>
          <p:nvPr>
            <p:ph type="pic" sz="quarter" idx="53"/>
          </p:nvPr>
        </p:nvSpPr>
        <p:spPr>
          <a:xfrm>
            <a:off x="1182715" y="2682673"/>
            <a:ext cx="1693164" cy="1693164"/>
          </a:xfrm>
          <a:prstGeom prst="roundRect">
            <a:avLst/>
          </a:prstGeom>
          <a:ln w="3175">
            <a:noFill/>
          </a:ln>
          <a:effectLst/>
        </p:spPr>
        <p:txBody>
          <a:bodyPr wrap="none" tIns="0" bIns="274320" anchor="b"/>
          <a:lstStyle>
            <a:lvl1pPr algn="ctr" rtl="0">
              <a:buNone/>
              <a:defRPr sz="1000" b="1" i="0" baseline="0">
                <a:solidFill>
                  <a:schemeClr val="tx1">
                    <a:lumMod val="75000"/>
                    <a:lumOff val="25000"/>
                  </a:schemeClr>
                </a:solidFill>
              </a:defRPr>
            </a:lvl1pPr>
          </a:lstStyle>
          <a:p>
            <a:endParaRPr lang="en-US" dirty="0"/>
          </a:p>
        </p:txBody>
      </p:sp>
      <p:sp>
        <p:nvSpPr>
          <p:cNvPr id="14" name="Picture Placeholder 7"/>
          <p:cNvSpPr>
            <a:spLocks noGrp="1"/>
          </p:cNvSpPr>
          <p:nvPr>
            <p:ph type="pic" sz="quarter" idx="54"/>
          </p:nvPr>
        </p:nvSpPr>
        <p:spPr>
          <a:xfrm>
            <a:off x="3193351" y="2682673"/>
            <a:ext cx="1693164" cy="1693164"/>
          </a:xfrm>
          <a:prstGeom prst="roundRect">
            <a:avLst/>
          </a:prstGeom>
          <a:ln w="3175">
            <a:noFill/>
          </a:ln>
          <a:effectLst/>
        </p:spPr>
        <p:txBody>
          <a:bodyPr wrap="none" tIns="0" bIns="274320" anchor="b"/>
          <a:lstStyle>
            <a:lvl1pPr algn="ctr" rtl="0">
              <a:buNone/>
              <a:defRPr sz="1000" b="1" i="0" baseline="0">
                <a:solidFill>
                  <a:schemeClr val="tx1">
                    <a:lumMod val="75000"/>
                    <a:lumOff val="25000"/>
                  </a:schemeClr>
                </a:solidFill>
              </a:defRPr>
            </a:lvl1pPr>
          </a:lstStyle>
          <a:p>
            <a:endParaRPr lang="en-US" dirty="0"/>
          </a:p>
        </p:txBody>
      </p:sp>
      <p:sp>
        <p:nvSpPr>
          <p:cNvPr id="15" name="Picture Placeholder 7"/>
          <p:cNvSpPr>
            <a:spLocks noGrp="1"/>
          </p:cNvSpPr>
          <p:nvPr>
            <p:ph type="pic" sz="quarter" idx="58"/>
          </p:nvPr>
        </p:nvSpPr>
        <p:spPr>
          <a:xfrm>
            <a:off x="5203987" y="2682673"/>
            <a:ext cx="1693164" cy="1693164"/>
          </a:xfrm>
          <a:prstGeom prst="roundRect">
            <a:avLst/>
          </a:prstGeom>
          <a:ln w="3175">
            <a:noFill/>
          </a:ln>
          <a:effectLst/>
        </p:spPr>
        <p:txBody>
          <a:bodyPr wrap="none" tIns="0" bIns="274320" anchor="b"/>
          <a:lstStyle>
            <a:lvl1pPr algn="ctr" rtl="0">
              <a:buNone/>
              <a:defRPr sz="1000" b="1" i="0" baseline="0">
                <a:solidFill>
                  <a:schemeClr val="tx1">
                    <a:lumMod val="75000"/>
                    <a:lumOff val="25000"/>
                  </a:schemeClr>
                </a:solidFill>
              </a:defRPr>
            </a:lvl1pPr>
          </a:lstStyle>
          <a:p>
            <a:endParaRPr lang="en-US" dirty="0"/>
          </a:p>
        </p:txBody>
      </p:sp>
      <p:sp>
        <p:nvSpPr>
          <p:cNvPr id="16" name="Picture Placeholder 7"/>
          <p:cNvSpPr>
            <a:spLocks noGrp="1"/>
          </p:cNvSpPr>
          <p:nvPr>
            <p:ph type="pic" sz="quarter" idx="62"/>
          </p:nvPr>
        </p:nvSpPr>
        <p:spPr>
          <a:xfrm>
            <a:off x="7214624" y="2682673"/>
            <a:ext cx="1693164" cy="1693164"/>
          </a:xfrm>
          <a:prstGeom prst="roundRect">
            <a:avLst/>
          </a:prstGeom>
          <a:ln w="3175">
            <a:noFill/>
          </a:ln>
          <a:effectLst/>
        </p:spPr>
        <p:txBody>
          <a:bodyPr wrap="none" tIns="0" bIns="274320" anchor="b"/>
          <a:lstStyle>
            <a:lvl1pPr algn="ctr" rtl="0">
              <a:buNone/>
              <a:defRPr sz="1000" b="1" i="0" baseline="0">
                <a:solidFill>
                  <a:schemeClr val="tx1">
                    <a:lumMod val="75000"/>
                    <a:lumOff val="25000"/>
                  </a:schemeClr>
                </a:solidFill>
              </a:defRPr>
            </a:lvl1pPr>
          </a:lstStyle>
          <a:p>
            <a:endParaRPr lang="en-US" dirty="0"/>
          </a:p>
        </p:txBody>
      </p:sp>
      <p:sp>
        <p:nvSpPr>
          <p:cNvPr id="17" name="Picture Placeholder 7"/>
          <p:cNvSpPr>
            <a:spLocks noGrp="1"/>
          </p:cNvSpPr>
          <p:nvPr>
            <p:ph type="pic" sz="quarter" idx="63"/>
          </p:nvPr>
        </p:nvSpPr>
        <p:spPr>
          <a:xfrm>
            <a:off x="9225261" y="2682673"/>
            <a:ext cx="1693164" cy="1693164"/>
          </a:xfrm>
          <a:prstGeom prst="roundRect">
            <a:avLst/>
          </a:prstGeom>
          <a:ln w="3175">
            <a:noFill/>
          </a:ln>
          <a:effectLst/>
        </p:spPr>
        <p:txBody>
          <a:bodyPr wrap="none" tIns="0" bIns="274320" anchor="b"/>
          <a:lstStyle>
            <a:lvl1pPr algn="ctr" rtl="0">
              <a:buNone/>
              <a:defRPr sz="1000" b="1" i="0" baseline="0">
                <a:solidFill>
                  <a:schemeClr val="tx1">
                    <a:lumMod val="75000"/>
                    <a:lumOff val="25000"/>
                  </a:schemeClr>
                </a:solidFill>
              </a:defRPr>
            </a:lvl1pPr>
          </a:lstStyle>
          <a:p>
            <a:endParaRPr lang="en-US" dirty="0"/>
          </a:p>
        </p:txBody>
      </p:sp>
      <p:sp>
        <p:nvSpPr>
          <p:cNvPr id="10" name="Title 1"/>
          <p:cNvSpPr>
            <a:spLocks noGrp="1"/>
          </p:cNvSpPr>
          <p:nvPr>
            <p:ph type="title"/>
          </p:nvPr>
        </p:nvSpPr>
        <p:spPr>
          <a:xfrm>
            <a:off x="470455" y="458073"/>
            <a:ext cx="11357112" cy="562527"/>
          </a:xfrm>
        </p:spPr>
        <p:txBody>
          <a:bodyPr>
            <a:noAutofit/>
          </a:bodyPr>
          <a:lstStyle>
            <a:lvl1pPr algn="ctr">
              <a:defRPr sz="4400">
                <a:solidFill>
                  <a:schemeClr val="tx1"/>
                </a:solidFill>
                <a:latin typeface="+mj-lt"/>
              </a:defRPr>
            </a:lvl1pPr>
          </a:lstStyle>
          <a:p>
            <a:r>
              <a:rPr lang="en-US"/>
              <a:t>Click to edit Master title style</a:t>
            </a:r>
            <a:endParaRPr lang="id-ID"/>
          </a:p>
        </p:txBody>
      </p:sp>
      <p:sp>
        <p:nvSpPr>
          <p:cNvPr id="12" name="Text Placeholder 7"/>
          <p:cNvSpPr>
            <a:spLocks noGrp="1"/>
          </p:cNvSpPr>
          <p:nvPr>
            <p:ph type="body" sz="quarter" idx="10"/>
          </p:nvPr>
        </p:nvSpPr>
        <p:spPr>
          <a:xfrm>
            <a:off x="470455" y="981950"/>
            <a:ext cx="11357112" cy="436908"/>
          </a:xfrm>
        </p:spPr>
        <p:txBody>
          <a:bodyPr>
            <a:normAutofit/>
          </a:bodyPr>
          <a:lstStyle>
            <a:lvl1pPr marL="0" indent="0" algn="ctr">
              <a:buNone/>
              <a:defRPr sz="1800">
                <a:solidFill>
                  <a:schemeClr val="tx1"/>
                </a:solidFill>
                <a:latin typeface="+mn-lt"/>
              </a:defRPr>
            </a:lvl1pPr>
          </a:lstStyle>
          <a:p>
            <a:pPr lvl="0"/>
            <a:r>
              <a:rPr lang="en-US"/>
              <a:t>Click to edit Master text styles</a:t>
            </a:r>
          </a:p>
        </p:txBody>
      </p:sp>
    </p:spTree>
    <p:extLst>
      <p:ext uri="{BB962C8B-B14F-4D97-AF65-F5344CB8AC3E}">
        <p14:creationId xmlns:p14="http://schemas.microsoft.com/office/powerpoint/2010/main" val="2326752483"/>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6_placeholder 4">
    <p:spTree>
      <p:nvGrpSpPr>
        <p:cNvPr id="1" name=""/>
        <p:cNvGrpSpPr/>
        <p:nvPr/>
      </p:nvGrpSpPr>
      <p:grpSpPr>
        <a:xfrm>
          <a:off x="0" y="0"/>
          <a:ext cx="0" cy="0"/>
          <a:chOff x="0" y="0"/>
          <a:chExt cx="0" cy="0"/>
        </a:xfrm>
      </p:grpSpPr>
      <p:sp>
        <p:nvSpPr>
          <p:cNvPr id="9" name="Picture Placeholder 2"/>
          <p:cNvSpPr>
            <a:spLocks noGrp="1"/>
          </p:cNvSpPr>
          <p:nvPr>
            <p:ph type="pic" sz="quarter" idx="11"/>
          </p:nvPr>
        </p:nvSpPr>
        <p:spPr>
          <a:xfrm>
            <a:off x="0" y="2176462"/>
            <a:ext cx="4267200" cy="4189917"/>
          </a:xfrm>
        </p:spPr>
        <p:txBody>
          <a:bodyPr/>
          <a:lstStyle/>
          <a:p>
            <a:endParaRPr lang="id-ID"/>
          </a:p>
        </p:txBody>
      </p:sp>
      <p:sp>
        <p:nvSpPr>
          <p:cNvPr id="11" name="Picture Placeholder 2"/>
          <p:cNvSpPr>
            <a:spLocks noGrp="1"/>
          </p:cNvSpPr>
          <p:nvPr>
            <p:ph type="pic" sz="quarter" idx="12"/>
          </p:nvPr>
        </p:nvSpPr>
        <p:spPr>
          <a:xfrm>
            <a:off x="4406348" y="2176463"/>
            <a:ext cx="2511287" cy="1630018"/>
          </a:xfrm>
        </p:spPr>
        <p:txBody>
          <a:bodyPr/>
          <a:lstStyle/>
          <a:p>
            <a:endParaRPr lang="id-ID"/>
          </a:p>
        </p:txBody>
      </p:sp>
      <p:sp>
        <p:nvSpPr>
          <p:cNvPr id="12" name="Picture Placeholder 2"/>
          <p:cNvSpPr>
            <a:spLocks noGrp="1"/>
          </p:cNvSpPr>
          <p:nvPr>
            <p:ph type="pic" sz="quarter" idx="13"/>
          </p:nvPr>
        </p:nvSpPr>
        <p:spPr>
          <a:xfrm>
            <a:off x="7043531" y="2176463"/>
            <a:ext cx="2511287" cy="1630018"/>
          </a:xfrm>
        </p:spPr>
        <p:txBody>
          <a:bodyPr/>
          <a:lstStyle/>
          <a:p>
            <a:endParaRPr lang="id-ID"/>
          </a:p>
        </p:txBody>
      </p:sp>
      <p:sp>
        <p:nvSpPr>
          <p:cNvPr id="13" name="Picture Placeholder 2"/>
          <p:cNvSpPr>
            <a:spLocks noGrp="1"/>
          </p:cNvSpPr>
          <p:nvPr>
            <p:ph type="pic" sz="quarter" idx="14"/>
          </p:nvPr>
        </p:nvSpPr>
        <p:spPr>
          <a:xfrm>
            <a:off x="9680713" y="2176462"/>
            <a:ext cx="2511287" cy="1630018"/>
          </a:xfrm>
        </p:spPr>
        <p:txBody>
          <a:bodyPr/>
          <a:lstStyle/>
          <a:p>
            <a:endParaRPr lang="id-ID"/>
          </a:p>
        </p:txBody>
      </p:sp>
      <p:sp>
        <p:nvSpPr>
          <p:cNvPr id="8" name="Title 1"/>
          <p:cNvSpPr>
            <a:spLocks noGrp="1"/>
          </p:cNvSpPr>
          <p:nvPr>
            <p:ph type="title"/>
          </p:nvPr>
        </p:nvSpPr>
        <p:spPr>
          <a:xfrm>
            <a:off x="470455" y="458073"/>
            <a:ext cx="11357112" cy="562527"/>
          </a:xfrm>
        </p:spPr>
        <p:txBody>
          <a:bodyPr>
            <a:noAutofit/>
          </a:bodyPr>
          <a:lstStyle>
            <a:lvl1pPr algn="ctr">
              <a:defRPr sz="4400">
                <a:solidFill>
                  <a:schemeClr val="tx1"/>
                </a:solidFill>
                <a:latin typeface="+mj-lt"/>
              </a:defRPr>
            </a:lvl1pPr>
          </a:lstStyle>
          <a:p>
            <a:r>
              <a:rPr lang="en-US"/>
              <a:t>Click to edit Master title style</a:t>
            </a:r>
            <a:endParaRPr lang="id-ID"/>
          </a:p>
        </p:txBody>
      </p:sp>
      <p:sp>
        <p:nvSpPr>
          <p:cNvPr id="10" name="Text Placeholder 7"/>
          <p:cNvSpPr>
            <a:spLocks noGrp="1"/>
          </p:cNvSpPr>
          <p:nvPr>
            <p:ph type="body" sz="quarter" idx="10"/>
          </p:nvPr>
        </p:nvSpPr>
        <p:spPr>
          <a:xfrm>
            <a:off x="470455" y="981950"/>
            <a:ext cx="11357112" cy="436908"/>
          </a:xfrm>
        </p:spPr>
        <p:txBody>
          <a:bodyPr>
            <a:normAutofit/>
          </a:bodyPr>
          <a:lstStyle>
            <a:lvl1pPr marL="0" indent="0" algn="ctr">
              <a:buNone/>
              <a:defRPr sz="1800">
                <a:solidFill>
                  <a:schemeClr val="tx1"/>
                </a:solidFill>
                <a:latin typeface="+mn-lt"/>
              </a:defRPr>
            </a:lvl1pPr>
          </a:lstStyle>
          <a:p>
            <a:pPr lvl="0"/>
            <a:r>
              <a:rPr lang="en-US"/>
              <a:t>Click to edit Master text styles</a:t>
            </a:r>
          </a:p>
        </p:txBody>
      </p:sp>
    </p:spTree>
    <p:extLst>
      <p:ext uri="{BB962C8B-B14F-4D97-AF65-F5344CB8AC3E}">
        <p14:creationId xmlns:p14="http://schemas.microsoft.com/office/powerpoint/2010/main" val="506769769"/>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3_Normal Center">
    <p:spTree>
      <p:nvGrpSpPr>
        <p:cNvPr id="1" name=""/>
        <p:cNvGrpSpPr/>
        <p:nvPr/>
      </p:nvGrpSpPr>
      <p:grpSpPr>
        <a:xfrm>
          <a:off x="0" y="0"/>
          <a:ext cx="0" cy="0"/>
          <a:chOff x="0" y="0"/>
          <a:chExt cx="0" cy="0"/>
        </a:xfrm>
      </p:grpSpPr>
      <p:sp>
        <p:nvSpPr>
          <p:cNvPr id="6" name="Picture Placeholder 3"/>
          <p:cNvSpPr>
            <a:spLocks noGrp="1"/>
          </p:cNvSpPr>
          <p:nvPr>
            <p:ph type="pic" sz="quarter" idx="23"/>
          </p:nvPr>
        </p:nvSpPr>
        <p:spPr>
          <a:xfrm>
            <a:off x="0" y="2448891"/>
            <a:ext cx="12191999" cy="2215873"/>
          </a:xfrm>
          <a:prstGeom prst="rect">
            <a:avLst/>
          </a:prstGeom>
          <a:solidFill>
            <a:schemeClr val="bg1">
              <a:lumMod val="90000"/>
              <a:lumOff val="10000"/>
            </a:schemeClr>
          </a:solidFill>
        </p:spPr>
        <p:txBody>
          <a:bodyPr vert="horz" lIns="0" tIns="0" rIns="0" bIns="0" rtlCol="0" anchor="ctr">
            <a:normAutofit/>
          </a:bodyPr>
          <a:lstStyle>
            <a:lvl1pPr>
              <a:defRPr lang="en-US" sz="1400"/>
            </a:lvl1pPr>
          </a:lstStyle>
          <a:p>
            <a:pPr marL="0" lvl="0" indent="0" algn="ctr">
              <a:buNone/>
            </a:pPr>
            <a:endParaRPr lang="en-US" dirty="0"/>
          </a:p>
        </p:txBody>
      </p:sp>
      <p:sp>
        <p:nvSpPr>
          <p:cNvPr id="7" name="Title 1"/>
          <p:cNvSpPr>
            <a:spLocks noGrp="1"/>
          </p:cNvSpPr>
          <p:nvPr>
            <p:ph type="title"/>
          </p:nvPr>
        </p:nvSpPr>
        <p:spPr>
          <a:xfrm>
            <a:off x="470455" y="458073"/>
            <a:ext cx="11357112" cy="562527"/>
          </a:xfrm>
        </p:spPr>
        <p:txBody>
          <a:bodyPr>
            <a:noAutofit/>
          </a:bodyPr>
          <a:lstStyle>
            <a:lvl1pPr algn="ctr">
              <a:defRPr sz="4400">
                <a:solidFill>
                  <a:schemeClr val="tx1"/>
                </a:solidFill>
                <a:latin typeface="+mj-lt"/>
              </a:defRPr>
            </a:lvl1pPr>
          </a:lstStyle>
          <a:p>
            <a:r>
              <a:rPr lang="en-US"/>
              <a:t>Click to edit Master title style</a:t>
            </a:r>
            <a:endParaRPr lang="id-ID"/>
          </a:p>
        </p:txBody>
      </p:sp>
      <p:sp>
        <p:nvSpPr>
          <p:cNvPr id="8" name="Text Placeholder 7"/>
          <p:cNvSpPr>
            <a:spLocks noGrp="1"/>
          </p:cNvSpPr>
          <p:nvPr>
            <p:ph type="body" sz="quarter" idx="10"/>
          </p:nvPr>
        </p:nvSpPr>
        <p:spPr>
          <a:xfrm>
            <a:off x="470455" y="981950"/>
            <a:ext cx="11357112" cy="436908"/>
          </a:xfrm>
        </p:spPr>
        <p:txBody>
          <a:bodyPr>
            <a:normAutofit/>
          </a:bodyPr>
          <a:lstStyle>
            <a:lvl1pPr marL="0" indent="0" algn="ctr">
              <a:buNone/>
              <a:defRPr sz="1800">
                <a:solidFill>
                  <a:schemeClr val="tx1"/>
                </a:solidFill>
                <a:latin typeface="+mn-lt"/>
              </a:defRPr>
            </a:lvl1pPr>
          </a:lstStyle>
          <a:p>
            <a:pPr lvl="0"/>
            <a:r>
              <a:rPr lang="en-US"/>
              <a:t>Click to edit Master text styles</a:t>
            </a:r>
          </a:p>
        </p:txBody>
      </p:sp>
    </p:spTree>
    <p:extLst>
      <p:ext uri="{BB962C8B-B14F-4D97-AF65-F5344CB8AC3E}">
        <p14:creationId xmlns:p14="http://schemas.microsoft.com/office/powerpoint/2010/main" val="2592415716"/>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bottom images">
    <p:spTree>
      <p:nvGrpSpPr>
        <p:cNvPr id="1" name=""/>
        <p:cNvGrpSpPr/>
        <p:nvPr/>
      </p:nvGrpSpPr>
      <p:grpSpPr>
        <a:xfrm>
          <a:off x="0" y="0"/>
          <a:ext cx="0" cy="0"/>
          <a:chOff x="0" y="0"/>
          <a:chExt cx="0" cy="0"/>
        </a:xfrm>
      </p:grpSpPr>
      <p:sp>
        <p:nvSpPr>
          <p:cNvPr id="6" name="Picture Placeholder 3"/>
          <p:cNvSpPr>
            <a:spLocks noGrp="1"/>
          </p:cNvSpPr>
          <p:nvPr>
            <p:ph type="pic" sz="quarter" idx="23"/>
          </p:nvPr>
        </p:nvSpPr>
        <p:spPr>
          <a:xfrm>
            <a:off x="0" y="4121427"/>
            <a:ext cx="12191999" cy="2736574"/>
          </a:xfrm>
          <a:prstGeom prst="rect">
            <a:avLst/>
          </a:prstGeom>
          <a:solidFill>
            <a:schemeClr val="bg1">
              <a:lumMod val="90000"/>
              <a:lumOff val="10000"/>
            </a:schemeClr>
          </a:solidFill>
        </p:spPr>
        <p:txBody>
          <a:bodyPr vert="horz" lIns="0" tIns="0" rIns="0" bIns="0" rtlCol="0" anchor="ctr">
            <a:normAutofit/>
          </a:bodyPr>
          <a:lstStyle>
            <a:lvl1pPr>
              <a:defRPr lang="en-US" sz="1400"/>
            </a:lvl1pPr>
          </a:lstStyle>
          <a:p>
            <a:pPr marL="0" lvl="0" indent="0" algn="ctr">
              <a:buNone/>
            </a:pPr>
            <a:endParaRPr lang="en-US" dirty="0"/>
          </a:p>
        </p:txBody>
      </p:sp>
      <p:sp>
        <p:nvSpPr>
          <p:cNvPr id="7" name="Title 1"/>
          <p:cNvSpPr>
            <a:spLocks noGrp="1"/>
          </p:cNvSpPr>
          <p:nvPr>
            <p:ph type="title"/>
          </p:nvPr>
        </p:nvSpPr>
        <p:spPr>
          <a:xfrm>
            <a:off x="470455" y="458073"/>
            <a:ext cx="11357112" cy="562527"/>
          </a:xfrm>
        </p:spPr>
        <p:txBody>
          <a:bodyPr>
            <a:noAutofit/>
          </a:bodyPr>
          <a:lstStyle>
            <a:lvl1pPr algn="ctr">
              <a:defRPr sz="4400">
                <a:solidFill>
                  <a:schemeClr val="tx1"/>
                </a:solidFill>
                <a:latin typeface="+mj-lt"/>
              </a:defRPr>
            </a:lvl1pPr>
          </a:lstStyle>
          <a:p>
            <a:r>
              <a:rPr lang="en-US"/>
              <a:t>Click to edit Master title style</a:t>
            </a:r>
            <a:endParaRPr lang="id-ID"/>
          </a:p>
        </p:txBody>
      </p:sp>
      <p:sp>
        <p:nvSpPr>
          <p:cNvPr id="8" name="Text Placeholder 7"/>
          <p:cNvSpPr>
            <a:spLocks noGrp="1"/>
          </p:cNvSpPr>
          <p:nvPr>
            <p:ph type="body" sz="quarter" idx="10"/>
          </p:nvPr>
        </p:nvSpPr>
        <p:spPr>
          <a:xfrm>
            <a:off x="470455" y="981950"/>
            <a:ext cx="11357112" cy="436908"/>
          </a:xfrm>
        </p:spPr>
        <p:txBody>
          <a:bodyPr>
            <a:normAutofit/>
          </a:bodyPr>
          <a:lstStyle>
            <a:lvl1pPr marL="0" indent="0" algn="ctr">
              <a:buNone/>
              <a:defRPr sz="1800">
                <a:solidFill>
                  <a:schemeClr val="tx1"/>
                </a:solidFill>
                <a:latin typeface="+mn-lt"/>
              </a:defRPr>
            </a:lvl1pPr>
          </a:lstStyle>
          <a:p>
            <a:pPr lvl="0"/>
            <a:r>
              <a:rPr lang="en-US"/>
              <a:t>Click to edit Master text styles</a:t>
            </a:r>
          </a:p>
        </p:txBody>
      </p:sp>
    </p:spTree>
    <p:extLst>
      <p:ext uri="{BB962C8B-B14F-4D97-AF65-F5344CB8AC3E}">
        <p14:creationId xmlns:p14="http://schemas.microsoft.com/office/powerpoint/2010/main" val="854616318"/>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B79B11-F240-FE30-BF1E-F687DE48C2E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12BAC30-602F-C508-6334-C35CCD6601C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F537F78-A804-9934-8BBD-983FD69C9F02}"/>
              </a:ext>
            </a:extLst>
          </p:cNvPr>
          <p:cNvSpPr>
            <a:spLocks noGrp="1"/>
          </p:cNvSpPr>
          <p:nvPr>
            <p:ph type="dt" sz="half" idx="10"/>
          </p:nvPr>
        </p:nvSpPr>
        <p:spPr/>
        <p:txBody>
          <a:bodyPr/>
          <a:lstStyle/>
          <a:p>
            <a:fld id="{D4899021-92AD-49A5-A536-C7418F00D849}" type="datetimeFigureOut">
              <a:rPr lang="en-US" smtClean="0"/>
              <a:t>11/16/2023</a:t>
            </a:fld>
            <a:endParaRPr lang="en-US"/>
          </a:p>
        </p:txBody>
      </p:sp>
      <p:sp>
        <p:nvSpPr>
          <p:cNvPr id="5" name="Footer Placeholder 4">
            <a:extLst>
              <a:ext uri="{FF2B5EF4-FFF2-40B4-BE49-F238E27FC236}">
                <a16:creationId xmlns:a16="http://schemas.microsoft.com/office/drawing/2014/main" id="{3C7EE84A-BDC7-08B1-7263-52CC2129915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C443984-857C-98D9-B735-B537CFD2441E}"/>
              </a:ext>
            </a:extLst>
          </p:cNvPr>
          <p:cNvSpPr>
            <a:spLocks noGrp="1"/>
          </p:cNvSpPr>
          <p:nvPr>
            <p:ph type="sldNum" sz="quarter" idx="12"/>
          </p:nvPr>
        </p:nvSpPr>
        <p:spPr/>
        <p:txBody>
          <a:bodyPr/>
          <a:lstStyle/>
          <a:p>
            <a:fld id="{D4013870-3CA1-433E-920D-1F5CB7F9B0FA}" type="slidenum">
              <a:rPr lang="en-US" smtClean="0"/>
              <a:t>‹#›</a:t>
            </a:fld>
            <a:endParaRPr lang="en-US"/>
          </a:p>
        </p:txBody>
      </p:sp>
    </p:spTree>
    <p:extLst>
      <p:ext uri="{BB962C8B-B14F-4D97-AF65-F5344CB8AC3E}">
        <p14:creationId xmlns:p14="http://schemas.microsoft.com/office/powerpoint/2010/main" val="1102968821"/>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7E5CDB-7DE1-5D0F-38E3-CA22707CE80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2BC1E46-4CBF-CF87-B160-E37E72D6509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F761298-564E-9189-8C77-D00195DC36BE}"/>
              </a:ext>
            </a:extLst>
          </p:cNvPr>
          <p:cNvSpPr>
            <a:spLocks noGrp="1"/>
          </p:cNvSpPr>
          <p:nvPr>
            <p:ph type="dt" sz="half" idx="10"/>
          </p:nvPr>
        </p:nvSpPr>
        <p:spPr/>
        <p:txBody>
          <a:bodyPr/>
          <a:lstStyle/>
          <a:p>
            <a:fld id="{D4899021-92AD-49A5-A536-C7418F00D849}" type="datetimeFigureOut">
              <a:rPr lang="en-US" smtClean="0"/>
              <a:t>11/16/2023</a:t>
            </a:fld>
            <a:endParaRPr lang="en-US"/>
          </a:p>
        </p:txBody>
      </p:sp>
      <p:sp>
        <p:nvSpPr>
          <p:cNvPr id="5" name="Footer Placeholder 4">
            <a:extLst>
              <a:ext uri="{FF2B5EF4-FFF2-40B4-BE49-F238E27FC236}">
                <a16:creationId xmlns:a16="http://schemas.microsoft.com/office/drawing/2014/main" id="{3E041396-7517-2604-EE3C-C81763C0DF0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93FF4F2-6309-4AE6-C4DC-AD59F3D2002C}"/>
              </a:ext>
            </a:extLst>
          </p:cNvPr>
          <p:cNvSpPr>
            <a:spLocks noGrp="1"/>
          </p:cNvSpPr>
          <p:nvPr>
            <p:ph type="sldNum" sz="quarter" idx="12"/>
          </p:nvPr>
        </p:nvSpPr>
        <p:spPr/>
        <p:txBody>
          <a:bodyPr/>
          <a:lstStyle/>
          <a:p>
            <a:fld id="{D4013870-3CA1-433E-920D-1F5CB7F9B0FA}" type="slidenum">
              <a:rPr lang="en-US" smtClean="0"/>
              <a:t>‹#›</a:t>
            </a:fld>
            <a:endParaRPr lang="en-US"/>
          </a:p>
        </p:txBody>
      </p:sp>
    </p:spTree>
    <p:extLst>
      <p:ext uri="{BB962C8B-B14F-4D97-AF65-F5344CB8AC3E}">
        <p14:creationId xmlns:p14="http://schemas.microsoft.com/office/powerpoint/2010/main" val="2273569220"/>
      </p:ext>
    </p:extLst>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1BDF74-942F-F548-36B6-AF8CB3C8B29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9F6E6C2-39AC-30D0-C1D4-8A20BBB6580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A12C40A-C0A3-BC6F-A8A8-942485F0A5B6}"/>
              </a:ext>
            </a:extLst>
          </p:cNvPr>
          <p:cNvSpPr>
            <a:spLocks noGrp="1"/>
          </p:cNvSpPr>
          <p:nvPr>
            <p:ph type="dt" sz="half" idx="10"/>
          </p:nvPr>
        </p:nvSpPr>
        <p:spPr/>
        <p:txBody>
          <a:bodyPr/>
          <a:lstStyle/>
          <a:p>
            <a:fld id="{D4899021-92AD-49A5-A536-C7418F00D849}" type="datetimeFigureOut">
              <a:rPr lang="en-US" smtClean="0"/>
              <a:t>11/16/2023</a:t>
            </a:fld>
            <a:endParaRPr lang="en-US"/>
          </a:p>
        </p:txBody>
      </p:sp>
      <p:sp>
        <p:nvSpPr>
          <p:cNvPr id="5" name="Footer Placeholder 4">
            <a:extLst>
              <a:ext uri="{FF2B5EF4-FFF2-40B4-BE49-F238E27FC236}">
                <a16:creationId xmlns:a16="http://schemas.microsoft.com/office/drawing/2014/main" id="{22314CA2-23E9-6850-9412-7C62DB69556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4E96BB8-1D78-2D71-B956-17562829F12B}"/>
              </a:ext>
            </a:extLst>
          </p:cNvPr>
          <p:cNvSpPr>
            <a:spLocks noGrp="1"/>
          </p:cNvSpPr>
          <p:nvPr>
            <p:ph type="sldNum" sz="quarter" idx="12"/>
          </p:nvPr>
        </p:nvSpPr>
        <p:spPr/>
        <p:txBody>
          <a:bodyPr/>
          <a:lstStyle/>
          <a:p>
            <a:fld id="{D4013870-3CA1-433E-920D-1F5CB7F9B0FA}" type="slidenum">
              <a:rPr lang="en-US" smtClean="0"/>
              <a:t>‹#›</a:t>
            </a:fld>
            <a:endParaRPr lang="en-US"/>
          </a:p>
        </p:txBody>
      </p:sp>
    </p:spTree>
    <p:extLst>
      <p:ext uri="{BB962C8B-B14F-4D97-AF65-F5344CB8AC3E}">
        <p14:creationId xmlns:p14="http://schemas.microsoft.com/office/powerpoint/2010/main" val="702562827"/>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AD646E-F098-6413-4773-7BA75ED797D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390A636-FD20-8B4E-DE16-75F989500D0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91A00DC-06DC-B37C-4136-B7B4114A915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7549ACE-B1FB-606D-0DB1-4A469E39441C}"/>
              </a:ext>
            </a:extLst>
          </p:cNvPr>
          <p:cNvSpPr>
            <a:spLocks noGrp="1"/>
          </p:cNvSpPr>
          <p:nvPr>
            <p:ph type="dt" sz="half" idx="10"/>
          </p:nvPr>
        </p:nvSpPr>
        <p:spPr/>
        <p:txBody>
          <a:bodyPr/>
          <a:lstStyle/>
          <a:p>
            <a:fld id="{D4899021-92AD-49A5-A536-C7418F00D849}" type="datetimeFigureOut">
              <a:rPr lang="en-US" smtClean="0"/>
              <a:t>11/16/2023</a:t>
            </a:fld>
            <a:endParaRPr lang="en-US"/>
          </a:p>
        </p:txBody>
      </p:sp>
      <p:sp>
        <p:nvSpPr>
          <p:cNvPr id="6" name="Footer Placeholder 5">
            <a:extLst>
              <a:ext uri="{FF2B5EF4-FFF2-40B4-BE49-F238E27FC236}">
                <a16:creationId xmlns:a16="http://schemas.microsoft.com/office/drawing/2014/main" id="{29A85267-3A9A-3871-2609-79D4B5CBCAF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E07C836-E524-793A-524A-726E460B14A1}"/>
              </a:ext>
            </a:extLst>
          </p:cNvPr>
          <p:cNvSpPr>
            <a:spLocks noGrp="1"/>
          </p:cNvSpPr>
          <p:nvPr>
            <p:ph type="sldNum" sz="quarter" idx="12"/>
          </p:nvPr>
        </p:nvSpPr>
        <p:spPr/>
        <p:txBody>
          <a:bodyPr/>
          <a:lstStyle/>
          <a:p>
            <a:fld id="{D4013870-3CA1-433E-920D-1F5CB7F9B0FA}" type="slidenum">
              <a:rPr lang="en-US" smtClean="0"/>
              <a:t>‹#›</a:t>
            </a:fld>
            <a:endParaRPr lang="en-US"/>
          </a:p>
        </p:txBody>
      </p:sp>
    </p:spTree>
    <p:extLst>
      <p:ext uri="{BB962C8B-B14F-4D97-AF65-F5344CB8AC3E}">
        <p14:creationId xmlns:p14="http://schemas.microsoft.com/office/powerpoint/2010/main" val="336339218"/>
      </p:ext>
    </p:extLst>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19ABD0-FE54-69AC-D8BF-C5986CEC957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A42C3AB-DFC3-A077-E1D3-6690D1FD2FF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157A359-465D-4219-1155-B496D8EAA82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586098E-0ED3-B4A8-63CB-26B1BFB91EB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55B9909-0E24-0B81-F2C6-17AA95DEB9F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4CDC8C0-D7EC-8337-E8F4-0589226C4288}"/>
              </a:ext>
            </a:extLst>
          </p:cNvPr>
          <p:cNvSpPr>
            <a:spLocks noGrp="1"/>
          </p:cNvSpPr>
          <p:nvPr>
            <p:ph type="dt" sz="half" idx="10"/>
          </p:nvPr>
        </p:nvSpPr>
        <p:spPr/>
        <p:txBody>
          <a:bodyPr/>
          <a:lstStyle/>
          <a:p>
            <a:fld id="{D4899021-92AD-49A5-A536-C7418F00D849}" type="datetimeFigureOut">
              <a:rPr lang="en-US" smtClean="0"/>
              <a:t>11/16/2023</a:t>
            </a:fld>
            <a:endParaRPr lang="en-US"/>
          </a:p>
        </p:txBody>
      </p:sp>
      <p:sp>
        <p:nvSpPr>
          <p:cNvPr id="8" name="Footer Placeholder 7">
            <a:extLst>
              <a:ext uri="{FF2B5EF4-FFF2-40B4-BE49-F238E27FC236}">
                <a16:creationId xmlns:a16="http://schemas.microsoft.com/office/drawing/2014/main" id="{16B2A588-CBDA-03BA-FDB6-4DD49038849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2B3802C-D094-E0FD-4661-DAD16F623842}"/>
              </a:ext>
            </a:extLst>
          </p:cNvPr>
          <p:cNvSpPr>
            <a:spLocks noGrp="1"/>
          </p:cNvSpPr>
          <p:nvPr>
            <p:ph type="sldNum" sz="quarter" idx="12"/>
          </p:nvPr>
        </p:nvSpPr>
        <p:spPr/>
        <p:txBody>
          <a:bodyPr/>
          <a:lstStyle/>
          <a:p>
            <a:fld id="{D4013870-3CA1-433E-920D-1F5CB7F9B0FA}" type="slidenum">
              <a:rPr lang="en-US" smtClean="0"/>
              <a:t>‹#›</a:t>
            </a:fld>
            <a:endParaRPr lang="en-US"/>
          </a:p>
        </p:txBody>
      </p:sp>
    </p:spTree>
    <p:extLst>
      <p:ext uri="{BB962C8B-B14F-4D97-AF65-F5344CB8AC3E}">
        <p14:creationId xmlns:p14="http://schemas.microsoft.com/office/powerpoint/2010/main" val="4180284201"/>
      </p:ext>
    </p:extLst>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D3DAFF-309E-BC13-9233-6C04B4C8025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D218A1E-F5B8-8F62-D570-52922F87DC41}"/>
              </a:ext>
            </a:extLst>
          </p:cNvPr>
          <p:cNvSpPr>
            <a:spLocks noGrp="1"/>
          </p:cNvSpPr>
          <p:nvPr>
            <p:ph type="dt" sz="half" idx="10"/>
          </p:nvPr>
        </p:nvSpPr>
        <p:spPr/>
        <p:txBody>
          <a:bodyPr/>
          <a:lstStyle/>
          <a:p>
            <a:fld id="{D4899021-92AD-49A5-A536-C7418F00D849}" type="datetimeFigureOut">
              <a:rPr lang="en-US" smtClean="0"/>
              <a:t>11/16/2023</a:t>
            </a:fld>
            <a:endParaRPr lang="en-US"/>
          </a:p>
        </p:txBody>
      </p:sp>
      <p:sp>
        <p:nvSpPr>
          <p:cNvPr id="4" name="Footer Placeholder 3">
            <a:extLst>
              <a:ext uri="{FF2B5EF4-FFF2-40B4-BE49-F238E27FC236}">
                <a16:creationId xmlns:a16="http://schemas.microsoft.com/office/drawing/2014/main" id="{38CCA3D2-390D-4281-492F-FCE2518116E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A8B45C9-533C-3B93-841B-B3E6F02347C7}"/>
              </a:ext>
            </a:extLst>
          </p:cNvPr>
          <p:cNvSpPr>
            <a:spLocks noGrp="1"/>
          </p:cNvSpPr>
          <p:nvPr>
            <p:ph type="sldNum" sz="quarter" idx="12"/>
          </p:nvPr>
        </p:nvSpPr>
        <p:spPr/>
        <p:txBody>
          <a:bodyPr/>
          <a:lstStyle/>
          <a:p>
            <a:fld id="{D4013870-3CA1-433E-920D-1F5CB7F9B0FA}" type="slidenum">
              <a:rPr lang="en-US" smtClean="0"/>
              <a:t>‹#›</a:t>
            </a:fld>
            <a:endParaRPr lang="en-US"/>
          </a:p>
        </p:txBody>
      </p:sp>
    </p:spTree>
    <p:extLst>
      <p:ext uri="{BB962C8B-B14F-4D97-AF65-F5344CB8AC3E}">
        <p14:creationId xmlns:p14="http://schemas.microsoft.com/office/powerpoint/2010/main" val="2861232647"/>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89F49F8-7DC7-BEFE-DEF6-12FCFDA90B27}"/>
              </a:ext>
            </a:extLst>
          </p:cNvPr>
          <p:cNvSpPr>
            <a:spLocks noGrp="1"/>
          </p:cNvSpPr>
          <p:nvPr>
            <p:ph type="dt" sz="half" idx="10"/>
          </p:nvPr>
        </p:nvSpPr>
        <p:spPr/>
        <p:txBody>
          <a:bodyPr/>
          <a:lstStyle/>
          <a:p>
            <a:fld id="{D4899021-92AD-49A5-A536-C7418F00D849}" type="datetimeFigureOut">
              <a:rPr lang="en-US" smtClean="0"/>
              <a:t>11/16/2023</a:t>
            </a:fld>
            <a:endParaRPr lang="en-US"/>
          </a:p>
        </p:txBody>
      </p:sp>
      <p:sp>
        <p:nvSpPr>
          <p:cNvPr id="3" name="Footer Placeholder 2">
            <a:extLst>
              <a:ext uri="{FF2B5EF4-FFF2-40B4-BE49-F238E27FC236}">
                <a16:creationId xmlns:a16="http://schemas.microsoft.com/office/drawing/2014/main" id="{2BA9035F-9ACA-3B64-E470-B992B0E353E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37C251C-8AA9-7526-FE6A-EB68930C9F6E}"/>
              </a:ext>
            </a:extLst>
          </p:cNvPr>
          <p:cNvSpPr>
            <a:spLocks noGrp="1"/>
          </p:cNvSpPr>
          <p:nvPr>
            <p:ph type="sldNum" sz="quarter" idx="12"/>
          </p:nvPr>
        </p:nvSpPr>
        <p:spPr/>
        <p:txBody>
          <a:bodyPr/>
          <a:lstStyle/>
          <a:p>
            <a:fld id="{D4013870-3CA1-433E-920D-1F5CB7F9B0FA}" type="slidenum">
              <a:rPr lang="en-US" smtClean="0"/>
              <a:t>‹#›</a:t>
            </a:fld>
            <a:endParaRPr lang="en-US"/>
          </a:p>
        </p:txBody>
      </p:sp>
    </p:spTree>
    <p:extLst>
      <p:ext uri="{BB962C8B-B14F-4D97-AF65-F5344CB8AC3E}">
        <p14:creationId xmlns:p14="http://schemas.microsoft.com/office/powerpoint/2010/main" val="1305118163"/>
      </p:ext>
    </p:extLst>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16FDE4-02BD-8DE0-9545-BD3FF91A7F2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1DDED19-90B7-F427-C171-A41B48F6414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1E74674-0507-2D1E-B669-C6D901F5A65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EB5F733-20AB-E03F-DBD8-E4C527E6C554}"/>
              </a:ext>
            </a:extLst>
          </p:cNvPr>
          <p:cNvSpPr>
            <a:spLocks noGrp="1"/>
          </p:cNvSpPr>
          <p:nvPr>
            <p:ph type="dt" sz="half" idx="10"/>
          </p:nvPr>
        </p:nvSpPr>
        <p:spPr/>
        <p:txBody>
          <a:bodyPr/>
          <a:lstStyle/>
          <a:p>
            <a:fld id="{D4899021-92AD-49A5-A536-C7418F00D849}" type="datetimeFigureOut">
              <a:rPr lang="en-US" smtClean="0"/>
              <a:t>11/16/2023</a:t>
            </a:fld>
            <a:endParaRPr lang="en-US"/>
          </a:p>
        </p:txBody>
      </p:sp>
      <p:sp>
        <p:nvSpPr>
          <p:cNvPr id="6" name="Footer Placeholder 5">
            <a:extLst>
              <a:ext uri="{FF2B5EF4-FFF2-40B4-BE49-F238E27FC236}">
                <a16:creationId xmlns:a16="http://schemas.microsoft.com/office/drawing/2014/main" id="{CC7DF524-D899-ECA4-5354-49D6D41F703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8D97B73-20BF-54D3-09DC-13D54A8FD848}"/>
              </a:ext>
            </a:extLst>
          </p:cNvPr>
          <p:cNvSpPr>
            <a:spLocks noGrp="1"/>
          </p:cNvSpPr>
          <p:nvPr>
            <p:ph type="sldNum" sz="quarter" idx="12"/>
          </p:nvPr>
        </p:nvSpPr>
        <p:spPr/>
        <p:txBody>
          <a:bodyPr/>
          <a:lstStyle/>
          <a:p>
            <a:fld id="{D4013870-3CA1-433E-920D-1F5CB7F9B0FA}" type="slidenum">
              <a:rPr lang="en-US" smtClean="0"/>
              <a:t>‹#›</a:t>
            </a:fld>
            <a:endParaRPr lang="en-US"/>
          </a:p>
        </p:txBody>
      </p:sp>
    </p:spTree>
    <p:extLst>
      <p:ext uri="{BB962C8B-B14F-4D97-AF65-F5344CB8AC3E}">
        <p14:creationId xmlns:p14="http://schemas.microsoft.com/office/powerpoint/2010/main" val="1764162827"/>
      </p:ext>
    </p:extLst>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72F68C-CDA6-C32D-CF39-4E05D86C4F3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0D75819-5DBF-EC92-DA0F-31980EE4E42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12C3DD3-9269-0C45-7D65-5121ECBC028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7D825E4-F65F-8B7B-B50F-AE6428E4489F}"/>
              </a:ext>
            </a:extLst>
          </p:cNvPr>
          <p:cNvSpPr>
            <a:spLocks noGrp="1"/>
          </p:cNvSpPr>
          <p:nvPr>
            <p:ph type="dt" sz="half" idx="10"/>
          </p:nvPr>
        </p:nvSpPr>
        <p:spPr/>
        <p:txBody>
          <a:bodyPr/>
          <a:lstStyle/>
          <a:p>
            <a:fld id="{D4899021-92AD-49A5-A536-C7418F00D849}" type="datetimeFigureOut">
              <a:rPr lang="en-US" smtClean="0"/>
              <a:t>11/16/2023</a:t>
            </a:fld>
            <a:endParaRPr lang="en-US"/>
          </a:p>
        </p:txBody>
      </p:sp>
      <p:sp>
        <p:nvSpPr>
          <p:cNvPr id="6" name="Footer Placeholder 5">
            <a:extLst>
              <a:ext uri="{FF2B5EF4-FFF2-40B4-BE49-F238E27FC236}">
                <a16:creationId xmlns:a16="http://schemas.microsoft.com/office/drawing/2014/main" id="{BB559EA1-E825-DBDC-707B-7C9359523C2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A30C36E-C959-5EEA-CB04-00F2E107BF32}"/>
              </a:ext>
            </a:extLst>
          </p:cNvPr>
          <p:cNvSpPr>
            <a:spLocks noGrp="1"/>
          </p:cNvSpPr>
          <p:nvPr>
            <p:ph type="sldNum" sz="quarter" idx="12"/>
          </p:nvPr>
        </p:nvSpPr>
        <p:spPr/>
        <p:txBody>
          <a:bodyPr/>
          <a:lstStyle/>
          <a:p>
            <a:fld id="{D4013870-3CA1-433E-920D-1F5CB7F9B0FA}" type="slidenum">
              <a:rPr lang="en-US" smtClean="0"/>
              <a:t>‹#›</a:t>
            </a:fld>
            <a:endParaRPr lang="en-US"/>
          </a:p>
        </p:txBody>
      </p:sp>
    </p:spTree>
    <p:extLst>
      <p:ext uri="{BB962C8B-B14F-4D97-AF65-F5344CB8AC3E}">
        <p14:creationId xmlns:p14="http://schemas.microsoft.com/office/powerpoint/2010/main" val="3067048845"/>
      </p:ext>
    </p:extLst>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286B8C-1AF9-B154-EFFA-753AECC681B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06CE835-54B2-FF6D-AF13-FA00B6DF770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4FDBA01-EF2A-0828-A5D6-D186346FAF14}"/>
              </a:ext>
            </a:extLst>
          </p:cNvPr>
          <p:cNvSpPr>
            <a:spLocks noGrp="1"/>
          </p:cNvSpPr>
          <p:nvPr>
            <p:ph type="dt" sz="half" idx="10"/>
          </p:nvPr>
        </p:nvSpPr>
        <p:spPr/>
        <p:txBody>
          <a:bodyPr/>
          <a:lstStyle/>
          <a:p>
            <a:fld id="{D4899021-92AD-49A5-A536-C7418F00D849}" type="datetimeFigureOut">
              <a:rPr lang="en-US" smtClean="0"/>
              <a:t>11/16/2023</a:t>
            </a:fld>
            <a:endParaRPr lang="en-US"/>
          </a:p>
        </p:txBody>
      </p:sp>
      <p:sp>
        <p:nvSpPr>
          <p:cNvPr id="5" name="Footer Placeholder 4">
            <a:extLst>
              <a:ext uri="{FF2B5EF4-FFF2-40B4-BE49-F238E27FC236}">
                <a16:creationId xmlns:a16="http://schemas.microsoft.com/office/drawing/2014/main" id="{4BA8527F-5275-0188-3711-52064F557BA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6C751DE-85C8-24BF-A3DE-3078A1DF4AAD}"/>
              </a:ext>
            </a:extLst>
          </p:cNvPr>
          <p:cNvSpPr>
            <a:spLocks noGrp="1"/>
          </p:cNvSpPr>
          <p:nvPr>
            <p:ph type="sldNum" sz="quarter" idx="12"/>
          </p:nvPr>
        </p:nvSpPr>
        <p:spPr/>
        <p:txBody>
          <a:bodyPr/>
          <a:lstStyle/>
          <a:p>
            <a:fld id="{D4013870-3CA1-433E-920D-1F5CB7F9B0FA}" type="slidenum">
              <a:rPr lang="en-US" smtClean="0"/>
              <a:t>‹#›</a:t>
            </a:fld>
            <a:endParaRPr lang="en-US"/>
          </a:p>
        </p:txBody>
      </p:sp>
    </p:spTree>
    <p:extLst>
      <p:ext uri="{BB962C8B-B14F-4D97-AF65-F5344CB8AC3E}">
        <p14:creationId xmlns:p14="http://schemas.microsoft.com/office/powerpoint/2010/main" val="29179273"/>
      </p:ext>
    </p:extLst>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46D64B1-124F-E365-3053-76B9DE5D2BE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56EA44D-A784-C945-8683-BB88932B528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5EB78A4-1BC1-5058-C4E4-D097B8774EA9}"/>
              </a:ext>
            </a:extLst>
          </p:cNvPr>
          <p:cNvSpPr>
            <a:spLocks noGrp="1"/>
          </p:cNvSpPr>
          <p:nvPr>
            <p:ph type="dt" sz="half" idx="10"/>
          </p:nvPr>
        </p:nvSpPr>
        <p:spPr/>
        <p:txBody>
          <a:bodyPr/>
          <a:lstStyle/>
          <a:p>
            <a:fld id="{D4899021-92AD-49A5-A536-C7418F00D849}" type="datetimeFigureOut">
              <a:rPr lang="en-US" smtClean="0"/>
              <a:t>11/16/2023</a:t>
            </a:fld>
            <a:endParaRPr lang="en-US"/>
          </a:p>
        </p:txBody>
      </p:sp>
      <p:sp>
        <p:nvSpPr>
          <p:cNvPr id="5" name="Footer Placeholder 4">
            <a:extLst>
              <a:ext uri="{FF2B5EF4-FFF2-40B4-BE49-F238E27FC236}">
                <a16:creationId xmlns:a16="http://schemas.microsoft.com/office/drawing/2014/main" id="{DC339481-F762-8BF9-6F7D-274148E745E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2AFC534-8FA1-DB5A-F5FE-C0FDD575D81A}"/>
              </a:ext>
            </a:extLst>
          </p:cNvPr>
          <p:cNvSpPr>
            <a:spLocks noGrp="1"/>
          </p:cNvSpPr>
          <p:nvPr>
            <p:ph type="sldNum" sz="quarter" idx="12"/>
          </p:nvPr>
        </p:nvSpPr>
        <p:spPr/>
        <p:txBody>
          <a:bodyPr/>
          <a:lstStyle/>
          <a:p>
            <a:fld id="{D4013870-3CA1-433E-920D-1F5CB7F9B0FA}" type="slidenum">
              <a:rPr lang="en-US" smtClean="0"/>
              <a:t>‹#›</a:t>
            </a:fld>
            <a:endParaRPr lang="en-US"/>
          </a:p>
        </p:txBody>
      </p:sp>
    </p:spTree>
    <p:extLst>
      <p:ext uri="{BB962C8B-B14F-4D97-AF65-F5344CB8AC3E}">
        <p14:creationId xmlns:p14="http://schemas.microsoft.com/office/powerpoint/2010/main" val="42681280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1.emf"/><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oleObject" Target="../embeddings/oleObject1.bin"/><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image" Target="../media/image4.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3.png"/><Relationship Id="rId10" Type="http://schemas.openxmlformats.org/officeDocument/2006/relationships/slideLayout" Target="../slideLayouts/slideLayout10.xml"/><Relationship Id="rId19" Type="http://schemas.openxmlformats.org/officeDocument/2006/relationships/tags" Target="../tags/tag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5.xml"/><Relationship Id="rId13" Type="http://schemas.openxmlformats.org/officeDocument/2006/relationships/slideLayout" Target="../slideLayouts/slideLayout30.xml"/><Relationship Id="rId18" Type="http://schemas.openxmlformats.org/officeDocument/2006/relationships/slideLayout" Target="../slideLayouts/slideLayout35.xml"/><Relationship Id="rId3" Type="http://schemas.openxmlformats.org/officeDocument/2006/relationships/slideLayout" Target="../slideLayouts/slideLayout20.xml"/><Relationship Id="rId21" Type="http://schemas.openxmlformats.org/officeDocument/2006/relationships/image" Target="../media/image3.png"/><Relationship Id="rId7" Type="http://schemas.openxmlformats.org/officeDocument/2006/relationships/slideLayout" Target="../slideLayouts/slideLayout24.xml"/><Relationship Id="rId12" Type="http://schemas.openxmlformats.org/officeDocument/2006/relationships/slideLayout" Target="../slideLayouts/slideLayout29.xml"/><Relationship Id="rId17" Type="http://schemas.openxmlformats.org/officeDocument/2006/relationships/slideLayout" Target="../slideLayouts/slideLayout34.xml"/><Relationship Id="rId2" Type="http://schemas.openxmlformats.org/officeDocument/2006/relationships/slideLayout" Target="../slideLayouts/slideLayout19.xml"/><Relationship Id="rId16" Type="http://schemas.openxmlformats.org/officeDocument/2006/relationships/slideLayout" Target="../slideLayouts/slideLayout33.xml"/><Relationship Id="rId20" Type="http://schemas.openxmlformats.org/officeDocument/2006/relationships/image" Target="../media/image2.png"/><Relationship Id="rId1" Type="http://schemas.openxmlformats.org/officeDocument/2006/relationships/slideLayout" Target="../slideLayouts/slideLayout18.xml"/><Relationship Id="rId6" Type="http://schemas.openxmlformats.org/officeDocument/2006/relationships/slideLayout" Target="../slideLayouts/slideLayout23.xml"/><Relationship Id="rId11" Type="http://schemas.openxmlformats.org/officeDocument/2006/relationships/slideLayout" Target="../slideLayouts/slideLayout28.xml"/><Relationship Id="rId5" Type="http://schemas.openxmlformats.org/officeDocument/2006/relationships/slideLayout" Target="../slideLayouts/slideLayout22.xml"/><Relationship Id="rId15" Type="http://schemas.openxmlformats.org/officeDocument/2006/relationships/slideLayout" Target="../slideLayouts/slideLayout32.xml"/><Relationship Id="rId10" Type="http://schemas.openxmlformats.org/officeDocument/2006/relationships/slideLayout" Target="../slideLayouts/slideLayout27.xml"/><Relationship Id="rId19" Type="http://schemas.openxmlformats.org/officeDocument/2006/relationships/theme" Target="../theme/theme2.xml"/><Relationship Id="rId4" Type="http://schemas.openxmlformats.org/officeDocument/2006/relationships/slideLayout" Target="../slideLayouts/slideLayout21.xml"/><Relationship Id="rId9" Type="http://schemas.openxmlformats.org/officeDocument/2006/relationships/slideLayout" Target="../slideLayouts/slideLayout26.xml"/><Relationship Id="rId14" Type="http://schemas.openxmlformats.org/officeDocument/2006/relationships/slideLayout" Target="../slideLayouts/slideLayout31.xml"/><Relationship Id="rId22" Type="http://schemas.openxmlformats.org/officeDocument/2006/relationships/image" Target="../media/image4.png"/></Relationships>
</file>

<file path=ppt/slideMasters/_rels/slideMaster3.xml.rels><?xml version="1.0" encoding="UTF-8" standalone="yes"?>
<Relationships xmlns="http://schemas.openxmlformats.org/package/2006/relationships"><Relationship Id="rId26" Type="http://schemas.openxmlformats.org/officeDocument/2006/relationships/slideLayout" Target="../slideLayouts/slideLayout61.xml"/><Relationship Id="rId21" Type="http://schemas.openxmlformats.org/officeDocument/2006/relationships/slideLayout" Target="../slideLayouts/slideLayout56.xml"/><Relationship Id="rId42" Type="http://schemas.openxmlformats.org/officeDocument/2006/relationships/slideLayout" Target="../slideLayouts/slideLayout77.xml"/><Relationship Id="rId47" Type="http://schemas.openxmlformats.org/officeDocument/2006/relationships/slideLayout" Target="../slideLayouts/slideLayout82.xml"/><Relationship Id="rId63" Type="http://schemas.openxmlformats.org/officeDocument/2006/relationships/slideLayout" Target="../slideLayouts/slideLayout98.xml"/><Relationship Id="rId68" Type="http://schemas.openxmlformats.org/officeDocument/2006/relationships/slideLayout" Target="../slideLayouts/slideLayout103.xml"/><Relationship Id="rId16" Type="http://schemas.openxmlformats.org/officeDocument/2006/relationships/slideLayout" Target="../slideLayouts/slideLayout51.xml"/><Relationship Id="rId11" Type="http://schemas.openxmlformats.org/officeDocument/2006/relationships/slideLayout" Target="../slideLayouts/slideLayout46.xml"/><Relationship Id="rId24" Type="http://schemas.openxmlformats.org/officeDocument/2006/relationships/slideLayout" Target="../slideLayouts/slideLayout59.xml"/><Relationship Id="rId32" Type="http://schemas.openxmlformats.org/officeDocument/2006/relationships/slideLayout" Target="../slideLayouts/slideLayout67.xml"/><Relationship Id="rId37" Type="http://schemas.openxmlformats.org/officeDocument/2006/relationships/slideLayout" Target="../slideLayouts/slideLayout72.xml"/><Relationship Id="rId40" Type="http://schemas.openxmlformats.org/officeDocument/2006/relationships/slideLayout" Target="../slideLayouts/slideLayout75.xml"/><Relationship Id="rId45" Type="http://schemas.openxmlformats.org/officeDocument/2006/relationships/slideLayout" Target="../slideLayouts/slideLayout80.xml"/><Relationship Id="rId53" Type="http://schemas.openxmlformats.org/officeDocument/2006/relationships/slideLayout" Target="../slideLayouts/slideLayout88.xml"/><Relationship Id="rId58" Type="http://schemas.openxmlformats.org/officeDocument/2006/relationships/slideLayout" Target="../slideLayouts/slideLayout93.xml"/><Relationship Id="rId66" Type="http://schemas.openxmlformats.org/officeDocument/2006/relationships/slideLayout" Target="../slideLayouts/slideLayout101.xml"/><Relationship Id="rId74" Type="http://schemas.openxmlformats.org/officeDocument/2006/relationships/slideLayout" Target="../slideLayouts/slideLayout109.xml"/><Relationship Id="rId5" Type="http://schemas.openxmlformats.org/officeDocument/2006/relationships/slideLayout" Target="../slideLayouts/slideLayout40.xml"/><Relationship Id="rId61" Type="http://schemas.openxmlformats.org/officeDocument/2006/relationships/slideLayout" Target="../slideLayouts/slideLayout96.xml"/><Relationship Id="rId19" Type="http://schemas.openxmlformats.org/officeDocument/2006/relationships/slideLayout" Target="../slideLayouts/slideLayout54.xml"/><Relationship Id="rId14" Type="http://schemas.openxmlformats.org/officeDocument/2006/relationships/slideLayout" Target="../slideLayouts/slideLayout49.xml"/><Relationship Id="rId22" Type="http://schemas.openxmlformats.org/officeDocument/2006/relationships/slideLayout" Target="../slideLayouts/slideLayout57.xml"/><Relationship Id="rId27" Type="http://schemas.openxmlformats.org/officeDocument/2006/relationships/slideLayout" Target="../slideLayouts/slideLayout62.xml"/><Relationship Id="rId30" Type="http://schemas.openxmlformats.org/officeDocument/2006/relationships/slideLayout" Target="../slideLayouts/slideLayout65.xml"/><Relationship Id="rId35" Type="http://schemas.openxmlformats.org/officeDocument/2006/relationships/slideLayout" Target="../slideLayouts/slideLayout70.xml"/><Relationship Id="rId43" Type="http://schemas.openxmlformats.org/officeDocument/2006/relationships/slideLayout" Target="../slideLayouts/slideLayout78.xml"/><Relationship Id="rId48" Type="http://schemas.openxmlformats.org/officeDocument/2006/relationships/slideLayout" Target="../slideLayouts/slideLayout83.xml"/><Relationship Id="rId56" Type="http://schemas.openxmlformats.org/officeDocument/2006/relationships/slideLayout" Target="../slideLayouts/slideLayout91.xml"/><Relationship Id="rId64" Type="http://schemas.openxmlformats.org/officeDocument/2006/relationships/slideLayout" Target="../slideLayouts/slideLayout99.xml"/><Relationship Id="rId69" Type="http://schemas.openxmlformats.org/officeDocument/2006/relationships/slideLayout" Target="../slideLayouts/slideLayout104.xml"/><Relationship Id="rId77" Type="http://schemas.openxmlformats.org/officeDocument/2006/relationships/theme" Target="../theme/theme3.xml"/><Relationship Id="rId8" Type="http://schemas.openxmlformats.org/officeDocument/2006/relationships/slideLayout" Target="../slideLayouts/slideLayout43.xml"/><Relationship Id="rId51" Type="http://schemas.openxmlformats.org/officeDocument/2006/relationships/slideLayout" Target="../slideLayouts/slideLayout86.xml"/><Relationship Id="rId72" Type="http://schemas.openxmlformats.org/officeDocument/2006/relationships/slideLayout" Target="../slideLayouts/slideLayout107.xml"/><Relationship Id="rId3" Type="http://schemas.openxmlformats.org/officeDocument/2006/relationships/slideLayout" Target="../slideLayouts/slideLayout38.xml"/><Relationship Id="rId12" Type="http://schemas.openxmlformats.org/officeDocument/2006/relationships/slideLayout" Target="../slideLayouts/slideLayout47.xml"/><Relationship Id="rId17" Type="http://schemas.openxmlformats.org/officeDocument/2006/relationships/slideLayout" Target="../slideLayouts/slideLayout52.xml"/><Relationship Id="rId25" Type="http://schemas.openxmlformats.org/officeDocument/2006/relationships/slideLayout" Target="../slideLayouts/slideLayout60.xml"/><Relationship Id="rId33" Type="http://schemas.openxmlformats.org/officeDocument/2006/relationships/slideLayout" Target="../slideLayouts/slideLayout68.xml"/><Relationship Id="rId38" Type="http://schemas.openxmlformats.org/officeDocument/2006/relationships/slideLayout" Target="../slideLayouts/slideLayout73.xml"/><Relationship Id="rId46" Type="http://schemas.openxmlformats.org/officeDocument/2006/relationships/slideLayout" Target="../slideLayouts/slideLayout81.xml"/><Relationship Id="rId59" Type="http://schemas.openxmlformats.org/officeDocument/2006/relationships/slideLayout" Target="../slideLayouts/slideLayout94.xml"/><Relationship Id="rId67" Type="http://schemas.openxmlformats.org/officeDocument/2006/relationships/slideLayout" Target="../slideLayouts/slideLayout102.xml"/><Relationship Id="rId20" Type="http://schemas.openxmlformats.org/officeDocument/2006/relationships/slideLayout" Target="../slideLayouts/slideLayout55.xml"/><Relationship Id="rId41" Type="http://schemas.openxmlformats.org/officeDocument/2006/relationships/slideLayout" Target="../slideLayouts/slideLayout76.xml"/><Relationship Id="rId54" Type="http://schemas.openxmlformats.org/officeDocument/2006/relationships/slideLayout" Target="../slideLayouts/slideLayout89.xml"/><Relationship Id="rId62" Type="http://schemas.openxmlformats.org/officeDocument/2006/relationships/slideLayout" Target="../slideLayouts/slideLayout97.xml"/><Relationship Id="rId70" Type="http://schemas.openxmlformats.org/officeDocument/2006/relationships/slideLayout" Target="../slideLayouts/slideLayout105.xml"/><Relationship Id="rId75" Type="http://schemas.openxmlformats.org/officeDocument/2006/relationships/slideLayout" Target="../slideLayouts/slideLayout110.xml"/><Relationship Id="rId1" Type="http://schemas.openxmlformats.org/officeDocument/2006/relationships/slideLayout" Target="../slideLayouts/slideLayout36.xml"/><Relationship Id="rId6" Type="http://schemas.openxmlformats.org/officeDocument/2006/relationships/slideLayout" Target="../slideLayouts/slideLayout41.xml"/><Relationship Id="rId15" Type="http://schemas.openxmlformats.org/officeDocument/2006/relationships/slideLayout" Target="../slideLayouts/slideLayout50.xml"/><Relationship Id="rId23" Type="http://schemas.openxmlformats.org/officeDocument/2006/relationships/slideLayout" Target="../slideLayouts/slideLayout58.xml"/><Relationship Id="rId28" Type="http://schemas.openxmlformats.org/officeDocument/2006/relationships/slideLayout" Target="../slideLayouts/slideLayout63.xml"/><Relationship Id="rId36" Type="http://schemas.openxmlformats.org/officeDocument/2006/relationships/slideLayout" Target="../slideLayouts/slideLayout71.xml"/><Relationship Id="rId49" Type="http://schemas.openxmlformats.org/officeDocument/2006/relationships/slideLayout" Target="../slideLayouts/slideLayout84.xml"/><Relationship Id="rId57" Type="http://schemas.openxmlformats.org/officeDocument/2006/relationships/slideLayout" Target="../slideLayouts/slideLayout92.xml"/><Relationship Id="rId10" Type="http://schemas.openxmlformats.org/officeDocument/2006/relationships/slideLayout" Target="../slideLayouts/slideLayout45.xml"/><Relationship Id="rId31" Type="http://schemas.openxmlformats.org/officeDocument/2006/relationships/slideLayout" Target="../slideLayouts/slideLayout66.xml"/><Relationship Id="rId44" Type="http://schemas.openxmlformats.org/officeDocument/2006/relationships/slideLayout" Target="../slideLayouts/slideLayout79.xml"/><Relationship Id="rId52" Type="http://schemas.openxmlformats.org/officeDocument/2006/relationships/slideLayout" Target="../slideLayouts/slideLayout87.xml"/><Relationship Id="rId60" Type="http://schemas.openxmlformats.org/officeDocument/2006/relationships/slideLayout" Target="../slideLayouts/slideLayout95.xml"/><Relationship Id="rId65" Type="http://schemas.openxmlformats.org/officeDocument/2006/relationships/slideLayout" Target="../slideLayouts/slideLayout100.xml"/><Relationship Id="rId73" Type="http://schemas.openxmlformats.org/officeDocument/2006/relationships/slideLayout" Target="../slideLayouts/slideLayout108.xml"/><Relationship Id="rId4" Type="http://schemas.openxmlformats.org/officeDocument/2006/relationships/slideLayout" Target="../slideLayouts/slideLayout39.xml"/><Relationship Id="rId9" Type="http://schemas.openxmlformats.org/officeDocument/2006/relationships/slideLayout" Target="../slideLayouts/slideLayout44.xml"/><Relationship Id="rId13" Type="http://schemas.openxmlformats.org/officeDocument/2006/relationships/slideLayout" Target="../slideLayouts/slideLayout48.xml"/><Relationship Id="rId18" Type="http://schemas.openxmlformats.org/officeDocument/2006/relationships/slideLayout" Target="../slideLayouts/slideLayout53.xml"/><Relationship Id="rId39" Type="http://schemas.openxmlformats.org/officeDocument/2006/relationships/slideLayout" Target="../slideLayouts/slideLayout74.xml"/><Relationship Id="rId34" Type="http://schemas.openxmlformats.org/officeDocument/2006/relationships/slideLayout" Target="../slideLayouts/slideLayout69.xml"/><Relationship Id="rId50" Type="http://schemas.openxmlformats.org/officeDocument/2006/relationships/slideLayout" Target="../slideLayouts/slideLayout85.xml"/><Relationship Id="rId55" Type="http://schemas.openxmlformats.org/officeDocument/2006/relationships/slideLayout" Target="../slideLayouts/slideLayout90.xml"/><Relationship Id="rId76" Type="http://schemas.openxmlformats.org/officeDocument/2006/relationships/slideLayout" Target="../slideLayouts/slideLayout111.xml"/><Relationship Id="rId7" Type="http://schemas.openxmlformats.org/officeDocument/2006/relationships/slideLayout" Target="../slideLayouts/slideLayout42.xml"/><Relationship Id="rId71" Type="http://schemas.openxmlformats.org/officeDocument/2006/relationships/slideLayout" Target="../slideLayouts/slideLayout106.xml"/><Relationship Id="rId2" Type="http://schemas.openxmlformats.org/officeDocument/2006/relationships/slideLayout" Target="../slideLayouts/slideLayout37.xml"/><Relationship Id="rId29" Type="http://schemas.openxmlformats.org/officeDocument/2006/relationships/slideLayout" Target="../slideLayouts/slideLayout64.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119.xml"/><Relationship Id="rId3" Type="http://schemas.openxmlformats.org/officeDocument/2006/relationships/slideLayout" Target="../slideLayouts/slideLayout114.xml"/><Relationship Id="rId7" Type="http://schemas.openxmlformats.org/officeDocument/2006/relationships/slideLayout" Target="../slideLayouts/slideLayout118.xml"/><Relationship Id="rId12" Type="http://schemas.openxmlformats.org/officeDocument/2006/relationships/theme" Target="../theme/theme4.xml"/><Relationship Id="rId2" Type="http://schemas.openxmlformats.org/officeDocument/2006/relationships/slideLayout" Target="../slideLayouts/slideLayout113.xml"/><Relationship Id="rId1" Type="http://schemas.openxmlformats.org/officeDocument/2006/relationships/slideLayout" Target="../slideLayouts/slideLayout112.xml"/><Relationship Id="rId6" Type="http://schemas.openxmlformats.org/officeDocument/2006/relationships/slideLayout" Target="../slideLayouts/slideLayout117.xml"/><Relationship Id="rId11" Type="http://schemas.openxmlformats.org/officeDocument/2006/relationships/slideLayout" Target="../slideLayouts/slideLayout122.xml"/><Relationship Id="rId5" Type="http://schemas.openxmlformats.org/officeDocument/2006/relationships/slideLayout" Target="../slideLayouts/slideLayout116.xml"/><Relationship Id="rId10" Type="http://schemas.openxmlformats.org/officeDocument/2006/relationships/slideLayout" Target="../slideLayouts/slideLayout121.xml"/><Relationship Id="rId4" Type="http://schemas.openxmlformats.org/officeDocument/2006/relationships/slideLayout" Target="../slideLayouts/slideLayout115.xml"/><Relationship Id="rId9" Type="http://schemas.openxmlformats.org/officeDocument/2006/relationships/slideLayout" Target="../slideLayouts/slideLayout1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9" name="Object 8" hidden="1"/>
          <p:cNvGraphicFramePr>
            <a:graphicFrameLocks noChangeAspect="1"/>
          </p:cNvGraphicFramePr>
          <p:nvPr userDrawn="1">
            <p:custDataLst>
              <p:tags r:id="rId19"/>
            </p:custDataLst>
            <p:extLst>
              <p:ext uri="{D42A27DB-BD31-4B8C-83A1-F6EECF244321}">
                <p14:modId xmlns:p14="http://schemas.microsoft.com/office/powerpoint/2010/main" val="56061680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20" imgW="421" imgH="423" progId="TCLayout.ActiveDocument.1">
                  <p:embed/>
                </p:oleObj>
              </mc:Choice>
              <mc:Fallback>
                <p:oleObj name="think-cell Slide" r:id="rId20" imgW="421" imgH="423" progId="TCLayout.ActiveDocument.1">
                  <p:embed/>
                  <p:pic>
                    <p:nvPicPr>
                      <p:cNvPr id="9" name="Object 8" hidden="1"/>
                      <p:cNvPicPr/>
                      <p:nvPr/>
                    </p:nvPicPr>
                    <p:blipFill>
                      <a:blip r:embed="rId21"/>
                      <a:stretch>
                        <a:fillRect/>
                      </a:stretch>
                    </p:blipFill>
                    <p:spPr>
                      <a:xfrm>
                        <a:off x="1588" y="1588"/>
                        <a:ext cx="1588" cy="1588"/>
                      </a:xfrm>
                      <a:prstGeom prst="rect">
                        <a:avLst/>
                      </a:prstGeom>
                    </p:spPr>
                  </p:pic>
                </p:oleObj>
              </mc:Fallback>
            </mc:AlternateContent>
          </a:graphicData>
        </a:graphic>
      </p:graphicFrame>
      <p:pic>
        <p:nvPicPr>
          <p:cNvPr id="12" name="officeArt object">
            <a:extLst>
              <a:ext uri="{FF2B5EF4-FFF2-40B4-BE49-F238E27FC236}">
                <a16:creationId xmlns:a16="http://schemas.microsoft.com/office/drawing/2014/main" id="{62434D74-651F-476E-8291-488BF91D5A74}"/>
              </a:ext>
            </a:extLst>
          </p:cNvPr>
          <p:cNvPicPr/>
          <p:nvPr/>
        </p:nvPicPr>
        <p:blipFill rotWithShape="1">
          <a:blip r:embed="rId22">
            <a:extLst>
              <a:ext uri="{28A0092B-C50C-407E-A947-70E740481C1C}">
                <a14:useLocalDpi xmlns:a14="http://schemas.microsoft.com/office/drawing/2010/main" val="0"/>
              </a:ext>
            </a:extLst>
          </a:blip>
          <a:srcRect l="2797" r="72419"/>
          <a:stretch/>
        </p:blipFill>
        <p:spPr>
          <a:xfrm flipH="1">
            <a:off x="9992032" y="6009963"/>
            <a:ext cx="2199968" cy="863600"/>
          </a:xfrm>
          <a:prstGeom prst="rect">
            <a:avLst/>
          </a:prstGeom>
          <a:ln w="12700" cap="flat">
            <a:noFill/>
            <a:miter lim="400000"/>
          </a:ln>
          <a:effectLst/>
        </p:spPr>
      </p:pic>
      <p:sp>
        <p:nvSpPr>
          <p:cNvPr id="2" name="Title Placeholder 1">
            <a:extLst>
              <a:ext uri="{FF2B5EF4-FFF2-40B4-BE49-F238E27FC236}">
                <a16:creationId xmlns:a16="http://schemas.microsoft.com/office/drawing/2014/main" id="{BB77A84A-6148-49F0-BB9E-6CE19682735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ar-LY" dirty="0"/>
              <a:t>ادخل العنوان</a:t>
            </a:r>
            <a:endParaRPr lang="en-US" dirty="0"/>
          </a:p>
        </p:txBody>
      </p:sp>
      <p:sp>
        <p:nvSpPr>
          <p:cNvPr id="3" name="Text Placeholder 2">
            <a:extLst>
              <a:ext uri="{FF2B5EF4-FFF2-40B4-BE49-F238E27FC236}">
                <a16:creationId xmlns:a16="http://schemas.microsoft.com/office/drawing/2014/main" id="{EB1A9B40-C910-40D2-84BD-CC5CD5F37CB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8" name="officeArt object">
            <a:extLst>
              <a:ext uri="{FF2B5EF4-FFF2-40B4-BE49-F238E27FC236}">
                <a16:creationId xmlns:a16="http://schemas.microsoft.com/office/drawing/2014/main" id="{1AD99192-5022-452F-8A4E-FA83D1D422D8}"/>
              </a:ext>
            </a:extLst>
          </p:cNvPr>
          <p:cNvPicPr/>
          <p:nvPr/>
        </p:nvPicPr>
        <p:blipFill rotWithShape="1">
          <a:blip r:embed="rId22">
            <a:extLst>
              <a:ext uri="{28A0092B-C50C-407E-A947-70E740481C1C}">
                <a14:useLocalDpi xmlns:a14="http://schemas.microsoft.com/office/drawing/2010/main" val="0"/>
              </a:ext>
            </a:extLst>
          </a:blip>
          <a:srcRect l="5195" t="22401" r="82598" b="18856"/>
          <a:stretch/>
        </p:blipFill>
        <p:spPr>
          <a:xfrm>
            <a:off x="10910170" y="6271611"/>
            <a:ext cx="1083502" cy="507304"/>
          </a:xfrm>
          <a:prstGeom prst="rect">
            <a:avLst/>
          </a:prstGeom>
          <a:ln w="12700" cap="flat">
            <a:noFill/>
            <a:miter lim="400000"/>
          </a:ln>
          <a:effectLst/>
        </p:spPr>
      </p:pic>
      <p:sp>
        <p:nvSpPr>
          <p:cNvPr id="4" name="Date Placeholder 3">
            <a:extLst>
              <a:ext uri="{FF2B5EF4-FFF2-40B4-BE49-F238E27FC236}">
                <a16:creationId xmlns:a16="http://schemas.microsoft.com/office/drawing/2014/main" id="{2926893D-BD47-44E8-8D70-1548A5BE5D2E}"/>
              </a:ext>
            </a:extLst>
          </p:cNvPr>
          <p:cNvSpPr>
            <a:spLocks noGrp="1"/>
          </p:cNvSpPr>
          <p:nvPr>
            <p:ph type="dt" sz="half" idx="2"/>
          </p:nvPr>
        </p:nvSpPr>
        <p:spPr>
          <a:xfrm>
            <a:off x="8567198" y="6356347"/>
            <a:ext cx="1610032" cy="365125"/>
          </a:xfrm>
          <a:prstGeom prst="rect">
            <a:avLst/>
          </a:prstGeom>
        </p:spPr>
        <p:txBody>
          <a:bodyPr vert="horz" lIns="91440" tIns="45720" rIns="91440" bIns="45720" rtlCol="0" anchor="ctr"/>
          <a:lstStyle>
            <a:lvl1pPr algn="ctr" rtl="1">
              <a:defRPr sz="1200">
                <a:solidFill>
                  <a:schemeClr val="tx1">
                    <a:tint val="75000"/>
                  </a:schemeClr>
                </a:solidFill>
              </a:defRPr>
            </a:lvl1pPr>
          </a:lstStyle>
          <a:p>
            <a:pPr rtl="1"/>
            <a:fld id="{02848F8C-C762-4388-9798-1F4A0DC29648}" type="datetime4">
              <a:rPr lang="en-US" smtClean="0"/>
              <a:t>November 16, 2023</a:t>
            </a:fld>
            <a:endParaRPr lang="en-US" dirty="0"/>
          </a:p>
        </p:txBody>
      </p:sp>
      <p:sp>
        <p:nvSpPr>
          <p:cNvPr id="5" name="Footer Placeholder 4">
            <a:extLst>
              <a:ext uri="{FF2B5EF4-FFF2-40B4-BE49-F238E27FC236}">
                <a16:creationId xmlns:a16="http://schemas.microsoft.com/office/drawing/2014/main" id="{BC4FA150-7C50-4455-9A46-4EDCD150739D}"/>
              </a:ext>
            </a:extLst>
          </p:cNvPr>
          <p:cNvSpPr>
            <a:spLocks noGrp="1"/>
          </p:cNvSpPr>
          <p:nvPr>
            <p:ph type="ftr" sz="quarter" idx="3"/>
          </p:nvPr>
        </p:nvSpPr>
        <p:spPr>
          <a:xfrm>
            <a:off x="3113561" y="6356347"/>
            <a:ext cx="4788308" cy="365125"/>
          </a:xfrm>
          <a:prstGeom prst="rect">
            <a:avLst/>
          </a:prstGeom>
        </p:spPr>
        <p:txBody>
          <a:bodyPr vert="horz" lIns="91440" tIns="45720" rIns="91440" bIns="45720" rtlCol="0" anchor="ctr"/>
          <a:lstStyle>
            <a:lvl1pPr algn="ctr" rtl="1">
              <a:defRPr sz="1200">
                <a:solidFill>
                  <a:schemeClr val="tx1">
                    <a:tint val="75000"/>
                  </a:schemeClr>
                </a:solidFill>
              </a:defRPr>
            </a:lvl1pPr>
          </a:lstStyle>
          <a:p>
            <a:pPr rtl="1"/>
            <a:endParaRPr lang="en-US" dirty="0"/>
          </a:p>
        </p:txBody>
      </p:sp>
      <p:sp>
        <p:nvSpPr>
          <p:cNvPr id="6" name="Slide Number Placeholder 5">
            <a:extLst>
              <a:ext uri="{FF2B5EF4-FFF2-40B4-BE49-F238E27FC236}">
                <a16:creationId xmlns:a16="http://schemas.microsoft.com/office/drawing/2014/main" id="{A86C9876-DB5F-419B-B18E-1FD066E0306F}"/>
              </a:ext>
            </a:extLst>
          </p:cNvPr>
          <p:cNvSpPr>
            <a:spLocks noGrp="1"/>
          </p:cNvSpPr>
          <p:nvPr>
            <p:ph type="sldNum" sz="quarter" idx="4"/>
          </p:nvPr>
        </p:nvSpPr>
        <p:spPr>
          <a:xfrm>
            <a:off x="838200" y="6356349"/>
            <a:ext cx="1610032" cy="365125"/>
          </a:xfrm>
          <a:prstGeom prst="rect">
            <a:avLst/>
          </a:prstGeom>
        </p:spPr>
        <p:txBody>
          <a:bodyPr vert="horz" lIns="91440" tIns="45720" rIns="91440" bIns="45720" rtlCol="0" anchor="ctr"/>
          <a:lstStyle>
            <a:lvl1pPr algn="ctr" rtl="1">
              <a:defRPr sz="1200">
                <a:solidFill>
                  <a:schemeClr val="tx1">
                    <a:tint val="75000"/>
                  </a:schemeClr>
                </a:solidFill>
              </a:defRPr>
            </a:lvl1pPr>
          </a:lstStyle>
          <a:p>
            <a:pPr rtl="1"/>
            <a:fld id="{12D7B28B-DC80-4E46-95D7-53BDE8C7F925}" type="slidenum">
              <a:rPr lang="en-US" smtClean="0"/>
              <a:pPr/>
              <a:t>‹#›</a:t>
            </a:fld>
            <a:endParaRPr lang="en-US" dirty="0"/>
          </a:p>
        </p:txBody>
      </p:sp>
      <p:pic>
        <p:nvPicPr>
          <p:cNvPr id="10" name="officeArt object">
            <a:extLst>
              <a:ext uri="{FF2B5EF4-FFF2-40B4-BE49-F238E27FC236}">
                <a16:creationId xmlns:a16="http://schemas.microsoft.com/office/drawing/2014/main" id="{CA078D13-CD67-4F30-88F3-723C44A66F6B}"/>
              </a:ext>
            </a:extLst>
          </p:cNvPr>
          <p:cNvPicPr>
            <a:picLocks noChangeAspect="1"/>
          </p:cNvPicPr>
          <p:nvPr/>
        </p:nvPicPr>
        <p:blipFill rotWithShape="1">
          <a:blip r:embed="rId23">
            <a:extLst>
              <a:ext uri="{28A0092B-C50C-407E-A947-70E740481C1C}">
                <a14:useLocalDpi xmlns:a14="http://schemas.microsoft.com/office/drawing/2010/main" val="0"/>
              </a:ext>
            </a:extLst>
          </a:blip>
          <a:srcRect l="51823"/>
          <a:stretch/>
        </p:blipFill>
        <p:spPr>
          <a:xfrm flipH="1">
            <a:off x="1" y="0"/>
            <a:ext cx="4277032" cy="863600"/>
          </a:xfrm>
          <a:prstGeom prst="rect">
            <a:avLst/>
          </a:prstGeom>
          <a:ln w="12700" cap="flat">
            <a:noFill/>
            <a:miter lim="400000"/>
          </a:ln>
          <a:effectLst/>
        </p:spPr>
      </p:pic>
      <p:pic>
        <p:nvPicPr>
          <p:cNvPr id="11" name="Picture 10">
            <a:extLst>
              <a:ext uri="{FF2B5EF4-FFF2-40B4-BE49-F238E27FC236}">
                <a16:creationId xmlns:a16="http://schemas.microsoft.com/office/drawing/2014/main" id="{EE334B75-EF52-4144-8279-048287EFFF21}"/>
              </a:ext>
            </a:extLst>
          </p:cNvPr>
          <p:cNvPicPr>
            <a:picLocks noChangeAspect="1"/>
          </p:cNvPicPr>
          <p:nvPr/>
        </p:nvPicPr>
        <p:blipFill>
          <a:blip r:embed="rId24"/>
          <a:stretch>
            <a:fillRect/>
          </a:stretch>
        </p:blipFill>
        <p:spPr>
          <a:xfrm>
            <a:off x="113546" y="100345"/>
            <a:ext cx="3217562" cy="662909"/>
          </a:xfrm>
          <a:prstGeom prst="rect">
            <a:avLst/>
          </a:prstGeom>
        </p:spPr>
      </p:pic>
    </p:spTree>
    <p:extLst>
      <p:ext uri="{BB962C8B-B14F-4D97-AF65-F5344CB8AC3E}">
        <p14:creationId xmlns:p14="http://schemas.microsoft.com/office/powerpoint/2010/main" val="175268478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61" r:id="rId5"/>
    <p:sldLayoutId id="2147483663" r:id="rId6"/>
    <p:sldLayoutId id="2147483662" r:id="rId7"/>
    <p:sldLayoutId id="2147483664" r:id="rId8"/>
    <p:sldLayoutId id="2147483653" r:id="rId9"/>
    <p:sldLayoutId id="2147483654" r:id="rId10"/>
    <p:sldLayoutId id="2147483655" r:id="rId11"/>
    <p:sldLayoutId id="2147483665" r:id="rId12"/>
    <p:sldLayoutId id="2147483656" r:id="rId13"/>
    <p:sldLayoutId id="2147483657" r:id="rId14"/>
    <p:sldLayoutId id="2147483658" r:id="rId15"/>
    <p:sldLayoutId id="2147483659" r:id="rId16"/>
    <p:sldLayoutId id="2147483668" r:id="rId17"/>
  </p:sldLayoutIdLst>
  <p:hf hdr="0"/>
  <p:txStyles>
    <p:titleStyle>
      <a:lvl1pPr algn="r" defTabSz="914400" rtl="1" eaLnBrk="1" latinLnBrk="0" hangingPunct="1">
        <a:lnSpc>
          <a:spcPct val="90000"/>
        </a:lnSpc>
        <a:spcBef>
          <a:spcPct val="0"/>
        </a:spcBef>
        <a:buNone/>
        <a:defRPr sz="4400" kern="1200">
          <a:solidFill>
            <a:srgbClr val="92278F"/>
          </a:solidFill>
          <a:latin typeface="+mj-lt"/>
          <a:ea typeface="+mj-ea"/>
          <a:cs typeface="+mj-cs"/>
        </a:defRPr>
      </a:lvl1pPr>
    </p:titleStyle>
    <p:body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8" name="officeArt object">
            <a:extLst>
              <a:ext uri="{FF2B5EF4-FFF2-40B4-BE49-F238E27FC236}">
                <a16:creationId xmlns:a16="http://schemas.microsoft.com/office/drawing/2014/main" id="{1AD99192-5022-452F-8A4E-FA83D1D422D8}"/>
              </a:ext>
            </a:extLst>
          </p:cNvPr>
          <p:cNvPicPr/>
          <p:nvPr/>
        </p:nvPicPr>
        <p:blipFill rotWithShape="1">
          <a:blip r:embed="rId20">
            <a:extLst>
              <a:ext uri="{28A0092B-C50C-407E-A947-70E740481C1C}">
                <a14:useLocalDpi xmlns:a14="http://schemas.microsoft.com/office/drawing/2010/main" val="0"/>
              </a:ext>
            </a:extLst>
          </a:blip>
          <a:srcRect l="2797" r="72419"/>
          <a:stretch/>
        </p:blipFill>
        <p:spPr>
          <a:xfrm>
            <a:off x="0" y="5994400"/>
            <a:ext cx="2199968" cy="863600"/>
          </a:xfrm>
          <a:prstGeom prst="rect">
            <a:avLst/>
          </a:prstGeom>
          <a:ln w="12700" cap="flat">
            <a:noFill/>
            <a:miter lim="400000"/>
          </a:ln>
          <a:effectLst/>
        </p:spPr>
      </p:pic>
      <p:sp>
        <p:nvSpPr>
          <p:cNvPr id="2" name="Title Placeholder 1">
            <a:extLst>
              <a:ext uri="{FF2B5EF4-FFF2-40B4-BE49-F238E27FC236}">
                <a16:creationId xmlns:a16="http://schemas.microsoft.com/office/drawing/2014/main" id="{BB77A84A-6148-49F0-BB9E-6CE19682735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B1A9B40-C910-40D2-84BD-CC5CD5F37CB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2926893D-BD47-44E8-8D70-1548A5BE5D2E}"/>
              </a:ext>
            </a:extLst>
          </p:cNvPr>
          <p:cNvSpPr>
            <a:spLocks noGrp="1"/>
          </p:cNvSpPr>
          <p:nvPr>
            <p:ph type="dt" sz="half" idx="2"/>
          </p:nvPr>
        </p:nvSpPr>
        <p:spPr>
          <a:xfrm>
            <a:off x="7561006" y="6356350"/>
            <a:ext cx="1610032"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6E330CAF-8F4E-46EE-B3B9-2BF82015730F}" type="datetime4">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Calibri"/>
              </a:rPr>
              <a:pPr marL="0" marR="0" lvl="0" indent="0" algn="ctr" defTabSz="914400" rtl="0" eaLnBrk="1" fontAlgn="auto" latinLnBrk="0" hangingPunct="1">
                <a:lnSpc>
                  <a:spcPct val="100000"/>
                </a:lnSpc>
                <a:spcBef>
                  <a:spcPts val="0"/>
                </a:spcBef>
                <a:spcAft>
                  <a:spcPts val="0"/>
                </a:spcAft>
                <a:buClrTx/>
                <a:buSzTx/>
                <a:buFontTx/>
                <a:buNone/>
                <a:tabLst/>
                <a:defRPr/>
              </a:pPr>
              <a:t>November 16, 2023</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Calibri"/>
            </a:endParaRPr>
          </a:p>
        </p:txBody>
      </p:sp>
      <p:sp>
        <p:nvSpPr>
          <p:cNvPr id="5" name="Footer Placeholder 4">
            <a:extLst>
              <a:ext uri="{FF2B5EF4-FFF2-40B4-BE49-F238E27FC236}">
                <a16:creationId xmlns:a16="http://schemas.microsoft.com/office/drawing/2014/main" id="{BC4FA150-7C50-4455-9A46-4EDCD150739D}"/>
              </a:ext>
            </a:extLst>
          </p:cNvPr>
          <p:cNvSpPr>
            <a:spLocks noGrp="1"/>
          </p:cNvSpPr>
          <p:nvPr>
            <p:ph type="ftr" sz="quarter" idx="3"/>
          </p:nvPr>
        </p:nvSpPr>
        <p:spPr>
          <a:xfrm>
            <a:off x="2199968" y="6356349"/>
            <a:ext cx="4788308"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Calibri"/>
            </a:endParaRPr>
          </a:p>
        </p:txBody>
      </p:sp>
      <p:sp>
        <p:nvSpPr>
          <p:cNvPr id="6" name="Slide Number Placeholder 5">
            <a:extLst>
              <a:ext uri="{FF2B5EF4-FFF2-40B4-BE49-F238E27FC236}">
                <a16:creationId xmlns:a16="http://schemas.microsoft.com/office/drawing/2014/main" id="{A86C9876-DB5F-419B-B18E-1FD066E0306F}"/>
              </a:ext>
            </a:extLst>
          </p:cNvPr>
          <p:cNvSpPr>
            <a:spLocks noGrp="1"/>
          </p:cNvSpPr>
          <p:nvPr>
            <p:ph type="sldNum" sz="quarter" idx="4"/>
          </p:nvPr>
        </p:nvSpPr>
        <p:spPr>
          <a:xfrm>
            <a:off x="9743768" y="6356350"/>
            <a:ext cx="1610032"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6C01EF8E-7A2C-4D6B-9AD8-04F8FD90DB7E}"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Calibri"/>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Calibri"/>
            </a:endParaRPr>
          </a:p>
        </p:txBody>
      </p:sp>
      <p:pic>
        <p:nvPicPr>
          <p:cNvPr id="7" name="officeArt object">
            <a:extLst>
              <a:ext uri="{FF2B5EF4-FFF2-40B4-BE49-F238E27FC236}">
                <a16:creationId xmlns:a16="http://schemas.microsoft.com/office/drawing/2014/main" id="{6EED3415-BFCF-4D03-916E-4DC147675159}"/>
              </a:ext>
            </a:extLst>
          </p:cNvPr>
          <p:cNvPicPr>
            <a:picLocks noChangeAspect="1"/>
          </p:cNvPicPr>
          <p:nvPr/>
        </p:nvPicPr>
        <p:blipFill rotWithShape="1">
          <a:blip r:embed="rId21">
            <a:extLst>
              <a:ext uri="{28A0092B-C50C-407E-A947-70E740481C1C}">
                <a14:useLocalDpi xmlns:a14="http://schemas.microsoft.com/office/drawing/2010/main" val="0"/>
              </a:ext>
            </a:extLst>
          </a:blip>
          <a:srcRect l="51823"/>
          <a:stretch/>
        </p:blipFill>
        <p:spPr>
          <a:xfrm>
            <a:off x="7914968" y="0"/>
            <a:ext cx="4277032" cy="863600"/>
          </a:xfrm>
          <a:prstGeom prst="rect">
            <a:avLst/>
          </a:prstGeom>
          <a:ln w="12700" cap="flat">
            <a:noFill/>
            <a:miter lim="400000"/>
          </a:ln>
          <a:effectLst/>
        </p:spPr>
      </p:pic>
      <p:pic>
        <p:nvPicPr>
          <p:cNvPr id="19" name="Picture 18">
            <a:extLst>
              <a:ext uri="{FF2B5EF4-FFF2-40B4-BE49-F238E27FC236}">
                <a16:creationId xmlns:a16="http://schemas.microsoft.com/office/drawing/2014/main" id="{A9CBED0B-F648-4D70-9865-BAE2824327F4}"/>
              </a:ext>
            </a:extLst>
          </p:cNvPr>
          <p:cNvPicPr>
            <a:picLocks noChangeAspect="1"/>
          </p:cNvPicPr>
          <p:nvPr/>
        </p:nvPicPr>
        <p:blipFill>
          <a:blip r:embed="rId22"/>
          <a:stretch>
            <a:fillRect/>
          </a:stretch>
        </p:blipFill>
        <p:spPr>
          <a:xfrm>
            <a:off x="8860892" y="100345"/>
            <a:ext cx="3217562" cy="662909"/>
          </a:xfrm>
          <a:prstGeom prst="rect">
            <a:avLst/>
          </a:prstGeom>
        </p:spPr>
      </p:pic>
    </p:spTree>
    <p:extLst>
      <p:ext uri="{BB962C8B-B14F-4D97-AF65-F5344CB8AC3E}">
        <p14:creationId xmlns:p14="http://schemas.microsoft.com/office/powerpoint/2010/main" val="178734675"/>
      </p:ext>
    </p:extLst>
  </p:cSld>
  <p:clrMap bg1="lt1" tx1="dk1" bg2="lt2" tx2="dk2" accent1="accent1" accent2="accent2" accent3="accent3" accent4="accent4" accent5="accent5" accent6="accent6" hlink="hlink" folHlink="folHlink"/>
  <p:sldLayoutIdLst>
    <p:sldLayoutId id="2147483672" r:id="rId1"/>
    <p:sldLayoutId id="2147483673" r:id="rId2"/>
    <p:sldLayoutId id="2147483674" r:id="rId3"/>
    <p:sldLayoutId id="2147483675" r:id="rId4"/>
    <p:sldLayoutId id="2147483676" r:id="rId5"/>
    <p:sldLayoutId id="2147483677" r:id="rId6"/>
    <p:sldLayoutId id="2147483678" r:id="rId7"/>
    <p:sldLayoutId id="2147483679" r:id="rId8"/>
    <p:sldLayoutId id="2147483680" r:id="rId9"/>
    <p:sldLayoutId id="2147483681" r:id="rId10"/>
    <p:sldLayoutId id="2147483682" r:id="rId11"/>
    <p:sldLayoutId id="2147483683" r:id="rId12"/>
    <p:sldLayoutId id="2147483684" r:id="rId13"/>
    <p:sldLayoutId id="2147483685" r:id="rId14"/>
    <p:sldLayoutId id="2147483686" r:id="rId15"/>
    <p:sldLayoutId id="2147483687" r:id="rId16"/>
    <p:sldLayoutId id="2147483688" r:id="rId17"/>
    <p:sldLayoutId id="2147483786" r:id="rId18"/>
  </p:sldLayoutIdLst>
  <p:hf hdr="0" ftr="0"/>
  <p:txStyles>
    <p:titleStyle>
      <a:lvl1pPr algn="l" defTabSz="914400" rtl="0" eaLnBrk="1" latinLnBrk="0" hangingPunct="1">
        <a:lnSpc>
          <a:spcPct val="90000"/>
        </a:lnSpc>
        <a:spcBef>
          <a:spcPct val="0"/>
        </a:spcBef>
        <a:buNone/>
        <a:defRPr sz="4400" kern="1200">
          <a:solidFill>
            <a:srgbClr val="92278F"/>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id-ID"/>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BB34C31-475E-4A2F-A9AA-BA95AC06B52C}" type="datetimeFigureOut">
              <a:rPr lang="id-ID" smtClean="0"/>
              <a:t>16/11/2023</a:t>
            </a:fld>
            <a:endParaRPr lang="id-ID"/>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id-ID"/>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631DBCB-4155-4B19-A4F9-A41664CA698D}" type="slidenum">
              <a:rPr lang="id-ID" smtClean="0"/>
              <a:pPr/>
              <a:t>‹#›</a:t>
            </a:fld>
            <a:endParaRPr lang="id-ID"/>
          </a:p>
        </p:txBody>
      </p:sp>
      <p:sp>
        <p:nvSpPr>
          <p:cNvPr id="8" name="Oval 7"/>
          <p:cNvSpPr>
            <a:spLocks noChangeAspect="1"/>
          </p:cNvSpPr>
          <p:nvPr userDrawn="1"/>
        </p:nvSpPr>
        <p:spPr>
          <a:xfrm>
            <a:off x="11122344" y="6109475"/>
            <a:ext cx="612000" cy="612000"/>
          </a:xfrm>
          <a:prstGeom prst="ellipse">
            <a:avLst/>
          </a:prstGeom>
          <a:solidFill>
            <a:schemeClr val="bg1">
              <a:lumMod val="65000"/>
              <a:alpha val="4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9" name="TextBox 8"/>
          <p:cNvSpPr txBox="1"/>
          <p:nvPr userDrawn="1"/>
        </p:nvSpPr>
        <p:spPr>
          <a:xfrm>
            <a:off x="11075505" y="6255530"/>
            <a:ext cx="705678" cy="307777"/>
          </a:xfrm>
          <a:prstGeom prst="rect">
            <a:avLst/>
          </a:prstGeom>
          <a:noFill/>
        </p:spPr>
        <p:txBody>
          <a:bodyPr wrap="square" rtlCol="0">
            <a:spAutoFit/>
          </a:bodyPr>
          <a:lstStyle/>
          <a:p>
            <a:pPr algn="ctr"/>
            <a:fld id="{20D422CC-6A6A-4736-B86F-65856231DF03}" type="slidenum">
              <a:rPr lang="id-ID" sz="1400" smtClean="0">
                <a:solidFill>
                  <a:schemeClr val="bg1"/>
                </a:solidFill>
              </a:rPr>
              <a:pPr algn="ctr"/>
              <a:t>‹#›</a:t>
            </a:fld>
            <a:endParaRPr lang="id-ID" sz="1400">
              <a:solidFill>
                <a:schemeClr val="bg1"/>
              </a:solidFill>
            </a:endParaRPr>
          </a:p>
        </p:txBody>
      </p:sp>
    </p:spTree>
    <p:extLst>
      <p:ext uri="{BB962C8B-B14F-4D97-AF65-F5344CB8AC3E}">
        <p14:creationId xmlns:p14="http://schemas.microsoft.com/office/powerpoint/2010/main" val="2684835271"/>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 id="2147483720" r:id="rId12"/>
    <p:sldLayoutId id="2147483721" r:id="rId13"/>
    <p:sldLayoutId id="2147483722" r:id="rId14"/>
    <p:sldLayoutId id="2147483723" r:id="rId15"/>
    <p:sldLayoutId id="2147483724" r:id="rId16"/>
    <p:sldLayoutId id="2147483725" r:id="rId17"/>
    <p:sldLayoutId id="2147483726" r:id="rId18"/>
    <p:sldLayoutId id="2147483727" r:id="rId19"/>
    <p:sldLayoutId id="2147483728" r:id="rId20"/>
    <p:sldLayoutId id="2147483729" r:id="rId21"/>
    <p:sldLayoutId id="2147483730" r:id="rId22"/>
    <p:sldLayoutId id="2147483732" r:id="rId23"/>
    <p:sldLayoutId id="2147483733" r:id="rId24"/>
    <p:sldLayoutId id="2147483734" r:id="rId25"/>
    <p:sldLayoutId id="2147483735" r:id="rId26"/>
    <p:sldLayoutId id="2147483736" r:id="rId27"/>
    <p:sldLayoutId id="2147483737" r:id="rId28"/>
    <p:sldLayoutId id="2147483738" r:id="rId29"/>
    <p:sldLayoutId id="2147483739" r:id="rId30"/>
    <p:sldLayoutId id="2147483740" r:id="rId31"/>
    <p:sldLayoutId id="2147483741" r:id="rId32"/>
    <p:sldLayoutId id="2147483742" r:id="rId33"/>
    <p:sldLayoutId id="2147483743" r:id="rId34"/>
    <p:sldLayoutId id="2147483744" r:id="rId35"/>
    <p:sldLayoutId id="2147483745" r:id="rId36"/>
    <p:sldLayoutId id="2147483746" r:id="rId37"/>
    <p:sldLayoutId id="2147483747" r:id="rId38"/>
    <p:sldLayoutId id="2147483748" r:id="rId39"/>
    <p:sldLayoutId id="2147483749" r:id="rId40"/>
    <p:sldLayoutId id="2147483750" r:id="rId41"/>
    <p:sldLayoutId id="2147483751" r:id="rId42"/>
    <p:sldLayoutId id="2147483752" r:id="rId43"/>
    <p:sldLayoutId id="2147483753" r:id="rId44"/>
    <p:sldLayoutId id="2147483754" r:id="rId45"/>
    <p:sldLayoutId id="2147483755" r:id="rId46"/>
    <p:sldLayoutId id="2147483756" r:id="rId47"/>
    <p:sldLayoutId id="2147483757" r:id="rId48"/>
    <p:sldLayoutId id="2147483758" r:id="rId49"/>
    <p:sldLayoutId id="2147483759" r:id="rId50"/>
    <p:sldLayoutId id="2147483760" r:id="rId51"/>
    <p:sldLayoutId id="2147483761" r:id="rId52"/>
    <p:sldLayoutId id="2147483762" r:id="rId53"/>
    <p:sldLayoutId id="2147483763" r:id="rId54"/>
    <p:sldLayoutId id="2147483764" r:id="rId55"/>
    <p:sldLayoutId id="2147483765" r:id="rId56"/>
    <p:sldLayoutId id="2147483766" r:id="rId57"/>
    <p:sldLayoutId id="2147483767" r:id="rId58"/>
    <p:sldLayoutId id="2147483768" r:id="rId59"/>
    <p:sldLayoutId id="2147483769" r:id="rId60"/>
    <p:sldLayoutId id="2147483770" r:id="rId61"/>
    <p:sldLayoutId id="2147483771" r:id="rId62"/>
    <p:sldLayoutId id="2147483772" r:id="rId63"/>
    <p:sldLayoutId id="2147483773" r:id="rId64"/>
    <p:sldLayoutId id="2147483774" r:id="rId65"/>
    <p:sldLayoutId id="2147483775" r:id="rId66"/>
    <p:sldLayoutId id="2147483776" r:id="rId67"/>
    <p:sldLayoutId id="2147483777" r:id="rId68"/>
    <p:sldLayoutId id="2147483778" r:id="rId69"/>
    <p:sldLayoutId id="2147483779" r:id="rId70"/>
    <p:sldLayoutId id="2147483780" r:id="rId71"/>
    <p:sldLayoutId id="2147483781" r:id="rId72"/>
    <p:sldLayoutId id="2147483782" r:id="rId73"/>
    <p:sldLayoutId id="2147483783" r:id="rId74"/>
    <p:sldLayoutId id="2147483784" r:id="rId75"/>
    <p:sldLayoutId id="2147483785" r:id="rId76"/>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txStyles>
    <p:titleStyle>
      <a:lvl1pPr algn="l" defTabSz="914400" rtl="0" eaLnBrk="1" latinLnBrk="0" hangingPunct="1">
        <a:lnSpc>
          <a:spcPct val="90000"/>
        </a:lnSpc>
        <a:spcBef>
          <a:spcPct val="0"/>
        </a:spcBef>
        <a:buNone/>
        <a:defRPr sz="4400" kern="1200">
          <a:solidFill>
            <a:schemeClr val="tx1"/>
          </a:solidFill>
          <a:latin typeface="Bebas Neue" panose="020B0606020202050201"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6C7833C-D6FE-D750-B51D-55E9C63685B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1920BAA-60CB-A918-309F-415E9EE6EFE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11CDAD8-FAF7-3D54-3967-15C2A3B9339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4899021-92AD-49A5-A536-C7418F00D849}" type="datetimeFigureOut">
              <a:rPr lang="en-US" smtClean="0"/>
              <a:t>11/16/2023</a:t>
            </a:fld>
            <a:endParaRPr lang="en-US"/>
          </a:p>
        </p:txBody>
      </p:sp>
      <p:sp>
        <p:nvSpPr>
          <p:cNvPr id="5" name="Footer Placeholder 4">
            <a:extLst>
              <a:ext uri="{FF2B5EF4-FFF2-40B4-BE49-F238E27FC236}">
                <a16:creationId xmlns:a16="http://schemas.microsoft.com/office/drawing/2014/main" id="{4B13E02C-D0B7-20CE-2909-EBFACDCBE62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F1FE51CF-55C4-9165-CB6E-876A9F82A8C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4013870-3CA1-433E-920D-1F5CB7F9B0FA}" type="slidenum">
              <a:rPr lang="en-US" smtClean="0"/>
              <a:t>‹#›</a:t>
            </a:fld>
            <a:endParaRPr lang="en-US"/>
          </a:p>
        </p:txBody>
      </p:sp>
    </p:spTree>
    <p:extLst>
      <p:ext uri="{BB962C8B-B14F-4D97-AF65-F5344CB8AC3E}">
        <p14:creationId xmlns:p14="http://schemas.microsoft.com/office/powerpoint/2010/main" val="3835032242"/>
      </p:ext>
    </p:extLst>
  </p:cSld>
  <p:clrMap bg1="lt1" tx1="dk1" bg2="lt2" tx2="dk2" accent1="accent1" accent2="accent2" accent3="accent3" accent4="accent4" accent5="accent5" accent6="accent6" hlink="hlink" folHlink="folHlink"/>
  <p:sldLayoutIdLst>
    <p:sldLayoutId id="2147483789" r:id="rId1"/>
    <p:sldLayoutId id="2147483790" r:id="rId2"/>
    <p:sldLayoutId id="2147483791" r:id="rId3"/>
    <p:sldLayoutId id="2147483792" r:id="rId4"/>
    <p:sldLayoutId id="2147483793" r:id="rId5"/>
    <p:sldLayoutId id="2147483794" r:id="rId6"/>
    <p:sldLayoutId id="2147483795" r:id="rId7"/>
    <p:sldLayoutId id="2147483796" r:id="rId8"/>
    <p:sldLayoutId id="2147483797" r:id="rId9"/>
    <p:sldLayoutId id="2147483798" r:id="rId10"/>
    <p:sldLayoutId id="214748379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1.xml"/><Relationship Id="rId1" Type="http://schemas.openxmlformats.org/officeDocument/2006/relationships/tags" Target="../tags/tag3.xml"/><Relationship Id="rId4" Type="http://schemas.openxmlformats.org/officeDocument/2006/relationships/image" Target="../media/image1.emf"/></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7.xml"/></Relationships>
</file>

<file path=ppt/slides/_rels/slide3.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112.xml"/><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112.xml"/><Relationship Id="rId5" Type="http://schemas.openxmlformats.org/officeDocument/2006/relationships/chart" Target="../charts/chart4.xml"/><Relationship Id="rId4" Type="http://schemas.openxmlformats.org/officeDocument/2006/relationships/chart" Target="../charts/char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2.xml"/></Relationships>
</file>

<file path=ppt/slides/_rels/slide6.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Layout" Target="../slideLayouts/slideLayout117.xml"/><Relationship Id="rId5" Type="http://schemas.openxmlformats.org/officeDocument/2006/relationships/image" Target="../media/image14.sv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8" Type="http://schemas.openxmlformats.org/officeDocument/2006/relationships/tags" Target="../tags/tag11.xml"/><Relationship Id="rId13" Type="http://schemas.openxmlformats.org/officeDocument/2006/relationships/tags" Target="../tags/tag16.xml"/><Relationship Id="rId3" Type="http://schemas.openxmlformats.org/officeDocument/2006/relationships/tags" Target="../tags/tag6.xml"/><Relationship Id="rId7" Type="http://schemas.openxmlformats.org/officeDocument/2006/relationships/tags" Target="../tags/tag10.xml"/><Relationship Id="rId12" Type="http://schemas.openxmlformats.org/officeDocument/2006/relationships/tags" Target="../tags/tag15.xml"/><Relationship Id="rId17" Type="http://schemas.openxmlformats.org/officeDocument/2006/relationships/chart" Target="../charts/chart6.xml"/><Relationship Id="rId2" Type="http://schemas.openxmlformats.org/officeDocument/2006/relationships/tags" Target="../tags/tag5.xml"/><Relationship Id="rId16" Type="http://schemas.openxmlformats.org/officeDocument/2006/relationships/chart" Target="../charts/chart5.xml"/><Relationship Id="rId1" Type="http://schemas.openxmlformats.org/officeDocument/2006/relationships/tags" Target="../tags/tag4.xml"/><Relationship Id="rId6" Type="http://schemas.openxmlformats.org/officeDocument/2006/relationships/tags" Target="../tags/tag9.xml"/><Relationship Id="rId11" Type="http://schemas.openxmlformats.org/officeDocument/2006/relationships/tags" Target="../tags/tag14.xml"/><Relationship Id="rId5" Type="http://schemas.openxmlformats.org/officeDocument/2006/relationships/tags" Target="../tags/tag8.xml"/><Relationship Id="rId15" Type="http://schemas.openxmlformats.org/officeDocument/2006/relationships/slideLayout" Target="../slideLayouts/slideLayout35.xml"/><Relationship Id="rId10" Type="http://schemas.openxmlformats.org/officeDocument/2006/relationships/tags" Target="../tags/tag13.xml"/><Relationship Id="rId4" Type="http://schemas.openxmlformats.org/officeDocument/2006/relationships/tags" Target="../tags/tag7.xml"/><Relationship Id="rId9" Type="http://schemas.openxmlformats.org/officeDocument/2006/relationships/tags" Target="../tags/tag12.xml"/><Relationship Id="rId14" Type="http://schemas.openxmlformats.org/officeDocument/2006/relationships/tags" Target="../tags/tag17.xml"/></Relationships>
</file>

<file path=ppt/slides/_rels/slide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5.xml"/></Relationships>
</file>

<file path=ppt/slides/_rels/slide9.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image" Target="../media/image16.png"/><Relationship Id="rId1" Type="http://schemas.openxmlformats.org/officeDocument/2006/relationships/slideLayout" Target="../slideLayouts/slideLayout35.xml"/></Relationships>
</file>

<file path=ppt/slides/_rels/slide10.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image" Target="../media/image16.png"/><Relationship Id="rId1" Type="http://schemas.openxmlformats.org/officeDocument/2006/relationships/slideLayout" Target="../slideLayouts/slideLayout3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xml"/><Relationship Id="rId1" Type="http://schemas.openxmlformats.org/officeDocument/2006/relationships/slideLayout" Target="../slideLayouts/slideLayout35.xml"/></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xml"/><Relationship Id="rId1" Type="http://schemas.openxmlformats.org/officeDocument/2006/relationships/slideLayout" Target="../slideLayouts/slideLayout3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chart" Target="../charts/chart9.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1.xml"/><Relationship Id="rId1" Type="http://schemas.openxmlformats.org/officeDocument/2006/relationships/tags" Target="../tags/tag18.xml"/><Relationship Id="rId4" Type="http://schemas.openxmlformats.org/officeDocument/2006/relationships/image" Target="../media/image1.emf"/></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chart" Target="../charts/chart11.xml"/><Relationship Id="rId2" Type="http://schemas.openxmlformats.org/officeDocument/2006/relationships/chart" Target="../charts/chart10.xml"/><Relationship Id="rId1" Type="http://schemas.openxmlformats.org/officeDocument/2006/relationships/slideLayout" Target="../slideLayouts/slideLayout1.xml"/><Relationship Id="rId5" Type="http://schemas.openxmlformats.org/officeDocument/2006/relationships/chart" Target="../charts/chart13.xml"/><Relationship Id="rId4" Type="http://schemas.openxmlformats.org/officeDocument/2006/relationships/chart" Target="../charts/char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5.xml"/><Relationship Id="rId1" Type="http://schemas.openxmlformats.org/officeDocument/2006/relationships/slideLayout" Target="../slideLayouts/slideLayout1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1.xml"/><Relationship Id="rId1" Type="http://schemas.openxmlformats.org/officeDocument/2006/relationships/tags" Target="../tags/tag19.xml"/><Relationship Id="rId4" Type="http://schemas.openxmlformats.org/officeDocument/2006/relationships/image" Target="../media/image1.emf"/></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7.xml"/></Relationships>
</file>

<file path=ppt/slides/_rels/slide3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1.xml"/><Relationship Id="rId1" Type="http://schemas.openxmlformats.org/officeDocument/2006/relationships/tags" Target="../tags/tag20.xml"/><Relationship Id="rId4" Type="http://schemas.openxmlformats.org/officeDocument/2006/relationships/image" Target="../media/image1.emf"/></Relationships>
</file>

<file path=ppt/slides/_rels/slide3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1.xml"/><Relationship Id="rId1" Type="http://schemas.openxmlformats.org/officeDocument/2006/relationships/tags" Target="../tags/tag21.xml"/><Relationship Id="rId4" Type="http://schemas.openxmlformats.org/officeDocument/2006/relationships/image" Target="../media/image1.emf"/></Relationships>
</file>

<file path=ppt/slides/_rels/slide33.xml.rels><?xml version="1.0" encoding="UTF-8" standalone="yes"?>
<Relationships xmlns="http://schemas.openxmlformats.org/package/2006/relationships"><Relationship Id="rId3" Type="http://schemas.openxmlformats.org/officeDocument/2006/relationships/tags" Target="../tags/tag24.xml"/><Relationship Id="rId7" Type="http://schemas.openxmlformats.org/officeDocument/2006/relationships/image" Target="../media/image20.png"/><Relationship Id="rId2" Type="http://schemas.openxmlformats.org/officeDocument/2006/relationships/tags" Target="../tags/tag23.xml"/><Relationship Id="rId1" Type="http://schemas.openxmlformats.org/officeDocument/2006/relationships/tags" Target="../tags/tag22.xml"/><Relationship Id="rId6" Type="http://schemas.openxmlformats.org/officeDocument/2006/relationships/chart" Target="../charts/chart14.xml"/><Relationship Id="rId5" Type="http://schemas.openxmlformats.org/officeDocument/2006/relationships/notesSlide" Target="../notesSlides/notesSlide8.xml"/><Relationship Id="rId4"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1" imgH="423" progId="TCLayout.ActiveDocument.1">
                  <p:embed/>
                </p:oleObj>
              </mc:Choice>
              <mc:Fallback>
                <p:oleObj name="think-cell Slide" r:id="rId3" imgW="421" imgH="423" progId="TCLayout.ActiveDocument.1">
                  <p:embed/>
                  <p:pic>
                    <p:nvPicPr>
                      <p:cNvPr id="6" name="Object 5"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Title 1"/>
          <p:cNvSpPr txBox="1">
            <a:spLocks/>
          </p:cNvSpPr>
          <p:nvPr/>
        </p:nvSpPr>
        <p:spPr>
          <a:xfrm>
            <a:off x="444137" y="4156279"/>
            <a:ext cx="5865223" cy="1302340"/>
          </a:xfrm>
          <a:prstGeom prst="rect">
            <a:avLst/>
          </a:prstGeom>
        </p:spPr>
        <p:txBody>
          <a:bodyPr vert="horz" lIns="91440" tIns="45720" rIns="91440" bIns="45720" rtlCol="0" anchor="b">
            <a:normAutofit fontScale="85000" lnSpcReduction="20000"/>
          </a:bodyPr>
          <a:lstStyle>
            <a:lvl1pPr algn="ctr" defTabSz="914400" rtl="1" eaLnBrk="1" latinLnBrk="0" hangingPunct="1">
              <a:lnSpc>
                <a:spcPct val="90000"/>
              </a:lnSpc>
              <a:spcBef>
                <a:spcPct val="0"/>
              </a:spcBef>
              <a:buNone/>
              <a:defRPr sz="6000" kern="1200">
                <a:solidFill>
                  <a:srgbClr val="92278F"/>
                </a:solidFill>
                <a:latin typeface="+mj-lt"/>
                <a:ea typeface="+mj-ea"/>
                <a:cs typeface="+mj-cs"/>
              </a:defRPr>
            </a:lvl1pPr>
          </a:lstStyle>
          <a:p>
            <a:r>
              <a:rPr lang="ar-LY" dirty="0"/>
              <a:t>الخطة التجارية</a:t>
            </a:r>
          </a:p>
          <a:p>
            <a:r>
              <a:rPr lang="ar-LY" dirty="0"/>
              <a:t> </a:t>
            </a:r>
            <a:r>
              <a:rPr lang="en-US" dirty="0"/>
              <a:t>2024</a:t>
            </a:r>
            <a:endParaRPr lang="ar-LY" dirty="0"/>
          </a:p>
        </p:txBody>
      </p:sp>
      <p:sp>
        <p:nvSpPr>
          <p:cNvPr id="5" name="Subtitle 2"/>
          <p:cNvSpPr txBox="1">
            <a:spLocks/>
          </p:cNvSpPr>
          <p:nvPr/>
        </p:nvSpPr>
        <p:spPr>
          <a:xfrm>
            <a:off x="661851" y="5143455"/>
            <a:ext cx="3139440" cy="630328"/>
          </a:xfrm>
          <a:prstGeom prst="rect">
            <a:avLst/>
          </a:prstGeom>
        </p:spPr>
        <p:txBody>
          <a:bodyPr vert="horz" lIns="91440" tIns="45720" rIns="91440" bIns="45720" rtlCol="0">
            <a:normAutofit/>
          </a:bodyPr>
          <a:lstStyle>
            <a:lvl1pPr marL="0" indent="0" algn="ctr" defTabSz="914400" rtl="1"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1"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1"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1"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1"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en-US" sz="3600" b="1" dirty="0"/>
          </a:p>
        </p:txBody>
      </p:sp>
    </p:spTree>
    <p:extLst>
      <p:ext uri="{BB962C8B-B14F-4D97-AF65-F5344CB8AC3E}">
        <p14:creationId xmlns:p14="http://schemas.microsoft.com/office/powerpoint/2010/main" val="9997238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Oval 13">
            <a:extLst>
              <a:ext uri="{FF2B5EF4-FFF2-40B4-BE49-F238E27FC236}">
                <a16:creationId xmlns:a16="http://schemas.microsoft.com/office/drawing/2014/main" id="{DBD0C1F8-9841-645E-0319-E427DF50D38D}"/>
              </a:ext>
            </a:extLst>
          </p:cNvPr>
          <p:cNvSpPr/>
          <p:nvPr/>
        </p:nvSpPr>
        <p:spPr bwMode="auto">
          <a:xfrm rot="19087417">
            <a:off x="6669351" y="4094022"/>
            <a:ext cx="692150" cy="693738"/>
          </a:xfrm>
          <a:prstGeom prst="ellipse">
            <a:avLst/>
          </a:prstGeom>
          <a:solidFill>
            <a:srgbClr val="CC00CC">
              <a:alpha val="50000"/>
            </a:srgbClr>
          </a:solidFill>
          <a:ln>
            <a:noFill/>
          </a:ln>
        </p:spPr>
        <p:txBody>
          <a:bodyPr/>
          <a:lstStyle/>
          <a:p>
            <a:pPr marL="0" marR="0" lvl="0" indent="0" algn="l" defTabSz="914354" rtl="0" eaLnBrk="1" fontAlgn="auto" latinLnBrk="0" hangingPunct="1">
              <a:lnSpc>
                <a:spcPct val="100000"/>
              </a:lnSpc>
              <a:spcBef>
                <a:spcPts val="0"/>
              </a:spcBef>
              <a:spcAft>
                <a:spcPts val="0"/>
              </a:spcAft>
              <a:buClrTx/>
              <a:buSzTx/>
              <a:buFontTx/>
              <a:buNone/>
              <a:tabLst/>
              <a:defRPr/>
            </a:pPr>
            <a:endParaRPr kumimoji="0" lang="en-US" sz="1351" b="0" i="0" u="none" strike="noStrike" kern="1200" cap="none" spc="0" normalizeH="0" baseline="0" noProof="0">
              <a:ln>
                <a:noFill/>
              </a:ln>
              <a:solidFill>
                <a:prstClr val="black"/>
              </a:solidFill>
              <a:effectLst/>
              <a:uLnTx/>
              <a:uFillTx/>
              <a:latin typeface="Calibri"/>
              <a:ea typeface="+mn-ea"/>
              <a:cs typeface="Calibri"/>
            </a:endParaRPr>
          </a:p>
        </p:txBody>
      </p:sp>
      <p:sp>
        <p:nvSpPr>
          <p:cNvPr id="2" name="Title 1">
            <a:extLst>
              <a:ext uri="{FF2B5EF4-FFF2-40B4-BE49-F238E27FC236}">
                <a16:creationId xmlns:a16="http://schemas.microsoft.com/office/drawing/2014/main" id="{45EE62AB-7186-4917-B090-C6C6B2605E14}"/>
              </a:ext>
            </a:extLst>
          </p:cNvPr>
          <p:cNvSpPr>
            <a:spLocks noGrp="1"/>
          </p:cNvSpPr>
          <p:nvPr>
            <p:ph type="title"/>
          </p:nvPr>
        </p:nvSpPr>
        <p:spPr>
          <a:xfrm>
            <a:off x="4118050" y="27168"/>
            <a:ext cx="4600590" cy="990063"/>
          </a:xfrm>
        </p:spPr>
        <p:txBody>
          <a:bodyPr anchor="ctr">
            <a:normAutofit/>
          </a:bodyPr>
          <a:lstStyle/>
          <a:p>
            <a:r>
              <a:rPr lang="ar-LY" dirty="0"/>
              <a:t>المحتويات</a:t>
            </a:r>
            <a:endParaRPr lang="en-US" dirty="0"/>
          </a:p>
        </p:txBody>
      </p:sp>
      <p:sp>
        <p:nvSpPr>
          <p:cNvPr id="3" name="Date Placeholder 2">
            <a:extLst>
              <a:ext uri="{FF2B5EF4-FFF2-40B4-BE49-F238E27FC236}">
                <a16:creationId xmlns:a16="http://schemas.microsoft.com/office/drawing/2014/main" id="{E00463A9-475E-40B3-AE32-E119B2E11466}"/>
              </a:ext>
            </a:extLst>
          </p:cNvPr>
          <p:cNvSpPr>
            <a:spLocks noGrp="1"/>
          </p:cNvSpPr>
          <p:nvPr>
            <p:ph type="dt" sz="half" idx="10"/>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93BBB372-3DE1-4D39-A4CF-BE10427CBDA0}" type="datetime4">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Calibri"/>
              </a:rPr>
              <a:pPr marL="0" marR="0" lvl="0" indent="0" algn="ctr" defTabSz="914400" rtl="0" eaLnBrk="1" fontAlgn="auto" latinLnBrk="0" hangingPunct="1">
                <a:lnSpc>
                  <a:spcPct val="100000"/>
                </a:lnSpc>
                <a:spcBef>
                  <a:spcPts val="0"/>
                </a:spcBef>
                <a:spcAft>
                  <a:spcPts val="0"/>
                </a:spcAft>
                <a:buClrTx/>
                <a:buSzTx/>
                <a:buFontTx/>
                <a:buNone/>
                <a:tabLst/>
                <a:defRPr/>
              </a:pPr>
              <a:t>November 16, 2023</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Calibri"/>
            </a:endParaRPr>
          </a:p>
        </p:txBody>
      </p:sp>
      <p:sp>
        <p:nvSpPr>
          <p:cNvPr id="4" name="Slide Number Placeholder 3">
            <a:extLst>
              <a:ext uri="{FF2B5EF4-FFF2-40B4-BE49-F238E27FC236}">
                <a16:creationId xmlns:a16="http://schemas.microsoft.com/office/drawing/2014/main" id="{A9330575-0651-45F1-AE24-9924135298F8}"/>
              </a:ext>
            </a:extLst>
          </p:cNvPr>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6C01EF8E-7A2C-4D6B-9AD8-04F8FD90DB7E}"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Calibri"/>
              </a:rPr>
              <a:pPr marL="0" marR="0" lvl="0" indent="0" algn="ct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Calibri"/>
            </a:endParaRPr>
          </a:p>
        </p:txBody>
      </p:sp>
      <p:sp>
        <p:nvSpPr>
          <p:cNvPr id="44" name="Rectangle 43">
            <a:extLst>
              <a:ext uri="{FF2B5EF4-FFF2-40B4-BE49-F238E27FC236}">
                <a16:creationId xmlns:a16="http://schemas.microsoft.com/office/drawing/2014/main" id="{5F194E28-33B2-43C6-AAA9-9F431CB866A5}"/>
              </a:ext>
            </a:extLst>
          </p:cNvPr>
          <p:cNvSpPr/>
          <p:nvPr/>
        </p:nvSpPr>
        <p:spPr>
          <a:xfrm>
            <a:off x="1894074" y="1611279"/>
            <a:ext cx="4201926" cy="738664"/>
          </a:xfrm>
          <a:prstGeom prst="rect">
            <a:avLst/>
          </a:prstGeom>
        </p:spPr>
        <p:txBody>
          <a:bodyPr wrap="square">
            <a:spAutoFit/>
          </a:bodyPr>
          <a:lstStyle/>
          <a:p>
            <a:pPr marL="285750" marR="0" lvl="0" indent="-285750" algn="just" defTabSz="914354" rtl="1" eaLnBrk="1" fontAlgn="auto" latinLnBrk="0" hangingPunct="1">
              <a:lnSpc>
                <a:spcPct val="100000"/>
              </a:lnSpc>
              <a:spcBef>
                <a:spcPts val="0"/>
              </a:spcBef>
              <a:spcAft>
                <a:spcPts val="0"/>
              </a:spcAft>
              <a:buClr>
                <a:srgbClr val="E24848"/>
              </a:buClr>
              <a:buSzTx/>
              <a:buFont typeface="Arial" panose="020B0604020202020204" pitchFamily="34" charset="0"/>
              <a:buChar char="•"/>
              <a:tabLst/>
              <a:defRPr/>
            </a:pPr>
            <a:r>
              <a:rPr lang="ar-LY" sz="1400" noProof="1">
                <a:solidFill>
                  <a:prstClr val="black"/>
                </a:solidFill>
                <a:latin typeface="Tajawal" panose="00000500000000000000" pitchFamily="2" charset="-78"/>
                <a:ea typeface="Open Sans Semibold" panose="020B0706030804020204" pitchFamily="34" charset="0"/>
                <a:cs typeface="Tajawal" panose="00000500000000000000" pitchFamily="2" charset="-78"/>
              </a:rPr>
              <a:t>مؤشرات عامة</a:t>
            </a:r>
          </a:p>
          <a:p>
            <a:pPr marL="285750" marR="0" lvl="0" indent="-285750" algn="just" defTabSz="914354" rtl="1" eaLnBrk="1" fontAlgn="auto" latinLnBrk="0" hangingPunct="1">
              <a:lnSpc>
                <a:spcPct val="100000"/>
              </a:lnSpc>
              <a:spcBef>
                <a:spcPts val="0"/>
              </a:spcBef>
              <a:spcAft>
                <a:spcPts val="0"/>
              </a:spcAft>
              <a:buClr>
                <a:srgbClr val="E24848"/>
              </a:buClr>
              <a:buSzTx/>
              <a:buFont typeface="Arial" panose="020B0604020202020204" pitchFamily="34" charset="0"/>
              <a:buChar char="•"/>
              <a:tabLst/>
              <a:defRPr/>
            </a:pPr>
            <a:r>
              <a:rPr lang="ar-LY" sz="1400" noProof="1">
                <a:solidFill>
                  <a:prstClr val="black"/>
                </a:solidFill>
                <a:latin typeface="Tajawal" panose="00000500000000000000" pitchFamily="2" charset="-78"/>
                <a:ea typeface="Open Sans Semibold" panose="020B0706030804020204" pitchFamily="34" charset="0"/>
                <a:cs typeface="Tajawal" panose="00000500000000000000" pitchFamily="2" charset="-78"/>
              </a:rPr>
              <a:t>مؤشرات الاستخدام</a:t>
            </a:r>
            <a:endParaRPr kumimoji="0" lang="ar-LY" sz="1400" b="0" i="0" u="none" strike="noStrike" kern="1200" cap="none" spc="0" normalizeH="0" baseline="0" noProof="1">
              <a:ln>
                <a:noFill/>
              </a:ln>
              <a:solidFill>
                <a:prstClr val="black"/>
              </a:solidFill>
              <a:effectLst/>
              <a:uLnTx/>
              <a:uFillTx/>
              <a:latin typeface="Tajawal" panose="00000500000000000000" pitchFamily="2" charset="-78"/>
              <a:ea typeface="Open Sans Semibold" panose="020B0706030804020204" pitchFamily="34" charset="0"/>
              <a:cs typeface="Tajawal" panose="00000500000000000000" pitchFamily="2" charset="-78"/>
            </a:endParaRPr>
          </a:p>
          <a:p>
            <a:pPr marL="285750" marR="0" lvl="0" indent="-285750" algn="just" defTabSz="914354" rtl="1" eaLnBrk="1" fontAlgn="auto" latinLnBrk="0" hangingPunct="1">
              <a:lnSpc>
                <a:spcPct val="100000"/>
              </a:lnSpc>
              <a:spcBef>
                <a:spcPts val="0"/>
              </a:spcBef>
              <a:spcAft>
                <a:spcPts val="0"/>
              </a:spcAft>
              <a:buClr>
                <a:srgbClr val="E24848"/>
              </a:buClr>
              <a:buSzTx/>
              <a:buFont typeface="Arial" panose="020B0604020202020204" pitchFamily="34" charset="0"/>
              <a:buChar char="•"/>
              <a:tabLst/>
              <a:defRPr/>
            </a:pPr>
            <a:r>
              <a:rPr lang="ar-LY" sz="1400" noProof="1">
                <a:solidFill>
                  <a:prstClr val="black"/>
                </a:solidFill>
                <a:latin typeface="Tajawal" panose="00000500000000000000" pitchFamily="2" charset="-78"/>
                <a:ea typeface="Open Sans Semibold" panose="020B0706030804020204" pitchFamily="34" charset="0"/>
                <a:cs typeface="Tajawal" panose="00000500000000000000" pitchFamily="2" charset="-78"/>
              </a:rPr>
              <a:t>مؤشرات المبيعات</a:t>
            </a:r>
          </a:p>
        </p:txBody>
      </p:sp>
      <p:sp>
        <p:nvSpPr>
          <p:cNvPr id="45" name="Rectangle 44">
            <a:extLst>
              <a:ext uri="{FF2B5EF4-FFF2-40B4-BE49-F238E27FC236}">
                <a16:creationId xmlns:a16="http://schemas.microsoft.com/office/drawing/2014/main" id="{EE11EF17-BB7B-49BE-99C1-6042E078359A}"/>
              </a:ext>
            </a:extLst>
          </p:cNvPr>
          <p:cNvSpPr/>
          <p:nvPr/>
        </p:nvSpPr>
        <p:spPr>
          <a:xfrm>
            <a:off x="7617987" y="1650424"/>
            <a:ext cx="2011680" cy="4431983"/>
          </a:xfrm>
          <a:prstGeom prst="rect">
            <a:avLst/>
          </a:prstGeom>
        </p:spPr>
        <p:txBody>
          <a:bodyPr wrap="square" anchor="ctr">
            <a:spAutoFit/>
          </a:bodyPr>
          <a:lstStyle/>
          <a:p>
            <a:pPr marL="0" marR="0" lvl="0" indent="0" algn="ctr" defTabSz="914354" rtl="1" eaLnBrk="1" fontAlgn="auto" latinLnBrk="0" hangingPunct="1">
              <a:lnSpc>
                <a:spcPct val="100000"/>
              </a:lnSpc>
              <a:spcBef>
                <a:spcPts val="0"/>
              </a:spcBef>
              <a:spcAft>
                <a:spcPts val="0"/>
              </a:spcAft>
              <a:buClr>
                <a:srgbClr val="E24848"/>
              </a:buClr>
              <a:buSzTx/>
              <a:buFontTx/>
              <a:buNone/>
              <a:tabLst/>
              <a:defRPr/>
            </a:pPr>
            <a:r>
              <a:rPr kumimoji="0" lang="ar-LY" sz="1800" b="1" i="0" u="none" strike="noStrike" kern="1200" cap="none" spc="0" normalizeH="0" baseline="0" noProof="1">
                <a:ln>
                  <a:noFill/>
                </a:ln>
                <a:solidFill>
                  <a:prstClr val="black">
                    <a:lumMod val="75000"/>
                    <a:lumOff val="25000"/>
                  </a:prstClr>
                </a:solidFill>
                <a:effectLst/>
                <a:uLnTx/>
                <a:uFillTx/>
                <a:latin typeface="Open Sans Semibold" panose="020B0706030804020204" pitchFamily="34" charset="0"/>
                <a:ea typeface="Open Sans Semibold" panose="020B0706030804020204" pitchFamily="34" charset="0"/>
                <a:cs typeface="Tajawal ExtraBold"/>
              </a:rPr>
              <a:t>ليبيانا 202</a:t>
            </a:r>
            <a:r>
              <a:rPr lang="ar-LY" b="1" noProof="1">
                <a:solidFill>
                  <a:prstClr val="black">
                    <a:lumMod val="75000"/>
                    <a:lumOff val="25000"/>
                  </a:prstClr>
                </a:solidFill>
                <a:latin typeface="Open Sans Semibold" panose="020B0706030804020204" pitchFamily="34" charset="0"/>
                <a:ea typeface="Open Sans Semibold" panose="020B0706030804020204" pitchFamily="34" charset="0"/>
                <a:cs typeface="Tajawal ExtraBold"/>
              </a:rPr>
              <a:t>3</a:t>
            </a:r>
            <a:r>
              <a:rPr kumimoji="0" lang="ar-LY" sz="1800" b="1" i="0" u="none" strike="noStrike" kern="1200" cap="none" spc="0" normalizeH="0" baseline="0" noProof="1">
                <a:ln>
                  <a:noFill/>
                </a:ln>
                <a:solidFill>
                  <a:prstClr val="black">
                    <a:lumMod val="75000"/>
                    <a:lumOff val="25000"/>
                  </a:prstClr>
                </a:solidFill>
                <a:effectLst/>
                <a:uLnTx/>
                <a:uFillTx/>
                <a:latin typeface="Open Sans Semibold" panose="020B0706030804020204" pitchFamily="34" charset="0"/>
                <a:ea typeface="Open Sans Semibold" panose="020B0706030804020204" pitchFamily="34" charset="0"/>
                <a:cs typeface="Tajawal ExtraBold"/>
              </a:rPr>
              <a:t> مؤشرات وانجازات</a:t>
            </a:r>
            <a:endParaRPr kumimoji="0" lang="en-US" sz="1800" b="1" i="0" u="none" strike="noStrike" kern="1200" cap="none" spc="0" normalizeH="0" baseline="0" noProof="1">
              <a:ln>
                <a:noFill/>
              </a:ln>
              <a:solidFill>
                <a:prstClr val="black">
                  <a:lumMod val="75000"/>
                  <a:lumOff val="25000"/>
                </a:prstClr>
              </a:solidFill>
              <a:effectLst/>
              <a:uLnTx/>
              <a:uFillTx/>
              <a:latin typeface="Open Sans Semibold" panose="020B0706030804020204" pitchFamily="34" charset="0"/>
              <a:ea typeface="Open Sans Semibold" panose="020B0706030804020204" pitchFamily="34" charset="0"/>
              <a:cs typeface="Tajawal ExtraBold"/>
            </a:endParaRPr>
          </a:p>
          <a:p>
            <a:pPr marL="0" marR="0" lvl="0" indent="0" algn="ctr" defTabSz="914354" rtl="1" eaLnBrk="1" fontAlgn="auto" latinLnBrk="0" hangingPunct="1">
              <a:lnSpc>
                <a:spcPct val="100000"/>
              </a:lnSpc>
              <a:spcBef>
                <a:spcPts val="0"/>
              </a:spcBef>
              <a:spcAft>
                <a:spcPts val="0"/>
              </a:spcAft>
              <a:buClr>
                <a:srgbClr val="E24848"/>
              </a:buClr>
              <a:buSzTx/>
              <a:buFontTx/>
              <a:buNone/>
              <a:tabLst/>
              <a:defRPr/>
            </a:pPr>
            <a:r>
              <a:rPr lang="ar-LY" sz="1000" b="1" noProof="1">
                <a:solidFill>
                  <a:srgbClr val="FF0000"/>
                </a:solidFill>
                <a:latin typeface="Open Sans Semibold" panose="020B0706030804020204" pitchFamily="34" charset="0"/>
                <a:ea typeface="Open Sans Semibold" panose="020B0706030804020204" pitchFamily="34" charset="0"/>
                <a:cs typeface="Tajawal ExtraBold"/>
              </a:rPr>
              <a:t>(حتى نهاية شهر سبتمبر)</a:t>
            </a:r>
            <a:endParaRPr kumimoji="0" lang="ar-LY" sz="1000" b="1" i="0" u="none" strike="noStrike" kern="1200" cap="none" spc="0" normalizeH="0" baseline="0" noProof="1">
              <a:ln>
                <a:noFill/>
              </a:ln>
              <a:solidFill>
                <a:srgbClr val="FF0000"/>
              </a:solidFill>
              <a:effectLst/>
              <a:uLnTx/>
              <a:uFillTx/>
              <a:latin typeface="Open Sans Semibold" panose="020B0706030804020204" pitchFamily="34" charset="0"/>
              <a:ea typeface="Open Sans Semibold" panose="020B0706030804020204" pitchFamily="34" charset="0"/>
              <a:cs typeface="Tajawal ExtraBold"/>
            </a:endParaRPr>
          </a:p>
          <a:p>
            <a:pPr marL="0" marR="0" lvl="0" indent="0" algn="ctr" defTabSz="914354" rtl="1" eaLnBrk="1" fontAlgn="auto" latinLnBrk="0" hangingPunct="1">
              <a:lnSpc>
                <a:spcPct val="100000"/>
              </a:lnSpc>
              <a:spcBef>
                <a:spcPts val="0"/>
              </a:spcBef>
              <a:spcAft>
                <a:spcPts val="0"/>
              </a:spcAft>
              <a:buClr>
                <a:srgbClr val="E24848"/>
              </a:buClr>
              <a:buSzTx/>
              <a:buFontTx/>
              <a:buNone/>
              <a:tabLst/>
              <a:defRPr/>
            </a:pPr>
            <a:endParaRPr lang="ar-LY" b="1" noProof="1">
              <a:solidFill>
                <a:prstClr val="black">
                  <a:lumMod val="75000"/>
                  <a:lumOff val="25000"/>
                </a:prstClr>
              </a:solidFill>
              <a:latin typeface="Open Sans Semibold" panose="020B0706030804020204" pitchFamily="34" charset="0"/>
              <a:ea typeface="Open Sans Semibold" panose="020B0706030804020204" pitchFamily="34" charset="0"/>
              <a:cs typeface="Tajawal ExtraBold"/>
            </a:endParaRPr>
          </a:p>
          <a:p>
            <a:pPr marL="0" marR="0" lvl="0" indent="0" algn="ctr" defTabSz="914354" rtl="1" eaLnBrk="1" fontAlgn="auto" latinLnBrk="0" hangingPunct="1">
              <a:lnSpc>
                <a:spcPct val="100000"/>
              </a:lnSpc>
              <a:spcBef>
                <a:spcPts val="0"/>
              </a:spcBef>
              <a:spcAft>
                <a:spcPts val="0"/>
              </a:spcAft>
              <a:buClr>
                <a:srgbClr val="E24848"/>
              </a:buClr>
              <a:buSzTx/>
              <a:buFontTx/>
              <a:buNone/>
              <a:tabLst/>
              <a:defRPr/>
            </a:pPr>
            <a:endParaRPr kumimoji="0" lang="ar-LY" sz="1800" b="1" i="0" u="none" strike="noStrike" kern="1200" cap="none" spc="0" normalizeH="0" baseline="0" noProof="1">
              <a:ln>
                <a:noFill/>
              </a:ln>
              <a:solidFill>
                <a:prstClr val="black">
                  <a:lumMod val="75000"/>
                  <a:lumOff val="25000"/>
                </a:prstClr>
              </a:solidFill>
              <a:effectLst/>
              <a:uLnTx/>
              <a:uFillTx/>
              <a:latin typeface="Open Sans Semibold" panose="020B0706030804020204" pitchFamily="34" charset="0"/>
              <a:ea typeface="Open Sans Semibold" panose="020B0706030804020204" pitchFamily="34" charset="0"/>
              <a:cs typeface="Tajawal ExtraBold"/>
            </a:endParaRPr>
          </a:p>
          <a:p>
            <a:pPr marL="0" marR="0" lvl="0" indent="0" algn="ctr" defTabSz="914354" rtl="1" eaLnBrk="1" fontAlgn="auto" latinLnBrk="0" hangingPunct="1">
              <a:lnSpc>
                <a:spcPct val="100000"/>
              </a:lnSpc>
              <a:spcBef>
                <a:spcPts val="0"/>
              </a:spcBef>
              <a:spcAft>
                <a:spcPts val="0"/>
              </a:spcAft>
              <a:buClr>
                <a:srgbClr val="E24848"/>
              </a:buClr>
              <a:buSzTx/>
              <a:buFontTx/>
              <a:buNone/>
              <a:tabLst/>
              <a:defRPr/>
            </a:pPr>
            <a:endParaRPr kumimoji="0" lang="ar-LY" sz="1800" b="1" i="0" u="none" strike="noStrike" kern="1200" cap="none" spc="0" normalizeH="0" baseline="0" noProof="1">
              <a:ln>
                <a:noFill/>
              </a:ln>
              <a:solidFill>
                <a:prstClr val="black">
                  <a:lumMod val="75000"/>
                  <a:lumOff val="25000"/>
                </a:prstClr>
              </a:solidFill>
              <a:effectLst/>
              <a:uLnTx/>
              <a:uFillTx/>
              <a:latin typeface="Open Sans Semibold" panose="020B0706030804020204" pitchFamily="34" charset="0"/>
              <a:ea typeface="Open Sans Semibold" panose="020B0706030804020204" pitchFamily="34" charset="0"/>
              <a:cs typeface="Tajawal ExtraBold"/>
            </a:endParaRPr>
          </a:p>
          <a:p>
            <a:pPr marL="0" marR="0" lvl="0" indent="0" algn="ctr" defTabSz="914354" rtl="1" eaLnBrk="1" fontAlgn="auto" latinLnBrk="0" hangingPunct="1">
              <a:lnSpc>
                <a:spcPct val="100000"/>
              </a:lnSpc>
              <a:spcBef>
                <a:spcPts val="0"/>
              </a:spcBef>
              <a:spcAft>
                <a:spcPts val="0"/>
              </a:spcAft>
              <a:buClr>
                <a:srgbClr val="E24848"/>
              </a:buClr>
              <a:buSzTx/>
              <a:buFontTx/>
              <a:buNone/>
              <a:tabLst/>
              <a:defRPr/>
            </a:pPr>
            <a:r>
              <a:rPr kumimoji="0" lang="ar-LY" sz="1800" b="1" i="0" u="none" strike="noStrike" kern="1200" cap="none" spc="0" normalizeH="0" baseline="0" noProof="1">
                <a:ln>
                  <a:noFill/>
                </a:ln>
                <a:solidFill>
                  <a:prstClr val="black">
                    <a:lumMod val="75000"/>
                    <a:lumOff val="25000"/>
                  </a:prstClr>
                </a:solidFill>
                <a:effectLst/>
                <a:uLnTx/>
                <a:uFillTx/>
                <a:latin typeface="Open Sans Semibold" panose="020B0706030804020204" pitchFamily="34" charset="0"/>
                <a:ea typeface="Open Sans Semibold" panose="020B0706030804020204" pitchFamily="34" charset="0"/>
                <a:cs typeface="Tajawal ExtraBold"/>
              </a:rPr>
              <a:t>تحليل السوق</a:t>
            </a:r>
          </a:p>
          <a:p>
            <a:pPr marL="0" marR="0" lvl="0" indent="0" algn="ctr" defTabSz="914354" rtl="1" eaLnBrk="1" fontAlgn="auto" latinLnBrk="0" hangingPunct="1">
              <a:lnSpc>
                <a:spcPct val="100000"/>
              </a:lnSpc>
              <a:spcBef>
                <a:spcPts val="0"/>
              </a:spcBef>
              <a:spcAft>
                <a:spcPts val="0"/>
              </a:spcAft>
              <a:buClr>
                <a:srgbClr val="E24848"/>
              </a:buClr>
              <a:buSzTx/>
              <a:buFontTx/>
              <a:buNone/>
              <a:tabLst/>
              <a:defRPr/>
            </a:pPr>
            <a:endParaRPr kumimoji="0" lang="ar-LY" sz="1800" b="1" i="0" u="none" strike="noStrike" kern="1200" cap="none" spc="0" normalizeH="0" baseline="0" noProof="1">
              <a:ln>
                <a:noFill/>
              </a:ln>
              <a:solidFill>
                <a:prstClr val="black">
                  <a:lumMod val="75000"/>
                  <a:lumOff val="25000"/>
                </a:prstClr>
              </a:solidFill>
              <a:effectLst/>
              <a:uLnTx/>
              <a:uFillTx/>
              <a:latin typeface="Open Sans Semibold" panose="020B0706030804020204" pitchFamily="34" charset="0"/>
              <a:ea typeface="Open Sans Semibold" panose="020B0706030804020204" pitchFamily="34" charset="0"/>
              <a:cs typeface="Tajawal ExtraBold"/>
            </a:endParaRPr>
          </a:p>
          <a:p>
            <a:pPr marL="0" marR="0" lvl="0" indent="0" algn="ctr" defTabSz="914354" rtl="1" eaLnBrk="1" fontAlgn="auto" latinLnBrk="0" hangingPunct="1">
              <a:lnSpc>
                <a:spcPct val="100000"/>
              </a:lnSpc>
              <a:spcBef>
                <a:spcPts val="0"/>
              </a:spcBef>
              <a:spcAft>
                <a:spcPts val="0"/>
              </a:spcAft>
              <a:buClr>
                <a:srgbClr val="E24848"/>
              </a:buClr>
              <a:buSzTx/>
              <a:buFontTx/>
              <a:buNone/>
              <a:tabLst/>
              <a:defRPr/>
            </a:pPr>
            <a:endParaRPr kumimoji="0" lang="ar-LY" sz="1800" b="1" i="0" u="none" strike="noStrike" kern="1200" cap="none" spc="0" normalizeH="0" baseline="0" noProof="1">
              <a:ln>
                <a:noFill/>
              </a:ln>
              <a:solidFill>
                <a:prstClr val="black">
                  <a:lumMod val="75000"/>
                  <a:lumOff val="25000"/>
                </a:prstClr>
              </a:solidFill>
              <a:effectLst/>
              <a:uLnTx/>
              <a:uFillTx/>
              <a:latin typeface="Open Sans Semibold" panose="020B0706030804020204" pitchFamily="34" charset="0"/>
              <a:ea typeface="Open Sans Semibold" panose="020B0706030804020204" pitchFamily="34" charset="0"/>
              <a:cs typeface="Tajawal ExtraBold"/>
            </a:endParaRPr>
          </a:p>
          <a:p>
            <a:pPr marL="0" marR="0" lvl="0" indent="0" algn="ctr" defTabSz="914354" rtl="1" eaLnBrk="1" fontAlgn="auto" latinLnBrk="0" hangingPunct="1">
              <a:lnSpc>
                <a:spcPct val="100000"/>
              </a:lnSpc>
              <a:spcBef>
                <a:spcPts val="0"/>
              </a:spcBef>
              <a:spcAft>
                <a:spcPts val="0"/>
              </a:spcAft>
              <a:buClr>
                <a:srgbClr val="E24848"/>
              </a:buClr>
              <a:buSzTx/>
              <a:buFontTx/>
              <a:buNone/>
              <a:tabLst/>
              <a:defRPr/>
            </a:pPr>
            <a:endParaRPr kumimoji="0" lang="ar-LY" sz="1800" b="1" i="0" u="none" strike="noStrike" kern="1200" cap="none" spc="0" normalizeH="0" baseline="0" noProof="1">
              <a:ln>
                <a:noFill/>
              </a:ln>
              <a:solidFill>
                <a:prstClr val="black">
                  <a:lumMod val="75000"/>
                  <a:lumOff val="25000"/>
                </a:prstClr>
              </a:solidFill>
              <a:effectLst/>
              <a:uLnTx/>
              <a:uFillTx/>
              <a:latin typeface="Open Sans Semibold" panose="020B0706030804020204" pitchFamily="34" charset="0"/>
              <a:ea typeface="Open Sans Semibold" panose="020B0706030804020204" pitchFamily="34" charset="0"/>
              <a:cs typeface="Tajawal ExtraBold"/>
            </a:endParaRPr>
          </a:p>
          <a:p>
            <a:pPr marL="0" marR="0" lvl="0" indent="0" algn="ctr" defTabSz="914354" rtl="1" eaLnBrk="1" fontAlgn="auto" latinLnBrk="0" hangingPunct="1">
              <a:lnSpc>
                <a:spcPct val="100000"/>
              </a:lnSpc>
              <a:spcBef>
                <a:spcPts val="0"/>
              </a:spcBef>
              <a:spcAft>
                <a:spcPts val="0"/>
              </a:spcAft>
              <a:buClr>
                <a:srgbClr val="E24848"/>
              </a:buClr>
              <a:buSzTx/>
              <a:buFontTx/>
              <a:buNone/>
              <a:tabLst/>
              <a:defRPr/>
            </a:pPr>
            <a:r>
              <a:rPr kumimoji="0" lang="ar-LY" sz="1800" b="1" i="0" u="none" strike="noStrike" kern="1200" cap="none" spc="0" normalizeH="0" baseline="0" noProof="1">
                <a:ln>
                  <a:noFill/>
                </a:ln>
                <a:solidFill>
                  <a:prstClr val="black">
                    <a:lumMod val="75000"/>
                    <a:lumOff val="25000"/>
                  </a:prstClr>
                </a:solidFill>
                <a:effectLst/>
                <a:uLnTx/>
                <a:uFillTx/>
                <a:latin typeface="Open Sans Semibold" panose="020B0706030804020204" pitchFamily="34" charset="0"/>
                <a:ea typeface="Open Sans Semibold" panose="020B0706030804020204" pitchFamily="34" charset="0"/>
                <a:cs typeface="Tajawal ExtraBold"/>
              </a:rPr>
              <a:t>الاستراتيجية العامة</a:t>
            </a:r>
          </a:p>
          <a:p>
            <a:pPr marL="0" marR="0" lvl="0" indent="0" algn="ctr" defTabSz="914354" rtl="1" eaLnBrk="1" fontAlgn="auto" latinLnBrk="0" hangingPunct="1">
              <a:lnSpc>
                <a:spcPct val="100000"/>
              </a:lnSpc>
              <a:spcBef>
                <a:spcPts val="0"/>
              </a:spcBef>
              <a:spcAft>
                <a:spcPts val="0"/>
              </a:spcAft>
              <a:buClr>
                <a:srgbClr val="E24848"/>
              </a:buClr>
              <a:buSzTx/>
              <a:buFontTx/>
              <a:buNone/>
              <a:tabLst/>
              <a:defRPr/>
            </a:pPr>
            <a:endParaRPr lang="ar-LY" b="1" noProof="1">
              <a:solidFill>
                <a:prstClr val="black">
                  <a:lumMod val="75000"/>
                  <a:lumOff val="25000"/>
                </a:prstClr>
              </a:solidFill>
              <a:latin typeface="Open Sans Semibold" panose="020B0706030804020204" pitchFamily="34" charset="0"/>
              <a:ea typeface="Open Sans Semibold" panose="020B0706030804020204" pitchFamily="34" charset="0"/>
              <a:cs typeface="Tajawal ExtraBold"/>
            </a:endParaRPr>
          </a:p>
          <a:p>
            <a:pPr marL="0" marR="0" lvl="0" indent="0" algn="ctr" defTabSz="914354" rtl="1" eaLnBrk="1" fontAlgn="auto" latinLnBrk="0" hangingPunct="1">
              <a:lnSpc>
                <a:spcPct val="100000"/>
              </a:lnSpc>
              <a:spcBef>
                <a:spcPts val="0"/>
              </a:spcBef>
              <a:spcAft>
                <a:spcPts val="0"/>
              </a:spcAft>
              <a:buClr>
                <a:srgbClr val="E24848"/>
              </a:buClr>
              <a:buSzTx/>
              <a:buFontTx/>
              <a:buNone/>
              <a:tabLst/>
              <a:defRPr/>
            </a:pPr>
            <a:endParaRPr kumimoji="0" lang="ar-LY" sz="1800" b="1" i="0" u="none" strike="noStrike" kern="1200" cap="none" spc="0" normalizeH="0" baseline="0" noProof="1">
              <a:ln>
                <a:noFill/>
              </a:ln>
              <a:solidFill>
                <a:prstClr val="black">
                  <a:lumMod val="75000"/>
                  <a:lumOff val="25000"/>
                </a:prstClr>
              </a:solidFill>
              <a:effectLst/>
              <a:uLnTx/>
              <a:uFillTx/>
              <a:latin typeface="Open Sans Semibold" panose="020B0706030804020204" pitchFamily="34" charset="0"/>
              <a:ea typeface="Open Sans Semibold" panose="020B0706030804020204" pitchFamily="34" charset="0"/>
              <a:cs typeface="Tajawal ExtraBold"/>
            </a:endParaRPr>
          </a:p>
          <a:p>
            <a:pPr marL="0" marR="0" lvl="0" indent="0" algn="ctr" defTabSz="914354" rtl="1" eaLnBrk="1" fontAlgn="auto" latinLnBrk="0" hangingPunct="1">
              <a:lnSpc>
                <a:spcPct val="100000"/>
              </a:lnSpc>
              <a:spcBef>
                <a:spcPts val="0"/>
              </a:spcBef>
              <a:spcAft>
                <a:spcPts val="0"/>
              </a:spcAft>
              <a:buClr>
                <a:srgbClr val="E24848"/>
              </a:buClr>
              <a:buSzTx/>
              <a:buFontTx/>
              <a:buNone/>
              <a:tabLst/>
              <a:defRPr/>
            </a:pPr>
            <a:endParaRPr kumimoji="0" lang="ar-LY" sz="1800" b="1" i="0" u="none" strike="noStrike" kern="1200" cap="none" spc="0" normalizeH="0" baseline="0" noProof="1">
              <a:ln>
                <a:noFill/>
              </a:ln>
              <a:solidFill>
                <a:prstClr val="black">
                  <a:lumMod val="75000"/>
                  <a:lumOff val="25000"/>
                </a:prstClr>
              </a:solidFill>
              <a:effectLst/>
              <a:uLnTx/>
              <a:uFillTx/>
              <a:latin typeface="Open Sans Semibold" panose="020B0706030804020204" pitchFamily="34" charset="0"/>
              <a:ea typeface="Open Sans Semibold" panose="020B0706030804020204" pitchFamily="34" charset="0"/>
              <a:cs typeface="Tajawal ExtraBold"/>
            </a:endParaRPr>
          </a:p>
          <a:p>
            <a:pPr marL="0" marR="0" lvl="0" indent="0" algn="ctr" defTabSz="914354" rtl="1" eaLnBrk="1" fontAlgn="auto" latinLnBrk="0" hangingPunct="1">
              <a:lnSpc>
                <a:spcPct val="100000"/>
              </a:lnSpc>
              <a:spcBef>
                <a:spcPts val="0"/>
              </a:spcBef>
              <a:spcAft>
                <a:spcPts val="0"/>
              </a:spcAft>
              <a:buClr>
                <a:srgbClr val="E24848"/>
              </a:buClr>
              <a:buSzTx/>
              <a:buFontTx/>
              <a:buNone/>
              <a:tabLst/>
              <a:defRPr/>
            </a:pPr>
            <a:r>
              <a:rPr kumimoji="0" lang="ar-LY" sz="1800" b="1" i="0" u="none" strike="noStrike" kern="1200" cap="none" spc="0" normalizeH="0" baseline="0" noProof="1">
                <a:ln>
                  <a:noFill/>
                </a:ln>
                <a:solidFill>
                  <a:prstClr val="black">
                    <a:lumMod val="75000"/>
                    <a:lumOff val="25000"/>
                  </a:prstClr>
                </a:solidFill>
                <a:effectLst/>
                <a:uLnTx/>
                <a:uFillTx/>
                <a:latin typeface="Open Sans Semibold" panose="020B0706030804020204" pitchFamily="34" charset="0"/>
                <a:ea typeface="Open Sans Semibold" panose="020B0706030804020204" pitchFamily="34" charset="0"/>
                <a:cs typeface="Tajawal ExtraBold"/>
              </a:rPr>
              <a:t>خطة</a:t>
            </a:r>
            <a:r>
              <a:rPr kumimoji="0" lang="ar-LY" sz="1800" b="1" i="0" u="none" strike="noStrike" kern="1200" cap="none" spc="0" normalizeH="0" noProof="1">
                <a:ln>
                  <a:noFill/>
                </a:ln>
                <a:solidFill>
                  <a:prstClr val="black">
                    <a:lumMod val="75000"/>
                    <a:lumOff val="25000"/>
                  </a:prstClr>
                </a:solidFill>
                <a:effectLst/>
                <a:uLnTx/>
                <a:uFillTx/>
                <a:latin typeface="Open Sans Semibold" panose="020B0706030804020204" pitchFamily="34" charset="0"/>
                <a:ea typeface="Open Sans Semibold" panose="020B0706030804020204" pitchFamily="34" charset="0"/>
                <a:cs typeface="Tajawal ExtraBold"/>
              </a:rPr>
              <a:t> العمل</a:t>
            </a:r>
            <a:endParaRPr kumimoji="0" lang="en-US" sz="1800" b="1" i="0" u="none" strike="noStrike" kern="1200" cap="none" spc="0" normalizeH="0" baseline="0" noProof="1">
              <a:ln>
                <a:noFill/>
              </a:ln>
              <a:solidFill>
                <a:prstClr val="black">
                  <a:lumMod val="75000"/>
                  <a:lumOff val="25000"/>
                </a:prstClr>
              </a:solidFill>
              <a:effectLst/>
              <a:uLnTx/>
              <a:uFillTx/>
              <a:latin typeface="Open Sans Semibold" panose="020B0706030804020204" pitchFamily="34" charset="0"/>
              <a:ea typeface="Open Sans Semibold" panose="020B0706030804020204" pitchFamily="34" charset="0"/>
              <a:cs typeface="Tajawal ExtraBold"/>
            </a:endParaRPr>
          </a:p>
        </p:txBody>
      </p:sp>
      <p:sp>
        <p:nvSpPr>
          <p:cNvPr id="57" name="Rectangle 56">
            <a:extLst>
              <a:ext uri="{FF2B5EF4-FFF2-40B4-BE49-F238E27FC236}">
                <a16:creationId xmlns:a16="http://schemas.microsoft.com/office/drawing/2014/main" id="{7988F3DD-EC1B-4EB4-B2F8-D3CECADDFDD1}"/>
              </a:ext>
            </a:extLst>
          </p:cNvPr>
          <p:cNvSpPr/>
          <p:nvPr/>
        </p:nvSpPr>
        <p:spPr>
          <a:xfrm>
            <a:off x="1998918" y="2927497"/>
            <a:ext cx="4114730" cy="738664"/>
          </a:xfrm>
          <a:prstGeom prst="rect">
            <a:avLst/>
          </a:prstGeom>
        </p:spPr>
        <p:txBody>
          <a:bodyPr wrap="square">
            <a:spAutoFit/>
          </a:bodyPr>
          <a:lstStyle/>
          <a:p>
            <a:pPr marL="285750" marR="0" lvl="0" indent="-285750" algn="r" defTabSz="914354" rtl="1" eaLnBrk="1" fontAlgn="auto" latinLnBrk="0" hangingPunct="1">
              <a:lnSpc>
                <a:spcPct val="100000"/>
              </a:lnSpc>
              <a:spcBef>
                <a:spcPts val="0"/>
              </a:spcBef>
              <a:spcAft>
                <a:spcPts val="0"/>
              </a:spcAft>
              <a:buClr>
                <a:srgbClr val="E24848"/>
              </a:buClr>
              <a:buSzTx/>
              <a:buFont typeface="Arial" panose="020B0604020202020204" pitchFamily="34" charset="0"/>
              <a:buChar char="•"/>
              <a:tabLst/>
              <a:defRPr/>
            </a:pPr>
            <a:r>
              <a:rPr kumimoji="0" lang="ar-LY" sz="1400" b="0" i="0" u="none" strike="noStrike" kern="1200" cap="none" spc="0" normalizeH="0" baseline="0" noProof="1">
                <a:ln>
                  <a:noFill/>
                </a:ln>
                <a:solidFill>
                  <a:prstClr val="black"/>
                </a:solidFill>
                <a:effectLst/>
                <a:uLnTx/>
                <a:uFillTx/>
                <a:latin typeface="Tajawal" panose="00000500000000000000" pitchFamily="2" charset="-78"/>
                <a:ea typeface="Open Sans Semibold" panose="020B0706030804020204" pitchFamily="34" charset="0"/>
                <a:cs typeface="Tajawal" panose="00000500000000000000" pitchFamily="2" charset="-78"/>
              </a:rPr>
              <a:t>تحليل سوق الاتصالات الليبي </a:t>
            </a:r>
            <a:r>
              <a:rPr kumimoji="0" lang="en-US" sz="1400" b="0" i="0" u="none" strike="noStrike" kern="1200" cap="none" spc="0" normalizeH="0" baseline="0" noProof="1">
                <a:ln>
                  <a:noFill/>
                </a:ln>
                <a:solidFill>
                  <a:prstClr val="black"/>
                </a:solidFill>
                <a:effectLst/>
                <a:uLnTx/>
                <a:uFillTx/>
                <a:latin typeface="Tajawal" panose="00000500000000000000" pitchFamily="2" charset="-78"/>
                <a:ea typeface="Open Sans Semibold" panose="020B0706030804020204" pitchFamily="34" charset="0"/>
                <a:cs typeface="Tajawal" panose="00000500000000000000" pitchFamily="2" charset="-78"/>
              </a:rPr>
              <a:t>SWOT ANALYSIS</a:t>
            </a:r>
          </a:p>
          <a:p>
            <a:pPr marL="285750" marR="0" lvl="0" indent="-285750" algn="r" defTabSz="914354" rtl="1" eaLnBrk="1" fontAlgn="auto" latinLnBrk="0" hangingPunct="1">
              <a:lnSpc>
                <a:spcPct val="100000"/>
              </a:lnSpc>
              <a:spcBef>
                <a:spcPts val="0"/>
              </a:spcBef>
              <a:spcAft>
                <a:spcPts val="0"/>
              </a:spcAft>
              <a:buClr>
                <a:srgbClr val="E24848"/>
              </a:buClr>
              <a:buSzTx/>
              <a:buFont typeface="Arial" panose="020B0604020202020204" pitchFamily="34" charset="0"/>
              <a:buChar char="•"/>
              <a:tabLst/>
              <a:defRPr/>
            </a:pPr>
            <a:r>
              <a:rPr kumimoji="0" lang="ar-LY" sz="1400" b="0" i="0" u="none" strike="noStrike" kern="1200" cap="none" spc="0" normalizeH="0" baseline="0" noProof="1">
                <a:ln>
                  <a:noFill/>
                </a:ln>
                <a:solidFill>
                  <a:prstClr val="black"/>
                </a:solidFill>
                <a:effectLst/>
                <a:uLnTx/>
                <a:uFillTx/>
                <a:latin typeface="Tajawal" panose="00000500000000000000" pitchFamily="2" charset="-78"/>
                <a:ea typeface="Open Sans Semibold" panose="020B0706030804020204" pitchFamily="34" charset="0"/>
                <a:cs typeface="Tajawal" panose="00000500000000000000" pitchFamily="2" charset="-78"/>
              </a:rPr>
              <a:t>تحليل شركة ليبيانا </a:t>
            </a:r>
            <a:r>
              <a:rPr kumimoji="0" lang="en-US" sz="1400" b="0" i="0" u="none" strike="noStrike" kern="1200" cap="none" spc="0" normalizeH="0" baseline="0" noProof="1">
                <a:ln>
                  <a:noFill/>
                </a:ln>
                <a:solidFill>
                  <a:prstClr val="black"/>
                </a:solidFill>
                <a:effectLst/>
                <a:uLnTx/>
                <a:uFillTx/>
                <a:latin typeface="Tajawal" panose="00000500000000000000" pitchFamily="2" charset="-78"/>
                <a:ea typeface="Open Sans Semibold" panose="020B0706030804020204" pitchFamily="34" charset="0"/>
                <a:cs typeface="Tajawal" panose="00000500000000000000" pitchFamily="2" charset="-78"/>
              </a:rPr>
              <a:t>LIBYANA SWOT ANALYSIS </a:t>
            </a:r>
            <a:r>
              <a:rPr kumimoji="0" lang="ar-LY" sz="1400" b="0" i="0" u="none" strike="noStrike" kern="1200" cap="none" spc="0" normalizeH="0" baseline="0" noProof="1">
                <a:ln>
                  <a:noFill/>
                </a:ln>
                <a:solidFill>
                  <a:prstClr val="black"/>
                </a:solidFill>
                <a:effectLst/>
                <a:uLnTx/>
                <a:uFillTx/>
                <a:latin typeface="Tajawal" panose="00000500000000000000" pitchFamily="2" charset="-78"/>
                <a:ea typeface="Open Sans Semibold" panose="020B0706030804020204" pitchFamily="34" charset="0"/>
                <a:cs typeface="Tajawal" panose="00000500000000000000" pitchFamily="2" charset="-78"/>
              </a:rPr>
              <a:t> </a:t>
            </a:r>
          </a:p>
          <a:p>
            <a:pPr marL="285750" indent="-285750" algn="r" defTabSz="914354" rtl="1">
              <a:buClr>
                <a:srgbClr val="E24848"/>
              </a:buClr>
              <a:buFont typeface="Arial" panose="020B0604020202020204" pitchFamily="34" charset="0"/>
              <a:buChar char="•"/>
              <a:defRPr/>
            </a:pPr>
            <a:r>
              <a:rPr lang="ar-LY" sz="1400" noProof="1">
                <a:solidFill>
                  <a:prstClr val="black"/>
                </a:solidFill>
                <a:latin typeface="Tajawal" panose="00000500000000000000" pitchFamily="2" charset="-78"/>
                <a:ea typeface="Open Sans Semibold" panose="020B0706030804020204" pitchFamily="34" charset="0"/>
                <a:cs typeface="Tajawal" panose="00000500000000000000" pitchFamily="2" charset="-78"/>
              </a:rPr>
              <a:t>الوضع التنافسي </a:t>
            </a:r>
          </a:p>
        </p:txBody>
      </p:sp>
      <p:cxnSp>
        <p:nvCxnSpPr>
          <p:cNvPr id="34" name="Straight Connector 33">
            <a:extLst>
              <a:ext uri="{FF2B5EF4-FFF2-40B4-BE49-F238E27FC236}">
                <a16:creationId xmlns:a16="http://schemas.microsoft.com/office/drawing/2014/main" id="{7648D531-C929-40C1-829E-0BBA93B9E473}"/>
              </a:ext>
            </a:extLst>
          </p:cNvPr>
          <p:cNvCxnSpPr>
            <a:cxnSpLocks/>
          </p:cNvCxnSpPr>
          <p:nvPr/>
        </p:nvCxnSpPr>
        <p:spPr>
          <a:xfrm>
            <a:off x="7011996" y="1619321"/>
            <a:ext cx="0" cy="4612136"/>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nvGrpSpPr>
          <p:cNvPr id="41" name="Group 90">
            <a:extLst>
              <a:ext uri="{FF2B5EF4-FFF2-40B4-BE49-F238E27FC236}">
                <a16:creationId xmlns:a16="http://schemas.microsoft.com/office/drawing/2014/main" id="{8950DE2D-11AC-49C0-9460-3C5DBE0415A1}"/>
              </a:ext>
            </a:extLst>
          </p:cNvPr>
          <p:cNvGrpSpPr>
            <a:grpSpLocks/>
          </p:cNvGrpSpPr>
          <p:nvPr/>
        </p:nvGrpSpPr>
        <p:grpSpPr bwMode="auto">
          <a:xfrm>
            <a:off x="6678621" y="1741466"/>
            <a:ext cx="692150" cy="693738"/>
            <a:chOff x="4285651" y="1798396"/>
            <a:chExt cx="572697" cy="572698"/>
          </a:xfrm>
        </p:grpSpPr>
        <p:sp>
          <p:nvSpPr>
            <p:cNvPr id="42" name="Oval 41">
              <a:extLst>
                <a:ext uri="{FF2B5EF4-FFF2-40B4-BE49-F238E27FC236}">
                  <a16:creationId xmlns:a16="http://schemas.microsoft.com/office/drawing/2014/main" id="{D834D3EE-E9A4-4749-BDB7-BD3900C7FA64}"/>
                </a:ext>
              </a:extLst>
            </p:cNvPr>
            <p:cNvSpPr/>
            <p:nvPr/>
          </p:nvSpPr>
          <p:spPr>
            <a:xfrm>
              <a:off x="4285651" y="1798396"/>
              <a:ext cx="572697" cy="572698"/>
            </a:xfrm>
            <a:prstGeom prst="ellipse">
              <a:avLst/>
            </a:prstGeom>
            <a:solidFill>
              <a:srgbClr val="4CC1BA">
                <a:alpha val="40000"/>
              </a:srgbClr>
            </a:solidFill>
            <a:ln>
              <a:noFill/>
            </a:ln>
          </p:spPr>
          <p:txBody>
            <a:bodyPr/>
            <a:lstStyle/>
            <a:p>
              <a:pPr marL="0" marR="0" lvl="0" indent="0" algn="l" defTabSz="914354" rtl="0" eaLnBrk="1" fontAlgn="auto" latinLnBrk="0" hangingPunct="1">
                <a:lnSpc>
                  <a:spcPct val="100000"/>
                </a:lnSpc>
                <a:spcBef>
                  <a:spcPts val="0"/>
                </a:spcBef>
                <a:spcAft>
                  <a:spcPts val="0"/>
                </a:spcAft>
                <a:buClrTx/>
                <a:buSzTx/>
                <a:buFontTx/>
                <a:buNone/>
                <a:tabLst/>
                <a:defRPr/>
              </a:pPr>
              <a:endParaRPr kumimoji="0" lang="en-US" sz="1351" b="0" i="0" u="none" strike="noStrike" kern="1200" cap="none" spc="0" normalizeH="0" baseline="0" noProof="0">
                <a:ln>
                  <a:noFill/>
                </a:ln>
                <a:solidFill>
                  <a:prstClr val="black"/>
                </a:solidFill>
                <a:effectLst/>
                <a:uLnTx/>
                <a:uFillTx/>
                <a:latin typeface="Calibri"/>
                <a:ea typeface="+mn-ea"/>
                <a:cs typeface="Calibri"/>
              </a:endParaRPr>
            </a:p>
          </p:txBody>
        </p:sp>
        <p:sp>
          <p:nvSpPr>
            <p:cNvPr id="43" name="Oval 42">
              <a:extLst>
                <a:ext uri="{FF2B5EF4-FFF2-40B4-BE49-F238E27FC236}">
                  <a16:creationId xmlns:a16="http://schemas.microsoft.com/office/drawing/2014/main" id="{0790AC6C-8831-4FF9-A972-5DA7A893639B}"/>
                </a:ext>
              </a:extLst>
            </p:cNvPr>
            <p:cNvSpPr/>
            <p:nvPr/>
          </p:nvSpPr>
          <p:spPr>
            <a:xfrm>
              <a:off x="4335565" y="1848196"/>
              <a:ext cx="472869" cy="473098"/>
            </a:xfrm>
            <a:prstGeom prst="ellipse">
              <a:avLst/>
            </a:prstGeom>
            <a:solidFill>
              <a:srgbClr val="4CC1BA"/>
            </a:solidFill>
            <a:ln>
              <a:noFill/>
            </a:ln>
          </p:spPr>
          <p:txBody>
            <a:bodyPr/>
            <a:lstStyle/>
            <a:p>
              <a:pPr marL="0" marR="0" lvl="0" indent="0" algn="l" defTabSz="914354" rtl="0" eaLnBrk="1" fontAlgn="auto" latinLnBrk="0" hangingPunct="1">
                <a:lnSpc>
                  <a:spcPct val="100000"/>
                </a:lnSpc>
                <a:spcBef>
                  <a:spcPts val="0"/>
                </a:spcBef>
                <a:spcAft>
                  <a:spcPts val="0"/>
                </a:spcAft>
                <a:buClrTx/>
                <a:buSzTx/>
                <a:buFontTx/>
                <a:buNone/>
                <a:tabLst/>
                <a:defRPr/>
              </a:pPr>
              <a:endParaRPr kumimoji="0" lang="en-US" sz="1351" b="0" i="0" u="none" strike="noStrike" kern="1200" cap="none" spc="0" normalizeH="0" baseline="0" noProof="0">
                <a:ln>
                  <a:noFill/>
                </a:ln>
                <a:solidFill>
                  <a:prstClr val="black"/>
                </a:solidFill>
                <a:effectLst/>
                <a:uLnTx/>
                <a:uFillTx/>
                <a:latin typeface="Calibri"/>
                <a:ea typeface="+mn-ea"/>
                <a:cs typeface="Calibri"/>
              </a:endParaRPr>
            </a:p>
          </p:txBody>
        </p:sp>
      </p:grpSp>
      <p:grpSp>
        <p:nvGrpSpPr>
          <p:cNvPr id="47" name="Group 46">
            <a:extLst>
              <a:ext uri="{FF2B5EF4-FFF2-40B4-BE49-F238E27FC236}">
                <a16:creationId xmlns:a16="http://schemas.microsoft.com/office/drawing/2014/main" id="{1072BB99-96D8-4E5D-B451-F613358A0A9F}"/>
              </a:ext>
            </a:extLst>
          </p:cNvPr>
          <p:cNvGrpSpPr/>
          <p:nvPr/>
        </p:nvGrpSpPr>
        <p:grpSpPr>
          <a:xfrm rot="10800000">
            <a:off x="6633414" y="5237597"/>
            <a:ext cx="692150" cy="752475"/>
            <a:chOff x="7245350" y="4850932"/>
            <a:chExt cx="692150" cy="752475"/>
          </a:xfrm>
        </p:grpSpPr>
        <p:sp>
          <p:nvSpPr>
            <p:cNvPr id="48" name="Oval 47">
              <a:extLst>
                <a:ext uri="{FF2B5EF4-FFF2-40B4-BE49-F238E27FC236}">
                  <a16:creationId xmlns:a16="http://schemas.microsoft.com/office/drawing/2014/main" id="{3179CA3E-C397-49A1-9DBD-66AF7458044F}"/>
                </a:ext>
              </a:extLst>
            </p:cNvPr>
            <p:cNvSpPr/>
            <p:nvPr/>
          </p:nvSpPr>
          <p:spPr bwMode="auto">
            <a:xfrm>
              <a:off x="7305675" y="4969993"/>
              <a:ext cx="571500" cy="573088"/>
            </a:xfrm>
            <a:prstGeom prst="ellipse">
              <a:avLst/>
            </a:prstGeom>
            <a:solidFill>
              <a:schemeClr val="bg1">
                <a:lumMod val="65000"/>
              </a:schemeClr>
            </a:solidFill>
            <a:ln>
              <a:noFill/>
            </a:ln>
          </p:spPr>
          <p:txBody>
            <a:bodyPr/>
            <a:lstStyle/>
            <a:p>
              <a:pPr marL="0" marR="0" lvl="0" indent="0" algn="l" defTabSz="914354" rtl="0" eaLnBrk="1" fontAlgn="auto" latinLnBrk="0" hangingPunct="1">
                <a:lnSpc>
                  <a:spcPct val="100000"/>
                </a:lnSpc>
                <a:spcBef>
                  <a:spcPts val="0"/>
                </a:spcBef>
                <a:spcAft>
                  <a:spcPts val="0"/>
                </a:spcAft>
                <a:buClrTx/>
                <a:buSzTx/>
                <a:buFontTx/>
                <a:buNone/>
                <a:tabLst/>
                <a:defRPr/>
              </a:pPr>
              <a:endParaRPr kumimoji="0" lang="en-US" sz="1351" b="0" i="0" u="none" strike="noStrike" kern="1200" cap="none" spc="0" normalizeH="0" baseline="0" noProof="0">
                <a:ln>
                  <a:noFill/>
                </a:ln>
                <a:solidFill>
                  <a:prstClr val="black"/>
                </a:solidFill>
                <a:effectLst/>
                <a:uLnTx/>
                <a:uFillTx/>
                <a:latin typeface="Calibri"/>
                <a:ea typeface="+mn-ea"/>
                <a:cs typeface="Calibri"/>
              </a:endParaRPr>
            </a:p>
          </p:txBody>
        </p:sp>
        <p:sp>
          <p:nvSpPr>
            <p:cNvPr id="49" name="Isosceles Triangle 48">
              <a:extLst>
                <a:ext uri="{FF2B5EF4-FFF2-40B4-BE49-F238E27FC236}">
                  <a16:creationId xmlns:a16="http://schemas.microsoft.com/office/drawing/2014/main" id="{4CB5694A-1074-4940-8D09-16EAB4C18822}"/>
                </a:ext>
              </a:extLst>
            </p:cNvPr>
            <p:cNvSpPr/>
            <p:nvPr/>
          </p:nvSpPr>
          <p:spPr bwMode="auto">
            <a:xfrm>
              <a:off x="7343776" y="4850932"/>
              <a:ext cx="495300" cy="427037"/>
            </a:xfrm>
            <a:prstGeom prst="triangl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354" rtl="0" eaLnBrk="1" fontAlgn="auto" latinLnBrk="0" hangingPunct="1">
                <a:lnSpc>
                  <a:spcPct val="100000"/>
                </a:lnSpc>
                <a:spcBef>
                  <a:spcPts val="0"/>
                </a:spcBef>
                <a:spcAft>
                  <a:spcPts val="0"/>
                </a:spcAft>
                <a:buClrTx/>
                <a:buSzTx/>
                <a:buFontTx/>
                <a:buNone/>
                <a:tabLst/>
                <a:defRPr/>
              </a:pPr>
              <a:endParaRPr kumimoji="0" lang="en-US" sz="1351" b="0" i="0" u="none" strike="noStrike" kern="1200" cap="none" spc="0" normalizeH="0" baseline="0" noProof="0">
                <a:ln>
                  <a:noFill/>
                </a:ln>
                <a:solidFill>
                  <a:prstClr val="white"/>
                </a:solidFill>
                <a:effectLst/>
                <a:uLnTx/>
                <a:uFillTx/>
                <a:latin typeface="Calibri"/>
                <a:ea typeface="+mn-ea"/>
                <a:cs typeface="Calibri"/>
              </a:endParaRPr>
            </a:p>
          </p:txBody>
        </p:sp>
        <p:sp>
          <p:nvSpPr>
            <p:cNvPr id="50" name="Oval 49">
              <a:extLst>
                <a:ext uri="{FF2B5EF4-FFF2-40B4-BE49-F238E27FC236}">
                  <a16:creationId xmlns:a16="http://schemas.microsoft.com/office/drawing/2014/main" id="{77D88E82-69B9-423C-A16D-E65962FAB0E7}"/>
                </a:ext>
              </a:extLst>
            </p:cNvPr>
            <p:cNvSpPr/>
            <p:nvPr/>
          </p:nvSpPr>
          <p:spPr bwMode="auto">
            <a:xfrm>
              <a:off x="7245350" y="4909669"/>
              <a:ext cx="692150" cy="693738"/>
            </a:xfrm>
            <a:prstGeom prst="ellipse">
              <a:avLst/>
            </a:prstGeom>
            <a:solidFill>
              <a:schemeClr val="bg1">
                <a:lumMod val="65000"/>
                <a:alpha val="40000"/>
              </a:schemeClr>
            </a:solidFill>
            <a:ln>
              <a:noFill/>
            </a:ln>
          </p:spPr>
          <p:txBody>
            <a:bodyPr/>
            <a:lstStyle/>
            <a:p>
              <a:pPr marL="0" marR="0" lvl="0" indent="0" algn="l" defTabSz="914354" rtl="0" eaLnBrk="1" fontAlgn="auto" latinLnBrk="0" hangingPunct="1">
                <a:lnSpc>
                  <a:spcPct val="100000"/>
                </a:lnSpc>
                <a:spcBef>
                  <a:spcPts val="0"/>
                </a:spcBef>
                <a:spcAft>
                  <a:spcPts val="0"/>
                </a:spcAft>
                <a:buClrTx/>
                <a:buSzTx/>
                <a:buFontTx/>
                <a:buNone/>
                <a:tabLst/>
                <a:defRPr/>
              </a:pPr>
              <a:endParaRPr kumimoji="0" lang="en-US" sz="1351" b="0" i="0" u="none" strike="noStrike" kern="1200" cap="none" spc="0" normalizeH="0" baseline="0" noProof="0">
                <a:ln>
                  <a:noFill/>
                </a:ln>
                <a:solidFill>
                  <a:prstClr val="black"/>
                </a:solidFill>
                <a:effectLst/>
                <a:uLnTx/>
                <a:uFillTx/>
                <a:latin typeface="Calibri"/>
                <a:ea typeface="+mn-ea"/>
                <a:cs typeface="Calibri"/>
              </a:endParaRPr>
            </a:p>
          </p:txBody>
        </p:sp>
      </p:grpSp>
      <p:grpSp>
        <p:nvGrpSpPr>
          <p:cNvPr id="52" name="Group 51">
            <a:extLst>
              <a:ext uri="{FF2B5EF4-FFF2-40B4-BE49-F238E27FC236}">
                <a16:creationId xmlns:a16="http://schemas.microsoft.com/office/drawing/2014/main" id="{9FC95962-A98C-4B3D-A367-6A7C9B618A6D}"/>
              </a:ext>
            </a:extLst>
          </p:cNvPr>
          <p:cNvGrpSpPr/>
          <p:nvPr/>
        </p:nvGrpSpPr>
        <p:grpSpPr>
          <a:xfrm>
            <a:off x="6635946" y="2919152"/>
            <a:ext cx="692150" cy="750979"/>
            <a:chOff x="7245350" y="3852394"/>
            <a:chExt cx="692150" cy="750979"/>
          </a:xfrm>
        </p:grpSpPr>
        <p:sp>
          <p:nvSpPr>
            <p:cNvPr id="53" name="Oval 52">
              <a:extLst>
                <a:ext uri="{FF2B5EF4-FFF2-40B4-BE49-F238E27FC236}">
                  <a16:creationId xmlns:a16="http://schemas.microsoft.com/office/drawing/2014/main" id="{C4186828-81C6-42E0-9F88-B97CEF52F228}"/>
                </a:ext>
              </a:extLst>
            </p:cNvPr>
            <p:cNvSpPr/>
            <p:nvPr/>
          </p:nvSpPr>
          <p:spPr bwMode="auto">
            <a:xfrm rot="19087417">
              <a:off x="7245350" y="3852394"/>
              <a:ext cx="692150" cy="693738"/>
            </a:xfrm>
            <a:prstGeom prst="ellipse">
              <a:avLst/>
            </a:prstGeom>
            <a:solidFill>
              <a:srgbClr val="F56F87">
                <a:alpha val="50000"/>
              </a:srgbClr>
            </a:solidFill>
            <a:ln>
              <a:noFill/>
            </a:ln>
          </p:spPr>
          <p:txBody>
            <a:bodyPr/>
            <a:lstStyle/>
            <a:p>
              <a:pPr marL="0" marR="0" lvl="0" indent="0" algn="l" defTabSz="914354" rtl="0" eaLnBrk="1" fontAlgn="auto" latinLnBrk="0" hangingPunct="1">
                <a:lnSpc>
                  <a:spcPct val="100000"/>
                </a:lnSpc>
                <a:spcBef>
                  <a:spcPts val="0"/>
                </a:spcBef>
                <a:spcAft>
                  <a:spcPts val="0"/>
                </a:spcAft>
                <a:buClrTx/>
                <a:buSzTx/>
                <a:buFontTx/>
                <a:buNone/>
                <a:tabLst/>
                <a:defRPr/>
              </a:pPr>
              <a:endParaRPr kumimoji="0" lang="en-US" sz="1351" b="0" i="0" u="none" strike="noStrike" kern="1200" cap="none" spc="0" normalizeH="0" baseline="0" noProof="0">
                <a:ln>
                  <a:noFill/>
                </a:ln>
                <a:solidFill>
                  <a:prstClr val="black"/>
                </a:solidFill>
                <a:effectLst/>
                <a:uLnTx/>
                <a:uFillTx/>
                <a:latin typeface="Calibri"/>
                <a:ea typeface="+mn-ea"/>
                <a:cs typeface="Calibri"/>
              </a:endParaRPr>
            </a:p>
          </p:txBody>
        </p:sp>
        <p:grpSp>
          <p:nvGrpSpPr>
            <p:cNvPr id="54" name="Group 53">
              <a:extLst>
                <a:ext uri="{FF2B5EF4-FFF2-40B4-BE49-F238E27FC236}">
                  <a16:creationId xmlns:a16="http://schemas.microsoft.com/office/drawing/2014/main" id="{5D27AA84-0275-428E-8552-E58C3B89A3F9}"/>
                </a:ext>
              </a:extLst>
            </p:cNvPr>
            <p:cNvGrpSpPr/>
            <p:nvPr/>
          </p:nvGrpSpPr>
          <p:grpSpPr>
            <a:xfrm rot="10800000">
              <a:off x="7305675" y="3911224"/>
              <a:ext cx="571500" cy="692149"/>
              <a:chOff x="7305675" y="3793657"/>
              <a:chExt cx="571500" cy="692149"/>
            </a:xfrm>
          </p:grpSpPr>
          <p:sp>
            <p:nvSpPr>
              <p:cNvPr id="55" name="Isosceles Triangle 54">
                <a:extLst>
                  <a:ext uri="{FF2B5EF4-FFF2-40B4-BE49-F238E27FC236}">
                    <a16:creationId xmlns:a16="http://schemas.microsoft.com/office/drawing/2014/main" id="{7F3B5D13-9BD0-4EE5-A8C1-87AE19137658}"/>
                  </a:ext>
                </a:extLst>
              </p:cNvPr>
              <p:cNvSpPr/>
              <p:nvPr/>
            </p:nvSpPr>
            <p:spPr bwMode="auto">
              <a:xfrm>
                <a:off x="7343776" y="3793657"/>
                <a:ext cx="495300" cy="427037"/>
              </a:xfrm>
              <a:prstGeom prst="triangle">
                <a:avLst/>
              </a:prstGeom>
              <a:solidFill>
                <a:srgbClr val="F56F8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354" rtl="0" eaLnBrk="1" fontAlgn="auto" latinLnBrk="0" hangingPunct="1">
                  <a:lnSpc>
                    <a:spcPct val="100000"/>
                  </a:lnSpc>
                  <a:spcBef>
                    <a:spcPts val="0"/>
                  </a:spcBef>
                  <a:spcAft>
                    <a:spcPts val="0"/>
                  </a:spcAft>
                  <a:buClrTx/>
                  <a:buSzTx/>
                  <a:buFontTx/>
                  <a:buNone/>
                  <a:tabLst/>
                  <a:defRPr/>
                </a:pPr>
                <a:endParaRPr kumimoji="0" lang="en-US" sz="1351" b="0" i="0" u="none" strike="noStrike" kern="1200" cap="none" spc="0" normalizeH="0" baseline="0" noProof="0">
                  <a:ln>
                    <a:noFill/>
                  </a:ln>
                  <a:solidFill>
                    <a:prstClr val="white"/>
                  </a:solidFill>
                  <a:effectLst/>
                  <a:uLnTx/>
                  <a:uFillTx/>
                  <a:latin typeface="Calibri"/>
                  <a:ea typeface="+mn-ea"/>
                  <a:cs typeface="Calibri"/>
                </a:endParaRPr>
              </a:p>
            </p:txBody>
          </p:sp>
          <p:sp>
            <p:nvSpPr>
              <p:cNvPr id="56" name="Oval 55">
                <a:extLst>
                  <a:ext uri="{FF2B5EF4-FFF2-40B4-BE49-F238E27FC236}">
                    <a16:creationId xmlns:a16="http://schemas.microsoft.com/office/drawing/2014/main" id="{2FEC7DF1-BF31-4F12-BA0C-735420E820DF}"/>
                  </a:ext>
                </a:extLst>
              </p:cNvPr>
              <p:cNvSpPr/>
              <p:nvPr/>
            </p:nvSpPr>
            <p:spPr bwMode="auto">
              <a:xfrm>
                <a:off x="7305675" y="3912718"/>
                <a:ext cx="571500" cy="573088"/>
              </a:xfrm>
              <a:prstGeom prst="ellipse">
                <a:avLst/>
              </a:prstGeom>
              <a:solidFill>
                <a:srgbClr val="F56F87"/>
              </a:solidFill>
              <a:ln>
                <a:noFill/>
              </a:ln>
            </p:spPr>
            <p:txBody>
              <a:bodyPr/>
              <a:lstStyle/>
              <a:p>
                <a:pPr marL="0" marR="0" lvl="0" indent="0" algn="l" defTabSz="914354" rtl="0" eaLnBrk="1" fontAlgn="auto" latinLnBrk="0" hangingPunct="1">
                  <a:lnSpc>
                    <a:spcPct val="100000"/>
                  </a:lnSpc>
                  <a:spcBef>
                    <a:spcPts val="0"/>
                  </a:spcBef>
                  <a:spcAft>
                    <a:spcPts val="0"/>
                  </a:spcAft>
                  <a:buClrTx/>
                  <a:buSzTx/>
                  <a:buFontTx/>
                  <a:buNone/>
                  <a:tabLst/>
                  <a:defRPr/>
                </a:pPr>
                <a:endParaRPr kumimoji="0" lang="en-US" sz="1351" b="0" i="0" u="none" strike="noStrike" kern="1200" cap="none" spc="0" normalizeH="0" baseline="0" noProof="0">
                  <a:ln>
                    <a:noFill/>
                  </a:ln>
                  <a:solidFill>
                    <a:prstClr val="black"/>
                  </a:solidFill>
                  <a:effectLst/>
                  <a:uLnTx/>
                  <a:uFillTx/>
                  <a:latin typeface="Calibri"/>
                  <a:ea typeface="+mn-ea"/>
                  <a:cs typeface="Calibri"/>
                </a:endParaRPr>
              </a:p>
            </p:txBody>
          </p:sp>
        </p:grpSp>
      </p:grpSp>
      <p:sp>
        <p:nvSpPr>
          <p:cNvPr id="60" name="Shape 2546">
            <a:extLst>
              <a:ext uri="{FF2B5EF4-FFF2-40B4-BE49-F238E27FC236}">
                <a16:creationId xmlns:a16="http://schemas.microsoft.com/office/drawing/2014/main" id="{AA19F82D-F992-4B61-B03E-7B9180719A26}"/>
              </a:ext>
            </a:extLst>
          </p:cNvPr>
          <p:cNvSpPr/>
          <p:nvPr/>
        </p:nvSpPr>
        <p:spPr>
          <a:xfrm>
            <a:off x="6870287" y="1974063"/>
            <a:ext cx="279328" cy="228541"/>
          </a:xfrm>
          <a:custGeom>
            <a:avLst/>
            <a:gdLst/>
            <a:ahLst/>
            <a:cxnLst>
              <a:cxn ang="0">
                <a:pos x="wd2" y="hd2"/>
              </a:cxn>
              <a:cxn ang="5400000">
                <a:pos x="wd2" y="hd2"/>
              </a:cxn>
              <a:cxn ang="10800000">
                <a:pos x="wd2" y="hd2"/>
              </a:cxn>
              <a:cxn ang="16200000">
                <a:pos x="wd2" y="hd2"/>
              </a:cxn>
            </a:cxnLst>
            <a:rect l="0" t="0" r="r" b="b"/>
            <a:pathLst>
              <a:path w="21600" h="21600" extrusionOk="0">
                <a:moveTo>
                  <a:pt x="20618" y="20400"/>
                </a:moveTo>
                <a:lnTo>
                  <a:pt x="18655" y="20400"/>
                </a:lnTo>
                <a:lnTo>
                  <a:pt x="18655" y="1200"/>
                </a:lnTo>
                <a:lnTo>
                  <a:pt x="20618" y="1200"/>
                </a:lnTo>
                <a:cubicBezTo>
                  <a:pt x="20618" y="1200"/>
                  <a:pt x="20618" y="20400"/>
                  <a:pt x="20618" y="20400"/>
                </a:cubicBezTo>
                <a:close/>
                <a:moveTo>
                  <a:pt x="21109" y="0"/>
                </a:moveTo>
                <a:lnTo>
                  <a:pt x="18164" y="0"/>
                </a:lnTo>
                <a:cubicBezTo>
                  <a:pt x="17893" y="0"/>
                  <a:pt x="17673" y="269"/>
                  <a:pt x="17673" y="600"/>
                </a:cubicBezTo>
                <a:lnTo>
                  <a:pt x="17673" y="21000"/>
                </a:lnTo>
                <a:cubicBezTo>
                  <a:pt x="17673" y="21332"/>
                  <a:pt x="17893" y="21600"/>
                  <a:pt x="18164" y="21600"/>
                </a:cubicBezTo>
                <a:lnTo>
                  <a:pt x="21109" y="21600"/>
                </a:lnTo>
                <a:cubicBezTo>
                  <a:pt x="21380" y="21600"/>
                  <a:pt x="21600" y="21332"/>
                  <a:pt x="21600" y="21000"/>
                </a:cubicBezTo>
                <a:lnTo>
                  <a:pt x="21600" y="600"/>
                </a:lnTo>
                <a:cubicBezTo>
                  <a:pt x="21600" y="269"/>
                  <a:pt x="21380" y="0"/>
                  <a:pt x="21109" y="0"/>
                </a:cubicBezTo>
                <a:moveTo>
                  <a:pt x="8836" y="20400"/>
                </a:moveTo>
                <a:lnTo>
                  <a:pt x="6873" y="20400"/>
                </a:lnTo>
                <a:lnTo>
                  <a:pt x="6873" y="3600"/>
                </a:lnTo>
                <a:lnTo>
                  <a:pt x="8836" y="3600"/>
                </a:lnTo>
                <a:cubicBezTo>
                  <a:pt x="8836" y="3600"/>
                  <a:pt x="8836" y="20400"/>
                  <a:pt x="8836" y="20400"/>
                </a:cubicBezTo>
                <a:close/>
                <a:moveTo>
                  <a:pt x="9327" y="2400"/>
                </a:moveTo>
                <a:lnTo>
                  <a:pt x="6382" y="2400"/>
                </a:lnTo>
                <a:cubicBezTo>
                  <a:pt x="6111" y="2400"/>
                  <a:pt x="5891" y="2669"/>
                  <a:pt x="5891" y="3000"/>
                </a:cubicBezTo>
                <a:lnTo>
                  <a:pt x="5891" y="21000"/>
                </a:lnTo>
                <a:cubicBezTo>
                  <a:pt x="5891" y="21332"/>
                  <a:pt x="6111" y="21600"/>
                  <a:pt x="6382" y="21600"/>
                </a:cubicBezTo>
                <a:lnTo>
                  <a:pt x="9327" y="21600"/>
                </a:lnTo>
                <a:cubicBezTo>
                  <a:pt x="9598" y="21600"/>
                  <a:pt x="9818" y="21332"/>
                  <a:pt x="9818" y="21000"/>
                </a:cubicBezTo>
                <a:lnTo>
                  <a:pt x="9818" y="3000"/>
                </a:lnTo>
                <a:cubicBezTo>
                  <a:pt x="9818" y="2669"/>
                  <a:pt x="9598" y="2400"/>
                  <a:pt x="9327" y="2400"/>
                </a:cubicBezTo>
                <a:moveTo>
                  <a:pt x="14727" y="20400"/>
                </a:moveTo>
                <a:lnTo>
                  <a:pt x="12764" y="20400"/>
                </a:lnTo>
                <a:lnTo>
                  <a:pt x="12764" y="10800"/>
                </a:lnTo>
                <a:lnTo>
                  <a:pt x="14727" y="10800"/>
                </a:lnTo>
                <a:cubicBezTo>
                  <a:pt x="14727" y="10800"/>
                  <a:pt x="14727" y="20400"/>
                  <a:pt x="14727" y="20400"/>
                </a:cubicBezTo>
                <a:close/>
                <a:moveTo>
                  <a:pt x="15218" y="9600"/>
                </a:moveTo>
                <a:lnTo>
                  <a:pt x="12273" y="9600"/>
                </a:lnTo>
                <a:cubicBezTo>
                  <a:pt x="12002" y="9600"/>
                  <a:pt x="11782" y="9869"/>
                  <a:pt x="11782" y="10200"/>
                </a:cubicBezTo>
                <a:lnTo>
                  <a:pt x="11782" y="21000"/>
                </a:lnTo>
                <a:cubicBezTo>
                  <a:pt x="11782" y="21332"/>
                  <a:pt x="12002" y="21600"/>
                  <a:pt x="12273" y="21600"/>
                </a:cubicBezTo>
                <a:lnTo>
                  <a:pt x="15218" y="21600"/>
                </a:lnTo>
                <a:cubicBezTo>
                  <a:pt x="15489" y="21600"/>
                  <a:pt x="15709" y="21332"/>
                  <a:pt x="15709" y="21000"/>
                </a:cubicBezTo>
                <a:lnTo>
                  <a:pt x="15709" y="10200"/>
                </a:lnTo>
                <a:cubicBezTo>
                  <a:pt x="15709" y="9869"/>
                  <a:pt x="15489" y="9600"/>
                  <a:pt x="15218" y="9600"/>
                </a:cubicBezTo>
                <a:moveTo>
                  <a:pt x="2945" y="20400"/>
                </a:moveTo>
                <a:lnTo>
                  <a:pt x="982" y="20400"/>
                </a:lnTo>
                <a:lnTo>
                  <a:pt x="982" y="14400"/>
                </a:lnTo>
                <a:lnTo>
                  <a:pt x="2945" y="14400"/>
                </a:lnTo>
                <a:cubicBezTo>
                  <a:pt x="2945" y="14400"/>
                  <a:pt x="2945" y="20400"/>
                  <a:pt x="2945" y="20400"/>
                </a:cubicBezTo>
                <a:close/>
                <a:moveTo>
                  <a:pt x="3436" y="13200"/>
                </a:moveTo>
                <a:lnTo>
                  <a:pt x="491" y="13200"/>
                </a:lnTo>
                <a:cubicBezTo>
                  <a:pt x="220" y="13200"/>
                  <a:pt x="0" y="13469"/>
                  <a:pt x="0" y="13800"/>
                </a:cubicBezTo>
                <a:lnTo>
                  <a:pt x="0" y="21000"/>
                </a:lnTo>
                <a:cubicBezTo>
                  <a:pt x="0" y="21332"/>
                  <a:pt x="220" y="21600"/>
                  <a:pt x="491" y="21600"/>
                </a:cubicBezTo>
                <a:lnTo>
                  <a:pt x="3436" y="21600"/>
                </a:lnTo>
                <a:cubicBezTo>
                  <a:pt x="3707" y="21600"/>
                  <a:pt x="3927" y="21332"/>
                  <a:pt x="3927" y="21000"/>
                </a:cubicBezTo>
                <a:lnTo>
                  <a:pt x="3927" y="13800"/>
                </a:lnTo>
                <a:cubicBezTo>
                  <a:pt x="3927" y="13469"/>
                  <a:pt x="3707" y="13200"/>
                  <a:pt x="3436" y="13200"/>
                </a:cubicBezTo>
              </a:path>
            </a:pathLst>
          </a:custGeom>
          <a:solidFill>
            <a:schemeClr val="tx2"/>
          </a:solidFill>
          <a:ln w="12700">
            <a:solidFill>
              <a:schemeClr val="bg1"/>
            </a:solidFill>
            <a:miter lim="400000"/>
          </a:ln>
        </p:spPr>
        <p:txBody>
          <a:bodyPr lIns="19045" tIns="19045" rIns="19045" bIns="19045" anchor="ctr"/>
          <a:lstStyle/>
          <a:p>
            <a:pPr marL="0" marR="0" lvl="0" indent="0" algn="l" defTabSz="228532" rtl="0" eaLnBrk="1" fontAlgn="auto" latinLnBrk="0" hangingPunct="1">
              <a:lnSpc>
                <a:spcPct val="100000"/>
              </a:lnSpc>
              <a:spcBef>
                <a:spcPts val="0"/>
              </a:spcBef>
              <a:spcAft>
                <a:spcPts val="0"/>
              </a:spcAft>
              <a:buClrTx/>
              <a:buSzTx/>
              <a:buFontTx/>
              <a:buNone/>
              <a:tabLst/>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kumimoji="0" sz="15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Source Sans Pro Light" charset="0"/>
              <a:ea typeface="Source Sans Pro Light" charset="0"/>
              <a:cs typeface="Source Sans Pro Light" charset="0"/>
              <a:sym typeface="Gill Sans"/>
            </a:endParaRPr>
          </a:p>
        </p:txBody>
      </p:sp>
      <p:sp>
        <p:nvSpPr>
          <p:cNvPr id="62" name="Shape 2587">
            <a:extLst>
              <a:ext uri="{FF2B5EF4-FFF2-40B4-BE49-F238E27FC236}">
                <a16:creationId xmlns:a16="http://schemas.microsoft.com/office/drawing/2014/main" id="{8DC74F30-2847-46FD-A283-D3493396364F}"/>
              </a:ext>
            </a:extLst>
          </p:cNvPr>
          <p:cNvSpPr/>
          <p:nvPr/>
        </p:nvSpPr>
        <p:spPr>
          <a:xfrm>
            <a:off x="6857661" y="5474172"/>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12281" y="19846"/>
                </a:moveTo>
                <a:lnTo>
                  <a:pt x="9413" y="12882"/>
                </a:lnTo>
                <a:lnTo>
                  <a:pt x="19655" y="2640"/>
                </a:lnTo>
                <a:cubicBezTo>
                  <a:pt x="19655" y="2640"/>
                  <a:pt x="12281" y="19846"/>
                  <a:pt x="12281" y="19846"/>
                </a:cubicBezTo>
                <a:close/>
                <a:moveTo>
                  <a:pt x="1755" y="9320"/>
                </a:moveTo>
                <a:lnTo>
                  <a:pt x="18960" y="1945"/>
                </a:lnTo>
                <a:lnTo>
                  <a:pt x="8719" y="12187"/>
                </a:lnTo>
                <a:cubicBezTo>
                  <a:pt x="8719" y="12187"/>
                  <a:pt x="1755" y="9320"/>
                  <a:pt x="1755" y="9320"/>
                </a:cubicBezTo>
                <a:close/>
                <a:moveTo>
                  <a:pt x="21600" y="491"/>
                </a:moveTo>
                <a:cubicBezTo>
                  <a:pt x="21600" y="220"/>
                  <a:pt x="21380" y="0"/>
                  <a:pt x="21109" y="0"/>
                </a:cubicBezTo>
                <a:cubicBezTo>
                  <a:pt x="21034" y="0"/>
                  <a:pt x="20964" y="20"/>
                  <a:pt x="20900" y="52"/>
                </a:cubicBezTo>
                <a:lnTo>
                  <a:pt x="20898" y="48"/>
                </a:lnTo>
                <a:lnTo>
                  <a:pt x="302" y="8875"/>
                </a:lnTo>
                <a:cubicBezTo>
                  <a:pt x="301" y="8875"/>
                  <a:pt x="299" y="8876"/>
                  <a:pt x="297" y="8877"/>
                </a:cubicBezTo>
                <a:lnTo>
                  <a:pt x="280" y="8885"/>
                </a:lnTo>
                <a:lnTo>
                  <a:pt x="281" y="8887"/>
                </a:lnTo>
                <a:cubicBezTo>
                  <a:pt x="116" y="8967"/>
                  <a:pt x="0" y="9132"/>
                  <a:pt x="0" y="9327"/>
                </a:cubicBezTo>
                <a:cubicBezTo>
                  <a:pt x="0" y="9550"/>
                  <a:pt x="151" y="9731"/>
                  <a:pt x="355" y="9791"/>
                </a:cubicBezTo>
                <a:lnTo>
                  <a:pt x="353" y="9799"/>
                </a:lnTo>
                <a:lnTo>
                  <a:pt x="8462" y="13138"/>
                </a:lnTo>
                <a:lnTo>
                  <a:pt x="11801" y="21248"/>
                </a:lnTo>
                <a:lnTo>
                  <a:pt x="11809" y="21245"/>
                </a:lnTo>
                <a:cubicBezTo>
                  <a:pt x="11869" y="21449"/>
                  <a:pt x="12050" y="21600"/>
                  <a:pt x="12273" y="21600"/>
                </a:cubicBezTo>
                <a:cubicBezTo>
                  <a:pt x="12468" y="21600"/>
                  <a:pt x="12634" y="21484"/>
                  <a:pt x="12713" y="21319"/>
                </a:cubicBezTo>
                <a:lnTo>
                  <a:pt x="12716" y="21320"/>
                </a:lnTo>
                <a:lnTo>
                  <a:pt x="12723" y="21303"/>
                </a:lnTo>
                <a:cubicBezTo>
                  <a:pt x="12724" y="21301"/>
                  <a:pt x="12725" y="21300"/>
                  <a:pt x="12725" y="21298"/>
                </a:cubicBezTo>
                <a:lnTo>
                  <a:pt x="21553" y="702"/>
                </a:lnTo>
                <a:lnTo>
                  <a:pt x="21547" y="699"/>
                </a:lnTo>
                <a:cubicBezTo>
                  <a:pt x="21578" y="636"/>
                  <a:pt x="21600" y="567"/>
                  <a:pt x="21600" y="491"/>
                </a:cubicBezTo>
                <a:moveTo>
                  <a:pt x="7855" y="16200"/>
                </a:moveTo>
                <a:cubicBezTo>
                  <a:pt x="7719" y="16200"/>
                  <a:pt x="7596" y="16255"/>
                  <a:pt x="7507" y="16344"/>
                </a:cubicBezTo>
                <a:lnTo>
                  <a:pt x="6035" y="17817"/>
                </a:lnTo>
                <a:cubicBezTo>
                  <a:pt x="5946" y="17905"/>
                  <a:pt x="5891" y="18029"/>
                  <a:pt x="5891" y="18164"/>
                </a:cubicBezTo>
                <a:cubicBezTo>
                  <a:pt x="5891" y="18435"/>
                  <a:pt x="6111" y="18655"/>
                  <a:pt x="6382" y="18655"/>
                </a:cubicBezTo>
                <a:cubicBezTo>
                  <a:pt x="6517" y="18655"/>
                  <a:pt x="6640" y="18600"/>
                  <a:pt x="6729" y="18511"/>
                </a:cubicBezTo>
                <a:lnTo>
                  <a:pt x="8202" y="17038"/>
                </a:lnTo>
                <a:cubicBezTo>
                  <a:pt x="8291" y="16950"/>
                  <a:pt x="8345" y="16827"/>
                  <a:pt x="8345" y="16691"/>
                </a:cubicBezTo>
                <a:cubicBezTo>
                  <a:pt x="8345" y="16420"/>
                  <a:pt x="8126" y="16200"/>
                  <a:pt x="7855" y="16200"/>
                </a:cubicBezTo>
                <a:moveTo>
                  <a:pt x="7855" y="14237"/>
                </a:moveTo>
                <a:cubicBezTo>
                  <a:pt x="7855" y="13966"/>
                  <a:pt x="7635" y="13745"/>
                  <a:pt x="7364" y="13745"/>
                </a:cubicBezTo>
                <a:cubicBezTo>
                  <a:pt x="7228" y="13745"/>
                  <a:pt x="7105" y="13801"/>
                  <a:pt x="7017" y="13889"/>
                </a:cubicBezTo>
                <a:lnTo>
                  <a:pt x="2107" y="18798"/>
                </a:lnTo>
                <a:cubicBezTo>
                  <a:pt x="2019" y="18888"/>
                  <a:pt x="1964" y="19011"/>
                  <a:pt x="1964" y="19145"/>
                </a:cubicBezTo>
                <a:cubicBezTo>
                  <a:pt x="1964" y="19417"/>
                  <a:pt x="2184" y="19636"/>
                  <a:pt x="2455" y="19636"/>
                </a:cubicBezTo>
                <a:cubicBezTo>
                  <a:pt x="2590" y="19636"/>
                  <a:pt x="2713" y="19582"/>
                  <a:pt x="2802" y="19493"/>
                </a:cubicBezTo>
                <a:lnTo>
                  <a:pt x="7711" y="14583"/>
                </a:lnTo>
                <a:cubicBezTo>
                  <a:pt x="7800" y="14495"/>
                  <a:pt x="7855" y="14372"/>
                  <a:pt x="7855" y="14237"/>
                </a:cubicBezTo>
                <a:moveTo>
                  <a:pt x="4765" y="14583"/>
                </a:moveTo>
                <a:lnTo>
                  <a:pt x="5256" y="14093"/>
                </a:lnTo>
                <a:cubicBezTo>
                  <a:pt x="5345" y="14004"/>
                  <a:pt x="5400" y="13881"/>
                  <a:pt x="5400" y="13745"/>
                </a:cubicBezTo>
                <a:cubicBezTo>
                  <a:pt x="5400" y="13475"/>
                  <a:pt x="5180" y="13255"/>
                  <a:pt x="4909" y="13255"/>
                </a:cubicBezTo>
                <a:cubicBezTo>
                  <a:pt x="4774" y="13255"/>
                  <a:pt x="4651" y="13310"/>
                  <a:pt x="4562" y="13398"/>
                </a:cubicBezTo>
                <a:lnTo>
                  <a:pt x="4071" y="13889"/>
                </a:lnTo>
                <a:cubicBezTo>
                  <a:pt x="3982" y="13979"/>
                  <a:pt x="3927" y="14101"/>
                  <a:pt x="3927" y="14237"/>
                </a:cubicBezTo>
                <a:cubicBezTo>
                  <a:pt x="3927" y="14507"/>
                  <a:pt x="4147" y="14727"/>
                  <a:pt x="4418" y="14727"/>
                </a:cubicBezTo>
                <a:cubicBezTo>
                  <a:pt x="4554" y="14727"/>
                  <a:pt x="4676" y="14673"/>
                  <a:pt x="4765" y="14583"/>
                </a:cubicBezTo>
              </a:path>
            </a:pathLst>
          </a:custGeom>
          <a:solidFill>
            <a:schemeClr val="tx2"/>
          </a:solidFill>
          <a:ln w="12700">
            <a:solidFill>
              <a:schemeClr val="bg1"/>
            </a:solidFill>
            <a:miter lim="400000"/>
          </a:ln>
        </p:spPr>
        <p:txBody>
          <a:bodyPr lIns="19045" tIns="19045" rIns="19045" bIns="19045" anchor="ctr"/>
          <a:lstStyle/>
          <a:p>
            <a:pPr marL="0" marR="0" lvl="0" indent="0" algn="l" defTabSz="228532" rtl="0" eaLnBrk="1" fontAlgn="auto" latinLnBrk="0" hangingPunct="1">
              <a:lnSpc>
                <a:spcPct val="100000"/>
              </a:lnSpc>
              <a:spcBef>
                <a:spcPts val="0"/>
              </a:spcBef>
              <a:spcAft>
                <a:spcPts val="0"/>
              </a:spcAft>
              <a:buClrTx/>
              <a:buSzTx/>
              <a:buFontTx/>
              <a:buNone/>
              <a:tabLst/>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kumimoji="0" sz="15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Source Sans Pro Light" charset="0"/>
              <a:ea typeface="Source Sans Pro Light" charset="0"/>
              <a:cs typeface="Source Sans Pro Light" charset="0"/>
              <a:sym typeface="Gill Sans"/>
            </a:endParaRPr>
          </a:p>
        </p:txBody>
      </p:sp>
      <p:sp>
        <p:nvSpPr>
          <p:cNvPr id="75" name="Shape 2545">
            <a:extLst>
              <a:ext uri="{FF2B5EF4-FFF2-40B4-BE49-F238E27FC236}">
                <a16:creationId xmlns:a16="http://schemas.microsoft.com/office/drawing/2014/main" id="{C324C7EA-9A22-4DB7-BB58-AC42C88BA69A}"/>
              </a:ext>
            </a:extLst>
          </p:cNvPr>
          <p:cNvSpPr/>
          <p:nvPr/>
        </p:nvSpPr>
        <p:spPr>
          <a:xfrm>
            <a:off x="6839825" y="3056348"/>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10800" y="20619"/>
                </a:moveTo>
                <a:cubicBezTo>
                  <a:pt x="5377" y="20619"/>
                  <a:pt x="982" y="16223"/>
                  <a:pt x="982" y="10800"/>
                </a:cubicBezTo>
                <a:cubicBezTo>
                  <a:pt x="982" y="5378"/>
                  <a:pt x="5377" y="982"/>
                  <a:pt x="10800" y="982"/>
                </a:cubicBezTo>
                <a:cubicBezTo>
                  <a:pt x="13336" y="982"/>
                  <a:pt x="15638" y="1950"/>
                  <a:pt x="17377" y="3529"/>
                </a:cubicBezTo>
                <a:lnTo>
                  <a:pt x="10453" y="10453"/>
                </a:lnTo>
                <a:cubicBezTo>
                  <a:pt x="10364" y="10542"/>
                  <a:pt x="10309" y="10665"/>
                  <a:pt x="10309" y="10800"/>
                </a:cubicBezTo>
                <a:cubicBezTo>
                  <a:pt x="10309" y="11072"/>
                  <a:pt x="10529" y="11291"/>
                  <a:pt x="10800" y="11291"/>
                </a:cubicBezTo>
                <a:lnTo>
                  <a:pt x="20594" y="11291"/>
                </a:lnTo>
                <a:cubicBezTo>
                  <a:pt x="20336" y="16484"/>
                  <a:pt x="16057" y="20619"/>
                  <a:pt x="10800" y="20619"/>
                </a:cubicBezTo>
                <a:moveTo>
                  <a:pt x="20594" y="10309"/>
                </a:moveTo>
                <a:lnTo>
                  <a:pt x="11985" y="10309"/>
                </a:lnTo>
                <a:lnTo>
                  <a:pt x="18071" y="4223"/>
                </a:lnTo>
                <a:cubicBezTo>
                  <a:pt x="19541" y="5852"/>
                  <a:pt x="20477" y="7971"/>
                  <a:pt x="20594" y="10309"/>
                </a:cubicBezTo>
                <a:moveTo>
                  <a:pt x="10800" y="0"/>
                </a:moveTo>
                <a:cubicBezTo>
                  <a:pt x="4836" y="0"/>
                  <a:pt x="0" y="4836"/>
                  <a:pt x="0" y="10800"/>
                </a:cubicBezTo>
                <a:cubicBezTo>
                  <a:pt x="0" y="16765"/>
                  <a:pt x="4836" y="21600"/>
                  <a:pt x="10800" y="21600"/>
                </a:cubicBezTo>
                <a:cubicBezTo>
                  <a:pt x="16764" y="21600"/>
                  <a:pt x="21600" y="16765"/>
                  <a:pt x="21600" y="10800"/>
                </a:cubicBezTo>
                <a:cubicBezTo>
                  <a:pt x="21600" y="4836"/>
                  <a:pt x="16764" y="0"/>
                  <a:pt x="10800" y="0"/>
                </a:cubicBezTo>
              </a:path>
            </a:pathLst>
          </a:custGeom>
          <a:solidFill>
            <a:schemeClr val="tx2"/>
          </a:solidFill>
          <a:ln w="12700">
            <a:solidFill>
              <a:schemeClr val="bg1"/>
            </a:solidFill>
            <a:miter lim="400000"/>
          </a:ln>
        </p:spPr>
        <p:txBody>
          <a:bodyPr lIns="19045" tIns="19045" rIns="19045" bIns="19045" anchor="ctr"/>
          <a:lstStyle/>
          <a:p>
            <a:pPr marL="0" marR="0" lvl="0" indent="0" algn="l" defTabSz="228532" rtl="0" eaLnBrk="1" fontAlgn="auto" latinLnBrk="0" hangingPunct="1">
              <a:lnSpc>
                <a:spcPct val="100000"/>
              </a:lnSpc>
              <a:spcBef>
                <a:spcPts val="0"/>
              </a:spcBef>
              <a:spcAft>
                <a:spcPts val="0"/>
              </a:spcAft>
              <a:buClrTx/>
              <a:buSzTx/>
              <a:buFontTx/>
              <a:buNone/>
              <a:tabLst/>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kumimoji="0" sz="15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Source Sans Pro Light" charset="0"/>
              <a:ea typeface="Source Sans Pro Light" charset="0"/>
              <a:cs typeface="Source Sans Pro Light" charset="0"/>
              <a:sym typeface="Gill Sans"/>
            </a:endParaRPr>
          </a:p>
        </p:txBody>
      </p:sp>
      <p:sp>
        <p:nvSpPr>
          <p:cNvPr id="5" name="Rectangle 4">
            <a:extLst>
              <a:ext uri="{FF2B5EF4-FFF2-40B4-BE49-F238E27FC236}">
                <a16:creationId xmlns:a16="http://schemas.microsoft.com/office/drawing/2014/main" id="{8BBE1810-DBB5-F2B0-4A0A-84C96F1EC24D}"/>
              </a:ext>
            </a:extLst>
          </p:cNvPr>
          <p:cNvSpPr/>
          <p:nvPr/>
        </p:nvSpPr>
        <p:spPr>
          <a:xfrm>
            <a:off x="2060685" y="5320556"/>
            <a:ext cx="4114730" cy="738664"/>
          </a:xfrm>
          <a:prstGeom prst="rect">
            <a:avLst/>
          </a:prstGeom>
        </p:spPr>
        <p:txBody>
          <a:bodyPr wrap="square">
            <a:spAutoFit/>
          </a:bodyPr>
          <a:lstStyle/>
          <a:p>
            <a:pPr marL="285750" marR="0" lvl="0" indent="-285750" algn="r" defTabSz="914354" rtl="1" eaLnBrk="1" fontAlgn="auto" latinLnBrk="0" hangingPunct="1">
              <a:lnSpc>
                <a:spcPct val="100000"/>
              </a:lnSpc>
              <a:spcBef>
                <a:spcPts val="0"/>
              </a:spcBef>
              <a:spcAft>
                <a:spcPts val="0"/>
              </a:spcAft>
              <a:buClr>
                <a:srgbClr val="E24848"/>
              </a:buClr>
              <a:buSzTx/>
              <a:buFont typeface="Arial" panose="020B0604020202020204" pitchFamily="34" charset="0"/>
              <a:buChar char="•"/>
              <a:tabLst/>
              <a:defRPr/>
            </a:pPr>
            <a:r>
              <a:rPr kumimoji="0" lang="ar-LY" sz="1400" b="0" i="0" u="none" strike="noStrike" kern="1200" cap="none" spc="0" normalizeH="0" baseline="0" noProof="1">
                <a:ln>
                  <a:noFill/>
                </a:ln>
                <a:solidFill>
                  <a:prstClr val="black"/>
                </a:solidFill>
                <a:effectLst/>
                <a:uLnTx/>
                <a:uFillTx/>
                <a:latin typeface="Tajawal" panose="00000500000000000000" pitchFamily="2" charset="-78"/>
                <a:ea typeface="Open Sans Semibold" panose="020B0706030804020204" pitchFamily="34" charset="0"/>
                <a:cs typeface="Tajawal" panose="00000500000000000000" pitchFamily="2" charset="-78"/>
              </a:rPr>
              <a:t>المبادرات والمشاريع</a:t>
            </a:r>
          </a:p>
          <a:p>
            <a:pPr marL="285750" marR="0" lvl="0" indent="-285750" algn="r" defTabSz="914354" rtl="1" eaLnBrk="1" fontAlgn="auto" latinLnBrk="0" hangingPunct="1">
              <a:lnSpc>
                <a:spcPct val="100000"/>
              </a:lnSpc>
              <a:spcBef>
                <a:spcPts val="0"/>
              </a:spcBef>
              <a:spcAft>
                <a:spcPts val="0"/>
              </a:spcAft>
              <a:buClr>
                <a:srgbClr val="E24848"/>
              </a:buClr>
              <a:buSzTx/>
              <a:buFont typeface="Arial" panose="020B0604020202020204" pitchFamily="34" charset="0"/>
              <a:buChar char="•"/>
              <a:tabLst/>
              <a:defRPr/>
            </a:pPr>
            <a:r>
              <a:rPr lang="ar-LY" sz="1400" noProof="1">
                <a:solidFill>
                  <a:prstClr val="black"/>
                </a:solidFill>
                <a:latin typeface="Tajawal" panose="00000500000000000000" pitchFamily="2" charset="-78"/>
                <a:ea typeface="Open Sans Semibold" panose="020B0706030804020204" pitchFamily="34" charset="0"/>
                <a:cs typeface="Tajawal" panose="00000500000000000000" pitchFamily="2" charset="-78"/>
              </a:rPr>
              <a:t>الخطة الزمنية</a:t>
            </a:r>
            <a:endParaRPr kumimoji="0" lang="ar-LY" sz="1400" b="0" i="0" u="none" strike="noStrike" kern="1200" cap="none" spc="0" normalizeH="0" baseline="0" noProof="1">
              <a:ln>
                <a:noFill/>
              </a:ln>
              <a:solidFill>
                <a:prstClr val="black"/>
              </a:solidFill>
              <a:effectLst/>
              <a:uLnTx/>
              <a:uFillTx/>
              <a:latin typeface="Tajawal" panose="00000500000000000000" pitchFamily="2" charset="-78"/>
              <a:ea typeface="Open Sans Semibold" panose="020B0706030804020204" pitchFamily="34" charset="0"/>
              <a:cs typeface="Tajawal" panose="00000500000000000000" pitchFamily="2" charset="-78"/>
            </a:endParaRPr>
          </a:p>
          <a:p>
            <a:pPr marL="285750" marR="0" lvl="0" indent="-285750" algn="r" defTabSz="914354" rtl="1" eaLnBrk="1" fontAlgn="auto" latinLnBrk="0" hangingPunct="1">
              <a:lnSpc>
                <a:spcPct val="100000"/>
              </a:lnSpc>
              <a:spcBef>
                <a:spcPts val="0"/>
              </a:spcBef>
              <a:spcAft>
                <a:spcPts val="0"/>
              </a:spcAft>
              <a:buClr>
                <a:srgbClr val="E24848"/>
              </a:buClr>
              <a:buSzTx/>
              <a:buFont typeface="Arial" panose="020B0604020202020204" pitchFamily="34" charset="0"/>
              <a:buChar char="•"/>
              <a:tabLst/>
              <a:defRPr/>
            </a:pPr>
            <a:r>
              <a:rPr lang="ar-LY" sz="1400" noProof="1">
                <a:solidFill>
                  <a:prstClr val="black"/>
                </a:solidFill>
                <a:latin typeface="Tajawal" panose="00000500000000000000" pitchFamily="2" charset="-78"/>
                <a:ea typeface="Open Sans Semibold" panose="020B0706030804020204" pitchFamily="34" charset="0"/>
                <a:cs typeface="Tajawal" panose="00000500000000000000" pitchFamily="2" charset="-78"/>
              </a:rPr>
              <a:t>بطاقات المبادرات</a:t>
            </a:r>
            <a:endParaRPr kumimoji="0" lang="ar-LY" sz="1400" b="0" i="0" u="none" strike="noStrike" kern="1200" cap="none" spc="0" normalizeH="0" baseline="0" noProof="1">
              <a:ln>
                <a:noFill/>
              </a:ln>
              <a:solidFill>
                <a:prstClr val="black"/>
              </a:solidFill>
              <a:effectLst/>
              <a:uLnTx/>
              <a:uFillTx/>
              <a:latin typeface="Tajawal" panose="00000500000000000000" pitchFamily="2" charset="-78"/>
              <a:ea typeface="Open Sans Semibold" panose="020B0706030804020204" pitchFamily="34" charset="0"/>
              <a:cs typeface="Tajawal" panose="00000500000000000000" pitchFamily="2" charset="-78"/>
            </a:endParaRPr>
          </a:p>
        </p:txBody>
      </p:sp>
      <p:sp>
        <p:nvSpPr>
          <p:cNvPr id="6" name="Rectangle 5">
            <a:extLst>
              <a:ext uri="{FF2B5EF4-FFF2-40B4-BE49-F238E27FC236}">
                <a16:creationId xmlns:a16="http://schemas.microsoft.com/office/drawing/2014/main" id="{98F7F8DA-1B1C-785A-9C4F-D12E3663BDCF}"/>
              </a:ext>
            </a:extLst>
          </p:cNvPr>
          <p:cNvSpPr/>
          <p:nvPr/>
        </p:nvSpPr>
        <p:spPr>
          <a:xfrm>
            <a:off x="2060685" y="4308694"/>
            <a:ext cx="4114730" cy="523220"/>
          </a:xfrm>
          <a:prstGeom prst="rect">
            <a:avLst/>
          </a:prstGeom>
        </p:spPr>
        <p:txBody>
          <a:bodyPr wrap="square">
            <a:spAutoFit/>
          </a:bodyPr>
          <a:lstStyle/>
          <a:p>
            <a:pPr marL="285750" marR="0" lvl="0" indent="-285750" algn="r" defTabSz="914354" rtl="1" eaLnBrk="1" fontAlgn="auto" latinLnBrk="0" hangingPunct="1">
              <a:lnSpc>
                <a:spcPct val="100000"/>
              </a:lnSpc>
              <a:spcBef>
                <a:spcPts val="0"/>
              </a:spcBef>
              <a:spcAft>
                <a:spcPts val="0"/>
              </a:spcAft>
              <a:buClr>
                <a:srgbClr val="E24848"/>
              </a:buClr>
              <a:buSzTx/>
              <a:buFont typeface="Arial" panose="020B0604020202020204" pitchFamily="34" charset="0"/>
              <a:buChar char="•"/>
              <a:tabLst/>
              <a:defRPr/>
            </a:pPr>
            <a:r>
              <a:rPr lang="ar-LY" sz="1400" noProof="1">
                <a:solidFill>
                  <a:prstClr val="black"/>
                </a:solidFill>
                <a:latin typeface="Tajawal" panose="00000500000000000000" pitchFamily="2" charset="-78"/>
                <a:ea typeface="Open Sans Semibold" panose="020B0706030804020204" pitchFamily="34" charset="0"/>
                <a:cs typeface="Tajawal" panose="00000500000000000000" pitchFamily="2" charset="-78"/>
              </a:rPr>
              <a:t>الأهداف الاستراتيجية 23-25</a:t>
            </a:r>
          </a:p>
          <a:p>
            <a:pPr marL="285750" marR="0" lvl="0" indent="-285750" algn="r" defTabSz="914354" rtl="1" eaLnBrk="1" fontAlgn="auto" latinLnBrk="0" hangingPunct="1">
              <a:lnSpc>
                <a:spcPct val="100000"/>
              </a:lnSpc>
              <a:spcBef>
                <a:spcPts val="0"/>
              </a:spcBef>
              <a:spcAft>
                <a:spcPts val="0"/>
              </a:spcAft>
              <a:buClr>
                <a:srgbClr val="E24848"/>
              </a:buClr>
              <a:buSzTx/>
              <a:buFont typeface="Arial" panose="020B0604020202020204" pitchFamily="34" charset="0"/>
              <a:buChar char="•"/>
              <a:tabLst/>
              <a:defRPr/>
            </a:pPr>
            <a:r>
              <a:rPr lang="ar-LY" sz="1400" noProof="1">
                <a:solidFill>
                  <a:prstClr val="black"/>
                </a:solidFill>
                <a:latin typeface="Tajawal" panose="00000500000000000000" pitchFamily="2" charset="-78"/>
                <a:ea typeface="Open Sans Semibold" panose="020B0706030804020204" pitchFamily="34" charset="0"/>
                <a:cs typeface="Tajawal" panose="00000500000000000000" pitchFamily="2" charset="-78"/>
              </a:rPr>
              <a:t>الاستراتيجة المعدلة (مقترح)</a:t>
            </a:r>
            <a:endParaRPr kumimoji="0" lang="en-US" sz="1400" b="0" i="0" u="none" strike="noStrike" kern="1200" cap="none" spc="0" normalizeH="0" baseline="0" noProof="1">
              <a:ln>
                <a:noFill/>
              </a:ln>
              <a:solidFill>
                <a:prstClr val="black"/>
              </a:solidFill>
              <a:effectLst/>
              <a:uLnTx/>
              <a:uFillTx/>
              <a:latin typeface="Tajawal" panose="00000500000000000000" pitchFamily="2" charset="-78"/>
              <a:ea typeface="Open Sans Semibold" panose="020B0706030804020204" pitchFamily="34" charset="0"/>
              <a:cs typeface="Tajawal" panose="00000500000000000000" pitchFamily="2" charset="-78"/>
            </a:endParaRPr>
          </a:p>
        </p:txBody>
      </p:sp>
      <p:grpSp>
        <p:nvGrpSpPr>
          <p:cNvPr id="15" name="Group 14">
            <a:extLst>
              <a:ext uri="{FF2B5EF4-FFF2-40B4-BE49-F238E27FC236}">
                <a16:creationId xmlns:a16="http://schemas.microsoft.com/office/drawing/2014/main" id="{E4157B71-E6EF-16F8-5E5F-058C23F2AEC5}"/>
              </a:ext>
            </a:extLst>
          </p:cNvPr>
          <p:cNvGrpSpPr/>
          <p:nvPr/>
        </p:nvGrpSpPr>
        <p:grpSpPr>
          <a:xfrm rot="10800000">
            <a:off x="6734192" y="4155668"/>
            <a:ext cx="571500" cy="692149"/>
            <a:chOff x="7305675" y="3793657"/>
            <a:chExt cx="571500" cy="692149"/>
          </a:xfrm>
          <a:solidFill>
            <a:srgbClr val="CC00CC"/>
          </a:solidFill>
        </p:grpSpPr>
        <p:sp>
          <p:nvSpPr>
            <p:cNvPr id="16" name="Isosceles Triangle 15">
              <a:extLst>
                <a:ext uri="{FF2B5EF4-FFF2-40B4-BE49-F238E27FC236}">
                  <a16:creationId xmlns:a16="http://schemas.microsoft.com/office/drawing/2014/main" id="{477E4EFC-4C0B-2FBB-E052-A5391B9F47A0}"/>
                </a:ext>
              </a:extLst>
            </p:cNvPr>
            <p:cNvSpPr/>
            <p:nvPr/>
          </p:nvSpPr>
          <p:spPr bwMode="auto">
            <a:xfrm>
              <a:off x="7343776" y="3793657"/>
              <a:ext cx="495300" cy="427037"/>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354" rtl="0" eaLnBrk="1" fontAlgn="auto" latinLnBrk="0" hangingPunct="1">
                <a:lnSpc>
                  <a:spcPct val="100000"/>
                </a:lnSpc>
                <a:spcBef>
                  <a:spcPts val="0"/>
                </a:spcBef>
                <a:spcAft>
                  <a:spcPts val="0"/>
                </a:spcAft>
                <a:buClrTx/>
                <a:buSzTx/>
                <a:buFontTx/>
                <a:buNone/>
                <a:tabLst/>
                <a:defRPr/>
              </a:pPr>
              <a:endParaRPr kumimoji="0" lang="en-US" sz="1351" b="0" i="0" u="none" strike="noStrike" kern="1200" cap="none" spc="0" normalizeH="0" baseline="0" noProof="0">
                <a:ln>
                  <a:noFill/>
                </a:ln>
                <a:solidFill>
                  <a:prstClr val="white"/>
                </a:solidFill>
                <a:effectLst/>
                <a:uLnTx/>
                <a:uFillTx/>
                <a:latin typeface="Calibri"/>
                <a:ea typeface="+mn-ea"/>
                <a:cs typeface="Calibri"/>
              </a:endParaRPr>
            </a:p>
          </p:txBody>
        </p:sp>
        <p:sp>
          <p:nvSpPr>
            <p:cNvPr id="17" name="Oval 16">
              <a:extLst>
                <a:ext uri="{FF2B5EF4-FFF2-40B4-BE49-F238E27FC236}">
                  <a16:creationId xmlns:a16="http://schemas.microsoft.com/office/drawing/2014/main" id="{9AE348CD-0613-D1C3-410A-176E2D6EA611}"/>
                </a:ext>
              </a:extLst>
            </p:cNvPr>
            <p:cNvSpPr/>
            <p:nvPr/>
          </p:nvSpPr>
          <p:spPr bwMode="auto">
            <a:xfrm>
              <a:off x="7305675" y="3912718"/>
              <a:ext cx="571500" cy="573088"/>
            </a:xfrm>
            <a:prstGeom prst="ellipse">
              <a:avLst/>
            </a:prstGeom>
            <a:grpFill/>
            <a:ln>
              <a:noFill/>
            </a:ln>
          </p:spPr>
          <p:txBody>
            <a:bodyPr/>
            <a:lstStyle/>
            <a:p>
              <a:pPr marL="0" marR="0" lvl="0" indent="0" algn="l" defTabSz="914354" rtl="0" eaLnBrk="1" fontAlgn="auto" latinLnBrk="0" hangingPunct="1">
                <a:lnSpc>
                  <a:spcPct val="100000"/>
                </a:lnSpc>
                <a:spcBef>
                  <a:spcPts val="0"/>
                </a:spcBef>
                <a:spcAft>
                  <a:spcPts val="0"/>
                </a:spcAft>
                <a:buClrTx/>
                <a:buSzTx/>
                <a:buFontTx/>
                <a:buNone/>
                <a:tabLst/>
                <a:defRPr/>
              </a:pPr>
              <a:endParaRPr kumimoji="0" lang="en-US" sz="1351" b="0" i="0" u="none" strike="noStrike" kern="1200" cap="none" spc="0" normalizeH="0" baseline="0" noProof="0">
                <a:ln>
                  <a:noFill/>
                </a:ln>
                <a:solidFill>
                  <a:prstClr val="black"/>
                </a:solidFill>
                <a:effectLst/>
                <a:uLnTx/>
                <a:uFillTx/>
                <a:latin typeface="Calibri"/>
                <a:ea typeface="+mn-ea"/>
                <a:cs typeface="Calibri"/>
              </a:endParaRPr>
            </a:p>
          </p:txBody>
        </p:sp>
      </p:grpSp>
    </p:spTree>
    <p:extLst>
      <p:ext uri="{BB962C8B-B14F-4D97-AF65-F5344CB8AC3E}">
        <p14:creationId xmlns:p14="http://schemas.microsoft.com/office/powerpoint/2010/main" val="33892208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45"/>
                                        </p:tgtEl>
                                        <p:attrNameLst>
                                          <p:attrName>style.visibility</p:attrName>
                                        </p:attrNameLst>
                                      </p:cBhvr>
                                      <p:to>
                                        <p:strVal val="visible"/>
                                      </p:to>
                                    </p:set>
                                    <p:animEffect transition="in" filter="wipe(up)">
                                      <p:cBhvr>
                                        <p:cTn id="7" dur="500"/>
                                        <p:tgtEl>
                                          <p:spTgt spid="45"/>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44"/>
                                        </p:tgtEl>
                                        <p:attrNameLst>
                                          <p:attrName>style.visibility</p:attrName>
                                        </p:attrNameLst>
                                      </p:cBhvr>
                                      <p:to>
                                        <p:strVal val="visible"/>
                                      </p:to>
                                    </p:set>
                                    <p:animEffect transition="in" filter="wipe(up)">
                                      <p:cBhvr>
                                        <p:cTn id="11" dur="500"/>
                                        <p:tgtEl>
                                          <p:spTgt spid="44"/>
                                        </p:tgtEl>
                                      </p:cBhvr>
                                    </p:animEffect>
                                  </p:childTnLst>
                                </p:cTn>
                              </p:par>
                            </p:childTnLst>
                          </p:cTn>
                        </p:par>
                        <p:par>
                          <p:cTn id="12" fill="hold">
                            <p:stCondLst>
                              <p:cond delay="1000"/>
                            </p:stCondLst>
                            <p:childTnLst>
                              <p:par>
                                <p:cTn id="13" presetID="22" presetClass="entr" presetSubtype="1" fill="hold" grpId="0" nodeType="afterEffect">
                                  <p:stCondLst>
                                    <p:cond delay="0"/>
                                  </p:stCondLst>
                                  <p:childTnLst>
                                    <p:set>
                                      <p:cBhvr>
                                        <p:cTn id="14" dur="1" fill="hold">
                                          <p:stCondLst>
                                            <p:cond delay="0"/>
                                          </p:stCondLst>
                                        </p:cTn>
                                        <p:tgtEl>
                                          <p:spTgt spid="57"/>
                                        </p:tgtEl>
                                        <p:attrNameLst>
                                          <p:attrName>style.visibility</p:attrName>
                                        </p:attrNameLst>
                                      </p:cBhvr>
                                      <p:to>
                                        <p:strVal val="visible"/>
                                      </p:to>
                                    </p:set>
                                    <p:animEffect transition="in" filter="wipe(up)">
                                      <p:cBhvr>
                                        <p:cTn id="15" dur="500"/>
                                        <p:tgtEl>
                                          <p:spTgt spid="57"/>
                                        </p:tgtEl>
                                      </p:cBhvr>
                                    </p:animEffect>
                                  </p:childTnLst>
                                </p:cTn>
                              </p:par>
                            </p:childTnLst>
                          </p:cTn>
                        </p:par>
                        <p:par>
                          <p:cTn id="16" fill="hold">
                            <p:stCondLst>
                              <p:cond delay="1500"/>
                            </p:stCondLst>
                            <p:childTnLst>
                              <p:par>
                                <p:cTn id="17" presetID="22" presetClass="entr" presetSubtype="1" fill="hold" grpId="0" nodeType="after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wipe(up)">
                                      <p:cBhvr>
                                        <p:cTn id="19" dur="500"/>
                                        <p:tgtEl>
                                          <p:spTgt spid="5"/>
                                        </p:tgtEl>
                                      </p:cBhvr>
                                    </p:animEffect>
                                  </p:childTnLst>
                                </p:cTn>
                              </p:par>
                            </p:childTnLst>
                          </p:cTn>
                        </p:par>
                        <p:par>
                          <p:cTn id="20" fill="hold">
                            <p:stCondLst>
                              <p:cond delay="2000"/>
                            </p:stCondLst>
                            <p:childTnLst>
                              <p:par>
                                <p:cTn id="21" presetID="22" presetClass="entr" presetSubtype="1" fill="hold" grpId="0" nodeType="after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wipe(up)">
                                      <p:cBhvr>
                                        <p:cTn id="23"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p:bldP spid="45" grpId="0"/>
      <p:bldP spid="57" grpId="0"/>
      <p:bldP spid="5" grpId="0"/>
      <p:bldP spid="6"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gradFill>
          <a:gsLst>
            <a:gs pos="32000">
              <a:srgbClr val="990099"/>
            </a:gs>
            <a:gs pos="96000">
              <a:schemeClr val="accent2"/>
            </a:gs>
          </a:gsLst>
          <a:lin ang="2700000" scaled="0"/>
        </a:gradFill>
        <a:effectLst/>
      </p:bgPr>
    </p:bg>
    <p:spTree>
      <p:nvGrpSpPr>
        <p:cNvPr id="1" name=""/>
        <p:cNvGrpSpPr/>
        <p:nvPr/>
      </p:nvGrpSpPr>
      <p:grpSpPr>
        <a:xfrm>
          <a:off x="0" y="0"/>
          <a:ext cx="0" cy="0"/>
          <a:chOff x="0" y="0"/>
          <a:chExt cx="0" cy="0"/>
        </a:xfrm>
      </p:grpSpPr>
      <p:sp>
        <p:nvSpPr>
          <p:cNvPr id="1904" name="Rectangle 1903">
            <a:extLst>
              <a:ext uri="{FF2B5EF4-FFF2-40B4-BE49-F238E27FC236}">
                <a16:creationId xmlns:a16="http://schemas.microsoft.com/office/drawing/2014/main" id="{83284E98-8C8E-4A79-918E-653EFEEF5C35}"/>
              </a:ext>
            </a:extLst>
          </p:cNvPr>
          <p:cNvSpPr/>
          <p:nvPr/>
        </p:nvSpPr>
        <p:spPr>
          <a:xfrm>
            <a:off x="47145" y="54272"/>
            <a:ext cx="12097709" cy="6749456"/>
          </a:xfrm>
          <a:prstGeom prst="rect">
            <a:avLst/>
          </a:prstGeom>
          <a:solidFill>
            <a:schemeClr val="accent1">
              <a:alpha val="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841" name="Group 1840">
            <a:extLst>
              <a:ext uri="{FF2B5EF4-FFF2-40B4-BE49-F238E27FC236}">
                <a16:creationId xmlns:a16="http://schemas.microsoft.com/office/drawing/2014/main" id="{824D16D5-4824-2D02-805B-F350CBB9E533}"/>
              </a:ext>
            </a:extLst>
          </p:cNvPr>
          <p:cNvGrpSpPr/>
          <p:nvPr/>
        </p:nvGrpSpPr>
        <p:grpSpPr>
          <a:xfrm>
            <a:off x="2312842" y="368894"/>
            <a:ext cx="7608248" cy="2489447"/>
            <a:chOff x="2092960" y="536908"/>
            <a:chExt cx="8284784" cy="2692979"/>
          </a:xfrm>
        </p:grpSpPr>
        <p:grpSp>
          <p:nvGrpSpPr>
            <p:cNvPr id="49" name="Google Shape;2276;p26">
              <a:extLst>
                <a:ext uri="{FF2B5EF4-FFF2-40B4-BE49-F238E27FC236}">
                  <a16:creationId xmlns:a16="http://schemas.microsoft.com/office/drawing/2014/main" id="{1AEB7ED0-D8D9-F7FD-5D10-3A75302A41B6}"/>
                </a:ext>
              </a:extLst>
            </p:cNvPr>
            <p:cNvGrpSpPr/>
            <p:nvPr/>
          </p:nvGrpSpPr>
          <p:grpSpPr>
            <a:xfrm>
              <a:off x="3976286" y="536908"/>
              <a:ext cx="4462948" cy="2516619"/>
              <a:chOff x="2185750" y="2059275"/>
              <a:chExt cx="3230275" cy="1821525"/>
            </a:xfrm>
          </p:grpSpPr>
          <p:sp>
            <p:nvSpPr>
              <p:cNvPr id="50" name="Google Shape;2277;p26">
                <a:extLst>
                  <a:ext uri="{FF2B5EF4-FFF2-40B4-BE49-F238E27FC236}">
                    <a16:creationId xmlns:a16="http://schemas.microsoft.com/office/drawing/2014/main" id="{12F0EF66-F3DC-F8FF-3CE3-B24B275717C5}"/>
                  </a:ext>
                </a:extLst>
              </p:cNvPr>
              <p:cNvSpPr/>
              <p:nvPr/>
            </p:nvSpPr>
            <p:spPr>
              <a:xfrm>
                <a:off x="4530075" y="3260850"/>
                <a:ext cx="552650" cy="552650"/>
              </a:xfrm>
              <a:custGeom>
                <a:avLst/>
                <a:gdLst/>
                <a:ahLst/>
                <a:cxnLst/>
                <a:rect l="l" t="t" r="r" b="b"/>
                <a:pathLst>
                  <a:path w="22106" h="22106" extrusionOk="0">
                    <a:moveTo>
                      <a:pt x="11053" y="2186"/>
                    </a:moveTo>
                    <a:cubicBezTo>
                      <a:pt x="15961" y="2186"/>
                      <a:pt x="19920" y="6176"/>
                      <a:pt x="19920" y="11053"/>
                    </a:cubicBezTo>
                    <a:cubicBezTo>
                      <a:pt x="19920" y="15962"/>
                      <a:pt x="15961" y="19952"/>
                      <a:pt x="11053" y="19952"/>
                    </a:cubicBezTo>
                    <a:cubicBezTo>
                      <a:pt x="6144" y="19952"/>
                      <a:pt x="2154" y="15962"/>
                      <a:pt x="2154" y="11053"/>
                    </a:cubicBezTo>
                    <a:cubicBezTo>
                      <a:pt x="2154" y="6176"/>
                      <a:pt x="6144" y="2186"/>
                      <a:pt x="11053" y="2186"/>
                    </a:cubicBezTo>
                    <a:close/>
                    <a:moveTo>
                      <a:pt x="11053" y="1"/>
                    </a:moveTo>
                    <a:cubicBezTo>
                      <a:pt x="4940" y="1"/>
                      <a:pt x="0" y="4973"/>
                      <a:pt x="0" y="11053"/>
                    </a:cubicBezTo>
                    <a:cubicBezTo>
                      <a:pt x="0" y="17165"/>
                      <a:pt x="4972" y="22106"/>
                      <a:pt x="11053" y="22106"/>
                    </a:cubicBezTo>
                    <a:cubicBezTo>
                      <a:pt x="17133" y="22106"/>
                      <a:pt x="22105" y="17165"/>
                      <a:pt x="22105" y="11053"/>
                    </a:cubicBezTo>
                    <a:cubicBezTo>
                      <a:pt x="22105" y="4973"/>
                      <a:pt x="17133" y="1"/>
                      <a:pt x="11053" y="1"/>
                    </a:cubicBezTo>
                    <a:close/>
                  </a:path>
                </a:pathLst>
              </a:custGeom>
              <a:solidFill>
                <a:schemeClr val="bg1"/>
              </a:solidFill>
              <a:ln>
                <a:noFill/>
              </a:ln>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sz="1000" b="0" i="0" u="none" strike="noStrike" kern="1200" cap="none" spc="0" normalizeH="0" baseline="0" noProof="0">
                  <a:ln>
                    <a:noFill/>
                  </a:ln>
                  <a:solidFill>
                    <a:prstClr val="black"/>
                  </a:solidFill>
                  <a:effectLst/>
                  <a:uLnTx/>
                  <a:uFillTx/>
                  <a:latin typeface="29LT Bukra Bold" panose="000B0903020204020204" pitchFamily="34" charset="-78"/>
                  <a:ea typeface="+mn-ea"/>
                  <a:cs typeface="29LT Bukra Bold" panose="000B0903020204020204" pitchFamily="34" charset="-78"/>
                </a:endParaRPr>
              </a:p>
            </p:txBody>
          </p:sp>
          <p:sp>
            <p:nvSpPr>
              <p:cNvPr id="51" name="Google Shape;2278;p26">
                <a:extLst>
                  <a:ext uri="{FF2B5EF4-FFF2-40B4-BE49-F238E27FC236}">
                    <a16:creationId xmlns:a16="http://schemas.microsoft.com/office/drawing/2014/main" id="{D4FCDCF4-52DD-5965-BE16-7C14CFD17B0C}"/>
                  </a:ext>
                </a:extLst>
              </p:cNvPr>
              <p:cNvSpPr/>
              <p:nvPr/>
            </p:nvSpPr>
            <p:spPr>
              <a:xfrm>
                <a:off x="4976600" y="2299700"/>
                <a:ext cx="439425" cy="439425"/>
              </a:xfrm>
              <a:custGeom>
                <a:avLst/>
                <a:gdLst/>
                <a:ahLst/>
                <a:cxnLst/>
                <a:rect l="l" t="t" r="r" b="b"/>
                <a:pathLst>
                  <a:path w="17577" h="17577" extrusionOk="0">
                    <a:moveTo>
                      <a:pt x="8804" y="2154"/>
                    </a:moveTo>
                    <a:cubicBezTo>
                      <a:pt x="12446" y="2154"/>
                      <a:pt x="15423" y="5131"/>
                      <a:pt x="15423" y="8805"/>
                    </a:cubicBezTo>
                    <a:cubicBezTo>
                      <a:pt x="15423" y="12447"/>
                      <a:pt x="12446" y="15424"/>
                      <a:pt x="8804" y="15424"/>
                    </a:cubicBezTo>
                    <a:cubicBezTo>
                      <a:pt x="5131" y="15424"/>
                      <a:pt x="2186" y="12447"/>
                      <a:pt x="2186" y="8805"/>
                    </a:cubicBezTo>
                    <a:cubicBezTo>
                      <a:pt x="2186" y="5131"/>
                      <a:pt x="5162" y="2154"/>
                      <a:pt x="8804" y="2154"/>
                    </a:cubicBezTo>
                    <a:close/>
                    <a:moveTo>
                      <a:pt x="8804" y="1"/>
                    </a:moveTo>
                    <a:cubicBezTo>
                      <a:pt x="3959" y="1"/>
                      <a:pt x="0" y="3959"/>
                      <a:pt x="0" y="8805"/>
                    </a:cubicBezTo>
                    <a:cubicBezTo>
                      <a:pt x="0" y="13650"/>
                      <a:pt x="3959" y="17577"/>
                      <a:pt x="8804" y="17577"/>
                    </a:cubicBezTo>
                    <a:cubicBezTo>
                      <a:pt x="13650" y="17577"/>
                      <a:pt x="17577" y="13650"/>
                      <a:pt x="17577" y="8805"/>
                    </a:cubicBezTo>
                    <a:cubicBezTo>
                      <a:pt x="17577" y="3959"/>
                      <a:pt x="13650" y="1"/>
                      <a:pt x="8804" y="1"/>
                    </a:cubicBezTo>
                    <a:close/>
                  </a:path>
                </a:pathLst>
              </a:custGeom>
              <a:solidFill>
                <a:schemeClr val="bg1"/>
              </a:solidFill>
              <a:ln>
                <a:noFill/>
              </a:ln>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sz="1000" b="0" i="0" u="none" strike="noStrike" kern="1200" cap="none" spc="0" normalizeH="0" baseline="0" noProof="0">
                  <a:ln>
                    <a:noFill/>
                  </a:ln>
                  <a:solidFill>
                    <a:prstClr val="black"/>
                  </a:solidFill>
                  <a:effectLst/>
                  <a:uLnTx/>
                  <a:uFillTx/>
                  <a:latin typeface="29LT Bukra Bold" panose="000B0903020204020204" pitchFamily="34" charset="-78"/>
                  <a:ea typeface="+mn-ea"/>
                  <a:cs typeface="29LT Bukra Bold" panose="000B0903020204020204" pitchFamily="34" charset="-78"/>
                </a:endParaRPr>
              </a:p>
            </p:txBody>
          </p:sp>
          <p:sp>
            <p:nvSpPr>
              <p:cNvPr id="52" name="Google Shape;2279;p26">
                <a:extLst>
                  <a:ext uri="{FF2B5EF4-FFF2-40B4-BE49-F238E27FC236}">
                    <a16:creationId xmlns:a16="http://schemas.microsoft.com/office/drawing/2014/main" id="{7FFBB673-B9CE-F0E9-C50F-2116C7556940}"/>
                  </a:ext>
                </a:extLst>
              </p:cNvPr>
              <p:cNvSpPr/>
              <p:nvPr/>
            </p:nvSpPr>
            <p:spPr>
              <a:xfrm>
                <a:off x="2185750" y="2387600"/>
                <a:ext cx="507525" cy="508300"/>
              </a:xfrm>
              <a:custGeom>
                <a:avLst/>
                <a:gdLst/>
                <a:ahLst/>
                <a:cxnLst/>
                <a:rect l="l" t="t" r="r" b="b"/>
                <a:pathLst>
                  <a:path w="20301" h="20332" extrusionOk="0">
                    <a:moveTo>
                      <a:pt x="10135" y="2185"/>
                    </a:moveTo>
                    <a:cubicBezTo>
                      <a:pt x="14569" y="2185"/>
                      <a:pt x="18147" y="5764"/>
                      <a:pt x="18147" y="10166"/>
                    </a:cubicBezTo>
                    <a:cubicBezTo>
                      <a:pt x="18147" y="14599"/>
                      <a:pt x="14569" y="18178"/>
                      <a:pt x="10135" y="18178"/>
                    </a:cubicBezTo>
                    <a:cubicBezTo>
                      <a:pt x="5733" y="18178"/>
                      <a:pt x="2154" y="14599"/>
                      <a:pt x="2154" y="10166"/>
                    </a:cubicBezTo>
                    <a:cubicBezTo>
                      <a:pt x="2154" y="5764"/>
                      <a:pt x="5733" y="2185"/>
                      <a:pt x="10135" y="2185"/>
                    </a:cubicBezTo>
                    <a:close/>
                    <a:moveTo>
                      <a:pt x="10135" y="0"/>
                    </a:moveTo>
                    <a:cubicBezTo>
                      <a:pt x="4530" y="0"/>
                      <a:pt x="1" y="4560"/>
                      <a:pt x="1" y="10166"/>
                    </a:cubicBezTo>
                    <a:cubicBezTo>
                      <a:pt x="1" y="15771"/>
                      <a:pt x="4561" y="20331"/>
                      <a:pt x="10135" y="20331"/>
                    </a:cubicBezTo>
                    <a:cubicBezTo>
                      <a:pt x="15740" y="20331"/>
                      <a:pt x="20301" y="15771"/>
                      <a:pt x="20301" y="10166"/>
                    </a:cubicBezTo>
                    <a:cubicBezTo>
                      <a:pt x="20301" y="4560"/>
                      <a:pt x="15740" y="0"/>
                      <a:pt x="10135" y="0"/>
                    </a:cubicBezTo>
                    <a:close/>
                  </a:path>
                </a:pathLst>
              </a:custGeom>
              <a:solidFill>
                <a:schemeClr val="bg1"/>
              </a:solidFill>
              <a:ln>
                <a:noFill/>
              </a:ln>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sz="1000" b="0" i="0" u="none" strike="noStrike" kern="1200" cap="none" spc="0" normalizeH="0" baseline="0" noProof="0">
                  <a:ln>
                    <a:noFill/>
                  </a:ln>
                  <a:solidFill>
                    <a:prstClr val="black"/>
                  </a:solidFill>
                  <a:effectLst/>
                  <a:uLnTx/>
                  <a:uFillTx/>
                  <a:latin typeface="29LT Bukra Bold" panose="000B0903020204020204" pitchFamily="34" charset="-78"/>
                  <a:ea typeface="+mn-ea"/>
                  <a:cs typeface="29LT Bukra Bold" panose="000B0903020204020204" pitchFamily="34" charset="-78"/>
                </a:endParaRPr>
              </a:p>
            </p:txBody>
          </p:sp>
          <p:sp>
            <p:nvSpPr>
              <p:cNvPr id="53" name="Google Shape;2280;p26">
                <a:extLst>
                  <a:ext uri="{FF2B5EF4-FFF2-40B4-BE49-F238E27FC236}">
                    <a16:creationId xmlns:a16="http://schemas.microsoft.com/office/drawing/2014/main" id="{C58A9653-4CD5-1FA0-5672-4D59FE2737B2}"/>
                  </a:ext>
                </a:extLst>
              </p:cNvPr>
              <p:cNvSpPr/>
              <p:nvPr/>
            </p:nvSpPr>
            <p:spPr>
              <a:xfrm>
                <a:off x="2603000" y="3506300"/>
                <a:ext cx="374500" cy="374500"/>
              </a:xfrm>
              <a:custGeom>
                <a:avLst/>
                <a:gdLst/>
                <a:ahLst/>
                <a:cxnLst/>
                <a:rect l="l" t="t" r="r" b="b"/>
                <a:pathLst>
                  <a:path w="14980" h="14980" extrusionOk="0">
                    <a:moveTo>
                      <a:pt x="7506" y="2185"/>
                    </a:moveTo>
                    <a:cubicBezTo>
                      <a:pt x="10420" y="2185"/>
                      <a:pt x="12826" y="4560"/>
                      <a:pt x="12826" y="7506"/>
                    </a:cubicBezTo>
                    <a:cubicBezTo>
                      <a:pt x="12826" y="10419"/>
                      <a:pt x="10420" y="12794"/>
                      <a:pt x="7506" y="12794"/>
                    </a:cubicBezTo>
                    <a:cubicBezTo>
                      <a:pt x="4561" y="12794"/>
                      <a:pt x="2186" y="10419"/>
                      <a:pt x="2186" y="7506"/>
                    </a:cubicBezTo>
                    <a:cubicBezTo>
                      <a:pt x="2186" y="4560"/>
                      <a:pt x="4561" y="2185"/>
                      <a:pt x="7506" y="2185"/>
                    </a:cubicBezTo>
                    <a:close/>
                    <a:moveTo>
                      <a:pt x="7506" y="0"/>
                    </a:moveTo>
                    <a:cubicBezTo>
                      <a:pt x="3357" y="0"/>
                      <a:pt x="1" y="3357"/>
                      <a:pt x="1" y="7474"/>
                    </a:cubicBezTo>
                    <a:cubicBezTo>
                      <a:pt x="1" y="11623"/>
                      <a:pt x="3357" y="14980"/>
                      <a:pt x="7506" y="14980"/>
                    </a:cubicBezTo>
                    <a:cubicBezTo>
                      <a:pt x="11623" y="14980"/>
                      <a:pt x="14980" y="11623"/>
                      <a:pt x="14980" y="7474"/>
                    </a:cubicBezTo>
                    <a:cubicBezTo>
                      <a:pt x="14980" y="3357"/>
                      <a:pt x="11623" y="0"/>
                      <a:pt x="7506" y="0"/>
                    </a:cubicBezTo>
                    <a:close/>
                  </a:path>
                </a:pathLst>
              </a:custGeom>
              <a:solidFill>
                <a:schemeClr val="bg1"/>
              </a:solidFill>
              <a:ln>
                <a:noFill/>
              </a:ln>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sz="1000" b="0" i="0" u="none" strike="noStrike" kern="1200" cap="none" spc="0" normalizeH="0" baseline="0" noProof="0">
                  <a:ln>
                    <a:noFill/>
                  </a:ln>
                  <a:solidFill>
                    <a:prstClr val="black"/>
                  </a:solidFill>
                  <a:effectLst/>
                  <a:uLnTx/>
                  <a:uFillTx/>
                  <a:latin typeface="29LT Bukra Bold" panose="000B0903020204020204" pitchFamily="34" charset="-78"/>
                  <a:ea typeface="+mn-ea"/>
                  <a:cs typeface="29LT Bukra Bold" panose="000B0903020204020204" pitchFamily="34" charset="-78"/>
                </a:endParaRPr>
              </a:p>
            </p:txBody>
          </p:sp>
          <p:sp>
            <p:nvSpPr>
              <p:cNvPr id="54" name="Google Shape;2281;p26">
                <a:extLst>
                  <a:ext uri="{FF2B5EF4-FFF2-40B4-BE49-F238E27FC236}">
                    <a16:creationId xmlns:a16="http://schemas.microsoft.com/office/drawing/2014/main" id="{E40DB7D3-619F-47E7-961F-600B3A659E54}"/>
                  </a:ext>
                </a:extLst>
              </p:cNvPr>
              <p:cNvSpPr/>
              <p:nvPr/>
            </p:nvSpPr>
            <p:spPr>
              <a:xfrm>
                <a:off x="4264050" y="3195925"/>
                <a:ext cx="344425" cy="232000"/>
              </a:xfrm>
              <a:custGeom>
                <a:avLst/>
                <a:gdLst/>
                <a:ahLst/>
                <a:cxnLst/>
                <a:rect l="l" t="t" r="r" b="b"/>
                <a:pathLst>
                  <a:path w="13777" h="9280" extrusionOk="0">
                    <a:moveTo>
                      <a:pt x="1077" y="1"/>
                    </a:moveTo>
                    <a:lnTo>
                      <a:pt x="0" y="1869"/>
                    </a:lnTo>
                    <a:lnTo>
                      <a:pt x="12700" y="9280"/>
                    </a:lnTo>
                    <a:lnTo>
                      <a:pt x="13776" y="7411"/>
                    </a:lnTo>
                    <a:lnTo>
                      <a:pt x="1077" y="1"/>
                    </a:lnTo>
                    <a:close/>
                  </a:path>
                </a:pathLst>
              </a:custGeom>
              <a:solidFill>
                <a:schemeClr val="bg1"/>
              </a:solidFill>
              <a:ln>
                <a:noFill/>
              </a:ln>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sz="1000" b="0" i="0" u="none" strike="noStrike" kern="1200" cap="none" spc="0" normalizeH="0" baseline="0" noProof="0">
                  <a:ln>
                    <a:noFill/>
                  </a:ln>
                  <a:solidFill>
                    <a:prstClr val="black"/>
                  </a:solidFill>
                  <a:effectLst/>
                  <a:uLnTx/>
                  <a:uFillTx/>
                  <a:latin typeface="29LT Bukra Bold" panose="000B0903020204020204" pitchFamily="34" charset="-78"/>
                  <a:ea typeface="+mn-ea"/>
                  <a:cs typeface="29LT Bukra Bold" panose="000B0903020204020204" pitchFamily="34" charset="-78"/>
                </a:endParaRPr>
              </a:p>
            </p:txBody>
          </p:sp>
          <p:sp>
            <p:nvSpPr>
              <p:cNvPr id="55" name="Google Shape;2282;p26">
                <a:extLst>
                  <a:ext uri="{FF2B5EF4-FFF2-40B4-BE49-F238E27FC236}">
                    <a16:creationId xmlns:a16="http://schemas.microsoft.com/office/drawing/2014/main" id="{D546BD9E-C31C-2F7B-FC78-CA12B2532D12}"/>
                  </a:ext>
                </a:extLst>
              </p:cNvPr>
              <p:cNvSpPr/>
              <p:nvPr/>
            </p:nvSpPr>
            <p:spPr>
              <a:xfrm>
                <a:off x="4263250" y="2574425"/>
                <a:ext cx="749800" cy="292975"/>
              </a:xfrm>
              <a:custGeom>
                <a:avLst/>
                <a:gdLst/>
                <a:ahLst/>
                <a:cxnLst/>
                <a:rect l="l" t="t" r="r" b="b"/>
                <a:pathLst>
                  <a:path w="29992" h="11719" extrusionOk="0">
                    <a:moveTo>
                      <a:pt x="29294" y="1"/>
                    </a:moveTo>
                    <a:lnTo>
                      <a:pt x="1" y="9692"/>
                    </a:lnTo>
                    <a:lnTo>
                      <a:pt x="666" y="11718"/>
                    </a:lnTo>
                    <a:lnTo>
                      <a:pt x="29991" y="2028"/>
                    </a:lnTo>
                    <a:lnTo>
                      <a:pt x="29294" y="1"/>
                    </a:lnTo>
                    <a:close/>
                  </a:path>
                </a:pathLst>
              </a:custGeom>
              <a:solidFill>
                <a:schemeClr val="bg1"/>
              </a:solidFill>
              <a:ln>
                <a:noFill/>
              </a:ln>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sz="1000" b="0" i="0" u="none" strike="noStrike" kern="1200" cap="none" spc="0" normalizeH="0" baseline="0" noProof="0">
                  <a:ln>
                    <a:noFill/>
                  </a:ln>
                  <a:solidFill>
                    <a:prstClr val="black"/>
                  </a:solidFill>
                  <a:effectLst/>
                  <a:uLnTx/>
                  <a:uFillTx/>
                  <a:latin typeface="29LT Bukra Bold" panose="000B0903020204020204" pitchFamily="34" charset="-78"/>
                  <a:ea typeface="+mn-ea"/>
                  <a:cs typeface="29LT Bukra Bold" panose="000B0903020204020204" pitchFamily="34" charset="-78"/>
                </a:endParaRPr>
              </a:p>
            </p:txBody>
          </p:sp>
          <p:sp>
            <p:nvSpPr>
              <p:cNvPr id="56" name="Google Shape;2283;p26">
                <a:extLst>
                  <a:ext uri="{FF2B5EF4-FFF2-40B4-BE49-F238E27FC236}">
                    <a16:creationId xmlns:a16="http://schemas.microsoft.com/office/drawing/2014/main" id="{11C92097-D9BF-CC2B-BECB-D6CD7767675D}"/>
                  </a:ext>
                </a:extLst>
              </p:cNvPr>
              <p:cNvSpPr/>
              <p:nvPr/>
            </p:nvSpPr>
            <p:spPr>
              <a:xfrm>
                <a:off x="2652075" y="2671025"/>
                <a:ext cx="598575" cy="227250"/>
              </a:xfrm>
              <a:custGeom>
                <a:avLst/>
                <a:gdLst/>
                <a:ahLst/>
                <a:cxnLst/>
                <a:rect l="l" t="t" r="r" b="b"/>
                <a:pathLst>
                  <a:path w="23943" h="9090" extrusionOk="0">
                    <a:moveTo>
                      <a:pt x="603" y="0"/>
                    </a:moveTo>
                    <a:lnTo>
                      <a:pt x="1" y="2091"/>
                    </a:lnTo>
                    <a:lnTo>
                      <a:pt x="23309" y="9089"/>
                    </a:lnTo>
                    <a:lnTo>
                      <a:pt x="23943" y="6999"/>
                    </a:lnTo>
                    <a:lnTo>
                      <a:pt x="603" y="0"/>
                    </a:lnTo>
                    <a:close/>
                  </a:path>
                </a:pathLst>
              </a:custGeom>
              <a:solidFill>
                <a:schemeClr val="bg1"/>
              </a:solidFill>
              <a:ln>
                <a:noFill/>
              </a:ln>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sz="1000" b="0" i="0" u="none" strike="noStrike" kern="1200" cap="none" spc="0" normalizeH="0" baseline="0" noProof="0">
                  <a:ln>
                    <a:noFill/>
                  </a:ln>
                  <a:solidFill>
                    <a:prstClr val="black"/>
                  </a:solidFill>
                  <a:effectLst/>
                  <a:uLnTx/>
                  <a:uFillTx/>
                  <a:latin typeface="29LT Bukra Bold" panose="000B0903020204020204" pitchFamily="34" charset="-78"/>
                  <a:ea typeface="+mn-ea"/>
                  <a:cs typeface="29LT Bukra Bold" panose="000B0903020204020204" pitchFamily="34" charset="-78"/>
                </a:endParaRPr>
              </a:p>
            </p:txBody>
          </p:sp>
          <p:sp>
            <p:nvSpPr>
              <p:cNvPr id="57" name="Google Shape;2284;p26">
                <a:extLst>
                  <a:ext uri="{FF2B5EF4-FFF2-40B4-BE49-F238E27FC236}">
                    <a16:creationId xmlns:a16="http://schemas.microsoft.com/office/drawing/2014/main" id="{CB9B6E06-B3FC-61D0-80AE-7B051D498CBE}"/>
                  </a:ext>
                </a:extLst>
              </p:cNvPr>
              <p:cNvSpPr/>
              <p:nvPr/>
            </p:nvSpPr>
            <p:spPr>
              <a:xfrm>
                <a:off x="2920475" y="3168225"/>
                <a:ext cx="183725" cy="183700"/>
              </a:xfrm>
              <a:custGeom>
                <a:avLst/>
                <a:gdLst/>
                <a:ahLst/>
                <a:cxnLst/>
                <a:rect l="l" t="t" r="r" b="b"/>
                <a:pathLst>
                  <a:path w="7349" h="7348" extrusionOk="0">
                    <a:moveTo>
                      <a:pt x="3674" y="2154"/>
                    </a:moveTo>
                    <a:cubicBezTo>
                      <a:pt x="4498" y="2154"/>
                      <a:pt x="5195" y="2851"/>
                      <a:pt x="5195" y="3674"/>
                    </a:cubicBezTo>
                    <a:cubicBezTo>
                      <a:pt x="5195" y="4498"/>
                      <a:pt x="4498" y="5194"/>
                      <a:pt x="3674" y="5194"/>
                    </a:cubicBezTo>
                    <a:cubicBezTo>
                      <a:pt x="2851" y="5194"/>
                      <a:pt x="2154" y="4498"/>
                      <a:pt x="2154" y="3674"/>
                    </a:cubicBezTo>
                    <a:cubicBezTo>
                      <a:pt x="2154" y="2851"/>
                      <a:pt x="2851" y="2154"/>
                      <a:pt x="3674" y="2154"/>
                    </a:cubicBezTo>
                    <a:close/>
                    <a:moveTo>
                      <a:pt x="3674" y="1"/>
                    </a:moveTo>
                    <a:cubicBezTo>
                      <a:pt x="1648" y="1"/>
                      <a:pt x="1" y="1647"/>
                      <a:pt x="1" y="3674"/>
                    </a:cubicBezTo>
                    <a:cubicBezTo>
                      <a:pt x="1" y="5701"/>
                      <a:pt x="1648" y="7348"/>
                      <a:pt x="3674" y="7348"/>
                    </a:cubicBezTo>
                    <a:cubicBezTo>
                      <a:pt x="5701" y="7348"/>
                      <a:pt x="7348" y="5701"/>
                      <a:pt x="7348" y="3674"/>
                    </a:cubicBezTo>
                    <a:cubicBezTo>
                      <a:pt x="7348" y="1647"/>
                      <a:pt x="5701" y="1"/>
                      <a:pt x="3674" y="1"/>
                    </a:cubicBezTo>
                    <a:close/>
                  </a:path>
                </a:pathLst>
              </a:custGeom>
              <a:solidFill>
                <a:schemeClr val="bg1"/>
              </a:solidFill>
              <a:ln>
                <a:noFill/>
              </a:ln>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sz="1000" b="0" i="0" u="none" strike="noStrike" kern="1200" cap="none" spc="0" normalizeH="0" baseline="0" noProof="0">
                  <a:ln>
                    <a:noFill/>
                  </a:ln>
                  <a:solidFill>
                    <a:prstClr val="black"/>
                  </a:solidFill>
                  <a:effectLst/>
                  <a:uLnTx/>
                  <a:uFillTx/>
                  <a:latin typeface="29LT Bukra Bold" panose="000B0903020204020204" pitchFamily="34" charset="-78"/>
                  <a:ea typeface="+mn-ea"/>
                  <a:cs typeface="29LT Bukra Bold" panose="000B0903020204020204" pitchFamily="34" charset="-78"/>
                </a:endParaRPr>
              </a:p>
            </p:txBody>
          </p:sp>
          <p:sp>
            <p:nvSpPr>
              <p:cNvPr id="58" name="Google Shape;2285;p26">
                <a:extLst>
                  <a:ext uri="{FF2B5EF4-FFF2-40B4-BE49-F238E27FC236}">
                    <a16:creationId xmlns:a16="http://schemas.microsoft.com/office/drawing/2014/main" id="{32669F68-A11F-5212-B50E-78A4E93FA5A9}"/>
                  </a:ext>
                </a:extLst>
              </p:cNvPr>
              <p:cNvSpPr/>
              <p:nvPr/>
            </p:nvSpPr>
            <p:spPr>
              <a:xfrm>
                <a:off x="3062200" y="3162675"/>
                <a:ext cx="186075" cy="91075"/>
              </a:xfrm>
              <a:custGeom>
                <a:avLst/>
                <a:gdLst/>
                <a:ahLst/>
                <a:cxnLst/>
                <a:rect l="l" t="t" r="r" b="b"/>
                <a:pathLst>
                  <a:path w="7443" h="3643" extrusionOk="0">
                    <a:moveTo>
                      <a:pt x="6999" y="1"/>
                    </a:moveTo>
                    <a:lnTo>
                      <a:pt x="1" y="1521"/>
                    </a:lnTo>
                    <a:lnTo>
                      <a:pt x="476" y="3643"/>
                    </a:lnTo>
                    <a:lnTo>
                      <a:pt x="7443" y="2123"/>
                    </a:lnTo>
                    <a:lnTo>
                      <a:pt x="6999" y="1"/>
                    </a:lnTo>
                    <a:close/>
                  </a:path>
                </a:pathLst>
              </a:custGeom>
              <a:solidFill>
                <a:schemeClr val="bg1"/>
              </a:solidFill>
              <a:ln>
                <a:noFill/>
              </a:ln>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sz="1000" b="0" i="0" u="none" strike="noStrike" kern="1200" cap="none" spc="0" normalizeH="0" baseline="0" noProof="0">
                  <a:ln>
                    <a:noFill/>
                  </a:ln>
                  <a:solidFill>
                    <a:prstClr val="black"/>
                  </a:solidFill>
                  <a:effectLst/>
                  <a:uLnTx/>
                  <a:uFillTx/>
                  <a:latin typeface="29LT Bukra Bold" panose="000B0903020204020204" pitchFamily="34" charset="-78"/>
                  <a:ea typeface="+mn-ea"/>
                  <a:cs typeface="29LT Bukra Bold" panose="000B0903020204020204" pitchFamily="34" charset="-78"/>
                </a:endParaRPr>
              </a:p>
            </p:txBody>
          </p:sp>
          <p:sp>
            <p:nvSpPr>
              <p:cNvPr id="59" name="Google Shape;2286;p26">
                <a:extLst>
                  <a:ext uri="{FF2B5EF4-FFF2-40B4-BE49-F238E27FC236}">
                    <a16:creationId xmlns:a16="http://schemas.microsoft.com/office/drawing/2014/main" id="{D97735BE-0175-BB1C-9EBB-1BCD19ED4D7B}"/>
                  </a:ext>
                </a:extLst>
              </p:cNvPr>
              <p:cNvSpPr/>
              <p:nvPr/>
            </p:nvSpPr>
            <p:spPr>
              <a:xfrm>
                <a:off x="2917325" y="3359025"/>
                <a:ext cx="447350" cy="280300"/>
              </a:xfrm>
              <a:custGeom>
                <a:avLst/>
                <a:gdLst/>
                <a:ahLst/>
                <a:cxnLst/>
                <a:rect l="l" t="t" r="r" b="b"/>
                <a:pathLst>
                  <a:path w="17894" h="11212" extrusionOk="0">
                    <a:moveTo>
                      <a:pt x="16848" y="1"/>
                    </a:moveTo>
                    <a:lnTo>
                      <a:pt x="0" y="9311"/>
                    </a:lnTo>
                    <a:lnTo>
                      <a:pt x="1045" y="11212"/>
                    </a:lnTo>
                    <a:lnTo>
                      <a:pt x="17893" y="1901"/>
                    </a:lnTo>
                    <a:lnTo>
                      <a:pt x="16848" y="1"/>
                    </a:lnTo>
                    <a:close/>
                  </a:path>
                </a:pathLst>
              </a:custGeom>
              <a:solidFill>
                <a:schemeClr val="bg1"/>
              </a:solidFill>
              <a:ln>
                <a:noFill/>
              </a:ln>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sz="1000" b="0" i="0" u="none" strike="noStrike" kern="1200" cap="none" spc="0" normalizeH="0" baseline="0" noProof="0">
                  <a:ln>
                    <a:noFill/>
                  </a:ln>
                  <a:solidFill>
                    <a:prstClr val="black"/>
                  </a:solidFill>
                  <a:effectLst/>
                  <a:uLnTx/>
                  <a:uFillTx/>
                  <a:latin typeface="29LT Bukra Bold" panose="000B0903020204020204" pitchFamily="34" charset="-78"/>
                  <a:ea typeface="+mn-ea"/>
                  <a:cs typeface="29LT Bukra Bold" panose="000B0903020204020204" pitchFamily="34" charset="-78"/>
                </a:endParaRPr>
              </a:p>
            </p:txBody>
          </p:sp>
          <p:sp>
            <p:nvSpPr>
              <p:cNvPr id="60" name="Google Shape;2287;p26">
                <a:extLst>
                  <a:ext uri="{FF2B5EF4-FFF2-40B4-BE49-F238E27FC236}">
                    <a16:creationId xmlns:a16="http://schemas.microsoft.com/office/drawing/2014/main" id="{A992CEDC-A7C3-D347-3FF3-AF59AF892319}"/>
                  </a:ext>
                </a:extLst>
              </p:cNvPr>
              <p:cNvSpPr/>
              <p:nvPr/>
            </p:nvSpPr>
            <p:spPr>
              <a:xfrm>
                <a:off x="4016225" y="3644850"/>
                <a:ext cx="184500" cy="183700"/>
              </a:xfrm>
              <a:custGeom>
                <a:avLst/>
                <a:gdLst/>
                <a:ahLst/>
                <a:cxnLst/>
                <a:rect l="l" t="t" r="r" b="b"/>
                <a:pathLst>
                  <a:path w="7380" h="7348" extrusionOk="0">
                    <a:moveTo>
                      <a:pt x="3706" y="2154"/>
                    </a:moveTo>
                    <a:cubicBezTo>
                      <a:pt x="4529" y="2154"/>
                      <a:pt x="5195" y="2850"/>
                      <a:pt x="5195" y="3674"/>
                    </a:cubicBezTo>
                    <a:cubicBezTo>
                      <a:pt x="5195" y="4497"/>
                      <a:pt x="4529" y="5194"/>
                      <a:pt x="3706" y="5194"/>
                    </a:cubicBezTo>
                    <a:cubicBezTo>
                      <a:pt x="2851" y="5194"/>
                      <a:pt x="2186" y="4497"/>
                      <a:pt x="2186" y="3674"/>
                    </a:cubicBezTo>
                    <a:cubicBezTo>
                      <a:pt x="2186" y="2850"/>
                      <a:pt x="2851" y="2154"/>
                      <a:pt x="3706" y="2154"/>
                    </a:cubicBezTo>
                    <a:close/>
                    <a:moveTo>
                      <a:pt x="3706" y="0"/>
                    </a:moveTo>
                    <a:cubicBezTo>
                      <a:pt x="1648" y="0"/>
                      <a:pt x="1" y="1647"/>
                      <a:pt x="1" y="3674"/>
                    </a:cubicBezTo>
                    <a:cubicBezTo>
                      <a:pt x="1" y="5701"/>
                      <a:pt x="1648" y="7347"/>
                      <a:pt x="3706" y="7347"/>
                    </a:cubicBezTo>
                    <a:cubicBezTo>
                      <a:pt x="5733" y="7347"/>
                      <a:pt x="7380" y="5701"/>
                      <a:pt x="7380" y="3674"/>
                    </a:cubicBezTo>
                    <a:cubicBezTo>
                      <a:pt x="7380" y="1647"/>
                      <a:pt x="5733" y="0"/>
                      <a:pt x="3706" y="0"/>
                    </a:cubicBezTo>
                    <a:close/>
                  </a:path>
                </a:pathLst>
              </a:custGeom>
              <a:solidFill>
                <a:schemeClr val="bg1"/>
              </a:solidFill>
              <a:ln>
                <a:noFill/>
              </a:ln>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sz="1000" b="0" i="0" u="none" strike="noStrike" kern="1200" cap="none" spc="0" normalizeH="0" baseline="0" noProof="0">
                  <a:ln>
                    <a:noFill/>
                  </a:ln>
                  <a:solidFill>
                    <a:prstClr val="black"/>
                  </a:solidFill>
                  <a:effectLst/>
                  <a:uLnTx/>
                  <a:uFillTx/>
                  <a:latin typeface="29LT Bukra Bold" panose="000B0903020204020204" pitchFamily="34" charset="-78"/>
                  <a:ea typeface="+mn-ea"/>
                  <a:cs typeface="29LT Bukra Bold" panose="000B0903020204020204" pitchFamily="34" charset="-78"/>
                </a:endParaRPr>
              </a:p>
            </p:txBody>
          </p:sp>
          <p:sp>
            <p:nvSpPr>
              <p:cNvPr id="61" name="Google Shape;2288;p26">
                <a:extLst>
                  <a:ext uri="{FF2B5EF4-FFF2-40B4-BE49-F238E27FC236}">
                    <a16:creationId xmlns:a16="http://schemas.microsoft.com/office/drawing/2014/main" id="{AC13F393-38FD-F958-637D-1E02607042F1}"/>
                  </a:ext>
                </a:extLst>
              </p:cNvPr>
              <p:cNvSpPr/>
              <p:nvPr/>
            </p:nvSpPr>
            <p:spPr>
              <a:xfrm>
                <a:off x="3987725" y="3503925"/>
                <a:ext cx="121175" cy="178950"/>
              </a:xfrm>
              <a:custGeom>
                <a:avLst/>
                <a:gdLst/>
                <a:ahLst/>
                <a:cxnLst/>
                <a:rect l="l" t="t" r="r" b="b"/>
                <a:pathLst>
                  <a:path w="4847" h="7158" extrusionOk="0">
                    <a:moveTo>
                      <a:pt x="1964" y="0"/>
                    </a:moveTo>
                    <a:lnTo>
                      <a:pt x="1" y="919"/>
                    </a:lnTo>
                    <a:lnTo>
                      <a:pt x="2883" y="7157"/>
                    </a:lnTo>
                    <a:lnTo>
                      <a:pt x="4846" y="6239"/>
                    </a:lnTo>
                    <a:lnTo>
                      <a:pt x="1964" y="0"/>
                    </a:lnTo>
                    <a:close/>
                  </a:path>
                </a:pathLst>
              </a:custGeom>
              <a:solidFill>
                <a:schemeClr val="bg1"/>
              </a:solidFill>
              <a:ln>
                <a:noFill/>
              </a:ln>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sz="1000" b="0" i="0" u="none" strike="noStrike" kern="1200" cap="none" spc="0" normalizeH="0" baseline="0" noProof="0">
                  <a:ln>
                    <a:noFill/>
                  </a:ln>
                  <a:solidFill>
                    <a:prstClr val="black"/>
                  </a:solidFill>
                  <a:effectLst/>
                  <a:uLnTx/>
                  <a:uFillTx/>
                  <a:latin typeface="29LT Bukra Bold" panose="000B0903020204020204" pitchFamily="34" charset="-78"/>
                  <a:ea typeface="+mn-ea"/>
                  <a:cs typeface="29LT Bukra Bold" panose="000B0903020204020204" pitchFamily="34" charset="-78"/>
                </a:endParaRPr>
              </a:p>
            </p:txBody>
          </p:sp>
          <p:sp>
            <p:nvSpPr>
              <p:cNvPr id="62" name="Google Shape;2289;p26">
                <a:extLst>
                  <a:ext uri="{FF2B5EF4-FFF2-40B4-BE49-F238E27FC236}">
                    <a16:creationId xmlns:a16="http://schemas.microsoft.com/office/drawing/2014/main" id="{4A695FC3-F640-6466-768C-8D345E2C7084}"/>
                  </a:ext>
                </a:extLst>
              </p:cNvPr>
              <p:cNvSpPr/>
              <p:nvPr/>
            </p:nvSpPr>
            <p:spPr>
              <a:xfrm>
                <a:off x="3312375" y="2224300"/>
                <a:ext cx="191625" cy="184175"/>
              </a:xfrm>
              <a:custGeom>
                <a:avLst/>
                <a:gdLst/>
                <a:ahLst/>
                <a:cxnLst/>
                <a:rect l="l" t="t" r="r" b="b"/>
                <a:pathLst>
                  <a:path w="7665" h="7367" extrusionOk="0">
                    <a:moveTo>
                      <a:pt x="3825" y="2189"/>
                    </a:moveTo>
                    <a:cubicBezTo>
                      <a:pt x="4599" y="2189"/>
                      <a:pt x="5261" y="2773"/>
                      <a:pt x="5321" y="3587"/>
                    </a:cubicBezTo>
                    <a:cubicBezTo>
                      <a:pt x="5385" y="4410"/>
                      <a:pt x="4783" y="5139"/>
                      <a:pt x="3928" y="5202"/>
                    </a:cubicBezTo>
                    <a:cubicBezTo>
                      <a:pt x="3890" y="5205"/>
                      <a:pt x="3852" y="5206"/>
                      <a:pt x="3814" y="5206"/>
                    </a:cubicBezTo>
                    <a:cubicBezTo>
                      <a:pt x="3039" y="5206"/>
                      <a:pt x="2373" y="4594"/>
                      <a:pt x="2313" y="3808"/>
                    </a:cubicBezTo>
                    <a:cubicBezTo>
                      <a:pt x="2250" y="2985"/>
                      <a:pt x="2883" y="2257"/>
                      <a:pt x="3706" y="2193"/>
                    </a:cubicBezTo>
                    <a:cubicBezTo>
                      <a:pt x="3746" y="2190"/>
                      <a:pt x="3786" y="2189"/>
                      <a:pt x="3825" y="2189"/>
                    </a:cubicBezTo>
                    <a:close/>
                    <a:moveTo>
                      <a:pt x="3784" y="1"/>
                    </a:moveTo>
                    <a:cubicBezTo>
                      <a:pt x="3706" y="1"/>
                      <a:pt x="3627" y="3"/>
                      <a:pt x="3548" y="8"/>
                    </a:cubicBezTo>
                    <a:cubicBezTo>
                      <a:pt x="1521" y="167"/>
                      <a:pt x="1" y="1940"/>
                      <a:pt x="159" y="3967"/>
                    </a:cubicBezTo>
                    <a:cubicBezTo>
                      <a:pt x="310" y="5896"/>
                      <a:pt x="1896" y="7367"/>
                      <a:pt x="3797" y="7367"/>
                    </a:cubicBezTo>
                    <a:cubicBezTo>
                      <a:pt x="3892" y="7367"/>
                      <a:pt x="3989" y="7363"/>
                      <a:pt x="4086" y="7355"/>
                    </a:cubicBezTo>
                    <a:cubicBezTo>
                      <a:pt x="6113" y="7229"/>
                      <a:pt x="7665" y="5455"/>
                      <a:pt x="7507" y="3428"/>
                    </a:cubicBezTo>
                    <a:cubicBezTo>
                      <a:pt x="7354" y="1481"/>
                      <a:pt x="5711" y="1"/>
                      <a:pt x="3784" y="1"/>
                    </a:cubicBezTo>
                    <a:close/>
                  </a:path>
                </a:pathLst>
              </a:custGeom>
              <a:solidFill>
                <a:schemeClr val="bg1"/>
              </a:solidFill>
              <a:ln>
                <a:noFill/>
              </a:ln>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sz="1000" b="0" i="0" u="none" strike="noStrike" kern="1200" cap="none" spc="0" normalizeH="0" baseline="0" noProof="0">
                  <a:ln>
                    <a:noFill/>
                  </a:ln>
                  <a:solidFill>
                    <a:prstClr val="black"/>
                  </a:solidFill>
                  <a:effectLst/>
                  <a:uLnTx/>
                  <a:uFillTx/>
                  <a:latin typeface="29LT Bukra Bold" panose="000B0903020204020204" pitchFamily="34" charset="-78"/>
                  <a:ea typeface="+mn-ea"/>
                  <a:cs typeface="29LT Bukra Bold" panose="000B0903020204020204" pitchFamily="34" charset="-78"/>
                </a:endParaRPr>
              </a:p>
            </p:txBody>
          </p:sp>
          <p:sp>
            <p:nvSpPr>
              <p:cNvPr id="63" name="Google Shape;2290;p26">
                <a:extLst>
                  <a:ext uri="{FF2B5EF4-FFF2-40B4-BE49-F238E27FC236}">
                    <a16:creationId xmlns:a16="http://schemas.microsoft.com/office/drawing/2014/main" id="{C958930E-3855-4E2D-B915-A7E0AD5376F8}"/>
                  </a:ext>
                </a:extLst>
              </p:cNvPr>
              <p:cNvSpPr/>
              <p:nvPr/>
            </p:nvSpPr>
            <p:spPr>
              <a:xfrm>
                <a:off x="3412925" y="2366200"/>
                <a:ext cx="131475" cy="177375"/>
              </a:xfrm>
              <a:custGeom>
                <a:avLst/>
                <a:gdLst/>
                <a:ahLst/>
                <a:cxnLst/>
                <a:rect l="l" t="t" r="r" b="b"/>
                <a:pathLst>
                  <a:path w="5259" h="7095" extrusionOk="0">
                    <a:moveTo>
                      <a:pt x="1901" y="1"/>
                    </a:moveTo>
                    <a:lnTo>
                      <a:pt x="1" y="1078"/>
                    </a:lnTo>
                    <a:lnTo>
                      <a:pt x="3358" y="7095"/>
                    </a:lnTo>
                    <a:lnTo>
                      <a:pt x="5258" y="6018"/>
                    </a:lnTo>
                    <a:lnTo>
                      <a:pt x="1901" y="1"/>
                    </a:lnTo>
                    <a:close/>
                  </a:path>
                </a:pathLst>
              </a:custGeom>
              <a:solidFill>
                <a:schemeClr val="bg1"/>
              </a:solidFill>
              <a:ln>
                <a:noFill/>
              </a:ln>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sz="1000" b="0" i="0" u="none" strike="noStrike" kern="1200" cap="none" spc="0" normalizeH="0" baseline="0" noProof="0">
                  <a:ln>
                    <a:noFill/>
                  </a:ln>
                  <a:solidFill>
                    <a:prstClr val="black"/>
                  </a:solidFill>
                  <a:effectLst/>
                  <a:uLnTx/>
                  <a:uFillTx/>
                  <a:latin typeface="29LT Bukra Bold" panose="000B0903020204020204" pitchFamily="34" charset="-78"/>
                  <a:ea typeface="+mn-ea"/>
                  <a:cs typeface="29LT Bukra Bold" panose="000B0903020204020204" pitchFamily="34" charset="-78"/>
                </a:endParaRPr>
              </a:p>
            </p:txBody>
          </p:sp>
          <p:sp>
            <p:nvSpPr>
              <p:cNvPr id="64" name="Google Shape;2291;p26">
                <a:extLst>
                  <a:ext uri="{FF2B5EF4-FFF2-40B4-BE49-F238E27FC236}">
                    <a16:creationId xmlns:a16="http://schemas.microsoft.com/office/drawing/2014/main" id="{26093377-4ABA-6BD4-34F1-D0733AFB9395}"/>
                  </a:ext>
                </a:extLst>
              </p:cNvPr>
              <p:cNvSpPr/>
              <p:nvPr/>
            </p:nvSpPr>
            <p:spPr>
              <a:xfrm>
                <a:off x="4122325" y="2059275"/>
                <a:ext cx="209825" cy="184225"/>
              </a:xfrm>
              <a:custGeom>
                <a:avLst/>
                <a:gdLst/>
                <a:ahLst/>
                <a:cxnLst/>
                <a:rect l="l" t="t" r="r" b="b"/>
                <a:pathLst>
                  <a:path w="8393" h="7369" extrusionOk="0">
                    <a:moveTo>
                      <a:pt x="4183" y="2167"/>
                    </a:moveTo>
                    <a:cubicBezTo>
                      <a:pt x="4666" y="2167"/>
                      <a:pt x="5150" y="2404"/>
                      <a:pt x="5448" y="2841"/>
                    </a:cubicBezTo>
                    <a:cubicBezTo>
                      <a:pt x="5923" y="3537"/>
                      <a:pt x="5733" y="4487"/>
                      <a:pt x="5036" y="4962"/>
                    </a:cubicBezTo>
                    <a:cubicBezTo>
                      <a:pt x="4780" y="5125"/>
                      <a:pt x="4491" y="5202"/>
                      <a:pt x="4204" y="5202"/>
                    </a:cubicBezTo>
                    <a:cubicBezTo>
                      <a:pt x="3710" y="5202"/>
                      <a:pt x="3226" y="4972"/>
                      <a:pt x="2946" y="4551"/>
                    </a:cubicBezTo>
                    <a:cubicBezTo>
                      <a:pt x="2471" y="3854"/>
                      <a:pt x="2661" y="2904"/>
                      <a:pt x="3357" y="2429"/>
                    </a:cubicBezTo>
                    <a:cubicBezTo>
                      <a:pt x="3606" y="2251"/>
                      <a:pt x="3894" y="2167"/>
                      <a:pt x="4183" y="2167"/>
                    </a:cubicBezTo>
                    <a:close/>
                    <a:moveTo>
                      <a:pt x="4170" y="1"/>
                    </a:moveTo>
                    <a:cubicBezTo>
                      <a:pt x="3467" y="1"/>
                      <a:pt x="2756" y="201"/>
                      <a:pt x="2122" y="624"/>
                    </a:cubicBezTo>
                    <a:cubicBezTo>
                      <a:pt x="444" y="1764"/>
                      <a:pt x="0" y="4076"/>
                      <a:pt x="1141" y="5754"/>
                    </a:cubicBezTo>
                    <a:cubicBezTo>
                      <a:pt x="1853" y="6802"/>
                      <a:pt x="3009" y="7369"/>
                      <a:pt x="4186" y="7369"/>
                    </a:cubicBezTo>
                    <a:cubicBezTo>
                      <a:pt x="4894" y="7369"/>
                      <a:pt x="5609" y="7164"/>
                      <a:pt x="6239" y="6736"/>
                    </a:cubicBezTo>
                    <a:cubicBezTo>
                      <a:pt x="7949" y="5627"/>
                      <a:pt x="8393" y="3316"/>
                      <a:pt x="7253" y="1637"/>
                    </a:cubicBezTo>
                    <a:cubicBezTo>
                      <a:pt x="6535" y="581"/>
                      <a:pt x="5365" y="1"/>
                      <a:pt x="4170" y="1"/>
                    </a:cubicBezTo>
                    <a:close/>
                  </a:path>
                </a:pathLst>
              </a:custGeom>
              <a:solidFill>
                <a:schemeClr val="bg1"/>
              </a:solidFill>
              <a:ln>
                <a:noFill/>
              </a:ln>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sz="1000" b="0" i="0" u="none" strike="noStrike" kern="1200" cap="none" spc="0" normalizeH="0" baseline="0" noProof="0">
                  <a:ln>
                    <a:noFill/>
                  </a:ln>
                  <a:solidFill>
                    <a:prstClr val="black"/>
                  </a:solidFill>
                  <a:effectLst/>
                  <a:uLnTx/>
                  <a:uFillTx/>
                  <a:latin typeface="29LT Bukra Bold" panose="000B0903020204020204" pitchFamily="34" charset="-78"/>
                  <a:ea typeface="+mn-ea"/>
                  <a:cs typeface="29LT Bukra Bold" panose="000B0903020204020204" pitchFamily="34" charset="-78"/>
                </a:endParaRPr>
              </a:p>
            </p:txBody>
          </p:sp>
          <p:sp>
            <p:nvSpPr>
              <p:cNvPr id="65" name="Google Shape;2292;p26">
                <a:extLst>
                  <a:ext uri="{FF2B5EF4-FFF2-40B4-BE49-F238E27FC236}">
                    <a16:creationId xmlns:a16="http://schemas.microsoft.com/office/drawing/2014/main" id="{E7E6DCFF-F4ED-0158-E5BC-75603834262C}"/>
                  </a:ext>
                </a:extLst>
              </p:cNvPr>
              <p:cNvSpPr/>
              <p:nvPr/>
            </p:nvSpPr>
            <p:spPr>
              <a:xfrm>
                <a:off x="3978225" y="2193625"/>
                <a:ext cx="231225" cy="346000"/>
              </a:xfrm>
              <a:custGeom>
                <a:avLst/>
                <a:gdLst/>
                <a:ahLst/>
                <a:cxnLst/>
                <a:rect l="l" t="t" r="r" b="b"/>
                <a:pathLst>
                  <a:path w="9249" h="13840" extrusionOk="0">
                    <a:moveTo>
                      <a:pt x="7411" y="0"/>
                    </a:moveTo>
                    <a:lnTo>
                      <a:pt x="1" y="12731"/>
                    </a:lnTo>
                    <a:lnTo>
                      <a:pt x="1869" y="13839"/>
                    </a:lnTo>
                    <a:lnTo>
                      <a:pt x="9248" y="1140"/>
                    </a:lnTo>
                    <a:lnTo>
                      <a:pt x="7411" y="0"/>
                    </a:lnTo>
                    <a:close/>
                  </a:path>
                </a:pathLst>
              </a:custGeom>
              <a:solidFill>
                <a:schemeClr val="bg1"/>
              </a:solidFill>
              <a:ln>
                <a:noFill/>
              </a:ln>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sz="1000" b="0" i="0" u="none" strike="noStrike" kern="1200" cap="none" spc="0" normalizeH="0" baseline="0" noProof="0">
                  <a:ln>
                    <a:noFill/>
                  </a:ln>
                  <a:solidFill>
                    <a:prstClr val="black"/>
                  </a:solidFill>
                  <a:effectLst/>
                  <a:uLnTx/>
                  <a:uFillTx/>
                  <a:latin typeface="29LT Bukra Bold" panose="000B0903020204020204" pitchFamily="34" charset="-78"/>
                  <a:ea typeface="+mn-ea"/>
                  <a:cs typeface="29LT Bukra Bold" panose="000B0903020204020204" pitchFamily="34" charset="-78"/>
                </a:endParaRPr>
              </a:p>
            </p:txBody>
          </p:sp>
          <p:sp>
            <p:nvSpPr>
              <p:cNvPr id="66" name="Google Shape;2293;p26">
                <a:extLst>
                  <a:ext uri="{FF2B5EF4-FFF2-40B4-BE49-F238E27FC236}">
                    <a16:creationId xmlns:a16="http://schemas.microsoft.com/office/drawing/2014/main" id="{99C30EE1-8BC7-57D5-C6F9-3DEBAB75C645}"/>
                  </a:ext>
                </a:extLst>
              </p:cNvPr>
              <p:cNvSpPr/>
              <p:nvPr/>
            </p:nvSpPr>
            <p:spPr>
              <a:xfrm>
                <a:off x="3189675" y="2450925"/>
                <a:ext cx="1152775" cy="1152775"/>
              </a:xfrm>
              <a:custGeom>
                <a:avLst/>
                <a:gdLst/>
                <a:ahLst/>
                <a:cxnLst/>
                <a:rect l="l" t="t" r="r" b="b"/>
                <a:pathLst>
                  <a:path w="46111" h="46111" extrusionOk="0">
                    <a:moveTo>
                      <a:pt x="23055" y="2439"/>
                    </a:moveTo>
                    <a:cubicBezTo>
                      <a:pt x="27616" y="2439"/>
                      <a:pt x="31828" y="3927"/>
                      <a:pt x="35248" y="6461"/>
                    </a:cubicBezTo>
                    <a:cubicBezTo>
                      <a:pt x="39428" y="9501"/>
                      <a:pt x="42405" y="14093"/>
                      <a:pt x="43355" y="19382"/>
                    </a:cubicBezTo>
                    <a:cubicBezTo>
                      <a:pt x="43577" y="20585"/>
                      <a:pt x="43672" y="21820"/>
                      <a:pt x="43672" y="23055"/>
                    </a:cubicBezTo>
                    <a:cubicBezTo>
                      <a:pt x="43672" y="34425"/>
                      <a:pt x="34425" y="43672"/>
                      <a:pt x="23055" y="43672"/>
                    </a:cubicBezTo>
                    <a:cubicBezTo>
                      <a:pt x="11686" y="43672"/>
                      <a:pt x="2439" y="34425"/>
                      <a:pt x="2439" y="23055"/>
                    </a:cubicBezTo>
                    <a:cubicBezTo>
                      <a:pt x="2439" y="18970"/>
                      <a:pt x="3642" y="15170"/>
                      <a:pt x="5701" y="11971"/>
                    </a:cubicBezTo>
                    <a:cubicBezTo>
                      <a:pt x="7158" y="9660"/>
                      <a:pt x="9089" y="7696"/>
                      <a:pt x="11338" y="6113"/>
                    </a:cubicBezTo>
                    <a:cubicBezTo>
                      <a:pt x="14663" y="3801"/>
                      <a:pt x="18717" y="2439"/>
                      <a:pt x="23055" y="2439"/>
                    </a:cubicBezTo>
                    <a:close/>
                    <a:moveTo>
                      <a:pt x="23055" y="1"/>
                    </a:moveTo>
                    <a:cubicBezTo>
                      <a:pt x="18115" y="1"/>
                      <a:pt x="13523" y="1584"/>
                      <a:pt x="9754" y="4244"/>
                    </a:cubicBezTo>
                    <a:cubicBezTo>
                      <a:pt x="7316" y="5986"/>
                      <a:pt x="5194" y="8203"/>
                      <a:pt x="3579" y="10736"/>
                    </a:cubicBezTo>
                    <a:cubicBezTo>
                      <a:pt x="1330" y="14315"/>
                      <a:pt x="0" y="18527"/>
                      <a:pt x="0" y="23055"/>
                    </a:cubicBezTo>
                    <a:cubicBezTo>
                      <a:pt x="0" y="35786"/>
                      <a:pt x="10356" y="46110"/>
                      <a:pt x="23055" y="46110"/>
                    </a:cubicBezTo>
                    <a:cubicBezTo>
                      <a:pt x="35786" y="46110"/>
                      <a:pt x="46110" y="35786"/>
                      <a:pt x="46110" y="23055"/>
                    </a:cubicBezTo>
                    <a:cubicBezTo>
                      <a:pt x="46110" y="21757"/>
                      <a:pt x="46015" y="20459"/>
                      <a:pt x="45794" y="19192"/>
                    </a:cubicBezTo>
                    <a:cubicBezTo>
                      <a:pt x="44780" y="13111"/>
                      <a:pt x="41360" y="7854"/>
                      <a:pt x="36546" y="4371"/>
                    </a:cubicBezTo>
                    <a:cubicBezTo>
                      <a:pt x="32746" y="1616"/>
                      <a:pt x="28091" y="1"/>
                      <a:pt x="23055" y="1"/>
                    </a:cubicBezTo>
                    <a:close/>
                  </a:path>
                </a:pathLst>
              </a:custGeom>
              <a:solidFill>
                <a:schemeClr val="bg1"/>
              </a:solidFill>
              <a:ln>
                <a:noFill/>
              </a:ln>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sz="1000" b="0" i="0" u="none" strike="noStrike" kern="1200" cap="none" spc="0" normalizeH="0" baseline="0" noProof="0">
                  <a:ln>
                    <a:noFill/>
                  </a:ln>
                  <a:solidFill>
                    <a:prstClr val="black"/>
                  </a:solidFill>
                  <a:effectLst/>
                  <a:uLnTx/>
                  <a:uFillTx/>
                  <a:latin typeface="29LT Bukra Bold" panose="000B0903020204020204" pitchFamily="34" charset="-78"/>
                  <a:ea typeface="+mn-ea"/>
                  <a:cs typeface="29LT Bukra Bold" panose="000B0903020204020204" pitchFamily="34" charset="-78"/>
                </a:endParaRPr>
              </a:p>
            </p:txBody>
          </p:sp>
          <p:sp>
            <p:nvSpPr>
              <p:cNvPr id="67" name="Google Shape;2294;p26">
                <a:extLst>
                  <a:ext uri="{FF2B5EF4-FFF2-40B4-BE49-F238E27FC236}">
                    <a16:creationId xmlns:a16="http://schemas.microsoft.com/office/drawing/2014/main" id="{BB2EC3E4-C923-B287-F42B-4396F23B3098}"/>
                  </a:ext>
                </a:extLst>
              </p:cNvPr>
              <p:cNvSpPr/>
              <p:nvPr/>
            </p:nvSpPr>
            <p:spPr>
              <a:xfrm>
                <a:off x="2696425" y="3599725"/>
                <a:ext cx="187675" cy="187650"/>
              </a:xfrm>
              <a:custGeom>
                <a:avLst/>
                <a:gdLst/>
                <a:ahLst/>
                <a:cxnLst/>
                <a:rect l="l" t="t" r="r" b="b"/>
                <a:pathLst>
                  <a:path w="7507" h="7506" extrusionOk="0">
                    <a:moveTo>
                      <a:pt x="3769" y="2280"/>
                    </a:moveTo>
                    <a:cubicBezTo>
                      <a:pt x="4624" y="2280"/>
                      <a:pt x="5321" y="3009"/>
                      <a:pt x="5321" y="3864"/>
                    </a:cubicBezTo>
                    <a:cubicBezTo>
                      <a:pt x="5321" y="4719"/>
                      <a:pt x="4624" y="5415"/>
                      <a:pt x="3769" y="5415"/>
                    </a:cubicBezTo>
                    <a:lnTo>
                      <a:pt x="3737" y="5415"/>
                    </a:lnTo>
                    <a:cubicBezTo>
                      <a:pt x="2882" y="5415"/>
                      <a:pt x="2186" y="4687"/>
                      <a:pt x="2186" y="3864"/>
                    </a:cubicBezTo>
                    <a:cubicBezTo>
                      <a:pt x="2186" y="3009"/>
                      <a:pt x="2882" y="2312"/>
                      <a:pt x="3737" y="2280"/>
                    </a:cubicBezTo>
                    <a:close/>
                    <a:moveTo>
                      <a:pt x="3009" y="0"/>
                    </a:moveTo>
                    <a:cubicBezTo>
                      <a:pt x="2914" y="0"/>
                      <a:pt x="2819" y="63"/>
                      <a:pt x="2787" y="158"/>
                    </a:cubicBezTo>
                    <a:lnTo>
                      <a:pt x="2597" y="982"/>
                    </a:lnTo>
                    <a:lnTo>
                      <a:pt x="1901" y="538"/>
                    </a:lnTo>
                    <a:cubicBezTo>
                      <a:pt x="1864" y="514"/>
                      <a:pt x="1828" y="504"/>
                      <a:pt x="1792" y="504"/>
                    </a:cubicBezTo>
                    <a:cubicBezTo>
                      <a:pt x="1733" y="504"/>
                      <a:pt x="1674" y="531"/>
                      <a:pt x="1616" y="570"/>
                    </a:cubicBezTo>
                    <a:lnTo>
                      <a:pt x="571" y="1615"/>
                    </a:lnTo>
                    <a:cubicBezTo>
                      <a:pt x="507" y="1710"/>
                      <a:pt x="475" y="1805"/>
                      <a:pt x="539" y="1900"/>
                    </a:cubicBezTo>
                    <a:lnTo>
                      <a:pt x="982" y="2597"/>
                    </a:lnTo>
                    <a:lnTo>
                      <a:pt x="159" y="2787"/>
                    </a:lnTo>
                    <a:cubicBezTo>
                      <a:pt x="64" y="2819"/>
                      <a:pt x="0" y="2914"/>
                      <a:pt x="0" y="3009"/>
                    </a:cubicBezTo>
                    <a:lnTo>
                      <a:pt x="0" y="4497"/>
                    </a:lnTo>
                    <a:cubicBezTo>
                      <a:pt x="0" y="4592"/>
                      <a:pt x="64" y="4687"/>
                      <a:pt x="159" y="4719"/>
                    </a:cubicBezTo>
                    <a:lnTo>
                      <a:pt x="982" y="4909"/>
                    </a:lnTo>
                    <a:lnTo>
                      <a:pt x="539" y="5605"/>
                    </a:lnTo>
                    <a:cubicBezTo>
                      <a:pt x="475" y="5700"/>
                      <a:pt x="507" y="5795"/>
                      <a:pt x="571" y="5891"/>
                    </a:cubicBezTo>
                    <a:lnTo>
                      <a:pt x="1616" y="6936"/>
                    </a:lnTo>
                    <a:cubicBezTo>
                      <a:pt x="1674" y="6975"/>
                      <a:pt x="1733" y="7002"/>
                      <a:pt x="1792" y="7002"/>
                    </a:cubicBezTo>
                    <a:cubicBezTo>
                      <a:pt x="1828" y="7002"/>
                      <a:pt x="1864" y="6991"/>
                      <a:pt x="1901" y="6967"/>
                    </a:cubicBezTo>
                    <a:lnTo>
                      <a:pt x="2597" y="6524"/>
                    </a:lnTo>
                    <a:lnTo>
                      <a:pt x="2787" y="7316"/>
                    </a:lnTo>
                    <a:cubicBezTo>
                      <a:pt x="2819" y="7442"/>
                      <a:pt x="2914" y="7506"/>
                      <a:pt x="3009" y="7506"/>
                    </a:cubicBezTo>
                    <a:lnTo>
                      <a:pt x="4497" y="7506"/>
                    </a:lnTo>
                    <a:cubicBezTo>
                      <a:pt x="4592" y="7506"/>
                      <a:pt x="4687" y="7442"/>
                      <a:pt x="4719" y="7316"/>
                    </a:cubicBezTo>
                    <a:lnTo>
                      <a:pt x="4909" y="6524"/>
                    </a:lnTo>
                    <a:lnTo>
                      <a:pt x="5606" y="6967"/>
                    </a:lnTo>
                    <a:cubicBezTo>
                      <a:pt x="5642" y="6991"/>
                      <a:pt x="5683" y="7002"/>
                      <a:pt x="5723" y="7002"/>
                    </a:cubicBezTo>
                    <a:cubicBezTo>
                      <a:pt x="5788" y="7002"/>
                      <a:pt x="5852" y="6975"/>
                      <a:pt x="5891" y="6936"/>
                    </a:cubicBezTo>
                    <a:lnTo>
                      <a:pt x="6936" y="5891"/>
                    </a:lnTo>
                    <a:cubicBezTo>
                      <a:pt x="6999" y="5795"/>
                      <a:pt x="7031" y="5669"/>
                      <a:pt x="6968" y="5605"/>
                    </a:cubicBezTo>
                    <a:lnTo>
                      <a:pt x="6524" y="4909"/>
                    </a:lnTo>
                    <a:lnTo>
                      <a:pt x="7316" y="4719"/>
                    </a:lnTo>
                    <a:cubicBezTo>
                      <a:pt x="7443" y="4687"/>
                      <a:pt x="7506" y="4592"/>
                      <a:pt x="7506" y="4497"/>
                    </a:cubicBezTo>
                    <a:lnTo>
                      <a:pt x="7506" y="3009"/>
                    </a:lnTo>
                    <a:cubicBezTo>
                      <a:pt x="7506" y="2914"/>
                      <a:pt x="7443" y="2819"/>
                      <a:pt x="7348" y="2787"/>
                    </a:cubicBezTo>
                    <a:lnTo>
                      <a:pt x="6524" y="2597"/>
                    </a:lnTo>
                    <a:lnTo>
                      <a:pt x="6968" y="1900"/>
                    </a:lnTo>
                    <a:cubicBezTo>
                      <a:pt x="7031" y="1805"/>
                      <a:pt x="6999" y="1710"/>
                      <a:pt x="6936" y="1615"/>
                    </a:cubicBezTo>
                    <a:lnTo>
                      <a:pt x="5891" y="570"/>
                    </a:lnTo>
                    <a:cubicBezTo>
                      <a:pt x="5832" y="531"/>
                      <a:pt x="5773" y="504"/>
                      <a:pt x="5715" y="504"/>
                    </a:cubicBezTo>
                    <a:cubicBezTo>
                      <a:pt x="5678" y="504"/>
                      <a:pt x="5642" y="514"/>
                      <a:pt x="5606" y="538"/>
                    </a:cubicBezTo>
                    <a:lnTo>
                      <a:pt x="4909" y="982"/>
                    </a:lnTo>
                    <a:lnTo>
                      <a:pt x="4719" y="158"/>
                    </a:lnTo>
                    <a:cubicBezTo>
                      <a:pt x="4687" y="63"/>
                      <a:pt x="4592" y="0"/>
                      <a:pt x="4497" y="0"/>
                    </a:cubicBezTo>
                    <a:close/>
                  </a:path>
                </a:pathLst>
              </a:custGeom>
              <a:solidFill>
                <a:schemeClr val="bg1"/>
              </a:solidFill>
              <a:ln>
                <a:noFill/>
              </a:ln>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sz="1000" b="0" i="0" u="none" strike="noStrike" kern="1200" cap="none" spc="0" normalizeH="0" baseline="0" noProof="0">
                  <a:ln>
                    <a:noFill/>
                  </a:ln>
                  <a:solidFill>
                    <a:prstClr val="black"/>
                  </a:solidFill>
                  <a:effectLst/>
                  <a:uLnTx/>
                  <a:uFillTx/>
                  <a:latin typeface="29LT Bukra Bold" panose="000B0903020204020204" pitchFamily="34" charset="-78"/>
                  <a:ea typeface="+mn-ea"/>
                  <a:cs typeface="29LT Bukra Bold" panose="000B0903020204020204" pitchFamily="34" charset="-78"/>
                </a:endParaRPr>
              </a:p>
            </p:txBody>
          </p:sp>
          <p:sp>
            <p:nvSpPr>
              <p:cNvPr id="69" name="Google Shape;2296;p26">
                <a:extLst>
                  <a:ext uri="{FF2B5EF4-FFF2-40B4-BE49-F238E27FC236}">
                    <a16:creationId xmlns:a16="http://schemas.microsoft.com/office/drawing/2014/main" id="{1EA05689-3956-2E34-8C8B-33EB22CC653A}"/>
                  </a:ext>
                </a:extLst>
              </p:cNvPr>
              <p:cNvSpPr/>
              <p:nvPr/>
            </p:nvSpPr>
            <p:spPr>
              <a:xfrm>
                <a:off x="3534075" y="2825575"/>
                <a:ext cx="495650" cy="505100"/>
              </a:xfrm>
              <a:custGeom>
                <a:avLst/>
                <a:gdLst/>
                <a:ahLst/>
                <a:cxnLst/>
                <a:rect l="l" t="t" r="r" b="b"/>
                <a:pathLst>
                  <a:path w="19826" h="20204" extrusionOk="0">
                    <a:moveTo>
                      <a:pt x="3734" y="1"/>
                    </a:moveTo>
                    <a:cubicBezTo>
                      <a:pt x="3586" y="1"/>
                      <a:pt x="3429" y="28"/>
                      <a:pt x="3262" y="89"/>
                    </a:cubicBezTo>
                    <a:cubicBezTo>
                      <a:pt x="1710" y="691"/>
                      <a:pt x="2566" y="2717"/>
                      <a:pt x="2566" y="2717"/>
                    </a:cubicBezTo>
                    <a:lnTo>
                      <a:pt x="6112" y="12123"/>
                    </a:lnTo>
                    <a:cubicBezTo>
                      <a:pt x="6162" y="12248"/>
                      <a:pt x="6075" y="12333"/>
                      <a:pt x="5989" y="12333"/>
                    </a:cubicBezTo>
                    <a:cubicBezTo>
                      <a:pt x="5966" y="12333"/>
                      <a:pt x="5943" y="12327"/>
                      <a:pt x="5922" y="12313"/>
                    </a:cubicBezTo>
                    <a:lnTo>
                      <a:pt x="4212" y="11300"/>
                    </a:lnTo>
                    <a:cubicBezTo>
                      <a:pt x="4212" y="11300"/>
                      <a:pt x="4212" y="11268"/>
                      <a:pt x="4181" y="11268"/>
                    </a:cubicBezTo>
                    <a:cubicBezTo>
                      <a:pt x="4089" y="11199"/>
                      <a:pt x="3134" y="10383"/>
                      <a:pt x="2181" y="10383"/>
                    </a:cubicBezTo>
                    <a:cubicBezTo>
                      <a:pt x="1818" y="10383"/>
                      <a:pt x="1455" y="10501"/>
                      <a:pt x="1140" y="10825"/>
                    </a:cubicBezTo>
                    <a:cubicBezTo>
                      <a:pt x="0" y="12028"/>
                      <a:pt x="1235" y="13327"/>
                      <a:pt x="1330" y="13422"/>
                    </a:cubicBezTo>
                    <a:cubicBezTo>
                      <a:pt x="1362" y="13422"/>
                      <a:pt x="1362" y="13422"/>
                      <a:pt x="1362" y="13453"/>
                    </a:cubicBezTo>
                    <a:lnTo>
                      <a:pt x="9786" y="19565"/>
                    </a:lnTo>
                    <a:cubicBezTo>
                      <a:pt x="9818" y="19597"/>
                      <a:pt x="9818" y="19597"/>
                      <a:pt x="9849" y="19629"/>
                    </a:cubicBezTo>
                    <a:lnTo>
                      <a:pt x="9976" y="19914"/>
                    </a:lnTo>
                    <a:cubicBezTo>
                      <a:pt x="10070" y="20102"/>
                      <a:pt x="10253" y="20203"/>
                      <a:pt x="10431" y="20203"/>
                    </a:cubicBezTo>
                    <a:cubicBezTo>
                      <a:pt x="10492" y="20203"/>
                      <a:pt x="10553" y="20191"/>
                      <a:pt x="10609" y="20167"/>
                    </a:cubicBezTo>
                    <a:lnTo>
                      <a:pt x="18115" y="17158"/>
                    </a:lnTo>
                    <a:cubicBezTo>
                      <a:pt x="18368" y="17032"/>
                      <a:pt x="18495" y="16778"/>
                      <a:pt x="18400" y="16525"/>
                    </a:cubicBezTo>
                    <a:lnTo>
                      <a:pt x="18305" y="16240"/>
                    </a:lnTo>
                    <a:cubicBezTo>
                      <a:pt x="18273" y="16177"/>
                      <a:pt x="18273" y="16113"/>
                      <a:pt x="18305" y="16082"/>
                    </a:cubicBezTo>
                    <a:cubicBezTo>
                      <a:pt x="19825" y="14118"/>
                      <a:pt x="18812" y="11490"/>
                      <a:pt x="18812" y="11490"/>
                    </a:cubicBezTo>
                    <a:lnTo>
                      <a:pt x="17292" y="7626"/>
                    </a:lnTo>
                    <a:cubicBezTo>
                      <a:pt x="17292" y="7626"/>
                      <a:pt x="17292" y="7626"/>
                      <a:pt x="17292" y="7594"/>
                    </a:cubicBezTo>
                    <a:cubicBezTo>
                      <a:pt x="17260" y="7468"/>
                      <a:pt x="16817" y="5631"/>
                      <a:pt x="15455" y="5631"/>
                    </a:cubicBezTo>
                    <a:cubicBezTo>
                      <a:pt x="14663" y="5631"/>
                      <a:pt x="14220" y="5979"/>
                      <a:pt x="13998" y="6296"/>
                    </a:cubicBezTo>
                    <a:cubicBezTo>
                      <a:pt x="13973" y="6333"/>
                      <a:pt x="13933" y="6351"/>
                      <a:pt x="13892" y="6351"/>
                    </a:cubicBezTo>
                    <a:cubicBezTo>
                      <a:pt x="13830" y="6351"/>
                      <a:pt x="13764" y="6309"/>
                      <a:pt x="13745" y="6233"/>
                    </a:cubicBezTo>
                    <a:cubicBezTo>
                      <a:pt x="13650" y="5853"/>
                      <a:pt x="13333" y="5346"/>
                      <a:pt x="12383" y="5251"/>
                    </a:cubicBezTo>
                    <a:cubicBezTo>
                      <a:pt x="12284" y="5239"/>
                      <a:pt x="12190" y="5234"/>
                      <a:pt x="12101" y="5234"/>
                    </a:cubicBezTo>
                    <a:cubicBezTo>
                      <a:pt x="11227" y="5234"/>
                      <a:pt x="10848" y="5764"/>
                      <a:pt x="10704" y="6138"/>
                    </a:cubicBezTo>
                    <a:cubicBezTo>
                      <a:pt x="10688" y="6206"/>
                      <a:pt x="10634" y="6237"/>
                      <a:pt x="10579" y="6237"/>
                    </a:cubicBezTo>
                    <a:cubicBezTo>
                      <a:pt x="10530" y="6237"/>
                      <a:pt x="10481" y="6213"/>
                      <a:pt x="10451" y="6169"/>
                    </a:cubicBezTo>
                    <a:cubicBezTo>
                      <a:pt x="10155" y="5551"/>
                      <a:pt x="9586" y="4865"/>
                      <a:pt x="8840" y="4865"/>
                    </a:cubicBezTo>
                    <a:cubicBezTo>
                      <a:pt x="8707" y="4865"/>
                      <a:pt x="8568" y="4886"/>
                      <a:pt x="8424" y="4934"/>
                    </a:cubicBezTo>
                    <a:cubicBezTo>
                      <a:pt x="7791" y="5124"/>
                      <a:pt x="7506" y="5536"/>
                      <a:pt x="7379" y="5853"/>
                    </a:cubicBezTo>
                    <a:cubicBezTo>
                      <a:pt x="7348" y="5916"/>
                      <a:pt x="7292" y="5948"/>
                      <a:pt x="7237" y="5948"/>
                    </a:cubicBezTo>
                    <a:cubicBezTo>
                      <a:pt x="7181" y="5948"/>
                      <a:pt x="7126" y="5916"/>
                      <a:pt x="7094" y="5853"/>
                    </a:cubicBezTo>
                    <a:lnTo>
                      <a:pt x="5574" y="1894"/>
                    </a:lnTo>
                    <a:cubicBezTo>
                      <a:pt x="5574" y="1894"/>
                      <a:pt x="4968" y="1"/>
                      <a:pt x="3734"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sz="1000" b="0" i="0" u="none" strike="noStrike" kern="1200" cap="none" spc="0" normalizeH="0" baseline="0" noProof="0">
                  <a:ln>
                    <a:noFill/>
                  </a:ln>
                  <a:solidFill>
                    <a:prstClr val="black"/>
                  </a:solidFill>
                  <a:effectLst/>
                  <a:uLnTx/>
                  <a:uFillTx/>
                  <a:latin typeface="29LT Bukra Bold" panose="000B0903020204020204" pitchFamily="34" charset="-78"/>
                  <a:ea typeface="+mn-ea"/>
                  <a:cs typeface="29LT Bukra Bold" panose="000B0903020204020204" pitchFamily="34" charset="-78"/>
                </a:endParaRPr>
              </a:p>
            </p:txBody>
          </p:sp>
          <p:sp>
            <p:nvSpPr>
              <p:cNvPr id="70" name="Google Shape;2297;p26">
                <a:extLst>
                  <a:ext uri="{FF2B5EF4-FFF2-40B4-BE49-F238E27FC236}">
                    <a16:creationId xmlns:a16="http://schemas.microsoft.com/office/drawing/2014/main" id="{879958E1-A2F4-0025-0181-525CC6B32992}"/>
                  </a:ext>
                </a:extLst>
              </p:cNvPr>
              <p:cNvSpPr/>
              <p:nvPr/>
            </p:nvSpPr>
            <p:spPr>
              <a:xfrm>
                <a:off x="3784250" y="3264025"/>
                <a:ext cx="281100" cy="204375"/>
              </a:xfrm>
              <a:custGeom>
                <a:avLst/>
                <a:gdLst/>
                <a:ahLst/>
                <a:cxnLst/>
                <a:rect l="l" t="t" r="r" b="b"/>
                <a:pathLst>
                  <a:path w="11244" h="8175" extrusionOk="0">
                    <a:moveTo>
                      <a:pt x="8904" y="1"/>
                    </a:moveTo>
                    <a:cubicBezTo>
                      <a:pt x="8840" y="1"/>
                      <a:pt x="8774" y="11"/>
                      <a:pt x="8710" y="32"/>
                    </a:cubicBezTo>
                    <a:lnTo>
                      <a:pt x="412" y="3389"/>
                    </a:lnTo>
                    <a:cubicBezTo>
                      <a:pt x="127" y="3484"/>
                      <a:pt x="1" y="3832"/>
                      <a:pt x="127" y="4117"/>
                    </a:cubicBezTo>
                    <a:lnTo>
                      <a:pt x="1838" y="7854"/>
                    </a:lnTo>
                    <a:cubicBezTo>
                      <a:pt x="1933" y="8068"/>
                      <a:pt x="2134" y="8175"/>
                      <a:pt x="2350" y="8175"/>
                    </a:cubicBezTo>
                    <a:cubicBezTo>
                      <a:pt x="2421" y="8175"/>
                      <a:pt x="2495" y="8163"/>
                      <a:pt x="2566" y="8139"/>
                    </a:cubicBezTo>
                    <a:lnTo>
                      <a:pt x="10800" y="4877"/>
                    </a:lnTo>
                    <a:cubicBezTo>
                      <a:pt x="11117" y="4782"/>
                      <a:pt x="11243" y="4434"/>
                      <a:pt x="11117" y="4149"/>
                    </a:cubicBezTo>
                    <a:lnTo>
                      <a:pt x="9406" y="317"/>
                    </a:lnTo>
                    <a:cubicBezTo>
                      <a:pt x="9333" y="121"/>
                      <a:pt x="9126" y="1"/>
                      <a:pt x="8904" y="1"/>
                    </a:cubicBezTo>
                    <a:close/>
                  </a:path>
                </a:pathLst>
              </a:custGeom>
              <a:solidFill>
                <a:schemeClr val="bg1"/>
              </a:solidFill>
              <a:ln>
                <a:noFill/>
              </a:ln>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sz="1000" b="0" i="0" u="none" strike="noStrike" kern="1200" cap="none" spc="0" normalizeH="0" baseline="0" noProof="0">
                  <a:ln>
                    <a:noFill/>
                  </a:ln>
                  <a:solidFill>
                    <a:prstClr val="black"/>
                  </a:solidFill>
                  <a:effectLst/>
                  <a:uLnTx/>
                  <a:uFillTx/>
                  <a:latin typeface="29LT Bukra Bold" panose="000B0903020204020204" pitchFamily="34" charset="-78"/>
                  <a:ea typeface="+mn-ea"/>
                  <a:cs typeface="29LT Bukra Bold" panose="000B0903020204020204" pitchFamily="34" charset="-78"/>
                </a:endParaRPr>
              </a:p>
            </p:txBody>
          </p:sp>
          <p:sp>
            <p:nvSpPr>
              <p:cNvPr id="71" name="Google Shape;2298;p26">
                <a:extLst>
                  <a:ext uri="{FF2B5EF4-FFF2-40B4-BE49-F238E27FC236}">
                    <a16:creationId xmlns:a16="http://schemas.microsoft.com/office/drawing/2014/main" id="{9637D5D3-ED94-211B-2759-C1FD2F626C4D}"/>
                  </a:ext>
                </a:extLst>
              </p:cNvPr>
              <p:cNvSpPr/>
              <p:nvPr/>
            </p:nvSpPr>
            <p:spPr>
              <a:xfrm>
                <a:off x="3522200" y="2642100"/>
                <a:ext cx="81575" cy="116825"/>
              </a:xfrm>
              <a:custGeom>
                <a:avLst/>
                <a:gdLst/>
                <a:ahLst/>
                <a:cxnLst/>
                <a:rect l="l" t="t" r="r" b="b"/>
                <a:pathLst>
                  <a:path w="3263" h="4673" extrusionOk="0">
                    <a:moveTo>
                      <a:pt x="1142" y="0"/>
                    </a:moveTo>
                    <a:cubicBezTo>
                      <a:pt x="1015" y="0"/>
                      <a:pt x="886" y="26"/>
                      <a:pt x="760" y="81"/>
                    </a:cubicBezTo>
                    <a:cubicBezTo>
                      <a:pt x="254" y="271"/>
                      <a:pt x="0" y="841"/>
                      <a:pt x="190" y="1347"/>
                    </a:cubicBezTo>
                    <a:lnTo>
                      <a:pt x="1235" y="4039"/>
                    </a:lnTo>
                    <a:cubicBezTo>
                      <a:pt x="1394" y="4419"/>
                      <a:pt x="1742" y="4673"/>
                      <a:pt x="2154" y="4673"/>
                    </a:cubicBezTo>
                    <a:cubicBezTo>
                      <a:pt x="2280" y="4673"/>
                      <a:pt x="2375" y="4641"/>
                      <a:pt x="2502" y="4609"/>
                    </a:cubicBezTo>
                    <a:cubicBezTo>
                      <a:pt x="3009" y="4388"/>
                      <a:pt x="3262" y="3818"/>
                      <a:pt x="3072" y="3311"/>
                    </a:cubicBezTo>
                    <a:lnTo>
                      <a:pt x="2027" y="619"/>
                    </a:lnTo>
                    <a:cubicBezTo>
                      <a:pt x="1884" y="238"/>
                      <a:pt x="1526" y="0"/>
                      <a:pt x="1142" y="0"/>
                    </a:cubicBezTo>
                    <a:close/>
                  </a:path>
                </a:pathLst>
              </a:custGeom>
              <a:solidFill>
                <a:schemeClr val="bg1"/>
              </a:solidFill>
              <a:ln>
                <a:noFill/>
              </a:ln>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sz="1000" b="0" i="0" u="none" strike="noStrike" kern="1200" cap="none" spc="0" normalizeH="0" baseline="0" noProof="0">
                  <a:ln>
                    <a:noFill/>
                  </a:ln>
                  <a:solidFill>
                    <a:prstClr val="black"/>
                  </a:solidFill>
                  <a:effectLst/>
                  <a:uLnTx/>
                  <a:uFillTx/>
                  <a:latin typeface="29LT Bukra Bold" panose="000B0903020204020204" pitchFamily="34" charset="-78"/>
                  <a:ea typeface="+mn-ea"/>
                  <a:cs typeface="29LT Bukra Bold" panose="000B0903020204020204" pitchFamily="34" charset="-78"/>
                </a:endParaRPr>
              </a:p>
            </p:txBody>
          </p:sp>
          <p:sp>
            <p:nvSpPr>
              <p:cNvPr id="72" name="Google Shape;2299;p26">
                <a:extLst>
                  <a:ext uri="{FF2B5EF4-FFF2-40B4-BE49-F238E27FC236}">
                    <a16:creationId xmlns:a16="http://schemas.microsoft.com/office/drawing/2014/main" id="{BF9D1D5E-3984-4825-DA50-A08BA40D7F6C}"/>
                  </a:ext>
                </a:extLst>
              </p:cNvPr>
              <p:cNvSpPr/>
              <p:nvPr/>
            </p:nvSpPr>
            <p:spPr>
              <a:xfrm>
                <a:off x="3422425" y="2736975"/>
                <a:ext cx="122750" cy="78175"/>
              </a:xfrm>
              <a:custGeom>
                <a:avLst/>
                <a:gdLst/>
                <a:ahLst/>
                <a:cxnLst/>
                <a:rect l="l" t="t" r="r" b="b"/>
                <a:pathLst>
                  <a:path w="4910" h="3127" extrusionOk="0">
                    <a:moveTo>
                      <a:pt x="1143" y="0"/>
                    </a:moveTo>
                    <a:cubicBezTo>
                      <a:pt x="757" y="0"/>
                      <a:pt x="386" y="219"/>
                      <a:pt x="223" y="593"/>
                    </a:cubicBezTo>
                    <a:cubicBezTo>
                      <a:pt x="1" y="1068"/>
                      <a:pt x="254" y="1669"/>
                      <a:pt x="729" y="1891"/>
                    </a:cubicBezTo>
                    <a:lnTo>
                      <a:pt x="3358" y="3063"/>
                    </a:lnTo>
                    <a:cubicBezTo>
                      <a:pt x="3485" y="3126"/>
                      <a:pt x="3643" y="3126"/>
                      <a:pt x="3770" y="3126"/>
                    </a:cubicBezTo>
                    <a:cubicBezTo>
                      <a:pt x="4150" y="3126"/>
                      <a:pt x="4498" y="2905"/>
                      <a:pt x="4688" y="2556"/>
                    </a:cubicBezTo>
                    <a:cubicBezTo>
                      <a:pt x="4910" y="2049"/>
                      <a:pt x="4656" y="1448"/>
                      <a:pt x="4181" y="1226"/>
                    </a:cubicBezTo>
                    <a:lnTo>
                      <a:pt x="1553" y="86"/>
                    </a:lnTo>
                    <a:cubicBezTo>
                      <a:pt x="1420" y="28"/>
                      <a:pt x="1280" y="0"/>
                      <a:pt x="1143" y="0"/>
                    </a:cubicBezTo>
                    <a:close/>
                  </a:path>
                </a:pathLst>
              </a:custGeom>
              <a:solidFill>
                <a:schemeClr val="bg1"/>
              </a:solidFill>
              <a:ln>
                <a:noFill/>
              </a:ln>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sz="1000" b="0" i="0" u="none" strike="noStrike" kern="1200" cap="none" spc="0" normalizeH="0" baseline="0" noProof="0">
                  <a:ln>
                    <a:noFill/>
                  </a:ln>
                  <a:solidFill>
                    <a:prstClr val="black"/>
                  </a:solidFill>
                  <a:effectLst/>
                  <a:uLnTx/>
                  <a:uFillTx/>
                  <a:latin typeface="29LT Bukra Bold" panose="000B0903020204020204" pitchFamily="34" charset="-78"/>
                  <a:ea typeface="+mn-ea"/>
                  <a:cs typeface="29LT Bukra Bold" panose="000B0903020204020204" pitchFamily="34" charset="-78"/>
                </a:endParaRPr>
              </a:p>
            </p:txBody>
          </p:sp>
          <p:sp>
            <p:nvSpPr>
              <p:cNvPr id="73" name="Google Shape;2300;p26">
                <a:extLst>
                  <a:ext uri="{FF2B5EF4-FFF2-40B4-BE49-F238E27FC236}">
                    <a16:creationId xmlns:a16="http://schemas.microsoft.com/office/drawing/2014/main" id="{39FFE8D4-6CF9-76A2-DC06-F24A15B41CD9}"/>
                  </a:ext>
                </a:extLst>
              </p:cNvPr>
              <p:cNvSpPr/>
              <p:nvPr/>
            </p:nvSpPr>
            <p:spPr>
              <a:xfrm>
                <a:off x="3684500" y="2852550"/>
                <a:ext cx="122750" cy="78975"/>
              </a:xfrm>
              <a:custGeom>
                <a:avLst/>
                <a:gdLst/>
                <a:ahLst/>
                <a:cxnLst/>
                <a:rect l="l" t="t" r="r" b="b"/>
                <a:pathLst>
                  <a:path w="4910" h="3159" extrusionOk="0">
                    <a:moveTo>
                      <a:pt x="1143" y="1"/>
                    </a:moveTo>
                    <a:cubicBezTo>
                      <a:pt x="756" y="1"/>
                      <a:pt x="386" y="220"/>
                      <a:pt x="222" y="593"/>
                    </a:cubicBezTo>
                    <a:cubicBezTo>
                      <a:pt x="0" y="1068"/>
                      <a:pt x="254" y="1670"/>
                      <a:pt x="729" y="1892"/>
                    </a:cubicBezTo>
                    <a:lnTo>
                      <a:pt x="3357" y="3064"/>
                    </a:lnTo>
                    <a:cubicBezTo>
                      <a:pt x="3484" y="3127"/>
                      <a:pt x="3642" y="3159"/>
                      <a:pt x="3769" y="3159"/>
                    </a:cubicBezTo>
                    <a:cubicBezTo>
                      <a:pt x="4149" y="3159"/>
                      <a:pt x="4497" y="2937"/>
                      <a:pt x="4687" y="2557"/>
                    </a:cubicBezTo>
                    <a:cubicBezTo>
                      <a:pt x="4909" y="2050"/>
                      <a:pt x="4656" y="1480"/>
                      <a:pt x="4181" y="1258"/>
                    </a:cubicBezTo>
                    <a:lnTo>
                      <a:pt x="1552" y="87"/>
                    </a:lnTo>
                    <a:cubicBezTo>
                      <a:pt x="1419" y="29"/>
                      <a:pt x="1280" y="1"/>
                      <a:pt x="1143" y="1"/>
                    </a:cubicBezTo>
                    <a:close/>
                  </a:path>
                </a:pathLst>
              </a:custGeom>
              <a:solidFill>
                <a:schemeClr val="bg1"/>
              </a:solidFill>
              <a:ln>
                <a:noFill/>
              </a:ln>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sz="1000" b="0" i="0" u="none" strike="noStrike" kern="1200" cap="none" spc="0" normalizeH="0" baseline="0" noProof="0">
                  <a:ln>
                    <a:noFill/>
                  </a:ln>
                  <a:solidFill>
                    <a:prstClr val="black"/>
                  </a:solidFill>
                  <a:effectLst/>
                  <a:uLnTx/>
                  <a:uFillTx/>
                  <a:latin typeface="29LT Bukra Bold" panose="000B0903020204020204" pitchFamily="34" charset="-78"/>
                  <a:ea typeface="+mn-ea"/>
                  <a:cs typeface="29LT Bukra Bold" panose="000B0903020204020204" pitchFamily="34" charset="-78"/>
                </a:endParaRPr>
              </a:p>
            </p:txBody>
          </p:sp>
          <p:sp>
            <p:nvSpPr>
              <p:cNvPr id="74" name="Google Shape;2301;p26">
                <a:extLst>
                  <a:ext uri="{FF2B5EF4-FFF2-40B4-BE49-F238E27FC236}">
                    <a16:creationId xmlns:a16="http://schemas.microsoft.com/office/drawing/2014/main" id="{6180C75E-67A9-7B60-09FA-18A6F63C54AC}"/>
                  </a:ext>
                </a:extLst>
              </p:cNvPr>
              <p:cNvSpPr/>
              <p:nvPr/>
            </p:nvSpPr>
            <p:spPr>
              <a:xfrm>
                <a:off x="3420050" y="2847950"/>
                <a:ext cx="122750" cy="75650"/>
              </a:xfrm>
              <a:custGeom>
                <a:avLst/>
                <a:gdLst/>
                <a:ahLst/>
                <a:cxnLst/>
                <a:rect l="l" t="t" r="r" b="b"/>
                <a:pathLst>
                  <a:path w="4910" h="3026" extrusionOk="0">
                    <a:moveTo>
                      <a:pt x="3817" y="0"/>
                    </a:moveTo>
                    <a:cubicBezTo>
                      <a:pt x="3687" y="0"/>
                      <a:pt x="3553" y="26"/>
                      <a:pt x="3421" y="81"/>
                    </a:cubicBezTo>
                    <a:lnTo>
                      <a:pt x="761" y="1094"/>
                    </a:lnTo>
                    <a:cubicBezTo>
                      <a:pt x="254" y="1316"/>
                      <a:pt x="1" y="1886"/>
                      <a:pt x="191" y="2392"/>
                    </a:cubicBezTo>
                    <a:cubicBezTo>
                      <a:pt x="349" y="2773"/>
                      <a:pt x="698" y="3026"/>
                      <a:pt x="1109" y="3026"/>
                    </a:cubicBezTo>
                    <a:cubicBezTo>
                      <a:pt x="1236" y="3026"/>
                      <a:pt x="1331" y="2994"/>
                      <a:pt x="1458" y="2963"/>
                    </a:cubicBezTo>
                    <a:lnTo>
                      <a:pt x="4150" y="1917"/>
                    </a:lnTo>
                    <a:cubicBezTo>
                      <a:pt x="4656" y="1727"/>
                      <a:pt x="4910" y="1157"/>
                      <a:pt x="4720" y="651"/>
                    </a:cubicBezTo>
                    <a:cubicBezTo>
                      <a:pt x="4576" y="244"/>
                      <a:pt x="4216" y="0"/>
                      <a:pt x="3817" y="0"/>
                    </a:cubicBezTo>
                    <a:close/>
                  </a:path>
                </a:pathLst>
              </a:custGeom>
              <a:solidFill>
                <a:schemeClr val="bg1"/>
              </a:solidFill>
              <a:ln>
                <a:noFill/>
              </a:ln>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sz="1000" b="0" i="0" u="none" strike="noStrike" kern="1200" cap="none" spc="0" normalizeH="0" baseline="0" noProof="0">
                  <a:ln>
                    <a:noFill/>
                  </a:ln>
                  <a:solidFill>
                    <a:prstClr val="black"/>
                  </a:solidFill>
                  <a:effectLst/>
                  <a:uLnTx/>
                  <a:uFillTx/>
                  <a:latin typeface="29LT Bukra Bold" panose="000B0903020204020204" pitchFamily="34" charset="-78"/>
                  <a:ea typeface="+mn-ea"/>
                  <a:cs typeface="29LT Bukra Bold" panose="000B0903020204020204" pitchFamily="34" charset="-78"/>
                </a:endParaRPr>
              </a:p>
            </p:txBody>
          </p:sp>
          <p:sp>
            <p:nvSpPr>
              <p:cNvPr id="75" name="Google Shape;2302;p26">
                <a:extLst>
                  <a:ext uri="{FF2B5EF4-FFF2-40B4-BE49-F238E27FC236}">
                    <a16:creationId xmlns:a16="http://schemas.microsoft.com/office/drawing/2014/main" id="{82E9C974-648C-61AF-903C-FA56B9FF4FE3}"/>
                  </a:ext>
                </a:extLst>
              </p:cNvPr>
              <p:cNvSpPr/>
              <p:nvPr/>
            </p:nvSpPr>
            <p:spPr>
              <a:xfrm>
                <a:off x="3686875" y="2744650"/>
                <a:ext cx="122750" cy="75250"/>
              </a:xfrm>
              <a:custGeom>
                <a:avLst/>
                <a:gdLst/>
                <a:ahLst/>
                <a:cxnLst/>
                <a:rect l="l" t="t" r="r" b="b"/>
                <a:pathLst>
                  <a:path w="4910" h="3010" extrusionOk="0">
                    <a:moveTo>
                      <a:pt x="3799" y="1"/>
                    </a:moveTo>
                    <a:cubicBezTo>
                      <a:pt x="3684" y="1"/>
                      <a:pt x="3566" y="21"/>
                      <a:pt x="3452" y="64"/>
                    </a:cubicBezTo>
                    <a:lnTo>
                      <a:pt x="761" y="1109"/>
                    </a:lnTo>
                    <a:cubicBezTo>
                      <a:pt x="254" y="1299"/>
                      <a:pt x="0" y="1869"/>
                      <a:pt x="190" y="2376"/>
                    </a:cubicBezTo>
                    <a:cubicBezTo>
                      <a:pt x="349" y="2756"/>
                      <a:pt x="729" y="3009"/>
                      <a:pt x="1109" y="3009"/>
                    </a:cubicBezTo>
                    <a:cubicBezTo>
                      <a:pt x="1236" y="3009"/>
                      <a:pt x="1362" y="2978"/>
                      <a:pt x="1457" y="2946"/>
                    </a:cubicBezTo>
                    <a:lnTo>
                      <a:pt x="4149" y="1901"/>
                    </a:lnTo>
                    <a:cubicBezTo>
                      <a:pt x="4656" y="1711"/>
                      <a:pt x="4909" y="1141"/>
                      <a:pt x="4719" y="634"/>
                    </a:cubicBezTo>
                    <a:cubicBezTo>
                      <a:pt x="4572" y="241"/>
                      <a:pt x="4197" y="1"/>
                      <a:pt x="3799" y="1"/>
                    </a:cubicBezTo>
                    <a:close/>
                  </a:path>
                </a:pathLst>
              </a:custGeom>
              <a:solidFill>
                <a:schemeClr val="bg1"/>
              </a:solidFill>
              <a:ln>
                <a:noFill/>
              </a:ln>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sz="1000" b="0" i="0" u="none" strike="noStrike" kern="1200" cap="none" spc="0" normalizeH="0" baseline="0" noProof="0">
                  <a:ln>
                    <a:noFill/>
                  </a:ln>
                  <a:solidFill>
                    <a:prstClr val="black"/>
                  </a:solidFill>
                  <a:effectLst/>
                  <a:uLnTx/>
                  <a:uFillTx/>
                  <a:latin typeface="29LT Bukra Bold" panose="000B0903020204020204" pitchFamily="34" charset="-78"/>
                  <a:ea typeface="+mn-ea"/>
                  <a:cs typeface="29LT Bukra Bold" panose="000B0903020204020204" pitchFamily="34" charset="-78"/>
                </a:endParaRPr>
              </a:p>
            </p:txBody>
          </p:sp>
          <p:sp>
            <p:nvSpPr>
              <p:cNvPr id="76" name="Google Shape;2303;p26">
                <a:extLst>
                  <a:ext uri="{FF2B5EF4-FFF2-40B4-BE49-F238E27FC236}">
                    <a16:creationId xmlns:a16="http://schemas.microsoft.com/office/drawing/2014/main" id="{A048129E-2926-DCFC-EC5C-4F1B7217BF32}"/>
                  </a:ext>
                </a:extLst>
              </p:cNvPr>
              <p:cNvSpPr/>
              <p:nvPr/>
            </p:nvSpPr>
            <p:spPr>
              <a:xfrm>
                <a:off x="3514275" y="2907200"/>
                <a:ext cx="85525" cy="115375"/>
              </a:xfrm>
              <a:custGeom>
                <a:avLst/>
                <a:gdLst/>
                <a:ahLst/>
                <a:cxnLst/>
                <a:rect l="l" t="t" r="r" b="b"/>
                <a:pathLst>
                  <a:path w="3421" h="4615" extrusionOk="0">
                    <a:moveTo>
                      <a:pt x="2288" y="0"/>
                    </a:moveTo>
                    <a:cubicBezTo>
                      <a:pt x="1911" y="0"/>
                      <a:pt x="1558" y="219"/>
                      <a:pt x="1394" y="593"/>
                    </a:cubicBezTo>
                    <a:lnTo>
                      <a:pt x="222" y="3221"/>
                    </a:lnTo>
                    <a:cubicBezTo>
                      <a:pt x="1" y="3728"/>
                      <a:pt x="222" y="4298"/>
                      <a:pt x="729" y="4519"/>
                    </a:cubicBezTo>
                    <a:cubicBezTo>
                      <a:pt x="856" y="4583"/>
                      <a:pt x="982" y="4614"/>
                      <a:pt x="1109" y="4614"/>
                    </a:cubicBezTo>
                    <a:cubicBezTo>
                      <a:pt x="1489" y="4614"/>
                      <a:pt x="1869" y="4393"/>
                      <a:pt x="2027" y="4013"/>
                    </a:cubicBezTo>
                    <a:lnTo>
                      <a:pt x="3199" y="1384"/>
                    </a:lnTo>
                    <a:cubicBezTo>
                      <a:pt x="3421" y="909"/>
                      <a:pt x="3199" y="307"/>
                      <a:pt x="2692" y="86"/>
                    </a:cubicBezTo>
                    <a:cubicBezTo>
                      <a:pt x="2560" y="28"/>
                      <a:pt x="2422" y="0"/>
                      <a:pt x="2288" y="0"/>
                    </a:cubicBezTo>
                    <a:close/>
                  </a:path>
                </a:pathLst>
              </a:custGeom>
              <a:solidFill>
                <a:schemeClr val="bg1"/>
              </a:solidFill>
              <a:ln>
                <a:noFill/>
              </a:ln>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sz="1000" b="0" i="0" u="none" strike="noStrike" kern="1200" cap="none" spc="0" normalizeH="0" baseline="0" noProof="0">
                  <a:ln>
                    <a:noFill/>
                  </a:ln>
                  <a:solidFill>
                    <a:prstClr val="black"/>
                  </a:solidFill>
                  <a:effectLst/>
                  <a:uLnTx/>
                  <a:uFillTx/>
                  <a:latin typeface="29LT Bukra Bold" panose="000B0903020204020204" pitchFamily="34" charset="-78"/>
                  <a:ea typeface="+mn-ea"/>
                  <a:cs typeface="29LT Bukra Bold" panose="000B0903020204020204" pitchFamily="34" charset="-78"/>
                </a:endParaRPr>
              </a:p>
            </p:txBody>
          </p:sp>
          <p:sp>
            <p:nvSpPr>
              <p:cNvPr id="77" name="Google Shape;2304;p26">
                <a:extLst>
                  <a:ext uri="{FF2B5EF4-FFF2-40B4-BE49-F238E27FC236}">
                    <a16:creationId xmlns:a16="http://schemas.microsoft.com/office/drawing/2014/main" id="{A6FBE6C8-EA04-93C4-2268-D42BCEFDF84C}"/>
                  </a:ext>
                </a:extLst>
              </p:cNvPr>
              <p:cNvSpPr/>
              <p:nvPr/>
            </p:nvSpPr>
            <p:spPr>
              <a:xfrm>
                <a:off x="3629875" y="2645125"/>
                <a:ext cx="85525" cy="115400"/>
              </a:xfrm>
              <a:custGeom>
                <a:avLst/>
                <a:gdLst/>
                <a:ahLst/>
                <a:cxnLst/>
                <a:rect l="l" t="t" r="r" b="b"/>
                <a:pathLst>
                  <a:path w="3421" h="4616" extrusionOk="0">
                    <a:moveTo>
                      <a:pt x="2288" y="1"/>
                    </a:moveTo>
                    <a:cubicBezTo>
                      <a:pt x="1910" y="1"/>
                      <a:pt x="1557" y="219"/>
                      <a:pt x="1394" y="593"/>
                    </a:cubicBezTo>
                    <a:lnTo>
                      <a:pt x="222" y="3222"/>
                    </a:lnTo>
                    <a:cubicBezTo>
                      <a:pt x="0" y="3728"/>
                      <a:pt x="222" y="4298"/>
                      <a:pt x="729" y="4520"/>
                    </a:cubicBezTo>
                    <a:cubicBezTo>
                      <a:pt x="855" y="4583"/>
                      <a:pt x="982" y="4615"/>
                      <a:pt x="1140" y="4615"/>
                    </a:cubicBezTo>
                    <a:cubicBezTo>
                      <a:pt x="1520" y="4615"/>
                      <a:pt x="1869" y="4393"/>
                      <a:pt x="2027" y="4013"/>
                    </a:cubicBezTo>
                    <a:lnTo>
                      <a:pt x="3199" y="1385"/>
                    </a:lnTo>
                    <a:cubicBezTo>
                      <a:pt x="3421" y="910"/>
                      <a:pt x="3199" y="308"/>
                      <a:pt x="2692" y="86"/>
                    </a:cubicBezTo>
                    <a:cubicBezTo>
                      <a:pt x="2559" y="28"/>
                      <a:pt x="2422" y="1"/>
                      <a:pt x="2288" y="1"/>
                    </a:cubicBezTo>
                    <a:close/>
                  </a:path>
                </a:pathLst>
              </a:custGeom>
              <a:solidFill>
                <a:schemeClr val="bg1"/>
              </a:solidFill>
              <a:ln>
                <a:noFill/>
              </a:ln>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sz="1000" b="0" i="0" u="none" strike="noStrike" kern="1200" cap="none" spc="0" normalizeH="0" baseline="0" noProof="0">
                  <a:ln>
                    <a:noFill/>
                  </a:ln>
                  <a:solidFill>
                    <a:prstClr val="black"/>
                  </a:solidFill>
                  <a:effectLst/>
                  <a:uLnTx/>
                  <a:uFillTx/>
                  <a:latin typeface="29LT Bukra Bold" panose="000B0903020204020204" pitchFamily="34" charset="-78"/>
                  <a:ea typeface="+mn-ea"/>
                  <a:cs typeface="29LT Bukra Bold" panose="000B0903020204020204" pitchFamily="34" charset="-78"/>
                </a:endParaRPr>
              </a:p>
            </p:txBody>
          </p:sp>
          <p:sp>
            <p:nvSpPr>
              <p:cNvPr id="79" name="Google Shape;2306;p26">
                <a:extLst>
                  <a:ext uri="{FF2B5EF4-FFF2-40B4-BE49-F238E27FC236}">
                    <a16:creationId xmlns:a16="http://schemas.microsoft.com/office/drawing/2014/main" id="{97BD4099-C4D0-AD9A-CBE0-594D5377D418}"/>
                  </a:ext>
                </a:extLst>
              </p:cNvPr>
              <p:cNvSpPr/>
              <p:nvPr/>
            </p:nvSpPr>
            <p:spPr>
              <a:xfrm>
                <a:off x="2282350" y="2522175"/>
                <a:ext cx="314350" cy="217750"/>
              </a:xfrm>
              <a:custGeom>
                <a:avLst/>
                <a:gdLst/>
                <a:ahLst/>
                <a:cxnLst/>
                <a:rect l="l" t="t" r="r" b="b"/>
                <a:pathLst>
                  <a:path w="12574" h="8710" extrusionOk="0">
                    <a:moveTo>
                      <a:pt x="6493" y="1"/>
                    </a:moveTo>
                    <a:cubicBezTo>
                      <a:pt x="5163" y="1"/>
                      <a:pt x="3959" y="887"/>
                      <a:pt x="3547" y="2154"/>
                    </a:cubicBezTo>
                    <a:lnTo>
                      <a:pt x="3294" y="2154"/>
                    </a:lnTo>
                    <a:cubicBezTo>
                      <a:pt x="1457" y="2154"/>
                      <a:pt x="1" y="3611"/>
                      <a:pt x="1" y="5416"/>
                    </a:cubicBezTo>
                    <a:cubicBezTo>
                      <a:pt x="1" y="7221"/>
                      <a:pt x="1457" y="8710"/>
                      <a:pt x="3294" y="8710"/>
                    </a:cubicBezTo>
                    <a:lnTo>
                      <a:pt x="9913" y="8710"/>
                    </a:lnTo>
                    <a:cubicBezTo>
                      <a:pt x="11370" y="8710"/>
                      <a:pt x="12573" y="7506"/>
                      <a:pt x="12573" y="6049"/>
                    </a:cubicBezTo>
                    <a:cubicBezTo>
                      <a:pt x="12573" y="4561"/>
                      <a:pt x="11370" y="3389"/>
                      <a:pt x="9913" y="3389"/>
                    </a:cubicBezTo>
                    <a:lnTo>
                      <a:pt x="9565" y="3389"/>
                    </a:lnTo>
                    <a:cubicBezTo>
                      <a:pt x="9596" y="3294"/>
                      <a:pt x="9596" y="3199"/>
                      <a:pt x="9596" y="3104"/>
                    </a:cubicBezTo>
                    <a:cubicBezTo>
                      <a:pt x="9596" y="1394"/>
                      <a:pt x="8203" y="1"/>
                      <a:pt x="6493" y="1"/>
                    </a:cubicBezTo>
                    <a:close/>
                  </a:path>
                </a:pathLst>
              </a:custGeom>
              <a:solidFill>
                <a:schemeClr val="bg1"/>
              </a:solidFill>
              <a:ln>
                <a:noFill/>
              </a:ln>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sz="1000" b="0" i="0" u="none" strike="noStrike" kern="1200" cap="none" spc="0" normalizeH="0" baseline="0" noProof="0">
                  <a:ln>
                    <a:noFill/>
                  </a:ln>
                  <a:solidFill>
                    <a:prstClr val="black"/>
                  </a:solidFill>
                  <a:effectLst/>
                  <a:uLnTx/>
                  <a:uFillTx/>
                  <a:latin typeface="29LT Bukra Bold" panose="000B0903020204020204" pitchFamily="34" charset="-78"/>
                  <a:ea typeface="+mn-ea"/>
                  <a:cs typeface="29LT Bukra Bold" panose="000B0903020204020204" pitchFamily="34" charset="-78"/>
                </a:endParaRPr>
              </a:p>
            </p:txBody>
          </p:sp>
        </p:grpSp>
        <p:sp>
          <p:nvSpPr>
            <p:cNvPr id="80" name="Google Shape;2308;p26">
              <a:extLst>
                <a:ext uri="{FF2B5EF4-FFF2-40B4-BE49-F238E27FC236}">
                  <a16:creationId xmlns:a16="http://schemas.microsoft.com/office/drawing/2014/main" id="{C913BAEC-E9CD-711E-E4B9-AE97EC13D022}"/>
                </a:ext>
              </a:extLst>
            </p:cNvPr>
            <p:cNvSpPr txBox="1"/>
            <p:nvPr/>
          </p:nvSpPr>
          <p:spPr>
            <a:xfrm>
              <a:off x="2092960" y="918065"/>
              <a:ext cx="1817100" cy="299100"/>
            </a:xfrm>
            <a:prstGeom prst="rect">
              <a:avLst/>
            </a:prstGeom>
            <a:noFill/>
            <a:ln>
              <a:noFill/>
            </a:ln>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ar-LY" sz="1600" b="1" i="0" u="none" strike="noStrike" kern="1200" cap="none" spc="0" normalizeH="0" baseline="0" noProof="0">
                  <a:ln>
                    <a:noFill/>
                  </a:ln>
                  <a:solidFill>
                    <a:prstClr val="white"/>
                  </a:solidFill>
                  <a:effectLst/>
                  <a:uLnTx/>
                  <a:uFillTx/>
                  <a:latin typeface="29LT Bukra Bold" panose="000B0903020204020204" pitchFamily="34" charset="-78"/>
                  <a:ea typeface="Fira Sans Medium"/>
                  <a:cs typeface="29LT Bukra Bold" panose="000B0903020204020204" pitchFamily="34" charset="-78"/>
                  <a:sym typeface="Fira Sans Medium"/>
                </a:rPr>
                <a:t>الانترنت</a:t>
              </a:r>
              <a:endParaRPr kumimoji="0" sz="1600" b="1" i="0" u="none" strike="noStrike" kern="1200" cap="none" spc="0" normalizeH="0" baseline="0" noProof="0">
                <a:ln>
                  <a:noFill/>
                </a:ln>
                <a:solidFill>
                  <a:prstClr val="white"/>
                </a:solidFill>
                <a:effectLst/>
                <a:uLnTx/>
                <a:uFillTx/>
                <a:latin typeface="29LT Bukra Bold" panose="000B0903020204020204" pitchFamily="34" charset="-78"/>
                <a:ea typeface="Fira Sans Medium"/>
                <a:cs typeface="29LT Bukra Bold" panose="000B0903020204020204" pitchFamily="34" charset="-78"/>
                <a:sym typeface="Fira Sans Medium"/>
              </a:endParaRPr>
            </a:p>
          </p:txBody>
        </p:sp>
        <p:sp>
          <p:nvSpPr>
            <p:cNvPr id="81" name="Google Shape;2309;p26">
              <a:extLst>
                <a:ext uri="{FF2B5EF4-FFF2-40B4-BE49-F238E27FC236}">
                  <a16:creationId xmlns:a16="http://schemas.microsoft.com/office/drawing/2014/main" id="{BDA10371-F011-8B49-B258-00EE5520836F}"/>
                </a:ext>
              </a:extLst>
            </p:cNvPr>
            <p:cNvSpPr txBox="1"/>
            <p:nvPr/>
          </p:nvSpPr>
          <p:spPr>
            <a:xfrm>
              <a:off x="2101325" y="1217422"/>
              <a:ext cx="1817100" cy="532800"/>
            </a:xfrm>
            <a:prstGeom prst="roundRect">
              <a:avLst/>
            </a:prstGeom>
            <a:solidFill>
              <a:schemeClr val="tx2"/>
            </a:solidFill>
            <a:ln>
              <a:noFill/>
            </a:ln>
          </p:spPr>
          <p:txBody>
            <a:bodyPr spcFirstLastPara="1" wrap="square" lIns="91425" tIns="91425" rIns="91425" bIns="91425" anchor="t"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LY" sz="800" b="1" i="0" u="none" strike="noStrike" kern="1200" cap="none" spc="0" normalizeH="0" baseline="0" noProof="0" dirty="0">
                  <a:ln>
                    <a:noFill/>
                  </a:ln>
                  <a:solidFill>
                    <a:prstClr val="white"/>
                  </a:solidFill>
                  <a:effectLst/>
                  <a:uLnTx/>
                  <a:uFillTx/>
                  <a:latin typeface="29LT Bukra Bold" panose="000B0903020204020204" pitchFamily="34" charset="-78"/>
                  <a:ea typeface="Roboto"/>
                  <a:cs typeface="29LT Bukra Bold" panose="000B0903020204020204" pitchFamily="34" charset="-78"/>
                  <a:sym typeface="Roboto"/>
                </a:rPr>
                <a:t>تحقق خدمات الانترنت ما يعادل 59% من اجمالي إيرادات الاستخدام</a:t>
              </a:r>
            </a:p>
          </p:txBody>
        </p:sp>
        <p:sp>
          <p:nvSpPr>
            <p:cNvPr id="82" name="Google Shape;2310;p26">
              <a:extLst>
                <a:ext uri="{FF2B5EF4-FFF2-40B4-BE49-F238E27FC236}">
                  <a16:creationId xmlns:a16="http://schemas.microsoft.com/office/drawing/2014/main" id="{A59AFFC3-34A7-A995-4C9E-D729C39C9C19}"/>
                </a:ext>
              </a:extLst>
            </p:cNvPr>
            <p:cNvSpPr txBox="1"/>
            <p:nvPr/>
          </p:nvSpPr>
          <p:spPr>
            <a:xfrm>
              <a:off x="2092960" y="2480735"/>
              <a:ext cx="1817100" cy="299100"/>
            </a:xfrm>
            <a:prstGeom prst="rect">
              <a:avLst/>
            </a:prstGeom>
            <a:noFill/>
            <a:ln>
              <a:noFill/>
            </a:ln>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ar-LY" sz="1600" b="1" i="0" u="none" strike="noStrike" kern="1200" cap="none" spc="0" normalizeH="0" baseline="0" noProof="0">
                  <a:ln>
                    <a:noFill/>
                  </a:ln>
                  <a:solidFill>
                    <a:prstClr val="white"/>
                  </a:solidFill>
                  <a:effectLst/>
                  <a:uLnTx/>
                  <a:uFillTx/>
                  <a:latin typeface="Calibri" panose="020F0502020204030204"/>
                  <a:ea typeface="+mn-ea"/>
                  <a:cs typeface="29LT Bukra Bold" panose="000B0903020204020204" pitchFamily="34" charset="-78"/>
                  <a:sym typeface="Fira Sans Medium"/>
                </a:rPr>
                <a:t>الخدمات المضافة</a:t>
              </a: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sz="1000" b="0" i="0" u="none" strike="noStrike" kern="1200" cap="none" spc="0" normalizeH="0" baseline="0" noProof="0">
                <a:ln>
                  <a:noFill/>
                </a:ln>
                <a:solidFill>
                  <a:prstClr val="white"/>
                </a:solidFill>
                <a:effectLst/>
                <a:uLnTx/>
                <a:uFillTx/>
                <a:latin typeface="29LT Bukra Bold" panose="000B0903020204020204" pitchFamily="34" charset="-78"/>
                <a:ea typeface="Fira Sans Medium"/>
                <a:cs typeface="29LT Bukra Bold" panose="000B0903020204020204" pitchFamily="34" charset="-78"/>
                <a:sym typeface="Fira Sans Medium"/>
              </a:endParaRPr>
            </a:p>
          </p:txBody>
        </p:sp>
        <p:sp>
          <p:nvSpPr>
            <p:cNvPr id="83" name="Google Shape;2311;p26">
              <a:extLst>
                <a:ext uri="{FF2B5EF4-FFF2-40B4-BE49-F238E27FC236}">
                  <a16:creationId xmlns:a16="http://schemas.microsoft.com/office/drawing/2014/main" id="{AE682274-2714-DB56-0283-7BB8D8C432C1}"/>
                </a:ext>
              </a:extLst>
            </p:cNvPr>
            <p:cNvSpPr txBox="1"/>
            <p:nvPr/>
          </p:nvSpPr>
          <p:spPr>
            <a:xfrm>
              <a:off x="2092960" y="2697087"/>
              <a:ext cx="1817100" cy="532800"/>
            </a:xfrm>
            <a:prstGeom prst="roundRect">
              <a:avLst/>
            </a:prstGeom>
            <a:solidFill>
              <a:schemeClr val="tx2"/>
            </a:solidFill>
            <a:ln>
              <a:noFill/>
            </a:ln>
          </p:spPr>
          <p:txBody>
            <a:bodyPr spcFirstLastPara="1" wrap="square" lIns="91425" tIns="91425" rIns="91425" bIns="91425" anchor="t"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LY" sz="800" b="1" i="0" u="none" strike="noStrike" kern="1200" cap="none" spc="0" normalizeH="0" baseline="0" noProof="0">
                  <a:ln>
                    <a:noFill/>
                  </a:ln>
                  <a:solidFill>
                    <a:prstClr val="white"/>
                  </a:solidFill>
                  <a:effectLst/>
                  <a:uLnTx/>
                  <a:uFillTx/>
                  <a:latin typeface="29LT Bukra Bold" panose="000B0903020204020204" pitchFamily="34" charset="-78"/>
                  <a:ea typeface="Roboto"/>
                  <a:cs typeface="29LT Bukra Bold" panose="000B0903020204020204" pitchFamily="34" charset="-78"/>
                  <a:sym typeface="Roboto"/>
                </a:rPr>
                <a:t>تحقق الخدمات المضافة ما يعادل 4% من اجمالي إيرادات الاستخدام</a:t>
              </a:r>
            </a:p>
          </p:txBody>
        </p:sp>
        <p:sp>
          <p:nvSpPr>
            <p:cNvPr id="84" name="Google Shape;2312;p26">
              <a:extLst>
                <a:ext uri="{FF2B5EF4-FFF2-40B4-BE49-F238E27FC236}">
                  <a16:creationId xmlns:a16="http://schemas.microsoft.com/office/drawing/2014/main" id="{CA097981-9715-6C70-84E7-1D8348C03B40}"/>
                </a:ext>
              </a:extLst>
            </p:cNvPr>
            <p:cNvSpPr txBox="1"/>
            <p:nvPr/>
          </p:nvSpPr>
          <p:spPr>
            <a:xfrm>
              <a:off x="8505560" y="918065"/>
              <a:ext cx="1817100" cy="299100"/>
            </a:xfrm>
            <a:prstGeom prst="rect">
              <a:avLst/>
            </a:prstGeom>
            <a:noFill/>
            <a:ln>
              <a:noFill/>
            </a:ln>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ar-LY" sz="1600" b="1" i="0" u="none" strike="noStrike" kern="1200" cap="none" spc="0" normalizeH="0" baseline="0" noProof="0">
                  <a:ln>
                    <a:noFill/>
                  </a:ln>
                  <a:solidFill>
                    <a:prstClr val="white"/>
                  </a:solidFill>
                  <a:effectLst/>
                  <a:uLnTx/>
                  <a:uFillTx/>
                  <a:latin typeface="Calibri" panose="020F0502020204030204"/>
                  <a:ea typeface="+mn-ea"/>
                  <a:cs typeface="29LT Bukra Bold" panose="000B0903020204020204" pitchFamily="34" charset="-78"/>
                  <a:sym typeface="Fira Sans Medium"/>
                </a:rPr>
                <a:t>المكالمات الصوتية</a:t>
              </a:r>
            </a:p>
          </p:txBody>
        </p:sp>
        <p:sp>
          <p:nvSpPr>
            <p:cNvPr id="85" name="Google Shape;2313;p26">
              <a:extLst>
                <a:ext uri="{FF2B5EF4-FFF2-40B4-BE49-F238E27FC236}">
                  <a16:creationId xmlns:a16="http://schemas.microsoft.com/office/drawing/2014/main" id="{DC9C8497-4B90-58BC-AAFF-32C438BE2ABB}"/>
                </a:ext>
              </a:extLst>
            </p:cNvPr>
            <p:cNvSpPr txBox="1"/>
            <p:nvPr/>
          </p:nvSpPr>
          <p:spPr>
            <a:xfrm>
              <a:off x="8505560" y="1184626"/>
              <a:ext cx="1817100" cy="532800"/>
            </a:xfrm>
            <a:prstGeom prst="roundRect">
              <a:avLst/>
            </a:prstGeom>
            <a:solidFill>
              <a:schemeClr val="tx2"/>
            </a:solidFill>
            <a:ln>
              <a:noFill/>
            </a:ln>
          </p:spPr>
          <p:txBody>
            <a:bodyPr spcFirstLastPara="1" wrap="square" lIns="91425" tIns="91425" rIns="91425" bIns="91425" anchor="ctr" anchorCtr="0">
              <a:noAutofit/>
            </a:bodyPr>
            <a:lstStyle>
              <a:defPPr>
                <a:defRPr lang="en-US"/>
              </a:defPPr>
              <a:lvl1pPr lvl="0" indent="0" algn="r">
                <a:spcBef>
                  <a:spcPts val="0"/>
                </a:spcBef>
                <a:spcAft>
                  <a:spcPts val="0"/>
                </a:spcAft>
                <a:buNone/>
                <a:defRPr sz="1000">
                  <a:solidFill>
                    <a:schemeClr val="bg1"/>
                  </a:solidFill>
                  <a:latin typeface="29LT Bukra Bold" panose="000B0903020204020204" pitchFamily="34" charset="-78"/>
                  <a:ea typeface="Fira Sans"/>
                  <a:cs typeface="29LT Bukra Bold" panose="000B0903020204020204" pitchFamily="34" charset="-78"/>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LY" sz="800" b="1" i="0" u="none" strike="noStrike" kern="1200" cap="none" spc="0" normalizeH="0" baseline="0" noProof="0" dirty="0">
                  <a:ln>
                    <a:noFill/>
                  </a:ln>
                  <a:solidFill>
                    <a:prstClr val="white"/>
                  </a:solidFill>
                  <a:effectLst/>
                  <a:uLnTx/>
                  <a:uFillTx/>
                  <a:latin typeface="29LT Bukra Bold" panose="000B0903020204020204" pitchFamily="34" charset="-78"/>
                  <a:ea typeface="Roboto"/>
                  <a:cs typeface="29LT Bukra Bold" panose="000B0903020204020204" pitchFamily="34" charset="-78"/>
                  <a:sym typeface="Roboto"/>
                </a:rPr>
                <a:t>تحقق خدمات الصوت ما يعادل 35% من اجمالي إيرادات الاستخدام </a:t>
              </a:r>
            </a:p>
          </p:txBody>
        </p:sp>
        <p:sp>
          <p:nvSpPr>
            <p:cNvPr id="86" name="Google Shape;2314;p26">
              <a:extLst>
                <a:ext uri="{FF2B5EF4-FFF2-40B4-BE49-F238E27FC236}">
                  <a16:creationId xmlns:a16="http://schemas.microsoft.com/office/drawing/2014/main" id="{07636D36-E068-1026-19FC-4D9E112D4E47}"/>
                </a:ext>
              </a:extLst>
            </p:cNvPr>
            <p:cNvSpPr txBox="1"/>
            <p:nvPr/>
          </p:nvSpPr>
          <p:spPr>
            <a:xfrm>
              <a:off x="8505560" y="2328385"/>
              <a:ext cx="1817100" cy="299100"/>
            </a:xfrm>
            <a:prstGeom prst="rect">
              <a:avLst/>
            </a:prstGeom>
            <a:noFill/>
            <a:ln>
              <a:noFill/>
            </a:ln>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ar-LY" sz="1600" b="1" i="0" u="none" strike="noStrike" kern="1200" cap="none" spc="0" normalizeH="0" baseline="0" noProof="0">
                  <a:ln>
                    <a:noFill/>
                  </a:ln>
                  <a:solidFill>
                    <a:prstClr val="white"/>
                  </a:solidFill>
                  <a:effectLst/>
                  <a:uLnTx/>
                  <a:uFillTx/>
                  <a:latin typeface="Calibri" panose="020F0502020204030204"/>
                  <a:ea typeface="+mn-ea"/>
                  <a:cs typeface="29LT Bukra Bold" panose="000B0903020204020204" pitchFamily="34" charset="-78"/>
                  <a:sym typeface="Fira Sans Medium"/>
                </a:rPr>
                <a:t>الرسائل النصية</a:t>
              </a:r>
            </a:p>
          </p:txBody>
        </p:sp>
        <p:sp>
          <p:nvSpPr>
            <p:cNvPr id="87" name="Google Shape;2315;p26">
              <a:extLst>
                <a:ext uri="{FF2B5EF4-FFF2-40B4-BE49-F238E27FC236}">
                  <a16:creationId xmlns:a16="http://schemas.microsoft.com/office/drawing/2014/main" id="{D321C98D-7A6F-6505-E00B-29EC189CD71F}"/>
                </a:ext>
              </a:extLst>
            </p:cNvPr>
            <p:cNvSpPr txBox="1"/>
            <p:nvPr/>
          </p:nvSpPr>
          <p:spPr>
            <a:xfrm>
              <a:off x="8560645" y="2653771"/>
              <a:ext cx="1817099" cy="532800"/>
            </a:xfrm>
            <a:prstGeom prst="roundRect">
              <a:avLst/>
            </a:prstGeom>
            <a:solidFill>
              <a:schemeClr val="tx2"/>
            </a:solidFill>
            <a:ln>
              <a:noFill/>
            </a:ln>
          </p:spPr>
          <p:txBody>
            <a:bodyPr spcFirstLastPara="1" wrap="square" lIns="91425" tIns="91425" rIns="91425" bIns="91425" anchor="t"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LY" sz="800" b="1" i="0" u="none" strike="noStrike" kern="1200" cap="none" spc="0" normalizeH="0" baseline="0" noProof="0">
                  <a:ln>
                    <a:noFill/>
                  </a:ln>
                  <a:solidFill>
                    <a:prstClr val="white"/>
                  </a:solidFill>
                  <a:effectLst/>
                  <a:uLnTx/>
                  <a:uFillTx/>
                  <a:latin typeface="29LT Bukra Bold" panose="000B0903020204020204" pitchFamily="34" charset="-78"/>
                  <a:ea typeface="Roboto"/>
                  <a:cs typeface="29LT Bukra Bold" panose="000B0903020204020204" pitchFamily="34" charset="-78"/>
                  <a:sym typeface="Roboto"/>
                </a:rPr>
                <a:t>تحقق خدمات الرسائل ما يعادل 2% من اجمالي إيرادات الاستخدام</a:t>
              </a:r>
            </a:p>
          </p:txBody>
        </p:sp>
        <p:sp>
          <p:nvSpPr>
            <p:cNvPr id="88" name="Google Shape;2295;p26">
              <a:extLst>
                <a:ext uri="{FF2B5EF4-FFF2-40B4-BE49-F238E27FC236}">
                  <a16:creationId xmlns:a16="http://schemas.microsoft.com/office/drawing/2014/main" id="{D4F7F71B-4A37-82AD-C25E-7F17D2C85364}"/>
                </a:ext>
              </a:extLst>
            </p:cNvPr>
            <p:cNvSpPr/>
            <p:nvPr/>
          </p:nvSpPr>
          <p:spPr>
            <a:xfrm>
              <a:off x="7411013" y="2427835"/>
              <a:ext cx="365399" cy="327094"/>
            </a:xfrm>
            <a:custGeom>
              <a:avLst/>
              <a:gdLst/>
              <a:ahLst/>
              <a:cxnLst/>
              <a:rect l="l" t="t" r="r" b="b"/>
              <a:pathLst>
                <a:path w="10579" h="9470" extrusionOk="0">
                  <a:moveTo>
                    <a:pt x="3294" y="3959"/>
                  </a:moveTo>
                  <a:cubicBezTo>
                    <a:pt x="3643" y="3959"/>
                    <a:pt x="3928" y="4244"/>
                    <a:pt x="3928" y="4593"/>
                  </a:cubicBezTo>
                  <a:cubicBezTo>
                    <a:pt x="3928" y="4941"/>
                    <a:pt x="3643" y="5226"/>
                    <a:pt x="3294" y="5226"/>
                  </a:cubicBezTo>
                  <a:cubicBezTo>
                    <a:pt x="2946" y="5226"/>
                    <a:pt x="2661" y="4941"/>
                    <a:pt x="2661" y="4593"/>
                  </a:cubicBezTo>
                  <a:cubicBezTo>
                    <a:pt x="2661" y="4244"/>
                    <a:pt x="2946" y="3959"/>
                    <a:pt x="3294" y="3959"/>
                  </a:cubicBezTo>
                  <a:close/>
                  <a:moveTo>
                    <a:pt x="5289" y="3959"/>
                  </a:moveTo>
                  <a:cubicBezTo>
                    <a:pt x="5638" y="3959"/>
                    <a:pt x="5923" y="4244"/>
                    <a:pt x="5923" y="4593"/>
                  </a:cubicBezTo>
                  <a:cubicBezTo>
                    <a:pt x="5923" y="4941"/>
                    <a:pt x="5638" y="5226"/>
                    <a:pt x="5289" y="5226"/>
                  </a:cubicBezTo>
                  <a:cubicBezTo>
                    <a:pt x="4941" y="5226"/>
                    <a:pt x="4656" y="4941"/>
                    <a:pt x="4656" y="4593"/>
                  </a:cubicBezTo>
                  <a:cubicBezTo>
                    <a:pt x="4656" y="4244"/>
                    <a:pt x="4941" y="3959"/>
                    <a:pt x="5289" y="3959"/>
                  </a:cubicBezTo>
                  <a:close/>
                  <a:moveTo>
                    <a:pt x="7221" y="3959"/>
                  </a:moveTo>
                  <a:cubicBezTo>
                    <a:pt x="7570" y="3959"/>
                    <a:pt x="7855" y="4244"/>
                    <a:pt x="7855" y="4593"/>
                  </a:cubicBezTo>
                  <a:cubicBezTo>
                    <a:pt x="7855" y="4941"/>
                    <a:pt x="7570" y="5226"/>
                    <a:pt x="7221" y="5226"/>
                  </a:cubicBezTo>
                  <a:cubicBezTo>
                    <a:pt x="6873" y="5226"/>
                    <a:pt x="6588" y="4941"/>
                    <a:pt x="6588" y="4593"/>
                  </a:cubicBezTo>
                  <a:cubicBezTo>
                    <a:pt x="6588" y="4244"/>
                    <a:pt x="6873" y="3959"/>
                    <a:pt x="7221" y="3959"/>
                  </a:cubicBezTo>
                  <a:close/>
                  <a:moveTo>
                    <a:pt x="5289" y="1"/>
                  </a:moveTo>
                  <a:cubicBezTo>
                    <a:pt x="2376" y="1"/>
                    <a:pt x="1" y="1869"/>
                    <a:pt x="1" y="4181"/>
                  </a:cubicBezTo>
                  <a:cubicBezTo>
                    <a:pt x="1" y="6461"/>
                    <a:pt x="2376" y="8330"/>
                    <a:pt x="5289" y="8330"/>
                  </a:cubicBezTo>
                  <a:cubicBezTo>
                    <a:pt x="5448" y="8330"/>
                    <a:pt x="5606" y="8330"/>
                    <a:pt x="5764" y="8298"/>
                  </a:cubicBezTo>
                  <a:lnTo>
                    <a:pt x="6176" y="9311"/>
                  </a:lnTo>
                  <a:cubicBezTo>
                    <a:pt x="6208" y="9406"/>
                    <a:pt x="6271" y="9438"/>
                    <a:pt x="6366" y="9470"/>
                  </a:cubicBezTo>
                  <a:lnTo>
                    <a:pt x="6398" y="9470"/>
                  </a:lnTo>
                  <a:cubicBezTo>
                    <a:pt x="6461" y="9470"/>
                    <a:pt x="6524" y="9438"/>
                    <a:pt x="6588" y="9375"/>
                  </a:cubicBezTo>
                  <a:lnTo>
                    <a:pt x="8076" y="7696"/>
                  </a:lnTo>
                  <a:cubicBezTo>
                    <a:pt x="9660" y="6936"/>
                    <a:pt x="10578" y="5606"/>
                    <a:pt x="10578" y="4181"/>
                  </a:cubicBezTo>
                  <a:cubicBezTo>
                    <a:pt x="10578" y="1869"/>
                    <a:pt x="8203" y="1"/>
                    <a:pt x="5289" y="1"/>
                  </a:cubicBezTo>
                  <a:close/>
                </a:path>
              </a:pathLst>
            </a:custGeom>
            <a:solidFill>
              <a:schemeClr val="bg1"/>
            </a:solidFill>
            <a:ln>
              <a:noFill/>
            </a:ln>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sz="1000" b="0" i="0" u="none" strike="noStrike" kern="1200" cap="none" spc="0" normalizeH="0" baseline="0" noProof="0">
                <a:ln>
                  <a:noFill/>
                </a:ln>
                <a:solidFill>
                  <a:prstClr val="black"/>
                </a:solidFill>
                <a:effectLst/>
                <a:uLnTx/>
                <a:uFillTx/>
                <a:latin typeface="29LT Bukra Bold" panose="000B0903020204020204" pitchFamily="34" charset="-78"/>
                <a:ea typeface="+mn-ea"/>
                <a:cs typeface="29LT Bukra Bold" panose="000B0903020204020204" pitchFamily="34" charset="-78"/>
              </a:endParaRPr>
            </a:p>
          </p:txBody>
        </p:sp>
        <p:sp>
          <p:nvSpPr>
            <p:cNvPr id="90" name="Google Shape;2305;p26">
              <a:extLst>
                <a:ext uri="{FF2B5EF4-FFF2-40B4-BE49-F238E27FC236}">
                  <a16:creationId xmlns:a16="http://schemas.microsoft.com/office/drawing/2014/main" id="{DFF588CB-EFB6-08D7-587E-160D4044A4A7}"/>
                </a:ext>
              </a:extLst>
            </p:cNvPr>
            <p:cNvSpPr/>
            <p:nvPr/>
          </p:nvSpPr>
          <p:spPr>
            <a:xfrm>
              <a:off x="8047416" y="990522"/>
              <a:ext cx="176525" cy="346782"/>
            </a:xfrm>
            <a:custGeom>
              <a:avLst/>
              <a:gdLst/>
              <a:ahLst/>
              <a:cxnLst/>
              <a:rect l="l" t="t" r="r" b="b"/>
              <a:pathLst>
                <a:path w="7031" h="12352" extrusionOk="0">
                  <a:moveTo>
                    <a:pt x="5574" y="1173"/>
                  </a:moveTo>
                  <a:cubicBezTo>
                    <a:pt x="5827" y="1173"/>
                    <a:pt x="6081" y="1426"/>
                    <a:pt x="6081" y="1679"/>
                  </a:cubicBezTo>
                  <a:lnTo>
                    <a:pt x="6081" y="9596"/>
                  </a:lnTo>
                  <a:cubicBezTo>
                    <a:pt x="6081" y="9882"/>
                    <a:pt x="5827" y="10103"/>
                    <a:pt x="5574" y="10103"/>
                  </a:cubicBezTo>
                  <a:lnTo>
                    <a:pt x="1457" y="10103"/>
                  </a:lnTo>
                  <a:cubicBezTo>
                    <a:pt x="1172" y="10103"/>
                    <a:pt x="950" y="9882"/>
                    <a:pt x="950" y="9596"/>
                  </a:cubicBezTo>
                  <a:lnTo>
                    <a:pt x="950" y="1679"/>
                  </a:lnTo>
                  <a:cubicBezTo>
                    <a:pt x="950" y="1426"/>
                    <a:pt x="1172" y="1173"/>
                    <a:pt x="1457" y="1173"/>
                  </a:cubicBezTo>
                  <a:close/>
                  <a:moveTo>
                    <a:pt x="3896" y="10800"/>
                  </a:moveTo>
                  <a:cubicBezTo>
                    <a:pt x="4054" y="10800"/>
                    <a:pt x="4149" y="10927"/>
                    <a:pt x="4149" y="11053"/>
                  </a:cubicBezTo>
                  <a:lnTo>
                    <a:pt x="4149" y="11497"/>
                  </a:lnTo>
                  <a:cubicBezTo>
                    <a:pt x="4149" y="11623"/>
                    <a:pt x="4054" y="11750"/>
                    <a:pt x="3896" y="11750"/>
                  </a:cubicBezTo>
                  <a:lnTo>
                    <a:pt x="3136" y="11750"/>
                  </a:lnTo>
                  <a:cubicBezTo>
                    <a:pt x="2977" y="11750"/>
                    <a:pt x="2882" y="11655"/>
                    <a:pt x="2882" y="11497"/>
                  </a:cubicBezTo>
                  <a:lnTo>
                    <a:pt x="2882" y="11053"/>
                  </a:lnTo>
                  <a:cubicBezTo>
                    <a:pt x="2882" y="10927"/>
                    <a:pt x="2977" y="10800"/>
                    <a:pt x="3136" y="10800"/>
                  </a:cubicBezTo>
                  <a:close/>
                  <a:moveTo>
                    <a:pt x="1045" y="1"/>
                  </a:moveTo>
                  <a:cubicBezTo>
                    <a:pt x="475" y="1"/>
                    <a:pt x="0" y="476"/>
                    <a:pt x="0" y="1046"/>
                  </a:cubicBezTo>
                  <a:lnTo>
                    <a:pt x="0" y="11307"/>
                  </a:lnTo>
                  <a:cubicBezTo>
                    <a:pt x="0" y="11877"/>
                    <a:pt x="475" y="12352"/>
                    <a:pt x="1045" y="12352"/>
                  </a:cubicBezTo>
                  <a:lnTo>
                    <a:pt x="5986" y="12352"/>
                  </a:lnTo>
                  <a:cubicBezTo>
                    <a:pt x="6556" y="12352"/>
                    <a:pt x="7031" y="11877"/>
                    <a:pt x="7031" y="11307"/>
                  </a:cubicBezTo>
                  <a:lnTo>
                    <a:pt x="7031" y="1046"/>
                  </a:lnTo>
                  <a:cubicBezTo>
                    <a:pt x="7031" y="476"/>
                    <a:pt x="6556" y="1"/>
                    <a:pt x="5986" y="1"/>
                  </a:cubicBezTo>
                  <a:close/>
                </a:path>
              </a:pathLst>
            </a:custGeom>
            <a:solidFill>
              <a:schemeClr val="bg1"/>
            </a:solidFill>
            <a:ln>
              <a:noFill/>
            </a:ln>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sz="1000" b="0" i="0" u="none" strike="noStrike" kern="1200" cap="none" spc="0" normalizeH="0" baseline="0" noProof="0">
                <a:ln>
                  <a:noFill/>
                </a:ln>
                <a:solidFill>
                  <a:prstClr val="black"/>
                </a:solidFill>
                <a:effectLst/>
                <a:uLnTx/>
                <a:uFillTx/>
                <a:latin typeface="29LT Bukra Bold" panose="000B0903020204020204" pitchFamily="34" charset="-78"/>
                <a:ea typeface="+mn-ea"/>
                <a:cs typeface="29LT Bukra Bold" panose="000B0903020204020204" pitchFamily="34" charset="-78"/>
              </a:endParaRPr>
            </a:p>
          </p:txBody>
        </p:sp>
      </p:grpSp>
      <p:sp>
        <p:nvSpPr>
          <p:cNvPr id="91" name="Google Shape;1541;p18">
            <a:extLst>
              <a:ext uri="{FF2B5EF4-FFF2-40B4-BE49-F238E27FC236}">
                <a16:creationId xmlns:a16="http://schemas.microsoft.com/office/drawing/2014/main" id="{89D64500-76BE-E8AC-434D-B14649AD8D0D}"/>
              </a:ext>
            </a:extLst>
          </p:cNvPr>
          <p:cNvSpPr txBox="1"/>
          <p:nvPr/>
        </p:nvSpPr>
        <p:spPr>
          <a:xfrm>
            <a:off x="5015425" y="84215"/>
            <a:ext cx="2161147" cy="342768"/>
          </a:xfrm>
          <a:prstGeom prst="rect">
            <a:avLst/>
          </a:prstGeom>
          <a:noFill/>
          <a:ln>
            <a:noFill/>
          </a:ln>
        </p:spPr>
        <p:txBody>
          <a:bodyPr spcFirstLastPara="1" wrap="square" lIns="34820" tIns="34820" rIns="34820" bIns="3482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LY" sz="1067" b="1" i="0" u="none" strike="noStrike" kern="1200" cap="none" spc="0" normalizeH="0" baseline="0" noProof="0" dirty="0">
                <a:ln>
                  <a:noFill/>
                </a:ln>
                <a:solidFill>
                  <a:prstClr val="white"/>
                </a:solidFill>
                <a:effectLst/>
                <a:uLnTx/>
                <a:uFillTx/>
                <a:latin typeface="29LT Bukra Bold" panose="000B0903020204020204" pitchFamily="34" charset="-78"/>
                <a:ea typeface="Fira Sans Medium"/>
                <a:cs typeface="29LT Bukra Bold" panose="000B0903020204020204" pitchFamily="34" charset="-78"/>
                <a:sym typeface="Fira Sans Medium"/>
              </a:rPr>
              <a:t>1.31 مليار د.ل إيرادات محققة</a:t>
            </a:r>
            <a:endParaRPr kumimoji="0" sz="1067" b="1" i="0" u="none" strike="noStrike" kern="1200" cap="none" spc="0" normalizeH="0" baseline="0" noProof="0" dirty="0">
              <a:ln>
                <a:noFill/>
              </a:ln>
              <a:solidFill>
                <a:prstClr val="white"/>
              </a:solidFill>
              <a:effectLst/>
              <a:uLnTx/>
              <a:uFillTx/>
              <a:latin typeface="29LT Bukra Bold" panose="000B0903020204020204" pitchFamily="34" charset="-78"/>
              <a:ea typeface="Fira Sans Medium"/>
              <a:cs typeface="29LT Bukra Bold" panose="000B0903020204020204" pitchFamily="34" charset="-78"/>
              <a:sym typeface="Fira Sans Medium"/>
            </a:endParaRPr>
          </a:p>
        </p:txBody>
      </p:sp>
      <p:grpSp>
        <p:nvGrpSpPr>
          <p:cNvPr id="1842" name="Group 1841">
            <a:extLst>
              <a:ext uri="{FF2B5EF4-FFF2-40B4-BE49-F238E27FC236}">
                <a16:creationId xmlns:a16="http://schemas.microsoft.com/office/drawing/2014/main" id="{7A6BC388-3F6E-7C1C-DF40-E08E0A8B5605}"/>
              </a:ext>
            </a:extLst>
          </p:cNvPr>
          <p:cNvGrpSpPr/>
          <p:nvPr/>
        </p:nvGrpSpPr>
        <p:grpSpPr>
          <a:xfrm>
            <a:off x="1047175" y="3488763"/>
            <a:ext cx="10403338" cy="3195273"/>
            <a:chOff x="1463838" y="433298"/>
            <a:chExt cx="10403338" cy="3195273"/>
          </a:xfrm>
        </p:grpSpPr>
        <p:grpSp>
          <p:nvGrpSpPr>
            <p:cNvPr id="1843" name="Group 1842">
              <a:extLst>
                <a:ext uri="{FF2B5EF4-FFF2-40B4-BE49-F238E27FC236}">
                  <a16:creationId xmlns:a16="http://schemas.microsoft.com/office/drawing/2014/main" id="{F79AA063-1EF5-3342-BC0B-BE9179D2A675}"/>
                </a:ext>
              </a:extLst>
            </p:cNvPr>
            <p:cNvGrpSpPr/>
            <p:nvPr/>
          </p:nvGrpSpPr>
          <p:grpSpPr>
            <a:xfrm>
              <a:off x="4050379" y="433298"/>
              <a:ext cx="7816797" cy="3195273"/>
              <a:chOff x="3956938" y="562437"/>
              <a:chExt cx="6509438" cy="2926046"/>
            </a:xfrm>
          </p:grpSpPr>
          <p:grpSp>
            <p:nvGrpSpPr>
              <p:cNvPr id="1848" name="组合 63">
                <a:extLst>
                  <a:ext uri="{FF2B5EF4-FFF2-40B4-BE49-F238E27FC236}">
                    <a16:creationId xmlns:a16="http://schemas.microsoft.com/office/drawing/2014/main" id="{E9FAC528-9041-BAF0-2F66-DF0D35E548E1}"/>
                  </a:ext>
                </a:extLst>
              </p:cNvPr>
              <p:cNvGrpSpPr/>
              <p:nvPr/>
            </p:nvGrpSpPr>
            <p:grpSpPr>
              <a:xfrm>
                <a:off x="7829072" y="1428746"/>
                <a:ext cx="1674297" cy="1447845"/>
                <a:chOff x="630238" y="1946275"/>
                <a:chExt cx="3922712" cy="3716338"/>
              </a:xfrm>
              <a:gradFill>
                <a:gsLst>
                  <a:gs pos="0">
                    <a:srgbClr val="990099"/>
                  </a:gs>
                  <a:gs pos="0">
                    <a:srgbClr val="EF8600"/>
                  </a:gs>
                </a:gsLst>
                <a:lin ang="2700000" scaled="1"/>
              </a:gradFill>
            </p:grpSpPr>
            <p:sp>
              <p:nvSpPr>
                <p:cNvPr id="1882" name="任意多边形 175">
                  <a:extLst>
                    <a:ext uri="{FF2B5EF4-FFF2-40B4-BE49-F238E27FC236}">
                      <a16:creationId xmlns:a16="http://schemas.microsoft.com/office/drawing/2014/main" id="{F18FB4E5-3F95-0ECF-21ED-8D590949943A}"/>
                    </a:ext>
                  </a:extLst>
                </p:cNvPr>
                <p:cNvSpPr>
                  <a:spLocks/>
                </p:cNvSpPr>
                <p:nvPr/>
              </p:nvSpPr>
              <p:spPr bwMode="auto">
                <a:xfrm>
                  <a:off x="685800" y="2162175"/>
                  <a:ext cx="627062" cy="1060450"/>
                </a:xfrm>
                <a:custGeom>
                  <a:avLst/>
                  <a:gdLst>
                    <a:gd name="T0" fmla="*/ 616650 w 3444156"/>
                    <a:gd name="T1" fmla="*/ 34569 h 5834585"/>
                    <a:gd name="T2" fmla="*/ 540614 w 3444156"/>
                    <a:gd name="T3" fmla="*/ 0 h 5834585"/>
                    <a:gd name="T4" fmla="*/ 475844 w 3444156"/>
                    <a:gd name="T5" fmla="*/ 30132 h 5834585"/>
                    <a:gd name="T6" fmla="*/ 395079 w 3444156"/>
                    <a:gd name="T7" fmla="*/ 65521 h 5834585"/>
                    <a:gd name="T8" fmla="*/ 385986 w 3444156"/>
                    <a:gd name="T9" fmla="*/ 96172 h 5834585"/>
                    <a:gd name="T10" fmla="*/ 346007 w 3444156"/>
                    <a:gd name="T11" fmla="*/ 99243 h 5834585"/>
                    <a:gd name="T12" fmla="*/ 338298 w 3444156"/>
                    <a:gd name="T13" fmla="*/ 113856 h 5834585"/>
                    <a:gd name="T14" fmla="*/ 318308 w 3444156"/>
                    <a:gd name="T15" fmla="*/ 153862 h 5834585"/>
                    <a:gd name="T16" fmla="*/ 284470 w 3444156"/>
                    <a:gd name="T17" fmla="*/ 166167 h 5834585"/>
                    <a:gd name="T18" fmla="*/ 256032 w 3444156"/>
                    <a:gd name="T19" fmla="*/ 175378 h 5834585"/>
                    <a:gd name="T20" fmla="*/ 217554 w 3444156"/>
                    <a:gd name="T21" fmla="*/ 223856 h 5834585"/>
                    <a:gd name="T22" fmla="*/ 216125 w 3444156"/>
                    <a:gd name="T23" fmla="*/ 254575 h 5834585"/>
                    <a:gd name="T24" fmla="*/ 226002 w 3444156"/>
                    <a:gd name="T25" fmla="*/ 313843 h 5834585"/>
                    <a:gd name="T26" fmla="*/ 250653 w 3444156"/>
                    <a:gd name="T27" fmla="*/ 383837 h 5834585"/>
                    <a:gd name="T28" fmla="*/ 213722 w 3444156"/>
                    <a:gd name="T29" fmla="*/ 440003 h 5834585"/>
                    <a:gd name="T30" fmla="*/ 183715 w 3444156"/>
                    <a:gd name="T31" fmla="*/ 474630 h 5834585"/>
                    <a:gd name="T32" fmla="*/ 136811 w 3444156"/>
                    <a:gd name="T33" fmla="*/ 523086 h 5834585"/>
                    <a:gd name="T34" fmla="*/ 94502 w 3444156"/>
                    <a:gd name="T35" fmla="*/ 532320 h 5834585"/>
                    <a:gd name="T36" fmla="*/ 48247 w 3444156"/>
                    <a:gd name="T37" fmla="*/ 556122 h 5834585"/>
                    <a:gd name="T38" fmla="*/ 0 w 3444156"/>
                    <a:gd name="T39" fmla="*/ 587566 h 5834585"/>
                    <a:gd name="T40" fmla="*/ 60798 w 3444156"/>
                    <a:gd name="T41" fmla="*/ 689834 h 5834585"/>
                    <a:gd name="T42" fmla="*/ 100777 w 3444156"/>
                    <a:gd name="T43" fmla="*/ 832894 h 5834585"/>
                    <a:gd name="T44" fmla="*/ 108464 w 3444156"/>
                    <a:gd name="T45" fmla="*/ 931352 h 5834585"/>
                    <a:gd name="T46" fmla="*/ 100732 w 3444156"/>
                    <a:gd name="T47" fmla="*/ 993681 h 5834585"/>
                    <a:gd name="T48" fmla="*/ 159109 w 3444156"/>
                    <a:gd name="T49" fmla="*/ 982819 h 5834585"/>
                    <a:gd name="T50" fmla="*/ 188399 w 3444156"/>
                    <a:gd name="T51" fmla="*/ 995183 h 5834585"/>
                    <a:gd name="T52" fmla="*/ 219952 w 3444156"/>
                    <a:gd name="T53" fmla="*/ 1025193 h 5834585"/>
                    <a:gd name="T54" fmla="*/ 262956 w 3444156"/>
                    <a:gd name="T55" fmla="*/ 1006703 h 5834585"/>
                    <a:gd name="T56" fmla="*/ 304482 w 3444156"/>
                    <a:gd name="T57" fmla="*/ 985164 h 5834585"/>
                    <a:gd name="T58" fmla="*/ 349100 w 3444156"/>
                    <a:gd name="T59" fmla="*/ 961317 h 5834585"/>
                    <a:gd name="T60" fmla="*/ 371397 w 3444156"/>
                    <a:gd name="T61" fmla="*/ 1013651 h 5834585"/>
                    <a:gd name="T62" fmla="*/ 416016 w 3444156"/>
                    <a:gd name="T63" fmla="*/ 1035951 h 5834585"/>
                    <a:gd name="T64" fmla="*/ 442145 w 3444156"/>
                    <a:gd name="T65" fmla="*/ 1043639 h 5834585"/>
                    <a:gd name="T66" fmla="*/ 492926 w 3444156"/>
                    <a:gd name="T67" fmla="*/ 1032858 h 5834585"/>
                    <a:gd name="T68" fmla="*/ 532143 w 3444156"/>
                    <a:gd name="T69" fmla="*/ 1039022 h 5834585"/>
                    <a:gd name="T70" fmla="*/ 561388 w 3444156"/>
                    <a:gd name="T71" fmla="*/ 1049018 h 5834585"/>
                    <a:gd name="T72" fmla="*/ 590610 w 3444156"/>
                    <a:gd name="T73" fmla="*/ 1060560 h 5834585"/>
                    <a:gd name="T74" fmla="*/ 597084 w 3444156"/>
                    <a:gd name="T75" fmla="*/ 1037822 h 5834585"/>
                    <a:gd name="T76" fmla="*/ 589064 w 3444156"/>
                    <a:gd name="T77" fmla="*/ 972098 h 5834585"/>
                    <a:gd name="T78" fmla="*/ 551163 w 3444156"/>
                    <a:gd name="T79" fmla="*/ 903276 h 5834585"/>
                    <a:gd name="T80" fmla="*/ 558295 w 3444156"/>
                    <a:gd name="T81" fmla="*/ 838250 h 5834585"/>
                    <a:gd name="T82" fmla="*/ 544446 w 3444156"/>
                    <a:gd name="T83" fmla="*/ 756713 h 5834585"/>
                    <a:gd name="T84" fmla="*/ 542138 w 3444156"/>
                    <a:gd name="T85" fmla="*/ 663656 h 5834585"/>
                    <a:gd name="T86" fmla="*/ 538306 w 3444156"/>
                    <a:gd name="T87" fmla="*/ 562173 h 5834585"/>
                    <a:gd name="T88" fmla="*/ 539807 w 3444156"/>
                    <a:gd name="T89" fmla="*/ 502220 h 5834585"/>
                    <a:gd name="T90" fmla="*/ 553679 w 3444156"/>
                    <a:gd name="T91" fmla="*/ 460779 h 5834585"/>
                    <a:gd name="T92" fmla="*/ 584448 w 3444156"/>
                    <a:gd name="T93" fmla="*/ 427698 h 5834585"/>
                    <a:gd name="T94" fmla="*/ 608292 w 3444156"/>
                    <a:gd name="T95" fmla="*/ 390785 h 5834585"/>
                    <a:gd name="T96" fmla="*/ 620595 w 3444156"/>
                    <a:gd name="T97" fmla="*/ 371555 h 5834585"/>
                    <a:gd name="T98" fmla="*/ 614432 w 3444156"/>
                    <a:gd name="T99" fmla="*/ 329240 h 5834585"/>
                    <a:gd name="T100" fmla="*/ 608016 w 3444156"/>
                    <a:gd name="T101" fmla="*/ 281578 h 5834585"/>
                    <a:gd name="T102" fmla="*/ 609054 w 3444156"/>
                    <a:gd name="T103" fmla="*/ 209244 h 5834585"/>
                    <a:gd name="T104" fmla="*/ 613670 w 3444156"/>
                    <a:gd name="T105" fmla="*/ 174639 h 5834585"/>
                    <a:gd name="T106" fmla="*/ 625211 w 3444156"/>
                    <a:gd name="T107" fmla="*/ 123090 h 5834585"/>
                    <a:gd name="T108" fmla="*/ 625973 w 3444156"/>
                    <a:gd name="T109" fmla="*/ 73849 h 5834585"/>
                    <a:gd name="T110" fmla="*/ 616650 w 3444156"/>
                    <a:gd name="T111" fmla="*/ 34569 h 5834585"/>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3444156" h="5834585">
                      <a:moveTo>
                        <a:pt x="3392860" y="190177"/>
                      </a:moveTo>
                      <a:lnTo>
                        <a:pt x="2974504" y="0"/>
                      </a:lnTo>
                      <a:lnTo>
                        <a:pt x="2618133" y="165769"/>
                      </a:lnTo>
                      <a:lnTo>
                        <a:pt x="2173757" y="360461"/>
                      </a:lnTo>
                      <a:lnTo>
                        <a:pt x="2123728" y="529084"/>
                      </a:lnTo>
                      <a:lnTo>
                        <a:pt x="1903760" y="545976"/>
                      </a:lnTo>
                      <a:lnTo>
                        <a:pt x="1861344" y="626368"/>
                      </a:lnTo>
                      <a:lnTo>
                        <a:pt x="1751360" y="846460"/>
                      </a:lnTo>
                      <a:lnTo>
                        <a:pt x="1565176" y="914152"/>
                      </a:lnTo>
                      <a:lnTo>
                        <a:pt x="1408708" y="964828"/>
                      </a:lnTo>
                      <a:lnTo>
                        <a:pt x="1197000" y="1231528"/>
                      </a:lnTo>
                      <a:lnTo>
                        <a:pt x="1189139" y="1400523"/>
                      </a:lnTo>
                      <a:lnTo>
                        <a:pt x="1243484" y="1726580"/>
                      </a:lnTo>
                      <a:lnTo>
                        <a:pt x="1379116" y="2111648"/>
                      </a:lnTo>
                      <a:lnTo>
                        <a:pt x="1175916" y="2420640"/>
                      </a:lnTo>
                      <a:lnTo>
                        <a:pt x="1010816" y="2611140"/>
                      </a:lnTo>
                      <a:lnTo>
                        <a:pt x="752748" y="2877716"/>
                      </a:lnTo>
                      <a:lnTo>
                        <a:pt x="519956" y="2928516"/>
                      </a:lnTo>
                      <a:lnTo>
                        <a:pt x="265460" y="3059460"/>
                      </a:lnTo>
                      <a:lnTo>
                        <a:pt x="0" y="3232449"/>
                      </a:lnTo>
                      <a:lnTo>
                        <a:pt x="334516" y="3795069"/>
                      </a:lnTo>
                      <a:lnTo>
                        <a:pt x="554484" y="4582097"/>
                      </a:lnTo>
                      <a:lnTo>
                        <a:pt x="596776" y="5123757"/>
                      </a:lnTo>
                      <a:lnTo>
                        <a:pt x="554236" y="5466657"/>
                      </a:lnTo>
                      <a:lnTo>
                        <a:pt x="875432" y="5406901"/>
                      </a:lnTo>
                      <a:lnTo>
                        <a:pt x="1036588" y="5474917"/>
                      </a:lnTo>
                      <a:lnTo>
                        <a:pt x="1210196" y="5640017"/>
                      </a:lnTo>
                      <a:lnTo>
                        <a:pt x="1446808" y="5538293"/>
                      </a:lnTo>
                      <a:lnTo>
                        <a:pt x="1675284" y="5419801"/>
                      </a:lnTo>
                      <a:lnTo>
                        <a:pt x="1920776" y="5288609"/>
                      </a:lnTo>
                      <a:lnTo>
                        <a:pt x="2043460" y="5576517"/>
                      </a:lnTo>
                      <a:lnTo>
                        <a:pt x="2288952" y="5699201"/>
                      </a:lnTo>
                      <a:lnTo>
                        <a:pt x="2432720" y="5741493"/>
                      </a:lnTo>
                      <a:lnTo>
                        <a:pt x="2712120" y="5682185"/>
                      </a:lnTo>
                      <a:lnTo>
                        <a:pt x="2927896" y="5716093"/>
                      </a:lnTo>
                      <a:lnTo>
                        <a:pt x="3088804" y="5771085"/>
                      </a:lnTo>
                      <a:lnTo>
                        <a:pt x="3249588" y="5834585"/>
                      </a:lnTo>
                      <a:lnTo>
                        <a:pt x="3285208" y="5709493"/>
                      </a:lnTo>
                      <a:lnTo>
                        <a:pt x="3241080" y="5347916"/>
                      </a:lnTo>
                      <a:lnTo>
                        <a:pt x="3032545" y="4969296"/>
                      </a:lnTo>
                      <a:lnTo>
                        <a:pt x="3071788" y="4611564"/>
                      </a:lnTo>
                      <a:lnTo>
                        <a:pt x="2995588" y="4162996"/>
                      </a:lnTo>
                      <a:lnTo>
                        <a:pt x="2982888" y="3651052"/>
                      </a:lnTo>
                      <a:lnTo>
                        <a:pt x="2961804" y="3092748"/>
                      </a:lnTo>
                      <a:lnTo>
                        <a:pt x="2970064" y="2762920"/>
                      </a:lnTo>
                      <a:lnTo>
                        <a:pt x="3046388" y="2534940"/>
                      </a:lnTo>
                      <a:lnTo>
                        <a:pt x="3215680" y="2352948"/>
                      </a:lnTo>
                      <a:lnTo>
                        <a:pt x="3346872" y="2149872"/>
                      </a:lnTo>
                      <a:lnTo>
                        <a:pt x="3414564" y="2044080"/>
                      </a:lnTo>
                      <a:lnTo>
                        <a:pt x="3380656" y="1811288"/>
                      </a:lnTo>
                      <a:lnTo>
                        <a:pt x="3345357" y="1549077"/>
                      </a:lnTo>
                      <a:cubicBezTo>
                        <a:pt x="3347259" y="1416430"/>
                        <a:pt x="3349162" y="1283783"/>
                        <a:pt x="3351064" y="1151136"/>
                      </a:cubicBezTo>
                      <a:lnTo>
                        <a:pt x="3376464" y="960760"/>
                      </a:lnTo>
                      <a:lnTo>
                        <a:pt x="3439964" y="677168"/>
                      </a:lnTo>
                      <a:cubicBezTo>
                        <a:pt x="3441361" y="586871"/>
                        <a:pt x="3442759" y="496573"/>
                        <a:pt x="3444156" y="406276"/>
                      </a:cubicBezTo>
                      <a:lnTo>
                        <a:pt x="3392860" y="190177"/>
                      </a:lnTo>
                      <a:close/>
                    </a:path>
                  </a:pathLst>
                </a:custGeom>
                <a:grpFill/>
                <a:ln w="6350" cmpd="sng">
                  <a:solidFill>
                    <a:srgbClr val="FFFFFF"/>
                  </a:solidFill>
                  <a:prstDash val="solid"/>
                  <a:round/>
                  <a:headEnd/>
                  <a:tailEnd/>
                </a:ln>
                <a:effectLst>
                  <a:outerShdw dist="28398" dir="6993903" algn="ctr" rotWithShape="0">
                    <a:srgbClr val="B2B2B2">
                      <a:alpha val="5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457" b="0" i="0" u="none" strike="noStrike" kern="1200" cap="none" spc="0" normalizeH="0" baseline="0" noProof="0">
                    <a:ln>
                      <a:noFill/>
                    </a:ln>
                    <a:solidFill>
                      <a:sysClr val="windowText" lastClr="000000"/>
                    </a:solidFill>
                    <a:effectLst/>
                    <a:uLnTx/>
                    <a:uFillTx/>
                    <a:latin typeface="29LT Bukra Bold" panose="000B0903020204020204" pitchFamily="34" charset="-78"/>
                    <a:ea typeface="等线" panose="02010600030101010101" pitchFamily="2" charset="-122"/>
                    <a:cs typeface="29LT Bukra Bold" panose="000B0903020204020204" pitchFamily="34" charset="-78"/>
                  </a:endParaRPr>
                </a:p>
              </p:txBody>
            </p:sp>
            <p:sp>
              <p:nvSpPr>
                <p:cNvPr id="1883" name="任意多边形 176">
                  <a:extLst>
                    <a:ext uri="{FF2B5EF4-FFF2-40B4-BE49-F238E27FC236}">
                      <a16:creationId xmlns:a16="http://schemas.microsoft.com/office/drawing/2014/main" id="{760FBB58-2843-CEDF-83E2-A2E69FE4F61F}"/>
                    </a:ext>
                  </a:extLst>
                </p:cNvPr>
                <p:cNvSpPr>
                  <a:spLocks/>
                </p:cNvSpPr>
                <p:nvPr/>
              </p:nvSpPr>
              <p:spPr bwMode="auto">
                <a:xfrm>
                  <a:off x="1225550" y="2184400"/>
                  <a:ext cx="781050" cy="1073150"/>
                </a:xfrm>
                <a:custGeom>
                  <a:avLst/>
                  <a:gdLst>
                    <a:gd name="T0" fmla="*/ 78349 w 4302943"/>
                    <a:gd name="T1" fmla="*/ 12827 h 5901285"/>
                    <a:gd name="T2" fmla="*/ 151477 w 4302943"/>
                    <a:gd name="T3" fmla="*/ 25953 h 5901285"/>
                    <a:gd name="T4" fmla="*/ 235295 w 4302943"/>
                    <a:gd name="T5" fmla="*/ 29785 h 5901285"/>
                    <a:gd name="T6" fmla="*/ 302192 w 4302943"/>
                    <a:gd name="T7" fmla="*/ 32855 h 5901285"/>
                    <a:gd name="T8" fmla="*/ 360275 w 4302943"/>
                    <a:gd name="T9" fmla="*/ 22981 h 5901285"/>
                    <a:gd name="T10" fmla="*/ 399040 w 4302943"/>
                    <a:gd name="T11" fmla="*/ 0 h 5901285"/>
                    <a:gd name="T12" fmla="*/ 412971 w 4302943"/>
                    <a:gd name="T13" fmla="*/ 49038 h 5901285"/>
                    <a:gd name="T14" fmla="*/ 425297 w 4302943"/>
                    <a:gd name="T15" fmla="*/ 91271 h 5901285"/>
                    <a:gd name="T16" fmla="*/ 416758 w 4302943"/>
                    <a:gd name="T17" fmla="*/ 137432 h 5901285"/>
                    <a:gd name="T18" fmla="*/ 449815 w 4302943"/>
                    <a:gd name="T19" fmla="*/ 173538 h 5901285"/>
                    <a:gd name="T20" fmla="*/ 462119 w 4302943"/>
                    <a:gd name="T21" fmla="*/ 222016 h 5901285"/>
                    <a:gd name="T22" fmla="*/ 490581 w 4302943"/>
                    <a:gd name="T23" fmla="*/ 288940 h 5901285"/>
                    <a:gd name="T24" fmla="*/ 509025 w 4302943"/>
                    <a:gd name="T25" fmla="*/ 331232 h 5901285"/>
                    <a:gd name="T26" fmla="*/ 547505 w 4302943"/>
                    <a:gd name="T27" fmla="*/ 389706 h 5901285"/>
                    <a:gd name="T28" fmla="*/ 585941 w 4302943"/>
                    <a:gd name="T29" fmla="*/ 446612 h 5901285"/>
                    <a:gd name="T30" fmla="*/ 630561 w 4302943"/>
                    <a:gd name="T31" fmla="*/ 489688 h 5901285"/>
                    <a:gd name="T32" fmla="*/ 673636 w 4302943"/>
                    <a:gd name="T33" fmla="*/ 522769 h 5901285"/>
                    <a:gd name="T34" fmla="*/ 762657 w 4302943"/>
                    <a:gd name="T35" fmla="*/ 550164 h 5901285"/>
                    <a:gd name="T36" fmla="*/ 764401 w 4302943"/>
                    <a:gd name="T37" fmla="*/ 604306 h 5901285"/>
                    <a:gd name="T38" fmla="*/ 774271 w 4302943"/>
                    <a:gd name="T39" fmla="*/ 634510 h 5901285"/>
                    <a:gd name="T40" fmla="*/ 782106 w 4302943"/>
                    <a:gd name="T41" fmla="*/ 682772 h 5901285"/>
                    <a:gd name="T42" fmla="*/ 756714 w 4302943"/>
                    <a:gd name="T43" fmla="*/ 698931 h 5901285"/>
                    <a:gd name="T44" fmla="*/ 738247 w 4302943"/>
                    <a:gd name="T45" fmla="*/ 722778 h 5901285"/>
                    <a:gd name="T46" fmla="*/ 729014 w 4302943"/>
                    <a:gd name="T47" fmla="*/ 772780 h 5901285"/>
                    <a:gd name="T48" fmla="*/ 735177 w 4302943"/>
                    <a:gd name="T49" fmla="*/ 797389 h 5901285"/>
                    <a:gd name="T50" fmla="*/ 727490 w 4302943"/>
                    <a:gd name="T51" fmla="*/ 828162 h 5901285"/>
                    <a:gd name="T52" fmla="*/ 691656 w 4302943"/>
                    <a:gd name="T53" fmla="*/ 851120 h 5901285"/>
                    <a:gd name="T54" fmla="*/ 659024 w 4302943"/>
                    <a:gd name="T55" fmla="*/ 862811 h 5901285"/>
                    <a:gd name="T56" fmla="*/ 615187 w 4302943"/>
                    <a:gd name="T57" fmla="*/ 805861 h 5901285"/>
                    <a:gd name="T58" fmla="*/ 560571 w 4302943"/>
                    <a:gd name="T59" fmla="*/ 774304 h 5901285"/>
                    <a:gd name="T60" fmla="*/ 530585 w 4302943"/>
                    <a:gd name="T61" fmla="*/ 772758 h 5901285"/>
                    <a:gd name="T62" fmla="*/ 458264 w 4302943"/>
                    <a:gd name="T63" fmla="*/ 818905 h 5901285"/>
                    <a:gd name="T64" fmla="*/ 432132 w 4302943"/>
                    <a:gd name="T65" fmla="*/ 868123 h 5901285"/>
                    <a:gd name="T66" fmla="*/ 369874 w 4302943"/>
                    <a:gd name="T67" fmla="*/ 946544 h 5901285"/>
                    <a:gd name="T68" fmla="*/ 330677 w 4302943"/>
                    <a:gd name="T69" fmla="*/ 989598 h 5901285"/>
                    <a:gd name="T70" fmla="*/ 294528 w 4302943"/>
                    <a:gd name="T71" fmla="*/ 1006519 h 5901285"/>
                    <a:gd name="T72" fmla="*/ 254524 w 4302943"/>
                    <a:gd name="T73" fmla="*/ 1038054 h 5901285"/>
                    <a:gd name="T74" fmla="*/ 228392 w 4302943"/>
                    <a:gd name="T75" fmla="*/ 1072681 h 5901285"/>
                    <a:gd name="T76" fmla="*/ 192243 w 4302943"/>
                    <a:gd name="T77" fmla="*/ 1059592 h 5901285"/>
                    <a:gd name="T78" fmla="*/ 188388 w 4302943"/>
                    <a:gd name="T79" fmla="*/ 1037292 h 5901285"/>
                    <a:gd name="T80" fmla="*/ 173799 w 4302943"/>
                    <a:gd name="T81" fmla="*/ 1034221 h 5901285"/>
                    <a:gd name="T82" fmla="*/ 120729 w 4302943"/>
                    <a:gd name="T83" fmla="*/ 1021917 h 5901285"/>
                    <a:gd name="T84" fmla="*/ 82204 w 4302943"/>
                    <a:gd name="T85" fmla="*/ 1001947 h 5901285"/>
                    <a:gd name="T86" fmla="*/ 58782 w 4302943"/>
                    <a:gd name="T87" fmla="*/ 1016078 h 5901285"/>
                    <a:gd name="T88" fmla="*/ 50761 w 4302943"/>
                    <a:gd name="T89" fmla="*/ 950354 h 5901285"/>
                    <a:gd name="T90" fmla="*/ 12858 w 4302943"/>
                    <a:gd name="T91" fmla="*/ 881532 h 5901285"/>
                    <a:gd name="T92" fmla="*/ 19991 w 4302943"/>
                    <a:gd name="T93" fmla="*/ 816506 h 5901285"/>
                    <a:gd name="T94" fmla="*/ 6141 w 4302943"/>
                    <a:gd name="T95" fmla="*/ 734970 h 5901285"/>
                    <a:gd name="T96" fmla="*/ 3832 w 4302943"/>
                    <a:gd name="T97" fmla="*/ 641913 h 5901285"/>
                    <a:gd name="T98" fmla="*/ 0 w 4302943"/>
                    <a:gd name="T99" fmla="*/ 540430 h 5901285"/>
                    <a:gd name="T100" fmla="*/ 1501 w 4302943"/>
                    <a:gd name="T101" fmla="*/ 480477 h 5901285"/>
                    <a:gd name="T102" fmla="*/ 15374 w 4302943"/>
                    <a:gd name="T103" fmla="*/ 439037 h 5901285"/>
                    <a:gd name="T104" fmla="*/ 46145 w 4302943"/>
                    <a:gd name="T105" fmla="*/ 405956 h 5901285"/>
                    <a:gd name="T106" fmla="*/ 69990 w 4302943"/>
                    <a:gd name="T107" fmla="*/ 369043 h 5901285"/>
                    <a:gd name="T108" fmla="*/ 82294 w 4302943"/>
                    <a:gd name="T109" fmla="*/ 349813 h 5901285"/>
                    <a:gd name="T110" fmla="*/ 76131 w 4302943"/>
                    <a:gd name="T111" fmla="*/ 307498 h 5901285"/>
                    <a:gd name="T112" fmla="*/ 69715 w 4302943"/>
                    <a:gd name="T113" fmla="*/ 259836 h 5901285"/>
                    <a:gd name="T114" fmla="*/ 70752 w 4302943"/>
                    <a:gd name="T115" fmla="*/ 187502 h 5901285"/>
                    <a:gd name="T116" fmla="*/ 75369 w 4302943"/>
                    <a:gd name="T117" fmla="*/ 152897 h 5901285"/>
                    <a:gd name="T118" fmla="*/ 86911 w 4302943"/>
                    <a:gd name="T119" fmla="*/ 101348 h 5901285"/>
                    <a:gd name="T120" fmla="*/ 87673 w 4302943"/>
                    <a:gd name="T121" fmla="*/ 52108 h 5901285"/>
                    <a:gd name="T122" fmla="*/ 78349 w 4302943"/>
                    <a:gd name="T123" fmla="*/ 12827 h 5901285"/>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0" t="0" r="r" b="b"/>
                  <a:pathLst>
                    <a:path w="4302943" h="5901285">
                      <a:moveTo>
                        <a:pt x="431056" y="70569"/>
                      </a:moveTo>
                      <a:lnTo>
                        <a:pt x="833387" y="142776"/>
                      </a:lnTo>
                      <a:lnTo>
                        <a:pt x="1294531" y="163860"/>
                      </a:lnTo>
                      <a:lnTo>
                        <a:pt x="1662583" y="180752"/>
                      </a:lnTo>
                      <a:lnTo>
                        <a:pt x="1982140" y="126429"/>
                      </a:lnTo>
                      <a:lnTo>
                        <a:pt x="2195411" y="0"/>
                      </a:lnTo>
                      <a:lnTo>
                        <a:pt x="2272059" y="269777"/>
                      </a:lnTo>
                      <a:lnTo>
                        <a:pt x="2339872" y="502120"/>
                      </a:lnTo>
                      <a:lnTo>
                        <a:pt x="2292895" y="756073"/>
                      </a:lnTo>
                      <a:lnTo>
                        <a:pt x="2474763" y="954709"/>
                      </a:lnTo>
                      <a:lnTo>
                        <a:pt x="2542455" y="1221409"/>
                      </a:lnTo>
                      <a:lnTo>
                        <a:pt x="2699047" y="1589585"/>
                      </a:lnTo>
                      <a:lnTo>
                        <a:pt x="2800523" y="1822253"/>
                      </a:lnTo>
                      <a:lnTo>
                        <a:pt x="3012231" y="2143945"/>
                      </a:lnTo>
                      <a:lnTo>
                        <a:pt x="3223691" y="2457005"/>
                      </a:lnTo>
                      <a:lnTo>
                        <a:pt x="3469183" y="2693989"/>
                      </a:lnTo>
                      <a:lnTo>
                        <a:pt x="3706167" y="2875981"/>
                      </a:lnTo>
                      <a:lnTo>
                        <a:pt x="4195936" y="3026692"/>
                      </a:lnTo>
                      <a:cubicBezTo>
                        <a:pt x="4196069" y="3084000"/>
                        <a:pt x="4205402" y="3267241"/>
                        <a:pt x="4205535" y="3324549"/>
                      </a:cubicBezTo>
                      <a:lnTo>
                        <a:pt x="4259834" y="3490716"/>
                      </a:lnTo>
                      <a:lnTo>
                        <a:pt x="4302943" y="3756225"/>
                      </a:lnTo>
                      <a:lnTo>
                        <a:pt x="4163243" y="3845125"/>
                      </a:lnTo>
                      <a:lnTo>
                        <a:pt x="4061643" y="3976317"/>
                      </a:lnTo>
                      <a:lnTo>
                        <a:pt x="4010843" y="4251401"/>
                      </a:lnTo>
                      <a:lnTo>
                        <a:pt x="4044751" y="4386785"/>
                      </a:lnTo>
                      <a:lnTo>
                        <a:pt x="4002459" y="4556077"/>
                      </a:lnTo>
                      <a:lnTo>
                        <a:pt x="3805310" y="4682382"/>
                      </a:lnTo>
                      <a:lnTo>
                        <a:pt x="3625775" y="4746701"/>
                      </a:lnTo>
                      <a:lnTo>
                        <a:pt x="3384599" y="4433393"/>
                      </a:lnTo>
                      <a:lnTo>
                        <a:pt x="3084115" y="4259785"/>
                      </a:lnTo>
                      <a:lnTo>
                        <a:pt x="2919139" y="4251277"/>
                      </a:lnTo>
                      <a:lnTo>
                        <a:pt x="2521247" y="4505153"/>
                      </a:lnTo>
                      <a:lnTo>
                        <a:pt x="2377479" y="4775921"/>
                      </a:lnTo>
                      <a:lnTo>
                        <a:pt x="2034951" y="5207349"/>
                      </a:lnTo>
                      <a:lnTo>
                        <a:pt x="1819299" y="5444209"/>
                      </a:lnTo>
                      <a:lnTo>
                        <a:pt x="1620415" y="5537301"/>
                      </a:lnTo>
                      <a:lnTo>
                        <a:pt x="1400323" y="5710785"/>
                      </a:lnTo>
                      <a:lnTo>
                        <a:pt x="1256555" y="5901285"/>
                      </a:lnTo>
                      <a:lnTo>
                        <a:pt x="1057671" y="5829277"/>
                      </a:lnTo>
                      <a:lnTo>
                        <a:pt x="1036463" y="5706593"/>
                      </a:lnTo>
                      <a:lnTo>
                        <a:pt x="956195" y="5689701"/>
                      </a:lnTo>
                      <a:lnTo>
                        <a:pt x="664219" y="5622009"/>
                      </a:lnTo>
                      <a:lnTo>
                        <a:pt x="452263" y="5512149"/>
                      </a:lnTo>
                      <a:lnTo>
                        <a:pt x="323404" y="5589885"/>
                      </a:lnTo>
                      <a:lnTo>
                        <a:pt x="279276" y="5228308"/>
                      </a:lnTo>
                      <a:lnTo>
                        <a:pt x="70741" y="4849688"/>
                      </a:lnTo>
                      <a:lnTo>
                        <a:pt x="109984" y="4491956"/>
                      </a:lnTo>
                      <a:lnTo>
                        <a:pt x="33784" y="4043388"/>
                      </a:lnTo>
                      <a:lnTo>
                        <a:pt x="21084" y="3531444"/>
                      </a:lnTo>
                      <a:lnTo>
                        <a:pt x="0" y="2973140"/>
                      </a:lnTo>
                      <a:lnTo>
                        <a:pt x="8260" y="2643312"/>
                      </a:lnTo>
                      <a:lnTo>
                        <a:pt x="84584" y="2415332"/>
                      </a:lnTo>
                      <a:lnTo>
                        <a:pt x="253876" y="2233340"/>
                      </a:lnTo>
                      <a:lnTo>
                        <a:pt x="385068" y="2030264"/>
                      </a:lnTo>
                      <a:lnTo>
                        <a:pt x="452760" y="1924472"/>
                      </a:lnTo>
                      <a:lnTo>
                        <a:pt x="418852" y="1691680"/>
                      </a:lnTo>
                      <a:lnTo>
                        <a:pt x="383553" y="1429469"/>
                      </a:lnTo>
                      <a:cubicBezTo>
                        <a:pt x="385455" y="1296822"/>
                        <a:pt x="387358" y="1164175"/>
                        <a:pt x="389260" y="1031528"/>
                      </a:cubicBezTo>
                      <a:lnTo>
                        <a:pt x="414660" y="841152"/>
                      </a:lnTo>
                      <a:lnTo>
                        <a:pt x="478160" y="557560"/>
                      </a:lnTo>
                      <a:cubicBezTo>
                        <a:pt x="479557" y="467263"/>
                        <a:pt x="480955" y="376965"/>
                        <a:pt x="482352" y="286668"/>
                      </a:cubicBezTo>
                      <a:lnTo>
                        <a:pt x="431056" y="70569"/>
                      </a:lnTo>
                      <a:close/>
                    </a:path>
                  </a:pathLst>
                </a:custGeom>
                <a:grpFill/>
                <a:ln w="6350" cmpd="sng">
                  <a:solidFill>
                    <a:srgbClr val="FFFFFF"/>
                  </a:solidFill>
                  <a:prstDash val="solid"/>
                  <a:round/>
                  <a:headEnd/>
                  <a:tailEnd/>
                </a:ln>
                <a:effectLst>
                  <a:outerShdw dist="28398" dir="6993903" algn="ctr" rotWithShape="0">
                    <a:srgbClr val="B2B2B2">
                      <a:alpha val="5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457" b="0" i="0" u="none" strike="noStrike" kern="1200" cap="none" spc="0" normalizeH="0" baseline="0" noProof="0">
                    <a:ln>
                      <a:noFill/>
                    </a:ln>
                    <a:solidFill>
                      <a:sysClr val="windowText" lastClr="000000"/>
                    </a:solidFill>
                    <a:effectLst/>
                    <a:uLnTx/>
                    <a:uFillTx/>
                    <a:latin typeface="29LT Bukra Bold" panose="000B0903020204020204" pitchFamily="34" charset="-78"/>
                    <a:ea typeface="等线" panose="02010600030101010101" pitchFamily="2" charset="-122"/>
                    <a:cs typeface="29LT Bukra Bold" panose="000B0903020204020204" pitchFamily="34" charset="-78"/>
                  </a:endParaRPr>
                </a:p>
              </p:txBody>
            </p:sp>
            <p:sp>
              <p:nvSpPr>
                <p:cNvPr id="1884" name="任意多边形 177">
                  <a:extLst>
                    <a:ext uri="{FF2B5EF4-FFF2-40B4-BE49-F238E27FC236}">
                      <a16:creationId xmlns:a16="http://schemas.microsoft.com/office/drawing/2014/main" id="{1DA880CE-DD43-35FD-FDE8-F76CC4B29194}"/>
                    </a:ext>
                  </a:extLst>
                </p:cNvPr>
                <p:cNvSpPr>
                  <a:spLocks/>
                </p:cNvSpPr>
                <p:nvPr/>
              </p:nvSpPr>
              <p:spPr bwMode="auto">
                <a:xfrm>
                  <a:off x="1874838" y="2971800"/>
                  <a:ext cx="1123950" cy="965200"/>
                </a:xfrm>
                <a:custGeom>
                  <a:avLst/>
                  <a:gdLst/>
                  <a:ahLst/>
                  <a:cxnLst/>
                  <a:rect l="0" t="0" r="r" b="b"/>
                  <a:pathLst>
                    <a:path w="6181105" h="5314504">
                      <a:moveTo>
                        <a:pt x="488059" y="252238"/>
                      </a:moveTo>
                      <a:lnTo>
                        <a:pt x="426419" y="231006"/>
                      </a:lnTo>
                      <a:lnTo>
                        <a:pt x="228106" y="354261"/>
                      </a:lnTo>
                      <a:lnTo>
                        <a:pt x="50800" y="421828"/>
                      </a:lnTo>
                      <a:lnTo>
                        <a:pt x="7443" y="592832"/>
                      </a:lnTo>
                      <a:lnTo>
                        <a:pt x="20143" y="698624"/>
                      </a:lnTo>
                      <a:lnTo>
                        <a:pt x="0" y="933424"/>
                      </a:lnTo>
                      <a:lnTo>
                        <a:pt x="117427" y="1083816"/>
                      </a:lnTo>
                      <a:lnTo>
                        <a:pt x="197819" y="1227708"/>
                      </a:lnTo>
                      <a:lnTo>
                        <a:pt x="316311" y="1346200"/>
                      </a:lnTo>
                      <a:lnTo>
                        <a:pt x="485602" y="1430784"/>
                      </a:lnTo>
                      <a:lnTo>
                        <a:pt x="629494" y="1549276"/>
                      </a:lnTo>
                      <a:lnTo>
                        <a:pt x="705694" y="1688852"/>
                      </a:lnTo>
                      <a:lnTo>
                        <a:pt x="769070" y="2053084"/>
                      </a:lnTo>
                      <a:lnTo>
                        <a:pt x="946747" y="2077740"/>
                      </a:lnTo>
                      <a:lnTo>
                        <a:pt x="1073499" y="2056408"/>
                      </a:lnTo>
                      <a:lnTo>
                        <a:pt x="1280891" y="1954808"/>
                      </a:lnTo>
                      <a:lnTo>
                        <a:pt x="1496791" y="1980332"/>
                      </a:lnTo>
                      <a:lnTo>
                        <a:pt x="1721075" y="1992908"/>
                      </a:lnTo>
                      <a:lnTo>
                        <a:pt x="1890367" y="2056408"/>
                      </a:lnTo>
                      <a:lnTo>
                        <a:pt x="2000351" y="2196108"/>
                      </a:lnTo>
                      <a:lnTo>
                        <a:pt x="2068043" y="2310532"/>
                      </a:lnTo>
                      <a:lnTo>
                        <a:pt x="2025751" y="2475632"/>
                      </a:lnTo>
                      <a:lnTo>
                        <a:pt x="1957760" y="2599332"/>
                      </a:lnTo>
                      <a:lnTo>
                        <a:pt x="1918197" y="2724248"/>
                      </a:lnTo>
                      <a:lnTo>
                        <a:pt x="1890243" y="2902744"/>
                      </a:lnTo>
                      <a:lnTo>
                        <a:pt x="1949551" y="3126904"/>
                      </a:lnTo>
                      <a:lnTo>
                        <a:pt x="1987651" y="3334420"/>
                      </a:lnTo>
                      <a:lnTo>
                        <a:pt x="1928343" y="3528988"/>
                      </a:lnTo>
                      <a:lnTo>
                        <a:pt x="2042147" y="3854324"/>
                      </a:lnTo>
                      <a:lnTo>
                        <a:pt x="2207122" y="4032424"/>
                      </a:lnTo>
                      <a:lnTo>
                        <a:pt x="2347070" y="4222924"/>
                      </a:lnTo>
                      <a:lnTo>
                        <a:pt x="2512170" y="4409108"/>
                      </a:lnTo>
                      <a:lnTo>
                        <a:pt x="2634730" y="4535984"/>
                      </a:lnTo>
                      <a:lnTo>
                        <a:pt x="2689846" y="4743376"/>
                      </a:lnTo>
                      <a:lnTo>
                        <a:pt x="2740646" y="4878760"/>
                      </a:lnTo>
                      <a:lnTo>
                        <a:pt x="2914130" y="5077644"/>
                      </a:lnTo>
                      <a:lnTo>
                        <a:pt x="3222998" y="5238428"/>
                      </a:lnTo>
                      <a:lnTo>
                        <a:pt x="3582666" y="5276404"/>
                      </a:lnTo>
                      <a:lnTo>
                        <a:pt x="3929510" y="5314504"/>
                      </a:lnTo>
                      <a:lnTo>
                        <a:pt x="4211439" y="5280124"/>
                      </a:lnTo>
                      <a:lnTo>
                        <a:pt x="4475114" y="5094412"/>
                      </a:lnTo>
                      <a:lnTo>
                        <a:pt x="4746130" y="5026720"/>
                      </a:lnTo>
                      <a:lnTo>
                        <a:pt x="4970166" y="5009828"/>
                      </a:lnTo>
                      <a:lnTo>
                        <a:pt x="5338342" y="5026720"/>
                      </a:lnTo>
                      <a:lnTo>
                        <a:pt x="5715026" y="5090220"/>
                      </a:lnTo>
                      <a:lnTo>
                        <a:pt x="6160395" y="5117108"/>
                      </a:lnTo>
                      <a:lnTo>
                        <a:pt x="6181105" y="3822427"/>
                      </a:lnTo>
                      <a:lnTo>
                        <a:pt x="6161435" y="1643260"/>
                      </a:lnTo>
                      <a:lnTo>
                        <a:pt x="5791226" y="1608212"/>
                      </a:lnTo>
                      <a:lnTo>
                        <a:pt x="5514582" y="1565844"/>
                      </a:lnTo>
                      <a:lnTo>
                        <a:pt x="5164984" y="1527820"/>
                      </a:lnTo>
                      <a:lnTo>
                        <a:pt x="4932192" y="1383928"/>
                      </a:lnTo>
                      <a:lnTo>
                        <a:pt x="4775600" y="1286644"/>
                      </a:lnTo>
                      <a:lnTo>
                        <a:pt x="4606308" y="1053852"/>
                      </a:lnTo>
                      <a:lnTo>
                        <a:pt x="4623200" y="854968"/>
                      </a:lnTo>
                      <a:lnTo>
                        <a:pt x="4682508" y="545976"/>
                      </a:lnTo>
                      <a:lnTo>
                        <a:pt x="4504708" y="313184"/>
                      </a:lnTo>
                      <a:lnTo>
                        <a:pt x="4525916" y="165100"/>
                      </a:lnTo>
                      <a:lnTo>
                        <a:pt x="4356624" y="0"/>
                      </a:lnTo>
                      <a:lnTo>
                        <a:pt x="4216924" y="21084"/>
                      </a:lnTo>
                      <a:lnTo>
                        <a:pt x="4106940" y="207392"/>
                      </a:lnTo>
                      <a:lnTo>
                        <a:pt x="3941964" y="220092"/>
                      </a:lnTo>
                      <a:lnTo>
                        <a:pt x="3810896" y="326008"/>
                      </a:lnTo>
                      <a:lnTo>
                        <a:pt x="3459860" y="127248"/>
                      </a:lnTo>
                      <a:lnTo>
                        <a:pt x="3286004" y="101600"/>
                      </a:lnTo>
                      <a:lnTo>
                        <a:pt x="3065241" y="205581"/>
                      </a:lnTo>
                      <a:lnTo>
                        <a:pt x="2977136" y="270892"/>
                      </a:lnTo>
                      <a:lnTo>
                        <a:pt x="2824736" y="304800"/>
                      </a:lnTo>
                      <a:lnTo>
                        <a:pt x="2601072" y="169664"/>
                      </a:lnTo>
                      <a:lnTo>
                        <a:pt x="2410696" y="63872"/>
                      </a:lnTo>
                      <a:lnTo>
                        <a:pt x="2186412" y="46856"/>
                      </a:lnTo>
                      <a:lnTo>
                        <a:pt x="2059536" y="165348"/>
                      </a:lnTo>
                      <a:lnTo>
                        <a:pt x="1860652" y="245740"/>
                      </a:lnTo>
                      <a:lnTo>
                        <a:pt x="1699868" y="313556"/>
                      </a:lnTo>
                      <a:lnTo>
                        <a:pt x="1526384" y="169664"/>
                      </a:lnTo>
                      <a:lnTo>
                        <a:pt x="1259808" y="84956"/>
                      </a:lnTo>
                      <a:lnTo>
                        <a:pt x="1090640" y="148456"/>
                      </a:lnTo>
                      <a:lnTo>
                        <a:pt x="895948" y="194940"/>
                      </a:lnTo>
                      <a:lnTo>
                        <a:pt x="714080" y="309240"/>
                      </a:lnTo>
                      <a:lnTo>
                        <a:pt x="574380" y="351656"/>
                      </a:lnTo>
                      <a:lnTo>
                        <a:pt x="488059" y="252238"/>
                      </a:lnTo>
                      <a:close/>
                    </a:path>
                  </a:pathLst>
                </a:custGeom>
                <a:grpFill/>
                <a:ln w="6350" cmpd="sng">
                  <a:solidFill>
                    <a:srgbClr val="FFFFFF"/>
                  </a:solidFill>
                  <a:prstDash val="solid"/>
                  <a:round/>
                  <a:headEnd/>
                  <a:tailEnd/>
                </a:ln>
                <a:effectLst>
                  <a:outerShdw dist="28398" dir="6993903" algn="ctr" rotWithShape="0">
                    <a:srgbClr val="B2B2B2">
                      <a:alpha val="5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457" b="0" i="0" u="none" strike="noStrike" kern="1200" cap="none" spc="0" normalizeH="0" baseline="0" noProof="0">
                    <a:ln>
                      <a:noFill/>
                    </a:ln>
                    <a:solidFill>
                      <a:sysClr val="windowText" lastClr="000000"/>
                    </a:solidFill>
                    <a:effectLst/>
                    <a:uLnTx/>
                    <a:uFillTx/>
                    <a:latin typeface="29LT Bukra Bold" panose="000B0903020204020204" pitchFamily="34" charset="-78"/>
                    <a:ea typeface="等线" panose="02010600030101010101" pitchFamily="2" charset="-122"/>
                    <a:cs typeface="29LT Bukra Bold" panose="000B0903020204020204" pitchFamily="34" charset="-78"/>
                  </a:endParaRPr>
                </a:p>
              </p:txBody>
            </p:sp>
            <p:sp>
              <p:nvSpPr>
                <p:cNvPr id="1885" name="任意多边形 178">
                  <a:extLst>
                    <a:ext uri="{FF2B5EF4-FFF2-40B4-BE49-F238E27FC236}">
                      <a16:creationId xmlns:a16="http://schemas.microsoft.com/office/drawing/2014/main" id="{487BAB92-0647-80DF-646B-E38B7F4952A4}"/>
                    </a:ext>
                  </a:extLst>
                </p:cNvPr>
                <p:cNvSpPr>
                  <a:spLocks/>
                </p:cNvSpPr>
                <p:nvPr/>
              </p:nvSpPr>
              <p:spPr bwMode="auto">
                <a:xfrm>
                  <a:off x="1952625" y="2446338"/>
                  <a:ext cx="992187" cy="809625"/>
                </a:xfrm>
                <a:custGeom>
                  <a:avLst/>
                  <a:gdLst/>
                  <a:ahLst/>
                  <a:cxnLst/>
                  <a:rect l="0" t="0" r="r" b="b"/>
                  <a:pathLst>
                    <a:path w="5456213" h="4455268">
                      <a:moveTo>
                        <a:pt x="59830" y="3141662"/>
                      </a:moveTo>
                      <a:lnTo>
                        <a:pt x="0" y="3117949"/>
                      </a:lnTo>
                      <a:lnTo>
                        <a:pt x="41052" y="2955455"/>
                      </a:lnTo>
                      <a:lnTo>
                        <a:pt x="7714" y="2814291"/>
                      </a:lnTo>
                      <a:lnTo>
                        <a:pt x="61342" y="2538636"/>
                      </a:lnTo>
                      <a:lnTo>
                        <a:pt x="156592" y="2411760"/>
                      </a:lnTo>
                      <a:lnTo>
                        <a:pt x="302418" y="2320033"/>
                      </a:lnTo>
                      <a:lnTo>
                        <a:pt x="256034" y="2050282"/>
                      </a:lnTo>
                      <a:lnTo>
                        <a:pt x="203646" y="1894831"/>
                      </a:lnTo>
                      <a:lnTo>
                        <a:pt x="194836" y="1595584"/>
                      </a:lnTo>
                      <a:lnTo>
                        <a:pt x="302742" y="1345456"/>
                      </a:lnTo>
                      <a:lnTo>
                        <a:pt x="450826" y="989980"/>
                      </a:lnTo>
                      <a:lnTo>
                        <a:pt x="645394" y="643012"/>
                      </a:lnTo>
                      <a:lnTo>
                        <a:pt x="835894" y="368052"/>
                      </a:lnTo>
                      <a:lnTo>
                        <a:pt x="992362" y="139576"/>
                      </a:lnTo>
                      <a:lnTo>
                        <a:pt x="1288654" y="0"/>
                      </a:lnTo>
                      <a:lnTo>
                        <a:pt x="1504305" y="158874"/>
                      </a:lnTo>
                      <a:lnTo>
                        <a:pt x="1732905" y="233933"/>
                      </a:lnTo>
                      <a:lnTo>
                        <a:pt x="1915790" y="333375"/>
                      </a:lnTo>
                      <a:lnTo>
                        <a:pt x="2161158" y="360809"/>
                      </a:lnTo>
                      <a:lnTo>
                        <a:pt x="2426345" y="407293"/>
                      </a:lnTo>
                      <a:lnTo>
                        <a:pt x="2664470" y="350143"/>
                      </a:lnTo>
                      <a:lnTo>
                        <a:pt x="2843163" y="407293"/>
                      </a:lnTo>
                      <a:lnTo>
                        <a:pt x="3104530" y="493018"/>
                      </a:lnTo>
                      <a:lnTo>
                        <a:pt x="3345706" y="535310"/>
                      </a:lnTo>
                      <a:lnTo>
                        <a:pt x="3554115" y="625227"/>
                      </a:lnTo>
                      <a:lnTo>
                        <a:pt x="3762524" y="705619"/>
                      </a:lnTo>
                      <a:lnTo>
                        <a:pt x="3947691" y="791344"/>
                      </a:lnTo>
                      <a:lnTo>
                        <a:pt x="4149229" y="838969"/>
                      </a:lnTo>
                      <a:lnTo>
                        <a:pt x="4239543" y="941462"/>
                      </a:lnTo>
                      <a:lnTo>
                        <a:pt x="4401468" y="989087"/>
                      </a:lnTo>
                      <a:lnTo>
                        <a:pt x="4617120" y="1053480"/>
                      </a:lnTo>
                      <a:lnTo>
                        <a:pt x="4735612" y="1177305"/>
                      </a:lnTo>
                      <a:lnTo>
                        <a:pt x="4934496" y="1343422"/>
                      </a:lnTo>
                      <a:lnTo>
                        <a:pt x="5072038" y="1490489"/>
                      </a:lnTo>
                      <a:lnTo>
                        <a:pt x="5257205" y="1565548"/>
                      </a:lnTo>
                      <a:lnTo>
                        <a:pt x="5424587" y="1746050"/>
                      </a:lnTo>
                      <a:lnTo>
                        <a:pt x="5379889" y="1975768"/>
                      </a:lnTo>
                      <a:lnTo>
                        <a:pt x="5341789" y="2250852"/>
                      </a:lnTo>
                      <a:lnTo>
                        <a:pt x="5341789" y="2496344"/>
                      </a:lnTo>
                      <a:lnTo>
                        <a:pt x="5405289" y="2707928"/>
                      </a:lnTo>
                      <a:lnTo>
                        <a:pt x="5456213" y="2970064"/>
                      </a:lnTo>
                      <a:lnTo>
                        <a:pt x="5379889" y="3198788"/>
                      </a:lnTo>
                      <a:lnTo>
                        <a:pt x="5248697" y="3406180"/>
                      </a:lnTo>
                      <a:lnTo>
                        <a:pt x="5197897" y="3621956"/>
                      </a:lnTo>
                      <a:lnTo>
                        <a:pt x="5130205" y="3977432"/>
                      </a:lnTo>
                      <a:lnTo>
                        <a:pt x="5117505" y="4205908"/>
                      </a:lnTo>
                      <a:lnTo>
                        <a:pt x="5086353" y="4455268"/>
                      </a:lnTo>
                      <a:lnTo>
                        <a:pt x="4736755" y="4417244"/>
                      </a:lnTo>
                      <a:lnTo>
                        <a:pt x="4503963" y="4273352"/>
                      </a:lnTo>
                      <a:lnTo>
                        <a:pt x="4347371" y="4176068"/>
                      </a:lnTo>
                      <a:lnTo>
                        <a:pt x="4178079" y="3943276"/>
                      </a:lnTo>
                      <a:lnTo>
                        <a:pt x="4194971" y="3744392"/>
                      </a:lnTo>
                      <a:lnTo>
                        <a:pt x="4254279" y="3435400"/>
                      </a:lnTo>
                      <a:lnTo>
                        <a:pt x="4076479" y="3202608"/>
                      </a:lnTo>
                      <a:lnTo>
                        <a:pt x="4097687" y="3054524"/>
                      </a:lnTo>
                      <a:lnTo>
                        <a:pt x="3928395" y="2889424"/>
                      </a:lnTo>
                      <a:lnTo>
                        <a:pt x="3788695" y="2910508"/>
                      </a:lnTo>
                      <a:lnTo>
                        <a:pt x="3678711" y="3096816"/>
                      </a:lnTo>
                      <a:lnTo>
                        <a:pt x="3513735" y="3109516"/>
                      </a:lnTo>
                      <a:lnTo>
                        <a:pt x="3382667" y="3215432"/>
                      </a:lnTo>
                      <a:lnTo>
                        <a:pt x="3031631" y="3016672"/>
                      </a:lnTo>
                      <a:lnTo>
                        <a:pt x="2857775" y="2991024"/>
                      </a:lnTo>
                      <a:lnTo>
                        <a:pt x="2637012" y="3095005"/>
                      </a:lnTo>
                      <a:lnTo>
                        <a:pt x="2548907" y="3160316"/>
                      </a:lnTo>
                      <a:lnTo>
                        <a:pt x="2396507" y="3194224"/>
                      </a:lnTo>
                      <a:lnTo>
                        <a:pt x="2172843" y="3059088"/>
                      </a:lnTo>
                      <a:lnTo>
                        <a:pt x="1982467" y="2953296"/>
                      </a:lnTo>
                      <a:lnTo>
                        <a:pt x="1758183" y="2936280"/>
                      </a:lnTo>
                      <a:lnTo>
                        <a:pt x="1631307" y="3054772"/>
                      </a:lnTo>
                      <a:lnTo>
                        <a:pt x="1432423" y="3135164"/>
                      </a:lnTo>
                      <a:lnTo>
                        <a:pt x="1271639" y="3202980"/>
                      </a:lnTo>
                      <a:lnTo>
                        <a:pt x="1098155" y="3059088"/>
                      </a:lnTo>
                      <a:lnTo>
                        <a:pt x="831579" y="2974380"/>
                      </a:lnTo>
                      <a:lnTo>
                        <a:pt x="662411" y="3037880"/>
                      </a:lnTo>
                      <a:lnTo>
                        <a:pt x="467719" y="3084364"/>
                      </a:lnTo>
                      <a:lnTo>
                        <a:pt x="285851" y="3198664"/>
                      </a:lnTo>
                      <a:lnTo>
                        <a:pt x="146151" y="3241080"/>
                      </a:lnTo>
                      <a:lnTo>
                        <a:pt x="59830" y="3141662"/>
                      </a:lnTo>
                      <a:close/>
                    </a:path>
                  </a:pathLst>
                </a:custGeom>
                <a:grpFill/>
                <a:ln w="6350" cmpd="sng">
                  <a:solidFill>
                    <a:srgbClr val="FFFFFF"/>
                  </a:solidFill>
                  <a:prstDash val="solid"/>
                  <a:round/>
                  <a:headEnd/>
                  <a:tailEnd/>
                </a:ln>
                <a:effectLst>
                  <a:outerShdw dist="28398" dir="6993903" algn="ctr" rotWithShape="0">
                    <a:srgbClr val="B2B2B2">
                      <a:alpha val="5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457" b="0" i="0" u="none" strike="noStrike" kern="1200" cap="none" spc="0" normalizeH="0" baseline="0" noProof="0">
                    <a:ln>
                      <a:noFill/>
                    </a:ln>
                    <a:solidFill>
                      <a:sysClr val="windowText" lastClr="000000"/>
                    </a:solidFill>
                    <a:effectLst/>
                    <a:uLnTx/>
                    <a:uFillTx/>
                    <a:latin typeface="29LT Bukra Bold" panose="000B0903020204020204" pitchFamily="34" charset="-78"/>
                    <a:ea typeface="等线" panose="02010600030101010101" pitchFamily="2" charset="-122"/>
                    <a:cs typeface="29LT Bukra Bold" panose="000B0903020204020204" pitchFamily="34" charset="-78"/>
                  </a:endParaRPr>
                </a:p>
              </p:txBody>
            </p:sp>
            <p:sp>
              <p:nvSpPr>
                <p:cNvPr id="1886" name="任意多边形 179">
                  <a:extLst>
                    <a:ext uri="{FF2B5EF4-FFF2-40B4-BE49-F238E27FC236}">
                      <a16:creationId xmlns:a16="http://schemas.microsoft.com/office/drawing/2014/main" id="{E07EC4E9-3255-190F-41BF-7489ECDE0C3B}"/>
                    </a:ext>
                  </a:extLst>
                </p:cNvPr>
                <p:cNvSpPr>
                  <a:spLocks/>
                </p:cNvSpPr>
                <p:nvPr/>
              </p:nvSpPr>
              <p:spPr bwMode="auto">
                <a:xfrm>
                  <a:off x="3917950" y="2209800"/>
                  <a:ext cx="515937" cy="1157288"/>
                </a:xfrm>
                <a:custGeom>
                  <a:avLst/>
                  <a:gdLst>
                    <a:gd name="T0" fmla="*/ 475324 w 2843187"/>
                    <a:gd name="T1" fmla="*/ 137385 h 6364313"/>
                    <a:gd name="T2" fmla="*/ 486520 w 2843187"/>
                    <a:gd name="T3" fmla="*/ 123186 h 6364313"/>
                    <a:gd name="T4" fmla="*/ 465741 w 2843187"/>
                    <a:gd name="T5" fmla="*/ 98183 h 6364313"/>
                    <a:gd name="T6" fmla="*/ 453620 w 2843187"/>
                    <a:gd name="T7" fmla="*/ 76435 h 6364313"/>
                    <a:gd name="T8" fmla="*/ 451126 w 2843187"/>
                    <a:gd name="T9" fmla="*/ 58358 h 6364313"/>
                    <a:gd name="T10" fmla="*/ 438243 w 2843187"/>
                    <a:gd name="T11" fmla="*/ 44506 h 6364313"/>
                    <a:gd name="T12" fmla="*/ 415732 w 2843187"/>
                    <a:gd name="T13" fmla="*/ 41043 h 6364313"/>
                    <a:gd name="T14" fmla="*/ 400355 w 2843187"/>
                    <a:gd name="T15" fmla="*/ 42012 h 6364313"/>
                    <a:gd name="T16" fmla="*/ 374380 w 2843187"/>
                    <a:gd name="T17" fmla="*/ 28922 h 6364313"/>
                    <a:gd name="T18" fmla="*/ 358034 w 2843187"/>
                    <a:gd name="T19" fmla="*/ 39311 h 6364313"/>
                    <a:gd name="T20" fmla="*/ 329566 w 2843187"/>
                    <a:gd name="T21" fmla="*/ 47969 h 6364313"/>
                    <a:gd name="T22" fmla="*/ 305531 w 2843187"/>
                    <a:gd name="T23" fmla="*/ 51432 h 6364313"/>
                    <a:gd name="T24" fmla="*/ 266673 w 2843187"/>
                    <a:gd name="T25" fmla="*/ 44506 h 6364313"/>
                    <a:gd name="T26" fmla="*/ 243607 w 2843187"/>
                    <a:gd name="T27" fmla="*/ 47207 h 6364313"/>
                    <a:gd name="T28" fmla="*/ 213408 w 2843187"/>
                    <a:gd name="T29" fmla="*/ 32592 h 6364313"/>
                    <a:gd name="T30" fmla="*/ 186532 w 2843187"/>
                    <a:gd name="T31" fmla="*/ 16454 h 6364313"/>
                    <a:gd name="T32" fmla="*/ 154533 w 2843187"/>
                    <a:gd name="T33" fmla="*/ 9113 h 6364313"/>
                    <a:gd name="T34" fmla="*/ 94864 w 2843187"/>
                    <a:gd name="T35" fmla="*/ 0 h 6364313"/>
                    <a:gd name="T36" fmla="*/ 49617 w 2843187"/>
                    <a:gd name="T37" fmla="*/ 4784 h 6364313"/>
                    <a:gd name="T38" fmla="*/ 35394 w 2843187"/>
                    <a:gd name="T39" fmla="*/ 62998 h 6364313"/>
                    <a:gd name="T40" fmla="*/ 17316 w 2843187"/>
                    <a:gd name="T41" fmla="*/ 144934 h 6364313"/>
                    <a:gd name="T42" fmla="*/ 3463 w 2843187"/>
                    <a:gd name="T43" fmla="*/ 220913 h 6364313"/>
                    <a:gd name="T44" fmla="*/ 0 w 2843187"/>
                    <a:gd name="T45" fmla="*/ 282833 h 6364313"/>
                    <a:gd name="T46" fmla="*/ 4987 w 2843187"/>
                    <a:gd name="T47" fmla="*/ 334296 h 6364313"/>
                    <a:gd name="T48" fmla="*/ 16554 w 2843187"/>
                    <a:gd name="T49" fmla="*/ 804652 h 6364313"/>
                    <a:gd name="T50" fmla="*/ 33730 w 2843187"/>
                    <a:gd name="T51" fmla="*/ 1156948 h 6364313"/>
                    <a:gd name="T52" fmla="*/ 516882 w 2843187"/>
                    <a:gd name="T53" fmla="*/ 1152294 h 6364313"/>
                    <a:gd name="T54" fmla="*/ 493753 w 2843187"/>
                    <a:gd name="T55" fmla="*/ 789072 h 6364313"/>
                    <a:gd name="T56" fmla="*/ 482273 w 2843187"/>
                    <a:gd name="T57" fmla="*/ 747579 h 6364313"/>
                    <a:gd name="T58" fmla="*/ 463040 w 2843187"/>
                    <a:gd name="T59" fmla="*/ 726016 h 6364313"/>
                    <a:gd name="T60" fmla="*/ 453043 w 2843187"/>
                    <a:gd name="T61" fmla="*/ 694479 h 6364313"/>
                    <a:gd name="T62" fmla="*/ 461516 w 2843187"/>
                    <a:gd name="T63" fmla="*/ 669868 h 6364313"/>
                    <a:gd name="T64" fmla="*/ 438428 w 2843187"/>
                    <a:gd name="T65" fmla="*/ 643710 h 6364313"/>
                    <a:gd name="T66" fmla="*/ 444592 w 2843187"/>
                    <a:gd name="T67" fmla="*/ 618337 h 6364313"/>
                    <a:gd name="T68" fmla="*/ 430739 w 2843187"/>
                    <a:gd name="T69" fmla="*/ 589109 h 6364313"/>
                    <a:gd name="T70" fmla="*/ 416886 w 2843187"/>
                    <a:gd name="T71" fmla="*/ 566022 h 6364313"/>
                    <a:gd name="T72" fmla="*/ 410744 w 2843187"/>
                    <a:gd name="T73" fmla="*/ 536032 h 6364313"/>
                    <a:gd name="T74" fmla="*/ 421504 w 2843187"/>
                    <a:gd name="T75" fmla="*/ 496874 h 6364313"/>
                    <a:gd name="T76" fmla="*/ 444592 w 2843187"/>
                    <a:gd name="T77" fmla="*/ 453771 h 6364313"/>
                    <a:gd name="T78" fmla="*/ 459207 w 2843187"/>
                    <a:gd name="T79" fmla="*/ 421472 h 6364313"/>
                    <a:gd name="T80" fmla="*/ 469204 w 2843187"/>
                    <a:gd name="T81" fmla="*/ 377629 h 6364313"/>
                    <a:gd name="T82" fmla="*/ 459969 w 2843187"/>
                    <a:gd name="T83" fmla="*/ 331478 h 6364313"/>
                    <a:gd name="T84" fmla="*/ 439190 w 2843187"/>
                    <a:gd name="T85" fmla="*/ 292230 h 6364313"/>
                    <a:gd name="T86" fmla="*/ 429192 w 2843187"/>
                    <a:gd name="T87" fmla="*/ 263002 h 6364313"/>
                    <a:gd name="T88" fmla="*/ 422266 w 2843187"/>
                    <a:gd name="T89" fmla="*/ 236082 h 6364313"/>
                    <a:gd name="T90" fmla="*/ 422266 w 2843187"/>
                    <a:gd name="T91" fmla="*/ 206069 h 6364313"/>
                    <a:gd name="T92" fmla="*/ 447663 w 2843187"/>
                    <a:gd name="T93" fmla="*/ 191455 h 6364313"/>
                    <a:gd name="T94" fmla="*/ 466896 w 2843187"/>
                    <a:gd name="T95" fmla="*/ 163750 h 6364313"/>
                    <a:gd name="T96" fmla="*/ 475324 w 2843187"/>
                    <a:gd name="T97" fmla="*/ 137385 h 6364313"/>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0" t="0" r="r" b="b"/>
                  <a:pathLst>
                    <a:path w="2843187" h="6364313">
                      <a:moveTo>
                        <a:pt x="2614588" y="755750"/>
                      </a:moveTo>
                      <a:lnTo>
                        <a:pt x="2676178" y="677640"/>
                      </a:lnTo>
                      <a:lnTo>
                        <a:pt x="2561878" y="540098"/>
                      </a:lnTo>
                      <a:lnTo>
                        <a:pt x="2495203" y="420465"/>
                      </a:lnTo>
                      <a:lnTo>
                        <a:pt x="2481486" y="321023"/>
                      </a:lnTo>
                      <a:lnTo>
                        <a:pt x="2410619" y="244823"/>
                      </a:lnTo>
                      <a:lnTo>
                        <a:pt x="2286794" y="225773"/>
                      </a:lnTo>
                      <a:lnTo>
                        <a:pt x="2202210" y="231106"/>
                      </a:lnTo>
                      <a:lnTo>
                        <a:pt x="2059335" y="159098"/>
                      </a:lnTo>
                      <a:lnTo>
                        <a:pt x="1969418" y="216248"/>
                      </a:lnTo>
                      <a:lnTo>
                        <a:pt x="1812826" y="263873"/>
                      </a:lnTo>
                      <a:lnTo>
                        <a:pt x="1680617" y="282923"/>
                      </a:lnTo>
                      <a:lnTo>
                        <a:pt x="1466875" y="244823"/>
                      </a:lnTo>
                      <a:lnTo>
                        <a:pt x="1339999" y="259681"/>
                      </a:lnTo>
                      <a:lnTo>
                        <a:pt x="1173882" y="179289"/>
                      </a:lnTo>
                      <a:lnTo>
                        <a:pt x="1026046" y="90513"/>
                      </a:lnTo>
                      <a:lnTo>
                        <a:pt x="850032" y="50131"/>
                      </a:lnTo>
                      <a:lnTo>
                        <a:pt x="521816" y="0"/>
                      </a:lnTo>
                      <a:lnTo>
                        <a:pt x="272925" y="26318"/>
                      </a:lnTo>
                      <a:lnTo>
                        <a:pt x="194692" y="346547"/>
                      </a:lnTo>
                      <a:lnTo>
                        <a:pt x="95250" y="797273"/>
                      </a:lnTo>
                      <a:lnTo>
                        <a:pt x="19050" y="1215232"/>
                      </a:lnTo>
                      <a:lnTo>
                        <a:pt x="0" y="1555850"/>
                      </a:lnTo>
                      <a:lnTo>
                        <a:pt x="27434" y="1838946"/>
                      </a:lnTo>
                      <a:lnTo>
                        <a:pt x="91058" y="4426348"/>
                      </a:lnTo>
                      <a:lnTo>
                        <a:pt x="185538" y="6364313"/>
                      </a:lnTo>
                      <a:lnTo>
                        <a:pt x="2843187" y="6338715"/>
                      </a:lnTo>
                      <a:lnTo>
                        <a:pt x="2715965" y="4340647"/>
                      </a:lnTo>
                      <a:lnTo>
                        <a:pt x="2652812" y="4112395"/>
                      </a:lnTo>
                      <a:lnTo>
                        <a:pt x="2547020" y="3993779"/>
                      </a:lnTo>
                      <a:lnTo>
                        <a:pt x="2492028" y="3820295"/>
                      </a:lnTo>
                      <a:lnTo>
                        <a:pt x="2538636" y="3684911"/>
                      </a:lnTo>
                      <a:lnTo>
                        <a:pt x="2411636" y="3541019"/>
                      </a:lnTo>
                      <a:lnTo>
                        <a:pt x="2445544" y="3401443"/>
                      </a:lnTo>
                      <a:lnTo>
                        <a:pt x="2369344" y="3240659"/>
                      </a:lnTo>
                      <a:lnTo>
                        <a:pt x="2293144" y="3113659"/>
                      </a:lnTo>
                      <a:lnTo>
                        <a:pt x="2259360" y="2948683"/>
                      </a:lnTo>
                      <a:lnTo>
                        <a:pt x="2318544" y="2733279"/>
                      </a:lnTo>
                      <a:lnTo>
                        <a:pt x="2445544" y="2496171"/>
                      </a:lnTo>
                      <a:lnTo>
                        <a:pt x="2525936" y="2318495"/>
                      </a:lnTo>
                      <a:lnTo>
                        <a:pt x="2580928" y="2077319"/>
                      </a:lnTo>
                      <a:lnTo>
                        <a:pt x="2530128" y="1823443"/>
                      </a:lnTo>
                      <a:lnTo>
                        <a:pt x="2415828" y="1607543"/>
                      </a:lnTo>
                      <a:lnTo>
                        <a:pt x="2360836" y="1446759"/>
                      </a:lnTo>
                      <a:lnTo>
                        <a:pt x="2322736" y="1298675"/>
                      </a:lnTo>
                      <a:lnTo>
                        <a:pt x="2322736" y="1133575"/>
                      </a:lnTo>
                      <a:lnTo>
                        <a:pt x="2462436" y="1053183"/>
                      </a:lnTo>
                      <a:lnTo>
                        <a:pt x="2568228" y="900783"/>
                      </a:lnTo>
                      <a:lnTo>
                        <a:pt x="2614588" y="755750"/>
                      </a:lnTo>
                      <a:close/>
                    </a:path>
                  </a:pathLst>
                </a:custGeom>
                <a:grpFill/>
                <a:ln w="6350" cmpd="sng">
                  <a:solidFill>
                    <a:srgbClr val="FFFFFF"/>
                  </a:solidFill>
                  <a:prstDash val="solid"/>
                  <a:round/>
                  <a:headEnd/>
                  <a:tailEnd/>
                </a:ln>
                <a:effectLst>
                  <a:outerShdw dist="28398" dir="6993903" algn="ctr" rotWithShape="0">
                    <a:srgbClr val="B2B2B2">
                      <a:alpha val="5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457" b="0" i="0" u="none" strike="noStrike" kern="1200" cap="none" spc="0" normalizeH="0" baseline="0" noProof="0">
                    <a:ln>
                      <a:noFill/>
                    </a:ln>
                    <a:solidFill>
                      <a:sysClr val="windowText" lastClr="000000"/>
                    </a:solidFill>
                    <a:effectLst/>
                    <a:uLnTx/>
                    <a:uFillTx/>
                    <a:latin typeface="29LT Bukra Bold" panose="000B0903020204020204" pitchFamily="34" charset="-78"/>
                    <a:ea typeface="等线" panose="02010600030101010101" pitchFamily="2" charset="-122"/>
                    <a:cs typeface="29LT Bukra Bold" panose="000B0903020204020204" pitchFamily="34" charset="-78"/>
                  </a:endParaRPr>
                </a:p>
              </p:txBody>
            </p:sp>
            <p:sp>
              <p:nvSpPr>
                <p:cNvPr id="1887" name="任意多边形 180">
                  <a:extLst>
                    <a:ext uri="{FF2B5EF4-FFF2-40B4-BE49-F238E27FC236}">
                      <a16:creationId xmlns:a16="http://schemas.microsoft.com/office/drawing/2014/main" id="{12E2AB5D-83B7-21A4-3D76-EAD53DC6A47C}"/>
                    </a:ext>
                  </a:extLst>
                </p:cNvPr>
                <p:cNvSpPr>
                  <a:spLocks/>
                </p:cNvSpPr>
                <p:nvPr/>
              </p:nvSpPr>
              <p:spPr bwMode="auto">
                <a:xfrm>
                  <a:off x="3668713" y="2025650"/>
                  <a:ext cx="298450" cy="530225"/>
                </a:xfrm>
                <a:custGeom>
                  <a:avLst/>
                  <a:gdLst>
                    <a:gd name="T0" fmla="*/ 0 w 6324422"/>
                    <a:gd name="T1" fmla="*/ 10650 h 11234560"/>
                    <a:gd name="T2" fmla="*/ 7822 w 6324422"/>
                    <a:gd name="T3" fmla="*/ 59630 h 11234560"/>
                    <a:gd name="T4" fmla="*/ 7822 w 6324422"/>
                    <a:gd name="T5" fmla="*/ 114067 h 11234560"/>
                    <a:gd name="T6" fmla="*/ 11284 w 6324422"/>
                    <a:gd name="T7" fmla="*/ 151951 h 11234560"/>
                    <a:gd name="T8" fmla="*/ 12046 w 6324422"/>
                    <a:gd name="T9" fmla="*/ 203271 h 11234560"/>
                    <a:gd name="T10" fmla="*/ 14733 w 6324422"/>
                    <a:gd name="T11" fmla="*/ 252589 h 11234560"/>
                    <a:gd name="T12" fmla="*/ 6853 w 6324422"/>
                    <a:gd name="T13" fmla="*/ 292268 h 11234560"/>
                    <a:gd name="T14" fmla="*/ 8584 w 6324422"/>
                    <a:gd name="T15" fmla="*/ 344418 h 11234560"/>
                    <a:gd name="T16" fmla="*/ 1659 w 6324422"/>
                    <a:gd name="T17" fmla="*/ 377108 h 11234560"/>
                    <a:gd name="T18" fmla="*/ 3391 w 6324422"/>
                    <a:gd name="T19" fmla="*/ 404603 h 11234560"/>
                    <a:gd name="T20" fmla="*/ 4463 w 6324422"/>
                    <a:gd name="T21" fmla="*/ 434416 h 11234560"/>
                    <a:gd name="T22" fmla="*/ 12046 w 6324422"/>
                    <a:gd name="T23" fmla="*/ 457862 h 11234560"/>
                    <a:gd name="T24" fmla="*/ 18348 w 6324422"/>
                    <a:gd name="T25" fmla="*/ 489178 h 11234560"/>
                    <a:gd name="T26" fmla="*/ 58163 w 6324422"/>
                    <a:gd name="T27" fmla="*/ 488961 h 11234560"/>
                    <a:gd name="T28" fmla="*/ 108711 w 6324422"/>
                    <a:gd name="T29" fmla="*/ 487991 h 11234560"/>
                    <a:gd name="T30" fmla="*/ 162929 w 6324422"/>
                    <a:gd name="T31" fmla="*/ 496648 h 11234560"/>
                    <a:gd name="T32" fmla="*/ 206968 w 6324422"/>
                    <a:gd name="T33" fmla="*/ 508768 h 11234560"/>
                    <a:gd name="T34" fmla="*/ 254193 w 6324422"/>
                    <a:gd name="T35" fmla="*/ 530713 h 11234560"/>
                    <a:gd name="T36" fmla="*/ 253396 w 6324422"/>
                    <a:gd name="T37" fmla="*/ 509305 h 11234560"/>
                    <a:gd name="T38" fmla="*/ 249068 w 6324422"/>
                    <a:gd name="T39" fmla="*/ 466763 h 11234560"/>
                    <a:gd name="T40" fmla="*/ 252322 w 6324422"/>
                    <a:gd name="T41" fmla="*/ 404603 h 11234560"/>
                    <a:gd name="T42" fmla="*/ 267902 w 6324422"/>
                    <a:gd name="T43" fmla="*/ 322239 h 11234560"/>
                    <a:gd name="T44" fmla="*/ 284244 w 6324422"/>
                    <a:gd name="T45" fmla="*/ 248635 h 11234560"/>
                    <a:gd name="T46" fmla="*/ 298701 w 6324422"/>
                    <a:gd name="T47" fmla="*/ 188869 h 11234560"/>
                    <a:gd name="T48" fmla="*/ 277320 w 6324422"/>
                    <a:gd name="T49" fmla="*/ 185957 h 11234560"/>
                    <a:gd name="T50" fmla="*/ 263471 w 6324422"/>
                    <a:gd name="T51" fmla="*/ 168643 h 11234560"/>
                    <a:gd name="T52" fmla="*/ 245398 w 6324422"/>
                    <a:gd name="T53" fmla="*/ 154029 h 11234560"/>
                    <a:gd name="T54" fmla="*/ 247891 w 6324422"/>
                    <a:gd name="T55" fmla="*/ 131521 h 11234560"/>
                    <a:gd name="T56" fmla="*/ 260978 w 6324422"/>
                    <a:gd name="T57" fmla="*/ 116907 h 11234560"/>
                    <a:gd name="T58" fmla="*/ 242698 w 6324422"/>
                    <a:gd name="T59" fmla="*/ 99593 h 11234560"/>
                    <a:gd name="T60" fmla="*/ 255023 w 6324422"/>
                    <a:gd name="T61" fmla="*/ 81517 h 11234560"/>
                    <a:gd name="T62" fmla="*/ 232519 w 6324422"/>
                    <a:gd name="T63" fmla="*/ 69397 h 11234560"/>
                    <a:gd name="T64" fmla="*/ 208491 w 6324422"/>
                    <a:gd name="T65" fmla="*/ 65172 h 11234560"/>
                    <a:gd name="T66" fmla="*/ 183494 w 6324422"/>
                    <a:gd name="T67" fmla="*/ 58246 h 11234560"/>
                    <a:gd name="T68" fmla="*/ 156974 w 6324422"/>
                    <a:gd name="T69" fmla="*/ 48065 h 11234560"/>
                    <a:gd name="T70" fmla="*/ 126576 w 6324422"/>
                    <a:gd name="T71" fmla="*/ 40170 h 11234560"/>
                    <a:gd name="T72" fmla="*/ 98117 w 6324422"/>
                    <a:gd name="T73" fmla="*/ 31513 h 11234560"/>
                    <a:gd name="T74" fmla="*/ 72358 w 6324422"/>
                    <a:gd name="T75" fmla="*/ 20362 h 11234560"/>
                    <a:gd name="T76" fmla="*/ 42029 w 6324422"/>
                    <a:gd name="T77" fmla="*/ 14821 h 11234560"/>
                    <a:gd name="T78" fmla="*/ 17793 w 6324422"/>
                    <a:gd name="T79" fmla="*/ 0 h 11234560"/>
                    <a:gd name="T80" fmla="*/ 0 w 6324422"/>
                    <a:gd name="T81" fmla="*/ 10650 h 11234560"/>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6324422" h="11234560">
                      <a:moveTo>
                        <a:pt x="-1" y="225443"/>
                      </a:moveTo>
                      <a:cubicBezTo>
                        <a:pt x="2676" y="505874"/>
                        <a:pt x="162937" y="981875"/>
                        <a:pt x="165614" y="1262306"/>
                      </a:cubicBezTo>
                      <a:lnTo>
                        <a:pt x="165614" y="2414654"/>
                      </a:lnTo>
                      <a:lnTo>
                        <a:pt x="238918" y="3216612"/>
                      </a:lnTo>
                      <a:lnTo>
                        <a:pt x="255049" y="4303006"/>
                      </a:lnTo>
                      <a:lnTo>
                        <a:pt x="311945" y="5347006"/>
                      </a:lnTo>
                      <a:lnTo>
                        <a:pt x="145093" y="6186967"/>
                      </a:lnTo>
                      <a:cubicBezTo>
                        <a:pt x="141911" y="6502391"/>
                        <a:pt x="184927" y="6975499"/>
                        <a:pt x="181745" y="7290923"/>
                      </a:cubicBezTo>
                      <a:lnTo>
                        <a:pt x="35136" y="7982924"/>
                      </a:lnTo>
                      <a:lnTo>
                        <a:pt x="71788" y="8564969"/>
                      </a:lnTo>
                      <a:lnTo>
                        <a:pt x="94499" y="9196071"/>
                      </a:lnTo>
                      <a:lnTo>
                        <a:pt x="255049" y="9692405"/>
                      </a:lnTo>
                      <a:lnTo>
                        <a:pt x="388486" y="10355327"/>
                      </a:lnTo>
                      <a:lnTo>
                        <a:pt x="1231483" y="10350713"/>
                      </a:lnTo>
                      <a:lnTo>
                        <a:pt x="2301746" y="10330192"/>
                      </a:lnTo>
                      <a:lnTo>
                        <a:pt x="3449704" y="10513453"/>
                      </a:lnTo>
                      <a:lnTo>
                        <a:pt x="4382140" y="10770018"/>
                      </a:lnTo>
                      <a:lnTo>
                        <a:pt x="5382055" y="11234560"/>
                      </a:lnTo>
                      <a:lnTo>
                        <a:pt x="5365166" y="10781377"/>
                      </a:lnTo>
                      <a:lnTo>
                        <a:pt x="5273537" y="9880819"/>
                      </a:lnTo>
                      <a:lnTo>
                        <a:pt x="5342447" y="8564968"/>
                      </a:lnTo>
                      <a:lnTo>
                        <a:pt x="5672317" y="6821413"/>
                      </a:lnTo>
                      <a:lnTo>
                        <a:pt x="6018317" y="5263312"/>
                      </a:lnTo>
                      <a:lnTo>
                        <a:pt x="6324422" y="3998136"/>
                      </a:lnTo>
                      <a:lnTo>
                        <a:pt x="5871708" y="3936484"/>
                      </a:lnTo>
                      <a:lnTo>
                        <a:pt x="5578491" y="3569962"/>
                      </a:lnTo>
                      <a:lnTo>
                        <a:pt x="5195838" y="3260613"/>
                      </a:lnTo>
                      <a:lnTo>
                        <a:pt x="5248621" y="2784135"/>
                      </a:lnTo>
                      <a:lnTo>
                        <a:pt x="5525708" y="2474787"/>
                      </a:lnTo>
                      <a:lnTo>
                        <a:pt x="5138664" y="2108265"/>
                      </a:lnTo>
                      <a:lnTo>
                        <a:pt x="5399620" y="1725612"/>
                      </a:lnTo>
                      <a:lnTo>
                        <a:pt x="4923142" y="1469047"/>
                      </a:lnTo>
                      <a:lnTo>
                        <a:pt x="4414402" y="1379612"/>
                      </a:lnTo>
                      <a:lnTo>
                        <a:pt x="3885140" y="1233003"/>
                      </a:lnTo>
                      <a:lnTo>
                        <a:pt x="3323617" y="1017480"/>
                      </a:lnTo>
                      <a:lnTo>
                        <a:pt x="2680008" y="850350"/>
                      </a:lnTo>
                      <a:lnTo>
                        <a:pt x="2077442" y="667089"/>
                      </a:lnTo>
                      <a:lnTo>
                        <a:pt x="1532050" y="431045"/>
                      </a:lnTo>
                      <a:lnTo>
                        <a:pt x="889873" y="313739"/>
                      </a:lnTo>
                      <a:lnTo>
                        <a:pt x="376742" y="0"/>
                      </a:lnTo>
                      <a:lnTo>
                        <a:pt x="-1" y="225443"/>
                      </a:lnTo>
                      <a:close/>
                    </a:path>
                  </a:pathLst>
                </a:custGeom>
                <a:grpFill/>
                <a:ln w="6350" cmpd="sng">
                  <a:solidFill>
                    <a:srgbClr val="FFFFFF"/>
                  </a:solidFill>
                  <a:prstDash val="solid"/>
                  <a:round/>
                  <a:headEnd/>
                  <a:tailEnd/>
                </a:ln>
                <a:effectLst>
                  <a:outerShdw dist="28398" dir="6993903" algn="ctr" rotWithShape="0">
                    <a:srgbClr val="B2B2B2">
                      <a:alpha val="5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457" b="0" i="0" u="none" strike="noStrike" kern="1200" cap="none" spc="0" normalizeH="0" baseline="0" noProof="0">
                    <a:ln>
                      <a:noFill/>
                    </a:ln>
                    <a:solidFill>
                      <a:sysClr val="windowText" lastClr="000000"/>
                    </a:solidFill>
                    <a:effectLst/>
                    <a:uLnTx/>
                    <a:uFillTx/>
                    <a:latin typeface="29LT Bukra Bold" panose="000B0903020204020204" pitchFamily="34" charset="-78"/>
                    <a:ea typeface="等线" panose="02010600030101010101" pitchFamily="2" charset="-122"/>
                    <a:cs typeface="29LT Bukra Bold" panose="000B0903020204020204" pitchFamily="34" charset="-78"/>
                  </a:endParaRPr>
                </a:p>
              </p:txBody>
            </p:sp>
            <p:sp>
              <p:nvSpPr>
                <p:cNvPr id="1888" name="任意多边形 181">
                  <a:extLst>
                    <a:ext uri="{FF2B5EF4-FFF2-40B4-BE49-F238E27FC236}">
                      <a16:creationId xmlns:a16="http://schemas.microsoft.com/office/drawing/2014/main" id="{0AD20791-BCEE-01BB-7FD0-E21128ED920C}"/>
                    </a:ext>
                  </a:extLst>
                </p:cNvPr>
                <p:cNvSpPr>
                  <a:spLocks/>
                </p:cNvSpPr>
                <p:nvPr/>
              </p:nvSpPr>
              <p:spPr bwMode="auto">
                <a:xfrm>
                  <a:off x="3489325" y="2035175"/>
                  <a:ext cx="198437" cy="498475"/>
                </a:xfrm>
                <a:custGeom>
                  <a:avLst/>
                  <a:gdLst>
                    <a:gd name="T0" fmla="*/ 179346 w 4186365"/>
                    <a:gd name="T1" fmla="*/ 1786 h 10579981"/>
                    <a:gd name="T2" fmla="*/ 187166 w 4186365"/>
                    <a:gd name="T3" fmla="*/ 50770 h 10579981"/>
                    <a:gd name="T4" fmla="*/ 187166 w 4186365"/>
                    <a:gd name="T5" fmla="*/ 105211 h 10579981"/>
                    <a:gd name="T6" fmla="*/ 190628 w 4186365"/>
                    <a:gd name="T7" fmla="*/ 143099 h 10579981"/>
                    <a:gd name="T8" fmla="*/ 191390 w 4186365"/>
                    <a:gd name="T9" fmla="*/ 194423 h 10579981"/>
                    <a:gd name="T10" fmla="*/ 194077 w 4186365"/>
                    <a:gd name="T11" fmla="*/ 243746 h 10579981"/>
                    <a:gd name="T12" fmla="*/ 186197 w 4186365"/>
                    <a:gd name="T13" fmla="*/ 283428 h 10579981"/>
                    <a:gd name="T14" fmla="*/ 187928 w 4186365"/>
                    <a:gd name="T15" fmla="*/ 335583 h 10579981"/>
                    <a:gd name="T16" fmla="*/ 181005 w 4186365"/>
                    <a:gd name="T17" fmla="*/ 368275 h 10579981"/>
                    <a:gd name="T18" fmla="*/ 182736 w 4186365"/>
                    <a:gd name="T19" fmla="*/ 395773 h 10579981"/>
                    <a:gd name="T20" fmla="*/ 183808 w 4186365"/>
                    <a:gd name="T21" fmla="*/ 425588 h 10579981"/>
                    <a:gd name="T22" fmla="*/ 191390 w 4186365"/>
                    <a:gd name="T23" fmla="*/ 449037 h 10579981"/>
                    <a:gd name="T24" fmla="*/ 197691 w 4186365"/>
                    <a:gd name="T25" fmla="*/ 480355 h 10579981"/>
                    <a:gd name="T26" fmla="*/ 103709 w 4186365"/>
                    <a:gd name="T27" fmla="*/ 499834 h 10579981"/>
                    <a:gd name="T28" fmla="*/ 103741 w 4186365"/>
                    <a:gd name="T29" fmla="*/ 450561 h 10579981"/>
                    <a:gd name="T30" fmla="*/ 102010 w 4186365"/>
                    <a:gd name="T31" fmla="*/ 408448 h 10579981"/>
                    <a:gd name="T32" fmla="*/ 105471 w 4186365"/>
                    <a:gd name="T33" fmla="*/ 360934 h 10579981"/>
                    <a:gd name="T34" fmla="*/ 115095 w 4186365"/>
                    <a:gd name="T35" fmla="*/ 316468 h 10579981"/>
                    <a:gd name="T36" fmla="*/ 108171 w 4186365"/>
                    <a:gd name="T37" fmla="*/ 269715 h 10579981"/>
                    <a:gd name="T38" fmla="*/ 90101 w 4186365"/>
                    <a:gd name="T39" fmla="*/ 250875 h 10579981"/>
                    <a:gd name="T40" fmla="*/ 68570 w 4186365"/>
                    <a:gd name="T41" fmla="*/ 225109 h 10579981"/>
                    <a:gd name="T42" fmla="*/ 46069 w 4186365"/>
                    <a:gd name="T43" fmla="*/ 196849 h 10579981"/>
                    <a:gd name="T44" fmla="*/ 45515 w 4186365"/>
                    <a:gd name="T45" fmla="*/ 155359 h 10579981"/>
                    <a:gd name="T46" fmla="*/ 27238 w 4186365"/>
                    <a:gd name="T47" fmla="*/ 121143 h 10579981"/>
                    <a:gd name="T48" fmla="*/ 37830 w 4186365"/>
                    <a:gd name="T49" fmla="*/ 88450 h 10579981"/>
                    <a:gd name="T50" fmla="*/ 20522 w 4186365"/>
                    <a:gd name="T51" fmla="*/ 69957 h 10579981"/>
                    <a:gd name="T52" fmla="*/ 0 w 4186365"/>
                    <a:gd name="T53" fmla="*/ 42487 h 10579981"/>
                    <a:gd name="T54" fmla="*/ 28969 w 4186365"/>
                    <a:gd name="T55" fmla="*/ 36156 h 10579981"/>
                    <a:gd name="T56" fmla="*/ 59709 w 4186365"/>
                    <a:gd name="T57" fmla="*/ 21541 h 10579981"/>
                    <a:gd name="T58" fmla="*/ 88163 w 4186365"/>
                    <a:gd name="T59" fmla="*/ 7688 h 10579981"/>
                    <a:gd name="T60" fmla="*/ 113918 w 4186365"/>
                    <a:gd name="T61" fmla="*/ 0 h 10579981"/>
                    <a:gd name="T62" fmla="*/ 140642 w 4186365"/>
                    <a:gd name="T63" fmla="*/ 1732 h 10579981"/>
                    <a:gd name="T64" fmla="*/ 179346 w 4186365"/>
                    <a:gd name="T65" fmla="*/ 1786 h 10579981"/>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4186365" h="10579981">
                      <a:moveTo>
                        <a:pt x="3797878" y="37795"/>
                      </a:moveTo>
                      <a:cubicBezTo>
                        <a:pt x="3800555" y="318226"/>
                        <a:pt x="3960816" y="794227"/>
                        <a:pt x="3963493" y="1074658"/>
                      </a:cubicBezTo>
                      <a:lnTo>
                        <a:pt x="3963493" y="2227006"/>
                      </a:lnTo>
                      <a:lnTo>
                        <a:pt x="4036797" y="3028964"/>
                      </a:lnTo>
                      <a:lnTo>
                        <a:pt x="4052928" y="4115358"/>
                      </a:lnTo>
                      <a:lnTo>
                        <a:pt x="4109824" y="5159358"/>
                      </a:lnTo>
                      <a:lnTo>
                        <a:pt x="3942972" y="5999319"/>
                      </a:lnTo>
                      <a:cubicBezTo>
                        <a:pt x="3939790" y="6314743"/>
                        <a:pt x="3982806" y="6787851"/>
                        <a:pt x="3979624" y="7103275"/>
                      </a:cubicBezTo>
                      <a:lnTo>
                        <a:pt x="3833015" y="7795276"/>
                      </a:lnTo>
                      <a:lnTo>
                        <a:pt x="3869667" y="8377321"/>
                      </a:lnTo>
                      <a:lnTo>
                        <a:pt x="3892378" y="9008423"/>
                      </a:lnTo>
                      <a:lnTo>
                        <a:pt x="4052928" y="9504757"/>
                      </a:lnTo>
                      <a:lnTo>
                        <a:pt x="4186365" y="10167679"/>
                      </a:lnTo>
                      <a:lnTo>
                        <a:pt x="2196168" y="10579981"/>
                      </a:lnTo>
                      <a:cubicBezTo>
                        <a:pt x="2196393" y="10232326"/>
                        <a:pt x="2196617" y="9884670"/>
                        <a:pt x="2196842" y="9537015"/>
                      </a:cubicBezTo>
                      <a:lnTo>
                        <a:pt x="2160190" y="8645623"/>
                      </a:lnTo>
                      <a:lnTo>
                        <a:pt x="2233494" y="7639883"/>
                      </a:lnTo>
                      <a:lnTo>
                        <a:pt x="2437276" y="6698666"/>
                      </a:lnTo>
                      <a:lnTo>
                        <a:pt x="2290668" y="5709057"/>
                      </a:lnTo>
                      <a:lnTo>
                        <a:pt x="1908015" y="5310273"/>
                      </a:lnTo>
                      <a:lnTo>
                        <a:pt x="1452058" y="4764881"/>
                      </a:lnTo>
                      <a:lnTo>
                        <a:pt x="975579" y="4166706"/>
                      </a:lnTo>
                      <a:lnTo>
                        <a:pt x="963839" y="3288485"/>
                      </a:lnTo>
                      <a:lnTo>
                        <a:pt x="576796" y="2564222"/>
                      </a:lnTo>
                      <a:lnTo>
                        <a:pt x="801100" y="1872221"/>
                      </a:lnTo>
                      <a:lnTo>
                        <a:pt x="434578" y="1480787"/>
                      </a:lnTo>
                      <a:lnTo>
                        <a:pt x="0" y="899316"/>
                      </a:lnTo>
                      <a:lnTo>
                        <a:pt x="613448" y="765305"/>
                      </a:lnTo>
                      <a:lnTo>
                        <a:pt x="1264406" y="455957"/>
                      </a:lnTo>
                      <a:lnTo>
                        <a:pt x="1866972" y="162740"/>
                      </a:lnTo>
                      <a:lnTo>
                        <a:pt x="2412364" y="0"/>
                      </a:lnTo>
                      <a:lnTo>
                        <a:pt x="2978278" y="36652"/>
                      </a:lnTo>
                      <a:lnTo>
                        <a:pt x="3797878" y="37795"/>
                      </a:lnTo>
                      <a:close/>
                    </a:path>
                  </a:pathLst>
                </a:custGeom>
                <a:grpFill/>
                <a:ln w="6350" cmpd="sng">
                  <a:solidFill>
                    <a:srgbClr val="FFFFFF"/>
                  </a:solidFill>
                  <a:prstDash val="solid"/>
                  <a:round/>
                  <a:headEnd/>
                  <a:tailEnd/>
                </a:ln>
                <a:effectLst>
                  <a:outerShdw dist="28398" dir="6993903" algn="ctr" rotWithShape="0">
                    <a:srgbClr val="B2B2B2">
                      <a:alpha val="5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457" b="0" i="0" u="none" strike="noStrike" kern="1200" cap="none" spc="0" normalizeH="0" baseline="0" noProof="0">
                    <a:ln>
                      <a:noFill/>
                    </a:ln>
                    <a:solidFill>
                      <a:sysClr val="windowText" lastClr="000000"/>
                    </a:solidFill>
                    <a:effectLst/>
                    <a:uLnTx/>
                    <a:uFillTx/>
                    <a:latin typeface="29LT Bukra Bold" panose="000B0903020204020204" pitchFamily="34" charset="-78"/>
                    <a:ea typeface="等线" panose="02010600030101010101" pitchFamily="2" charset="-122"/>
                    <a:cs typeface="29LT Bukra Bold" panose="000B0903020204020204" pitchFamily="34" charset="-78"/>
                  </a:endParaRPr>
                </a:p>
              </p:txBody>
            </p:sp>
            <p:sp>
              <p:nvSpPr>
                <p:cNvPr id="1889" name="任意多边形 183">
                  <a:extLst>
                    <a:ext uri="{FF2B5EF4-FFF2-40B4-BE49-F238E27FC236}">
                      <a16:creationId xmlns:a16="http://schemas.microsoft.com/office/drawing/2014/main" id="{6224C1D3-01EE-E33F-203E-BF3741757C87}"/>
                    </a:ext>
                  </a:extLst>
                </p:cNvPr>
                <p:cNvSpPr>
                  <a:spLocks/>
                </p:cNvSpPr>
                <p:nvPr/>
              </p:nvSpPr>
              <p:spPr bwMode="auto">
                <a:xfrm>
                  <a:off x="3387725" y="2076450"/>
                  <a:ext cx="217487" cy="482600"/>
                </a:xfrm>
                <a:custGeom>
                  <a:avLst/>
                  <a:gdLst>
                    <a:gd name="T0" fmla="*/ 0 w 4605666"/>
                    <a:gd name="T1" fmla="*/ 30812 h 10200869"/>
                    <a:gd name="T2" fmla="*/ 23806 w 4605666"/>
                    <a:gd name="T3" fmla="*/ 19729 h 10200869"/>
                    <a:gd name="T4" fmla="*/ 48605 w 4605666"/>
                    <a:gd name="T5" fmla="*/ 12041 h 10200869"/>
                    <a:gd name="T6" fmla="*/ 63221 w 4605666"/>
                    <a:gd name="T7" fmla="*/ 1651 h 10200869"/>
                    <a:gd name="T8" fmla="*/ 101868 w 4605666"/>
                    <a:gd name="T9" fmla="*/ 0 h 10200869"/>
                    <a:gd name="T10" fmla="*/ 123190 w 4605666"/>
                    <a:gd name="T11" fmla="*/ 27522 h 10200869"/>
                    <a:gd name="T12" fmla="*/ 140507 w 4605666"/>
                    <a:gd name="T13" fmla="*/ 46899 h 10200869"/>
                    <a:gd name="T14" fmla="*/ 129805 w 4605666"/>
                    <a:gd name="T15" fmla="*/ 78190 h 10200869"/>
                    <a:gd name="T16" fmla="*/ 148092 w 4605666"/>
                    <a:gd name="T17" fmla="*/ 114244 h 10200869"/>
                    <a:gd name="T18" fmla="*/ 148318 w 4605666"/>
                    <a:gd name="T19" fmla="*/ 153760 h 10200869"/>
                    <a:gd name="T20" fmla="*/ 183714 w 4605666"/>
                    <a:gd name="T21" fmla="*/ 197935 h 10200869"/>
                    <a:gd name="T22" fmla="*/ 196494 w 4605666"/>
                    <a:gd name="T23" fmla="*/ 212983 h 10200869"/>
                    <a:gd name="T24" fmla="*/ 211038 w 4605666"/>
                    <a:gd name="T25" fmla="*/ 227508 h 10200869"/>
                    <a:gd name="T26" fmla="*/ 217604 w 4605666"/>
                    <a:gd name="T27" fmla="*/ 272639 h 10200869"/>
                    <a:gd name="T28" fmla="*/ 208080 w 4605666"/>
                    <a:gd name="T29" fmla="*/ 320814 h 10200869"/>
                    <a:gd name="T30" fmla="*/ 204616 w 4605666"/>
                    <a:gd name="T31" fmla="*/ 369525 h 10200869"/>
                    <a:gd name="T32" fmla="*/ 206452 w 4605666"/>
                    <a:gd name="T33" fmla="*/ 410999 h 10200869"/>
                    <a:gd name="T34" fmla="*/ 205817 w 4605666"/>
                    <a:gd name="T35" fmla="*/ 457864 h 10200869"/>
                    <a:gd name="T36" fmla="*/ 124305 w 4605666"/>
                    <a:gd name="T37" fmla="*/ 481942 h 10200869"/>
                    <a:gd name="T38" fmla="*/ 112263 w 4605666"/>
                    <a:gd name="T39" fmla="*/ 436229 h 10200869"/>
                    <a:gd name="T40" fmla="*/ 107068 w 4605666"/>
                    <a:gd name="T41" fmla="*/ 400072 h 10200869"/>
                    <a:gd name="T42" fmla="*/ 111501 w 4605666"/>
                    <a:gd name="T43" fmla="*/ 358513 h 10200869"/>
                    <a:gd name="T44" fmla="*/ 108037 w 4605666"/>
                    <a:gd name="T45" fmla="*/ 331776 h 10200869"/>
                    <a:gd name="T46" fmla="*/ 88227 w 4605666"/>
                    <a:gd name="T47" fmla="*/ 324850 h 10200869"/>
                    <a:gd name="T48" fmla="*/ 61489 w 4605666"/>
                    <a:gd name="T49" fmla="*/ 331014 h 10200869"/>
                    <a:gd name="T50" fmla="*/ 34751 w 4605666"/>
                    <a:gd name="T51" fmla="*/ 315429 h 10200869"/>
                    <a:gd name="T52" fmla="*/ 23599 w 4605666"/>
                    <a:gd name="T53" fmla="*/ 292363 h 10200869"/>
                    <a:gd name="T54" fmla="*/ 17434 w 4605666"/>
                    <a:gd name="T55" fmla="*/ 248310 h 10200869"/>
                    <a:gd name="T56" fmla="*/ 20135 w 4605666"/>
                    <a:gd name="T57" fmla="*/ 216586 h 10200869"/>
                    <a:gd name="T58" fmla="*/ 12239 w 4605666"/>
                    <a:gd name="T59" fmla="*/ 187910 h 10200869"/>
                    <a:gd name="T60" fmla="*/ 8013 w 4605666"/>
                    <a:gd name="T61" fmla="*/ 160411 h 10200869"/>
                    <a:gd name="T62" fmla="*/ 8983 w 4605666"/>
                    <a:gd name="T63" fmla="*/ 122730 h 10200869"/>
                    <a:gd name="T64" fmla="*/ 7044 w 4605666"/>
                    <a:gd name="T65" fmla="*/ 84219 h 10200869"/>
                    <a:gd name="T66" fmla="*/ 15910 w 4605666"/>
                    <a:gd name="T67" fmla="*/ 58867 h 10200869"/>
                    <a:gd name="T68" fmla="*/ 0 w 4605666"/>
                    <a:gd name="T69" fmla="*/ 30812 h 10200869"/>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4605666" h="10200869">
                      <a:moveTo>
                        <a:pt x="0" y="652167"/>
                      </a:moveTo>
                      <a:lnTo>
                        <a:pt x="503865" y="417593"/>
                      </a:lnTo>
                      <a:lnTo>
                        <a:pt x="1028736" y="254853"/>
                      </a:lnTo>
                      <a:lnTo>
                        <a:pt x="1338084" y="34940"/>
                      </a:lnTo>
                      <a:lnTo>
                        <a:pt x="2156076" y="0"/>
                      </a:lnTo>
                      <a:lnTo>
                        <a:pt x="2607358" y="582529"/>
                      </a:lnTo>
                      <a:lnTo>
                        <a:pt x="2973880" y="992668"/>
                      </a:lnTo>
                      <a:lnTo>
                        <a:pt x="2747379" y="1654986"/>
                      </a:lnTo>
                      <a:lnTo>
                        <a:pt x="3134426" y="2418098"/>
                      </a:lnTo>
                      <a:cubicBezTo>
                        <a:pt x="3136017" y="2696902"/>
                        <a:pt x="3137607" y="2975707"/>
                        <a:pt x="3139198" y="3254511"/>
                      </a:cubicBezTo>
                      <a:lnTo>
                        <a:pt x="3888372" y="4189525"/>
                      </a:lnTo>
                      <a:lnTo>
                        <a:pt x="4158875" y="4508035"/>
                      </a:lnTo>
                      <a:lnTo>
                        <a:pt x="4466692" y="4815471"/>
                      </a:lnTo>
                      <a:lnTo>
                        <a:pt x="4605666" y="5770721"/>
                      </a:lnTo>
                      <a:lnTo>
                        <a:pt x="4404077" y="6790399"/>
                      </a:lnTo>
                      <a:lnTo>
                        <a:pt x="4330777" y="7821432"/>
                      </a:lnTo>
                      <a:cubicBezTo>
                        <a:pt x="4329567" y="8062377"/>
                        <a:pt x="4370832" y="8458327"/>
                        <a:pt x="4369622" y="8699272"/>
                      </a:cubicBezTo>
                      <a:lnTo>
                        <a:pt x="4356193" y="9691221"/>
                      </a:lnTo>
                      <a:lnTo>
                        <a:pt x="2630957" y="10200869"/>
                      </a:lnTo>
                      <a:lnTo>
                        <a:pt x="2376085" y="9233301"/>
                      </a:lnTo>
                      <a:lnTo>
                        <a:pt x="2266128" y="8467996"/>
                      </a:lnTo>
                      <a:lnTo>
                        <a:pt x="2359954" y="7588343"/>
                      </a:lnTo>
                      <a:lnTo>
                        <a:pt x="2286650" y="7022429"/>
                      </a:lnTo>
                      <a:lnTo>
                        <a:pt x="1867345" y="6875821"/>
                      </a:lnTo>
                      <a:lnTo>
                        <a:pt x="1301431" y="7006299"/>
                      </a:lnTo>
                      <a:lnTo>
                        <a:pt x="735518" y="6676429"/>
                      </a:lnTo>
                      <a:lnTo>
                        <a:pt x="499474" y="6188210"/>
                      </a:lnTo>
                      <a:lnTo>
                        <a:pt x="368996" y="5255775"/>
                      </a:lnTo>
                      <a:lnTo>
                        <a:pt x="426169" y="4584295"/>
                      </a:lnTo>
                      <a:lnTo>
                        <a:pt x="259039" y="3977338"/>
                      </a:lnTo>
                      <a:lnTo>
                        <a:pt x="169604" y="3395294"/>
                      </a:lnTo>
                      <a:lnTo>
                        <a:pt x="190125" y="2597727"/>
                      </a:lnTo>
                      <a:lnTo>
                        <a:pt x="149083" y="1782598"/>
                      </a:lnTo>
                      <a:lnTo>
                        <a:pt x="336734" y="1245986"/>
                      </a:lnTo>
                      <a:lnTo>
                        <a:pt x="0" y="652167"/>
                      </a:lnTo>
                      <a:close/>
                    </a:path>
                  </a:pathLst>
                </a:custGeom>
                <a:grpFill/>
                <a:ln w="6350" cmpd="sng">
                  <a:solidFill>
                    <a:srgbClr val="FFFFFF"/>
                  </a:solidFill>
                  <a:prstDash val="solid"/>
                  <a:round/>
                  <a:headEnd/>
                  <a:tailEnd/>
                </a:ln>
                <a:effectLst>
                  <a:outerShdw dist="28398" dir="6993903" algn="ctr" rotWithShape="0">
                    <a:srgbClr val="B2B2B2">
                      <a:alpha val="5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457" b="0" i="0" u="none" strike="noStrike" kern="1200" cap="none" spc="0" normalizeH="0" baseline="0" noProof="0">
                    <a:ln>
                      <a:noFill/>
                    </a:ln>
                    <a:solidFill>
                      <a:sysClr val="windowText" lastClr="000000"/>
                    </a:solidFill>
                    <a:effectLst/>
                    <a:uLnTx/>
                    <a:uFillTx/>
                    <a:latin typeface="29LT Bukra Bold" panose="000B0903020204020204" pitchFamily="34" charset="-78"/>
                    <a:ea typeface="等线" panose="02010600030101010101" pitchFamily="2" charset="-122"/>
                    <a:cs typeface="29LT Bukra Bold" panose="000B0903020204020204" pitchFamily="34" charset="-78"/>
                  </a:endParaRPr>
                </a:p>
              </p:txBody>
            </p:sp>
            <p:sp>
              <p:nvSpPr>
                <p:cNvPr id="1890" name="任意多边形 184">
                  <a:extLst>
                    <a:ext uri="{FF2B5EF4-FFF2-40B4-BE49-F238E27FC236}">
                      <a16:creationId xmlns:a16="http://schemas.microsoft.com/office/drawing/2014/main" id="{E9875C28-2E41-5EBD-4D1E-48817A77A0B5}"/>
                    </a:ext>
                  </a:extLst>
                </p:cNvPr>
                <p:cNvSpPr>
                  <a:spLocks/>
                </p:cNvSpPr>
                <p:nvPr/>
              </p:nvSpPr>
              <p:spPr bwMode="auto">
                <a:xfrm>
                  <a:off x="2995613" y="3640138"/>
                  <a:ext cx="1557337" cy="2022475"/>
                </a:xfrm>
                <a:custGeom>
                  <a:avLst/>
                  <a:gdLst>
                    <a:gd name="T0" fmla="*/ 3055 w 8565109"/>
                    <a:gd name="T1" fmla="*/ 22711 h 11120243"/>
                    <a:gd name="T2" fmla="*/ 0 w 8565109"/>
                    <a:gd name="T3" fmla="*/ 255914 h 11120243"/>
                    <a:gd name="T4" fmla="*/ 8951 w 8565109"/>
                    <a:gd name="T5" fmla="*/ 1357216 h 11120243"/>
                    <a:gd name="T6" fmla="*/ 1298062 w 8565109"/>
                    <a:gd name="T7" fmla="*/ 2021557 h 11120243"/>
                    <a:gd name="T8" fmla="*/ 1300264 w 8565109"/>
                    <a:gd name="T9" fmla="*/ 1886879 h 11120243"/>
                    <a:gd name="T10" fmla="*/ 1556997 w 8565109"/>
                    <a:gd name="T11" fmla="*/ 1865992 h 11120243"/>
                    <a:gd name="T12" fmla="*/ 1527990 w 8565109"/>
                    <a:gd name="T13" fmla="*/ 1322360 h 11120243"/>
                    <a:gd name="T14" fmla="*/ 1439028 w 8565109"/>
                    <a:gd name="T15" fmla="*/ 0 h 11120243"/>
                    <a:gd name="T16" fmla="*/ 3055 w 8565109"/>
                    <a:gd name="T17" fmla="*/ 22711 h 1112024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8565109" h="11120243">
                      <a:moveTo>
                        <a:pt x="16805" y="124927"/>
                      </a:moveTo>
                      <a:lnTo>
                        <a:pt x="0" y="1407741"/>
                      </a:lnTo>
                      <a:lnTo>
                        <a:pt x="49239" y="7465814"/>
                      </a:lnTo>
                      <a:lnTo>
                        <a:pt x="7140699" y="11120243"/>
                      </a:lnTo>
                      <a:lnTo>
                        <a:pt x="7152804" y="10379400"/>
                      </a:lnTo>
                      <a:lnTo>
                        <a:pt x="8565109" y="10264504"/>
                      </a:lnTo>
                      <a:lnTo>
                        <a:pt x="8405540" y="7274076"/>
                      </a:lnTo>
                      <a:lnTo>
                        <a:pt x="7916158" y="0"/>
                      </a:lnTo>
                      <a:lnTo>
                        <a:pt x="16805" y="124927"/>
                      </a:lnTo>
                      <a:close/>
                    </a:path>
                  </a:pathLst>
                </a:custGeom>
                <a:grpFill/>
                <a:ln w="6350" cmpd="sng">
                  <a:solidFill>
                    <a:srgbClr val="FFFFFF"/>
                  </a:solidFill>
                  <a:prstDash val="solid"/>
                  <a:round/>
                  <a:headEnd/>
                  <a:tailEnd/>
                </a:ln>
                <a:effectLst>
                  <a:outerShdw dist="28398" dir="6993903" algn="ctr" rotWithShape="0">
                    <a:srgbClr val="B2B2B2">
                      <a:alpha val="5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457" b="0" i="0" u="none" strike="noStrike" kern="1200" cap="none" spc="0" normalizeH="0" baseline="0" noProof="0">
                    <a:ln>
                      <a:noFill/>
                    </a:ln>
                    <a:solidFill>
                      <a:sysClr val="windowText" lastClr="000000"/>
                    </a:solidFill>
                    <a:effectLst/>
                    <a:uLnTx/>
                    <a:uFillTx/>
                    <a:latin typeface="29LT Bukra Bold" panose="000B0903020204020204" pitchFamily="34" charset="-78"/>
                    <a:ea typeface="等线" panose="02010600030101010101" pitchFamily="2" charset="-122"/>
                    <a:cs typeface="29LT Bukra Bold" panose="000B0903020204020204" pitchFamily="34" charset="-78"/>
                  </a:endParaRPr>
                </a:p>
              </p:txBody>
            </p:sp>
            <p:sp>
              <p:nvSpPr>
                <p:cNvPr id="1891" name="任意多边形 185">
                  <a:extLst>
                    <a:ext uri="{FF2B5EF4-FFF2-40B4-BE49-F238E27FC236}">
                      <a16:creationId xmlns:a16="http://schemas.microsoft.com/office/drawing/2014/main" id="{A3E44498-2D8A-797F-69A5-B8BD1AD84108}"/>
                    </a:ext>
                  </a:extLst>
                </p:cNvPr>
                <p:cNvSpPr>
                  <a:spLocks/>
                </p:cNvSpPr>
                <p:nvPr/>
              </p:nvSpPr>
              <p:spPr bwMode="auto">
                <a:xfrm>
                  <a:off x="2878138" y="2514600"/>
                  <a:ext cx="1557337" cy="1149350"/>
                </a:xfrm>
                <a:custGeom>
                  <a:avLst/>
                  <a:gdLst>
                    <a:gd name="T0" fmla="*/ 120554 w 8562443"/>
                    <a:gd name="T1" fmla="*/ 1149157 h 6321259"/>
                    <a:gd name="T2" fmla="*/ 117323 w 8562443"/>
                    <a:gd name="T3" fmla="*/ 755313 h 6321259"/>
                    <a:gd name="T4" fmla="*/ 51784 w 8562443"/>
                    <a:gd name="T5" fmla="*/ 749591 h 6321259"/>
                    <a:gd name="T6" fmla="*/ 0 w 8562443"/>
                    <a:gd name="T7" fmla="*/ 740595 h 6321259"/>
                    <a:gd name="T8" fmla="*/ 5443 w 8562443"/>
                    <a:gd name="T9" fmla="*/ 693297 h 6321259"/>
                    <a:gd name="T10" fmla="*/ 7071 w 8562443"/>
                    <a:gd name="T11" fmla="*/ 652916 h 6321259"/>
                    <a:gd name="T12" fmla="*/ 19626 w 8562443"/>
                    <a:gd name="T13" fmla="*/ 588604 h 6321259"/>
                    <a:gd name="T14" fmla="*/ 28758 w 8562443"/>
                    <a:gd name="T15" fmla="*/ 551745 h 6321259"/>
                    <a:gd name="T16" fmla="*/ 52754 w 8562443"/>
                    <a:gd name="T17" fmla="*/ 514232 h 6321259"/>
                    <a:gd name="T18" fmla="*/ 66608 w 8562443"/>
                    <a:gd name="T19" fmla="*/ 470925 h 6321259"/>
                    <a:gd name="T20" fmla="*/ 57413 w 8562443"/>
                    <a:gd name="T21" fmla="*/ 423947 h 6321259"/>
                    <a:gd name="T22" fmla="*/ 46053 w 8562443"/>
                    <a:gd name="T23" fmla="*/ 386267 h 6321259"/>
                    <a:gd name="T24" fmla="*/ 45723 w 8562443"/>
                    <a:gd name="T25" fmla="*/ 341228 h 6321259"/>
                    <a:gd name="T26" fmla="*/ 51785 w 8562443"/>
                    <a:gd name="T27" fmla="*/ 293055 h 6321259"/>
                    <a:gd name="T28" fmla="*/ 61408 w 8562443"/>
                    <a:gd name="T29" fmla="*/ 248871 h 6321259"/>
                    <a:gd name="T30" fmla="*/ 94928 w 8562443"/>
                    <a:gd name="T31" fmla="*/ 252183 h 6321259"/>
                    <a:gd name="T32" fmla="*/ 131064 w 8562443"/>
                    <a:gd name="T33" fmla="*/ 253729 h 6321259"/>
                    <a:gd name="T34" fmla="*/ 168769 w 8562443"/>
                    <a:gd name="T35" fmla="*/ 246041 h 6321259"/>
                    <a:gd name="T36" fmla="*/ 204928 w 8562443"/>
                    <a:gd name="T37" fmla="*/ 231426 h 6321259"/>
                    <a:gd name="T38" fmla="*/ 245704 w 8562443"/>
                    <a:gd name="T39" fmla="*/ 203721 h 6321259"/>
                    <a:gd name="T40" fmla="*/ 279553 w 8562443"/>
                    <a:gd name="T41" fmla="*/ 178347 h 6321259"/>
                    <a:gd name="T42" fmla="*/ 301858 w 8562443"/>
                    <a:gd name="T43" fmla="*/ 142954 h 6321259"/>
                    <a:gd name="T44" fmla="*/ 321092 w 8562443"/>
                    <a:gd name="T45" fmla="*/ 109869 h 6321259"/>
                    <a:gd name="T46" fmla="*/ 341872 w 8562443"/>
                    <a:gd name="T47" fmla="*/ 86019 h 6321259"/>
                    <a:gd name="T48" fmla="*/ 349561 w 8562443"/>
                    <a:gd name="T49" fmla="*/ 62170 h 6321259"/>
                    <a:gd name="T50" fmla="*/ 362019 w 8562443"/>
                    <a:gd name="T51" fmla="*/ 27646 h 6321259"/>
                    <a:gd name="T52" fmla="*/ 385905 w 8562443"/>
                    <a:gd name="T53" fmla="*/ 27065 h 6321259"/>
                    <a:gd name="T54" fmla="*/ 413509 w 8562443"/>
                    <a:gd name="T55" fmla="*/ 38649 h 6321259"/>
                    <a:gd name="T56" fmla="*/ 433216 w 8562443"/>
                    <a:gd name="T57" fmla="*/ 58892 h 6321259"/>
                    <a:gd name="T58" fmla="*/ 449130 w 8562443"/>
                    <a:gd name="T59" fmla="*/ 80536 h 6321259"/>
                    <a:gd name="T60" fmla="*/ 483886 w 8562443"/>
                    <a:gd name="T61" fmla="*/ 82475 h 6321259"/>
                    <a:gd name="T62" fmla="*/ 528928 w 8562443"/>
                    <a:gd name="T63" fmla="*/ 69714 h 6321259"/>
                    <a:gd name="T64" fmla="*/ 632465 w 8562443"/>
                    <a:gd name="T65" fmla="*/ 45021 h 6321259"/>
                    <a:gd name="T66" fmla="*/ 714934 w 8562443"/>
                    <a:gd name="T67" fmla="*/ 20675 h 6321259"/>
                    <a:gd name="T68" fmla="*/ 809659 w 8562443"/>
                    <a:gd name="T69" fmla="*/ 1091 h 6321259"/>
                    <a:gd name="T70" fmla="*/ 900609 w 8562443"/>
                    <a:gd name="T71" fmla="*/ 0 h 6321259"/>
                    <a:gd name="T72" fmla="*/ 952475 w 8562443"/>
                    <a:gd name="T73" fmla="*/ 8225 h 6321259"/>
                    <a:gd name="T74" fmla="*/ 997725 w 8562443"/>
                    <a:gd name="T75" fmla="*/ 20675 h 6321259"/>
                    <a:gd name="T76" fmla="*/ 1044953 w 8562443"/>
                    <a:gd name="T77" fmla="*/ 43000 h 6321259"/>
                    <a:gd name="T78" fmla="*/ 1055548 w 8562443"/>
                    <a:gd name="T79" fmla="*/ 483912 h 6321259"/>
                    <a:gd name="T80" fmla="*/ 1072806 w 8562443"/>
                    <a:gd name="T81" fmla="*/ 852115 h 6321259"/>
                    <a:gd name="T82" fmla="*/ 1556269 w 8562443"/>
                    <a:gd name="T83" fmla="*/ 847939 h 6321259"/>
                    <a:gd name="T84" fmla="*/ 1556708 w 8562443"/>
                    <a:gd name="T85" fmla="*/ 1126447 h 6321259"/>
                    <a:gd name="T86" fmla="*/ 120554 w 8562443"/>
                    <a:gd name="T87" fmla="*/ 1149157 h 6321259"/>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8562443" h="6321259">
                      <a:moveTo>
                        <a:pt x="663090" y="6321259"/>
                      </a:moveTo>
                      <a:lnTo>
                        <a:pt x="645320" y="4154810"/>
                      </a:lnTo>
                      <a:lnTo>
                        <a:pt x="284832" y="4123333"/>
                      </a:lnTo>
                      <a:lnTo>
                        <a:pt x="0" y="4073848"/>
                      </a:lnTo>
                      <a:lnTo>
                        <a:pt x="29940" y="3813671"/>
                      </a:lnTo>
                      <a:lnTo>
                        <a:pt x="38895" y="3591544"/>
                      </a:lnTo>
                      <a:lnTo>
                        <a:pt x="107951" y="3237780"/>
                      </a:lnTo>
                      <a:lnTo>
                        <a:pt x="158179" y="3035026"/>
                      </a:lnTo>
                      <a:lnTo>
                        <a:pt x="290165" y="2828676"/>
                      </a:lnTo>
                      <a:lnTo>
                        <a:pt x="366366" y="2590452"/>
                      </a:lnTo>
                      <a:lnTo>
                        <a:pt x="315789" y="2332037"/>
                      </a:lnTo>
                      <a:lnTo>
                        <a:pt x="253306" y="2124769"/>
                      </a:lnTo>
                      <a:cubicBezTo>
                        <a:pt x="252702" y="2042186"/>
                        <a:pt x="252099" y="1959602"/>
                        <a:pt x="251495" y="1877019"/>
                      </a:cubicBezTo>
                      <a:lnTo>
                        <a:pt x="284833" y="1612031"/>
                      </a:lnTo>
                      <a:lnTo>
                        <a:pt x="337765" y="1368985"/>
                      </a:lnTo>
                      <a:lnTo>
                        <a:pt x="522138" y="1387201"/>
                      </a:lnTo>
                      <a:lnTo>
                        <a:pt x="720898" y="1395709"/>
                      </a:lnTo>
                      <a:lnTo>
                        <a:pt x="928290" y="1353417"/>
                      </a:lnTo>
                      <a:lnTo>
                        <a:pt x="1127174" y="1273025"/>
                      </a:lnTo>
                      <a:lnTo>
                        <a:pt x="1351458" y="1120625"/>
                      </a:lnTo>
                      <a:lnTo>
                        <a:pt x="1537642" y="981049"/>
                      </a:lnTo>
                      <a:lnTo>
                        <a:pt x="1660326" y="786357"/>
                      </a:lnTo>
                      <a:lnTo>
                        <a:pt x="1766118" y="604365"/>
                      </a:lnTo>
                      <a:lnTo>
                        <a:pt x="1880418" y="473173"/>
                      </a:lnTo>
                      <a:lnTo>
                        <a:pt x="1922710" y="341981"/>
                      </a:lnTo>
                      <a:lnTo>
                        <a:pt x="1991232" y="152076"/>
                      </a:lnTo>
                      <a:lnTo>
                        <a:pt x="2122613" y="148878"/>
                      </a:lnTo>
                      <a:lnTo>
                        <a:pt x="2274442" y="212601"/>
                      </a:lnTo>
                      <a:lnTo>
                        <a:pt x="2382838" y="323949"/>
                      </a:lnTo>
                      <a:lnTo>
                        <a:pt x="2470374" y="443011"/>
                      </a:lnTo>
                      <a:lnTo>
                        <a:pt x="2661544" y="453677"/>
                      </a:lnTo>
                      <a:lnTo>
                        <a:pt x="2909293" y="383480"/>
                      </a:lnTo>
                      <a:lnTo>
                        <a:pt x="3478782" y="247649"/>
                      </a:lnTo>
                      <a:lnTo>
                        <a:pt x="3932387" y="113730"/>
                      </a:lnTo>
                      <a:lnTo>
                        <a:pt x="4453410" y="6002"/>
                      </a:lnTo>
                      <a:lnTo>
                        <a:pt x="4953671" y="0"/>
                      </a:lnTo>
                      <a:lnTo>
                        <a:pt x="5238950" y="45244"/>
                      </a:lnTo>
                      <a:lnTo>
                        <a:pt x="5487839" y="113729"/>
                      </a:lnTo>
                      <a:lnTo>
                        <a:pt x="5747611" y="236536"/>
                      </a:lnTo>
                      <a:lnTo>
                        <a:pt x="5805886" y="2661890"/>
                      </a:lnTo>
                      <a:lnTo>
                        <a:pt x="5900812" y="4687293"/>
                      </a:lnTo>
                      <a:lnTo>
                        <a:pt x="8560024" y="4664323"/>
                      </a:lnTo>
                      <a:cubicBezTo>
                        <a:pt x="8560830" y="5174993"/>
                        <a:pt x="8561637" y="5685662"/>
                        <a:pt x="8562443" y="6196332"/>
                      </a:cubicBezTo>
                      <a:lnTo>
                        <a:pt x="663090" y="6321259"/>
                      </a:lnTo>
                      <a:close/>
                    </a:path>
                  </a:pathLst>
                </a:custGeom>
                <a:grpFill/>
                <a:ln w="6350" cmpd="sng">
                  <a:solidFill>
                    <a:srgbClr val="FFFFFF"/>
                  </a:solidFill>
                  <a:prstDash val="solid"/>
                  <a:round/>
                  <a:headEnd/>
                  <a:tailEnd/>
                </a:ln>
                <a:effectLst>
                  <a:outerShdw dist="28398" dir="6993903" algn="ctr" rotWithShape="0">
                    <a:srgbClr val="B2B2B2">
                      <a:alpha val="5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457" b="0" i="0" u="none" strike="noStrike" kern="1200" cap="none" spc="0" normalizeH="0" baseline="0" noProof="0">
                    <a:ln>
                      <a:noFill/>
                    </a:ln>
                    <a:solidFill>
                      <a:sysClr val="windowText" lastClr="000000"/>
                    </a:solidFill>
                    <a:effectLst/>
                    <a:uLnTx/>
                    <a:uFillTx/>
                    <a:latin typeface="29LT Bukra Bold" panose="000B0903020204020204" pitchFamily="34" charset="-78"/>
                    <a:ea typeface="等线" panose="02010600030101010101" pitchFamily="2" charset="-122"/>
                    <a:cs typeface="29LT Bukra Bold" panose="000B0903020204020204" pitchFamily="34" charset="-78"/>
                  </a:endParaRPr>
                </a:p>
              </p:txBody>
            </p:sp>
            <p:sp>
              <p:nvSpPr>
                <p:cNvPr id="1892" name="任意多边形 186">
                  <a:extLst>
                    <a:ext uri="{FF2B5EF4-FFF2-40B4-BE49-F238E27FC236}">
                      <a16:creationId xmlns:a16="http://schemas.microsoft.com/office/drawing/2014/main" id="{B71192A8-CBDF-5F1B-EA1C-BBC45C478A1F}"/>
                    </a:ext>
                  </a:extLst>
                </p:cNvPr>
                <p:cNvSpPr>
                  <a:spLocks/>
                </p:cNvSpPr>
                <p:nvPr/>
              </p:nvSpPr>
              <p:spPr bwMode="auto">
                <a:xfrm>
                  <a:off x="630238" y="3402013"/>
                  <a:ext cx="515937" cy="963613"/>
                </a:xfrm>
                <a:custGeom>
                  <a:avLst/>
                  <a:gdLst>
                    <a:gd name="T0" fmla="*/ 155360 w 2838136"/>
                    <a:gd name="T1" fmla="*/ 0 h 5308154"/>
                    <a:gd name="T2" fmla="*/ 207051 w 2838136"/>
                    <a:gd name="T3" fmla="*/ 21239 h 5308154"/>
                    <a:gd name="T4" fmla="*/ 250669 w 2838136"/>
                    <a:gd name="T5" fmla="*/ 37379 h 5308154"/>
                    <a:gd name="T6" fmla="*/ 316026 w 2838136"/>
                    <a:gd name="T7" fmla="*/ 60653 h 5308154"/>
                    <a:gd name="T8" fmla="*/ 367743 w 2838136"/>
                    <a:gd name="T9" fmla="*/ 71805 h 5308154"/>
                    <a:gd name="T10" fmla="*/ 398690 w 2838136"/>
                    <a:gd name="T11" fmla="*/ 85659 h 5308154"/>
                    <a:gd name="T12" fmla="*/ 435358 w 2838136"/>
                    <a:gd name="T13" fmla="*/ 102803 h 5308154"/>
                    <a:gd name="T14" fmla="*/ 450408 w 2838136"/>
                    <a:gd name="T15" fmla="*/ 141419 h 5308154"/>
                    <a:gd name="T16" fmla="*/ 460585 w 2838136"/>
                    <a:gd name="T17" fmla="*/ 269496 h 5308154"/>
                    <a:gd name="T18" fmla="*/ 488278 w 2838136"/>
                    <a:gd name="T19" fmla="*/ 434767 h 5308154"/>
                    <a:gd name="T20" fmla="*/ 504806 w 2838136"/>
                    <a:gd name="T21" fmla="*/ 439511 h 5308154"/>
                    <a:gd name="T22" fmla="*/ 492502 w 2838136"/>
                    <a:gd name="T23" fmla="*/ 473351 h 5308154"/>
                    <a:gd name="T24" fmla="*/ 471037 w 2838136"/>
                    <a:gd name="T25" fmla="*/ 518081 h 5308154"/>
                    <a:gd name="T26" fmla="*/ 451931 w 2838136"/>
                    <a:gd name="T27" fmla="*/ 565684 h 5308154"/>
                    <a:gd name="T28" fmla="*/ 450200 w 2838136"/>
                    <a:gd name="T29" fmla="*/ 598378 h 5308154"/>
                    <a:gd name="T30" fmla="*/ 460585 w 2838136"/>
                    <a:gd name="T31" fmla="*/ 612786 h 5308154"/>
                    <a:gd name="T32" fmla="*/ 471659 w 2838136"/>
                    <a:gd name="T33" fmla="*/ 629437 h 5308154"/>
                    <a:gd name="T34" fmla="*/ 468270 w 2838136"/>
                    <a:gd name="T35" fmla="*/ 680601 h 5308154"/>
                    <a:gd name="T36" fmla="*/ 471732 w 2838136"/>
                    <a:gd name="T37" fmla="*/ 757904 h 5308154"/>
                    <a:gd name="T38" fmla="*/ 490771 w 2838136"/>
                    <a:gd name="T39" fmla="*/ 875243 h 5308154"/>
                    <a:gd name="T40" fmla="*/ 515728 w 2838136"/>
                    <a:gd name="T41" fmla="*/ 965038 h 5308154"/>
                    <a:gd name="T42" fmla="*/ 488329 w 2838136"/>
                    <a:gd name="T43" fmla="*/ 945808 h 5308154"/>
                    <a:gd name="T44" fmla="*/ 311802 w 2838136"/>
                    <a:gd name="T45" fmla="*/ 878292 h 5308154"/>
                    <a:gd name="T46" fmla="*/ 225468 w 2838136"/>
                    <a:gd name="T47" fmla="*/ 889652 h 5308154"/>
                    <a:gd name="T48" fmla="*/ 192376 w 2838136"/>
                    <a:gd name="T49" fmla="*/ 859450 h 5308154"/>
                    <a:gd name="T50" fmla="*/ 181291 w 2838136"/>
                    <a:gd name="T51" fmla="*/ 822736 h 5308154"/>
                    <a:gd name="T52" fmla="*/ 144060 w 2838136"/>
                    <a:gd name="T53" fmla="*/ 795631 h 5308154"/>
                    <a:gd name="T54" fmla="*/ 146390 w 2838136"/>
                    <a:gd name="T55" fmla="*/ 660339 h 5308154"/>
                    <a:gd name="T56" fmla="*/ 0 w 2838136"/>
                    <a:gd name="T57" fmla="*/ 418267 h 5308154"/>
                    <a:gd name="T58" fmla="*/ 27091 w 2838136"/>
                    <a:gd name="T59" fmla="*/ 370565 h 5308154"/>
                    <a:gd name="T60" fmla="*/ 119606 w 2838136"/>
                    <a:gd name="T61" fmla="*/ 338388 h 5308154"/>
                    <a:gd name="T62" fmla="*/ 148209 w 2838136"/>
                    <a:gd name="T63" fmla="*/ 253334 h 5308154"/>
                    <a:gd name="T64" fmla="*/ 121834 w 2838136"/>
                    <a:gd name="T65" fmla="*/ 215981 h 5308154"/>
                    <a:gd name="T66" fmla="*/ 111285 w 2838136"/>
                    <a:gd name="T67" fmla="*/ 168177 h 5308154"/>
                    <a:gd name="T68" fmla="*/ 106419 w 2838136"/>
                    <a:gd name="T69" fmla="*/ 109715 h 5308154"/>
                    <a:gd name="T70" fmla="*/ 155360 w 2838136"/>
                    <a:gd name="T71" fmla="*/ 0 h 5308154"/>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2838136" h="5308154">
                      <a:moveTo>
                        <a:pt x="854970" y="0"/>
                      </a:moveTo>
                      <a:lnTo>
                        <a:pt x="1139438" y="116827"/>
                      </a:lnTo>
                      <a:lnTo>
                        <a:pt x="1379473" y="205603"/>
                      </a:lnTo>
                      <a:lnTo>
                        <a:pt x="1739141" y="333620"/>
                      </a:lnTo>
                      <a:lnTo>
                        <a:pt x="2023750" y="394962"/>
                      </a:lnTo>
                      <a:lnTo>
                        <a:pt x="2194059" y="471162"/>
                      </a:lnTo>
                      <a:lnTo>
                        <a:pt x="2395849" y="565463"/>
                      </a:lnTo>
                      <a:lnTo>
                        <a:pt x="2478668" y="777872"/>
                      </a:lnTo>
                      <a:lnTo>
                        <a:pt x="2534677" y="1482350"/>
                      </a:lnTo>
                      <a:lnTo>
                        <a:pt x="2687077" y="2391417"/>
                      </a:lnTo>
                      <a:lnTo>
                        <a:pt x="2778033" y="2417515"/>
                      </a:lnTo>
                      <a:lnTo>
                        <a:pt x="2710319" y="2603646"/>
                      </a:lnTo>
                      <a:lnTo>
                        <a:pt x="2592197" y="2849684"/>
                      </a:lnTo>
                      <a:lnTo>
                        <a:pt x="2487052" y="3111522"/>
                      </a:lnTo>
                      <a:lnTo>
                        <a:pt x="2477527" y="3291356"/>
                      </a:lnTo>
                      <a:lnTo>
                        <a:pt x="2534677" y="3370607"/>
                      </a:lnTo>
                      <a:lnTo>
                        <a:pt x="2595618" y="3462190"/>
                      </a:lnTo>
                      <a:lnTo>
                        <a:pt x="2576969" y="3743620"/>
                      </a:lnTo>
                      <a:lnTo>
                        <a:pt x="2596019" y="4168822"/>
                      </a:lnTo>
                      <a:lnTo>
                        <a:pt x="2700794" y="4814240"/>
                      </a:lnTo>
                      <a:lnTo>
                        <a:pt x="2838136" y="5308154"/>
                      </a:lnTo>
                      <a:lnTo>
                        <a:pt x="2687353" y="5202381"/>
                      </a:lnTo>
                      <a:lnTo>
                        <a:pt x="1715899" y="4831009"/>
                      </a:lnTo>
                      <a:lnTo>
                        <a:pt x="1240790" y="4893492"/>
                      </a:lnTo>
                      <a:lnTo>
                        <a:pt x="1058674" y="4727375"/>
                      </a:lnTo>
                      <a:lnTo>
                        <a:pt x="997676" y="4525426"/>
                      </a:lnTo>
                      <a:lnTo>
                        <a:pt x="792785" y="4376339"/>
                      </a:lnTo>
                      <a:lnTo>
                        <a:pt x="805610" y="3632166"/>
                      </a:lnTo>
                      <a:lnTo>
                        <a:pt x="0" y="2300661"/>
                      </a:lnTo>
                      <a:lnTo>
                        <a:pt x="149086" y="2038277"/>
                      </a:lnTo>
                      <a:lnTo>
                        <a:pt x="658213" y="1861288"/>
                      </a:lnTo>
                      <a:lnTo>
                        <a:pt x="815617" y="1393451"/>
                      </a:lnTo>
                      <a:lnTo>
                        <a:pt x="670473" y="1187997"/>
                      </a:lnTo>
                      <a:lnTo>
                        <a:pt x="612417" y="925050"/>
                      </a:lnTo>
                      <a:lnTo>
                        <a:pt x="585642" y="603482"/>
                      </a:lnTo>
                      <a:lnTo>
                        <a:pt x="854970" y="0"/>
                      </a:lnTo>
                      <a:close/>
                    </a:path>
                  </a:pathLst>
                </a:custGeom>
                <a:grpFill/>
                <a:ln w="6350" cmpd="sng">
                  <a:solidFill>
                    <a:srgbClr val="FFFFFF"/>
                  </a:solidFill>
                  <a:prstDash val="solid"/>
                  <a:round/>
                  <a:headEnd/>
                  <a:tailEnd/>
                </a:ln>
                <a:effectLst>
                  <a:outerShdw dist="28398" dir="6993903" algn="ctr" rotWithShape="0">
                    <a:srgbClr val="B2B2B2">
                      <a:alpha val="5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457" b="0" i="0" u="none" strike="noStrike" kern="1200" cap="none" spc="0" normalizeH="0" baseline="0" noProof="0">
                    <a:ln>
                      <a:noFill/>
                    </a:ln>
                    <a:solidFill>
                      <a:sysClr val="windowText" lastClr="000000"/>
                    </a:solidFill>
                    <a:effectLst/>
                    <a:uLnTx/>
                    <a:uFillTx/>
                    <a:latin typeface="29LT Bukra Bold" panose="000B0903020204020204" pitchFamily="34" charset="-78"/>
                    <a:ea typeface="等线" panose="02010600030101010101" pitchFamily="2" charset="-122"/>
                    <a:cs typeface="29LT Bukra Bold" panose="000B0903020204020204" pitchFamily="34" charset="-78"/>
                  </a:endParaRPr>
                </a:p>
              </p:txBody>
            </p:sp>
            <p:sp>
              <p:nvSpPr>
                <p:cNvPr id="1893" name="任意多边形 187">
                  <a:extLst>
                    <a:ext uri="{FF2B5EF4-FFF2-40B4-BE49-F238E27FC236}">
                      <a16:creationId xmlns:a16="http://schemas.microsoft.com/office/drawing/2014/main" id="{B0A06A6E-E39B-2FBA-A3E5-17C7136C6016}"/>
                    </a:ext>
                  </a:extLst>
                </p:cNvPr>
                <p:cNvSpPr>
                  <a:spLocks/>
                </p:cNvSpPr>
                <p:nvPr/>
              </p:nvSpPr>
              <p:spPr bwMode="auto">
                <a:xfrm>
                  <a:off x="1081088" y="3567113"/>
                  <a:ext cx="714375" cy="463550"/>
                </a:xfrm>
                <a:custGeom>
                  <a:avLst/>
                  <a:gdLst>
                    <a:gd name="T0" fmla="*/ 690465 w 3929606"/>
                    <a:gd name="T1" fmla="*/ 74338 h 2552477"/>
                    <a:gd name="T2" fmla="*/ 693632 w 3929606"/>
                    <a:gd name="T3" fmla="*/ 33551 h 2552477"/>
                    <a:gd name="T4" fmla="*/ 671073 w 3929606"/>
                    <a:gd name="T5" fmla="*/ 29129 h 2552477"/>
                    <a:gd name="T6" fmla="*/ 615362 w 3929606"/>
                    <a:gd name="T7" fmla="*/ 21110 h 2552477"/>
                    <a:gd name="T8" fmla="*/ 543821 w 3929606"/>
                    <a:gd name="T9" fmla="*/ 0 h 2552477"/>
                    <a:gd name="T10" fmla="*/ 488623 w 3929606"/>
                    <a:gd name="T11" fmla="*/ 205 h 2552477"/>
                    <a:gd name="T12" fmla="*/ 443158 w 3929606"/>
                    <a:gd name="T13" fmla="*/ 18778 h 2552477"/>
                    <a:gd name="T14" fmla="*/ 368774 w 3929606"/>
                    <a:gd name="T15" fmla="*/ 55926 h 2552477"/>
                    <a:gd name="T16" fmla="*/ 305354 w 3929606"/>
                    <a:gd name="T17" fmla="*/ 103525 h 2552477"/>
                    <a:gd name="T18" fmla="*/ 231073 w 3929606"/>
                    <a:gd name="T19" fmla="*/ 146053 h 2552477"/>
                    <a:gd name="T20" fmla="*/ 151310 w 3929606"/>
                    <a:gd name="T21" fmla="*/ 201671 h 2552477"/>
                    <a:gd name="T22" fmla="*/ 83023 w 3929606"/>
                    <a:gd name="T23" fmla="*/ 238716 h 2552477"/>
                    <a:gd name="T24" fmla="*/ 54154 w 3929606"/>
                    <a:gd name="T25" fmla="*/ 274726 h 2552477"/>
                    <a:gd name="T26" fmla="*/ 42211 w 3929606"/>
                    <a:gd name="T27" fmla="*/ 307071 h 2552477"/>
                    <a:gd name="T28" fmla="*/ 19374 w 3929606"/>
                    <a:gd name="T29" fmla="*/ 356545 h 2552477"/>
                    <a:gd name="T30" fmla="*/ 1091 w 3929606"/>
                    <a:gd name="T31" fmla="*/ 400721 h 2552477"/>
                    <a:gd name="T32" fmla="*/ 0 w 3929606"/>
                    <a:gd name="T33" fmla="*/ 433312 h 2552477"/>
                    <a:gd name="T34" fmla="*/ 20461 w 3929606"/>
                    <a:gd name="T35" fmla="*/ 463722 h 2552477"/>
                    <a:gd name="T36" fmla="*/ 51751 w 3929606"/>
                    <a:gd name="T37" fmla="*/ 453659 h 2552477"/>
                    <a:gd name="T38" fmla="*/ 75783 w 3929606"/>
                    <a:gd name="T39" fmla="*/ 445001 h 2552477"/>
                    <a:gd name="T40" fmla="*/ 108471 w 3929606"/>
                    <a:gd name="T41" fmla="*/ 451165 h 2552477"/>
                    <a:gd name="T42" fmla="*/ 172324 w 3929606"/>
                    <a:gd name="T43" fmla="*/ 453659 h 2552477"/>
                    <a:gd name="T44" fmla="*/ 204805 w 3929606"/>
                    <a:gd name="T45" fmla="*/ 464049 h 2552477"/>
                    <a:gd name="T46" fmla="*/ 245736 w 3929606"/>
                    <a:gd name="T47" fmla="*/ 446732 h 2552477"/>
                    <a:gd name="T48" fmla="*/ 295878 w 3929606"/>
                    <a:gd name="T49" fmla="*/ 422904 h 2552477"/>
                    <a:gd name="T50" fmla="*/ 338607 w 3929606"/>
                    <a:gd name="T51" fmla="*/ 409812 h 2552477"/>
                    <a:gd name="T52" fmla="*/ 383208 w 3929606"/>
                    <a:gd name="T53" fmla="*/ 405587 h 2552477"/>
                    <a:gd name="T54" fmla="*/ 444360 w 3929606"/>
                    <a:gd name="T55" fmla="*/ 404825 h 2552477"/>
                    <a:gd name="T56" fmla="*/ 488960 w 3929606"/>
                    <a:gd name="T57" fmla="*/ 392703 h 2552477"/>
                    <a:gd name="T58" fmla="*/ 514723 w 3929606"/>
                    <a:gd name="T59" fmla="*/ 370191 h 2552477"/>
                    <a:gd name="T60" fmla="*/ 555099 w 3929606"/>
                    <a:gd name="T61" fmla="*/ 335765 h 2552477"/>
                    <a:gd name="T62" fmla="*/ 601638 w 3929606"/>
                    <a:gd name="T63" fmla="*/ 323851 h 2552477"/>
                    <a:gd name="T64" fmla="*/ 662154 w 3929606"/>
                    <a:gd name="T65" fmla="*/ 309272 h 2552477"/>
                    <a:gd name="T66" fmla="*/ 662371 w 3929606"/>
                    <a:gd name="T67" fmla="*/ 272703 h 2552477"/>
                    <a:gd name="T68" fmla="*/ 669157 w 3929606"/>
                    <a:gd name="T69" fmla="*/ 249407 h 2552477"/>
                    <a:gd name="T70" fmla="*/ 682890 w 3929606"/>
                    <a:gd name="T71" fmla="*/ 222647 h 2552477"/>
                    <a:gd name="T72" fmla="*/ 710556 w 3929606"/>
                    <a:gd name="T73" fmla="*/ 202191 h 2552477"/>
                    <a:gd name="T74" fmla="*/ 714285 w 3929606"/>
                    <a:gd name="T75" fmla="*/ 177970 h 2552477"/>
                    <a:gd name="T76" fmla="*/ 710290 w 3929606"/>
                    <a:gd name="T77" fmla="*/ 162940 h 2552477"/>
                    <a:gd name="T78" fmla="*/ 691268 w 3929606"/>
                    <a:gd name="T79" fmla="*/ 136365 h 2552477"/>
                    <a:gd name="T80" fmla="*/ 689374 w 3929606"/>
                    <a:gd name="T81" fmla="*/ 110182 h 2552477"/>
                    <a:gd name="T82" fmla="*/ 690465 w 3929606"/>
                    <a:gd name="T83" fmla="*/ 74338 h 2552477"/>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3929606" h="2552477">
                      <a:moveTo>
                        <a:pt x="3798563" y="408893"/>
                      </a:moveTo>
                      <a:lnTo>
                        <a:pt x="3815982" y="184546"/>
                      </a:lnTo>
                      <a:lnTo>
                        <a:pt x="3691876" y="160220"/>
                      </a:lnTo>
                      <a:lnTo>
                        <a:pt x="3385385" y="116114"/>
                      </a:lnTo>
                      <a:lnTo>
                        <a:pt x="2991809" y="0"/>
                      </a:lnTo>
                      <a:lnTo>
                        <a:pt x="2688137" y="1126"/>
                      </a:lnTo>
                      <a:lnTo>
                        <a:pt x="2438013" y="103289"/>
                      </a:lnTo>
                      <a:lnTo>
                        <a:pt x="2028795" y="307616"/>
                      </a:lnTo>
                      <a:lnTo>
                        <a:pt x="1679890" y="569436"/>
                      </a:lnTo>
                      <a:lnTo>
                        <a:pt x="1271236" y="803355"/>
                      </a:lnTo>
                      <a:lnTo>
                        <a:pt x="832427" y="1109281"/>
                      </a:lnTo>
                      <a:lnTo>
                        <a:pt x="456746" y="1313045"/>
                      </a:lnTo>
                      <a:lnTo>
                        <a:pt x="297925" y="1511118"/>
                      </a:lnTo>
                      <a:lnTo>
                        <a:pt x="232221" y="1689025"/>
                      </a:lnTo>
                      <a:lnTo>
                        <a:pt x="106585" y="1961157"/>
                      </a:lnTo>
                      <a:lnTo>
                        <a:pt x="6003" y="2204144"/>
                      </a:lnTo>
                      <a:lnTo>
                        <a:pt x="0" y="2383408"/>
                      </a:lnTo>
                      <a:lnTo>
                        <a:pt x="112563" y="2550680"/>
                      </a:lnTo>
                      <a:lnTo>
                        <a:pt x="284707" y="2495327"/>
                      </a:lnTo>
                      <a:lnTo>
                        <a:pt x="416916" y="2447702"/>
                      </a:lnTo>
                      <a:lnTo>
                        <a:pt x="596750" y="2481610"/>
                      </a:lnTo>
                      <a:lnTo>
                        <a:pt x="948034" y="2495327"/>
                      </a:lnTo>
                      <a:lnTo>
                        <a:pt x="1126727" y="2552477"/>
                      </a:lnTo>
                      <a:lnTo>
                        <a:pt x="1351904" y="2457227"/>
                      </a:lnTo>
                      <a:lnTo>
                        <a:pt x="1627757" y="2326159"/>
                      </a:lnTo>
                      <a:lnTo>
                        <a:pt x="1862831" y="2254151"/>
                      </a:lnTo>
                      <a:lnTo>
                        <a:pt x="2108199" y="2230909"/>
                      </a:lnTo>
                      <a:lnTo>
                        <a:pt x="2444625" y="2226717"/>
                      </a:lnTo>
                      <a:lnTo>
                        <a:pt x="2689993" y="2160042"/>
                      </a:lnTo>
                      <a:lnTo>
                        <a:pt x="2831727" y="2036217"/>
                      </a:lnTo>
                      <a:lnTo>
                        <a:pt x="3053853" y="1846858"/>
                      </a:lnTo>
                      <a:lnTo>
                        <a:pt x="3309887" y="1781324"/>
                      </a:lnTo>
                      <a:lnTo>
                        <a:pt x="3642811" y="1701132"/>
                      </a:lnTo>
                      <a:lnTo>
                        <a:pt x="3644005" y="1499988"/>
                      </a:lnTo>
                      <a:lnTo>
                        <a:pt x="3681336" y="1371847"/>
                      </a:lnTo>
                      <a:lnTo>
                        <a:pt x="3756891" y="1224656"/>
                      </a:lnTo>
                      <a:lnTo>
                        <a:pt x="3909091" y="1112141"/>
                      </a:lnTo>
                      <a:lnTo>
                        <a:pt x="3929606" y="978916"/>
                      </a:lnTo>
                      <a:lnTo>
                        <a:pt x="3907629" y="896242"/>
                      </a:lnTo>
                      <a:lnTo>
                        <a:pt x="3802978" y="750068"/>
                      </a:lnTo>
                      <a:lnTo>
                        <a:pt x="3792560" y="606052"/>
                      </a:lnTo>
                      <a:lnTo>
                        <a:pt x="3798563" y="408893"/>
                      </a:lnTo>
                      <a:close/>
                    </a:path>
                  </a:pathLst>
                </a:custGeom>
                <a:grpFill/>
                <a:ln w="6350" cmpd="sng">
                  <a:solidFill>
                    <a:srgbClr val="FFFFFF"/>
                  </a:solidFill>
                  <a:prstDash val="solid"/>
                  <a:round/>
                  <a:headEnd/>
                  <a:tailEnd/>
                </a:ln>
                <a:effectLst>
                  <a:outerShdw dist="28398" dir="6993903" algn="ctr" rotWithShape="0">
                    <a:srgbClr val="B2B2B2">
                      <a:alpha val="5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457" b="0" i="0" u="none" strike="noStrike" kern="1200" cap="none" spc="0" normalizeH="0" baseline="0" noProof="0">
                    <a:ln>
                      <a:noFill/>
                    </a:ln>
                    <a:solidFill>
                      <a:sysClr val="windowText" lastClr="000000"/>
                    </a:solidFill>
                    <a:effectLst/>
                    <a:uLnTx/>
                    <a:uFillTx/>
                    <a:latin typeface="29LT Bukra Bold" panose="000B0903020204020204" pitchFamily="34" charset="-78"/>
                    <a:ea typeface="等线" panose="02010600030101010101" pitchFamily="2" charset="-122"/>
                    <a:cs typeface="29LT Bukra Bold" panose="000B0903020204020204" pitchFamily="34" charset="-78"/>
                  </a:endParaRPr>
                </a:p>
              </p:txBody>
            </p:sp>
            <p:sp>
              <p:nvSpPr>
                <p:cNvPr id="1894" name="任意多边形 188">
                  <a:extLst>
                    <a:ext uri="{FF2B5EF4-FFF2-40B4-BE49-F238E27FC236}">
                      <a16:creationId xmlns:a16="http://schemas.microsoft.com/office/drawing/2014/main" id="{51E3FD4D-A350-3309-FE17-F857C25387E4}"/>
                    </a:ext>
                  </a:extLst>
                </p:cNvPr>
                <p:cNvSpPr>
                  <a:spLocks/>
                </p:cNvSpPr>
                <p:nvPr/>
              </p:nvSpPr>
              <p:spPr bwMode="auto">
                <a:xfrm>
                  <a:off x="762000" y="2957513"/>
                  <a:ext cx="1489075" cy="882650"/>
                </a:xfrm>
                <a:custGeom>
                  <a:avLst/>
                  <a:gdLst/>
                  <a:ahLst/>
                  <a:cxnLst/>
                  <a:rect l="0" t="0" r="r" b="b"/>
                  <a:pathLst>
                    <a:path w="8190407" h="4858768">
                      <a:moveTo>
                        <a:pt x="5979195" y="3620852"/>
                      </a:moveTo>
                      <a:lnTo>
                        <a:pt x="5708582" y="3615580"/>
                      </a:lnTo>
                      <a:lnTo>
                        <a:pt x="5578203" y="3541538"/>
                      </a:lnTo>
                      <a:lnTo>
                        <a:pt x="5445072" y="3513416"/>
                      </a:lnTo>
                      <a:lnTo>
                        <a:pt x="5138581" y="3469310"/>
                      </a:lnTo>
                      <a:lnTo>
                        <a:pt x="4745005" y="3353196"/>
                      </a:lnTo>
                      <a:lnTo>
                        <a:pt x="4441333" y="3354322"/>
                      </a:lnTo>
                      <a:lnTo>
                        <a:pt x="4191209" y="3456485"/>
                      </a:lnTo>
                      <a:lnTo>
                        <a:pt x="3781991" y="3660812"/>
                      </a:lnTo>
                      <a:lnTo>
                        <a:pt x="3433086" y="3922632"/>
                      </a:lnTo>
                      <a:lnTo>
                        <a:pt x="3024432" y="4156551"/>
                      </a:lnTo>
                      <a:lnTo>
                        <a:pt x="2585623" y="4462477"/>
                      </a:lnTo>
                      <a:lnTo>
                        <a:pt x="2209942" y="4666241"/>
                      </a:lnTo>
                      <a:lnTo>
                        <a:pt x="2053902" y="4858768"/>
                      </a:lnTo>
                      <a:lnTo>
                        <a:pt x="1963015" y="4838121"/>
                      </a:lnTo>
                      <a:lnTo>
                        <a:pt x="1809774" y="3939307"/>
                      </a:lnTo>
                      <a:lnTo>
                        <a:pt x="1753765" y="3220541"/>
                      </a:lnTo>
                      <a:lnTo>
                        <a:pt x="1670271" y="3013099"/>
                      </a:lnTo>
                      <a:lnTo>
                        <a:pt x="1491158" y="2925167"/>
                      </a:lnTo>
                      <a:lnTo>
                        <a:pt x="1300232" y="2841577"/>
                      </a:lnTo>
                      <a:lnTo>
                        <a:pt x="1021283" y="2781622"/>
                      </a:lnTo>
                      <a:lnTo>
                        <a:pt x="505593" y="2592264"/>
                      </a:lnTo>
                      <a:lnTo>
                        <a:pt x="129203" y="2443274"/>
                      </a:lnTo>
                      <a:lnTo>
                        <a:pt x="180404" y="2248024"/>
                      </a:lnTo>
                      <a:lnTo>
                        <a:pt x="144685" y="1966367"/>
                      </a:lnTo>
                      <a:cubicBezTo>
                        <a:pt x="145213" y="1920602"/>
                        <a:pt x="145742" y="1874838"/>
                        <a:pt x="146270" y="1829073"/>
                      </a:cubicBezTo>
                      <a:lnTo>
                        <a:pt x="60770" y="1782911"/>
                      </a:lnTo>
                      <a:lnTo>
                        <a:pt x="0" y="1603648"/>
                      </a:lnTo>
                      <a:lnTo>
                        <a:pt x="19050" y="1442293"/>
                      </a:lnTo>
                      <a:lnTo>
                        <a:pt x="57149" y="1281509"/>
                      </a:lnTo>
                      <a:lnTo>
                        <a:pt x="141208" y="1096342"/>
                      </a:lnTo>
                      <a:lnTo>
                        <a:pt x="459680" y="1035000"/>
                      </a:lnTo>
                      <a:lnTo>
                        <a:pt x="614461" y="1098724"/>
                      </a:lnTo>
                      <a:lnTo>
                        <a:pt x="794394" y="1268933"/>
                      </a:lnTo>
                      <a:lnTo>
                        <a:pt x="1017190" y="1175494"/>
                      </a:lnTo>
                      <a:lnTo>
                        <a:pt x="1500013" y="917179"/>
                      </a:lnTo>
                      <a:lnTo>
                        <a:pt x="1627559" y="1205880"/>
                      </a:lnTo>
                      <a:lnTo>
                        <a:pt x="1881212" y="1330946"/>
                      </a:lnTo>
                      <a:lnTo>
                        <a:pt x="2013421" y="1367805"/>
                      </a:lnTo>
                      <a:lnTo>
                        <a:pt x="2298030" y="1313706"/>
                      </a:lnTo>
                      <a:lnTo>
                        <a:pt x="2511871" y="1342281"/>
                      </a:lnTo>
                      <a:lnTo>
                        <a:pt x="2831058" y="1463725"/>
                      </a:lnTo>
                      <a:lnTo>
                        <a:pt x="2868588" y="1339900"/>
                      </a:lnTo>
                      <a:lnTo>
                        <a:pt x="2996801" y="1262731"/>
                      </a:lnTo>
                      <a:lnTo>
                        <a:pt x="3206254" y="1368475"/>
                      </a:lnTo>
                      <a:lnTo>
                        <a:pt x="3583161" y="1455440"/>
                      </a:lnTo>
                      <a:lnTo>
                        <a:pt x="3605262" y="1576314"/>
                      </a:lnTo>
                      <a:lnTo>
                        <a:pt x="3801194" y="1650132"/>
                      </a:lnTo>
                      <a:lnTo>
                        <a:pt x="3942505" y="1466849"/>
                      </a:lnTo>
                      <a:lnTo>
                        <a:pt x="4156100" y="1290464"/>
                      </a:lnTo>
                      <a:lnTo>
                        <a:pt x="4366890" y="1192163"/>
                      </a:lnTo>
                      <a:lnTo>
                        <a:pt x="4613498" y="916409"/>
                      </a:lnTo>
                      <a:lnTo>
                        <a:pt x="4917157" y="529977"/>
                      </a:lnTo>
                      <a:lnTo>
                        <a:pt x="5069656" y="250130"/>
                      </a:lnTo>
                      <a:lnTo>
                        <a:pt x="5465614" y="0"/>
                      </a:lnTo>
                      <a:lnTo>
                        <a:pt x="5629993" y="8705"/>
                      </a:lnTo>
                      <a:lnTo>
                        <a:pt x="5929486" y="180404"/>
                      </a:lnTo>
                      <a:lnTo>
                        <a:pt x="6171058" y="493725"/>
                      </a:lnTo>
                      <a:lnTo>
                        <a:pt x="6131421" y="666377"/>
                      </a:lnTo>
                      <a:lnTo>
                        <a:pt x="6140946" y="775344"/>
                      </a:lnTo>
                      <a:lnTo>
                        <a:pt x="6120184" y="1003373"/>
                      </a:lnTo>
                      <a:lnTo>
                        <a:pt x="6235625" y="1155873"/>
                      </a:lnTo>
                      <a:lnTo>
                        <a:pt x="6318399" y="1302940"/>
                      </a:lnTo>
                      <a:lnTo>
                        <a:pt x="6436468" y="1417861"/>
                      </a:lnTo>
                      <a:lnTo>
                        <a:pt x="6601296" y="1502494"/>
                      </a:lnTo>
                      <a:lnTo>
                        <a:pt x="6748363" y="1620985"/>
                      </a:lnTo>
                      <a:lnTo>
                        <a:pt x="6826944" y="1758528"/>
                      </a:lnTo>
                      <a:lnTo>
                        <a:pt x="6887491" y="2125040"/>
                      </a:lnTo>
                      <a:lnTo>
                        <a:pt x="7061646" y="2148581"/>
                      </a:lnTo>
                      <a:lnTo>
                        <a:pt x="7201570" y="2129531"/>
                      </a:lnTo>
                      <a:lnTo>
                        <a:pt x="7404646" y="2029519"/>
                      </a:lnTo>
                      <a:lnTo>
                        <a:pt x="7629153" y="2056283"/>
                      </a:lnTo>
                      <a:lnTo>
                        <a:pt x="7844135" y="2065908"/>
                      </a:lnTo>
                      <a:lnTo>
                        <a:pt x="8012063" y="2128961"/>
                      </a:lnTo>
                      <a:lnTo>
                        <a:pt x="8122841" y="2265932"/>
                      </a:lnTo>
                      <a:lnTo>
                        <a:pt x="8190407" y="2384547"/>
                      </a:lnTo>
                      <a:lnTo>
                        <a:pt x="8149035" y="2542256"/>
                      </a:lnTo>
                      <a:lnTo>
                        <a:pt x="8082360" y="2667893"/>
                      </a:lnTo>
                      <a:lnTo>
                        <a:pt x="8041430" y="2800026"/>
                      </a:lnTo>
                      <a:lnTo>
                        <a:pt x="7883973" y="2743075"/>
                      </a:lnTo>
                      <a:lnTo>
                        <a:pt x="7714754" y="2714376"/>
                      </a:lnTo>
                      <a:lnTo>
                        <a:pt x="7515870" y="2777876"/>
                      </a:lnTo>
                      <a:lnTo>
                        <a:pt x="7291462" y="2854076"/>
                      </a:lnTo>
                      <a:lnTo>
                        <a:pt x="7152010" y="2870968"/>
                      </a:lnTo>
                      <a:lnTo>
                        <a:pt x="6936110" y="2921768"/>
                      </a:lnTo>
                      <a:lnTo>
                        <a:pt x="6729411" y="3024136"/>
                      </a:lnTo>
                      <a:lnTo>
                        <a:pt x="6639818" y="3158752"/>
                      </a:lnTo>
                      <a:lnTo>
                        <a:pt x="6449442" y="3281436"/>
                      </a:lnTo>
                      <a:lnTo>
                        <a:pt x="6233542" y="3412628"/>
                      </a:lnTo>
                      <a:lnTo>
                        <a:pt x="6170166" y="3565028"/>
                      </a:lnTo>
                      <a:lnTo>
                        <a:pt x="5979195" y="3620852"/>
                      </a:lnTo>
                      <a:close/>
                    </a:path>
                  </a:pathLst>
                </a:custGeom>
                <a:grpFill/>
                <a:ln w="6350" cmpd="sng">
                  <a:solidFill>
                    <a:srgbClr val="FFFFFF"/>
                  </a:solidFill>
                  <a:prstDash val="solid"/>
                  <a:round/>
                  <a:headEnd/>
                  <a:tailEnd/>
                </a:ln>
                <a:effectLst>
                  <a:outerShdw dist="28398" dir="6993903" algn="ctr" rotWithShape="0">
                    <a:srgbClr val="B2B2B2">
                      <a:alpha val="5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457" b="0" i="0" u="none" strike="noStrike" kern="1200" cap="none" spc="0" normalizeH="0" baseline="0" noProof="0">
                    <a:ln>
                      <a:noFill/>
                    </a:ln>
                    <a:solidFill>
                      <a:sysClr val="windowText" lastClr="000000"/>
                    </a:solidFill>
                    <a:effectLst/>
                    <a:uLnTx/>
                    <a:uFillTx/>
                    <a:latin typeface="29LT Bukra Bold" panose="000B0903020204020204" pitchFamily="34" charset="-78"/>
                    <a:ea typeface="等线" panose="02010600030101010101" pitchFamily="2" charset="-122"/>
                    <a:cs typeface="29LT Bukra Bold" panose="000B0903020204020204" pitchFamily="34" charset="-78"/>
                  </a:endParaRPr>
                </a:p>
              </p:txBody>
            </p:sp>
            <p:sp>
              <p:nvSpPr>
                <p:cNvPr id="1895" name="任意多边形 189">
                  <a:extLst>
                    <a:ext uri="{FF2B5EF4-FFF2-40B4-BE49-F238E27FC236}">
                      <a16:creationId xmlns:a16="http://schemas.microsoft.com/office/drawing/2014/main" id="{28350D79-6B50-1ED4-69AB-FECCB5970032}"/>
                    </a:ext>
                  </a:extLst>
                </p:cNvPr>
                <p:cNvSpPr>
                  <a:spLocks/>
                </p:cNvSpPr>
                <p:nvPr/>
              </p:nvSpPr>
              <p:spPr bwMode="auto">
                <a:xfrm>
                  <a:off x="1098550" y="3671888"/>
                  <a:ext cx="1906587" cy="1325563"/>
                </a:xfrm>
                <a:custGeom>
                  <a:avLst/>
                  <a:gdLst>
                    <a:gd name="T0" fmla="*/ 643845 w 10482811"/>
                    <a:gd name="T1" fmla="*/ 204116 h 7291611"/>
                    <a:gd name="T2" fmla="*/ 536670 w 10482811"/>
                    <a:gd name="T3" fmla="*/ 230773 h 7291611"/>
                    <a:gd name="T4" fmla="*/ 470411 w 10482811"/>
                    <a:gd name="T5" fmla="*/ 287376 h 7291611"/>
                    <a:gd name="T6" fmla="*/ 427531 w 10482811"/>
                    <a:gd name="T7" fmla="*/ 299721 h 7291611"/>
                    <a:gd name="T8" fmla="*/ 368963 w 10482811"/>
                    <a:gd name="T9" fmla="*/ 299825 h 7291611"/>
                    <a:gd name="T10" fmla="*/ 320896 w 10482811"/>
                    <a:gd name="T11" fmla="*/ 304834 h 7291611"/>
                    <a:gd name="T12" fmla="*/ 278771 w 10482811"/>
                    <a:gd name="T13" fmla="*/ 317590 h 7291611"/>
                    <a:gd name="T14" fmla="*/ 230367 w 10482811"/>
                    <a:gd name="T15" fmla="*/ 340429 h 7291611"/>
                    <a:gd name="T16" fmla="*/ 186085 w 10482811"/>
                    <a:gd name="T17" fmla="*/ 359146 h 7291611"/>
                    <a:gd name="T18" fmla="*/ 154895 w 10482811"/>
                    <a:gd name="T19" fmla="*/ 348653 h 7291611"/>
                    <a:gd name="T20" fmla="*/ 92862 w 10482811"/>
                    <a:gd name="T21" fmla="*/ 346056 h 7291611"/>
                    <a:gd name="T22" fmla="*/ 57568 w 10482811"/>
                    <a:gd name="T23" fmla="*/ 340429 h 7291611"/>
                    <a:gd name="T24" fmla="*/ 2729 w 10482811"/>
                    <a:gd name="T25" fmla="*/ 358231 h 7291611"/>
                    <a:gd name="T26" fmla="*/ 0 w 10482811"/>
                    <a:gd name="T27" fmla="*/ 408795 h 7291611"/>
                    <a:gd name="T28" fmla="*/ 3433 w 10482811"/>
                    <a:gd name="T29" fmla="*/ 489927 h 7291611"/>
                    <a:gd name="T30" fmla="*/ 22378 w 10482811"/>
                    <a:gd name="T31" fmla="*/ 605105 h 7291611"/>
                    <a:gd name="T32" fmla="*/ 46934 w 10482811"/>
                    <a:gd name="T33" fmla="*/ 694560 h 7291611"/>
                    <a:gd name="T34" fmla="*/ 145649 w 10482811"/>
                    <a:gd name="T35" fmla="*/ 905624 h 7291611"/>
                    <a:gd name="T36" fmla="*/ 515248 w 10482811"/>
                    <a:gd name="T37" fmla="*/ 1006464 h 7291611"/>
                    <a:gd name="T38" fmla="*/ 708195 w 10482811"/>
                    <a:gd name="T39" fmla="*/ 1167591 h 7291611"/>
                    <a:gd name="T40" fmla="*/ 889423 w 10482811"/>
                    <a:gd name="T41" fmla="*/ 1073605 h 7291611"/>
                    <a:gd name="T42" fmla="*/ 1146190 w 10482811"/>
                    <a:gd name="T43" fmla="*/ 933648 h 7291611"/>
                    <a:gd name="T44" fmla="*/ 1905914 w 10482811"/>
                    <a:gd name="T45" fmla="*/ 1325484 h 7291611"/>
                    <a:gd name="T46" fmla="*/ 1897084 w 10482811"/>
                    <a:gd name="T47" fmla="*/ 228834 h 7291611"/>
                    <a:gd name="T48" fmla="*/ 1814405 w 10482811"/>
                    <a:gd name="T49" fmla="*/ 224159 h 7291611"/>
                    <a:gd name="T50" fmla="*/ 1755611 w 10482811"/>
                    <a:gd name="T51" fmla="*/ 213337 h 7291611"/>
                    <a:gd name="T52" fmla="*/ 1681231 w 10482811"/>
                    <a:gd name="T53" fmla="*/ 209441 h 7291611"/>
                    <a:gd name="T54" fmla="*/ 1638784 w 10482811"/>
                    <a:gd name="T55" fmla="*/ 213233 h 7291611"/>
                    <a:gd name="T56" fmla="*/ 1590398 w 10482811"/>
                    <a:gd name="T57" fmla="*/ 224713 h 7291611"/>
                    <a:gd name="T58" fmla="*/ 1542202 w 10482811"/>
                    <a:gd name="T59" fmla="*/ 258910 h 7291611"/>
                    <a:gd name="T60" fmla="*/ 1490785 w 10482811"/>
                    <a:gd name="T61" fmla="*/ 264952 h 7291611"/>
                    <a:gd name="T62" fmla="*/ 1363342 w 10482811"/>
                    <a:gd name="T63" fmla="*/ 251222 h 7291611"/>
                    <a:gd name="T64" fmla="*/ 1306608 w 10482811"/>
                    <a:gd name="T65" fmla="*/ 222098 h 7291611"/>
                    <a:gd name="T66" fmla="*/ 1275212 w 10482811"/>
                    <a:gd name="T67" fmla="*/ 186152 h 7291611"/>
                    <a:gd name="T68" fmla="*/ 1264144 w 10482811"/>
                    <a:gd name="T69" fmla="*/ 157894 h 7291611"/>
                    <a:gd name="T70" fmla="*/ 1255486 w 10482811"/>
                    <a:gd name="T71" fmla="*/ 123368 h 7291611"/>
                    <a:gd name="T72" fmla="*/ 1234821 w 10482811"/>
                    <a:gd name="T73" fmla="*/ 101567 h 7291611"/>
                    <a:gd name="T74" fmla="*/ 1200172 w 10482811"/>
                    <a:gd name="T75" fmla="*/ 63407 h 7291611"/>
                    <a:gd name="T76" fmla="*/ 1178403 w 10482811"/>
                    <a:gd name="T77" fmla="*/ 32551 h 7291611"/>
                    <a:gd name="T78" fmla="*/ 1148237 w 10482811"/>
                    <a:gd name="T79" fmla="*/ 0 h 7291611"/>
                    <a:gd name="T80" fmla="*/ 1124926 w 10482811"/>
                    <a:gd name="T81" fmla="*/ 21833 h 7291611"/>
                    <a:gd name="T82" fmla="*/ 1106084 w 10482811"/>
                    <a:gd name="T83" fmla="*/ 45104 h 7291611"/>
                    <a:gd name="T84" fmla="*/ 1079345 w 10482811"/>
                    <a:gd name="T85" fmla="*/ 57224 h 7291611"/>
                    <a:gd name="T86" fmla="*/ 1048381 w 10482811"/>
                    <a:gd name="T87" fmla="*/ 58956 h 7291611"/>
                    <a:gd name="T88" fmla="*/ 1004532 w 10482811"/>
                    <a:gd name="T89" fmla="*/ 56255 h 7291611"/>
                    <a:gd name="T90" fmla="*/ 945859 w 10482811"/>
                    <a:gd name="T91" fmla="*/ 58956 h 7291611"/>
                    <a:gd name="T92" fmla="*/ 898339 w 10482811"/>
                    <a:gd name="T93" fmla="*/ 57987 h 7291611"/>
                    <a:gd name="T94" fmla="*/ 857954 w 10482811"/>
                    <a:gd name="T95" fmla="*/ 78557 h 7291611"/>
                    <a:gd name="T96" fmla="*/ 828721 w 10482811"/>
                    <a:gd name="T97" fmla="*/ 108754 h 7291611"/>
                    <a:gd name="T98" fmla="*/ 794915 w 10482811"/>
                    <a:gd name="T99" fmla="*/ 141237 h 7291611"/>
                    <a:gd name="T100" fmla="*/ 776975 w 10482811"/>
                    <a:gd name="T101" fmla="*/ 162222 h 7291611"/>
                    <a:gd name="T102" fmla="*/ 742763 w 10482811"/>
                    <a:gd name="T103" fmla="*/ 179104 h 7291611"/>
                    <a:gd name="T104" fmla="*/ 698698 w 10482811"/>
                    <a:gd name="T105" fmla="*/ 192419 h 7291611"/>
                    <a:gd name="T106" fmla="*/ 643845 w 10482811"/>
                    <a:gd name="T107" fmla="*/ 204116 h 7291611"/>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10482811" h="7291611">
                      <a:moveTo>
                        <a:pt x="3541244" y="1122858"/>
                      </a:moveTo>
                      <a:lnTo>
                        <a:pt x="2951762" y="1269505"/>
                      </a:lnTo>
                      <a:lnTo>
                        <a:pt x="2587331" y="1580879"/>
                      </a:lnTo>
                      <a:lnTo>
                        <a:pt x="2351487" y="1648794"/>
                      </a:lnTo>
                      <a:lnTo>
                        <a:pt x="2029349" y="1649364"/>
                      </a:lnTo>
                      <a:lnTo>
                        <a:pt x="1764975" y="1676919"/>
                      </a:lnTo>
                      <a:lnTo>
                        <a:pt x="1533281" y="1747094"/>
                      </a:lnTo>
                      <a:lnTo>
                        <a:pt x="1267051" y="1872730"/>
                      </a:lnTo>
                      <a:lnTo>
                        <a:pt x="1023494" y="1975694"/>
                      </a:lnTo>
                      <a:lnTo>
                        <a:pt x="851945" y="1917974"/>
                      </a:lnTo>
                      <a:lnTo>
                        <a:pt x="510757" y="1903686"/>
                      </a:lnTo>
                      <a:lnTo>
                        <a:pt x="316635" y="1872731"/>
                      </a:lnTo>
                      <a:lnTo>
                        <a:pt x="15008" y="1970659"/>
                      </a:lnTo>
                      <a:lnTo>
                        <a:pt x="0" y="2248820"/>
                      </a:lnTo>
                      <a:lnTo>
                        <a:pt x="18880" y="2695130"/>
                      </a:lnTo>
                      <a:lnTo>
                        <a:pt x="123084" y="3328741"/>
                      </a:lnTo>
                      <a:lnTo>
                        <a:pt x="258143" y="3820841"/>
                      </a:lnTo>
                      <a:lnTo>
                        <a:pt x="801091" y="4981923"/>
                      </a:lnTo>
                      <a:lnTo>
                        <a:pt x="2833940" y="5536655"/>
                      </a:lnTo>
                      <a:lnTo>
                        <a:pt x="3895181" y="6423025"/>
                      </a:lnTo>
                      <a:lnTo>
                        <a:pt x="4891957" y="5905998"/>
                      </a:lnTo>
                      <a:lnTo>
                        <a:pt x="6304213" y="5136084"/>
                      </a:lnTo>
                      <a:lnTo>
                        <a:pt x="10482811" y="7291611"/>
                      </a:lnTo>
                      <a:lnTo>
                        <a:pt x="10434245" y="1258837"/>
                      </a:lnTo>
                      <a:lnTo>
                        <a:pt x="9979501" y="1233117"/>
                      </a:lnTo>
                      <a:lnTo>
                        <a:pt x="9656122" y="1173585"/>
                      </a:lnTo>
                      <a:lnTo>
                        <a:pt x="9247018" y="1152154"/>
                      </a:lnTo>
                      <a:lnTo>
                        <a:pt x="9013556" y="1173015"/>
                      </a:lnTo>
                      <a:lnTo>
                        <a:pt x="8747427" y="1236167"/>
                      </a:lnTo>
                      <a:lnTo>
                        <a:pt x="8482339" y="1424286"/>
                      </a:lnTo>
                      <a:lnTo>
                        <a:pt x="8199539" y="1457524"/>
                      </a:lnTo>
                      <a:lnTo>
                        <a:pt x="7498585" y="1381995"/>
                      </a:lnTo>
                      <a:lnTo>
                        <a:pt x="7186542" y="1221781"/>
                      </a:lnTo>
                      <a:lnTo>
                        <a:pt x="7013852" y="1024037"/>
                      </a:lnTo>
                      <a:lnTo>
                        <a:pt x="6952981" y="868587"/>
                      </a:lnTo>
                      <a:lnTo>
                        <a:pt x="6905356" y="678657"/>
                      </a:lnTo>
                      <a:lnTo>
                        <a:pt x="6791698" y="558727"/>
                      </a:lnTo>
                      <a:lnTo>
                        <a:pt x="6601126" y="348805"/>
                      </a:lnTo>
                      <a:lnTo>
                        <a:pt x="6481394" y="179066"/>
                      </a:lnTo>
                      <a:lnTo>
                        <a:pt x="6315474" y="0"/>
                      </a:lnTo>
                      <a:lnTo>
                        <a:pt x="6187260" y="120105"/>
                      </a:lnTo>
                      <a:lnTo>
                        <a:pt x="6083626" y="248122"/>
                      </a:lnTo>
                      <a:lnTo>
                        <a:pt x="5936559" y="314797"/>
                      </a:lnTo>
                      <a:lnTo>
                        <a:pt x="5766250" y="324322"/>
                      </a:lnTo>
                      <a:lnTo>
                        <a:pt x="5525074" y="309464"/>
                      </a:lnTo>
                      <a:lnTo>
                        <a:pt x="5202365" y="324322"/>
                      </a:lnTo>
                      <a:lnTo>
                        <a:pt x="4940998" y="318989"/>
                      </a:lnTo>
                      <a:lnTo>
                        <a:pt x="4718872" y="432148"/>
                      </a:lnTo>
                      <a:lnTo>
                        <a:pt x="4558088" y="598265"/>
                      </a:lnTo>
                      <a:lnTo>
                        <a:pt x="4372152" y="776958"/>
                      </a:lnTo>
                      <a:lnTo>
                        <a:pt x="4273479" y="892399"/>
                      </a:lnTo>
                      <a:lnTo>
                        <a:pt x="4085309" y="985267"/>
                      </a:lnTo>
                      <a:lnTo>
                        <a:pt x="3842944" y="1058516"/>
                      </a:lnTo>
                      <a:lnTo>
                        <a:pt x="3541244" y="1122858"/>
                      </a:lnTo>
                      <a:close/>
                    </a:path>
                  </a:pathLst>
                </a:custGeom>
                <a:grpFill/>
                <a:ln w="6350" cmpd="sng">
                  <a:solidFill>
                    <a:srgbClr val="FFFFFF"/>
                  </a:solidFill>
                  <a:prstDash val="solid"/>
                  <a:round/>
                  <a:headEnd/>
                  <a:tailEnd/>
                </a:ln>
                <a:effectLst>
                  <a:outerShdw dist="28398" dir="6993903" algn="ctr" rotWithShape="0">
                    <a:srgbClr val="B2B2B2">
                      <a:alpha val="5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457" b="0" i="0" u="none" strike="noStrike" kern="1200" cap="none" spc="0" normalizeH="0" baseline="0" noProof="0">
                    <a:ln>
                      <a:noFill/>
                    </a:ln>
                    <a:solidFill>
                      <a:sysClr val="windowText" lastClr="000000"/>
                    </a:solidFill>
                    <a:effectLst/>
                    <a:uLnTx/>
                    <a:uFillTx/>
                    <a:latin typeface="29LT Bukra Bold" panose="000B0903020204020204" pitchFamily="34" charset="-78"/>
                    <a:ea typeface="等线" panose="02010600030101010101" pitchFamily="2" charset="-122"/>
                    <a:cs typeface="29LT Bukra Bold" panose="000B0903020204020204" pitchFamily="34" charset="-78"/>
                  </a:endParaRPr>
                </a:p>
              </p:txBody>
            </p:sp>
            <p:sp>
              <p:nvSpPr>
                <p:cNvPr id="1896" name="任意多边形 190">
                  <a:extLst>
                    <a:ext uri="{FF2B5EF4-FFF2-40B4-BE49-F238E27FC236}">
                      <a16:creationId xmlns:a16="http://schemas.microsoft.com/office/drawing/2014/main" id="{8DD89C87-F6C3-3448-0002-209708EDEC7C}"/>
                    </a:ext>
                  </a:extLst>
                </p:cNvPr>
                <p:cNvSpPr>
                  <a:spLocks/>
                </p:cNvSpPr>
                <p:nvPr/>
              </p:nvSpPr>
              <p:spPr bwMode="auto">
                <a:xfrm>
                  <a:off x="1743075" y="3451225"/>
                  <a:ext cx="503237" cy="425450"/>
                </a:xfrm>
                <a:custGeom>
                  <a:avLst/>
                  <a:gdLst>
                    <a:gd name="T0" fmla="*/ 0 w 2771480"/>
                    <a:gd name="T1" fmla="*/ 425090 h 2339030"/>
                    <a:gd name="T2" fmla="*/ 1651 w 2771480"/>
                    <a:gd name="T3" fmla="*/ 387327 h 2339030"/>
                    <a:gd name="T4" fmla="*/ 7712 w 2771480"/>
                    <a:gd name="T5" fmla="*/ 365689 h 2339030"/>
                    <a:gd name="T6" fmla="*/ 21133 w 2771480"/>
                    <a:gd name="T7" fmla="*/ 338529 h 2339030"/>
                    <a:gd name="T8" fmla="*/ 49378 w 2771480"/>
                    <a:gd name="T9" fmla="*/ 317531 h 2339030"/>
                    <a:gd name="T10" fmla="*/ 53455 w 2771480"/>
                    <a:gd name="T11" fmla="*/ 294157 h 2339030"/>
                    <a:gd name="T12" fmla="*/ 49604 w 2771480"/>
                    <a:gd name="T13" fmla="*/ 279326 h 2339030"/>
                    <a:gd name="T14" fmla="*/ 30094 w 2771480"/>
                    <a:gd name="T15" fmla="*/ 252648 h 2339030"/>
                    <a:gd name="T16" fmla="*/ 28060 w 2771480"/>
                    <a:gd name="T17" fmla="*/ 225853 h 2339030"/>
                    <a:gd name="T18" fmla="*/ 29359 w 2771480"/>
                    <a:gd name="T19" fmla="*/ 184844 h 2339030"/>
                    <a:gd name="T20" fmla="*/ 32110 w 2771480"/>
                    <a:gd name="T21" fmla="*/ 149416 h 2339030"/>
                    <a:gd name="T22" fmla="*/ 58159 w 2771480"/>
                    <a:gd name="T23" fmla="*/ 164053 h 2339030"/>
                    <a:gd name="T24" fmla="*/ 108070 w 2771480"/>
                    <a:gd name="T25" fmla="*/ 164382 h 2339030"/>
                    <a:gd name="T26" fmla="*/ 141199 w 2771480"/>
                    <a:gd name="T27" fmla="*/ 154429 h 2339030"/>
                    <a:gd name="T28" fmla="*/ 153340 w 2771480"/>
                    <a:gd name="T29" fmla="*/ 126836 h 2339030"/>
                    <a:gd name="T30" fmla="*/ 226629 w 2771480"/>
                    <a:gd name="T31" fmla="*/ 80945 h 2339030"/>
                    <a:gd name="T32" fmla="*/ 242233 w 2771480"/>
                    <a:gd name="T33" fmla="*/ 56381 h 2339030"/>
                    <a:gd name="T34" fmla="*/ 277527 w 2771480"/>
                    <a:gd name="T35" fmla="*/ 38845 h 2339030"/>
                    <a:gd name="T36" fmla="*/ 314120 w 2771480"/>
                    <a:gd name="T37" fmla="*/ 28995 h 2339030"/>
                    <a:gd name="T38" fmla="*/ 345472 w 2771480"/>
                    <a:gd name="T39" fmla="*/ 25280 h 2339030"/>
                    <a:gd name="T40" fmla="*/ 383405 w 2771480"/>
                    <a:gd name="T41" fmla="*/ 12528 h 2339030"/>
                    <a:gd name="T42" fmla="*/ 422618 w 2771480"/>
                    <a:gd name="T43" fmla="*/ 0 h 2339030"/>
                    <a:gd name="T44" fmla="*/ 452820 w 2771480"/>
                    <a:gd name="T45" fmla="*/ 4968 h 2339030"/>
                    <a:gd name="T46" fmla="*/ 481377 w 2771480"/>
                    <a:gd name="T47" fmla="*/ 15142 h 2339030"/>
                    <a:gd name="T48" fmla="*/ 476425 w 2771480"/>
                    <a:gd name="T49" fmla="*/ 47396 h 2339030"/>
                    <a:gd name="T50" fmla="*/ 487249 w 2771480"/>
                    <a:gd name="T51" fmla="*/ 90033 h 2339030"/>
                    <a:gd name="T52" fmla="*/ 494176 w 2771480"/>
                    <a:gd name="T53" fmla="*/ 126385 h 2339030"/>
                    <a:gd name="T54" fmla="*/ 483249 w 2771480"/>
                    <a:gd name="T55" fmla="*/ 161353 h 2339030"/>
                    <a:gd name="T56" fmla="*/ 503895 w 2771480"/>
                    <a:gd name="T57" fmla="*/ 221268 h 2339030"/>
                    <a:gd name="T58" fmla="*/ 481084 w 2771480"/>
                    <a:gd name="T59" fmla="*/ 242852 h 2339030"/>
                    <a:gd name="T60" fmla="*/ 462242 w 2771480"/>
                    <a:gd name="T61" fmla="*/ 266117 h 2339030"/>
                    <a:gd name="T62" fmla="*/ 435503 w 2771480"/>
                    <a:gd name="T63" fmla="*/ 278235 h 2339030"/>
                    <a:gd name="T64" fmla="*/ 404538 w 2771480"/>
                    <a:gd name="T65" fmla="*/ 279966 h 2339030"/>
                    <a:gd name="T66" fmla="*/ 360689 w 2771480"/>
                    <a:gd name="T67" fmla="*/ 277266 h 2339030"/>
                    <a:gd name="T68" fmla="*/ 302016 w 2771480"/>
                    <a:gd name="T69" fmla="*/ 279966 h 2339030"/>
                    <a:gd name="T70" fmla="*/ 254495 w 2771480"/>
                    <a:gd name="T71" fmla="*/ 278997 h 2339030"/>
                    <a:gd name="T72" fmla="*/ 214110 w 2771480"/>
                    <a:gd name="T73" fmla="*/ 299562 h 2339030"/>
                    <a:gd name="T74" fmla="*/ 184877 w 2771480"/>
                    <a:gd name="T75" fmla="*/ 329752 h 2339030"/>
                    <a:gd name="T76" fmla="*/ 151071 w 2771480"/>
                    <a:gd name="T77" fmla="*/ 362227 h 2339030"/>
                    <a:gd name="T78" fmla="*/ 133131 w 2771480"/>
                    <a:gd name="T79" fmla="*/ 383207 h 2339030"/>
                    <a:gd name="T80" fmla="*/ 98919 w 2771480"/>
                    <a:gd name="T81" fmla="*/ 400084 h 2339030"/>
                    <a:gd name="T82" fmla="*/ 54853 w 2771480"/>
                    <a:gd name="T83" fmla="*/ 413397 h 2339030"/>
                    <a:gd name="T84" fmla="*/ 0 w 2771480"/>
                    <a:gd name="T85" fmla="*/ 425090 h 233903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2771480" h="2339030">
                      <a:moveTo>
                        <a:pt x="0" y="2339030"/>
                      </a:moveTo>
                      <a:lnTo>
                        <a:pt x="9079" y="2131244"/>
                      </a:lnTo>
                      <a:lnTo>
                        <a:pt x="42417" y="2012181"/>
                      </a:lnTo>
                      <a:lnTo>
                        <a:pt x="116236" y="1862733"/>
                      </a:lnTo>
                      <a:lnTo>
                        <a:pt x="271587" y="1747193"/>
                      </a:lnTo>
                      <a:lnTo>
                        <a:pt x="294006" y="1618582"/>
                      </a:lnTo>
                      <a:lnTo>
                        <a:pt x="272827" y="1536973"/>
                      </a:lnTo>
                      <a:lnTo>
                        <a:pt x="165521" y="1390178"/>
                      </a:lnTo>
                      <a:lnTo>
                        <a:pt x="154335" y="1242740"/>
                      </a:lnTo>
                      <a:lnTo>
                        <a:pt x="161479" y="1017091"/>
                      </a:lnTo>
                      <a:lnTo>
                        <a:pt x="176608" y="822150"/>
                      </a:lnTo>
                      <a:lnTo>
                        <a:pt x="319882" y="902692"/>
                      </a:lnTo>
                      <a:lnTo>
                        <a:pt x="594395" y="904503"/>
                      </a:lnTo>
                      <a:lnTo>
                        <a:pt x="776611" y="849734"/>
                      </a:lnTo>
                      <a:lnTo>
                        <a:pt x="843385" y="697905"/>
                      </a:lnTo>
                      <a:lnTo>
                        <a:pt x="1246486" y="445393"/>
                      </a:lnTo>
                      <a:lnTo>
                        <a:pt x="1332310" y="310232"/>
                      </a:lnTo>
                      <a:lnTo>
                        <a:pt x="1526431" y="213742"/>
                      </a:lnTo>
                      <a:lnTo>
                        <a:pt x="1727697" y="159544"/>
                      </a:lnTo>
                      <a:lnTo>
                        <a:pt x="1900137" y="139103"/>
                      </a:lnTo>
                      <a:lnTo>
                        <a:pt x="2108770" y="68933"/>
                      </a:lnTo>
                      <a:lnTo>
                        <a:pt x="2324449" y="0"/>
                      </a:lnTo>
                      <a:lnTo>
                        <a:pt x="2490565" y="27334"/>
                      </a:lnTo>
                      <a:lnTo>
                        <a:pt x="2647627" y="83318"/>
                      </a:lnTo>
                      <a:lnTo>
                        <a:pt x="2620393" y="260796"/>
                      </a:lnTo>
                      <a:lnTo>
                        <a:pt x="2679925" y="495400"/>
                      </a:lnTo>
                      <a:lnTo>
                        <a:pt x="2718024" y="695424"/>
                      </a:lnTo>
                      <a:lnTo>
                        <a:pt x="2657922" y="887835"/>
                      </a:lnTo>
                      <a:lnTo>
                        <a:pt x="2771480" y="1217514"/>
                      </a:lnTo>
                      <a:lnTo>
                        <a:pt x="2646016" y="1336277"/>
                      </a:lnTo>
                      <a:lnTo>
                        <a:pt x="2542382" y="1464294"/>
                      </a:lnTo>
                      <a:lnTo>
                        <a:pt x="2395315" y="1530969"/>
                      </a:lnTo>
                      <a:lnTo>
                        <a:pt x="2225006" y="1540494"/>
                      </a:lnTo>
                      <a:lnTo>
                        <a:pt x="1983830" y="1525636"/>
                      </a:lnTo>
                      <a:lnTo>
                        <a:pt x="1661121" y="1540494"/>
                      </a:lnTo>
                      <a:lnTo>
                        <a:pt x="1399754" y="1535161"/>
                      </a:lnTo>
                      <a:lnTo>
                        <a:pt x="1177628" y="1648320"/>
                      </a:lnTo>
                      <a:lnTo>
                        <a:pt x="1016844" y="1814437"/>
                      </a:lnTo>
                      <a:lnTo>
                        <a:pt x="830908" y="1993130"/>
                      </a:lnTo>
                      <a:lnTo>
                        <a:pt x="732235" y="2108571"/>
                      </a:lnTo>
                      <a:lnTo>
                        <a:pt x="544065" y="2201439"/>
                      </a:lnTo>
                      <a:lnTo>
                        <a:pt x="301700" y="2274688"/>
                      </a:lnTo>
                      <a:lnTo>
                        <a:pt x="0" y="2339030"/>
                      </a:lnTo>
                      <a:close/>
                    </a:path>
                  </a:pathLst>
                </a:custGeom>
                <a:grpFill/>
                <a:ln w="6350" cmpd="sng">
                  <a:solidFill>
                    <a:srgbClr val="FFFFFF"/>
                  </a:solidFill>
                  <a:prstDash val="solid"/>
                  <a:round/>
                  <a:headEnd/>
                  <a:tailEnd/>
                </a:ln>
                <a:effectLst>
                  <a:outerShdw dist="28398" dir="6993903" algn="ctr" rotWithShape="0">
                    <a:srgbClr val="B2B2B2">
                      <a:alpha val="5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457" b="0" i="0" u="none" strike="noStrike" kern="1200" cap="none" spc="0" normalizeH="0" baseline="0" noProof="0">
                    <a:ln>
                      <a:noFill/>
                    </a:ln>
                    <a:solidFill>
                      <a:sysClr val="windowText" lastClr="000000"/>
                    </a:solidFill>
                    <a:effectLst/>
                    <a:uLnTx/>
                    <a:uFillTx/>
                    <a:latin typeface="29LT Bukra Bold" panose="000B0903020204020204" pitchFamily="34" charset="-78"/>
                    <a:ea typeface="等线" panose="02010600030101010101" pitchFamily="2" charset="-122"/>
                    <a:cs typeface="29LT Bukra Bold" panose="000B0903020204020204" pitchFamily="34" charset="-78"/>
                  </a:endParaRPr>
                </a:p>
              </p:txBody>
            </p:sp>
            <p:sp>
              <p:nvSpPr>
                <p:cNvPr id="1897" name="任意多边形 191">
                  <a:extLst>
                    <a:ext uri="{FF2B5EF4-FFF2-40B4-BE49-F238E27FC236}">
                      <a16:creationId xmlns:a16="http://schemas.microsoft.com/office/drawing/2014/main" id="{5FAF7F7A-500C-6D81-E985-8BD3F4F16774}"/>
                    </a:ext>
                  </a:extLst>
                </p:cNvPr>
                <p:cNvSpPr>
                  <a:spLocks/>
                </p:cNvSpPr>
                <p:nvPr/>
              </p:nvSpPr>
              <p:spPr bwMode="auto">
                <a:xfrm>
                  <a:off x="1641475" y="2173288"/>
                  <a:ext cx="546100" cy="561975"/>
                </a:xfrm>
                <a:custGeom>
                  <a:avLst/>
                  <a:gdLst>
                    <a:gd name="T0" fmla="*/ 8786 w 11535895"/>
                    <a:gd name="T1" fmla="*/ 102356 h 11889818"/>
                    <a:gd name="T2" fmla="*/ 0 w 11535895"/>
                    <a:gd name="T3" fmla="*/ 148247 h 11889818"/>
                    <a:gd name="T4" fmla="*/ 32807 w 11535895"/>
                    <a:gd name="T5" fmla="*/ 184845 h 11889818"/>
                    <a:gd name="T6" fmla="*/ 46127 w 11535895"/>
                    <a:gd name="T7" fmla="*/ 234410 h 11889818"/>
                    <a:gd name="T8" fmla="*/ 92808 w 11535895"/>
                    <a:gd name="T9" fmla="*/ 343286 h 11889818"/>
                    <a:gd name="T10" fmla="*/ 170420 w 11535895"/>
                    <a:gd name="T11" fmla="*/ 458644 h 11889818"/>
                    <a:gd name="T12" fmla="*/ 213763 w 11535895"/>
                    <a:gd name="T13" fmla="*/ 500342 h 11889818"/>
                    <a:gd name="T14" fmla="*/ 256114 w 11535895"/>
                    <a:gd name="T15" fmla="*/ 533131 h 11889818"/>
                    <a:gd name="T16" fmla="*/ 346540 w 11535895"/>
                    <a:gd name="T17" fmla="*/ 561592 h 11889818"/>
                    <a:gd name="T18" fmla="*/ 394304 w 11535895"/>
                    <a:gd name="T19" fmla="*/ 450119 h 11889818"/>
                    <a:gd name="T20" fmla="*/ 430142 w 11535895"/>
                    <a:gd name="T21" fmla="*/ 387120 h 11889818"/>
                    <a:gd name="T22" fmla="*/ 491754 w 11535895"/>
                    <a:gd name="T23" fmla="*/ 298171 h 11889818"/>
                    <a:gd name="T24" fmla="*/ 545165 w 11535895"/>
                    <a:gd name="T25" fmla="*/ 272944 h 11889818"/>
                    <a:gd name="T26" fmla="*/ 526414 w 11535895"/>
                    <a:gd name="T27" fmla="*/ 238305 h 11889818"/>
                    <a:gd name="T28" fmla="*/ 510825 w 11535895"/>
                    <a:gd name="T29" fmla="*/ 204651 h 11889818"/>
                    <a:gd name="T30" fmla="*/ 506599 w 11535895"/>
                    <a:gd name="T31" fmla="*/ 176190 h 11889818"/>
                    <a:gd name="T32" fmla="*/ 496206 w 11535895"/>
                    <a:gd name="T33" fmla="*/ 148698 h 11889818"/>
                    <a:gd name="T34" fmla="*/ 490247 w 11535895"/>
                    <a:gd name="T35" fmla="*/ 118506 h 11889818"/>
                    <a:gd name="T36" fmla="*/ 485673 w 11535895"/>
                    <a:gd name="T37" fmla="*/ 85058 h 11889818"/>
                    <a:gd name="T38" fmla="*/ 474519 w 11535895"/>
                    <a:gd name="T39" fmla="*/ 50435 h 11889818"/>
                    <a:gd name="T40" fmla="*/ 452001 w 11535895"/>
                    <a:gd name="T41" fmla="*/ 28898 h 11889818"/>
                    <a:gd name="T42" fmla="*/ 433918 w 11535895"/>
                    <a:gd name="T43" fmla="*/ 18511 h 11889818"/>
                    <a:gd name="T44" fmla="*/ 408906 w 11535895"/>
                    <a:gd name="T45" fmla="*/ 12556 h 11889818"/>
                    <a:gd name="T46" fmla="*/ 389090 w 11535895"/>
                    <a:gd name="T47" fmla="*/ 8331 h 11889818"/>
                    <a:gd name="T48" fmla="*/ 365463 w 11535895"/>
                    <a:gd name="T49" fmla="*/ 0 h 11889818"/>
                    <a:gd name="T50" fmla="*/ 340799 w 11535895"/>
                    <a:gd name="T51" fmla="*/ 59158 h 11889818"/>
                    <a:gd name="T52" fmla="*/ 322715 w 11535895"/>
                    <a:gd name="T53" fmla="*/ 84919 h 11889818"/>
                    <a:gd name="T54" fmla="*/ 298821 w 11535895"/>
                    <a:gd name="T55" fmla="*/ 115003 h 11889818"/>
                    <a:gd name="T56" fmla="*/ 278857 w 11535895"/>
                    <a:gd name="T57" fmla="*/ 114349 h 11889818"/>
                    <a:gd name="T58" fmla="*/ 241720 w 11535895"/>
                    <a:gd name="T59" fmla="*/ 103962 h 11889818"/>
                    <a:gd name="T60" fmla="*/ 197863 w 11535895"/>
                    <a:gd name="T61" fmla="*/ 91843 h 11889818"/>
                    <a:gd name="T62" fmla="*/ 150541 w 11535895"/>
                    <a:gd name="T63" fmla="*/ 86650 h 11889818"/>
                    <a:gd name="T64" fmla="*/ 96083 w 11535895"/>
                    <a:gd name="T65" fmla="*/ 88381 h 11889818"/>
                    <a:gd name="T66" fmla="*/ 53403 w 11535895"/>
                    <a:gd name="T67" fmla="*/ 96068 h 11889818"/>
                    <a:gd name="T68" fmla="*/ 8786 w 11535895"/>
                    <a:gd name="T69" fmla="*/ 102356 h 11889818"/>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11535895" h="11889818">
                      <a:moveTo>
                        <a:pt x="185924" y="2167051"/>
                      </a:moveTo>
                      <a:lnTo>
                        <a:pt x="0" y="3138628"/>
                      </a:lnTo>
                      <a:lnTo>
                        <a:pt x="694198" y="3913481"/>
                      </a:lnTo>
                      <a:lnTo>
                        <a:pt x="976056" y="4962842"/>
                      </a:lnTo>
                      <a:lnTo>
                        <a:pt x="1963849" y="7267920"/>
                      </a:lnTo>
                      <a:lnTo>
                        <a:pt x="3606140" y="9710238"/>
                      </a:lnTo>
                      <a:lnTo>
                        <a:pt x="4523295" y="10593058"/>
                      </a:lnTo>
                      <a:lnTo>
                        <a:pt x="5419463" y="11287252"/>
                      </a:lnTo>
                      <a:lnTo>
                        <a:pt x="7332912" y="11889818"/>
                      </a:lnTo>
                      <a:lnTo>
                        <a:pt x="8343619" y="9529763"/>
                      </a:lnTo>
                      <a:lnTo>
                        <a:pt x="9101959" y="8195966"/>
                      </a:lnTo>
                      <a:lnTo>
                        <a:pt x="10405688" y="6312770"/>
                      </a:lnTo>
                      <a:lnTo>
                        <a:pt x="11535895" y="5778668"/>
                      </a:lnTo>
                      <a:lnTo>
                        <a:pt x="11139113" y="5045308"/>
                      </a:lnTo>
                      <a:lnTo>
                        <a:pt x="10809243" y="4332786"/>
                      </a:lnTo>
                      <a:lnTo>
                        <a:pt x="10719808" y="3730220"/>
                      </a:lnTo>
                      <a:lnTo>
                        <a:pt x="10499895" y="3148175"/>
                      </a:lnTo>
                      <a:lnTo>
                        <a:pt x="10373808" y="2508957"/>
                      </a:lnTo>
                      <a:lnTo>
                        <a:pt x="10277027" y="1800825"/>
                      </a:lnTo>
                      <a:lnTo>
                        <a:pt x="10040987" y="1067781"/>
                      </a:lnTo>
                      <a:lnTo>
                        <a:pt x="9564509" y="611824"/>
                      </a:lnTo>
                      <a:lnTo>
                        <a:pt x="9181856" y="391911"/>
                      </a:lnTo>
                      <a:lnTo>
                        <a:pt x="8652595" y="265824"/>
                      </a:lnTo>
                      <a:lnTo>
                        <a:pt x="8233290" y="176388"/>
                      </a:lnTo>
                      <a:lnTo>
                        <a:pt x="7733331" y="0"/>
                      </a:lnTo>
                      <a:lnTo>
                        <a:pt x="7211420" y="1252474"/>
                      </a:lnTo>
                      <a:lnTo>
                        <a:pt x="6828767" y="1797866"/>
                      </a:lnTo>
                      <a:lnTo>
                        <a:pt x="6323171" y="2434791"/>
                      </a:lnTo>
                      <a:lnTo>
                        <a:pt x="5900722" y="2420953"/>
                      </a:lnTo>
                      <a:lnTo>
                        <a:pt x="5114895" y="2201040"/>
                      </a:lnTo>
                      <a:lnTo>
                        <a:pt x="4186850" y="1944475"/>
                      </a:lnTo>
                      <a:lnTo>
                        <a:pt x="3185501" y="1834518"/>
                      </a:lnTo>
                      <a:lnTo>
                        <a:pt x="2033152" y="1871170"/>
                      </a:lnTo>
                      <a:lnTo>
                        <a:pt x="1130019" y="2033910"/>
                      </a:lnTo>
                      <a:lnTo>
                        <a:pt x="185924" y="2167051"/>
                      </a:lnTo>
                      <a:close/>
                    </a:path>
                  </a:pathLst>
                </a:custGeom>
                <a:grpFill/>
                <a:ln w="6350" cmpd="sng">
                  <a:solidFill>
                    <a:srgbClr val="FFFFFF"/>
                  </a:solidFill>
                  <a:prstDash val="solid"/>
                  <a:round/>
                  <a:headEnd/>
                  <a:tailEnd/>
                </a:ln>
                <a:effectLst>
                  <a:outerShdw dist="28398" dir="6993903" algn="ctr" rotWithShape="0">
                    <a:srgbClr val="B2B2B2">
                      <a:alpha val="5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457" b="0" i="0" u="none" strike="noStrike" kern="1200" cap="none" spc="0" normalizeH="0" baseline="0" noProof="0">
                    <a:ln>
                      <a:noFill/>
                    </a:ln>
                    <a:solidFill>
                      <a:sysClr val="windowText" lastClr="000000"/>
                    </a:solidFill>
                    <a:effectLst/>
                    <a:uLnTx/>
                    <a:uFillTx/>
                    <a:latin typeface="29LT Bukra Bold" panose="000B0903020204020204" pitchFamily="34" charset="-78"/>
                    <a:ea typeface="等线" panose="02010600030101010101" pitchFamily="2" charset="-122"/>
                    <a:cs typeface="29LT Bukra Bold" panose="000B0903020204020204" pitchFamily="34" charset="-78"/>
                  </a:endParaRPr>
                </a:p>
              </p:txBody>
            </p:sp>
            <p:sp>
              <p:nvSpPr>
                <p:cNvPr id="1898" name="任意多边形 192">
                  <a:extLst>
                    <a:ext uri="{FF2B5EF4-FFF2-40B4-BE49-F238E27FC236}">
                      <a16:creationId xmlns:a16="http://schemas.microsoft.com/office/drawing/2014/main" id="{5D90A163-2475-306E-B715-5FA95B38CD97}"/>
                    </a:ext>
                  </a:extLst>
                </p:cNvPr>
                <p:cNvSpPr>
                  <a:spLocks/>
                </p:cNvSpPr>
                <p:nvPr/>
              </p:nvSpPr>
              <p:spPr bwMode="auto">
                <a:xfrm>
                  <a:off x="1624013" y="2073275"/>
                  <a:ext cx="382587" cy="214313"/>
                </a:xfrm>
                <a:custGeom>
                  <a:avLst/>
                  <a:gdLst>
                    <a:gd name="T0" fmla="*/ 26482 w 8108065"/>
                    <a:gd name="T1" fmla="*/ 202361 h 4555077"/>
                    <a:gd name="T2" fmla="*/ 0 w 8108065"/>
                    <a:gd name="T3" fmla="*/ 111087 h 4555077"/>
                    <a:gd name="T4" fmla="*/ 13972 w 8108065"/>
                    <a:gd name="T5" fmla="*/ 107541 h 4555077"/>
                    <a:gd name="T6" fmla="*/ 38078 w 8108065"/>
                    <a:gd name="T7" fmla="*/ 102622 h 4555077"/>
                    <a:gd name="T8" fmla="*/ 54628 w 8108065"/>
                    <a:gd name="T9" fmla="*/ 80029 h 4555077"/>
                    <a:gd name="T10" fmla="*/ 83955 w 8108065"/>
                    <a:gd name="T11" fmla="*/ 71483 h 4555077"/>
                    <a:gd name="T12" fmla="*/ 102895 w 8108065"/>
                    <a:gd name="T13" fmla="*/ 56017 h 4555077"/>
                    <a:gd name="T14" fmla="*/ 119238 w 8108065"/>
                    <a:gd name="T15" fmla="*/ 37852 h 4555077"/>
                    <a:gd name="T16" fmla="*/ 139043 w 8108065"/>
                    <a:gd name="T17" fmla="*/ 18926 h 4555077"/>
                    <a:gd name="T18" fmla="*/ 156355 w 8108065"/>
                    <a:gd name="T19" fmla="*/ 0 h 4555077"/>
                    <a:gd name="T20" fmla="*/ 179623 w 8108065"/>
                    <a:gd name="T21" fmla="*/ 9515 h 4555077"/>
                    <a:gd name="T22" fmla="*/ 202787 w 8108065"/>
                    <a:gd name="T23" fmla="*/ 19895 h 4555077"/>
                    <a:gd name="T24" fmla="*/ 229620 w 8108065"/>
                    <a:gd name="T25" fmla="*/ 25085 h 4555077"/>
                    <a:gd name="T26" fmla="*/ 248352 w 8108065"/>
                    <a:gd name="T27" fmla="*/ 31749 h 4555077"/>
                    <a:gd name="T28" fmla="*/ 264592 w 8108065"/>
                    <a:gd name="T29" fmla="*/ 47367 h 4555077"/>
                    <a:gd name="T30" fmla="*/ 286786 w 8108065"/>
                    <a:gd name="T31" fmla="*/ 66189 h 4555077"/>
                    <a:gd name="T32" fmla="*/ 310158 w 8108065"/>
                    <a:gd name="T33" fmla="*/ 82521 h 4555077"/>
                    <a:gd name="T34" fmla="*/ 335053 w 8108065"/>
                    <a:gd name="T35" fmla="*/ 85877 h 4555077"/>
                    <a:gd name="T36" fmla="*/ 357455 w 8108065"/>
                    <a:gd name="T37" fmla="*/ 94527 h 4555077"/>
                    <a:gd name="T38" fmla="*/ 382972 w 8108065"/>
                    <a:gd name="T39" fmla="*/ 100077 h 4555077"/>
                    <a:gd name="T40" fmla="*/ 358320 w 8108065"/>
                    <a:gd name="T41" fmla="*/ 159193 h 4555077"/>
                    <a:gd name="T42" fmla="*/ 340246 w 8108065"/>
                    <a:gd name="T43" fmla="*/ 184935 h 4555077"/>
                    <a:gd name="T44" fmla="*/ 316365 w 8108065"/>
                    <a:gd name="T45" fmla="*/ 214998 h 4555077"/>
                    <a:gd name="T46" fmla="*/ 296412 w 8108065"/>
                    <a:gd name="T47" fmla="*/ 214345 h 4555077"/>
                    <a:gd name="T48" fmla="*/ 259294 w 8108065"/>
                    <a:gd name="T49" fmla="*/ 203965 h 4555077"/>
                    <a:gd name="T50" fmla="*/ 215459 w 8108065"/>
                    <a:gd name="T51" fmla="*/ 191855 h 4555077"/>
                    <a:gd name="T52" fmla="*/ 168162 w 8108065"/>
                    <a:gd name="T53" fmla="*/ 186665 h 4555077"/>
                    <a:gd name="T54" fmla="*/ 113733 w 8108065"/>
                    <a:gd name="T55" fmla="*/ 188395 h 4555077"/>
                    <a:gd name="T56" fmla="*/ 71075 w 8108065"/>
                    <a:gd name="T57" fmla="*/ 196077 h 4555077"/>
                    <a:gd name="T58" fmla="*/ 26482 w 8108065"/>
                    <a:gd name="T59" fmla="*/ 202361 h 4555077"/>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0" t="0" r="r" b="b"/>
                  <a:pathLst>
                    <a:path w="8108065" h="4555077">
                      <a:moveTo>
                        <a:pt x="560658" y="4287337"/>
                      </a:moveTo>
                      <a:lnTo>
                        <a:pt x="0" y="2353563"/>
                      </a:lnTo>
                      <a:lnTo>
                        <a:pt x="295804" y="2278424"/>
                      </a:lnTo>
                      <a:lnTo>
                        <a:pt x="806172" y="2174220"/>
                      </a:lnTo>
                      <a:lnTo>
                        <a:pt x="1156563" y="1695548"/>
                      </a:lnTo>
                      <a:lnTo>
                        <a:pt x="1777453" y="1514481"/>
                      </a:lnTo>
                      <a:lnTo>
                        <a:pt x="2178433" y="1186804"/>
                      </a:lnTo>
                      <a:lnTo>
                        <a:pt x="2524434" y="801958"/>
                      </a:lnTo>
                      <a:lnTo>
                        <a:pt x="2943739" y="400981"/>
                      </a:lnTo>
                      <a:lnTo>
                        <a:pt x="3310261" y="0"/>
                      </a:lnTo>
                      <a:lnTo>
                        <a:pt x="3802870" y="201589"/>
                      </a:lnTo>
                      <a:lnTo>
                        <a:pt x="4293286" y="421502"/>
                      </a:lnTo>
                      <a:lnTo>
                        <a:pt x="4861393" y="531459"/>
                      </a:lnTo>
                      <a:lnTo>
                        <a:pt x="5257976" y="672650"/>
                      </a:lnTo>
                      <a:lnTo>
                        <a:pt x="5601786" y="1003547"/>
                      </a:lnTo>
                      <a:lnTo>
                        <a:pt x="6071677" y="1402330"/>
                      </a:lnTo>
                      <a:lnTo>
                        <a:pt x="6566484" y="1748331"/>
                      </a:lnTo>
                      <a:lnTo>
                        <a:pt x="7093552" y="1819438"/>
                      </a:lnTo>
                      <a:lnTo>
                        <a:pt x="7567833" y="2002699"/>
                      </a:lnTo>
                      <a:lnTo>
                        <a:pt x="8108065" y="2120286"/>
                      </a:lnTo>
                      <a:lnTo>
                        <a:pt x="7586154" y="3372760"/>
                      </a:lnTo>
                      <a:lnTo>
                        <a:pt x="7203501" y="3918152"/>
                      </a:lnTo>
                      <a:lnTo>
                        <a:pt x="6697905" y="4555077"/>
                      </a:lnTo>
                      <a:lnTo>
                        <a:pt x="6275456" y="4541239"/>
                      </a:lnTo>
                      <a:lnTo>
                        <a:pt x="5489629" y="4321326"/>
                      </a:lnTo>
                      <a:lnTo>
                        <a:pt x="4561584" y="4064761"/>
                      </a:lnTo>
                      <a:lnTo>
                        <a:pt x="3560235" y="3954804"/>
                      </a:lnTo>
                      <a:lnTo>
                        <a:pt x="2407886" y="3991456"/>
                      </a:lnTo>
                      <a:lnTo>
                        <a:pt x="1504753" y="4154196"/>
                      </a:lnTo>
                      <a:lnTo>
                        <a:pt x="560658" y="4287337"/>
                      </a:lnTo>
                      <a:close/>
                    </a:path>
                  </a:pathLst>
                </a:custGeom>
                <a:grpFill/>
                <a:ln w="6350" cmpd="sng">
                  <a:solidFill>
                    <a:srgbClr val="FFFFFF"/>
                  </a:solidFill>
                  <a:prstDash val="solid"/>
                  <a:round/>
                  <a:headEnd/>
                  <a:tailEnd/>
                </a:ln>
                <a:effectLst>
                  <a:outerShdw dist="28398" dir="6993903" algn="ctr" rotWithShape="0">
                    <a:srgbClr val="B2B2B2">
                      <a:alpha val="5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457" b="0" i="0" u="none" strike="noStrike" kern="1200" cap="none" spc="0" normalizeH="0" baseline="0" noProof="0">
                    <a:ln>
                      <a:noFill/>
                    </a:ln>
                    <a:solidFill>
                      <a:sysClr val="windowText" lastClr="000000"/>
                    </a:solidFill>
                    <a:effectLst/>
                    <a:uLnTx/>
                    <a:uFillTx/>
                    <a:latin typeface="29LT Bukra Bold" panose="000B0903020204020204" pitchFamily="34" charset="-78"/>
                    <a:ea typeface="等线" panose="02010600030101010101" pitchFamily="2" charset="-122"/>
                    <a:cs typeface="29LT Bukra Bold" panose="000B0903020204020204" pitchFamily="34" charset="-78"/>
                  </a:endParaRPr>
                </a:p>
              </p:txBody>
            </p:sp>
            <p:sp>
              <p:nvSpPr>
                <p:cNvPr id="1899" name="任意多边形 193">
                  <a:extLst>
                    <a:ext uri="{FF2B5EF4-FFF2-40B4-BE49-F238E27FC236}">
                      <a16:creationId xmlns:a16="http://schemas.microsoft.com/office/drawing/2014/main" id="{043A684B-D386-67D5-69A9-271F4C1CF65C}"/>
                    </a:ext>
                  </a:extLst>
                </p:cNvPr>
                <p:cNvSpPr>
                  <a:spLocks/>
                </p:cNvSpPr>
                <p:nvPr/>
              </p:nvSpPr>
              <p:spPr bwMode="auto">
                <a:xfrm>
                  <a:off x="1341438" y="2055813"/>
                  <a:ext cx="236537" cy="161925"/>
                </a:xfrm>
                <a:custGeom>
                  <a:avLst/>
                  <a:gdLst>
                    <a:gd name="T0" fmla="*/ 51845 w 4978049"/>
                    <a:gd name="T1" fmla="*/ 105371 h 3421725"/>
                    <a:gd name="T2" fmla="*/ 13016 w 4978049"/>
                    <a:gd name="T3" fmla="*/ 128619 h 3421725"/>
                    <a:gd name="T4" fmla="*/ 0 w 4978049"/>
                    <a:gd name="T5" fmla="*/ 148801 h 3421725"/>
                    <a:gd name="T6" fmla="*/ 35480 w 4978049"/>
                    <a:gd name="T7" fmla="*/ 154992 h 3421725"/>
                    <a:gd name="T8" fmla="*/ 188796 w 4978049"/>
                    <a:gd name="T9" fmla="*/ 161609 h 3421725"/>
                    <a:gd name="T10" fmla="*/ 188300 w 4978049"/>
                    <a:gd name="T11" fmla="*/ 142977 h 3421725"/>
                    <a:gd name="T12" fmla="*/ 196487 w 4978049"/>
                    <a:gd name="T13" fmla="*/ 104650 h 3421725"/>
                    <a:gd name="T14" fmla="*/ 214671 w 4978049"/>
                    <a:gd name="T15" fmla="*/ 42539 h 3421725"/>
                    <a:gd name="T16" fmla="*/ 235209 w 4978049"/>
                    <a:gd name="T17" fmla="*/ 785 h 3421725"/>
                    <a:gd name="T18" fmla="*/ 204280 w 4978049"/>
                    <a:gd name="T19" fmla="*/ 9093 h 3421725"/>
                    <a:gd name="T20" fmla="*/ 181005 w 4978049"/>
                    <a:gd name="T21" fmla="*/ 11690 h 3421725"/>
                    <a:gd name="T22" fmla="*/ 164864 w 4978049"/>
                    <a:gd name="T23" fmla="*/ 8228 h 3421725"/>
                    <a:gd name="T24" fmla="*/ 140893 w 4978049"/>
                    <a:gd name="T25" fmla="*/ 0 h 3421725"/>
                    <a:gd name="T26" fmla="*/ 122813 w 4978049"/>
                    <a:gd name="T27" fmla="*/ 25759 h 3421725"/>
                    <a:gd name="T28" fmla="*/ 108300 w 4978049"/>
                    <a:gd name="T29" fmla="*/ 42242 h 3421725"/>
                    <a:gd name="T30" fmla="*/ 93580 w 4978049"/>
                    <a:gd name="T31" fmla="*/ 64258 h 3421725"/>
                    <a:gd name="T32" fmla="*/ 80037 w 4978049"/>
                    <a:gd name="T33" fmla="*/ 82434 h 3421725"/>
                    <a:gd name="T34" fmla="*/ 51845 w 4978049"/>
                    <a:gd name="T35" fmla="*/ 105371 h 342172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4978049" h="3421725">
                      <a:moveTo>
                        <a:pt x="1097268" y="2230998"/>
                      </a:moveTo>
                      <a:lnTo>
                        <a:pt x="275474" y="2723237"/>
                      </a:lnTo>
                      <a:lnTo>
                        <a:pt x="0" y="3150538"/>
                      </a:lnTo>
                      <a:lnTo>
                        <a:pt x="750921" y="3281620"/>
                      </a:lnTo>
                      <a:lnTo>
                        <a:pt x="3995755" y="3421725"/>
                      </a:lnTo>
                      <a:lnTo>
                        <a:pt x="3985250" y="3027232"/>
                      </a:lnTo>
                      <a:lnTo>
                        <a:pt x="4158529" y="2215748"/>
                      </a:lnTo>
                      <a:lnTo>
                        <a:pt x="4543375" y="900665"/>
                      </a:lnTo>
                      <a:lnTo>
                        <a:pt x="4978049" y="16619"/>
                      </a:lnTo>
                      <a:lnTo>
                        <a:pt x="4323462" y="192531"/>
                      </a:lnTo>
                      <a:lnTo>
                        <a:pt x="3830852" y="247511"/>
                      </a:lnTo>
                      <a:lnTo>
                        <a:pt x="3489242" y="174206"/>
                      </a:lnTo>
                      <a:lnTo>
                        <a:pt x="2981911" y="0"/>
                      </a:lnTo>
                      <a:lnTo>
                        <a:pt x="2599266" y="545392"/>
                      </a:lnTo>
                      <a:lnTo>
                        <a:pt x="2292099" y="894378"/>
                      </a:lnTo>
                      <a:lnTo>
                        <a:pt x="1980565" y="1360520"/>
                      </a:lnTo>
                      <a:lnTo>
                        <a:pt x="1693932" y="1745369"/>
                      </a:lnTo>
                      <a:lnTo>
                        <a:pt x="1097268" y="2230998"/>
                      </a:lnTo>
                      <a:close/>
                    </a:path>
                  </a:pathLst>
                </a:custGeom>
                <a:grpFill/>
                <a:ln w="6350" cmpd="sng">
                  <a:solidFill>
                    <a:srgbClr val="FFFFFF"/>
                  </a:solidFill>
                  <a:prstDash val="solid"/>
                  <a:round/>
                  <a:headEnd/>
                  <a:tailEnd/>
                </a:ln>
                <a:effectLst>
                  <a:outerShdw dist="28398" dir="6993903" algn="ctr" rotWithShape="0">
                    <a:srgbClr val="B2B2B2">
                      <a:alpha val="5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457" b="0" i="0" u="none" strike="noStrike" kern="1200" cap="none" spc="0" normalizeH="0" baseline="0" noProof="0">
                    <a:ln>
                      <a:noFill/>
                    </a:ln>
                    <a:solidFill>
                      <a:sysClr val="windowText" lastClr="000000"/>
                    </a:solidFill>
                    <a:effectLst/>
                    <a:uLnTx/>
                    <a:uFillTx/>
                    <a:latin typeface="29LT Bukra Bold" panose="000B0903020204020204" pitchFamily="34" charset="-78"/>
                    <a:ea typeface="等线" panose="02010600030101010101" pitchFamily="2" charset="-122"/>
                    <a:cs typeface="29LT Bukra Bold" panose="000B0903020204020204" pitchFamily="34" charset="-78"/>
                  </a:endParaRPr>
                </a:p>
              </p:txBody>
            </p:sp>
            <p:sp>
              <p:nvSpPr>
                <p:cNvPr id="1900" name="任意多边形 194">
                  <a:extLst>
                    <a:ext uri="{FF2B5EF4-FFF2-40B4-BE49-F238E27FC236}">
                      <a16:creationId xmlns:a16="http://schemas.microsoft.com/office/drawing/2014/main" id="{F483A1BD-91EB-3557-D8A1-CCEADFCA80B9}"/>
                    </a:ext>
                  </a:extLst>
                </p:cNvPr>
                <p:cNvSpPr>
                  <a:spLocks/>
                </p:cNvSpPr>
                <p:nvPr/>
              </p:nvSpPr>
              <p:spPr bwMode="auto">
                <a:xfrm>
                  <a:off x="1227138" y="1946275"/>
                  <a:ext cx="255587" cy="257175"/>
                </a:xfrm>
                <a:custGeom>
                  <a:avLst/>
                  <a:gdLst>
                    <a:gd name="T0" fmla="*/ 166651 w 5411658"/>
                    <a:gd name="T1" fmla="*/ 214215 h 5444167"/>
                    <a:gd name="T2" fmla="*/ 127821 w 5411658"/>
                    <a:gd name="T3" fmla="*/ 237464 h 5444167"/>
                    <a:gd name="T4" fmla="*/ 115081 w 5411658"/>
                    <a:gd name="T5" fmla="*/ 257132 h 5444167"/>
                    <a:gd name="T6" fmla="*/ 77410 w 5411658"/>
                    <a:gd name="T7" fmla="*/ 251061 h 5444167"/>
                    <a:gd name="T8" fmla="*/ 0 w 5411658"/>
                    <a:gd name="T9" fmla="*/ 215884 h 5444167"/>
                    <a:gd name="T10" fmla="*/ 18078 w 5411658"/>
                    <a:gd name="T11" fmla="*/ 203334 h 5444167"/>
                    <a:gd name="T12" fmla="*/ 35933 w 5411658"/>
                    <a:gd name="T13" fmla="*/ 180708 h 5444167"/>
                    <a:gd name="T14" fmla="*/ 8882 w 5411658"/>
                    <a:gd name="T15" fmla="*/ 150188 h 5444167"/>
                    <a:gd name="T16" fmla="*/ 17645 w 5411658"/>
                    <a:gd name="T17" fmla="*/ 99328 h 5444167"/>
                    <a:gd name="T18" fmla="*/ 22217 w 5411658"/>
                    <a:gd name="T19" fmla="*/ 54873 h 5444167"/>
                    <a:gd name="T20" fmla="*/ 32954 w 5411658"/>
                    <a:gd name="T21" fmla="*/ 0 h 5444167"/>
                    <a:gd name="T22" fmla="*/ 48403 w 5411658"/>
                    <a:gd name="T23" fmla="*/ 18259 h 5444167"/>
                    <a:gd name="T24" fmla="*/ 69081 w 5411658"/>
                    <a:gd name="T25" fmla="*/ 20751 h 5444167"/>
                    <a:gd name="T26" fmla="*/ 102436 w 5411658"/>
                    <a:gd name="T27" fmla="*/ 30065 h 5444167"/>
                    <a:gd name="T28" fmla="*/ 120413 w 5411658"/>
                    <a:gd name="T29" fmla="*/ 39483 h 5444167"/>
                    <a:gd name="T30" fmla="*/ 155707 w 5411658"/>
                    <a:gd name="T31" fmla="*/ 60152 h 5444167"/>
                    <a:gd name="T32" fmla="*/ 176385 w 5411658"/>
                    <a:gd name="T33" fmla="*/ 81791 h 5444167"/>
                    <a:gd name="T34" fmla="*/ 198795 w 5411658"/>
                    <a:gd name="T35" fmla="*/ 97267 h 5444167"/>
                    <a:gd name="T36" fmla="*/ 220339 w 5411658"/>
                    <a:gd name="T37" fmla="*/ 103223 h 5444167"/>
                    <a:gd name="T38" fmla="*/ 255700 w 5411658"/>
                    <a:gd name="T39" fmla="*/ 108844 h 5444167"/>
                    <a:gd name="T40" fmla="*/ 237620 w 5411658"/>
                    <a:gd name="T41" fmla="*/ 134603 h 5444167"/>
                    <a:gd name="T42" fmla="*/ 223106 w 5411658"/>
                    <a:gd name="T43" fmla="*/ 151086 h 5444167"/>
                    <a:gd name="T44" fmla="*/ 208387 w 5411658"/>
                    <a:gd name="T45" fmla="*/ 173102 h 5444167"/>
                    <a:gd name="T46" fmla="*/ 194843 w 5411658"/>
                    <a:gd name="T47" fmla="*/ 191279 h 5444167"/>
                    <a:gd name="T48" fmla="*/ 166651 w 5411658"/>
                    <a:gd name="T49" fmla="*/ 214215 h 5444167"/>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5411658" h="5444167">
                      <a:moveTo>
                        <a:pt x="3527016" y="4535505"/>
                      </a:moveTo>
                      <a:lnTo>
                        <a:pt x="2705222" y="5027744"/>
                      </a:lnTo>
                      <a:lnTo>
                        <a:pt x="2435576" y="5444167"/>
                      </a:lnTo>
                      <a:lnTo>
                        <a:pt x="1638321" y="5315628"/>
                      </a:lnTo>
                      <a:lnTo>
                        <a:pt x="0" y="4570830"/>
                      </a:lnTo>
                      <a:lnTo>
                        <a:pt x="382599" y="4305114"/>
                      </a:lnTo>
                      <a:lnTo>
                        <a:pt x="760480" y="3826062"/>
                      </a:lnTo>
                      <a:lnTo>
                        <a:pt x="187982" y="3179876"/>
                      </a:lnTo>
                      <a:lnTo>
                        <a:pt x="373437" y="2103026"/>
                      </a:lnTo>
                      <a:lnTo>
                        <a:pt x="470210" y="1161806"/>
                      </a:lnTo>
                      <a:lnTo>
                        <a:pt x="697450" y="0"/>
                      </a:lnTo>
                      <a:lnTo>
                        <a:pt x="1024400" y="386581"/>
                      </a:lnTo>
                      <a:lnTo>
                        <a:pt x="1462029" y="439364"/>
                      </a:lnTo>
                      <a:lnTo>
                        <a:pt x="2167967" y="636563"/>
                      </a:lnTo>
                      <a:lnTo>
                        <a:pt x="2548423" y="835954"/>
                      </a:lnTo>
                      <a:lnTo>
                        <a:pt x="3295400" y="1273583"/>
                      </a:lnTo>
                      <a:lnTo>
                        <a:pt x="3733034" y="1731737"/>
                      </a:lnTo>
                      <a:lnTo>
                        <a:pt x="4207319" y="2059409"/>
                      </a:lnTo>
                      <a:lnTo>
                        <a:pt x="4663272" y="2185496"/>
                      </a:lnTo>
                      <a:lnTo>
                        <a:pt x="5411659" y="2304507"/>
                      </a:lnTo>
                      <a:lnTo>
                        <a:pt x="5029014" y="2849899"/>
                      </a:lnTo>
                      <a:lnTo>
                        <a:pt x="4721847" y="3198885"/>
                      </a:lnTo>
                      <a:lnTo>
                        <a:pt x="4410313" y="3665027"/>
                      </a:lnTo>
                      <a:lnTo>
                        <a:pt x="4123680" y="4049876"/>
                      </a:lnTo>
                      <a:lnTo>
                        <a:pt x="3527016" y="4535505"/>
                      </a:lnTo>
                      <a:close/>
                    </a:path>
                  </a:pathLst>
                </a:custGeom>
                <a:grpFill/>
                <a:ln w="6350" cmpd="sng">
                  <a:solidFill>
                    <a:srgbClr val="FFFFFF"/>
                  </a:solidFill>
                  <a:prstDash val="solid"/>
                  <a:round/>
                  <a:headEnd/>
                  <a:tailEnd/>
                </a:ln>
                <a:effectLst>
                  <a:outerShdw dist="28398" dir="6993903" algn="ctr" rotWithShape="0">
                    <a:srgbClr val="B2B2B2">
                      <a:alpha val="5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457" b="0" i="0" u="none" strike="noStrike" kern="1200" cap="none" spc="0" normalizeH="0" baseline="0" noProof="0">
                    <a:ln>
                      <a:noFill/>
                    </a:ln>
                    <a:solidFill>
                      <a:sysClr val="windowText" lastClr="000000"/>
                    </a:solidFill>
                    <a:effectLst/>
                    <a:uLnTx/>
                    <a:uFillTx/>
                    <a:latin typeface="29LT Bukra Bold" panose="000B0903020204020204" pitchFamily="34" charset="-78"/>
                    <a:ea typeface="等线" panose="02010600030101010101" pitchFamily="2" charset="-122"/>
                    <a:cs typeface="29LT Bukra Bold" panose="000B0903020204020204" pitchFamily="34" charset="-78"/>
                  </a:endParaRPr>
                </a:p>
              </p:txBody>
            </p:sp>
            <p:sp>
              <p:nvSpPr>
                <p:cNvPr id="1901" name="任意多边形 195">
                  <a:extLst>
                    <a:ext uri="{FF2B5EF4-FFF2-40B4-BE49-F238E27FC236}">
                      <a16:creationId xmlns:a16="http://schemas.microsoft.com/office/drawing/2014/main" id="{E0D51116-FC0C-19C9-C810-52E82E466337}"/>
                    </a:ext>
                  </a:extLst>
                </p:cNvPr>
                <p:cNvSpPr>
                  <a:spLocks/>
                </p:cNvSpPr>
                <p:nvPr/>
              </p:nvSpPr>
              <p:spPr bwMode="auto">
                <a:xfrm>
                  <a:off x="1601788" y="2035175"/>
                  <a:ext cx="179387" cy="149225"/>
                </a:xfrm>
                <a:custGeom>
                  <a:avLst/>
                  <a:gdLst>
                    <a:gd name="T0" fmla="*/ 1109 w 3799883"/>
                    <a:gd name="T1" fmla="*/ 62923 h 3144358"/>
                    <a:gd name="T2" fmla="*/ 9909 w 3799883"/>
                    <a:gd name="T3" fmla="*/ 82331 h 3144358"/>
                    <a:gd name="T4" fmla="*/ 15727 w 3799883"/>
                    <a:gd name="T5" fmla="*/ 110618 h 3144358"/>
                    <a:gd name="T6" fmla="*/ 23267 w 3799883"/>
                    <a:gd name="T7" fmla="*/ 148334 h 3144358"/>
                    <a:gd name="T8" fmla="*/ 61761 w 3799883"/>
                    <a:gd name="T9" fmla="*/ 140089 h 3144358"/>
                    <a:gd name="T10" fmla="*/ 78557 w 3799883"/>
                    <a:gd name="T11" fmla="*/ 117387 h 3144358"/>
                    <a:gd name="T12" fmla="*/ 107559 w 3799883"/>
                    <a:gd name="T13" fmla="*/ 109277 h 3144358"/>
                    <a:gd name="T14" fmla="*/ 125965 w 3799883"/>
                    <a:gd name="T15" fmla="*/ 93716 h 3144358"/>
                    <a:gd name="T16" fmla="*/ 141192 w 3799883"/>
                    <a:gd name="T17" fmla="*/ 77231 h 3144358"/>
                    <a:gd name="T18" fmla="*/ 165685 w 3799883"/>
                    <a:gd name="T19" fmla="*/ 52858 h 3144358"/>
                    <a:gd name="T20" fmla="*/ 179509 w 3799883"/>
                    <a:gd name="T21" fmla="*/ 37721 h 3144358"/>
                    <a:gd name="T22" fmla="*/ 162655 w 3799883"/>
                    <a:gd name="T23" fmla="*/ 42258 h 3144358"/>
                    <a:gd name="T24" fmla="*/ 131592 w 3799883"/>
                    <a:gd name="T25" fmla="*/ 37936 h 3144358"/>
                    <a:gd name="T26" fmla="*/ 114381 w 3799883"/>
                    <a:gd name="T27" fmla="*/ 27562 h 3144358"/>
                    <a:gd name="T28" fmla="*/ 91976 w 3799883"/>
                    <a:gd name="T29" fmla="*/ 16426 h 3144358"/>
                    <a:gd name="T30" fmla="*/ 67077 w 3799883"/>
                    <a:gd name="T31" fmla="*/ 3458 h 3144358"/>
                    <a:gd name="T32" fmla="*/ 41312 w 3799883"/>
                    <a:gd name="T33" fmla="*/ 0 h 3144358"/>
                    <a:gd name="T34" fmla="*/ 14722 w 3799883"/>
                    <a:gd name="T35" fmla="*/ 7911 h 3144358"/>
                    <a:gd name="T36" fmla="*/ 0 w 3799883"/>
                    <a:gd name="T37" fmla="*/ 13141 h 3144358"/>
                    <a:gd name="T38" fmla="*/ 2770 w 3799883"/>
                    <a:gd name="T39" fmla="*/ 40183 h 3144358"/>
                    <a:gd name="T40" fmla="*/ 1109 w 3799883"/>
                    <a:gd name="T41" fmla="*/ 62923 h 3144358"/>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3799883" h="3144358">
                      <a:moveTo>
                        <a:pt x="23477" y="1333828"/>
                      </a:moveTo>
                      <a:lnTo>
                        <a:pt x="209747" y="1745237"/>
                      </a:lnTo>
                      <a:lnTo>
                        <a:pt x="332910" y="2344863"/>
                      </a:lnTo>
                      <a:lnTo>
                        <a:pt x="492517" y="3144358"/>
                      </a:lnTo>
                      <a:lnTo>
                        <a:pt x="1307361" y="2969593"/>
                      </a:lnTo>
                      <a:lnTo>
                        <a:pt x="1662909" y="2488347"/>
                      </a:lnTo>
                      <a:lnTo>
                        <a:pt x="2276834" y="2316442"/>
                      </a:lnTo>
                      <a:lnTo>
                        <a:pt x="2666451" y="1986576"/>
                      </a:lnTo>
                      <a:lnTo>
                        <a:pt x="2988775" y="1637135"/>
                      </a:lnTo>
                      <a:lnTo>
                        <a:pt x="3507254" y="1120476"/>
                      </a:lnTo>
                      <a:lnTo>
                        <a:pt x="3799883" y="799603"/>
                      </a:lnTo>
                      <a:lnTo>
                        <a:pt x="3443116" y="895787"/>
                      </a:lnTo>
                      <a:lnTo>
                        <a:pt x="2785570" y="804159"/>
                      </a:lnTo>
                      <a:lnTo>
                        <a:pt x="2421245" y="584246"/>
                      </a:lnTo>
                      <a:lnTo>
                        <a:pt x="1946964" y="348202"/>
                      </a:lnTo>
                      <a:lnTo>
                        <a:pt x="1419896" y="73312"/>
                      </a:lnTo>
                      <a:lnTo>
                        <a:pt x="874504" y="0"/>
                      </a:lnTo>
                      <a:lnTo>
                        <a:pt x="311638" y="167704"/>
                      </a:lnTo>
                      <a:lnTo>
                        <a:pt x="0" y="278557"/>
                      </a:lnTo>
                      <a:lnTo>
                        <a:pt x="58644" y="851801"/>
                      </a:lnTo>
                      <a:lnTo>
                        <a:pt x="23477" y="1333828"/>
                      </a:lnTo>
                      <a:close/>
                    </a:path>
                  </a:pathLst>
                </a:custGeom>
                <a:grpFill/>
                <a:ln w="6350" cmpd="sng">
                  <a:solidFill>
                    <a:srgbClr val="FFFFFF"/>
                  </a:solidFill>
                  <a:prstDash val="solid"/>
                  <a:round/>
                  <a:headEnd/>
                  <a:tailEnd/>
                </a:ln>
                <a:effectLst>
                  <a:outerShdw dist="28398" dir="6993903" algn="ctr" rotWithShape="0">
                    <a:srgbClr val="B2B2B2">
                      <a:alpha val="5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457" b="0" i="0" u="none" strike="noStrike" kern="1200" cap="none" spc="0" normalizeH="0" baseline="0" noProof="0">
                    <a:ln>
                      <a:noFill/>
                    </a:ln>
                    <a:solidFill>
                      <a:sysClr val="windowText" lastClr="000000"/>
                    </a:solidFill>
                    <a:effectLst/>
                    <a:uLnTx/>
                    <a:uFillTx/>
                    <a:latin typeface="29LT Bukra Bold" panose="000B0903020204020204" pitchFamily="34" charset="-78"/>
                    <a:ea typeface="等线" panose="02010600030101010101" pitchFamily="2" charset="-122"/>
                    <a:cs typeface="29LT Bukra Bold" panose="000B0903020204020204" pitchFamily="34" charset="-78"/>
                  </a:endParaRPr>
                </a:p>
              </p:txBody>
            </p:sp>
            <p:sp>
              <p:nvSpPr>
                <p:cNvPr id="1902" name="任意多边形 196">
                  <a:extLst>
                    <a:ext uri="{FF2B5EF4-FFF2-40B4-BE49-F238E27FC236}">
                      <a16:creationId xmlns:a16="http://schemas.microsoft.com/office/drawing/2014/main" id="{FFB59CFA-DEE6-4584-78F0-9316F9D9A211}"/>
                    </a:ext>
                  </a:extLst>
                </p:cNvPr>
                <p:cNvSpPr>
                  <a:spLocks/>
                </p:cNvSpPr>
                <p:nvPr/>
              </p:nvSpPr>
              <p:spPr bwMode="auto">
                <a:xfrm>
                  <a:off x="1530350" y="2047875"/>
                  <a:ext cx="93662" cy="169863"/>
                </a:xfrm>
                <a:custGeom>
                  <a:avLst/>
                  <a:gdLst>
                    <a:gd name="T0" fmla="*/ 71653 w 1984571"/>
                    <a:gd name="T1" fmla="*/ 49850 h 3573848"/>
                    <a:gd name="T2" fmla="*/ 80430 w 1984571"/>
                    <a:gd name="T3" fmla="*/ 69284 h 3573848"/>
                    <a:gd name="T4" fmla="*/ 86233 w 1984571"/>
                    <a:gd name="T5" fmla="*/ 97610 h 3573848"/>
                    <a:gd name="T6" fmla="*/ 93506 w 1984571"/>
                    <a:gd name="T7" fmla="*/ 136058 h 3573848"/>
                    <a:gd name="T8" fmla="*/ 54623 w 1984571"/>
                    <a:gd name="T9" fmla="*/ 159274 h 3573848"/>
                    <a:gd name="T10" fmla="*/ 455 w 1984571"/>
                    <a:gd name="T11" fmla="*/ 168824 h 3573848"/>
                    <a:gd name="T12" fmla="*/ 0 w 1984571"/>
                    <a:gd name="T13" fmla="*/ 148227 h 3573848"/>
                    <a:gd name="T14" fmla="*/ 8203 w 1984571"/>
                    <a:gd name="T15" fmla="*/ 111209 h 3573848"/>
                    <a:gd name="T16" fmla="*/ 26232 w 1984571"/>
                    <a:gd name="T17" fmla="*/ 50817 h 3573848"/>
                    <a:gd name="T18" fmla="*/ 46615 w 1984571"/>
                    <a:gd name="T19" fmla="*/ 8736 h 3573848"/>
                    <a:gd name="T20" fmla="*/ 57438 w 1984571"/>
                    <a:gd name="T21" fmla="*/ 4588 h 3573848"/>
                    <a:gd name="T22" fmla="*/ 70547 w 1984571"/>
                    <a:gd name="T23" fmla="*/ 0 h 3573848"/>
                    <a:gd name="T24" fmla="*/ 73310 w 1984571"/>
                    <a:gd name="T25" fmla="*/ 27079 h 3573848"/>
                    <a:gd name="T26" fmla="*/ 71653 w 1984571"/>
                    <a:gd name="T27" fmla="*/ 49850 h 357384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1984571" h="3573848">
                      <a:moveTo>
                        <a:pt x="1520772" y="1055271"/>
                      </a:moveTo>
                      <a:lnTo>
                        <a:pt x="1707042" y="1466680"/>
                      </a:lnTo>
                      <a:lnTo>
                        <a:pt x="1830205" y="2066306"/>
                      </a:lnTo>
                      <a:lnTo>
                        <a:pt x="1984571" y="2880216"/>
                      </a:lnTo>
                      <a:lnTo>
                        <a:pt x="1159317" y="3371674"/>
                      </a:lnTo>
                      <a:lnTo>
                        <a:pt x="9658" y="3573848"/>
                      </a:lnTo>
                      <a:lnTo>
                        <a:pt x="0" y="3137827"/>
                      </a:lnTo>
                      <a:lnTo>
                        <a:pt x="174099" y="2354194"/>
                      </a:lnTo>
                      <a:lnTo>
                        <a:pt x="556748" y="1075758"/>
                      </a:lnTo>
                      <a:lnTo>
                        <a:pt x="989355" y="184935"/>
                      </a:lnTo>
                      <a:lnTo>
                        <a:pt x="1219069" y="97123"/>
                      </a:lnTo>
                      <a:lnTo>
                        <a:pt x="1497295" y="0"/>
                      </a:lnTo>
                      <a:lnTo>
                        <a:pt x="1555939" y="573244"/>
                      </a:lnTo>
                      <a:lnTo>
                        <a:pt x="1520772" y="1055271"/>
                      </a:lnTo>
                      <a:close/>
                    </a:path>
                  </a:pathLst>
                </a:custGeom>
                <a:grpFill/>
                <a:ln w="6350" cmpd="sng">
                  <a:solidFill>
                    <a:srgbClr val="FFFFFF"/>
                  </a:solidFill>
                  <a:prstDash val="solid"/>
                  <a:round/>
                  <a:headEnd/>
                  <a:tailEnd/>
                </a:ln>
                <a:effectLst>
                  <a:outerShdw dist="28398" dir="6993903" algn="ctr" rotWithShape="0">
                    <a:srgbClr val="B2B2B2">
                      <a:alpha val="5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457" b="0" i="0" u="none" strike="noStrike" kern="1200" cap="none" spc="0" normalizeH="0" baseline="0" noProof="0">
                    <a:ln>
                      <a:noFill/>
                    </a:ln>
                    <a:solidFill>
                      <a:sysClr val="windowText" lastClr="000000"/>
                    </a:solidFill>
                    <a:effectLst/>
                    <a:uLnTx/>
                    <a:uFillTx/>
                    <a:latin typeface="29LT Bukra Bold" panose="000B0903020204020204" pitchFamily="34" charset="-78"/>
                    <a:ea typeface="等线" panose="02010600030101010101" pitchFamily="2" charset="-122"/>
                    <a:cs typeface="29LT Bukra Bold" panose="000B0903020204020204" pitchFamily="34" charset="-78"/>
                  </a:endParaRPr>
                </a:p>
              </p:txBody>
            </p:sp>
          </p:grpSp>
          <p:sp>
            <p:nvSpPr>
              <p:cNvPr id="1849" name="Google Shape;2261;p25">
                <a:extLst>
                  <a:ext uri="{FF2B5EF4-FFF2-40B4-BE49-F238E27FC236}">
                    <a16:creationId xmlns:a16="http://schemas.microsoft.com/office/drawing/2014/main" id="{EE5C3EFA-E16B-C23A-207D-9F5B6E279D7C}"/>
                  </a:ext>
                </a:extLst>
              </p:cNvPr>
              <p:cNvSpPr/>
              <p:nvPr/>
            </p:nvSpPr>
            <p:spPr>
              <a:xfrm>
                <a:off x="7794944" y="2303266"/>
                <a:ext cx="354118" cy="860440"/>
              </a:xfrm>
              <a:custGeom>
                <a:avLst/>
                <a:gdLst/>
                <a:ahLst/>
                <a:cxnLst/>
                <a:rect l="l" t="t" r="r" b="b"/>
                <a:pathLst>
                  <a:path w="23943" h="58177" extrusionOk="0">
                    <a:moveTo>
                      <a:pt x="23056" y="1"/>
                    </a:moveTo>
                    <a:cubicBezTo>
                      <a:pt x="22549" y="1"/>
                      <a:pt x="22137" y="381"/>
                      <a:pt x="22137" y="888"/>
                    </a:cubicBezTo>
                    <a:cubicBezTo>
                      <a:pt x="22137" y="1014"/>
                      <a:pt x="22169" y="1109"/>
                      <a:pt x="22201" y="1204"/>
                    </a:cubicBezTo>
                    <a:lnTo>
                      <a:pt x="792" y="15012"/>
                    </a:lnTo>
                    <a:cubicBezTo>
                      <a:pt x="761" y="15044"/>
                      <a:pt x="697" y="15107"/>
                      <a:pt x="697" y="15170"/>
                    </a:cubicBezTo>
                    <a:lnTo>
                      <a:pt x="697" y="56403"/>
                    </a:lnTo>
                    <a:cubicBezTo>
                      <a:pt x="317" y="56467"/>
                      <a:pt x="1" y="56847"/>
                      <a:pt x="1" y="57258"/>
                    </a:cubicBezTo>
                    <a:cubicBezTo>
                      <a:pt x="1" y="57765"/>
                      <a:pt x="412" y="58177"/>
                      <a:pt x="887" y="58177"/>
                    </a:cubicBezTo>
                    <a:cubicBezTo>
                      <a:pt x="1394" y="58177"/>
                      <a:pt x="1806" y="57765"/>
                      <a:pt x="1806" y="57258"/>
                    </a:cubicBezTo>
                    <a:cubicBezTo>
                      <a:pt x="1806" y="56847"/>
                      <a:pt x="1489" y="56467"/>
                      <a:pt x="1077" y="56403"/>
                    </a:cubicBezTo>
                    <a:lnTo>
                      <a:pt x="1077" y="15265"/>
                    </a:lnTo>
                    <a:lnTo>
                      <a:pt x="22391" y="1521"/>
                    </a:lnTo>
                    <a:cubicBezTo>
                      <a:pt x="22581" y="1679"/>
                      <a:pt x="22802" y="1774"/>
                      <a:pt x="23024" y="1774"/>
                    </a:cubicBezTo>
                    <a:cubicBezTo>
                      <a:pt x="23531" y="1774"/>
                      <a:pt x="23943" y="1394"/>
                      <a:pt x="23943" y="888"/>
                    </a:cubicBezTo>
                    <a:cubicBezTo>
                      <a:pt x="23943" y="381"/>
                      <a:pt x="23531" y="1"/>
                      <a:pt x="23056" y="1"/>
                    </a:cubicBezTo>
                    <a:close/>
                  </a:path>
                </a:pathLst>
              </a:custGeom>
              <a:solidFill>
                <a:schemeClr val="tx1"/>
              </a:solidFill>
              <a:ln>
                <a:noFill/>
              </a:ln>
            </p:spPr>
            <p:txBody>
              <a:bodyPr spcFirstLastPara="1" wrap="square" lIns="46427" tIns="46427" rIns="46427" bIns="46427"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914" b="0" i="0" u="none" strike="noStrike" kern="1200" cap="none" spc="0" normalizeH="0" baseline="0" noProof="0">
                  <a:ln>
                    <a:noFill/>
                  </a:ln>
                  <a:solidFill>
                    <a:prstClr val="black"/>
                  </a:solidFill>
                  <a:effectLst/>
                  <a:uLnTx/>
                  <a:uFillTx/>
                  <a:latin typeface="29LT Bukra Bold" panose="000B0903020204020204" pitchFamily="34" charset="-78"/>
                  <a:ea typeface="+mn-ea"/>
                  <a:cs typeface="29LT Bukra Bold" panose="000B0903020204020204" pitchFamily="34" charset="-78"/>
                </a:endParaRPr>
              </a:p>
            </p:txBody>
          </p:sp>
          <p:sp>
            <p:nvSpPr>
              <p:cNvPr id="1850" name="Google Shape;2239;p25">
                <a:extLst>
                  <a:ext uri="{FF2B5EF4-FFF2-40B4-BE49-F238E27FC236}">
                    <a16:creationId xmlns:a16="http://schemas.microsoft.com/office/drawing/2014/main" id="{E07B094A-58B1-9F0C-2321-229B88062D27}"/>
                  </a:ext>
                </a:extLst>
              </p:cNvPr>
              <p:cNvSpPr/>
              <p:nvPr/>
            </p:nvSpPr>
            <p:spPr>
              <a:xfrm>
                <a:off x="9164918" y="1842517"/>
                <a:ext cx="479726" cy="859035"/>
              </a:xfrm>
              <a:custGeom>
                <a:avLst/>
                <a:gdLst/>
                <a:ahLst/>
                <a:cxnLst/>
                <a:rect l="l" t="t" r="r" b="b"/>
                <a:pathLst>
                  <a:path w="23942" h="58082" extrusionOk="0">
                    <a:moveTo>
                      <a:pt x="887" y="1"/>
                    </a:moveTo>
                    <a:cubicBezTo>
                      <a:pt x="380" y="1"/>
                      <a:pt x="0" y="381"/>
                      <a:pt x="0" y="888"/>
                    </a:cubicBezTo>
                    <a:cubicBezTo>
                      <a:pt x="0" y="1394"/>
                      <a:pt x="380" y="1774"/>
                      <a:pt x="887" y="1774"/>
                    </a:cubicBezTo>
                    <a:cubicBezTo>
                      <a:pt x="1140" y="1774"/>
                      <a:pt x="1362" y="1679"/>
                      <a:pt x="1520" y="1489"/>
                    </a:cubicBezTo>
                    <a:lnTo>
                      <a:pt x="22865" y="15265"/>
                    </a:lnTo>
                    <a:lnTo>
                      <a:pt x="22865" y="56308"/>
                    </a:lnTo>
                    <a:cubicBezTo>
                      <a:pt x="22485" y="56403"/>
                      <a:pt x="22168" y="56752"/>
                      <a:pt x="22168" y="57195"/>
                    </a:cubicBezTo>
                    <a:cubicBezTo>
                      <a:pt x="22168" y="57702"/>
                      <a:pt x="22580" y="58082"/>
                      <a:pt x="23055" y="58082"/>
                    </a:cubicBezTo>
                    <a:cubicBezTo>
                      <a:pt x="23562" y="58082"/>
                      <a:pt x="23942" y="57702"/>
                      <a:pt x="23942" y="57195"/>
                    </a:cubicBezTo>
                    <a:cubicBezTo>
                      <a:pt x="23942" y="56752"/>
                      <a:pt x="23657" y="56403"/>
                      <a:pt x="23245" y="56308"/>
                    </a:cubicBezTo>
                    <a:lnTo>
                      <a:pt x="23245" y="15170"/>
                    </a:lnTo>
                    <a:cubicBezTo>
                      <a:pt x="23245" y="15107"/>
                      <a:pt x="23214" y="15044"/>
                      <a:pt x="23150" y="15012"/>
                    </a:cubicBezTo>
                    <a:lnTo>
                      <a:pt x="1710" y="1173"/>
                    </a:lnTo>
                    <a:cubicBezTo>
                      <a:pt x="1742" y="1078"/>
                      <a:pt x="1774" y="983"/>
                      <a:pt x="1774" y="888"/>
                    </a:cubicBezTo>
                    <a:cubicBezTo>
                      <a:pt x="1774" y="381"/>
                      <a:pt x="1394" y="1"/>
                      <a:pt x="887" y="1"/>
                    </a:cubicBezTo>
                    <a:close/>
                  </a:path>
                </a:pathLst>
              </a:custGeom>
              <a:solidFill>
                <a:schemeClr val="tx1"/>
              </a:solidFill>
              <a:ln>
                <a:noFill/>
              </a:ln>
            </p:spPr>
            <p:txBody>
              <a:bodyPr spcFirstLastPara="1" wrap="square" lIns="46427" tIns="46427" rIns="46427" bIns="46427"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914" b="0" i="0" u="none" strike="noStrike" kern="1200" cap="none" spc="0" normalizeH="0" baseline="0" noProof="0">
                  <a:ln>
                    <a:noFill/>
                  </a:ln>
                  <a:solidFill>
                    <a:prstClr val="black"/>
                  </a:solidFill>
                  <a:effectLst/>
                  <a:uLnTx/>
                  <a:uFillTx/>
                  <a:latin typeface="29LT Bukra Bold" panose="000B0903020204020204" pitchFamily="34" charset="-78"/>
                  <a:ea typeface="+mn-ea"/>
                  <a:cs typeface="29LT Bukra Bold" panose="000B0903020204020204" pitchFamily="34" charset="-78"/>
                </a:endParaRPr>
              </a:p>
            </p:txBody>
          </p:sp>
          <p:sp>
            <p:nvSpPr>
              <p:cNvPr id="1851" name="Google Shape;2220;p25">
                <a:extLst>
                  <a:ext uri="{FF2B5EF4-FFF2-40B4-BE49-F238E27FC236}">
                    <a16:creationId xmlns:a16="http://schemas.microsoft.com/office/drawing/2014/main" id="{B2C069B7-486D-4B6F-830B-FFD2CFFF4D09}"/>
                  </a:ext>
                </a:extLst>
              </p:cNvPr>
              <p:cNvSpPr txBox="1"/>
              <p:nvPr/>
            </p:nvSpPr>
            <p:spPr>
              <a:xfrm>
                <a:off x="7083440" y="1329800"/>
                <a:ext cx="896391" cy="132387"/>
              </a:xfrm>
              <a:prstGeom prst="rect">
                <a:avLst/>
              </a:prstGeom>
              <a:noFill/>
              <a:ln>
                <a:noFill/>
              </a:ln>
            </p:spPr>
            <p:txBody>
              <a:bodyPr spcFirstLastPara="1" wrap="square" lIns="46427" tIns="46427" rIns="46427" bIns="46427"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LY" sz="1000" b="1" i="0" u="none" strike="noStrike" kern="1200" cap="none" spc="0" normalizeH="0" baseline="0" noProof="0">
                    <a:ln>
                      <a:noFill/>
                    </a:ln>
                    <a:solidFill>
                      <a:prstClr val="white"/>
                    </a:solidFill>
                    <a:effectLst/>
                    <a:uLnTx/>
                    <a:uFillTx/>
                    <a:latin typeface="29LT Bukra Bold" panose="000B0903020204020204" pitchFamily="34" charset="-78"/>
                    <a:ea typeface="Fira Sans Medium"/>
                    <a:cs typeface="29LT Bukra Bold" panose="000B0903020204020204" pitchFamily="34" charset="-78"/>
                    <a:sym typeface="Fira Sans Medium"/>
                  </a:rPr>
                  <a:t>المنطقة الغربية</a:t>
                </a:r>
              </a:p>
            </p:txBody>
          </p:sp>
          <p:sp>
            <p:nvSpPr>
              <p:cNvPr id="1852" name="Google Shape;2221;p25">
                <a:extLst>
                  <a:ext uri="{FF2B5EF4-FFF2-40B4-BE49-F238E27FC236}">
                    <a16:creationId xmlns:a16="http://schemas.microsoft.com/office/drawing/2014/main" id="{7125E620-4947-0D4D-916A-31D2EE67A766}"/>
                  </a:ext>
                </a:extLst>
              </p:cNvPr>
              <p:cNvSpPr txBox="1"/>
              <p:nvPr/>
            </p:nvSpPr>
            <p:spPr>
              <a:xfrm>
                <a:off x="7069135" y="1410259"/>
                <a:ext cx="896391" cy="180375"/>
              </a:xfrm>
              <a:prstGeom prst="rect">
                <a:avLst/>
              </a:prstGeom>
              <a:noFill/>
              <a:ln>
                <a:noFill/>
              </a:ln>
            </p:spPr>
            <p:txBody>
              <a:bodyPr spcFirstLastPara="1" wrap="square" lIns="46427" tIns="46427" rIns="46427" bIns="46427"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LY" sz="1000" b="1" i="0" u="none" strike="noStrike" kern="1200" cap="none" spc="0" normalizeH="0" baseline="0" noProof="0" dirty="0">
                    <a:ln>
                      <a:noFill/>
                    </a:ln>
                    <a:solidFill>
                      <a:prstClr val="white"/>
                    </a:solidFill>
                    <a:effectLst/>
                    <a:uLnTx/>
                    <a:uFillTx/>
                    <a:latin typeface="29LT Bukra Bold" panose="000B0903020204020204" pitchFamily="34" charset="-78"/>
                    <a:ea typeface="+mn-ea"/>
                    <a:cs typeface="29LT Bukra Bold" panose="000B0903020204020204" pitchFamily="34" charset="-78"/>
                  </a:rPr>
                  <a:t>675.3 مليون</a:t>
                </a:r>
                <a:r>
                  <a:rPr kumimoji="0" lang="ar-LY" sz="1000" b="1" i="0" u="none" strike="noStrike" kern="1200" cap="none" spc="0" normalizeH="0" baseline="0" noProof="0" dirty="0">
                    <a:ln>
                      <a:noFill/>
                    </a:ln>
                    <a:solidFill>
                      <a:prstClr val="white"/>
                    </a:solidFill>
                    <a:effectLst/>
                    <a:uLnTx/>
                    <a:uFillTx/>
                    <a:latin typeface="29LT Bukra Bold" panose="000B0903020204020204" pitchFamily="34" charset="-78"/>
                    <a:ea typeface="Fira Sans"/>
                    <a:cs typeface="29LT Bukra Bold" panose="000B0903020204020204" pitchFamily="34" charset="-78"/>
                    <a:sym typeface="Fira Sans"/>
                  </a:rPr>
                  <a:t> د.ل </a:t>
                </a:r>
              </a:p>
            </p:txBody>
          </p:sp>
          <p:sp>
            <p:nvSpPr>
              <p:cNvPr id="1853" name="Google Shape;2242;p25">
                <a:extLst>
                  <a:ext uri="{FF2B5EF4-FFF2-40B4-BE49-F238E27FC236}">
                    <a16:creationId xmlns:a16="http://schemas.microsoft.com/office/drawing/2014/main" id="{90C2B967-3B0E-0ADB-B444-26F0D4100785}"/>
                  </a:ext>
                </a:extLst>
              </p:cNvPr>
              <p:cNvSpPr/>
              <p:nvPr/>
            </p:nvSpPr>
            <p:spPr>
              <a:xfrm>
                <a:off x="7897317" y="1458935"/>
                <a:ext cx="137251" cy="175188"/>
              </a:xfrm>
              <a:custGeom>
                <a:avLst/>
                <a:gdLst/>
                <a:ahLst/>
                <a:cxnLst/>
                <a:rect l="l" t="t" r="r" b="b"/>
                <a:pathLst>
                  <a:path w="9280" h="11845" extrusionOk="0">
                    <a:moveTo>
                      <a:pt x="919" y="0"/>
                    </a:moveTo>
                    <a:cubicBezTo>
                      <a:pt x="413" y="0"/>
                      <a:pt x="1" y="380"/>
                      <a:pt x="1" y="887"/>
                    </a:cubicBezTo>
                    <a:cubicBezTo>
                      <a:pt x="1" y="1394"/>
                      <a:pt x="413" y="1774"/>
                      <a:pt x="919" y="1774"/>
                    </a:cubicBezTo>
                    <a:cubicBezTo>
                      <a:pt x="1141" y="1774"/>
                      <a:pt x="1331" y="1711"/>
                      <a:pt x="1489" y="1552"/>
                    </a:cubicBezTo>
                    <a:lnTo>
                      <a:pt x="8172" y="6651"/>
                    </a:lnTo>
                    <a:lnTo>
                      <a:pt x="8203" y="10103"/>
                    </a:lnTo>
                    <a:cubicBezTo>
                      <a:pt x="7792" y="10166"/>
                      <a:pt x="7507" y="10546"/>
                      <a:pt x="7507" y="10958"/>
                    </a:cubicBezTo>
                    <a:cubicBezTo>
                      <a:pt x="7507" y="11465"/>
                      <a:pt x="7887" y="11845"/>
                      <a:pt x="8393" y="11845"/>
                    </a:cubicBezTo>
                    <a:cubicBezTo>
                      <a:pt x="8900" y="11845"/>
                      <a:pt x="9280" y="11465"/>
                      <a:pt x="9280" y="10958"/>
                    </a:cubicBezTo>
                    <a:cubicBezTo>
                      <a:pt x="9280" y="10514"/>
                      <a:pt x="8963" y="10166"/>
                      <a:pt x="8583" y="10071"/>
                    </a:cubicBezTo>
                    <a:lnTo>
                      <a:pt x="8552" y="6556"/>
                    </a:lnTo>
                    <a:cubicBezTo>
                      <a:pt x="8552" y="6493"/>
                      <a:pt x="8520" y="6429"/>
                      <a:pt x="8457" y="6397"/>
                    </a:cubicBezTo>
                    <a:lnTo>
                      <a:pt x="1711" y="1267"/>
                    </a:lnTo>
                    <a:cubicBezTo>
                      <a:pt x="1774" y="1140"/>
                      <a:pt x="1806" y="1014"/>
                      <a:pt x="1806" y="887"/>
                    </a:cubicBezTo>
                    <a:cubicBezTo>
                      <a:pt x="1806" y="380"/>
                      <a:pt x="1394" y="0"/>
                      <a:pt x="919" y="0"/>
                    </a:cubicBezTo>
                    <a:close/>
                  </a:path>
                </a:pathLst>
              </a:custGeom>
              <a:solidFill>
                <a:schemeClr val="tx1"/>
              </a:solidFill>
              <a:ln>
                <a:noFill/>
              </a:ln>
            </p:spPr>
            <p:txBody>
              <a:bodyPr spcFirstLastPara="1" wrap="square" lIns="46427" tIns="46427" rIns="46427" bIns="46427"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914" b="0" i="0" u="none" strike="noStrike" kern="1200" cap="none" spc="0" normalizeH="0" baseline="0" noProof="0">
                  <a:ln>
                    <a:noFill/>
                  </a:ln>
                  <a:solidFill>
                    <a:prstClr val="black"/>
                  </a:solidFill>
                  <a:effectLst/>
                  <a:uLnTx/>
                  <a:uFillTx/>
                  <a:latin typeface="29LT Bukra Bold" panose="000B0903020204020204" pitchFamily="34" charset="-78"/>
                  <a:ea typeface="+mn-ea"/>
                  <a:cs typeface="29LT Bukra Bold" panose="000B0903020204020204" pitchFamily="34" charset="-78"/>
                </a:endParaRPr>
              </a:p>
            </p:txBody>
          </p:sp>
          <p:sp>
            <p:nvSpPr>
              <p:cNvPr id="1854" name="Google Shape;2220;p25">
                <a:extLst>
                  <a:ext uri="{FF2B5EF4-FFF2-40B4-BE49-F238E27FC236}">
                    <a16:creationId xmlns:a16="http://schemas.microsoft.com/office/drawing/2014/main" id="{CB1E23F1-3E41-076E-9D4B-D4DE427D64D1}"/>
                  </a:ext>
                </a:extLst>
              </p:cNvPr>
              <p:cNvSpPr txBox="1"/>
              <p:nvPr/>
            </p:nvSpPr>
            <p:spPr>
              <a:xfrm>
                <a:off x="6998366" y="2953377"/>
                <a:ext cx="896391" cy="132387"/>
              </a:xfrm>
              <a:prstGeom prst="rect">
                <a:avLst/>
              </a:prstGeom>
              <a:noFill/>
              <a:ln>
                <a:noFill/>
              </a:ln>
            </p:spPr>
            <p:txBody>
              <a:bodyPr spcFirstLastPara="1" wrap="square" lIns="46427" tIns="46427" rIns="46427" bIns="46427"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LY" sz="1000" b="1" i="0" u="none" strike="noStrike" kern="1200" cap="none" spc="0" normalizeH="0" baseline="0" noProof="0">
                    <a:ln>
                      <a:noFill/>
                    </a:ln>
                    <a:solidFill>
                      <a:prstClr val="white"/>
                    </a:solidFill>
                    <a:effectLst/>
                    <a:uLnTx/>
                    <a:uFillTx/>
                    <a:latin typeface="29LT Bukra Bold" panose="000B0903020204020204" pitchFamily="34" charset="-78"/>
                    <a:ea typeface="Fira Sans Medium"/>
                    <a:cs typeface="29LT Bukra Bold" panose="000B0903020204020204" pitchFamily="34" charset="-78"/>
                    <a:sym typeface="Fira Sans Medium"/>
                  </a:rPr>
                  <a:t>المنطقة الجنوبية</a:t>
                </a:r>
              </a:p>
            </p:txBody>
          </p:sp>
          <p:sp>
            <p:nvSpPr>
              <p:cNvPr id="1855" name="Google Shape;2221;p25">
                <a:extLst>
                  <a:ext uri="{FF2B5EF4-FFF2-40B4-BE49-F238E27FC236}">
                    <a16:creationId xmlns:a16="http://schemas.microsoft.com/office/drawing/2014/main" id="{7FFB676B-1E32-7F13-5846-BECDB429CBFE}"/>
                  </a:ext>
                </a:extLst>
              </p:cNvPr>
              <p:cNvSpPr txBox="1"/>
              <p:nvPr/>
            </p:nvSpPr>
            <p:spPr>
              <a:xfrm>
                <a:off x="6984061" y="3033837"/>
                <a:ext cx="896391" cy="180375"/>
              </a:xfrm>
              <a:prstGeom prst="rect">
                <a:avLst/>
              </a:prstGeom>
              <a:noFill/>
              <a:ln>
                <a:noFill/>
              </a:ln>
            </p:spPr>
            <p:txBody>
              <a:bodyPr spcFirstLastPara="1" wrap="square" lIns="46427" tIns="46427" rIns="46427" bIns="46427"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LY" sz="1000" b="1" i="0" u="none" strike="noStrike" kern="1200" cap="none" spc="0" normalizeH="0" baseline="0" noProof="0" dirty="0">
                    <a:ln>
                      <a:noFill/>
                    </a:ln>
                    <a:solidFill>
                      <a:prstClr val="white"/>
                    </a:solidFill>
                    <a:effectLst/>
                    <a:uLnTx/>
                    <a:uFillTx/>
                    <a:latin typeface="29LT Bukra Bold" panose="000B0903020204020204" pitchFamily="34" charset="-78"/>
                    <a:ea typeface="+mn-ea"/>
                    <a:cs typeface="29LT Bukra Bold" panose="000B0903020204020204" pitchFamily="34" charset="-78"/>
                  </a:rPr>
                  <a:t>180.7 مليون</a:t>
                </a:r>
                <a:r>
                  <a:rPr kumimoji="0" lang="ar-LY" sz="1000" b="1" i="0" u="none" strike="noStrike" kern="1200" cap="none" spc="0" normalizeH="0" baseline="0" noProof="0" dirty="0">
                    <a:ln>
                      <a:noFill/>
                    </a:ln>
                    <a:solidFill>
                      <a:prstClr val="white"/>
                    </a:solidFill>
                    <a:effectLst/>
                    <a:uLnTx/>
                    <a:uFillTx/>
                    <a:latin typeface="29LT Bukra Bold" panose="000B0903020204020204" pitchFamily="34" charset="-78"/>
                    <a:ea typeface="Fira Sans"/>
                    <a:cs typeface="29LT Bukra Bold" panose="000B0903020204020204" pitchFamily="34" charset="-78"/>
                    <a:sym typeface="Fira Sans"/>
                  </a:rPr>
                  <a:t> د.ل </a:t>
                </a:r>
              </a:p>
            </p:txBody>
          </p:sp>
          <p:sp>
            <p:nvSpPr>
              <p:cNvPr id="1856" name="Google Shape;2220;p25">
                <a:extLst>
                  <a:ext uri="{FF2B5EF4-FFF2-40B4-BE49-F238E27FC236}">
                    <a16:creationId xmlns:a16="http://schemas.microsoft.com/office/drawing/2014/main" id="{7496B5D6-2D20-26DC-1AAD-F9583F1240EB}"/>
                  </a:ext>
                </a:extLst>
              </p:cNvPr>
              <p:cNvSpPr txBox="1"/>
              <p:nvPr/>
            </p:nvSpPr>
            <p:spPr>
              <a:xfrm>
                <a:off x="9569985" y="2568572"/>
                <a:ext cx="896391" cy="132387"/>
              </a:xfrm>
              <a:prstGeom prst="rect">
                <a:avLst/>
              </a:prstGeom>
              <a:noFill/>
              <a:ln>
                <a:noFill/>
              </a:ln>
            </p:spPr>
            <p:txBody>
              <a:bodyPr spcFirstLastPara="1" wrap="square" lIns="46427" tIns="46427" rIns="46427" bIns="46427"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LY" sz="1000" b="1" i="0" u="none" strike="noStrike" kern="1200" cap="none" spc="0" normalizeH="0" baseline="0" noProof="0">
                    <a:ln>
                      <a:noFill/>
                    </a:ln>
                    <a:solidFill>
                      <a:prstClr val="white"/>
                    </a:solidFill>
                    <a:effectLst/>
                    <a:uLnTx/>
                    <a:uFillTx/>
                    <a:latin typeface="29LT Bukra Bold" panose="000B0903020204020204" pitchFamily="34" charset="-78"/>
                    <a:ea typeface="Fira Sans Medium"/>
                    <a:cs typeface="29LT Bukra Bold" panose="000B0903020204020204" pitchFamily="34" charset="-78"/>
                    <a:sym typeface="Fira Sans Medium"/>
                  </a:rPr>
                  <a:t>المنطقة الشرقية</a:t>
                </a:r>
              </a:p>
            </p:txBody>
          </p:sp>
          <p:sp>
            <p:nvSpPr>
              <p:cNvPr id="1857" name="Google Shape;2221;p25">
                <a:extLst>
                  <a:ext uri="{FF2B5EF4-FFF2-40B4-BE49-F238E27FC236}">
                    <a16:creationId xmlns:a16="http://schemas.microsoft.com/office/drawing/2014/main" id="{67577182-8B86-6195-701F-7E7EA572A9CD}"/>
                  </a:ext>
                </a:extLst>
              </p:cNvPr>
              <p:cNvSpPr txBox="1"/>
              <p:nvPr/>
            </p:nvSpPr>
            <p:spPr>
              <a:xfrm>
                <a:off x="9555680" y="2649031"/>
                <a:ext cx="896391" cy="180375"/>
              </a:xfrm>
              <a:prstGeom prst="rect">
                <a:avLst/>
              </a:prstGeom>
              <a:noFill/>
              <a:ln>
                <a:noFill/>
              </a:ln>
            </p:spPr>
            <p:txBody>
              <a:bodyPr spcFirstLastPara="1" wrap="square" lIns="46427" tIns="46427" rIns="46427" bIns="46427"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LY" sz="1000" b="1" i="0" u="none" strike="noStrike" kern="1200" cap="none" spc="0" normalizeH="0" baseline="0" noProof="0" dirty="0">
                    <a:ln>
                      <a:noFill/>
                    </a:ln>
                    <a:solidFill>
                      <a:prstClr val="white"/>
                    </a:solidFill>
                    <a:effectLst/>
                    <a:uLnTx/>
                    <a:uFillTx/>
                    <a:latin typeface="29LT Bukra Bold" panose="000B0903020204020204" pitchFamily="34" charset="-78"/>
                    <a:ea typeface="+mn-ea"/>
                    <a:cs typeface="29LT Bukra Bold" panose="000B0903020204020204" pitchFamily="34" charset="-78"/>
                  </a:rPr>
                  <a:t>389.9 مليون</a:t>
                </a:r>
                <a:r>
                  <a:rPr kumimoji="0" lang="ar-LY" sz="1000" b="1" i="0" u="none" strike="noStrike" kern="1200" cap="none" spc="0" normalizeH="0" baseline="0" noProof="0" dirty="0">
                    <a:ln>
                      <a:noFill/>
                    </a:ln>
                    <a:solidFill>
                      <a:prstClr val="white"/>
                    </a:solidFill>
                    <a:effectLst/>
                    <a:uLnTx/>
                    <a:uFillTx/>
                    <a:latin typeface="29LT Bukra Bold" panose="000B0903020204020204" pitchFamily="34" charset="-78"/>
                    <a:ea typeface="Fira Sans"/>
                    <a:cs typeface="29LT Bukra Bold" panose="000B0903020204020204" pitchFamily="34" charset="-78"/>
                    <a:sym typeface="Fira Sans"/>
                  </a:rPr>
                  <a:t> د.ل </a:t>
                </a:r>
              </a:p>
            </p:txBody>
          </p:sp>
          <p:sp>
            <p:nvSpPr>
              <p:cNvPr id="1858" name="任意多边形 175">
                <a:extLst>
                  <a:ext uri="{FF2B5EF4-FFF2-40B4-BE49-F238E27FC236}">
                    <a16:creationId xmlns:a16="http://schemas.microsoft.com/office/drawing/2014/main" id="{BFAA4FFA-0FB6-B9C0-3FF7-4D2A34CAC5FF}"/>
                  </a:ext>
                </a:extLst>
              </p:cNvPr>
              <p:cNvSpPr>
                <a:spLocks/>
              </p:cNvSpPr>
              <p:nvPr/>
            </p:nvSpPr>
            <p:spPr bwMode="auto">
              <a:xfrm>
                <a:off x="4336044" y="646549"/>
                <a:ext cx="267643" cy="413140"/>
              </a:xfrm>
              <a:custGeom>
                <a:avLst/>
                <a:gdLst>
                  <a:gd name="T0" fmla="*/ 616650 w 3444156"/>
                  <a:gd name="T1" fmla="*/ 34569 h 5834585"/>
                  <a:gd name="T2" fmla="*/ 540614 w 3444156"/>
                  <a:gd name="T3" fmla="*/ 0 h 5834585"/>
                  <a:gd name="T4" fmla="*/ 475844 w 3444156"/>
                  <a:gd name="T5" fmla="*/ 30132 h 5834585"/>
                  <a:gd name="T6" fmla="*/ 395079 w 3444156"/>
                  <a:gd name="T7" fmla="*/ 65521 h 5834585"/>
                  <a:gd name="T8" fmla="*/ 385986 w 3444156"/>
                  <a:gd name="T9" fmla="*/ 96172 h 5834585"/>
                  <a:gd name="T10" fmla="*/ 346007 w 3444156"/>
                  <a:gd name="T11" fmla="*/ 99243 h 5834585"/>
                  <a:gd name="T12" fmla="*/ 338298 w 3444156"/>
                  <a:gd name="T13" fmla="*/ 113856 h 5834585"/>
                  <a:gd name="T14" fmla="*/ 318308 w 3444156"/>
                  <a:gd name="T15" fmla="*/ 153862 h 5834585"/>
                  <a:gd name="T16" fmla="*/ 284470 w 3444156"/>
                  <a:gd name="T17" fmla="*/ 166167 h 5834585"/>
                  <a:gd name="T18" fmla="*/ 256032 w 3444156"/>
                  <a:gd name="T19" fmla="*/ 175378 h 5834585"/>
                  <a:gd name="T20" fmla="*/ 217554 w 3444156"/>
                  <a:gd name="T21" fmla="*/ 223856 h 5834585"/>
                  <a:gd name="T22" fmla="*/ 216125 w 3444156"/>
                  <a:gd name="T23" fmla="*/ 254575 h 5834585"/>
                  <a:gd name="T24" fmla="*/ 226002 w 3444156"/>
                  <a:gd name="T25" fmla="*/ 313843 h 5834585"/>
                  <a:gd name="T26" fmla="*/ 250653 w 3444156"/>
                  <a:gd name="T27" fmla="*/ 383837 h 5834585"/>
                  <a:gd name="T28" fmla="*/ 213722 w 3444156"/>
                  <a:gd name="T29" fmla="*/ 440003 h 5834585"/>
                  <a:gd name="T30" fmla="*/ 183715 w 3444156"/>
                  <a:gd name="T31" fmla="*/ 474630 h 5834585"/>
                  <a:gd name="T32" fmla="*/ 136811 w 3444156"/>
                  <a:gd name="T33" fmla="*/ 523086 h 5834585"/>
                  <a:gd name="T34" fmla="*/ 94502 w 3444156"/>
                  <a:gd name="T35" fmla="*/ 532320 h 5834585"/>
                  <a:gd name="T36" fmla="*/ 48247 w 3444156"/>
                  <a:gd name="T37" fmla="*/ 556122 h 5834585"/>
                  <a:gd name="T38" fmla="*/ 0 w 3444156"/>
                  <a:gd name="T39" fmla="*/ 587566 h 5834585"/>
                  <a:gd name="T40" fmla="*/ 60798 w 3444156"/>
                  <a:gd name="T41" fmla="*/ 689834 h 5834585"/>
                  <a:gd name="T42" fmla="*/ 100777 w 3444156"/>
                  <a:gd name="T43" fmla="*/ 832894 h 5834585"/>
                  <a:gd name="T44" fmla="*/ 108464 w 3444156"/>
                  <a:gd name="T45" fmla="*/ 931352 h 5834585"/>
                  <a:gd name="T46" fmla="*/ 100732 w 3444156"/>
                  <a:gd name="T47" fmla="*/ 993681 h 5834585"/>
                  <a:gd name="T48" fmla="*/ 159109 w 3444156"/>
                  <a:gd name="T49" fmla="*/ 982819 h 5834585"/>
                  <a:gd name="T50" fmla="*/ 188399 w 3444156"/>
                  <a:gd name="T51" fmla="*/ 995183 h 5834585"/>
                  <a:gd name="T52" fmla="*/ 219952 w 3444156"/>
                  <a:gd name="T53" fmla="*/ 1025193 h 5834585"/>
                  <a:gd name="T54" fmla="*/ 262956 w 3444156"/>
                  <a:gd name="T55" fmla="*/ 1006703 h 5834585"/>
                  <a:gd name="T56" fmla="*/ 304482 w 3444156"/>
                  <a:gd name="T57" fmla="*/ 985164 h 5834585"/>
                  <a:gd name="T58" fmla="*/ 349100 w 3444156"/>
                  <a:gd name="T59" fmla="*/ 961317 h 5834585"/>
                  <a:gd name="T60" fmla="*/ 371397 w 3444156"/>
                  <a:gd name="T61" fmla="*/ 1013651 h 5834585"/>
                  <a:gd name="T62" fmla="*/ 416016 w 3444156"/>
                  <a:gd name="T63" fmla="*/ 1035951 h 5834585"/>
                  <a:gd name="T64" fmla="*/ 442145 w 3444156"/>
                  <a:gd name="T65" fmla="*/ 1043639 h 5834585"/>
                  <a:gd name="T66" fmla="*/ 492926 w 3444156"/>
                  <a:gd name="T67" fmla="*/ 1032858 h 5834585"/>
                  <a:gd name="T68" fmla="*/ 532143 w 3444156"/>
                  <a:gd name="T69" fmla="*/ 1039022 h 5834585"/>
                  <a:gd name="T70" fmla="*/ 561388 w 3444156"/>
                  <a:gd name="T71" fmla="*/ 1049018 h 5834585"/>
                  <a:gd name="T72" fmla="*/ 590610 w 3444156"/>
                  <a:gd name="T73" fmla="*/ 1060560 h 5834585"/>
                  <a:gd name="T74" fmla="*/ 597084 w 3444156"/>
                  <a:gd name="T75" fmla="*/ 1037822 h 5834585"/>
                  <a:gd name="T76" fmla="*/ 589064 w 3444156"/>
                  <a:gd name="T77" fmla="*/ 972098 h 5834585"/>
                  <a:gd name="T78" fmla="*/ 551163 w 3444156"/>
                  <a:gd name="T79" fmla="*/ 903276 h 5834585"/>
                  <a:gd name="T80" fmla="*/ 558295 w 3444156"/>
                  <a:gd name="T81" fmla="*/ 838250 h 5834585"/>
                  <a:gd name="T82" fmla="*/ 544446 w 3444156"/>
                  <a:gd name="T83" fmla="*/ 756713 h 5834585"/>
                  <a:gd name="T84" fmla="*/ 542138 w 3444156"/>
                  <a:gd name="T85" fmla="*/ 663656 h 5834585"/>
                  <a:gd name="T86" fmla="*/ 538306 w 3444156"/>
                  <a:gd name="T87" fmla="*/ 562173 h 5834585"/>
                  <a:gd name="T88" fmla="*/ 539807 w 3444156"/>
                  <a:gd name="T89" fmla="*/ 502220 h 5834585"/>
                  <a:gd name="T90" fmla="*/ 553679 w 3444156"/>
                  <a:gd name="T91" fmla="*/ 460779 h 5834585"/>
                  <a:gd name="T92" fmla="*/ 584448 w 3444156"/>
                  <a:gd name="T93" fmla="*/ 427698 h 5834585"/>
                  <a:gd name="T94" fmla="*/ 608292 w 3444156"/>
                  <a:gd name="T95" fmla="*/ 390785 h 5834585"/>
                  <a:gd name="T96" fmla="*/ 620595 w 3444156"/>
                  <a:gd name="T97" fmla="*/ 371555 h 5834585"/>
                  <a:gd name="T98" fmla="*/ 614432 w 3444156"/>
                  <a:gd name="T99" fmla="*/ 329240 h 5834585"/>
                  <a:gd name="T100" fmla="*/ 608016 w 3444156"/>
                  <a:gd name="T101" fmla="*/ 281578 h 5834585"/>
                  <a:gd name="T102" fmla="*/ 609054 w 3444156"/>
                  <a:gd name="T103" fmla="*/ 209244 h 5834585"/>
                  <a:gd name="T104" fmla="*/ 613670 w 3444156"/>
                  <a:gd name="T105" fmla="*/ 174639 h 5834585"/>
                  <a:gd name="T106" fmla="*/ 625211 w 3444156"/>
                  <a:gd name="T107" fmla="*/ 123090 h 5834585"/>
                  <a:gd name="T108" fmla="*/ 625973 w 3444156"/>
                  <a:gd name="T109" fmla="*/ 73849 h 5834585"/>
                  <a:gd name="T110" fmla="*/ 616650 w 3444156"/>
                  <a:gd name="T111" fmla="*/ 34569 h 5834585"/>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3444156" h="5834585">
                    <a:moveTo>
                      <a:pt x="3392860" y="190177"/>
                    </a:moveTo>
                    <a:lnTo>
                      <a:pt x="2974504" y="0"/>
                    </a:lnTo>
                    <a:lnTo>
                      <a:pt x="2618133" y="165769"/>
                    </a:lnTo>
                    <a:lnTo>
                      <a:pt x="2173757" y="360461"/>
                    </a:lnTo>
                    <a:lnTo>
                      <a:pt x="2123728" y="529084"/>
                    </a:lnTo>
                    <a:lnTo>
                      <a:pt x="1903760" y="545976"/>
                    </a:lnTo>
                    <a:lnTo>
                      <a:pt x="1861344" y="626368"/>
                    </a:lnTo>
                    <a:lnTo>
                      <a:pt x="1751360" y="846460"/>
                    </a:lnTo>
                    <a:lnTo>
                      <a:pt x="1565176" y="914152"/>
                    </a:lnTo>
                    <a:lnTo>
                      <a:pt x="1408708" y="964828"/>
                    </a:lnTo>
                    <a:lnTo>
                      <a:pt x="1197000" y="1231528"/>
                    </a:lnTo>
                    <a:lnTo>
                      <a:pt x="1189139" y="1400523"/>
                    </a:lnTo>
                    <a:lnTo>
                      <a:pt x="1243484" y="1726580"/>
                    </a:lnTo>
                    <a:lnTo>
                      <a:pt x="1379116" y="2111648"/>
                    </a:lnTo>
                    <a:lnTo>
                      <a:pt x="1175916" y="2420640"/>
                    </a:lnTo>
                    <a:lnTo>
                      <a:pt x="1010816" y="2611140"/>
                    </a:lnTo>
                    <a:lnTo>
                      <a:pt x="752748" y="2877716"/>
                    </a:lnTo>
                    <a:lnTo>
                      <a:pt x="519956" y="2928516"/>
                    </a:lnTo>
                    <a:lnTo>
                      <a:pt x="265460" y="3059460"/>
                    </a:lnTo>
                    <a:lnTo>
                      <a:pt x="0" y="3232449"/>
                    </a:lnTo>
                    <a:lnTo>
                      <a:pt x="334516" y="3795069"/>
                    </a:lnTo>
                    <a:lnTo>
                      <a:pt x="554484" y="4582097"/>
                    </a:lnTo>
                    <a:lnTo>
                      <a:pt x="596776" y="5123757"/>
                    </a:lnTo>
                    <a:lnTo>
                      <a:pt x="554236" y="5466657"/>
                    </a:lnTo>
                    <a:lnTo>
                      <a:pt x="875432" y="5406901"/>
                    </a:lnTo>
                    <a:lnTo>
                      <a:pt x="1036588" y="5474917"/>
                    </a:lnTo>
                    <a:lnTo>
                      <a:pt x="1210196" y="5640017"/>
                    </a:lnTo>
                    <a:lnTo>
                      <a:pt x="1446808" y="5538293"/>
                    </a:lnTo>
                    <a:lnTo>
                      <a:pt x="1675284" y="5419801"/>
                    </a:lnTo>
                    <a:lnTo>
                      <a:pt x="1920776" y="5288609"/>
                    </a:lnTo>
                    <a:lnTo>
                      <a:pt x="2043460" y="5576517"/>
                    </a:lnTo>
                    <a:lnTo>
                      <a:pt x="2288952" y="5699201"/>
                    </a:lnTo>
                    <a:lnTo>
                      <a:pt x="2432720" y="5741493"/>
                    </a:lnTo>
                    <a:lnTo>
                      <a:pt x="2712120" y="5682185"/>
                    </a:lnTo>
                    <a:lnTo>
                      <a:pt x="2927896" y="5716093"/>
                    </a:lnTo>
                    <a:lnTo>
                      <a:pt x="3088804" y="5771085"/>
                    </a:lnTo>
                    <a:lnTo>
                      <a:pt x="3249588" y="5834585"/>
                    </a:lnTo>
                    <a:lnTo>
                      <a:pt x="3285208" y="5709493"/>
                    </a:lnTo>
                    <a:lnTo>
                      <a:pt x="3241080" y="5347916"/>
                    </a:lnTo>
                    <a:lnTo>
                      <a:pt x="3032545" y="4969296"/>
                    </a:lnTo>
                    <a:lnTo>
                      <a:pt x="3071788" y="4611564"/>
                    </a:lnTo>
                    <a:lnTo>
                      <a:pt x="2995588" y="4162996"/>
                    </a:lnTo>
                    <a:lnTo>
                      <a:pt x="2982888" y="3651052"/>
                    </a:lnTo>
                    <a:lnTo>
                      <a:pt x="2961804" y="3092748"/>
                    </a:lnTo>
                    <a:lnTo>
                      <a:pt x="2970064" y="2762920"/>
                    </a:lnTo>
                    <a:lnTo>
                      <a:pt x="3046388" y="2534940"/>
                    </a:lnTo>
                    <a:lnTo>
                      <a:pt x="3215680" y="2352948"/>
                    </a:lnTo>
                    <a:lnTo>
                      <a:pt x="3346872" y="2149872"/>
                    </a:lnTo>
                    <a:lnTo>
                      <a:pt x="3414564" y="2044080"/>
                    </a:lnTo>
                    <a:lnTo>
                      <a:pt x="3380656" y="1811288"/>
                    </a:lnTo>
                    <a:lnTo>
                      <a:pt x="3345357" y="1549077"/>
                    </a:lnTo>
                    <a:cubicBezTo>
                      <a:pt x="3347259" y="1416430"/>
                      <a:pt x="3349162" y="1283783"/>
                      <a:pt x="3351064" y="1151136"/>
                    </a:cubicBezTo>
                    <a:lnTo>
                      <a:pt x="3376464" y="960760"/>
                    </a:lnTo>
                    <a:lnTo>
                      <a:pt x="3439964" y="677168"/>
                    </a:lnTo>
                    <a:cubicBezTo>
                      <a:pt x="3441361" y="586871"/>
                      <a:pt x="3442759" y="496573"/>
                      <a:pt x="3444156" y="406276"/>
                    </a:cubicBezTo>
                    <a:lnTo>
                      <a:pt x="3392860" y="190177"/>
                    </a:lnTo>
                    <a:close/>
                  </a:path>
                </a:pathLst>
              </a:custGeom>
              <a:gradFill>
                <a:gsLst>
                  <a:gs pos="0">
                    <a:srgbClr val="990099"/>
                  </a:gs>
                  <a:gs pos="0">
                    <a:srgbClr val="EF8600"/>
                  </a:gs>
                </a:gsLst>
                <a:lin ang="2700000" scaled="1"/>
              </a:gradFill>
              <a:ln w="6350" cmpd="sng">
                <a:solidFill>
                  <a:srgbClr val="FFFFFF"/>
                </a:solidFill>
                <a:prstDash val="solid"/>
                <a:round/>
                <a:headEnd/>
                <a:tailEnd/>
              </a:ln>
              <a:effectLst>
                <a:outerShdw dist="28398" dir="6993903" algn="ctr" rotWithShape="0">
                  <a:srgbClr val="B2B2B2">
                    <a:alpha val="5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457" b="0" i="0" u="none" strike="noStrike" kern="1200" cap="none" spc="0" normalizeH="0" baseline="0" noProof="0">
                  <a:ln>
                    <a:noFill/>
                  </a:ln>
                  <a:solidFill>
                    <a:sysClr val="windowText" lastClr="000000"/>
                  </a:solidFill>
                  <a:effectLst/>
                  <a:uLnTx/>
                  <a:uFillTx/>
                  <a:latin typeface="29LT Bukra Bold" panose="000B0903020204020204" pitchFamily="34" charset="-78"/>
                  <a:ea typeface="等线" panose="02010600030101010101" pitchFamily="2" charset="-122"/>
                  <a:cs typeface="29LT Bukra Bold" panose="000B0903020204020204" pitchFamily="34" charset="-78"/>
                </a:endParaRPr>
              </a:p>
            </p:txBody>
          </p:sp>
          <p:sp>
            <p:nvSpPr>
              <p:cNvPr id="1859" name="任意多边形 176">
                <a:extLst>
                  <a:ext uri="{FF2B5EF4-FFF2-40B4-BE49-F238E27FC236}">
                    <a16:creationId xmlns:a16="http://schemas.microsoft.com/office/drawing/2014/main" id="{59418A12-06C0-241F-9638-D567377CA4CB}"/>
                  </a:ext>
                </a:extLst>
              </p:cNvPr>
              <p:cNvSpPr>
                <a:spLocks/>
              </p:cNvSpPr>
              <p:nvPr/>
            </p:nvSpPr>
            <p:spPr bwMode="auto">
              <a:xfrm>
                <a:off x="4566421" y="655208"/>
                <a:ext cx="333369" cy="418088"/>
              </a:xfrm>
              <a:custGeom>
                <a:avLst/>
                <a:gdLst>
                  <a:gd name="T0" fmla="*/ 78349 w 4302943"/>
                  <a:gd name="T1" fmla="*/ 12827 h 5901285"/>
                  <a:gd name="T2" fmla="*/ 151477 w 4302943"/>
                  <a:gd name="T3" fmla="*/ 25953 h 5901285"/>
                  <a:gd name="T4" fmla="*/ 235295 w 4302943"/>
                  <a:gd name="T5" fmla="*/ 29785 h 5901285"/>
                  <a:gd name="T6" fmla="*/ 302192 w 4302943"/>
                  <a:gd name="T7" fmla="*/ 32855 h 5901285"/>
                  <a:gd name="T8" fmla="*/ 360275 w 4302943"/>
                  <a:gd name="T9" fmla="*/ 22981 h 5901285"/>
                  <a:gd name="T10" fmla="*/ 399040 w 4302943"/>
                  <a:gd name="T11" fmla="*/ 0 h 5901285"/>
                  <a:gd name="T12" fmla="*/ 412971 w 4302943"/>
                  <a:gd name="T13" fmla="*/ 49038 h 5901285"/>
                  <a:gd name="T14" fmla="*/ 425297 w 4302943"/>
                  <a:gd name="T15" fmla="*/ 91271 h 5901285"/>
                  <a:gd name="T16" fmla="*/ 416758 w 4302943"/>
                  <a:gd name="T17" fmla="*/ 137432 h 5901285"/>
                  <a:gd name="T18" fmla="*/ 449815 w 4302943"/>
                  <a:gd name="T19" fmla="*/ 173538 h 5901285"/>
                  <a:gd name="T20" fmla="*/ 462119 w 4302943"/>
                  <a:gd name="T21" fmla="*/ 222016 h 5901285"/>
                  <a:gd name="T22" fmla="*/ 490581 w 4302943"/>
                  <a:gd name="T23" fmla="*/ 288940 h 5901285"/>
                  <a:gd name="T24" fmla="*/ 509025 w 4302943"/>
                  <a:gd name="T25" fmla="*/ 331232 h 5901285"/>
                  <a:gd name="T26" fmla="*/ 547505 w 4302943"/>
                  <a:gd name="T27" fmla="*/ 389706 h 5901285"/>
                  <a:gd name="T28" fmla="*/ 585941 w 4302943"/>
                  <a:gd name="T29" fmla="*/ 446612 h 5901285"/>
                  <a:gd name="T30" fmla="*/ 630561 w 4302943"/>
                  <a:gd name="T31" fmla="*/ 489688 h 5901285"/>
                  <a:gd name="T32" fmla="*/ 673636 w 4302943"/>
                  <a:gd name="T33" fmla="*/ 522769 h 5901285"/>
                  <a:gd name="T34" fmla="*/ 762657 w 4302943"/>
                  <a:gd name="T35" fmla="*/ 550164 h 5901285"/>
                  <a:gd name="T36" fmla="*/ 764401 w 4302943"/>
                  <a:gd name="T37" fmla="*/ 604306 h 5901285"/>
                  <a:gd name="T38" fmla="*/ 774271 w 4302943"/>
                  <a:gd name="T39" fmla="*/ 634510 h 5901285"/>
                  <a:gd name="T40" fmla="*/ 782106 w 4302943"/>
                  <a:gd name="T41" fmla="*/ 682772 h 5901285"/>
                  <a:gd name="T42" fmla="*/ 756714 w 4302943"/>
                  <a:gd name="T43" fmla="*/ 698931 h 5901285"/>
                  <a:gd name="T44" fmla="*/ 738247 w 4302943"/>
                  <a:gd name="T45" fmla="*/ 722778 h 5901285"/>
                  <a:gd name="T46" fmla="*/ 729014 w 4302943"/>
                  <a:gd name="T47" fmla="*/ 772780 h 5901285"/>
                  <a:gd name="T48" fmla="*/ 735177 w 4302943"/>
                  <a:gd name="T49" fmla="*/ 797389 h 5901285"/>
                  <a:gd name="T50" fmla="*/ 727490 w 4302943"/>
                  <a:gd name="T51" fmla="*/ 828162 h 5901285"/>
                  <a:gd name="T52" fmla="*/ 691656 w 4302943"/>
                  <a:gd name="T53" fmla="*/ 851120 h 5901285"/>
                  <a:gd name="T54" fmla="*/ 659024 w 4302943"/>
                  <a:gd name="T55" fmla="*/ 862811 h 5901285"/>
                  <a:gd name="T56" fmla="*/ 615187 w 4302943"/>
                  <a:gd name="T57" fmla="*/ 805861 h 5901285"/>
                  <a:gd name="T58" fmla="*/ 560571 w 4302943"/>
                  <a:gd name="T59" fmla="*/ 774304 h 5901285"/>
                  <a:gd name="T60" fmla="*/ 530585 w 4302943"/>
                  <a:gd name="T61" fmla="*/ 772758 h 5901285"/>
                  <a:gd name="T62" fmla="*/ 458264 w 4302943"/>
                  <a:gd name="T63" fmla="*/ 818905 h 5901285"/>
                  <a:gd name="T64" fmla="*/ 432132 w 4302943"/>
                  <a:gd name="T65" fmla="*/ 868123 h 5901285"/>
                  <a:gd name="T66" fmla="*/ 369874 w 4302943"/>
                  <a:gd name="T67" fmla="*/ 946544 h 5901285"/>
                  <a:gd name="T68" fmla="*/ 330677 w 4302943"/>
                  <a:gd name="T69" fmla="*/ 989598 h 5901285"/>
                  <a:gd name="T70" fmla="*/ 294528 w 4302943"/>
                  <a:gd name="T71" fmla="*/ 1006519 h 5901285"/>
                  <a:gd name="T72" fmla="*/ 254524 w 4302943"/>
                  <a:gd name="T73" fmla="*/ 1038054 h 5901285"/>
                  <a:gd name="T74" fmla="*/ 228392 w 4302943"/>
                  <a:gd name="T75" fmla="*/ 1072681 h 5901285"/>
                  <a:gd name="T76" fmla="*/ 192243 w 4302943"/>
                  <a:gd name="T77" fmla="*/ 1059592 h 5901285"/>
                  <a:gd name="T78" fmla="*/ 188388 w 4302943"/>
                  <a:gd name="T79" fmla="*/ 1037292 h 5901285"/>
                  <a:gd name="T80" fmla="*/ 173799 w 4302943"/>
                  <a:gd name="T81" fmla="*/ 1034221 h 5901285"/>
                  <a:gd name="T82" fmla="*/ 120729 w 4302943"/>
                  <a:gd name="T83" fmla="*/ 1021917 h 5901285"/>
                  <a:gd name="T84" fmla="*/ 82204 w 4302943"/>
                  <a:gd name="T85" fmla="*/ 1001947 h 5901285"/>
                  <a:gd name="T86" fmla="*/ 58782 w 4302943"/>
                  <a:gd name="T87" fmla="*/ 1016078 h 5901285"/>
                  <a:gd name="T88" fmla="*/ 50761 w 4302943"/>
                  <a:gd name="T89" fmla="*/ 950354 h 5901285"/>
                  <a:gd name="T90" fmla="*/ 12858 w 4302943"/>
                  <a:gd name="T91" fmla="*/ 881532 h 5901285"/>
                  <a:gd name="T92" fmla="*/ 19991 w 4302943"/>
                  <a:gd name="T93" fmla="*/ 816506 h 5901285"/>
                  <a:gd name="T94" fmla="*/ 6141 w 4302943"/>
                  <a:gd name="T95" fmla="*/ 734970 h 5901285"/>
                  <a:gd name="T96" fmla="*/ 3832 w 4302943"/>
                  <a:gd name="T97" fmla="*/ 641913 h 5901285"/>
                  <a:gd name="T98" fmla="*/ 0 w 4302943"/>
                  <a:gd name="T99" fmla="*/ 540430 h 5901285"/>
                  <a:gd name="T100" fmla="*/ 1501 w 4302943"/>
                  <a:gd name="T101" fmla="*/ 480477 h 5901285"/>
                  <a:gd name="T102" fmla="*/ 15374 w 4302943"/>
                  <a:gd name="T103" fmla="*/ 439037 h 5901285"/>
                  <a:gd name="T104" fmla="*/ 46145 w 4302943"/>
                  <a:gd name="T105" fmla="*/ 405956 h 5901285"/>
                  <a:gd name="T106" fmla="*/ 69990 w 4302943"/>
                  <a:gd name="T107" fmla="*/ 369043 h 5901285"/>
                  <a:gd name="T108" fmla="*/ 82294 w 4302943"/>
                  <a:gd name="T109" fmla="*/ 349813 h 5901285"/>
                  <a:gd name="T110" fmla="*/ 76131 w 4302943"/>
                  <a:gd name="T111" fmla="*/ 307498 h 5901285"/>
                  <a:gd name="T112" fmla="*/ 69715 w 4302943"/>
                  <a:gd name="T113" fmla="*/ 259836 h 5901285"/>
                  <a:gd name="T114" fmla="*/ 70752 w 4302943"/>
                  <a:gd name="T115" fmla="*/ 187502 h 5901285"/>
                  <a:gd name="T116" fmla="*/ 75369 w 4302943"/>
                  <a:gd name="T117" fmla="*/ 152897 h 5901285"/>
                  <a:gd name="T118" fmla="*/ 86911 w 4302943"/>
                  <a:gd name="T119" fmla="*/ 101348 h 5901285"/>
                  <a:gd name="T120" fmla="*/ 87673 w 4302943"/>
                  <a:gd name="T121" fmla="*/ 52108 h 5901285"/>
                  <a:gd name="T122" fmla="*/ 78349 w 4302943"/>
                  <a:gd name="T123" fmla="*/ 12827 h 5901285"/>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0" t="0" r="r" b="b"/>
                <a:pathLst>
                  <a:path w="4302943" h="5901285">
                    <a:moveTo>
                      <a:pt x="431056" y="70569"/>
                    </a:moveTo>
                    <a:lnTo>
                      <a:pt x="833387" y="142776"/>
                    </a:lnTo>
                    <a:lnTo>
                      <a:pt x="1294531" y="163860"/>
                    </a:lnTo>
                    <a:lnTo>
                      <a:pt x="1662583" y="180752"/>
                    </a:lnTo>
                    <a:lnTo>
                      <a:pt x="1982140" y="126429"/>
                    </a:lnTo>
                    <a:lnTo>
                      <a:pt x="2195411" y="0"/>
                    </a:lnTo>
                    <a:lnTo>
                      <a:pt x="2272059" y="269777"/>
                    </a:lnTo>
                    <a:lnTo>
                      <a:pt x="2339872" y="502120"/>
                    </a:lnTo>
                    <a:lnTo>
                      <a:pt x="2292895" y="756073"/>
                    </a:lnTo>
                    <a:lnTo>
                      <a:pt x="2474763" y="954709"/>
                    </a:lnTo>
                    <a:lnTo>
                      <a:pt x="2542455" y="1221409"/>
                    </a:lnTo>
                    <a:lnTo>
                      <a:pt x="2699047" y="1589585"/>
                    </a:lnTo>
                    <a:lnTo>
                      <a:pt x="2800523" y="1822253"/>
                    </a:lnTo>
                    <a:lnTo>
                      <a:pt x="3012231" y="2143945"/>
                    </a:lnTo>
                    <a:lnTo>
                      <a:pt x="3223691" y="2457005"/>
                    </a:lnTo>
                    <a:lnTo>
                      <a:pt x="3469183" y="2693989"/>
                    </a:lnTo>
                    <a:lnTo>
                      <a:pt x="3706167" y="2875981"/>
                    </a:lnTo>
                    <a:lnTo>
                      <a:pt x="4195936" y="3026692"/>
                    </a:lnTo>
                    <a:cubicBezTo>
                      <a:pt x="4196069" y="3084000"/>
                      <a:pt x="4205402" y="3267241"/>
                      <a:pt x="4205535" y="3324549"/>
                    </a:cubicBezTo>
                    <a:lnTo>
                      <a:pt x="4259834" y="3490716"/>
                    </a:lnTo>
                    <a:lnTo>
                      <a:pt x="4302943" y="3756225"/>
                    </a:lnTo>
                    <a:lnTo>
                      <a:pt x="4163243" y="3845125"/>
                    </a:lnTo>
                    <a:lnTo>
                      <a:pt x="4061643" y="3976317"/>
                    </a:lnTo>
                    <a:lnTo>
                      <a:pt x="4010843" y="4251401"/>
                    </a:lnTo>
                    <a:lnTo>
                      <a:pt x="4044751" y="4386785"/>
                    </a:lnTo>
                    <a:lnTo>
                      <a:pt x="4002459" y="4556077"/>
                    </a:lnTo>
                    <a:lnTo>
                      <a:pt x="3805310" y="4682382"/>
                    </a:lnTo>
                    <a:lnTo>
                      <a:pt x="3625775" y="4746701"/>
                    </a:lnTo>
                    <a:lnTo>
                      <a:pt x="3384599" y="4433393"/>
                    </a:lnTo>
                    <a:lnTo>
                      <a:pt x="3084115" y="4259785"/>
                    </a:lnTo>
                    <a:lnTo>
                      <a:pt x="2919139" y="4251277"/>
                    </a:lnTo>
                    <a:lnTo>
                      <a:pt x="2521247" y="4505153"/>
                    </a:lnTo>
                    <a:lnTo>
                      <a:pt x="2377479" y="4775921"/>
                    </a:lnTo>
                    <a:lnTo>
                      <a:pt x="2034951" y="5207349"/>
                    </a:lnTo>
                    <a:lnTo>
                      <a:pt x="1819299" y="5444209"/>
                    </a:lnTo>
                    <a:lnTo>
                      <a:pt x="1620415" y="5537301"/>
                    </a:lnTo>
                    <a:lnTo>
                      <a:pt x="1400323" y="5710785"/>
                    </a:lnTo>
                    <a:lnTo>
                      <a:pt x="1256555" y="5901285"/>
                    </a:lnTo>
                    <a:lnTo>
                      <a:pt x="1057671" y="5829277"/>
                    </a:lnTo>
                    <a:lnTo>
                      <a:pt x="1036463" y="5706593"/>
                    </a:lnTo>
                    <a:lnTo>
                      <a:pt x="956195" y="5689701"/>
                    </a:lnTo>
                    <a:lnTo>
                      <a:pt x="664219" y="5622009"/>
                    </a:lnTo>
                    <a:lnTo>
                      <a:pt x="452263" y="5512149"/>
                    </a:lnTo>
                    <a:lnTo>
                      <a:pt x="323404" y="5589885"/>
                    </a:lnTo>
                    <a:lnTo>
                      <a:pt x="279276" y="5228308"/>
                    </a:lnTo>
                    <a:lnTo>
                      <a:pt x="70741" y="4849688"/>
                    </a:lnTo>
                    <a:lnTo>
                      <a:pt x="109984" y="4491956"/>
                    </a:lnTo>
                    <a:lnTo>
                      <a:pt x="33784" y="4043388"/>
                    </a:lnTo>
                    <a:lnTo>
                      <a:pt x="21084" y="3531444"/>
                    </a:lnTo>
                    <a:lnTo>
                      <a:pt x="0" y="2973140"/>
                    </a:lnTo>
                    <a:lnTo>
                      <a:pt x="8260" y="2643312"/>
                    </a:lnTo>
                    <a:lnTo>
                      <a:pt x="84584" y="2415332"/>
                    </a:lnTo>
                    <a:lnTo>
                      <a:pt x="253876" y="2233340"/>
                    </a:lnTo>
                    <a:lnTo>
                      <a:pt x="385068" y="2030264"/>
                    </a:lnTo>
                    <a:lnTo>
                      <a:pt x="452760" y="1924472"/>
                    </a:lnTo>
                    <a:lnTo>
                      <a:pt x="418852" y="1691680"/>
                    </a:lnTo>
                    <a:lnTo>
                      <a:pt x="383553" y="1429469"/>
                    </a:lnTo>
                    <a:cubicBezTo>
                      <a:pt x="385455" y="1296822"/>
                      <a:pt x="387358" y="1164175"/>
                      <a:pt x="389260" y="1031528"/>
                    </a:cubicBezTo>
                    <a:lnTo>
                      <a:pt x="414660" y="841152"/>
                    </a:lnTo>
                    <a:lnTo>
                      <a:pt x="478160" y="557560"/>
                    </a:lnTo>
                    <a:cubicBezTo>
                      <a:pt x="479557" y="467263"/>
                      <a:pt x="480955" y="376965"/>
                      <a:pt x="482352" y="286668"/>
                    </a:cubicBezTo>
                    <a:lnTo>
                      <a:pt x="431056" y="70569"/>
                    </a:lnTo>
                    <a:close/>
                  </a:path>
                </a:pathLst>
              </a:custGeom>
              <a:gradFill>
                <a:gsLst>
                  <a:gs pos="0">
                    <a:srgbClr val="990099"/>
                  </a:gs>
                  <a:gs pos="0">
                    <a:srgbClr val="EF8600"/>
                  </a:gs>
                </a:gsLst>
                <a:lin ang="2700000" scaled="1"/>
              </a:gradFill>
              <a:ln w="6350" cmpd="sng">
                <a:solidFill>
                  <a:srgbClr val="FFFFFF"/>
                </a:solidFill>
                <a:prstDash val="solid"/>
                <a:round/>
                <a:headEnd/>
                <a:tailEnd/>
              </a:ln>
              <a:effectLst>
                <a:outerShdw dist="28398" dir="6993903" algn="ctr" rotWithShape="0">
                  <a:srgbClr val="B2B2B2">
                    <a:alpha val="5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457" b="0" i="0" u="none" strike="noStrike" kern="1200" cap="none" spc="0" normalizeH="0" baseline="0" noProof="0">
                  <a:ln>
                    <a:noFill/>
                  </a:ln>
                  <a:solidFill>
                    <a:sysClr val="windowText" lastClr="000000"/>
                  </a:solidFill>
                  <a:effectLst/>
                  <a:uLnTx/>
                  <a:uFillTx/>
                  <a:latin typeface="29LT Bukra Bold" panose="000B0903020204020204" pitchFamily="34" charset="-78"/>
                  <a:ea typeface="等线" panose="02010600030101010101" pitchFamily="2" charset="-122"/>
                  <a:cs typeface="29LT Bukra Bold" panose="000B0903020204020204" pitchFamily="34" charset="-78"/>
                </a:endParaRPr>
              </a:p>
            </p:txBody>
          </p:sp>
          <p:sp>
            <p:nvSpPr>
              <p:cNvPr id="1860" name="任意多边形 188">
                <a:extLst>
                  <a:ext uri="{FF2B5EF4-FFF2-40B4-BE49-F238E27FC236}">
                    <a16:creationId xmlns:a16="http://schemas.microsoft.com/office/drawing/2014/main" id="{064253FC-5653-CED6-120B-E50E3A19AE4F}"/>
                  </a:ext>
                </a:extLst>
              </p:cNvPr>
              <p:cNvSpPr>
                <a:spLocks/>
              </p:cNvSpPr>
              <p:nvPr/>
            </p:nvSpPr>
            <p:spPr bwMode="auto">
              <a:xfrm>
                <a:off x="4368568" y="956404"/>
                <a:ext cx="635569" cy="343871"/>
              </a:xfrm>
              <a:custGeom>
                <a:avLst/>
                <a:gdLst/>
                <a:ahLst/>
                <a:cxnLst/>
                <a:rect l="0" t="0" r="r" b="b"/>
                <a:pathLst>
                  <a:path w="8190407" h="4858768">
                    <a:moveTo>
                      <a:pt x="5979195" y="3620852"/>
                    </a:moveTo>
                    <a:lnTo>
                      <a:pt x="5708582" y="3615580"/>
                    </a:lnTo>
                    <a:lnTo>
                      <a:pt x="5578203" y="3541538"/>
                    </a:lnTo>
                    <a:lnTo>
                      <a:pt x="5445072" y="3513416"/>
                    </a:lnTo>
                    <a:lnTo>
                      <a:pt x="5138581" y="3469310"/>
                    </a:lnTo>
                    <a:lnTo>
                      <a:pt x="4745005" y="3353196"/>
                    </a:lnTo>
                    <a:lnTo>
                      <a:pt x="4441333" y="3354322"/>
                    </a:lnTo>
                    <a:lnTo>
                      <a:pt x="4191209" y="3456485"/>
                    </a:lnTo>
                    <a:lnTo>
                      <a:pt x="3781991" y="3660812"/>
                    </a:lnTo>
                    <a:lnTo>
                      <a:pt x="3433086" y="3922632"/>
                    </a:lnTo>
                    <a:lnTo>
                      <a:pt x="3024432" y="4156551"/>
                    </a:lnTo>
                    <a:lnTo>
                      <a:pt x="2585623" y="4462477"/>
                    </a:lnTo>
                    <a:lnTo>
                      <a:pt x="2209942" y="4666241"/>
                    </a:lnTo>
                    <a:lnTo>
                      <a:pt x="2053902" y="4858768"/>
                    </a:lnTo>
                    <a:lnTo>
                      <a:pt x="1963015" y="4838121"/>
                    </a:lnTo>
                    <a:lnTo>
                      <a:pt x="1809774" y="3939307"/>
                    </a:lnTo>
                    <a:lnTo>
                      <a:pt x="1753765" y="3220541"/>
                    </a:lnTo>
                    <a:lnTo>
                      <a:pt x="1670271" y="3013099"/>
                    </a:lnTo>
                    <a:lnTo>
                      <a:pt x="1491158" y="2925167"/>
                    </a:lnTo>
                    <a:lnTo>
                      <a:pt x="1300232" y="2841577"/>
                    </a:lnTo>
                    <a:lnTo>
                      <a:pt x="1021283" y="2781622"/>
                    </a:lnTo>
                    <a:lnTo>
                      <a:pt x="505593" y="2592264"/>
                    </a:lnTo>
                    <a:lnTo>
                      <a:pt x="129203" y="2443274"/>
                    </a:lnTo>
                    <a:lnTo>
                      <a:pt x="180404" y="2248024"/>
                    </a:lnTo>
                    <a:lnTo>
                      <a:pt x="144685" y="1966367"/>
                    </a:lnTo>
                    <a:cubicBezTo>
                      <a:pt x="145213" y="1920602"/>
                      <a:pt x="145742" y="1874838"/>
                      <a:pt x="146270" y="1829073"/>
                    </a:cubicBezTo>
                    <a:lnTo>
                      <a:pt x="60770" y="1782911"/>
                    </a:lnTo>
                    <a:lnTo>
                      <a:pt x="0" y="1603648"/>
                    </a:lnTo>
                    <a:lnTo>
                      <a:pt x="19050" y="1442293"/>
                    </a:lnTo>
                    <a:lnTo>
                      <a:pt x="57149" y="1281509"/>
                    </a:lnTo>
                    <a:lnTo>
                      <a:pt x="141208" y="1096342"/>
                    </a:lnTo>
                    <a:lnTo>
                      <a:pt x="459680" y="1035000"/>
                    </a:lnTo>
                    <a:lnTo>
                      <a:pt x="614461" y="1098724"/>
                    </a:lnTo>
                    <a:lnTo>
                      <a:pt x="794394" y="1268933"/>
                    </a:lnTo>
                    <a:lnTo>
                      <a:pt x="1017190" y="1175494"/>
                    </a:lnTo>
                    <a:lnTo>
                      <a:pt x="1500013" y="917179"/>
                    </a:lnTo>
                    <a:lnTo>
                      <a:pt x="1627559" y="1205880"/>
                    </a:lnTo>
                    <a:lnTo>
                      <a:pt x="1881212" y="1330946"/>
                    </a:lnTo>
                    <a:lnTo>
                      <a:pt x="2013421" y="1367805"/>
                    </a:lnTo>
                    <a:lnTo>
                      <a:pt x="2298030" y="1313706"/>
                    </a:lnTo>
                    <a:lnTo>
                      <a:pt x="2511871" y="1342281"/>
                    </a:lnTo>
                    <a:lnTo>
                      <a:pt x="2831058" y="1463725"/>
                    </a:lnTo>
                    <a:lnTo>
                      <a:pt x="2868588" y="1339900"/>
                    </a:lnTo>
                    <a:lnTo>
                      <a:pt x="2996801" y="1262731"/>
                    </a:lnTo>
                    <a:lnTo>
                      <a:pt x="3206254" y="1368475"/>
                    </a:lnTo>
                    <a:lnTo>
                      <a:pt x="3583161" y="1455440"/>
                    </a:lnTo>
                    <a:lnTo>
                      <a:pt x="3605262" y="1576314"/>
                    </a:lnTo>
                    <a:lnTo>
                      <a:pt x="3801194" y="1650132"/>
                    </a:lnTo>
                    <a:lnTo>
                      <a:pt x="3942505" y="1466849"/>
                    </a:lnTo>
                    <a:lnTo>
                      <a:pt x="4156100" y="1290464"/>
                    </a:lnTo>
                    <a:lnTo>
                      <a:pt x="4366890" y="1192163"/>
                    </a:lnTo>
                    <a:lnTo>
                      <a:pt x="4613498" y="916409"/>
                    </a:lnTo>
                    <a:lnTo>
                      <a:pt x="4917157" y="529977"/>
                    </a:lnTo>
                    <a:lnTo>
                      <a:pt x="5069656" y="250130"/>
                    </a:lnTo>
                    <a:lnTo>
                      <a:pt x="5465614" y="0"/>
                    </a:lnTo>
                    <a:lnTo>
                      <a:pt x="5629993" y="8705"/>
                    </a:lnTo>
                    <a:lnTo>
                      <a:pt x="5929486" y="180404"/>
                    </a:lnTo>
                    <a:lnTo>
                      <a:pt x="6171058" y="493725"/>
                    </a:lnTo>
                    <a:lnTo>
                      <a:pt x="6131421" y="666377"/>
                    </a:lnTo>
                    <a:lnTo>
                      <a:pt x="6140946" y="775344"/>
                    </a:lnTo>
                    <a:lnTo>
                      <a:pt x="6120184" y="1003373"/>
                    </a:lnTo>
                    <a:lnTo>
                      <a:pt x="6235625" y="1155873"/>
                    </a:lnTo>
                    <a:lnTo>
                      <a:pt x="6318399" y="1302940"/>
                    </a:lnTo>
                    <a:lnTo>
                      <a:pt x="6436468" y="1417861"/>
                    </a:lnTo>
                    <a:lnTo>
                      <a:pt x="6601296" y="1502494"/>
                    </a:lnTo>
                    <a:lnTo>
                      <a:pt x="6748363" y="1620985"/>
                    </a:lnTo>
                    <a:lnTo>
                      <a:pt x="6826944" y="1758528"/>
                    </a:lnTo>
                    <a:lnTo>
                      <a:pt x="6887491" y="2125040"/>
                    </a:lnTo>
                    <a:lnTo>
                      <a:pt x="7061646" y="2148581"/>
                    </a:lnTo>
                    <a:lnTo>
                      <a:pt x="7201570" y="2129531"/>
                    </a:lnTo>
                    <a:lnTo>
                      <a:pt x="7404646" y="2029519"/>
                    </a:lnTo>
                    <a:lnTo>
                      <a:pt x="7629153" y="2056283"/>
                    </a:lnTo>
                    <a:lnTo>
                      <a:pt x="7844135" y="2065908"/>
                    </a:lnTo>
                    <a:lnTo>
                      <a:pt x="8012063" y="2128961"/>
                    </a:lnTo>
                    <a:lnTo>
                      <a:pt x="8122841" y="2265932"/>
                    </a:lnTo>
                    <a:lnTo>
                      <a:pt x="8190407" y="2384547"/>
                    </a:lnTo>
                    <a:lnTo>
                      <a:pt x="8149035" y="2542256"/>
                    </a:lnTo>
                    <a:lnTo>
                      <a:pt x="8082360" y="2667893"/>
                    </a:lnTo>
                    <a:lnTo>
                      <a:pt x="8041430" y="2800026"/>
                    </a:lnTo>
                    <a:lnTo>
                      <a:pt x="7883973" y="2743075"/>
                    </a:lnTo>
                    <a:lnTo>
                      <a:pt x="7714754" y="2714376"/>
                    </a:lnTo>
                    <a:lnTo>
                      <a:pt x="7515870" y="2777876"/>
                    </a:lnTo>
                    <a:lnTo>
                      <a:pt x="7291462" y="2854076"/>
                    </a:lnTo>
                    <a:lnTo>
                      <a:pt x="7152010" y="2870968"/>
                    </a:lnTo>
                    <a:lnTo>
                      <a:pt x="6936110" y="2921768"/>
                    </a:lnTo>
                    <a:lnTo>
                      <a:pt x="6729411" y="3024136"/>
                    </a:lnTo>
                    <a:lnTo>
                      <a:pt x="6639818" y="3158752"/>
                    </a:lnTo>
                    <a:lnTo>
                      <a:pt x="6449442" y="3281436"/>
                    </a:lnTo>
                    <a:lnTo>
                      <a:pt x="6233542" y="3412628"/>
                    </a:lnTo>
                    <a:lnTo>
                      <a:pt x="6170166" y="3565028"/>
                    </a:lnTo>
                    <a:lnTo>
                      <a:pt x="5979195" y="3620852"/>
                    </a:lnTo>
                    <a:close/>
                  </a:path>
                </a:pathLst>
              </a:custGeom>
              <a:gradFill>
                <a:gsLst>
                  <a:gs pos="0">
                    <a:srgbClr val="990099"/>
                  </a:gs>
                  <a:gs pos="0">
                    <a:srgbClr val="EF8600"/>
                  </a:gs>
                </a:gsLst>
                <a:lin ang="2700000" scaled="1"/>
              </a:gradFill>
              <a:ln w="6350" cmpd="sng">
                <a:solidFill>
                  <a:srgbClr val="FFFFFF"/>
                </a:solidFill>
                <a:prstDash val="solid"/>
                <a:round/>
                <a:headEnd/>
                <a:tailEnd/>
              </a:ln>
              <a:effectLst>
                <a:outerShdw dist="28398" dir="6993903" algn="ctr" rotWithShape="0">
                  <a:srgbClr val="B2B2B2">
                    <a:alpha val="5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457" b="0" i="0" u="none" strike="noStrike" kern="1200" cap="none" spc="0" normalizeH="0" baseline="0" noProof="0">
                  <a:ln>
                    <a:noFill/>
                  </a:ln>
                  <a:solidFill>
                    <a:sysClr val="windowText" lastClr="000000"/>
                  </a:solidFill>
                  <a:effectLst/>
                  <a:uLnTx/>
                  <a:uFillTx/>
                  <a:latin typeface="29LT Bukra Bold" panose="000B0903020204020204" pitchFamily="34" charset="-78"/>
                  <a:ea typeface="等线" panose="02010600030101010101" pitchFamily="2" charset="-122"/>
                  <a:cs typeface="29LT Bukra Bold" panose="000B0903020204020204" pitchFamily="34" charset="-78"/>
                </a:endParaRPr>
              </a:p>
            </p:txBody>
          </p:sp>
          <p:sp>
            <p:nvSpPr>
              <p:cNvPr id="1861" name="任意多边形 191">
                <a:extLst>
                  <a:ext uri="{FF2B5EF4-FFF2-40B4-BE49-F238E27FC236}">
                    <a16:creationId xmlns:a16="http://schemas.microsoft.com/office/drawing/2014/main" id="{E0035886-AC19-9977-FD9E-A803EB84988A}"/>
                  </a:ext>
                </a:extLst>
              </p:cNvPr>
              <p:cNvSpPr>
                <a:spLocks/>
              </p:cNvSpPr>
              <p:nvPr/>
            </p:nvSpPr>
            <p:spPr bwMode="auto">
              <a:xfrm>
                <a:off x="4743946" y="650879"/>
                <a:ext cx="233087" cy="218939"/>
              </a:xfrm>
              <a:custGeom>
                <a:avLst/>
                <a:gdLst>
                  <a:gd name="T0" fmla="*/ 8786 w 11535895"/>
                  <a:gd name="T1" fmla="*/ 102356 h 11889818"/>
                  <a:gd name="T2" fmla="*/ 0 w 11535895"/>
                  <a:gd name="T3" fmla="*/ 148247 h 11889818"/>
                  <a:gd name="T4" fmla="*/ 32807 w 11535895"/>
                  <a:gd name="T5" fmla="*/ 184845 h 11889818"/>
                  <a:gd name="T6" fmla="*/ 46127 w 11535895"/>
                  <a:gd name="T7" fmla="*/ 234410 h 11889818"/>
                  <a:gd name="T8" fmla="*/ 92808 w 11535895"/>
                  <a:gd name="T9" fmla="*/ 343286 h 11889818"/>
                  <a:gd name="T10" fmla="*/ 170420 w 11535895"/>
                  <a:gd name="T11" fmla="*/ 458644 h 11889818"/>
                  <a:gd name="T12" fmla="*/ 213763 w 11535895"/>
                  <a:gd name="T13" fmla="*/ 500342 h 11889818"/>
                  <a:gd name="T14" fmla="*/ 256114 w 11535895"/>
                  <a:gd name="T15" fmla="*/ 533131 h 11889818"/>
                  <a:gd name="T16" fmla="*/ 346540 w 11535895"/>
                  <a:gd name="T17" fmla="*/ 561592 h 11889818"/>
                  <a:gd name="T18" fmla="*/ 394304 w 11535895"/>
                  <a:gd name="T19" fmla="*/ 450119 h 11889818"/>
                  <a:gd name="T20" fmla="*/ 430142 w 11535895"/>
                  <a:gd name="T21" fmla="*/ 387120 h 11889818"/>
                  <a:gd name="T22" fmla="*/ 491754 w 11535895"/>
                  <a:gd name="T23" fmla="*/ 298171 h 11889818"/>
                  <a:gd name="T24" fmla="*/ 545165 w 11535895"/>
                  <a:gd name="T25" fmla="*/ 272944 h 11889818"/>
                  <a:gd name="T26" fmla="*/ 526414 w 11535895"/>
                  <a:gd name="T27" fmla="*/ 238305 h 11889818"/>
                  <a:gd name="T28" fmla="*/ 510825 w 11535895"/>
                  <a:gd name="T29" fmla="*/ 204651 h 11889818"/>
                  <a:gd name="T30" fmla="*/ 506599 w 11535895"/>
                  <a:gd name="T31" fmla="*/ 176190 h 11889818"/>
                  <a:gd name="T32" fmla="*/ 496206 w 11535895"/>
                  <a:gd name="T33" fmla="*/ 148698 h 11889818"/>
                  <a:gd name="T34" fmla="*/ 490247 w 11535895"/>
                  <a:gd name="T35" fmla="*/ 118506 h 11889818"/>
                  <a:gd name="T36" fmla="*/ 485673 w 11535895"/>
                  <a:gd name="T37" fmla="*/ 85058 h 11889818"/>
                  <a:gd name="T38" fmla="*/ 474519 w 11535895"/>
                  <a:gd name="T39" fmla="*/ 50435 h 11889818"/>
                  <a:gd name="T40" fmla="*/ 452001 w 11535895"/>
                  <a:gd name="T41" fmla="*/ 28898 h 11889818"/>
                  <a:gd name="T42" fmla="*/ 433918 w 11535895"/>
                  <a:gd name="T43" fmla="*/ 18511 h 11889818"/>
                  <a:gd name="T44" fmla="*/ 408906 w 11535895"/>
                  <a:gd name="T45" fmla="*/ 12556 h 11889818"/>
                  <a:gd name="T46" fmla="*/ 389090 w 11535895"/>
                  <a:gd name="T47" fmla="*/ 8331 h 11889818"/>
                  <a:gd name="T48" fmla="*/ 365463 w 11535895"/>
                  <a:gd name="T49" fmla="*/ 0 h 11889818"/>
                  <a:gd name="T50" fmla="*/ 340799 w 11535895"/>
                  <a:gd name="T51" fmla="*/ 59158 h 11889818"/>
                  <a:gd name="T52" fmla="*/ 322715 w 11535895"/>
                  <a:gd name="T53" fmla="*/ 84919 h 11889818"/>
                  <a:gd name="T54" fmla="*/ 298821 w 11535895"/>
                  <a:gd name="T55" fmla="*/ 115003 h 11889818"/>
                  <a:gd name="T56" fmla="*/ 278857 w 11535895"/>
                  <a:gd name="T57" fmla="*/ 114349 h 11889818"/>
                  <a:gd name="T58" fmla="*/ 241720 w 11535895"/>
                  <a:gd name="T59" fmla="*/ 103962 h 11889818"/>
                  <a:gd name="T60" fmla="*/ 197863 w 11535895"/>
                  <a:gd name="T61" fmla="*/ 91843 h 11889818"/>
                  <a:gd name="T62" fmla="*/ 150541 w 11535895"/>
                  <a:gd name="T63" fmla="*/ 86650 h 11889818"/>
                  <a:gd name="T64" fmla="*/ 96083 w 11535895"/>
                  <a:gd name="T65" fmla="*/ 88381 h 11889818"/>
                  <a:gd name="T66" fmla="*/ 53403 w 11535895"/>
                  <a:gd name="T67" fmla="*/ 96068 h 11889818"/>
                  <a:gd name="T68" fmla="*/ 8786 w 11535895"/>
                  <a:gd name="T69" fmla="*/ 102356 h 11889818"/>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11535895" h="11889818">
                    <a:moveTo>
                      <a:pt x="185924" y="2167051"/>
                    </a:moveTo>
                    <a:lnTo>
                      <a:pt x="0" y="3138628"/>
                    </a:lnTo>
                    <a:lnTo>
                      <a:pt x="694198" y="3913481"/>
                    </a:lnTo>
                    <a:lnTo>
                      <a:pt x="976056" y="4962842"/>
                    </a:lnTo>
                    <a:lnTo>
                      <a:pt x="1963849" y="7267920"/>
                    </a:lnTo>
                    <a:lnTo>
                      <a:pt x="3606140" y="9710238"/>
                    </a:lnTo>
                    <a:lnTo>
                      <a:pt x="4523295" y="10593058"/>
                    </a:lnTo>
                    <a:lnTo>
                      <a:pt x="5419463" y="11287252"/>
                    </a:lnTo>
                    <a:lnTo>
                      <a:pt x="7332912" y="11889818"/>
                    </a:lnTo>
                    <a:lnTo>
                      <a:pt x="8343619" y="9529763"/>
                    </a:lnTo>
                    <a:lnTo>
                      <a:pt x="9101959" y="8195966"/>
                    </a:lnTo>
                    <a:lnTo>
                      <a:pt x="10405688" y="6312770"/>
                    </a:lnTo>
                    <a:lnTo>
                      <a:pt x="11535895" y="5778668"/>
                    </a:lnTo>
                    <a:lnTo>
                      <a:pt x="11139113" y="5045308"/>
                    </a:lnTo>
                    <a:lnTo>
                      <a:pt x="10809243" y="4332786"/>
                    </a:lnTo>
                    <a:lnTo>
                      <a:pt x="10719808" y="3730220"/>
                    </a:lnTo>
                    <a:lnTo>
                      <a:pt x="10499895" y="3148175"/>
                    </a:lnTo>
                    <a:lnTo>
                      <a:pt x="10373808" y="2508957"/>
                    </a:lnTo>
                    <a:lnTo>
                      <a:pt x="10277027" y="1800825"/>
                    </a:lnTo>
                    <a:lnTo>
                      <a:pt x="10040987" y="1067781"/>
                    </a:lnTo>
                    <a:lnTo>
                      <a:pt x="9564509" y="611824"/>
                    </a:lnTo>
                    <a:lnTo>
                      <a:pt x="9181856" y="391911"/>
                    </a:lnTo>
                    <a:lnTo>
                      <a:pt x="8652595" y="265824"/>
                    </a:lnTo>
                    <a:lnTo>
                      <a:pt x="8233290" y="176388"/>
                    </a:lnTo>
                    <a:lnTo>
                      <a:pt x="7733331" y="0"/>
                    </a:lnTo>
                    <a:lnTo>
                      <a:pt x="7211420" y="1252474"/>
                    </a:lnTo>
                    <a:lnTo>
                      <a:pt x="6828767" y="1797866"/>
                    </a:lnTo>
                    <a:lnTo>
                      <a:pt x="6323171" y="2434791"/>
                    </a:lnTo>
                    <a:lnTo>
                      <a:pt x="5900722" y="2420953"/>
                    </a:lnTo>
                    <a:lnTo>
                      <a:pt x="5114895" y="2201040"/>
                    </a:lnTo>
                    <a:lnTo>
                      <a:pt x="4186850" y="1944475"/>
                    </a:lnTo>
                    <a:lnTo>
                      <a:pt x="3185501" y="1834518"/>
                    </a:lnTo>
                    <a:lnTo>
                      <a:pt x="2033152" y="1871170"/>
                    </a:lnTo>
                    <a:lnTo>
                      <a:pt x="1130019" y="2033910"/>
                    </a:lnTo>
                    <a:lnTo>
                      <a:pt x="185924" y="2167051"/>
                    </a:lnTo>
                    <a:close/>
                  </a:path>
                </a:pathLst>
              </a:custGeom>
              <a:gradFill>
                <a:gsLst>
                  <a:gs pos="0">
                    <a:srgbClr val="990099"/>
                  </a:gs>
                  <a:gs pos="0">
                    <a:srgbClr val="EF8600"/>
                  </a:gs>
                </a:gsLst>
                <a:lin ang="2700000" scaled="1"/>
              </a:gradFill>
              <a:ln w="6350" cmpd="sng">
                <a:solidFill>
                  <a:srgbClr val="FFFFFF"/>
                </a:solidFill>
                <a:prstDash val="solid"/>
                <a:round/>
                <a:headEnd/>
                <a:tailEnd/>
              </a:ln>
              <a:effectLst>
                <a:outerShdw dist="28398" dir="6993903" algn="ctr" rotWithShape="0">
                  <a:srgbClr val="B2B2B2">
                    <a:alpha val="5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457" b="0" i="0" u="none" strike="noStrike" kern="1200" cap="none" spc="0" normalizeH="0" baseline="0" noProof="0">
                  <a:ln>
                    <a:noFill/>
                  </a:ln>
                  <a:solidFill>
                    <a:sysClr val="windowText" lastClr="000000"/>
                  </a:solidFill>
                  <a:effectLst/>
                  <a:uLnTx/>
                  <a:uFillTx/>
                  <a:latin typeface="29LT Bukra Bold" panose="000B0903020204020204" pitchFamily="34" charset="-78"/>
                  <a:ea typeface="等线" panose="02010600030101010101" pitchFamily="2" charset="-122"/>
                  <a:cs typeface="29LT Bukra Bold" panose="000B0903020204020204" pitchFamily="34" charset="-78"/>
                </a:endParaRPr>
              </a:p>
            </p:txBody>
          </p:sp>
          <p:sp>
            <p:nvSpPr>
              <p:cNvPr id="1862" name="任意多边形 192">
                <a:extLst>
                  <a:ext uri="{FF2B5EF4-FFF2-40B4-BE49-F238E27FC236}">
                    <a16:creationId xmlns:a16="http://schemas.microsoft.com/office/drawing/2014/main" id="{D3081AA4-C019-09EA-C52C-B9064BCA1503}"/>
                  </a:ext>
                </a:extLst>
              </p:cNvPr>
              <p:cNvSpPr>
                <a:spLocks/>
              </p:cNvSpPr>
              <p:nvPr/>
            </p:nvSpPr>
            <p:spPr bwMode="auto">
              <a:xfrm>
                <a:off x="4736493" y="611915"/>
                <a:ext cx="163296" cy="83494"/>
              </a:xfrm>
              <a:custGeom>
                <a:avLst/>
                <a:gdLst>
                  <a:gd name="T0" fmla="*/ 26482 w 8108065"/>
                  <a:gd name="T1" fmla="*/ 202361 h 4555077"/>
                  <a:gd name="T2" fmla="*/ 0 w 8108065"/>
                  <a:gd name="T3" fmla="*/ 111087 h 4555077"/>
                  <a:gd name="T4" fmla="*/ 13972 w 8108065"/>
                  <a:gd name="T5" fmla="*/ 107541 h 4555077"/>
                  <a:gd name="T6" fmla="*/ 38078 w 8108065"/>
                  <a:gd name="T7" fmla="*/ 102622 h 4555077"/>
                  <a:gd name="T8" fmla="*/ 54628 w 8108065"/>
                  <a:gd name="T9" fmla="*/ 80029 h 4555077"/>
                  <a:gd name="T10" fmla="*/ 83955 w 8108065"/>
                  <a:gd name="T11" fmla="*/ 71483 h 4555077"/>
                  <a:gd name="T12" fmla="*/ 102895 w 8108065"/>
                  <a:gd name="T13" fmla="*/ 56017 h 4555077"/>
                  <a:gd name="T14" fmla="*/ 119238 w 8108065"/>
                  <a:gd name="T15" fmla="*/ 37852 h 4555077"/>
                  <a:gd name="T16" fmla="*/ 139043 w 8108065"/>
                  <a:gd name="T17" fmla="*/ 18926 h 4555077"/>
                  <a:gd name="T18" fmla="*/ 156355 w 8108065"/>
                  <a:gd name="T19" fmla="*/ 0 h 4555077"/>
                  <a:gd name="T20" fmla="*/ 179623 w 8108065"/>
                  <a:gd name="T21" fmla="*/ 9515 h 4555077"/>
                  <a:gd name="T22" fmla="*/ 202787 w 8108065"/>
                  <a:gd name="T23" fmla="*/ 19895 h 4555077"/>
                  <a:gd name="T24" fmla="*/ 229620 w 8108065"/>
                  <a:gd name="T25" fmla="*/ 25085 h 4555077"/>
                  <a:gd name="T26" fmla="*/ 248352 w 8108065"/>
                  <a:gd name="T27" fmla="*/ 31749 h 4555077"/>
                  <a:gd name="T28" fmla="*/ 264592 w 8108065"/>
                  <a:gd name="T29" fmla="*/ 47367 h 4555077"/>
                  <a:gd name="T30" fmla="*/ 286786 w 8108065"/>
                  <a:gd name="T31" fmla="*/ 66189 h 4555077"/>
                  <a:gd name="T32" fmla="*/ 310158 w 8108065"/>
                  <a:gd name="T33" fmla="*/ 82521 h 4555077"/>
                  <a:gd name="T34" fmla="*/ 335053 w 8108065"/>
                  <a:gd name="T35" fmla="*/ 85877 h 4555077"/>
                  <a:gd name="T36" fmla="*/ 357455 w 8108065"/>
                  <a:gd name="T37" fmla="*/ 94527 h 4555077"/>
                  <a:gd name="T38" fmla="*/ 382972 w 8108065"/>
                  <a:gd name="T39" fmla="*/ 100077 h 4555077"/>
                  <a:gd name="T40" fmla="*/ 358320 w 8108065"/>
                  <a:gd name="T41" fmla="*/ 159193 h 4555077"/>
                  <a:gd name="T42" fmla="*/ 340246 w 8108065"/>
                  <a:gd name="T43" fmla="*/ 184935 h 4555077"/>
                  <a:gd name="T44" fmla="*/ 316365 w 8108065"/>
                  <a:gd name="T45" fmla="*/ 214998 h 4555077"/>
                  <a:gd name="T46" fmla="*/ 296412 w 8108065"/>
                  <a:gd name="T47" fmla="*/ 214345 h 4555077"/>
                  <a:gd name="T48" fmla="*/ 259294 w 8108065"/>
                  <a:gd name="T49" fmla="*/ 203965 h 4555077"/>
                  <a:gd name="T50" fmla="*/ 215459 w 8108065"/>
                  <a:gd name="T51" fmla="*/ 191855 h 4555077"/>
                  <a:gd name="T52" fmla="*/ 168162 w 8108065"/>
                  <a:gd name="T53" fmla="*/ 186665 h 4555077"/>
                  <a:gd name="T54" fmla="*/ 113733 w 8108065"/>
                  <a:gd name="T55" fmla="*/ 188395 h 4555077"/>
                  <a:gd name="T56" fmla="*/ 71075 w 8108065"/>
                  <a:gd name="T57" fmla="*/ 196077 h 4555077"/>
                  <a:gd name="T58" fmla="*/ 26482 w 8108065"/>
                  <a:gd name="T59" fmla="*/ 202361 h 4555077"/>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0" t="0" r="r" b="b"/>
                <a:pathLst>
                  <a:path w="8108065" h="4555077">
                    <a:moveTo>
                      <a:pt x="560658" y="4287337"/>
                    </a:moveTo>
                    <a:lnTo>
                      <a:pt x="0" y="2353563"/>
                    </a:lnTo>
                    <a:lnTo>
                      <a:pt x="295804" y="2278424"/>
                    </a:lnTo>
                    <a:lnTo>
                      <a:pt x="806172" y="2174220"/>
                    </a:lnTo>
                    <a:lnTo>
                      <a:pt x="1156563" y="1695548"/>
                    </a:lnTo>
                    <a:lnTo>
                      <a:pt x="1777453" y="1514481"/>
                    </a:lnTo>
                    <a:lnTo>
                      <a:pt x="2178433" y="1186804"/>
                    </a:lnTo>
                    <a:lnTo>
                      <a:pt x="2524434" y="801958"/>
                    </a:lnTo>
                    <a:lnTo>
                      <a:pt x="2943739" y="400981"/>
                    </a:lnTo>
                    <a:lnTo>
                      <a:pt x="3310261" y="0"/>
                    </a:lnTo>
                    <a:lnTo>
                      <a:pt x="3802870" y="201589"/>
                    </a:lnTo>
                    <a:lnTo>
                      <a:pt x="4293286" y="421502"/>
                    </a:lnTo>
                    <a:lnTo>
                      <a:pt x="4861393" y="531459"/>
                    </a:lnTo>
                    <a:lnTo>
                      <a:pt x="5257976" y="672650"/>
                    </a:lnTo>
                    <a:lnTo>
                      <a:pt x="5601786" y="1003547"/>
                    </a:lnTo>
                    <a:lnTo>
                      <a:pt x="6071677" y="1402330"/>
                    </a:lnTo>
                    <a:lnTo>
                      <a:pt x="6566484" y="1748331"/>
                    </a:lnTo>
                    <a:lnTo>
                      <a:pt x="7093552" y="1819438"/>
                    </a:lnTo>
                    <a:lnTo>
                      <a:pt x="7567833" y="2002699"/>
                    </a:lnTo>
                    <a:lnTo>
                      <a:pt x="8108065" y="2120286"/>
                    </a:lnTo>
                    <a:lnTo>
                      <a:pt x="7586154" y="3372760"/>
                    </a:lnTo>
                    <a:lnTo>
                      <a:pt x="7203501" y="3918152"/>
                    </a:lnTo>
                    <a:lnTo>
                      <a:pt x="6697905" y="4555077"/>
                    </a:lnTo>
                    <a:lnTo>
                      <a:pt x="6275456" y="4541239"/>
                    </a:lnTo>
                    <a:lnTo>
                      <a:pt x="5489629" y="4321326"/>
                    </a:lnTo>
                    <a:lnTo>
                      <a:pt x="4561584" y="4064761"/>
                    </a:lnTo>
                    <a:lnTo>
                      <a:pt x="3560235" y="3954804"/>
                    </a:lnTo>
                    <a:lnTo>
                      <a:pt x="2407886" y="3991456"/>
                    </a:lnTo>
                    <a:lnTo>
                      <a:pt x="1504753" y="4154196"/>
                    </a:lnTo>
                    <a:lnTo>
                      <a:pt x="560658" y="4287337"/>
                    </a:lnTo>
                    <a:close/>
                  </a:path>
                </a:pathLst>
              </a:custGeom>
              <a:gradFill>
                <a:gsLst>
                  <a:gs pos="0">
                    <a:srgbClr val="990099"/>
                  </a:gs>
                  <a:gs pos="0">
                    <a:srgbClr val="EF8600"/>
                  </a:gs>
                </a:gsLst>
                <a:lin ang="2700000" scaled="1"/>
              </a:gradFill>
              <a:ln w="6350" cmpd="sng">
                <a:solidFill>
                  <a:srgbClr val="FFFFFF"/>
                </a:solidFill>
                <a:prstDash val="solid"/>
                <a:round/>
                <a:headEnd/>
                <a:tailEnd/>
              </a:ln>
              <a:effectLst>
                <a:outerShdw dist="28398" dir="6993903" algn="ctr" rotWithShape="0">
                  <a:srgbClr val="B2B2B2">
                    <a:alpha val="5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457" b="0" i="0" u="none" strike="noStrike" kern="1200" cap="none" spc="0" normalizeH="0" baseline="0" noProof="0">
                  <a:ln>
                    <a:noFill/>
                  </a:ln>
                  <a:solidFill>
                    <a:sysClr val="windowText" lastClr="000000"/>
                  </a:solidFill>
                  <a:effectLst/>
                  <a:uLnTx/>
                  <a:uFillTx/>
                  <a:latin typeface="29LT Bukra Bold" panose="000B0903020204020204" pitchFamily="34" charset="-78"/>
                  <a:ea typeface="等线" panose="02010600030101010101" pitchFamily="2" charset="-122"/>
                  <a:cs typeface="29LT Bukra Bold" panose="000B0903020204020204" pitchFamily="34" charset="-78"/>
                </a:endParaRPr>
              </a:p>
            </p:txBody>
          </p:sp>
          <p:sp>
            <p:nvSpPr>
              <p:cNvPr id="1863" name="任意多边形 193">
                <a:extLst>
                  <a:ext uri="{FF2B5EF4-FFF2-40B4-BE49-F238E27FC236}">
                    <a16:creationId xmlns:a16="http://schemas.microsoft.com/office/drawing/2014/main" id="{B3ED0158-2F1E-FC1F-9CEA-72EF9E532672}"/>
                  </a:ext>
                </a:extLst>
              </p:cNvPr>
              <p:cNvSpPr>
                <a:spLocks/>
              </p:cNvSpPr>
              <p:nvPr/>
            </p:nvSpPr>
            <p:spPr bwMode="auto">
              <a:xfrm>
                <a:off x="4615884" y="605112"/>
                <a:ext cx="100959" cy="63084"/>
              </a:xfrm>
              <a:custGeom>
                <a:avLst/>
                <a:gdLst>
                  <a:gd name="T0" fmla="*/ 51845 w 4978049"/>
                  <a:gd name="T1" fmla="*/ 105371 h 3421725"/>
                  <a:gd name="T2" fmla="*/ 13016 w 4978049"/>
                  <a:gd name="T3" fmla="*/ 128619 h 3421725"/>
                  <a:gd name="T4" fmla="*/ 0 w 4978049"/>
                  <a:gd name="T5" fmla="*/ 148801 h 3421725"/>
                  <a:gd name="T6" fmla="*/ 35480 w 4978049"/>
                  <a:gd name="T7" fmla="*/ 154992 h 3421725"/>
                  <a:gd name="T8" fmla="*/ 188796 w 4978049"/>
                  <a:gd name="T9" fmla="*/ 161609 h 3421725"/>
                  <a:gd name="T10" fmla="*/ 188300 w 4978049"/>
                  <a:gd name="T11" fmla="*/ 142977 h 3421725"/>
                  <a:gd name="T12" fmla="*/ 196487 w 4978049"/>
                  <a:gd name="T13" fmla="*/ 104650 h 3421725"/>
                  <a:gd name="T14" fmla="*/ 214671 w 4978049"/>
                  <a:gd name="T15" fmla="*/ 42539 h 3421725"/>
                  <a:gd name="T16" fmla="*/ 235209 w 4978049"/>
                  <a:gd name="T17" fmla="*/ 785 h 3421725"/>
                  <a:gd name="T18" fmla="*/ 204280 w 4978049"/>
                  <a:gd name="T19" fmla="*/ 9093 h 3421725"/>
                  <a:gd name="T20" fmla="*/ 181005 w 4978049"/>
                  <a:gd name="T21" fmla="*/ 11690 h 3421725"/>
                  <a:gd name="T22" fmla="*/ 164864 w 4978049"/>
                  <a:gd name="T23" fmla="*/ 8228 h 3421725"/>
                  <a:gd name="T24" fmla="*/ 140893 w 4978049"/>
                  <a:gd name="T25" fmla="*/ 0 h 3421725"/>
                  <a:gd name="T26" fmla="*/ 122813 w 4978049"/>
                  <a:gd name="T27" fmla="*/ 25759 h 3421725"/>
                  <a:gd name="T28" fmla="*/ 108300 w 4978049"/>
                  <a:gd name="T29" fmla="*/ 42242 h 3421725"/>
                  <a:gd name="T30" fmla="*/ 93580 w 4978049"/>
                  <a:gd name="T31" fmla="*/ 64258 h 3421725"/>
                  <a:gd name="T32" fmla="*/ 80037 w 4978049"/>
                  <a:gd name="T33" fmla="*/ 82434 h 3421725"/>
                  <a:gd name="T34" fmla="*/ 51845 w 4978049"/>
                  <a:gd name="T35" fmla="*/ 105371 h 342172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4978049" h="3421725">
                    <a:moveTo>
                      <a:pt x="1097268" y="2230998"/>
                    </a:moveTo>
                    <a:lnTo>
                      <a:pt x="275474" y="2723237"/>
                    </a:lnTo>
                    <a:lnTo>
                      <a:pt x="0" y="3150538"/>
                    </a:lnTo>
                    <a:lnTo>
                      <a:pt x="750921" y="3281620"/>
                    </a:lnTo>
                    <a:lnTo>
                      <a:pt x="3995755" y="3421725"/>
                    </a:lnTo>
                    <a:lnTo>
                      <a:pt x="3985250" y="3027232"/>
                    </a:lnTo>
                    <a:lnTo>
                      <a:pt x="4158529" y="2215748"/>
                    </a:lnTo>
                    <a:lnTo>
                      <a:pt x="4543375" y="900665"/>
                    </a:lnTo>
                    <a:lnTo>
                      <a:pt x="4978049" y="16619"/>
                    </a:lnTo>
                    <a:lnTo>
                      <a:pt x="4323462" y="192531"/>
                    </a:lnTo>
                    <a:lnTo>
                      <a:pt x="3830852" y="247511"/>
                    </a:lnTo>
                    <a:lnTo>
                      <a:pt x="3489242" y="174206"/>
                    </a:lnTo>
                    <a:lnTo>
                      <a:pt x="2981911" y="0"/>
                    </a:lnTo>
                    <a:lnTo>
                      <a:pt x="2599266" y="545392"/>
                    </a:lnTo>
                    <a:lnTo>
                      <a:pt x="2292099" y="894378"/>
                    </a:lnTo>
                    <a:lnTo>
                      <a:pt x="1980565" y="1360520"/>
                    </a:lnTo>
                    <a:lnTo>
                      <a:pt x="1693932" y="1745369"/>
                    </a:lnTo>
                    <a:lnTo>
                      <a:pt x="1097268" y="2230998"/>
                    </a:lnTo>
                    <a:close/>
                  </a:path>
                </a:pathLst>
              </a:custGeom>
              <a:gradFill>
                <a:gsLst>
                  <a:gs pos="0">
                    <a:srgbClr val="990099"/>
                  </a:gs>
                  <a:gs pos="0">
                    <a:srgbClr val="EF8600"/>
                  </a:gs>
                </a:gsLst>
                <a:lin ang="2700000" scaled="1"/>
              </a:gradFill>
              <a:ln w="6350" cmpd="sng">
                <a:solidFill>
                  <a:srgbClr val="FFFFFF"/>
                </a:solidFill>
                <a:prstDash val="solid"/>
                <a:round/>
                <a:headEnd/>
                <a:tailEnd/>
              </a:ln>
              <a:effectLst>
                <a:outerShdw dist="28398" dir="6993903" algn="ctr" rotWithShape="0">
                  <a:srgbClr val="B2B2B2">
                    <a:alpha val="5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457" b="0" i="0" u="none" strike="noStrike" kern="1200" cap="none" spc="0" normalizeH="0" baseline="0" noProof="0">
                  <a:ln>
                    <a:noFill/>
                  </a:ln>
                  <a:solidFill>
                    <a:sysClr val="windowText" lastClr="000000"/>
                  </a:solidFill>
                  <a:effectLst/>
                  <a:uLnTx/>
                  <a:uFillTx/>
                  <a:latin typeface="29LT Bukra Bold" panose="000B0903020204020204" pitchFamily="34" charset="-78"/>
                  <a:ea typeface="等线" panose="02010600030101010101" pitchFamily="2" charset="-122"/>
                  <a:cs typeface="29LT Bukra Bold" panose="000B0903020204020204" pitchFamily="34" charset="-78"/>
                </a:endParaRPr>
              </a:p>
            </p:txBody>
          </p:sp>
          <p:sp>
            <p:nvSpPr>
              <p:cNvPr id="1864" name="任意多边形 194">
                <a:extLst>
                  <a:ext uri="{FF2B5EF4-FFF2-40B4-BE49-F238E27FC236}">
                    <a16:creationId xmlns:a16="http://schemas.microsoft.com/office/drawing/2014/main" id="{4228178B-D471-142F-0F51-B71FB9E00661}"/>
                  </a:ext>
                </a:extLst>
              </p:cNvPr>
              <p:cNvSpPr>
                <a:spLocks/>
              </p:cNvSpPr>
              <p:nvPr/>
            </p:nvSpPr>
            <p:spPr bwMode="auto">
              <a:xfrm>
                <a:off x="4567099" y="562437"/>
                <a:ext cx="109090" cy="100193"/>
              </a:xfrm>
              <a:custGeom>
                <a:avLst/>
                <a:gdLst>
                  <a:gd name="T0" fmla="*/ 166651 w 5411658"/>
                  <a:gd name="T1" fmla="*/ 214215 h 5444167"/>
                  <a:gd name="T2" fmla="*/ 127821 w 5411658"/>
                  <a:gd name="T3" fmla="*/ 237464 h 5444167"/>
                  <a:gd name="T4" fmla="*/ 115081 w 5411658"/>
                  <a:gd name="T5" fmla="*/ 257132 h 5444167"/>
                  <a:gd name="T6" fmla="*/ 77410 w 5411658"/>
                  <a:gd name="T7" fmla="*/ 251061 h 5444167"/>
                  <a:gd name="T8" fmla="*/ 0 w 5411658"/>
                  <a:gd name="T9" fmla="*/ 215884 h 5444167"/>
                  <a:gd name="T10" fmla="*/ 18078 w 5411658"/>
                  <a:gd name="T11" fmla="*/ 203334 h 5444167"/>
                  <a:gd name="T12" fmla="*/ 35933 w 5411658"/>
                  <a:gd name="T13" fmla="*/ 180708 h 5444167"/>
                  <a:gd name="T14" fmla="*/ 8882 w 5411658"/>
                  <a:gd name="T15" fmla="*/ 150188 h 5444167"/>
                  <a:gd name="T16" fmla="*/ 17645 w 5411658"/>
                  <a:gd name="T17" fmla="*/ 99328 h 5444167"/>
                  <a:gd name="T18" fmla="*/ 22217 w 5411658"/>
                  <a:gd name="T19" fmla="*/ 54873 h 5444167"/>
                  <a:gd name="T20" fmla="*/ 32954 w 5411658"/>
                  <a:gd name="T21" fmla="*/ 0 h 5444167"/>
                  <a:gd name="T22" fmla="*/ 48403 w 5411658"/>
                  <a:gd name="T23" fmla="*/ 18259 h 5444167"/>
                  <a:gd name="T24" fmla="*/ 69081 w 5411658"/>
                  <a:gd name="T25" fmla="*/ 20751 h 5444167"/>
                  <a:gd name="T26" fmla="*/ 102436 w 5411658"/>
                  <a:gd name="T27" fmla="*/ 30065 h 5444167"/>
                  <a:gd name="T28" fmla="*/ 120413 w 5411658"/>
                  <a:gd name="T29" fmla="*/ 39483 h 5444167"/>
                  <a:gd name="T30" fmla="*/ 155707 w 5411658"/>
                  <a:gd name="T31" fmla="*/ 60152 h 5444167"/>
                  <a:gd name="T32" fmla="*/ 176385 w 5411658"/>
                  <a:gd name="T33" fmla="*/ 81791 h 5444167"/>
                  <a:gd name="T34" fmla="*/ 198795 w 5411658"/>
                  <a:gd name="T35" fmla="*/ 97267 h 5444167"/>
                  <a:gd name="T36" fmla="*/ 220339 w 5411658"/>
                  <a:gd name="T37" fmla="*/ 103223 h 5444167"/>
                  <a:gd name="T38" fmla="*/ 255700 w 5411658"/>
                  <a:gd name="T39" fmla="*/ 108844 h 5444167"/>
                  <a:gd name="T40" fmla="*/ 237620 w 5411658"/>
                  <a:gd name="T41" fmla="*/ 134603 h 5444167"/>
                  <a:gd name="T42" fmla="*/ 223106 w 5411658"/>
                  <a:gd name="T43" fmla="*/ 151086 h 5444167"/>
                  <a:gd name="T44" fmla="*/ 208387 w 5411658"/>
                  <a:gd name="T45" fmla="*/ 173102 h 5444167"/>
                  <a:gd name="T46" fmla="*/ 194843 w 5411658"/>
                  <a:gd name="T47" fmla="*/ 191279 h 5444167"/>
                  <a:gd name="T48" fmla="*/ 166651 w 5411658"/>
                  <a:gd name="T49" fmla="*/ 214215 h 5444167"/>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5411658" h="5444167">
                    <a:moveTo>
                      <a:pt x="3527016" y="4535505"/>
                    </a:moveTo>
                    <a:lnTo>
                      <a:pt x="2705222" y="5027744"/>
                    </a:lnTo>
                    <a:lnTo>
                      <a:pt x="2435576" y="5444167"/>
                    </a:lnTo>
                    <a:lnTo>
                      <a:pt x="1638321" y="5315628"/>
                    </a:lnTo>
                    <a:lnTo>
                      <a:pt x="0" y="4570830"/>
                    </a:lnTo>
                    <a:lnTo>
                      <a:pt x="382599" y="4305114"/>
                    </a:lnTo>
                    <a:lnTo>
                      <a:pt x="760480" y="3826062"/>
                    </a:lnTo>
                    <a:lnTo>
                      <a:pt x="187982" y="3179876"/>
                    </a:lnTo>
                    <a:lnTo>
                      <a:pt x="373437" y="2103026"/>
                    </a:lnTo>
                    <a:lnTo>
                      <a:pt x="470210" y="1161806"/>
                    </a:lnTo>
                    <a:lnTo>
                      <a:pt x="697450" y="0"/>
                    </a:lnTo>
                    <a:lnTo>
                      <a:pt x="1024400" y="386581"/>
                    </a:lnTo>
                    <a:lnTo>
                      <a:pt x="1462029" y="439364"/>
                    </a:lnTo>
                    <a:lnTo>
                      <a:pt x="2167967" y="636563"/>
                    </a:lnTo>
                    <a:lnTo>
                      <a:pt x="2548423" y="835954"/>
                    </a:lnTo>
                    <a:lnTo>
                      <a:pt x="3295400" y="1273583"/>
                    </a:lnTo>
                    <a:lnTo>
                      <a:pt x="3733034" y="1731737"/>
                    </a:lnTo>
                    <a:lnTo>
                      <a:pt x="4207319" y="2059409"/>
                    </a:lnTo>
                    <a:lnTo>
                      <a:pt x="4663272" y="2185496"/>
                    </a:lnTo>
                    <a:lnTo>
                      <a:pt x="5411659" y="2304507"/>
                    </a:lnTo>
                    <a:lnTo>
                      <a:pt x="5029014" y="2849899"/>
                    </a:lnTo>
                    <a:lnTo>
                      <a:pt x="4721847" y="3198885"/>
                    </a:lnTo>
                    <a:lnTo>
                      <a:pt x="4410313" y="3665027"/>
                    </a:lnTo>
                    <a:lnTo>
                      <a:pt x="4123680" y="4049876"/>
                    </a:lnTo>
                    <a:lnTo>
                      <a:pt x="3527016" y="4535505"/>
                    </a:lnTo>
                    <a:close/>
                  </a:path>
                </a:pathLst>
              </a:custGeom>
              <a:gradFill>
                <a:gsLst>
                  <a:gs pos="0">
                    <a:srgbClr val="990099"/>
                  </a:gs>
                  <a:gs pos="0">
                    <a:srgbClr val="EF8600"/>
                  </a:gs>
                </a:gsLst>
                <a:lin ang="2700000" scaled="1"/>
              </a:gradFill>
              <a:ln w="6350" cmpd="sng">
                <a:solidFill>
                  <a:srgbClr val="FFFFFF"/>
                </a:solidFill>
                <a:prstDash val="solid"/>
                <a:round/>
                <a:headEnd/>
                <a:tailEnd/>
              </a:ln>
              <a:effectLst>
                <a:outerShdw dist="28398" dir="6993903" algn="ctr" rotWithShape="0">
                  <a:srgbClr val="B2B2B2">
                    <a:alpha val="5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457" b="0" i="0" u="none" strike="noStrike" kern="1200" cap="none" spc="0" normalizeH="0" baseline="0" noProof="0">
                  <a:ln>
                    <a:noFill/>
                  </a:ln>
                  <a:solidFill>
                    <a:sysClr val="windowText" lastClr="000000"/>
                  </a:solidFill>
                  <a:effectLst/>
                  <a:uLnTx/>
                  <a:uFillTx/>
                  <a:latin typeface="29LT Bukra Bold" panose="000B0903020204020204" pitchFamily="34" charset="-78"/>
                  <a:ea typeface="等线" panose="02010600030101010101" pitchFamily="2" charset="-122"/>
                  <a:cs typeface="29LT Bukra Bold" panose="000B0903020204020204" pitchFamily="34" charset="-78"/>
                </a:endParaRPr>
              </a:p>
            </p:txBody>
          </p:sp>
          <p:sp>
            <p:nvSpPr>
              <p:cNvPr id="1865" name="任意多边形 195">
                <a:extLst>
                  <a:ext uri="{FF2B5EF4-FFF2-40B4-BE49-F238E27FC236}">
                    <a16:creationId xmlns:a16="http://schemas.microsoft.com/office/drawing/2014/main" id="{D01F1741-C16A-B4A0-725C-2D892093C601}"/>
                  </a:ext>
                </a:extLst>
              </p:cNvPr>
              <p:cNvSpPr>
                <a:spLocks/>
              </p:cNvSpPr>
              <p:nvPr/>
            </p:nvSpPr>
            <p:spPr bwMode="auto">
              <a:xfrm>
                <a:off x="4727007" y="597071"/>
                <a:ext cx="76566" cy="58136"/>
              </a:xfrm>
              <a:custGeom>
                <a:avLst/>
                <a:gdLst>
                  <a:gd name="T0" fmla="*/ 1109 w 3799883"/>
                  <a:gd name="T1" fmla="*/ 62923 h 3144358"/>
                  <a:gd name="T2" fmla="*/ 9909 w 3799883"/>
                  <a:gd name="T3" fmla="*/ 82331 h 3144358"/>
                  <a:gd name="T4" fmla="*/ 15727 w 3799883"/>
                  <a:gd name="T5" fmla="*/ 110618 h 3144358"/>
                  <a:gd name="T6" fmla="*/ 23267 w 3799883"/>
                  <a:gd name="T7" fmla="*/ 148334 h 3144358"/>
                  <a:gd name="T8" fmla="*/ 61761 w 3799883"/>
                  <a:gd name="T9" fmla="*/ 140089 h 3144358"/>
                  <a:gd name="T10" fmla="*/ 78557 w 3799883"/>
                  <a:gd name="T11" fmla="*/ 117387 h 3144358"/>
                  <a:gd name="T12" fmla="*/ 107559 w 3799883"/>
                  <a:gd name="T13" fmla="*/ 109277 h 3144358"/>
                  <a:gd name="T14" fmla="*/ 125965 w 3799883"/>
                  <a:gd name="T15" fmla="*/ 93716 h 3144358"/>
                  <a:gd name="T16" fmla="*/ 141192 w 3799883"/>
                  <a:gd name="T17" fmla="*/ 77231 h 3144358"/>
                  <a:gd name="T18" fmla="*/ 165685 w 3799883"/>
                  <a:gd name="T19" fmla="*/ 52858 h 3144358"/>
                  <a:gd name="T20" fmla="*/ 179509 w 3799883"/>
                  <a:gd name="T21" fmla="*/ 37721 h 3144358"/>
                  <a:gd name="T22" fmla="*/ 162655 w 3799883"/>
                  <a:gd name="T23" fmla="*/ 42258 h 3144358"/>
                  <a:gd name="T24" fmla="*/ 131592 w 3799883"/>
                  <a:gd name="T25" fmla="*/ 37936 h 3144358"/>
                  <a:gd name="T26" fmla="*/ 114381 w 3799883"/>
                  <a:gd name="T27" fmla="*/ 27562 h 3144358"/>
                  <a:gd name="T28" fmla="*/ 91976 w 3799883"/>
                  <a:gd name="T29" fmla="*/ 16426 h 3144358"/>
                  <a:gd name="T30" fmla="*/ 67077 w 3799883"/>
                  <a:gd name="T31" fmla="*/ 3458 h 3144358"/>
                  <a:gd name="T32" fmla="*/ 41312 w 3799883"/>
                  <a:gd name="T33" fmla="*/ 0 h 3144358"/>
                  <a:gd name="T34" fmla="*/ 14722 w 3799883"/>
                  <a:gd name="T35" fmla="*/ 7911 h 3144358"/>
                  <a:gd name="T36" fmla="*/ 0 w 3799883"/>
                  <a:gd name="T37" fmla="*/ 13141 h 3144358"/>
                  <a:gd name="T38" fmla="*/ 2770 w 3799883"/>
                  <a:gd name="T39" fmla="*/ 40183 h 3144358"/>
                  <a:gd name="T40" fmla="*/ 1109 w 3799883"/>
                  <a:gd name="T41" fmla="*/ 62923 h 3144358"/>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3799883" h="3144358">
                    <a:moveTo>
                      <a:pt x="23477" y="1333828"/>
                    </a:moveTo>
                    <a:lnTo>
                      <a:pt x="209747" y="1745237"/>
                    </a:lnTo>
                    <a:lnTo>
                      <a:pt x="332910" y="2344863"/>
                    </a:lnTo>
                    <a:lnTo>
                      <a:pt x="492517" y="3144358"/>
                    </a:lnTo>
                    <a:lnTo>
                      <a:pt x="1307361" y="2969593"/>
                    </a:lnTo>
                    <a:lnTo>
                      <a:pt x="1662909" y="2488347"/>
                    </a:lnTo>
                    <a:lnTo>
                      <a:pt x="2276834" y="2316442"/>
                    </a:lnTo>
                    <a:lnTo>
                      <a:pt x="2666451" y="1986576"/>
                    </a:lnTo>
                    <a:lnTo>
                      <a:pt x="2988775" y="1637135"/>
                    </a:lnTo>
                    <a:lnTo>
                      <a:pt x="3507254" y="1120476"/>
                    </a:lnTo>
                    <a:lnTo>
                      <a:pt x="3799883" y="799603"/>
                    </a:lnTo>
                    <a:lnTo>
                      <a:pt x="3443116" y="895787"/>
                    </a:lnTo>
                    <a:lnTo>
                      <a:pt x="2785570" y="804159"/>
                    </a:lnTo>
                    <a:lnTo>
                      <a:pt x="2421245" y="584246"/>
                    </a:lnTo>
                    <a:lnTo>
                      <a:pt x="1946964" y="348202"/>
                    </a:lnTo>
                    <a:lnTo>
                      <a:pt x="1419896" y="73312"/>
                    </a:lnTo>
                    <a:lnTo>
                      <a:pt x="874504" y="0"/>
                    </a:lnTo>
                    <a:lnTo>
                      <a:pt x="311638" y="167704"/>
                    </a:lnTo>
                    <a:lnTo>
                      <a:pt x="0" y="278557"/>
                    </a:lnTo>
                    <a:lnTo>
                      <a:pt x="58644" y="851801"/>
                    </a:lnTo>
                    <a:lnTo>
                      <a:pt x="23477" y="1333828"/>
                    </a:lnTo>
                    <a:close/>
                  </a:path>
                </a:pathLst>
              </a:custGeom>
              <a:gradFill>
                <a:gsLst>
                  <a:gs pos="0">
                    <a:srgbClr val="990099"/>
                  </a:gs>
                  <a:gs pos="0">
                    <a:srgbClr val="EF8600"/>
                  </a:gs>
                </a:gsLst>
                <a:lin ang="2700000" scaled="1"/>
              </a:gradFill>
              <a:ln w="6350" cmpd="sng">
                <a:solidFill>
                  <a:srgbClr val="FFFFFF"/>
                </a:solidFill>
                <a:prstDash val="solid"/>
                <a:round/>
                <a:headEnd/>
                <a:tailEnd/>
              </a:ln>
              <a:effectLst>
                <a:outerShdw dist="28398" dir="6993903" algn="ctr" rotWithShape="0">
                  <a:srgbClr val="B2B2B2">
                    <a:alpha val="5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457" b="0" i="0" u="none" strike="noStrike" kern="1200" cap="none" spc="0" normalizeH="0" baseline="0" noProof="0">
                  <a:ln>
                    <a:noFill/>
                  </a:ln>
                  <a:solidFill>
                    <a:sysClr val="windowText" lastClr="000000"/>
                  </a:solidFill>
                  <a:effectLst/>
                  <a:uLnTx/>
                  <a:uFillTx/>
                  <a:latin typeface="29LT Bukra Bold" panose="000B0903020204020204" pitchFamily="34" charset="-78"/>
                  <a:ea typeface="等线" panose="02010600030101010101" pitchFamily="2" charset="-122"/>
                  <a:cs typeface="29LT Bukra Bold" panose="000B0903020204020204" pitchFamily="34" charset="-78"/>
                </a:endParaRPr>
              </a:p>
            </p:txBody>
          </p:sp>
          <p:sp>
            <p:nvSpPr>
              <p:cNvPr id="1866" name="任意多边形 196">
                <a:extLst>
                  <a:ext uri="{FF2B5EF4-FFF2-40B4-BE49-F238E27FC236}">
                    <a16:creationId xmlns:a16="http://schemas.microsoft.com/office/drawing/2014/main" id="{23E3D0E6-91C1-909E-41F2-AE2DD06D51B3}"/>
                  </a:ext>
                </a:extLst>
              </p:cNvPr>
              <p:cNvSpPr>
                <a:spLocks/>
              </p:cNvSpPr>
              <p:nvPr/>
            </p:nvSpPr>
            <p:spPr bwMode="auto">
              <a:xfrm>
                <a:off x="4696516" y="602019"/>
                <a:ext cx="39977" cy="66177"/>
              </a:xfrm>
              <a:custGeom>
                <a:avLst/>
                <a:gdLst>
                  <a:gd name="T0" fmla="*/ 71653 w 1984571"/>
                  <a:gd name="T1" fmla="*/ 49850 h 3573848"/>
                  <a:gd name="T2" fmla="*/ 80430 w 1984571"/>
                  <a:gd name="T3" fmla="*/ 69284 h 3573848"/>
                  <a:gd name="T4" fmla="*/ 86233 w 1984571"/>
                  <a:gd name="T5" fmla="*/ 97610 h 3573848"/>
                  <a:gd name="T6" fmla="*/ 93506 w 1984571"/>
                  <a:gd name="T7" fmla="*/ 136058 h 3573848"/>
                  <a:gd name="T8" fmla="*/ 54623 w 1984571"/>
                  <a:gd name="T9" fmla="*/ 159274 h 3573848"/>
                  <a:gd name="T10" fmla="*/ 455 w 1984571"/>
                  <a:gd name="T11" fmla="*/ 168824 h 3573848"/>
                  <a:gd name="T12" fmla="*/ 0 w 1984571"/>
                  <a:gd name="T13" fmla="*/ 148227 h 3573848"/>
                  <a:gd name="T14" fmla="*/ 8203 w 1984571"/>
                  <a:gd name="T15" fmla="*/ 111209 h 3573848"/>
                  <a:gd name="T16" fmla="*/ 26232 w 1984571"/>
                  <a:gd name="T17" fmla="*/ 50817 h 3573848"/>
                  <a:gd name="T18" fmla="*/ 46615 w 1984571"/>
                  <a:gd name="T19" fmla="*/ 8736 h 3573848"/>
                  <a:gd name="T20" fmla="*/ 57438 w 1984571"/>
                  <a:gd name="T21" fmla="*/ 4588 h 3573848"/>
                  <a:gd name="T22" fmla="*/ 70547 w 1984571"/>
                  <a:gd name="T23" fmla="*/ 0 h 3573848"/>
                  <a:gd name="T24" fmla="*/ 73310 w 1984571"/>
                  <a:gd name="T25" fmla="*/ 27079 h 3573848"/>
                  <a:gd name="T26" fmla="*/ 71653 w 1984571"/>
                  <a:gd name="T27" fmla="*/ 49850 h 357384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1984571" h="3573848">
                    <a:moveTo>
                      <a:pt x="1520772" y="1055271"/>
                    </a:moveTo>
                    <a:lnTo>
                      <a:pt x="1707042" y="1466680"/>
                    </a:lnTo>
                    <a:lnTo>
                      <a:pt x="1830205" y="2066306"/>
                    </a:lnTo>
                    <a:lnTo>
                      <a:pt x="1984571" y="2880216"/>
                    </a:lnTo>
                    <a:lnTo>
                      <a:pt x="1159317" y="3371674"/>
                    </a:lnTo>
                    <a:lnTo>
                      <a:pt x="9658" y="3573848"/>
                    </a:lnTo>
                    <a:lnTo>
                      <a:pt x="0" y="3137827"/>
                    </a:lnTo>
                    <a:lnTo>
                      <a:pt x="174099" y="2354194"/>
                    </a:lnTo>
                    <a:lnTo>
                      <a:pt x="556748" y="1075758"/>
                    </a:lnTo>
                    <a:lnTo>
                      <a:pt x="989355" y="184935"/>
                    </a:lnTo>
                    <a:lnTo>
                      <a:pt x="1219069" y="97123"/>
                    </a:lnTo>
                    <a:lnTo>
                      <a:pt x="1497295" y="0"/>
                    </a:lnTo>
                    <a:lnTo>
                      <a:pt x="1555939" y="573244"/>
                    </a:lnTo>
                    <a:lnTo>
                      <a:pt x="1520772" y="1055271"/>
                    </a:lnTo>
                    <a:close/>
                  </a:path>
                </a:pathLst>
              </a:custGeom>
              <a:gradFill>
                <a:gsLst>
                  <a:gs pos="0">
                    <a:srgbClr val="990099"/>
                  </a:gs>
                  <a:gs pos="0">
                    <a:srgbClr val="EF8600"/>
                  </a:gs>
                </a:gsLst>
                <a:lin ang="2700000" scaled="1"/>
              </a:gradFill>
              <a:ln w="6350" cmpd="sng">
                <a:solidFill>
                  <a:srgbClr val="FFFFFF"/>
                </a:solidFill>
                <a:prstDash val="solid"/>
                <a:round/>
                <a:headEnd/>
                <a:tailEnd/>
              </a:ln>
              <a:effectLst>
                <a:outerShdw dist="28398" dir="6993903" algn="ctr" rotWithShape="0">
                  <a:srgbClr val="B2B2B2">
                    <a:alpha val="5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457" b="0" i="0" u="none" strike="noStrike" kern="1200" cap="none" spc="0" normalizeH="0" baseline="0" noProof="0">
                  <a:ln>
                    <a:noFill/>
                  </a:ln>
                  <a:solidFill>
                    <a:sysClr val="windowText" lastClr="000000"/>
                  </a:solidFill>
                  <a:effectLst/>
                  <a:uLnTx/>
                  <a:uFillTx/>
                  <a:latin typeface="29LT Bukra Bold" panose="000B0903020204020204" pitchFamily="34" charset="-78"/>
                  <a:ea typeface="等线" panose="02010600030101010101" pitchFamily="2" charset="-122"/>
                  <a:cs typeface="29LT Bukra Bold" panose="000B0903020204020204" pitchFamily="34" charset="-78"/>
                </a:endParaRPr>
              </a:p>
            </p:txBody>
          </p:sp>
          <p:sp>
            <p:nvSpPr>
              <p:cNvPr id="1867" name="任意多边形 177">
                <a:extLst>
                  <a:ext uri="{FF2B5EF4-FFF2-40B4-BE49-F238E27FC236}">
                    <a16:creationId xmlns:a16="http://schemas.microsoft.com/office/drawing/2014/main" id="{015E5986-B314-B9F9-A769-0F473D8F13DA}"/>
                  </a:ext>
                </a:extLst>
              </p:cNvPr>
              <p:cNvSpPr>
                <a:spLocks/>
              </p:cNvSpPr>
              <p:nvPr/>
            </p:nvSpPr>
            <p:spPr bwMode="auto">
              <a:xfrm>
                <a:off x="4488160" y="1676284"/>
                <a:ext cx="479726" cy="376031"/>
              </a:xfrm>
              <a:custGeom>
                <a:avLst/>
                <a:gdLst/>
                <a:ahLst/>
                <a:cxnLst/>
                <a:rect l="0" t="0" r="r" b="b"/>
                <a:pathLst>
                  <a:path w="6181105" h="5314504">
                    <a:moveTo>
                      <a:pt x="488059" y="252238"/>
                    </a:moveTo>
                    <a:lnTo>
                      <a:pt x="426419" y="231006"/>
                    </a:lnTo>
                    <a:lnTo>
                      <a:pt x="228106" y="354261"/>
                    </a:lnTo>
                    <a:lnTo>
                      <a:pt x="50800" y="421828"/>
                    </a:lnTo>
                    <a:lnTo>
                      <a:pt x="7443" y="592832"/>
                    </a:lnTo>
                    <a:lnTo>
                      <a:pt x="20143" y="698624"/>
                    </a:lnTo>
                    <a:lnTo>
                      <a:pt x="0" y="933424"/>
                    </a:lnTo>
                    <a:lnTo>
                      <a:pt x="117427" y="1083816"/>
                    </a:lnTo>
                    <a:lnTo>
                      <a:pt x="197819" y="1227708"/>
                    </a:lnTo>
                    <a:lnTo>
                      <a:pt x="316311" y="1346200"/>
                    </a:lnTo>
                    <a:lnTo>
                      <a:pt x="485602" y="1430784"/>
                    </a:lnTo>
                    <a:lnTo>
                      <a:pt x="629494" y="1549276"/>
                    </a:lnTo>
                    <a:lnTo>
                      <a:pt x="705694" y="1688852"/>
                    </a:lnTo>
                    <a:lnTo>
                      <a:pt x="769070" y="2053084"/>
                    </a:lnTo>
                    <a:lnTo>
                      <a:pt x="946747" y="2077740"/>
                    </a:lnTo>
                    <a:lnTo>
                      <a:pt x="1073499" y="2056408"/>
                    </a:lnTo>
                    <a:lnTo>
                      <a:pt x="1280891" y="1954808"/>
                    </a:lnTo>
                    <a:lnTo>
                      <a:pt x="1496791" y="1980332"/>
                    </a:lnTo>
                    <a:lnTo>
                      <a:pt x="1721075" y="1992908"/>
                    </a:lnTo>
                    <a:lnTo>
                      <a:pt x="1890367" y="2056408"/>
                    </a:lnTo>
                    <a:lnTo>
                      <a:pt x="2000351" y="2196108"/>
                    </a:lnTo>
                    <a:lnTo>
                      <a:pt x="2068043" y="2310532"/>
                    </a:lnTo>
                    <a:lnTo>
                      <a:pt x="2025751" y="2475632"/>
                    </a:lnTo>
                    <a:lnTo>
                      <a:pt x="1957760" y="2599332"/>
                    </a:lnTo>
                    <a:lnTo>
                      <a:pt x="1918197" y="2724248"/>
                    </a:lnTo>
                    <a:lnTo>
                      <a:pt x="1890243" y="2902744"/>
                    </a:lnTo>
                    <a:lnTo>
                      <a:pt x="1949551" y="3126904"/>
                    </a:lnTo>
                    <a:lnTo>
                      <a:pt x="1987651" y="3334420"/>
                    </a:lnTo>
                    <a:lnTo>
                      <a:pt x="1928343" y="3528988"/>
                    </a:lnTo>
                    <a:lnTo>
                      <a:pt x="2042147" y="3854324"/>
                    </a:lnTo>
                    <a:lnTo>
                      <a:pt x="2207122" y="4032424"/>
                    </a:lnTo>
                    <a:lnTo>
                      <a:pt x="2347070" y="4222924"/>
                    </a:lnTo>
                    <a:lnTo>
                      <a:pt x="2512170" y="4409108"/>
                    </a:lnTo>
                    <a:lnTo>
                      <a:pt x="2634730" y="4535984"/>
                    </a:lnTo>
                    <a:lnTo>
                      <a:pt x="2689846" y="4743376"/>
                    </a:lnTo>
                    <a:lnTo>
                      <a:pt x="2740646" y="4878760"/>
                    </a:lnTo>
                    <a:lnTo>
                      <a:pt x="2914130" y="5077644"/>
                    </a:lnTo>
                    <a:lnTo>
                      <a:pt x="3222998" y="5238428"/>
                    </a:lnTo>
                    <a:lnTo>
                      <a:pt x="3582666" y="5276404"/>
                    </a:lnTo>
                    <a:lnTo>
                      <a:pt x="3929510" y="5314504"/>
                    </a:lnTo>
                    <a:lnTo>
                      <a:pt x="4211439" y="5280124"/>
                    </a:lnTo>
                    <a:lnTo>
                      <a:pt x="4475114" y="5094412"/>
                    </a:lnTo>
                    <a:lnTo>
                      <a:pt x="4746130" y="5026720"/>
                    </a:lnTo>
                    <a:lnTo>
                      <a:pt x="4970166" y="5009828"/>
                    </a:lnTo>
                    <a:lnTo>
                      <a:pt x="5338342" y="5026720"/>
                    </a:lnTo>
                    <a:lnTo>
                      <a:pt x="5715026" y="5090220"/>
                    </a:lnTo>
                    <a:lnTo>
                      <a:pt x="6160395" y="5117108"/>
                    </a:lnTo>
                    <a:lnTo>
                      <a:pt x="6181105" y="3822427"/>
                    </a:lnTo>
                    <a:lnTo>
                      <a:pt x="6161435" y="1643260"/>
                    </a:lnTo>
                    <a:lnTo>
                      <a:pt x="5791226" y="1608212"/>
                    </a:lnTo>
                    <a:lnTo>
                      <a:pt x="5514582" y="1565844"/>
                    </a:lnTo>
                    <a:lnTo>
                      <a:pt x="5164984" y="1527820"/>
                    </a:lnTo>
                    <a:lnTo>
                      <a:pt x="4932192" y="1383928"/>
                    </a:lnTo>
                    <a:lnTo>
                      <a:pt x="4775600" y="1286644"/>
                    </a:lnTo>
                    <a:lnTo>
                      <a:pt x="4606308" y="1053852"/>
                    </a:lnTo>
                    <a:lnTo>
                      <a:pt x="4623200" y="854968"/>
                    </a:lnTo>
                    <a:lnTo>
                      <a:pt x="4682508" y="545976"/>
                    </a:lnTo>
                    <a:lnTo>
                      <a:pt x="4504708" y="313184"/>
                    </a:lnTo>
                    <a:lnTo>
                      <a:pt x="4525916" y="165100"/>
                    </a:lnTo>
                    <a:lnTo>
                      <a:pt x="4356624" y="0"/>
                    </a:lnTo>
                    <a:lnTo>
                      <a:pt x="4216924" y="21084"/>
                    </a:lnTo>
                    <a:lnTo>
                      <a:pt x="4106940" y="207392"/>
                    </a:lnTo>
                    <a:lnTo>
                      <a:pt x="3941964" y="220092"/>
                    </a:lnTo>
                    <a:lnTo>
                      <a:pt x="3810896" y="326008"/>
                    </a:lnTo>
                    <a:lnTo>
                      <a:pt x="3459860" y="127248"/>
                    </a:lnTo>
                    <a:lnTo>
                      <a:pt x="3286004" y="101600"/>
                    </a:lnTo>
                    <a:lnTo>
                      <a:pt x="3065241" y="205581"/>
                    </a:lnTo>
                    <a:lnTo>
                      <a:pt x="2977136" y="270892"/>
                    </a:lnTo>
                    <a:lnTo>
                      <a:pt x="2824736" y="304800"/>
                    </a:lnTo>
                    <a:lnTo>
                      <a:pt x="2601072" y="169664"/>
                    </a:lnTo>
                    <a:lnTo>
                      <a:pt x="2410696" y="63872"/>
                    </a:lnTo>
                    <a:lnTo>
                      <a:pt x="2186412" y="46856"/>
                    </a:lnTo>
                    <a:lnTo>
                      <a:pt x="2059536" y="165348"/>
                    </a:lnTo>
                    <a:lnTo>
                      <a:pt x="1860652" y="245740"/>
                    </a:lnTo>
                    <a:lnTo>
                      <a:pt x="1699868" y="313556"/>
                    </a:lnTo>
                    <a:lnTo>
                      <a:pt x="1526384" y="169664"/>
                    </a:lnTo>
                    <a:lnTo>
                      <a:pt x="1259808" y="84956"/>
                    </a:lnTo>
                    <a:lnTo>
                      <a:pt x="1090640" y="148456"/>
                    </a:lnTo>
                    <a:lnTo>
                      <a:pt x="895948" y="194940"/>
                    </a:lnTo>
                    <a:lnTo>
                      <a:pt x="714080" y="309240"/>
                    </a:lnTo>
                    <a:lnTo>
                      <a:pt x="574380" y="351656"/>
                    </a:lnTo>
                    <a:lnTo>
                      <a:pt x="488059" y="252238"/>
                    </a:lnTo>
                    <a:close/>
                  </a:path>
                </a:pathLst>
              </a:custGeom>
              <a:gradFill>
                <a:gsLst>
                  <a:gs pos="0">
                    <a:srgbClr val="990099"/>
                  </a:gs>
                  <a:gs pos="0">
                    <a:srgbClr val="EF8600"/>
                  </a:gs>
                </a:gsLst>
                <a:lin ang="2700000" scaled="1"/>
              </a:gradFill>
              <a:ln w="6350" cmpd="sng">
                <a:solidFill>
                  <a:srgbClr val="FFFFFF"/>
                </a:solidFill>
                <a:prstDash val="solid"/>
                <a:round/>
                <a:headEnd/>
                <a:tailEnd/>
              </a:ln>
              <a:effectLst>
                <a:outerShdw dist="28398" dir="6993903" algn="ctr" rotWithShape="0">
                  <a:srgbClr val="B2B2B2">
                    <a:alpha val="5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457" b="0" i="0" u="none" strike="noStrike" kern="1200" cap="none" spc="0" normalizeH="0" baseline="0" noProof="0">
                  <a:ln>
                    <a:noFill/>
                  </a:ln>
                  <a:solidFill>
                    <a:sysClr val="windowText" lastClr="000000"/>
                  </a:solidFill>
                  <a:effectLst/>
                  <a:uLnTx/>
                  <a:uFillTx/>
                  <a:latin typeface="29LT Bukra Bold" panose="000B0903020204020204" pitchFamily="34" charset="-78"/>
                  <a:ea typeface="等线" panose="02010600030101010101" pitchFamily="2" charset="-122"/>
                  <a:cs typeface="29LT Bukra Bold" panose="000B0903020204020204" pitchFamily="34" charset="-78"/>
                </a:endParaRPr>
              </a:p>
            </p:txBody>
          </p:sp>
          <p:sp>
            <p:nvSpPr>
              <p:cNvPr id="1868" name="任意多边形 184">
                <a:extLst>
                  <a:ext uri="{FF2B5EF4-FFF2-40B4-BE49-F238E27FC236}">
                    <a16:creationId xmlns:a16="http://schemas.microsoft.com/office/drawing/2014/main" id="{5AFA6C73-B7BD-B542-52BC-5D3FA3704D5D}"/>
                  </a:ext>
                </a:extLst>
              </p:cNvPr>
              <p:cNvSpPr>
                <a:spLocks/>
              </p:cNvSpPr>
              <p:nvPr/>
            </p:nvSpPr>
            <p:spPr bwMode="auto">
              <a:xfrm>
                <a:off x="4966530" y="1936662"/>
                <a:ext cx="664705" cy="787934"/>
              </a:xfrm>
              <a:custGeom>
                <a:avLst/>
                <a:gdLst>
                  <a:gd name="T0" fmla="*/ 3055 w 8565109"/>
                  <a:gd name="T1" fmla="*/ 22711 h 11120243"/>
                  <a:gd name="T2" fmla="*/ 0 w 8565109"/>
                  <a:gd name="T3" fmla="*/ 255914 h 11120243"/>
                  <a:gd name="T4" fmla="*/ 8951 w 8565109"/>
                  <a:gd name="T5" fmla="*/ 1357216 h 11120243"/>
                  <a:gd name="T6" fmla="*/ 1298062 w 8565109"/>
                  <a:gd name="T7" fmla="*/ 2021557 h 11120243"/>
                  <a:gd name="T8" fmla="*/ 1300264 w 8565109"/>
                  <a:gd name="T9" fmla="*/ 1886879 h 11120243"/>
                  <a:gd name="T10" fmla="*/ 1556997 w 8565109"/>
                  <a:gd name="T11" fmla="*/ 1865992 h 11120243"/>
                  <a:gd name="T12" fmla="*/ 1527990 w 8565109"/>
                  <a:gd name="T13" fmla="*/ 1322360 h 11120243"/>
                  <a:gd name="T14" fmla="*/ 1439028 w 8565109"/>
                  <a:gd name="T15" fmla="*/ 0 h 11120243"/>
                  <a:gd name="T16" fmla="*/ 3055 w 8565109"/>
                  <a:gd name="T17" fmla="*/ 22711 h 1112024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8565109" h="11120243">
                    <a:moveTo>
                      <a:pt x="16805" y="124927"/>
                    </a:moveTo>
                    <a:lnTo>
                      <a:pt x="0" y="1407741"/>
                    </a:lnTo>
                    <a:lnTo>
                      <a:pt x="49239" y="7465814"/>
                    </a:lnTo>
                    <a:lnTo>
                      <a:pt x="7140699" y="11120243"/>
                    </a:lnTo>
                    <a:lnTo>
                      <a:pt x="7152804" y="10379400"/>
                    </a:lnTo>
                    <a:lnTo>
                      <a:pt x="8565109" y="10264504"/>
                    </a:lnTo>
                    <a:lnTo>
                      <a:pt x="8405540" y="7274076"/>
                    </a:lnTo>
                    <a:lnTo>
                      <a:pt x="7916158" y="0"/>
                    </a:lnTo>
                    <a:lnTo>
                      <a:pt x="16805" y="124927"/>
                    </a:lnTo>
                    <a:close/>
                  </a:path>
                </a:pathLst>
              </a:custGeom>
              <a:gradFill>
                <a:gsLst>
                  <a:gs pos="0">
                    <a:srgbClr val="990099"/>
                  </a:gs>
                  <a:gs pos="0">
                    <a:srgbClr val="EF8600"/>
                  </a:gs>
                </a:gsLst>
                <a:lin ang="2700000" scaled="1"/>
              </a:gradFill>
              <a:ln w="6350" cmpd="sng">
                <a:solidFill>
                  <a:srgbClr val="FFFFFF"/>
                </a:solidFill>
                <a:prstDash val="solid"/>
                <a:round/>
                <a:headEnd/>
                <a:tailEnd/>
              </a:ln>
              <a:effectLst>
                <a:outerShdw dist="28398" dir="6993903" algn="ctr" rotWithShape="0">
                  <a:srgbClr val="B2B2B2">
                    <a:alpha val="5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457" b="0" i="0" u="none" strike="noStrike" kern="1200" cap="none" spc="0" normalizeH="0" baseline="0" noProof="0">
                  <a:ln>
                    <a:noFill/>
                  </a:ln>
                  <a:solidFill>
                    <a:sysClr val="windowText" lastClr="000000"/>
                  </a:solidFill>
                  <a:effectLst/>
                  <a:uLnTx/>
                  <a:uFillTx/>
                  <a:latin typeface="29LT Bukra Bold" panose="000B0903020204020204" pitchFamily="34" charset="-78"/>
                  <a:ea typeface="等线" panose="02010600030101010101" pitchFamily="2" charset="-122"/>
                  <a:cs typeface="29LT Bukra Bold" panose="000B0903020204020204" pitchFamily="34" charset="-78"/>
                </a:endParaRPr>
              </a:p>
            </p:txBody>
          </p:sp>
          <p:sp>
            <p:nvSpPr>
              <p:cNvPr id="1869" name="任意多边形 186">
                <a:extLst>
                  <a:ext uri="{FF2B5EF4-FFF2-40B4-BE49-F238E27FC236}">
                    <a16:creationId xmlns:a16="http://schemas.microsoft.com/office/drawing/2014/main" id="{A9108CAC-7EC7-F7D9-0D3E-CE6AF9826B04}"/>
                  </a:ext>
                </a:extLst>
              </p:cNvPr>
              <p:cNvSpPr>
                <a:spLocks/>
              </p:cNvSpPr>
              <p:nvPr/>
            </p:nvSpPr>
            <p:spPr bwMode="auto">
              <a:xfrm>
                <a:off x="3956938" y="1843891"/>
                <a:ext cx="220213" cy="375413"/>
              </a:xfrm>
              <a:custGeom>
                <a:avLst/>
                <a:gdLst>
                  <a:gd name="T0" fmla="*/ 155360 w 2838136"/>
                  <a:gd name="T1" fmla="*/ 0 h 5308154"/>
                  <a:gd name="T2" fmla="*/ 207051 w 2838136"/>
                  <a:gd name="T3" fmla="*/ 21239 h 5308154"/>
                  <a:gd name="T4" fmla="*/ 250669 w 2838136"/>
                  <a:gd name="T5" fmla="*/ 37379 h 5308154"/>
                  <a:gd name="T6" fmla="*/ 316026 w 2838136"/>
                  <a:gd name="T7" fmla="*/ 60653 h 5308154"/>
                  <a:gd name="T8" fmla="*/ 367743 w 2838136"/>
                  <a:gd name="T9" fmla="*/ 71805 h 5308154"/>
                  <a:gd name="T10" fmla="*/ 398690 w 2838136"/>
                  <a:gd name="T11" fmla="*/ 85659 h 5308154"/>
                  <a:gd name="T12" fmla="*/ 435358 w 2838136"/>
                  <a:gd name="T13" fmla="*/ 102803 h 5308154"/>
                  <a:gd name="T14" fmla="*/ 450408 w 2838136"/>
                  <a:gd name="T15" fmla="*/ 141419 h 5308154"/>
                  <a:gd name="T16" fmla="*/ 460585 w 2838136"/>
                  <a:gd name="T17" fmla="*/ 269496 h 5308154"/>
                  <a:gd name="T18" fmla="*/ 488278 w 2838136"/>
                  <a:gd name="T19" fmla="*/ 434767 h 5308154"/>
                  <a:gd name="T20" fmla="*/ 504806 w 2838136"/>
                  <a:gd name="T21" fmla="*/ 439511 h 5308154"/>
                  <a:gd name="T22" fmla="*/ 492502 w 2838136"/>
                  <a:gd name="T23" fmla="*/ 473351 h 5308154"/>
                  <a:gd name="T24" fmla="*/ 471037 w 2838136"/>
                  <a:gd name="T25" fmla="*/ 518081 h 5308154"/>
                  <a:gd name="T26" fmla="*/ 451931 w 2838136"/>
                  <a:gd name="T27" fmla="*/ 565684 h 5308154"/>
                  <a:gd name="T28" fmla="*/ 450200 w 2838136"/>
                  <a:gd name="T29" fmla="*/ 598378 h 5308154"/>
                  <a:gd name="T30" fmla="*/ 460585 w 2838136"/>
                  <a:gd name="T31" fmla="*/ 612786 h 5308154"/>
                  <a:gd name="T32" fmla="*/ 471659 w 2838136"/>
                  <a:gd name="T33" fmla="*/ 629437 h 5308154"/>
                  <a:gd name="T34" fmla="*/ 468270 w 2838136"/>
                  <a:gd name="T35" fmla="*/ 680601 h 5308154"/>
                  <a:gd name="T36" fmla="*/ 471732 w 2838136"/>
                  <a:gd name="T37" fmla="*/ 757904 h 5308154"/>
                  <a:gd name="T38" fmla="*/ 490771 w 2838136"/>
                  <a:gd name="T39" fmla="*/ 875243 h 5308154"/>
                  <a:gd name="T40" fmla="*/ 515728 w 2838136"/>
                  <a:gd name="T41" fmla="*/ 965038 h 5308154"/>
                  <a:gd name="T42" fmla="*/ 488329 w 2838136"/>
                  <a:gd name="T43" fmla="*/ 945808 h 5308154"/>
                  <a:gd name="T44" fmla="*/ 311802 w 2838136"/>
                  <a:gd name="T45" fmla="*/ 878292 h 5308154"/>
                  <a:gd name="T46" fmla="*/ 225468 w 2838136"/>
                  <a:gd name="T47" fmla="*/ 889652 h 5308154"/>
                  <a:gd name="T48" fmla="*/ 192376 w 2838136"/>
                  <a:gd name="T49" fmla="*/ 859450 h 5308154"/>
                  <a:gd name="T50" fmla="*/ 181291 w 2838136"/>
                  <a:gd name="T51" fmla="*/ 822736 h 5308154"/>
                  <a:gd name="T52" fmla="*/ 144060 w 2838136"/>
                  <a:gd name="T53" fmla="*/ 795631 h 5308154"/>
                  <a:gd name="T54" fmla="*/ 146390 w 2838136"/>
                  <a:gd name="T55" fmla="*/ 660339 h 5308154"/>
                  <a:gd name="T56" fmla="*/ 0 w 2838136"/>
                  <a:gd name="T57" fmla="*/ 418267 h 5308154"/>
                  <a:gd name="T58" fmla="*/ 27091 w 2838136"/>
                  <a:gd name="T59" fmla="*/ 370565 h 5308154"/>
                  <a:gd name="T60" fmla="*/ 119606 w 2838136"/>
                  <a:gd name="T61" fmla="*/ 338388 h 5308154"/>
                  <a:gd name="T62" fmla="*/ 148209 w 2838136"/>
                  <a:gd name="T63" fmla="*/ 253334 h 5308154"/>
                  <a:gd name="T64" fmla="*/ 121834 w 2838136"/>
                  <a:gd name="T65" fmla="*/ 215981 h 5308154"/>
                  <a:gd name="T66" fmla="*/ 111285 w 2838136"/>
                  <a:gd name="T67" fmla="*/ 168177 h 5308154"/>
                  <a:gd name="T68" fmla="*/ 106419 w 2838136"/>
                  <a:gd name="T69" fmla="*/ 109715 h 5308154"/>
                  <a:gd name="T70" fmla="*/ 155360 w 2838136"/>
                  <a:gd name="T71" fmla="*/ 0 h 5308154"/>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2838136" h="5308154">
                    <a:moveTo>
                      <a:pt x="854970" y="0"/>
                    </a:moveTo>
                    <a:lnTo>
                      <a:pt x="1139438" y="116827"/>
                    </a:lnTo>
                    <a:lnTo>
                      <a:pt x="1379473" y="205603"/>
                    </a:lnTo>
                    <a:lnTo>
                      <a:pt x="1739141" y="333620"/>
                    </a:lnTo>
                    <a:lnTo>
                      <a:pt x="2023750" y="394962"/>
                    </a:lnTo>
                    <a:lnTo>
                      <a:pt x="2194059" y="471162"/>
                    </a:lnTo>
                    <a:lnTo>
                      <a:pt x="2395849" y="565463"/>
                    </a:lnTo>
                    <a:lnTo>
                      <a:pt x="2478668" y="777872"/>
                    </a:lnTo>
                    <a:lnTo>
                      <a:pt x="2534677" y="1482350"/>
                    </a:lnTo>
                    <a:lnTo>
                      <a:pt x="2687077" y="2391417"/>
                    </a:lnTo>
                    <a:lnTo>
                      <a:pt x="2778033" y="2417515"/>
                    </a:lnTo>
                    <a:lnTo>
                      <a:pt x="2710319" y="2603646"/>
                    </a:lnTo>
                    <a:lnTo>
                      <a:pt x="2592197" y="2849684"/>
                    </a:lnTo>
                    <a:lnTo>
                      <a:pt x="2487052" y="3111522"/>
                    </a:lnTo>
                    <a:lnTo>
                      <a:pt x="2477527" y="3291356"/>
                    </a:lnTo>
                    <a:lnTo>
                      <a:pt x="2534677" y="3370607"/>
                    </a:lnTo>
                    <a:lnTo>
                      <a:pt x="2595618" y="3462190"/>
                    </a:lnTo>
                    <a:lnTo>
                      <a:pt x="2576969" y="3743620"/>
                    </a:lnTo>
                    <a:lnTo>
                      <a:pt x="2596019" y="4168822"/>
                    </a:lnTo>
                    <a:lnTo>
                      <a:pt x="2700794" y="4814240"/>
                    </a:lnTo>
                    <a:lnTo>
                      <a:pt x="2838136" y="5308154"/>
                    </a:lnTo>
                    <a:lnTo>
                      <a:pt x="2687353" y="5202381"/>
                    </a:lnTo>
                    <a:lnTo>
                      <a:pt x="1715899" y="4831009"/>
                    </a:lnTo>
                    <a:lnTo>
                      <a:pt x="1240790" y="4893492"/>
                    </a:lnTo>
                    <a:lnTo>
                      <a:pt x="1058674" y="4727375"/>
                    </a:lnTo>
                    <a:lnTo>
                      <a:pt x="997676" y="4525426"/>
                    </a:lnTo>
                    <a:lnTo>
                      <a:pt x="792785" y="4376339"/>
                    </a:lnTo>
                    <a:lnTo>
                      <a:pt x="805610" y="3632166"/>
                    </a:lnTo>
                    <a:lnTo>
                      <a:pt x="0" y="2300661"/>
                    </a:lnTo>
                    <a:lnTo>
                      <a:pt x="149086" y="2038277"/>
                    </a:lnTo>
                    <a:lnTo>
                      <a:pt x="658213" y="1861288"/>
                    </a:lnTo>
                    <a:lnTo>
                      <a:pt x="815617" y="1393451"/>
                    </a:lnTo>
                    <a:lnTo>
                      <a:pt x="670473" y="1187997"/>
                    </a:lnTo>
                    <a:lnTo>
                      <a:pt x="612417" y="925050"/>
                    </a:lnTo>
                    <a:lnTo>
                      <a:pt x="585642" y="603482"/>
                    </a:lnTo>
                    <a:lnTo>
                      <a:pt x="854970" y="0"/>
                    </a:lnTo>
                    <a:close/>
                  </a:path>
                </a:pathLst>
              </a:custGeom>
              <a:gradFill>
                <a:gsLst>
                  <a:gs pos="0">
                    <a:srgbClr val="990099"/>
                  </a:gs>
                  <a:gs pos="0">
                    <a:srgbClr val="EF8600"/>
                  </a:gs>
                </a:gsLst>
                <a:lin ang="2700000" scaled="1"/>
              </a:gradFill>
              <a:ln w="6350" cmpd="sng">
                <a:solidFill>
                  <a:srgbClr val="FFFFFF"/>
                </a:solidFill>
                <a:prstDash val="solid"/>
                <a:round/>
                <a:headEnd/>
                <a:tailEnd/>
              </a:ln>
              <a:effectLst>
                <a:outerShdw dist="28398" dir="6993903" algn="ctr" rotWithShape="0">
                  <a:srgbClr val="B2B2B2">
                    <a:alpha val="5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457" b="0" i="0" u="none" strike="noStrike" kern="1200" cap="none" spc="0" normalizeH="0" baseline="0" noProof="0">
                  <a:ln>
                    <a:noFill/>
                  </a:ln>
                  <a:solidFill>
                    <a:sysClr val="windowText" lastClr="000000"/>
                  </a:solidFill>
                  <a:effectLst/>
                  <a:uLnTx/>
                  <a:uFillTx/>
                  <a:latin typeface="29LT Bukra Bold" panose="000B0903020204020204" pitchFamily="34" charset="-78"/>
                  <a:ea typeface="等线" panose="02010600030101010101" pitchFamily="2" charset="-122"/>
                  <a:cs typeface="29LT Bukra Bold" panose="000B0903020204020204" pitchFamily="34" charset="-78"/>
                </a:endParaRPr>
              </a:p>
            </p:txBody>
          </p:sp>
          <p:sp>
            <p:nvSpPr>
              <p:cNvPr id="1870" name="任意多边形 187">
                <a:extLst>
                  <a:ext uri="{FF2B5EF4-FFF2-40B4-BE49-F238E27FC236}">
                    <a16:creationId xmlns:a16="http://schemas.microsoft.com/office/drawing/2014/main" id="{E09224FD-6DA3-C30B-17EF-4053EEF90FDB}"/>
                  </a:ext>
                </a:extLst>
              </p:cNvPr>
              <p:cNvSpPr>
                <a:spLocks/>
              </p:cNvSpPr>
              <p:nvPr/>
            </p:nvSpPr>
            <p:spPr bwMode="auto">
              <a:xfrm>
                <a:off x="4149370" y="1908212"/>
                <a:ext cx="304910" cy="180594"/>
              </a:xfrm>
              <a:custGeom>
                <a:avLst/>
                <a:gdLst>
                  <a:gd name="T0" fmla="*/ 690465 w 3929606"/>
                  <a:gd name="T1" fmla="*/ 74338 h 2552477"/>
                  <a:gd name="T2" fmla="*/ 693632 w 3929606"/>
                  <a:gd name="T3" fmla="*/ 33551 h 2552477"/>
                  <a:gd name="T4" fmla="*/ 671073 w 3929606"/>
                  <a:gd name="T5" fmla="*/ 29129 h 2552477"/>
                  <a:gd name="T6" fmla="*/ 615362 w 3929606"/>
                  <a:gd name="T7" fmla="*/ 21110 h 2552477"/>
                  <a:gd name="T8" fmla="*/ 543821 w 3929606"/>
                  <a:gd name="T9" fmla="*/ 0 h 2552477"/>
                  <a:gd name="T10" fmla="*/ 488623 w 3929606"/>
                  <a:gd name="T11" fmla="*/ 205 h 2552477"/>
                  <a:gd name="T12" fmla="*/ 443158 w 3929606"/>
                  <a:gd name="T13" fmla="*/ 18778 h 2552477"/>
                  <a:gd name="T14" fmla="*/ 368774 w 3929606"/>
                  <a:gd name="T15" fmla="*/ 55926 h 2552477"/>
                  <a:gd name="T16" fmla="*/ 305354 w 3929606"/>
                  <a:gd name="T17" fmla="*/ 103525 h 2552477"/>
                  <a:gd name="T18" fmla="*/ 231073 w 3929606"/>
                  <a:gd name="T19" fmla="*/ 146053 h 2552477"/>
                  <a:gd name="T20" fmla="*/ 151310 w 3929606"/>
                  <a:gd name="T21" fmla="*/ 201671 h 2552477"/>
                  <a:gd name="T22" fmla="*/ 83023 w 3929606"/>
                  <a:gd name="T23" fmla="*/ 238716 h 2552477"/>
                  <a:gd name="T24" fmla="*/ 54154 w 3929606"/>
                  <a:gd name="T25" fmla="*/ 274726 h 2552477"/>
                  <a:gd name="T26" fmla="*/ 42211 w 3929606"/>
                  <a:gd name="T27" fmla="*/ 307071 h 2552477"/>
                  <a:gd name="T28" fmla="*/ 19374 w 3929606"/>
                  <a:gd name="T29" fmla="*/ 356545 h 2552477"/>
                  <a:gd name="T30" fmla="*/ 1091 w 3929606"/>
                  <a:gd name="T31" fmla="*/ 400721 h 2552477"/>
                  <a:gd name="T32" fmla="*/ 0 w 3929606"/>
                  <a:gd name="T33" fmla="*/ 433312 h 2552477"/>
                  <a:gd name="T34" fmla="*/ 20461 w 3929606"/>
                  <a:gd name="T35" fmla="*/ 463722 h 2552477"/>
                  <a:gd name="T36" fmla="*/ 51751 w 3929606"/>
                  <a:gd name="T37" fmla="*/ 453659 h 2552477"/>
                  <a:gd name="T38" fmla="*/ 75783 w 3929606"/>
                  <a:gd name="T39" fmla="*/ 445001 h 2552477"/>
                  <a:gd name="T40" fmla="*/ 108471 w 3929606"/>
                  <a:gd name="T41" fmla="*/ 451165 h 2552477"/>
                  <a:gd name="T42" fmla="*/ 172324 w 3929606"/>
                  <a:gd name="T43" fmla="*/ 453659 h 2552477"/>
                  <a:gd name="T44" fmla="*/ 204805 w 3929606"/>
                  <a:gd name="T45" fmla="*/ 464049 h 2552477"/>
                  <a:gd name="T46" fmla="*/ 245736 w 3929606"/>
                  <a:gd name="T47" fmla="*/ 446732 h 2552477"/>
                  <a:gd name="T48" fmla="*/ 295878 w 3929606"/>
                  <a:gd name="T49" fmla="*/ 422904 h 2552477"/>
                  <a:gd name="T50" fmla="*/ 338607 w 3929606"/>
                  <a:gd name="T51" fmla="*/ 409812 h 2552477"/>
                  <a:gd name="T52" fmla="*/ 383208 w 3929606"/>
                  <a:gd name="T53" fmla="*/ 405587 h 2552477"/>
                  <a:gd name="T54" fmla="*/ 444360 w 3929606"/>
                  <a:gd name="T55" fmla="*/ 404825 h 2552477"/>
                  <a:gd name="T56" fmla="*/ 488960 w 3929606"/>
                  <a:gd name="T57" fmla="*/ 392703 h 2552477"/>
                  <a:gd name="T58" fmla="*/ 514723 w 3929606"/>
                  <a:gd name="T59" fmla="*/ 370191 h 2552477"/>
                  <a:gd name="T60" fmla="*/ 555099 w 3929606"/>
                  <a:gd name="T61" fmla="*/ 335765 h 2552477"/>
                  <a:gd name="T62" fmla="*/ 601638 w 3929606"/>
                  <a:gd name="T63" fmla="*/ 323851 h 2552477"/>
                  <a:gd name="T64" fmla="*/ 662154 w 3929606"/>
                  <a:gd name="T65" fmla="*/ 309272 h 2552477"/>
                  <a:gd name="T66" fmla="*/ 662371 w 3929606"/>
                  <a:gd name="T67" fmla="*/ 272703 h 2552477"/>
                  <a:gd name="T68" fmla="*/ 669157 w 3929606"/>
                  <a:gd name="T69" fmla="*/ 249407 h 2552477"/>
                  <a:gd name="T70" fmla="*/ 682890 w 3929606"/>
                  <a:gd name="T71" fmla="*/ 222647 h 2552477"/>
                  <a:gd name="T72" fmla="*/ 710556 w 3929606"/>
                  <a:gd name="T73" fmla="*/ 202191 h 2552477"/>
                  <a:gd name="T74" fmla="*/ 714285 w 3929606"/>
                  <a:gd name="T75" fmla="*/ 177970 h 2552477"/>
                  <a:gd name="T76" fmla="*/ 710290 w 3929606"/>
                  <a:gd name="T77" fmla="*/ 162940 h 2552477"/>
                  <a:gd name="T78" fmla="*/ 691268 w 3929606"/>
                  <a:gd name="T79" fmla="*/ 136365 h 2552477"/>
                  <a:gd name="T80" fmla="*/ 689374 w 3929606"/>
                  <a:gd name="T81" fmla="*/ 110182 h 2552477"/>
                  <a:gd name="T82" fmla="*/ 690465 w 3929606"/>
                  <a:gd name="T83" fmla="*/ 74338 h 2552477"/>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3929606" h="2552477">
                    <a:moveTo>
                      <a:pt x="3798563" y="408893"/>
                    </a:moveTo>
                    <a:lnTo>
                      <a:pt x="3815982" y="184546"/>
                    </a:lnTo>
                    <a:lnTo>
                      <a:pt x="3691876" y="160220"/>
                    </a:lnTo>
                    <a:lnTo>
                      <a:pt x="3385385" y="116114"/>
                    </a:lnTo>
                    <a:lnTo>
                      <a:pt x="2991809" y="0"/>
                    </a:lnTo>
                    <a:lnTo>
                      <a:pt x="2688137" y="1126"/>
                    </a:lnTo>
                    <a:lnTo>
                      <a:pt x="2438013" y="103289"/>
                    </a:lnTo>
                    <a:lnTo>
                      <a:pt x="2028795" y="307616"/>
                    </a:lnTo>
                    <a:lnTo>
                      <a:pt x="1679890" y="569436"/>
                    </a:lnTo>
                    <a:lnTo>
                      <a:pt x="1271236" y="803355"/>
                    </a:lnTo>
                    <a:lnTo>
                      <a:pt x="832427" y="1109281"/>
                    </a:lnTo>
                    <a:lnTo>
                      <a:pt x="456746" y="1313045"/>
                    </a:lnTo>
                    <a:lnTo>
                      <a:pt x="297925" y="1511118"/>
                    </a:lnTo>
                    <a:lnTo>
                      <a:pt x="232221" y="1689025"/>
                    </a:lnTo>
                    <a:lnTo>
                      <a:pt x="106585" y="1961157"/>
                    </a:lnTo>
                    <a:lnTo>
                      <a:pt x="6003" y="2204144"/>
                    </a:lnTo>
                    <a:lnTo>
                      <a:pt x="0" y="2383408"/>
                    </a:lnTo>
                    <a:lnTo>
                      <a:pt x="112563" y="2550680"/>
                    </a:lnTo>
                    <a:lnTo>
                      <a:pt x="284707" y="2495327"/>
                    </a:lnTo>
                    <a:lnTo>
                      <a:pt x="416916" y="2447702"/>
                    </a:lnTo>
                    <a:lnTo>
                      <a:pt x="596750" y="2481610"/>
                    </a:lnTo>
                    <a:lnTo>
                      <a:pt x="948034" y="2495327"/>
                    </a:lnTo>
                    <a:lnTo>
                      <a:pt x="1126727" y="2552477"/>
                    </a:lnTo>
                    <a:lnTo>
                      <a:pt x="1351904" y="2457227"/>
                    </a:lnTo>
                    <a:lnTo>
                      <a:pt x="1627757" y="2326159"/>
                    </a:lnTo>
                    <a:lnTo>
                      <a:pt x="1862831" y="2254151"/>
                    </a:lnTo>
                    <a:lnTo>
                      <a:pt x="2108199" y="2230909"/>
                    </a:lnTo>
                    <a:lnTo>
                      <a:pt x="2444625" y="2226717"/>
                    </a:lnTo>
                    <a:lnTo>
                      <a:pt x="2689993" y="2160042"/>
                    </a:lnTo>
                    <a:lnTo>
                      <a:pt x="2831727" y="2036217"/>
                    </a:lnTo>
                    <a:lnTo>
                      <a:pt x="3053853" y="1846858"/>
                    </a:lnTo>
                    <a:lnTo>
                      <a:pt x="3309887" y="1781324"/>
                    </a:lnTo>
                    <a:lnTo>
                      <a:pt x="3642811" y="1701132"/>
                    </a:lnTo>
                    <a:lnTo>
                      <a:pt x="3644005" y="1499988"/>
                    </a:lnTo>
                    <a:lnTo>
                      <a:pt x="3681336" y="1371847"/>
                    </a:lnTo>
                    <a:lnTo>
                      <a:pt x="3756891" y="1224656"/>
                    </a:lnTo>
                    <a:lnTo>
                      <a:pt x="3909091" y="1112141"/>
                    </a:lnTo>
                    <a:lnTo>
                      <a:pt x="3929606" y="978916"/>
                    </a:lnTo>
                    <a:lnTo>
                      <a:pt x="3907629" y="896242"/>
                    </a:lnTo>
                    <a:lnTo>
                      <a:pt x="3802978" y="750068"/>
                    </a:lnTo>
                    <a:lnTo>
                      <a:pt x="3792560" y="606052"/>
                    </a:lnTo>
                    <a:lnTo>
                      <a:pt x="3798563" y="408893"/>
                    </a:lnTo>
                    <a:close/>
                  </a:path>
                </a:pathLst>
              </a:custGeom>
              <a:gradFill>
                <a:gsLst>
                  <a:gs pos="0">
                    <a:srgbClr val="990099"/>
                  </a:gs>
                  <a:gs pos="0">
                    <a:srgbClr val="EF8600"/>
                  </a:gs>
                </a:gsLst>
                <a:lin ang="2700000" scaled="1"/>
              </a:gradFill>
              <a:ln w="6350" cmpd="sng">
                <a:solidFill>
                  <a:srgbClr val="FFFFFF"/>
                </a:solidFill>
                <a:prstDash val="solid"/>
                <a:round/>
                <a:headEnd/>
                <a:tailEnd/>
              </a:ln>
              <a:effectLst>
                <a:outerShdw dist="28398" dir="6993903" algn="ctr" rotWithShape="0">
                  <a:srgbClr val="B2B2B2">
                    <a:alpha val="5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457" b="0" i="0" u="none" strike="noStrike" kern="1200" cap="none" spc="0" normalizeH="0" baseline="0" noProof="0">
                  <a:ln>
                    <a:noFill/>
                  </a:ln>
                  <a:solidFill>
                    <a:sysClr val="windowText" lastClr="000000"/>
                  </a:solidFill>
                  <a:effectLst/>
                  <a:uLnTx/>
                  <a:uFillTx/>
                  <a:latin typeface="29LT Bukra Bold" panose="000B0903020204020204" pitchFamily="34" charset="-78"/>
                  <a:ea typeface="等线" panose="02010600030101010101" pitchFamily="2" charset="-122"/>
                  <a:cs typeface="29LT Bukra Bold" panose="000B0903020204020204" pitchFamily="34" charset="-78"/>
                </a:endParaRPr>
              </a:p>
            </p:txBody>
          </p:sp>
          <p:sp>
            <p:nvSpPr>
              <p:cNvPr id="1871" name="任意多边形 189">
                <a:extLst>
                  <a:ext uri="{FF2B5EF4-FFF2-40B4-BE49-F238E27FC236}">
                    <a16:creationId xmlns:a16="http://schemas.microsoft.com/office/drawing/2014/main" id="{71E8CE28-5381-FE26-F1F7-A47691BA55E1}"/>
                  </a:ext>
                </a:extLst>
              </p:cNvPr>
              <p:cNvSpPr>
                <a:spLocks/>
              </p:cNvSpPr>
              <p:nvPr/>
            </p:nvSpPr>
            <p:spPr bwMode="auto">
              <a:xfrm>
                <a:off x="4156824" y="1949031"/>
                <a:ext cx="813772" cy="516425"/>
              </a:xfrm>
              <a:custGeom>
                <a:avLst/>
                <a:gdLst>
                  <a:gd name="T0" fmla="*/ 643845 w 10482811"/>
                  <a:gd name="T1" fmla="*/ 204116 h 7291611"/>
                  <a:gd name="T2" fmla="*/ 536670 w 10482811"/>
                  <a:gd name="T3" fmla="*/ 230773 h 7291611"/>
                  <a:gd name="T4" fmla="*/ 470411 w 10482811"/>
                  <a:gd name="T5" fmla="*/ 287376 h 7291611"/>
                  <a:gd name="T6" fmla="*/ 427531 w 10482811"/>
                  <a:gd name="T7" fmla="*/ 299721 h 7291611"/>
                  <a:gd name="T8" fmla="*/ 368963 w 10482811"/>
                  <a:gd name="T9" fmla="*/ 299825 h 7291611"/>
                  <a:gd name="T10" fmla="*/ 320896 w 10482811"/>
                  <a:gd name="T11" fmla="*/ 304834 h 7291611"/>
                  <a:gd name="T12" fmla="*/ 278771 w 10482811"/>
                  <a:gd name="T13" fmla="*/ 317590 h 7291611"/>
                  <a:gd name="T14" fmla="*/ 230367 w 10482811"/>
                  <a:gd name="T15" fmla="*/ 340429 h 7291611"/>
                  <a:gd name="T16" fmla="*/ 186085 w 10482811"/>
                  <a:gd name="T17" fmla="*/ 359146 h 7291611"/>
                  <a:gd name="T18" fmla="*/ 154895 w 10482811"/>
                  <a:gd name="T19" fmla="*/ 348653 h 7291611"/>
                  <a:gd name="T20" fmla="*/ 92862 w 10482811"/>
                  <a:gd name="T21" fmla="*/ 346056 h 7291611"/>
                  <a:gd name="T22" fmla="*/ 57568 w 10482811"/>
                  <a:gd name="T23" fmla="*/ 340429 h 7291611"/>
                  <a:gd name="T24" fmla="*/ 2729 w 10482811"/>
                  <a:gd name="T25" fmla="*/ 358231 h 7291611"/>
                  <a:gd name="T26" fmla="*/ 0 w 10482811"/>
                  <a:gd name="T27" fmla="*/ 408795 h 7291611"/>
                  <a:gd name="T28" fmla="*/ 3433 w 10482811"/>
                  <a:gd name="T29" fmla="*/ 489927 h 7291611"/>
                  <a:gd name="T30" fmla="*/ 22378 w 10482811"/>
                  <a:gd name="T31" fmla="*/ 605105 h 7291611"/>
                  <a:gd name="T32" fmla="*/ 46934 w 10482811"/>
                  <a:gd name="T33" fmla="*/ 694560 h 7291611"/>
                  <a:gd name="T34" fmla="*/ 145649 w 10482811"/>
                  <a:gd name="T35" fmla="*/ 905624 h 7291611"/>
                  <a:gd name="T36" fmla="*/ 515248 w 10482811"/>
                  <a:gd name="T37" fmla="*/ 1006464 h 7291611"/>
                  <a:gd name="T38" fmla="*/ 708195 w 10482811"/>
                  <a:gd name="T39" fmla="*/ 1167591 h 7291611"/>
                  <a:gd name="T40" fmla="*/ 889423 w 10482811"/>
                  <a:gd name="T41" fmla="*/ 1073605 h 7291611"/>
                  <a:gd name="T42" fmla="*/ 1146190 w 10482811"/>
                  <a:gd name="T43" fmla="*/ 933648 h 7291611"/>
                  <a:gd name="T44" fmla="*/ 1905914 w 10482811"/>
                  <a:gd name="T45" fmla="*/ 1325484 h 7291611"/>
                  <a:gd name="T46" fmla="*/ 1897084 w 10482811"/>
                  <a:gd name="T47" fmla="*/ 228834 h 7291611"/>
                  <a:gd name="T48" fmla="*/ 1814405 w 10482811"/>
                  <a:gd name="T49" fmla="*/ 224159 h 7291611"/>
                  <a:gd name="T50" fmla="*/ 1755611 w 10482811"/>
                  <a:gd name="T51" fmla="*/ 213337 h 7291611"/>
                  <a:gd name="T52" fmla="*/ 1681231 w 10482811"/>
                  <a:gd name="T53" fmla="*/ 209441 h 7291611"/>
                  <a:gd name="T54" fmla="*/ 1638784 w 10482811"/>
                  <a:gd name="T55" fmla="*/ 213233 h 7291611"/>
                  <a:gd name="T56" fmla="*/ 1590398 w 10482811"/>
                  <a:gd name="T57" fmla="*/ 224713 h 7291611"/>
                  <a:gd name="T58" fmla="*/ 1542202 w 10482811"/>
                  <a:gd name="T59" fmla="*/ 258910 h 7291611"/>
                  <a:gd name="T60" fmla="*/ 1490785 w 10482811"/>
                  <a:gd name="T61" fmla="*/ 264952 h 7291611"/>
                  <a:gd name="T62" fmla="*/ 1363342 w 10482811"/>
                  <a:gd name="T63" fmla="*/ 251222 h 7291611"/>
                  <a:gd name="T64" fmla="*/ 1306608 w 10482811"/>
                  <a:gd name="T65" fmla="*/ 222098 h 7291611"/>
                  <a:gd name="T66" fmla="*/ 1275212 w 10482811"/>
                  <a:gd name="T67" fmla="*/ 186152 h 7291611"/>
                  <a:gd name="T68" fmla="*/ 1264144 w 10482811"/>
                  <a:gd name="T69" fmla="*/ 157894 h 7291611"/>
                  <a:gd name="T70" fmla="*/ 1255486 w 10482811"/>
                  <a:gd name="T71" fmla="*/ 123368 h 7291611"/>
                  <a:gd name="T72" fmla="*/ 1234821 w 10482811"/>
                  <a:gd name="T73" fmla="*/ 101567 h 7291611"/>
                  <a:gd name="T74" fmla="*/ 1200172 w 10482811"/>
                  <a:gd name="T75" fmla="*/ 63407 h 7291611"/>
                  <a:gd name="T76" fmla="*/ 1178403 w 10482811"/>
                  <a:gd name="T77" fmla="*/ 32551 h 7291611"/>
                  <a:gd name="T78" fmla="*/ 1148237 w 10482811"/>
                  <a:gd name="T79" fmla="*/ 0 h 7291611"/>
                  <a:gd name="T80" fmla="*/ 1124926 w 10482811"/>
                  <a:gd name="T81" fmla="*/ 21833 h 7291611"/>
                  <a:gd name="T82" fmla="*/ 1106084 w 10482811"/>
                  <a:gd name="T83" fmla="*/ 45104 h 7291611"/>
                  <a:gd name="T84" fmla="*/ 1079345 w 10482811"/>
                  <a:gd name="T85" fmla="*/ 57224 h 7291611"/>
                  <a:gd name="T86" fmla="*/ 1048381 w 10482811"/>
                  <a:gd name="T87" fmla="*/ 58956 h 7291611"/>
                  <a:gd name="T88" fmla="*/ 1004532 w 10482811"/>
                  <a:gd name="T89" fmla="*/ 56255 h 7291611"/>
                  <a:gd name="T90" fmla="*/ 945859 w 10482811"/>
                  <a:gd name="T91" fmla="*/ 58956 h 7291611"/>
                  <a:gd name="T92" fmla="*/ 898339 w 10482811"/>
                  <a:gd name="T93" fmla="*/ 57987 h 7291611"/>
                  <a:gd name="T94" fmla="*/ 857954 w 10482811"/>
                  <a:gd name="T95" fmla="*/ 78557 h 7291611"/>
                  <a:gd name="T96" fmla="*/ 828721 w 10482811"/>
                  <a:gd name="T97" fmla="*/ 108754 h 7291611"/>
                  <a:gd name="T98" fmla="*/ 794915 w 10482811"/>
                  <a:gd name="T99" fmla="*/ 141237 h 7291611"/>
                  <a:gd name="T100" fmla="*/ 776975 w 10482811"/>
                  <a:gd name="T101" fmla="*/ 162222 h 7291611"/>
                  <a:gd name="T102" fmla="*/ 742763 w 10482811"/>
                  <a:gd name="T103" fmla="*/ 179104 h 7291611"/>
                  <a:gd name="T104" fmla="*/ 698698 w 10482811"/>
                  <a:gd name="T105" fmla="*/ 192419 h 7291611"/>
                  <a:gd name="T106" fmla="*/ 643845 w 10482811"/>
                  <a:gd name="T107" fmla="*/ 204116 h 7291611"/>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10482811" h="7291611">
                    <a:moveTo>
                      <a:pt x="3541244" y="1122858"/>
                    </a:moveTo>
                    <a:lnTo>
                      <a:pt x="2951762" y="1269505"/>
                    </a:lnTo>
                    <a:lnTo>
                      <a:pt x="2587331" y="1580879"/>
                    </a:lnTo>
                    <a:lnTo>
                      <a:pt x="2351487" y="1648794"/>
                    </a:lnTo>
                    <a:lnTo>
                      <a:pt x="2029349" y="1649364"/>
                    </a:lnTo>
                    <a:lnTo>
                      <a:pt x="1764975" y="1676919"/>
                    </a:lnTo>
                    <a:lnTo>
                      <a:pt x="1533281" y="1747094"/>
                    </a:lnTo>
                    <a:lnTo>
                      <a:pt x="1267051" y="1872730"/>
                    </a:lnTo>
                    <a:lnTo>
                      <a:pt x="1023494" y="1975694"/>
                    </a:lnTo>
                    <a:lnTo>
                      <a:pt x="851945" y="1917974"/>
                    </a:lnTo>
                    <a:lnTo>
                      <a:pt x="510757" y="1903686"/>
                    </a:lnTo>
                    <a:lnTo>
                      <a:pt x="316635" y="1872731"/>
                    </a:lnTo>
                    <a:lnTo>
                      <a:pt x="15008" y="1970659"/>
                    </a:lnTo>
                    <a:lnTo>
                      <a:pt x="0" y="2248820"/>
                    </a:lnTo>
                    <a:lnTo>
                      <a:pt x="18880" y="2695130"/>
                    </a:lnTo>
                    <a:lnTo>
                      <a:pt x="123084" y="3328741"/>
                    </a:lnTo>
                    <a:lnTo>
                      <a:pt x="258143" y="3820841"/>
                    </a:lnTo>
                    <a:lnTo>
                      <a:pt x="801091" y="4981923"/>
                    </a:lnTo>
                    <a:lnTo>
                      <a:pt x="2833940" y="5536655"/>
                    </a:lnTo>
                    <a:lnTo>
                      <a:pt x="3895181" y="6423025"/>
                    </a:lnTo>
                    <a:lnTo>
                      <a:pt x="4891957" y="5905998"/>
                    </a:lnTo>
                    <a:lnTo>
                      <a:pt x="6304213" y="5136084"/>
                    </a:lnTo>
                    <a:lnTo>
                      <a:pt x="10482811" y="7291611"/>
                    </a:lnTo>
                    <a:lnTo>
                      <a:pt x="10434245" y="1258837"/>
                    </a:lnTo>
                    <a:lnTo>
                      <a:pt x="9979501" y="1233117"/>
                    </a:lnTo>
                    <a:lnTo>
                      <a:pt x="9656122" y="1173585"/>
                    </a:lnTo>
                    <a:lnTo>
                      <a:pt x="9247018" y="1152154"/>
                    </a:lnTo>
                    <a:lnTo>
                      <a:pt x="9013556" y="1173015"/>
                    </a:lnTo>
                    <a:lnTo>
                      <a:pt x="8747427" y="1236167"/>
                    </a:lnTo>
                    <a:lnTo>
                      <a:pt x="8482339" y="1424286"/>
                    </a:lnTo>
                    <a:lnTo>
                      <a:pt x="8199539" y="1457524"/>
                    </a:lnTo>
                    <a:lnTo>
                      <a:pt x="7498585" y="1381995"/>
                    </a:lnTo>
                    <a:lnTo>
                      <a:pt x="7186542" y="1221781"/>
                    </a:lnTo>
                    <a:lnTo>
                      <a:pt x="7013852" y="1024037"/>
                    </a:lnTo>
                    <a:lnTo>
                      <a:pt x="6952981" y="868587"/>
                    </a:lnTo>
                    <a:lnTo>
                      <a:pt x="6905356" y="678657"/>
                    </a:lnTo>
                    <a:lnTo>
                      <a:pt x="6791698" y="558727"/>
                    </a:lnTo>
                    <a:lnTo>
                      <a:pt x="6601126" y="348805"/>
                    </a:lnTo>
                    <a:lnTo>
                      <a:pt x="6481394" y="179066"/>
                    </a:lnTo>
                    <a:lnTo>
                      <a:pt x="6315474" y="0"/>
                    </a:lnTo>
                    <a:lnTo>
                      <a:pt x="6187260" y="120105"/>
                    </a:lnTo>
                    <a:lnTo>
                      <a:pt x="6083626" y="248122"/>
                    </a:lnTo>
                    <a:lnTo>
                      <a:pt x="5936559" y="314797"/>
                    </a:lnTo>
                    <a:lnTo>
                      <a:pt x="5766250" y="324322"/>
                    </a:lnTo>
                    <a:lnTo>
                      <a:pt x="5525074" y="309464"/>
                    </a:lnTo>
                    <a:lnTo>
                      <a:pt x="5202365" y="324322"/>
                    </a:lnTo>
                    <a:lnTo>
                      <a:pt x="4940998" y="318989"/>
                    </a:lnTo>
                    <a:lnTo>
                      <a:pt x="4718872" y="432148"/>
                    </a:lnTo>
                    <a:lnTo>
                      <a:pt x="4558088" y="598265"/>
                    </a:lnTo>
                    <a:lnTo>
                      <a:pt x="4372152" y="776958"/>
                    </a:lnTo>
                    <a:lnTo>
                      <a:pt x="4273479" y="892399"/>
                    </a:lnTo>
                    <a:lnTo>
                      <a:pt x="4085309" y="985267"/>
                    </a:lnTo>
                    <a:lnTo>
                      <a:pt x="3842944" y="1058516"/>
                    </a:lnTo>
                    <a:lnTo>
                      <a:pt x="3541244" y="1122858"/>
                    </a:lnTo>
                    <a:close/>
                  </a:path>
                </a:pathLst>
              </a:custGeom>
              <a:gradFill>
                <a:gsLst>
                  <a:gs pos="0">
                    <a:srgbClr val="990099"/>
                  </a:gs>
                  <a:gs pos="0">
                    <a:srgbClr val="EF8600"/>
                  </a:gs>
                </a:gsLst>
                <a:lin ang="2700000" scaled="1"/>
              </a:gradFill>
              <a:ln w="6350" cmpd="sng">
                <a:solidFill>
                  <a:srgbClr val="FFFFFF"/>
                </a:solidFill>
                <a:prstDash val="solid"/>
                <a:round/>
                <a:headEnd/>
                <a:tailEnd/>
              </a:ln>
              <a:effectLst>
                <a:outerShdw dist="28398" dir="6993903" algn="ctr" rotWithShape="0">
                  <a:srgbClr val="B2B2B2">
                    <a:alpha val="5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457" b="0" i="0" u="none" strike="noStrike" kern="1200" cap="none" spc="0" normalizeH="0" baseline="0" noProof="0">
                  <a:ln>
                    <a:noFill/>
                  </a:ln>
                  <a:solidFill>
                    <a:sysClr val="windowText" lastClr="000000"/>
                  </a:solidFill>
                  <a:effectLst/>
                  <a:uLnTx/>
                  <a:uFillTx/>
                  <a:latin typeface="29LT Bukra Bold" panose="000B0903020204020204" pitchFamily="34" charset="-78"/>
                  <a:ea typeface="等线" panose="02010600030101010101" pitchFamily="2" charset="-122"/>
                  <a:cs typeface="29LT Bukra Bold" panose="000B0903020204020204" pitchFamily="34" charset="-78"/>
                </a:endParaRPr>
              </a:p>
            </p:txBody>
          </p:sp>
          <p:sp>
            <p:nvSpPr>
              <p:cNvPr id="1872" name="任意多边形 190">
                <a:extLst>
                  <a:ext uri="{FF2B5EF4-FFF2-40B4-BE49-F238E27FC236}">
                    <a16:creationId xmlns:a16="http://schemas.microsoft.com/office/drawing/2014/main" id="{B73CDCA2-1EE1-9204-F255-C4260B0B9490}"/>
                  </a:ext>
                </a:extLst>
              </p:cNvPr>
              <p:cNvSpPr>
                <a:spLocks/>
              </p:cNvSpPr>
              <p:nvPr/>
            </p:nvSpPr>
            <p:spPr bwMode="auto">
              <a:xfrm>
                <a:off x="4431921" y="1863063"/>
                <a:ext cx="214792" cy="165751"/>
              </a:xfrm>
              <a:custGeom>
                <a:avLst/>
                <a:gdLst>
                  <a:gd name="T0" fmla="*/ 0 w 2771480"/>
                  <a:gd name="T1" fmla="*/ 425090 h 2339030"/>
                  <a:gd name="T2" fmla="*/ 1651 w 2771480"/>
                  <a:gd name="T3" fmla="*/ 387327 h 2339030"/>
                  <a:gd name="T4" fmla="*/ 7712 w 2771480"/>
                  <a:gd name="T5" fmla="*/ 365689 h 2339030"/>
                  <a:gd name="T6" fmla="*/ 21133 w 2771480"/>
                  <a:gd name="T7" fmla="*/ 338529 h 2339030"/>
                  <a:gd name="T8" fmla="*/ 49378 w 2771480"/>
                  <a:gd name="T9" fmla="*/ 317531 h 2339030"/>
                  <a:gd name="T10" fmla="*/ 53455 w 2771480"/>
                  <a:gd name="T11" fmla="*/ 294157 h 2339030"/>
                  <a:gd name="T12" fmla="*/ 49604 w 2771480"/>
                  <a:gd name="T13" fmla="*/ 279326 h 2339030"/>
                  <a:gd name="T14" fmla="*/ 30094 w 2771480"/>
                  <a:gd name="T15" fmla="*/ 252648 h 2339030"/>
                  <a:gd name="T16" fmla="*/ 28060 w 2771480"/>
                  <a:gd name="T17" fmla="*/ 225853 h 2339030"/>
                  <a:gd name="T18" fmla="*/ 29359 w 2771480"/>
                  <a:gd name="T19" fmla="*/ 184844 h 2339030"/>
                  <a:gd name="T20" fmla="*/ 32110 w 2771480"/>
                  <a:gd name="T21" fmla="*/ 149416 h 2339030"/>
                  <a:gd name="T22" fmla="*/ 58159 w 2771480"/>
                  <a:gd name="T23" fmla="*/ 164053 h 2339030"/>
                  <a:gd name="T24" fmla="*/ 108070 w 2771480"/>
                  <a:gd name="T25" fmla="*/ 164382 h 2339030"/>
                  <a:gd name="T26" fmla="*/ 141199 w 2771480"/>
                  <a:gd name="T27" fmla="*/ 154429 h 2339030"/>
                  <a:gd name="T28" fmla="*/ 153340 w 2771480"/>
                  <a:gd name="T29" fmla="*/ 126836 h 2339030"/>
                  <a:gd name="T30" fmla="*/ 226629 w 2771480"/>
                  <a:gd name="T31" fmla="*/ 80945 h 2339030"/>
                  <a:gd name="T32" fmla="*/ 242233 w 2771480"/>
                  <a:gd name="T33" fmla="*/ 56381 h 2339030"/>
                  <a:gd name="T34" fmla="*/ 277527 w 2771480"/>
                  <a:gd name="T35" fmla="*/ 38845 h 2339030"/>
                  <a:gd name="T36" fmla="*/ 314120 w 2771480"/>
                  <a:gd name="T37" fmla="*/ 28995 h 2339030"/>
                  <a:gd name="T38" fmla="*/ 345472 w 2771480"/>
                  <a:gd name="T39" fmla="*/ 25280 h 2339030"/>
                  <a:gd name="T40" fmla="*/ 383405 w 2771480"/>
                  <a:gd name="T41" fmla="*/ 12528 h 2339030"/>
                  <a:gd name="T42" fmla="*/ 422618 w 2771480"/>
                  <a:gd name="T43" fmla="*/ 0 h 2339030"/>
                  <a:gd name="T44" fmla="*/ 452820 w 2771480"/>
                  <a:gd name="T45" fmla="*/ 4968 h 2339030"/>
                  <a:gd name="T46" fmla="*/ 481377 w 2771480"/>
                  <a:gd name="T47" fmla="*/ 15142 h 2339030"/>
                  <a:gd name="T48" fmla="*/ 476425 w 2771480"/>
                  <a:gd name="T49" fmla="*/ 47396 h 2339030"/>
                  <a:gd name="T50" fmla="*/ 487249 w 2771480"/>
                  <a:gd name="T51" fmla="*/ 90033 h 2339030"/>
                  <a:gd name="T52" fmla="*/ 494176 w 2771480"/>
                  <a:gd name="T53" fmla="*/ 126385 h 2339030"/>
                  <a:gd name="T54" fmla="*/ 483249 w 2771480"/>
                  <a:gd name="T55" fmla="*/ 161353 h 2339030"/>
                  <a:gd name="T56" fmla="*/ 503895 w 2771480"/>
                  <a:gd name="T57" fmla="*/ 221268 h 2339030"/>
                  <a:gd name="T58" fmla="*/ 481084 w 2771480"/>
                  <a:gd name="T59" fmla="*/ 242852 h 2339030"/>
                  <a:gd name="T60" fmla="*/ 462242 w 2771480"/>
                  <a:gd name="T61" fmla="*/ 266117 h 2339030"/>
                  <a:gd name="T62" fmla="*/ 435503 w 2771480"/>
                  <a:gd name="T63" fmla="*/ 278235 h 2339030"/>
                  <a:gd name="T64" fmla="*/ 404538 w 2771480"/>
                  <a:gd name="T65" fmla="*/ 279966 h 2339030"/>
                  <a:gd name="T66" fmla="*/ 360689 w 2771480"/>
                  <a:gd name="T67" fmla="*/ 277266 h 2339030"/>
                  <a:gd name="T68" fmla="*/ 302016 w 2771480"/>
                  <a:gd name="T69" fmla="*/ 279966 h 2339030"/>
                  <a:gd name="T70" fmla="*/ 254495 w 2771480"/>
                  <a:gd name="T71" fmla="*/ 278997 h 2339030"/>
                  <a:gd name="T72" fmla="*/ 214110 w 2771480"/>
                  <a:gd name="T73" fmla="*/ 299562 h 2339030"/>
                  <a:gd name="T74" fmla="*/ 184877 w 2771480"/>
                  <a:gd name="T75" fmla="*/ 329752 h 2339030"/>
                  <a:gd name="T76" fmla="*/ 151071 w 2771480"/>
                  <a:gd name="T77" fmla="*/ 362227 h 2339030"/>
                  <a:gd name="T78" fmla="*/ 133131 w 2771480"/>
                  <a:gd name="T79" fmla="*/ 383207 h 2339030"/>
                  <a:gd name="T80" fmla="*/ 98919 w 2771480"/>
                  <a:gd name="T81" fmla="*/ 400084 h 2339030"/>
                  <a:gd name="T82" fmla="*/ 54853 w 2771480"/>
                  <a:gd name="T83" fmla="*/ 413397 h 2339030"/>
                  <a:gd name="T84" fmla="*/ 0 w 2771480"/>
                  <a:gd name="T85" fmla="*/ 425090 h 233903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2771480" h="2339030">
                    <a:moveTo>
                      <a:pt x="0" y="2339030"/>
                    </a:moveTo>
                    <a:lnTo>
                      <a:pt x="9079" y="2131244"/>
                    </a:lnTo>
                    <a:lnTo>
                      <a:pt x="42417" y="2012181"/>
                    </a:lnTo>
                    <a:lnTo>
                      <a:pt x="116236" y="1862733"/>
                    </a:lnTo>
                    <a:lnTo>
                      <a:pt x="271587" y="1747193"/>
                    </a:lnTo>
                    <a:lnTo>
                      <a:pt x="294006" y="1618582"/>
                    </a:lnTo>
                    <a:lnTo>
                      <a:pt x="272827" y="1536973"/>
                    </a:lnTo>
                    <a:lnTo>
                      <a:pt x="165521" y="1390178"/>
                    </a:lnTo>
                    <a:lnTo>
                      <a:pt x="154335" y="1242740"/>
                    </a:lnTo>
                    <a:lnTo>
                      <a:pt x="161479" y="1017091"/>
                    </a:lnTo>
                    <a:lnTo>
                      <a:pt x="176608" y="822150"/>
                    </a:lnTo>
                    <a:lnTo>
                      <a:pt x="319882" y="902692"/>
                    </a:lnTo>
                    <a:lnTo>
                      <a:pt x="594395" y="904503"/>
                    </a:lnTo>
                    <a:lnTo>
                      <a:pt x="776611" y="849734"/>
                    </a:lnTo>
                    <a:lnTo>
                      <a:pt x="843385" y="697905"/>
                    </a:lnTo>
                    <a:lnTo>
                      <a:pt x="1246486" y="445393"/>
                    </a:lnTo>
                    <a:lnTo>
                      <a:pt x="1332310" y="310232"/>
                    </a:lnTo>
                    <a:lnTo>
                      <a:pt x="1526431" y="213742"/>
                    </a:lnTo>
                    <a:lnTo>
                      <a:pt x="1727697" y="159544"/>
                    </a:lnTo>
                    <a:lnTo>
                      <a:pt x="1900137" y="139103"/>
                    </a:lnTo>
                    <a:lnTo>
                      <a:pt x="2108770" y="68933"/>
                    </a:lnTo>
                    <a:lnTo>
                      <a:pt x="2324449" y="0"/>
                    </a:lnTo>
                    <a:lnTo>
                      <a:pt x="2490565" y="27334"/>
                    </a:lnTo>
                    <a:lnTo>
                      <a:pt x="2647627" y="83318"/>
                    </a:lnTo>
                    <a:lnTo>
                      <a:pt x="2620393" y="260796"/>
                    </a:lnTo>
                    <a:lnTo>
                      <a:pt x="2679925" y="495400"/>
                    </a:lnTo>
                    <a:lnTo>
                      <a:pt x="2718024" y="695424"/>
                    </a:lnTo>
                    <a:lnTo>
                      <a:pt x="2657922" y="887835"/>
                    </a:lnTo>
                    <a:lnTo>
                      <a:pt x="2771480" y="1217514"/>
                    </a:lnTo>
                    <a:lnTo>
                      <a:pt x="2646016" y="1336277"/>
                    </a:lnTo>
                    <a:lnTo>
                      <a:pt x="2542382" y="1464294"/>
                    </a:lnTo>
                    <a:lnTo>
                      <a:pt x="2395315" y="1530969"/>
                    </a:lnTo>
                    <a:lnTo>
                      <a:pt x="2225006" y="1540494"/>
                    </a:lnTo>
                    <a:lnTo>
                      <a:pt x="1983830" y="1525636"/>
                    </a:lnTo>
                    <a:lnTo>
                      <a:pt x="1661121" y="1540494"/>
                    </a:lnTo>
                    <a:lnTo>
                      <a:pt x="1399754" y="1535161"/>
                    </a:lnTo>
                    <a:lnTo>
                      <a:pt x="1177628" y="1648320"/>
                    </a:lnTo>
                    <a:lnTo>
                      <a:pt x="1016844" y="1814437"/>
                    </a:lnTo>
                    <a:lnTo>
                      <a:pt x="830908" y="1993130"/>
                    </a:lnTo>
                    <a:lnTo>
                      <a:pt x="732235" y="2108571"/>
                    </a:lnTo>
                    <a:lnTo>
                      <a:pt x="544065" y="2201439"/>
                    </a:lnTo>
                    <a:lnTo>
                      <a:pt x="301700" y="2274688"/>
                    </a:lnTo>
                    <a:lnTo>
                      <a:pt x="0" y="2339030"/>
                    </a:lnTo>
                    <a:close/>
                  </a:path>
                </a:pathLst>
              </a:custGeom>
              <a:gradFill>
                <a:gsLst>
                  <a:gs pos="0">
                    <a:srgbClr val="990099"/>
                  </a:gs>
                  <a:gs pos="0">
                    <a:srgbClr val="EF8600"/>
                  </a:gs>
                </a:gsLst>
                <a:lin ang="2700000" scaled="1"/>
              </a:gradFill>
              <a:ln w="6350" cmpd="sng">
                <a:solidFill>
                  <a:srgbClr val="FFFFFF"/>
                </a:solidFill>
                <a:prstDash val="solid"/>
                <a:round/>
                <a:headEnd/>
                <a:tailEnd/>
              </a:ln>
              <a:effectLst>
                <a:outerShdw dist="28398" dir="6993903" algn="ctr" rotWithShape="0">
                  <a:srgbClr val="B2B2B2">
                    <a:alpha val="5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457" b="0" i="0" u="none" strike="noStrike" kern="1200" cap="none" spc="0" normalizeH="0" baseline="0" noProof="0">
                  <a:ln>
                    <a:noFill/>
                  </a:ln>
                  <a:solidFill>
                    <a:sysClr val="windowText" lastClr="000000"/>
                  </a:solidFill>
                  <a:effectLst/>
                  <a:uLnTx/>
                  <a:uFillTx/>
                  <a:latin typeface="29LT Bukra Bold" panose="000B0903020204020204" pitchFamily="34" charset="-78"/>
                  <a:ea typeface="等线" panose="02010600030101010101" pitchFamily="2" charset="-122"/>
                  <a:cs typeface="29LT Bukra Bold" panose="000B0903020204020204" pitchFamily="34" charset="-78"/>
                </a:endParaRPr>
              </a:p>
            </p:txBody>
          </p:sp>
          <p:sp>
            <p:nvSpPr>
              <p:cNvPr id="1873" name="任意多边形 178">
                <a:extLst>
                  <a:ext uri="{FF2B5EF4-FFF2-40B4-BE49-F238E27FC236}">
                    <a16:creationId xmlns:a16="http://schemas.microsoft.com/office/drawing/2014/main" id="{A228236B-8E84-9273-1430-88B8258008D7}"/>
                  </a:ext>
                </a:extLst>
              </p:cNvPr>
              <p:cNvSpPr>
                <a:spLocks/>
              </p:cNvSpPr>
              <p:nvPr/>
            </p:nvSpPr>
            <p:spPr bwMode="auto">
              <a:xfrm>
                <a:off x="4875396" y="760967"/>
                <a:ext cx="423487" cy="315421"/>
              </a:xfrm>
              <a:custGeom>
                <a:avLst/>
                <a:gdLst/>
                <a:ahLst/>
                <a:cxnLst/>
                <a:rect l="0" t="0" r="r" b="b"/>
                <a:pathLst>
                  <a:path w="5456213" h="4455268">
                    <a:moveTo>
                      <a:pt x="59830" y="3141662"/>
                    </a:moveTo>
                    <a:lnTo>
                      <a:pt x="0" y="3117949"/>
                    </a:lnTo>
                    <a:lnTo>
                      <a:pt x="41052" y="2955455"/>
                    </a:lnTo>
                    <a:lnTo>
                      <a:pt x="7714" y="2814291"/>
                    </a:lnTo>
                    <a:lnTo>
                      <a:pt x="61342" y="2538636"/>
                    </a:lnTo>
                    <a:lnTo>
                      <a:pt x="156592" y="2411760"/>
                    </a:lnTo>
                    <a:lnTo>
                      <a:pt x="302418" y="2320033"/>
                    </a:lnTo>
                    <a:lnTo>
                      <a:pt x="256034" y="2050282"/>
                    </a:lnTo>
                    <a:lnTo>
                      <a:pt x="203646" y="1894831"/>
                    </a:lnTo>
                    <a:lnTo>
                      <a:pt x="194836" y="1595584"/>
                    </a:lnTo>
                    <a:lnTo>
                      <a:pt x="302742" y="1345456"/>
                    </a:lnTo>
                    <a:lnTo>
                      <a:pt x="450826" y="989980"/>
                    </a:lnTo>
                    <a:lnTo>
                      <a:pt x="645394" y="643012"/>
                    </a:lnTo>
                    <a:lnTo>
                      <a:pt x="835894" y="368052"/>
                    </a:lnTo>
                    <a:lnTo>
                      <a:pt x="992362" y="139576"/>
                    </a:lnTo>
                    <a:lnTo>
                      <a:pt x="1288654" y="0"/>
                    </a:lnTo>
                    <a:lnTo>
                      <a:pt x="1504305" y="158874"/>
                    </a:lnTo>
                    <a:lnTo>
                      <a:pt x="1732905" y="233933"/>
                    </a:lnTo>
                    <a:lnTo>
                      <a:pt x="1915790" y="333375"/>
                    </a:lnTo>
                    <a:lnTo>
                      <a:pt x="2161158" y="360809"/>
                    </a:lnTo>
                    <a:lnTo>
                      <a:pt x="2426345" y="407293"/>
                    </a:lnTo>
                    <a:lnTo>
                      <a:pt x="2664470" y="350143"/>
                    </a:lnTo>
                    <a:lnTo>
                      <a:pt x="2843163" y="407293"/>
                    </a:lnTo>
                    <a:lnTo>
                      <a:pt x="3104530" y="493018"/>
                    </a:lnTo>
                    <a:lnTo>
                      <a:pt x="3345706" y="535310"/>
                    </a:lnTo>
                    <a:lnTo>
                      <a:pt x="3554115" y="625227"/>
                    </a:lnTo>
                    <a:lnTo>
                      <a:pt x="3762524" y="705619"/>
                    </a:lnTo>
                    <a:lnTo>
                      <a:pt x="3947691" y="791344"/>
                    </a:lnTo>
                    <a:lnTo>
                      <a:pt x="4149229" y="838969"/>
                    </a:lnTo>
                    <a:lnTo>
                      <a:pt x="4239543" y="941462"/>
                    </a:lnTo>
                    <a:lnTo>
                      <a:pt x="4401468" y="989087"/>
                    </a:lnTo>
                    <a:lnTo>
                      <a:pt x="4617120" y="1053480"/>
                    </a:lnTo>
                    <a:lnTo>
                      <a:pt x="4735612" y="1177305"/>
                    </a:lnTo>
                    <a:lnTo>
                      <a:pt x="4934496" y="1343422"/>
                    </a:lnTo>
                    <a:lnTo>
                      <a:pt x="5072038" y="1490489"/>
                    </a:lnTo>
                    <a:lnTo>
                      <a:pt x="5257205" y="1565548"/>
                    </a:lnTo>
                    <a:lnTo>
                      <a:pt x="5424587" y="1746050"/>
                    </a:lnTo>
                    <a:lnTo>
                      <a:pt x="5379889" y="1975768"/>
                    </a:lnTo>
                    <a:lnTo>
                      <a:pt x="5341789" y="2250852"/>
                    </a:lnTo>
                    <a:lnTo>
                      <a:pt x="5341789" y="2496344"/>
                    </a:lnTo>
                    <a:lnTo>
                      <a:pt x="5405289" y="2707928"/>
                    </a:lnTo>
                    <a:lnTo>
                      <a:pt x="5456213" y="2970064"/>
                    </a:lnTo>
                    <a:lnTo>
                      <a:pt x="5379889" y="3198788"/>
                    </a:lnTo>
                    <a:lnTo>
                      <a:pt x="5248697" y="3406180"/>
                    </a:lnTo>
                    <a:lnTo>
                      <a:pt x="5197897" y="3621956"/>
                    </a:lnTo>
                    <a:lnTo>
                      <a:pt x="5130205" y="3977432"/>
                    </a:lnTo>
                    <a:lnTo>
                      <a:pt x="5117505" y="4205908"/>
                    </a:lnTo>
                    <a:lnTo>
                      <a:pt x="5086353" y="4455268"/>
                    </a:lnTo>
                    <a:lnTo>
                      <a:pt x="4736755" y="4417244"/>
                    </a:lnTo>
                    <a:lnTo>
                      <a:pt x="4503963" y="4273352"/>
                    </a:lnTo>
                    <a:lnTo>
                      <a:pt x="4347371" y="4176068"/>
                    </a:lnTo>
                    <a:lnTo>
                      <a:pt x="4178079" y="3943276"/>
                    </a:lnTo>
                    <a:lnTo>
                      <a:pt x="4194971" y="3744392"/>
                    </a:lnTo>
                    <a:lnTo>
                      <a:pt x="4254279" y="3435400"/>
                    </a:lnTo>
                    <a:lnTo>
                      <a:pt x="4076479" y="3202608"/>
                    </a:lnTo>
                    <a:lnTo>
                      <a:pt x="4097687" y="3054524"/>
                    </a:lnTo>
                    <a:lnTo>
                      <a:pt x="3928395" y="2889424"/>
                    </a:lnTo>
                    <a:lnTo>
                      <a:pt x="3788695" y="2910508"/>
                    </a:lnTo>
                    <a:lnTo>
                      <a:pt x="3678711" y="3096816"/>
                    </a:lnTo>
                    <a:lnTo>
                      <a:pt x="3513735" y="3109516"/>
                    </a:lnTo>
                    <a:lnTo>
                      <a:pt x="3382667" y="3215432"/>
                    </a:lnTo>
                    <a:lnTo>
                      <a:pt x="3031631" y="3016672"/>
                    </a:lnTo>
                    <a:lnTo>
                      <a:pt x="2857775" y="2991024"/>
                    </a:lnTo>
                    <a:lnTo>
                      <a:pt x="2637012" y="3095005"/>
                    </a:lnTo>
                    <a:lnTo>
                      <a:pt x="2548907" y="3160316"/>
                    </a:lnTo>
                    <a:lnTo>
                      <a:pt x="2396507" y="3194224"/>
                    </a:lnTo>
                    <a:lnTo>
                      <a:pt x="2172843" y="3059088"/>
                    </a:lnTo>
                    <a:lnTo>
                      <a:pt x="1982467" y="2953296"/>
                    </a:lnTo>
                    <a:lnTo>
                      <a:pt x="1758183" y="2936280"/>
                    </a:lnTo>
                    <a:lnTo>
                      <a:pt x="1631307" y="3054772"/>
                    </a:lnTo>
                    <a:lnTo>
                      <a:pt x="1432423" y="3135164"/>
                    </a:lnTo>
                    <a:lnTo>
                      <a:pt x="1271639" y="3202980"/>
                    </a:lnTo>
                    <a:lnTo>
                      <a:pt x="1098155" y="3059088"/>
                    </a:lnTo>
                    <a:lnTo>
                      <a:pt x="831579" y="2974380"/>
                    </a:lnTo>
                    <a:lnTo>
                      <a:pt x="662411" y="3037880"/>
                    </a:lnTo>
                    <a:lnTo>
                      <a:pt x="467719" y="3084364"/>
                    </a:lnTo>
                    <a:lnTo>
                      <a:pt x="285851" y="3198664"/>
                    </a:lnTo>
                    <a:lnTo>
                      <a:pt x="146151" y="3241080"/>
                    </a:lnTo>
                    <a:lnTo>
                      <a:pt x="59830" y="3141662"/>
                    </a:lnTo>
                    <a:close/>
                  </a:path>
                </a:pathLst>
              </a:custGeom>
              <a:gradFill>
                <a:gsLst>
                  <a:gs pos="0">
                    <a:srgbClr val="990099"/>
                  </a:gs>
                  <a:gs pos="0">
                    <a:srgbClr val="EF8600"/>
                  </a:gs>
                </a:gsLst>
                <a:lin ang="2700000" scaled="1"/>
              </a:gradFill>
              <a:ln w="6350" cmpd="sng">
                <a:solidFill>
                  <a:srgbClr val="FFFFFF"/>
                </a:solidFill>
                <a:prstDash val="solid"/>
                <a:round/>
                <a:headEnd/>
                <a:tailEnd/>
              </a:ln>
              <a:effectLst>
                <a:outerShdw dist="28398" dir="6993903" algn="ctr" rotWithShape="0">
                  <a:srgbClr val="B2B2B2">
                    <a:alpha val="5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457" b="0" i="0" u="none" strike="noStrike" kern="1200" cap="none" spc="0" normalizeH="0" baseline="0" noProof="0">
                  <a:ln>
                    <a:noFill/>
                  </a:ln>
                  <a:solidFill>
                    <a:sysClr val="windowText" lastClr="000000"/>
                  </a:solidFill>
                  <a:effectLst/>
                  <a:uLnTx/>
                  <a:uFillTx/>
                  <a:latin typeface="29LT Bukra Bold" panose="000B0903020204020204" pitchFamily="34" charset="-78"/>
                  <a:ea typeface="等线" panose="02010600030101010101" pitchFamily="2" charset="-122"/>
                  <a:cs typeface="29LT Bukra Bold" panose="000B0903020204020204" pitchFamily="34" charset="-78"/>
                </a:endParaRPr>
              </a:p>
            </p:txBody>
          </p:sp>
          <p:sp>
            <p:nvSpPr>
              <p:cNvPr id="1874" name="任意多边形 179">
                <a:extLst>
                  <a:ext uri="{FF2B5EF4-FFF2-40B4-BE49-F238E27FC236}">
                    <a16:creationId xmlns:a16="http://schemas.microsoft.com/office/drawing/2014/main" id="{C179A82E-B092-0A22-D1AD-7881C47497A5}"/>
                  </a:ext>
                </a:extLst>
              </p:cNvPr>
              <p:cNvSpPr>
                <a:spLocks/>
              </p:cNvSpPr>
              <p:nvPr/>
            </p:nvSpPr>
            <p:spPr bwMode="auto">
              <a:xfrm>
                <a:off x="4783924" y="2921962"/>
                <a:ext cx="220213" cy="450867"/>
              </a:xfrm>
              <a:custGeom>
                <a:avLst/>
                <a:gdLst>
                  <a:gd name="T0" fmla="*/ 475324 w 2843187"/>
                  <a:gd name="T1" fmla="*/ 137385 h 6364313"/>
                  <a:gd name="T2" fmla="*/ 486520 w 2843187"/>
                  <a:gd name="T3" fmla="*/ 123186 h 6364313"/>
                  <a:gd name="T4" fmla="*/ 465741 w 2843187"/>
                  <a:gd name="T5" fmla="*/ 98183 h 6364313"/>
                  <a:gd name="T6" fmla="*/ 453620 w 2843187"/>
                  <a:gd name="T7" fmla="*/ 76435 h 6364313"/>
                  <a:gd name="T8" fmla="*/ 451126 w 2843187"/>
                  <a:gd name="T9" fmla="*/ 58358 h 6364313"/>
                  <a:gd name="T10" fmla="*/ 438243 w 2843187"/>
                  <a:gd name="T11" fmla="*/ 44506 h 6364313"/>
                  <a:gd name="T12" fmla="*/ 415732 w 2843187"/>
                  <a:gd name="T13" fmla="*/ 41043 h 6364313"/>
                  <a:gd name="T14" fmla="*/ 400355 w 2843187"/>
                  <a:gd name="T15" fmla="*/ 42012 h 6364313"/>
                  <a:gd name="T16" fmla="*/ 374380 w 2843187"/>
                  <a:gd name="T17" fmla="*/ 28922 h 6364313"/>
                  <a:gd name="T18" fmla="*/ 358034 w 2843187"/>
                  <a:gd name="T19" fmla="*/ 39311 h 6364313"/>
                  <a:gd name="T20" fmla="*/ 329566 w 2843187"/>
                  <a:gd name="T21" fmla="*/ 47969 h 6364313"/>
                  <a:gd name="T22" fmla="*/ 305531 w 2843187"/>
                  <a:gd name="T23" fmla="*/ 51432 h 6364313"/>
                  <a:gd name="T24" fmla="*/ 266673 w 2843187"/>
                  <a:gd name="T25" fmla="*/ 44506 h 6364313"/>
                  <a:gd name="T26" fmla="*/ 243607 w 2843187"/>
                  <a:gd name="T27" fmla="*/ 47207 h 6364313"/>
                  <a:gd name="T28" fmla="*/ 213408 w 2843187"/>
                  <a:gd name="T29" fmla="*/ 32592 h 6364313"/>
                  <a:gd name="T30" fmla="*/ 186532 w 2843187"/>
                  <a:gd name="T31" fmla="*/ 16454 h 6364313"/>
                  <a:gd name="T32" fmla="*/ 154533 w 2843187"/>
                  <a:gd name="T33" fmla="*/ 9113 h 6364313"/>
                  <a:gd name="T34" fmla="*/ 94864 w 2843187"/>
                  <a:gd name="T35" fmla="*/ 0 h 6364313"/>
                  <a:gd name="T36" fmla="*/ 49617 w 2843187"/>
                  <a:gd name="T37" fmla="*/ 4784 h 6364313"/>
                  <a:gd name="T38" fmla="*/ 35394 w 2843187"/>
                  <a:gd name="T39" fmla="*/ 62998 h 6364313"/>
                  <a:gd name="T40" fmla="*/ 17316 w 2843187"/>
                  <a:gd name="T41" fmla="*/ 144934 h 6364313"/>
                  <a:gd name="T42" fmla="*/ 3463 w 2843187"/>
                  <a:gd name="T43" fmla="*/ 220913 h 6364313"/>
                  <a:gd name="T44" fmla="*/ 0 w 2843187"/>
                  <a:gd name="T45" fmla="*/ 282833 h 6364313"/>
                  <a:gd name="T46" fmla="*/ 4987 w 2843187"/>
                  <a:gd name="T47" fmla="*/ 334296 h 6364313"/>
                  <a:gd name="T48" fmla="*/ 16554 w 2843187"/>
                  <a:gd name="T49" fmla="*/ 804652 h 6364313"/>
                  <a:gd name="T50" fmla="*/ 33730 w 2843187"/>
                  <a:gd name="T51" fmla="*/ 1156948 h 6364313"/>
                  <a:gd name="T52" fmla="*/ 516882 w 2843187"/>
                  <a:gd name="T53" fmla="*/ 1152294 h 6364313"/>
                  <a:gd name="T54" fmla="*/ 493753 w 2843187"/>
                  <a:gd name="T55" fmla="*/ 789072 h 6364313"/>
                  <a:gd name="T56" fmla="*/ 482273 w 2843187"/>
                  <a:gd name="T57" fmla="*/ 747579 h 6364313"/>
                  <a:gd name="T58" fmla="*/ 463040 w 2843187"/>
                  <a:gd name="T59" fmla="*/ 726016 h 6364313"/>
                  <a:gd name="T60" fmla="*/ 453043 w 2843187"/>
                  <a:gd name="T61" fmla="*/ 694479 h 6364313"/>
                  <a:gd name="T62" fmla="*/ 461516 w 2843187"/>
                  <a:gd name="T63" fmla="*/ 669868 h 6364313"/>
                  <a:gd name="T64" fmla="*/ 438428 w 2843187"/>
                  <a:gd name="T65" fmla="*/ 643710 h 6364313"/>
                  <a:gd name="T66" fmla="*/ 444592 w 2843187"/>
                  <a:gd name="T67" fmla="*/ 618337 h 6364313"/>
                  <a:gd name="T68" fmla="*/ 430739 w 2843187"/>
                  <a:gd name="T69" fmla="*/ 589109 h 6364313"/>
                  <a:gd name="T70" fmla="*/ 416886 w 2843187"/>
                  <a:gd name="T71" fmla="*/ 566022 h 6364313"/>
                  <a:gd name="T72" fmla="*/ 410744 w 2843187"/>
                  <a:gd name="T73" fmla="*/ 536032 h 6364313"/>
                  <a:gd name="T74" fmla="*/ 421504 w 2843187"/>
                  <a:gd name="T75" fmla="*/ 496874 h 6364313"/>
                  <a:gd name="T76" fmla="*/ 444592 w 2843187"/>
                  <a:gd name="T77" fmla="*/ 453771 h 6364313"/>
                  <a:gd name="T78" fmla="*/ 459207 w 2843187"/>
                  <a:gd name="T79" fmla="*/ 421472 h 6364313"/>
                  <a:gd name="T80" fmla="*/ 469204 w 2843187"/>
                  <a:gd name="T81" fmla="*/ 377629 h 6364313"/>
                  <a:gd name="T82" fmla="*/ 459969 w 2843187"/>
                  <a:gd name="T83" fmla="*/ 331478 h 6364313"/>
                  <a:gd name="T84" fmla="*/ 439190 w 2843187"/>
                  <a:gd name="T85" fmla="*/ 292230 h 6364313"/>
                  <a:gd name="T86" fmla="*/ 429192 w 2843187"/>
                  <a:gd name="T87" fmla="*/ 263002 h 6364313"/>
                  <a:gd name="T88" fmla="*/ 422266 w 2843187"/>
                  <a:gd name="T89" fmla="*/ 236082 h 6364313"/>
                  <a:gd name="T90" fmla="*/ 422266 w 2843187"/>
                  <a:gd name="T91" fmla="*/ 206069 h 6364313"/>
                  <a:gd name="T92" fmla="*/ 447663 w 2843187"/>
                  <a:gd name="T93" fmla="*/ 191455 h 6364313"/>
                  <a:gd name="T94" fmla="*/ 466896 w 2843187"/>
                  <a:gd name="T95" fmla="*/ 163750 h 6364313"/>
                  <a:gd name="T96" fmla="*/ 475324 w 2843187"/>
                  <a:gd name="T97" fmla="*/ 137385 h 6364313"/>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0" t="0" r="r" b="b"/>
                <a:pathLst>
                  <a:path w="2843187" h="6364313">
                    <a:moveTo>
                      <a:pt x="2614588" y="755750"/>
                    </a:moveTo>
                    <a:lnTo>
                      <a:pt x="2676178" y="677640"/>
                    </a:lnTo>
                    <a:lnTo>
                      <a:pt x="2561878" y="540098"/>
                    </a:lnTo>
                    <a:lnTo>
                      <a:pt x="2495203" y="420465"/>
                    </a:lnTo>
                    <a:lnTo>
                      <a:pt x="2481486" y="321023"/>
                    </a:lnTo>
                    <a:lnTo>
                      <a:pt x="2410619" y="244823"/>
                    </a:lnTo>
                    <a:lnTo>
                      <a:pt x="2286794" y="225773"/>
                    </a:lnTo>
                    <a:lnTo>
                      <a:pt x="2202210" y="231106"/>
                    </a:lnTo>
                    <a:lnTo>
                      <a:pt x="2059335" y="159098"/>
                    </a:lnTo>
                    <a:lnTo>
                      <a:pt x="1969418" y="216248"/>
                    </a:lnTo>
                    <a:lnTo>
                      <a:pt x="1812826" y="263873"/>
                    </a:lnTo>
                    <a:lnTo>
                      <a:pt x="1680617" y="282923"/>
                    </a:lnTo>
                    <a:lnTo>
                      <a:pt x="1466875" y="244823"/>
                    </a:lnTo>
                    <a:lnTo>
                      <a:pt x="1339999" y="259681"/>
                    </a:lnTo>
                    <a:lnTo>
                      <a:pt x="1173882" y="179289"/>
                    </a:lnTo>
                    <a:lnTo>
                      <a:pt x="1026046" y="90513"/>
                    </a:lnTo>
                    <a:lnTo>
                      <a:pt x="850032" y="50131"/>
                    </a:lnTo>
                    <a:lnTo>
                      <a:pt x="521816" y="0"/>
                    </a:lnTo>
                    <a:lnTo>
                      <a:pt x="272925" y="26318"/>
                    </a:lnTo>
                    <a:lnTo>
                      <a:pt x="194692" y="346547"/>
                    </a:lnTo>
                    <a:lnTo>
                      <a:pt x="95250" y="797273"/>
                    </a:lnTo>
                    <a:lnTo>
                      <a:pt x="19050" y="1215232"/>
                    </a:lnTo>
                    <a:lnTo>
                      <a:pt x="0" y="1555850"/>
                    </a:lnTo>
                    <a:lnTo>
                      <a:pt x="27434" y="1838946"/>
                    </a:lnTo>
                    <a:lnTo>
                      <a:pt x="91058" y="4426348"/>
                    </a:lnTo>
                    <a:lnTo>
                      <a:pt x="185538" y="6364313"/>
                    </a:lnTo>
                    <a:lnTo>
                      <a:pt x="2843187" y="6338715"/>
                    </a:lnTo>
                    <a:lnTo>
                      <a:pt x="2715965" y="4340647"/>
                    </a:lnTo>
                    <a:lnTo>
                      <a:pt x="2652812" y="4112395"/>
                    </a:lnTo>
                    <a:lnTo>
                      <a:pt x="2547020" y="3993779"/>
                    </a:lnTo>
                    <a:lnTo>
                      <a:pt x="2492028" y="3820295"/>
                    </a:lnTo>
                    <a:lnTo>
                      <a:pt x="2538636" y="3684911"/>
                    </a:lnTo>
                    <a:lnTo>
                      <a:pt x="2411636" y="3541019"/>
                    </a:lnTo>
                    <a:lnTo>
                      <a:pt x="2445544" y="3401443"/>
                    </a:lnTo>
                    <a:lnTo>
                      <a:pt x="2369344" y="3240659"/>
                    </a:lnTo>
                    <a:lnTo>
                      <a:pt x="2293144" y="3113659"/>
                    </a:lnTo>
                    <a:lnTo>
                      <a:pt x="2259360" y="2948683"/>
                    </a:lnTo>
                    <a:lnTo>
                      <a:pt x="2318544" y="2733279"/>
                    </a:lnTo>
                    <a:lnTo>
                      <a:pt x="2445544" y="2496171"/>
                    </a:lnTo>
                    <a:lnTo>
                      <a:pt x="2525936" y="2318495"/>
                    </a:lnTo>
                    <a:lnTo>
                      <a:pt x="2580928" y="2077319"/>
                    </a:lnTo>
                    <a:lnTo>
                      <a:pt x="2530128" y="1823443"/>
                    </a:lnTo>
                    <a:lnTo>
                      <a:pt x="2415828" y="1607543"/>
                    </a:lnTo>
                    <a:lnTo>
                      <a:pt x="2360836" y="1446759"/>
                    </a:lnTo>
                    <a:lnTo>
                      <a:pt x="2322736" y="1298675"/>
                    </a:lnTo>
                    <a:lnTo>
                      <a:pt x="2322736" y="1133575"/>
                    </a:lnTo>
                    <a:lnTo>
                      <a:pt x="2462436" y="1053183"/>
                    </a:lnTo>
                    <a:lnTo>
                      <a:pt x="2568228" y="900783"/>
                    </a:lnTo>
                    <a:lnTo>
                      <a:pt x="2614588" y="755750"/>
                    </a:lnTo>
                    <a:close/>
                  </a:path>
                </a:pathLst>
              </a:custGeom>
              <a:gradFill>
                <a:gsLst>
                  <a:gs pos="0">
                    <a:srgbClr val="990099"/>
                  </a:gs>
                  <a:gs pos="0">
                    <a:srgbClr val="EF8600"/>
                  </a:gs>
                </a:gsLst>
                <a:lin ang="2700000" scaled="1"/>
              </a:gradFill>
              <a:ln w="6350" cmpd="sng">
                <a:solidFill>
                  <a:srgbClr val="FFFFFF"/>
                </a:solidFill>
                <a:prstDash val="solid"/>
                <a:round/>
                <a:headEnd/>
                <a:tailEnd/>
              </a:ln>
              <a:effectLst>
                <a:outerShdw dist="28398" dir="6993903" algn="ctr" rotWithShape="0">
                  <a:srgbClr val="B2B2B2">
                    <a:alpha val="5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457" b="0" i="0" u="none" strike="noStrike" kern="1200" cap="none" spc="0" normalizeH="0" baseline="0" noProof="0">
                  <a:ln>
                    <a:noFill/>
                  </a:ln>
                  <a:solidFill>
                    <a:sysClr val="windowText" lastClr="000000"/>
                  </a:solidFill>
                  <a:effectLst/>
                  <a:uLnTx/>
                  <a:uFillTx/>
                  <a:latin typeface="29LT Bukra Bold" panose="000B0903020204020204" pitchFamily="34" charset="-78"/>
                  <a:ea typeface="等线" panose="02010600030101010101" pitchFamily="2" charset="-122"/>
                  <a:cs typeface="29LT Bukra Bold" panose="000B0903020204020204" pitchFamily="34" charset="-78"/>
                </a:endParaRPr>
              </a:p>
            </p:txBody>
          </p:sp>
          <p:sp>
            <p:nvSpPr>
              <p:cNvPr id="1875" name="任意多边形 180">
                <a:extLst>
                  <a:ext uri="{FF2B5EF4-FFF2-40B4-BE49-F238E27FC236}">
                    <a16:creationId xmlns:a16="http://schemas.microsoft.com/office/drawing/2014/main" id="{AC87B746-3864-63FA-D052-84A1C8ACEC46}"/>
                  </a:ext>
                </a:extLst>
              </p:cNvPr>
              <p:cNvSpPr>
                <a:spLocks/>
              </p:cNvSpPr>
              <p:nvPr/>
            </p:nvSpPr>
            <p:spPr bwMode="auto">
              <a:xfrm>
                <a:off x="4677545" y="2850220"/>
                <a:ext cx="127385" cy="206570"/>
              </a:xfrm>
              <a:custGeom>
                <a:avLst/>
                <a:gdLst>
                  <a:gd name="T0" fmla="*/ 0 w 6324422"/>
                  <a:gd name="T1" fmla="*/ 10650 h 11234560"/>
                  <a:gd name="T2" fmla="*/ 7822 w 6324422"/>
                  <a:gd name="T3" fmla="*/ 59630 h 11234560"/>
                  <a:gd name="T4" fmla="*/ 7822 w 6324422"/>
                  <a:gd name="T5" fmla="*/ 114067 h 11234560"/>
                  <a:gd name="T6" fmla="*/ 11284 w 6324422"/>
                  <a:gd name="T7" fmla="*/ 151951 h 11234560"/>
                  <a:gd name="T8" fmla="*/ 12046 w 6324422"/>
                  <a:gd name="T9" fmla="*/ 203271 h 11234560"/>
                  <a:gd name="T10" fmla="*/ 14733 w 6324422"/>
                  <a:gd name="T11" fmla="*/ 252589 h 11234560"/>
                  <a:gd name="T12" fmla="*/ 6853 w 6324422"/>
                  <a:gd name="T13" fmla="*/ 292268 h 11234560"/>
                  <a:gd name="T14" fmla="*/ 8584 w 6324422"/>
                  <a:gd name="T15" fmla="*/ 344418 h 11234560"/>
                  <a:gd name="T16" fmla="*/ 1659 w 6324422"/>
                  <a:gd name="T17" fmla="*/ 377108 h 11234560"/>
                  <a:gd name="T18" fmla="*/ 3391 w 6324422"/>
                  <a:gd name="T19" fmla="*/ 404603 h 11234560"/>
                  <a:gd name="T20" fmla="*/ 4463 w 6324422"/>
                  <a:gd name="T21" fmla="*/ 434416 h 11234560"/>
                  <a:gd name="T22" fmla="*/ 12046 w 6324422"/>
                  <a:gd name="T23" fmla="*/ 457862 h 11234560"/>
                  <a:gd name="T24" fmla="*/ 18348 w 6324422"/>
                  <a:gd name="T25" fmla="*/ 489178 h 11234560"/>
                  <a:gd name="T26" fmla="*/ 58163 w 6324422"/>
                  <a:gd name="T27" fmla="*/ 488961 h 11234560"/>
                  <a:gd name="T28" fmla="*/ 108711 w 6324422"/>
                  <a:gd name="T29" fmla="*/ 487991 h 11234560"/>
                  <a:gd name="T30" fmla="*/ 162929 w 6324422"/>
                  <a:gd name="T31" fmla="*/ 496648 h 11234560"/>
                  <a:gd name="T32" fmla="*/ 206968 w 6324422"/>
                  <a:gd name="T33" fmla="*/ 508768 h 11234560"/>
                  <a:gd name="T34" fmla="*/ 254193 w 6324422"/>
                  <a:gd name="T35" fmla="*/ 530713 h 11234560"/>
                  <a:gd name="T36" fmla="*/ 253396 w 6324422"/>
                  <a:gd name="T37" fmla="*/ 509305 h 11234560"/>
                  <a:gd name="T38" fmla="*/ 249068 w 6324422"/>
                  <a:gd name="T39" fmla="*/ 466763 h 11234560"/>
                  <a:gd name="T40" fmla="*/ 252322 w 6324422"/>
                  <a:gd name="T41" fmla="*/ 404603 h 11234560"/>
                  <a:gd name="T42" fmla="*/ 267902 w 6324422"/>
                  <a:gd name="T43" fmla="*/ 322239 h 11234560"/>
                  <a:gd name="T44" fmla="*/ 284244 w 6324422"/>
                  <a:gd name="T45" fmla="*/ 248635 h 11234560"/>
                  <a:gd name="T46" fmla="*/ 298701 w 6324422"/>
                  <a:gd name="T47" fmla="*/ 188869 h 11234560"/>
                  <a:gd name="T48" fmla="*/ 277320 w 6324422"/>
                  <a:gd name="T49" fmla="*/ 185957 h 11234560"/>
                  <a:gd name="T50" fmla="*/ 263471 w 6324422"/>
                  <a:gd name="T51" fmla="*/ 168643 h 11234560"/>
                  <a:gd name="T52" fmla="*/ 245398 w 6324422"/>
                  <a:gd name="T53" fmla="*/ 154029 h 11234560"/>
                  <a:gd name="T54" fmla="*/ 247891 w 6324422"/>
                  <a:gd name="T55" fmla="*/ 131521 h 11234560"/>
                  <a:gd name="T56" fmla="*/ 260978 w 6324422"/>
                  <a:gd name="T57" fmla="*/ 116907 h 11234560"/>
                  <a:gd name="T58" fmla="*/ 242698 w 6324422"/>
                  <a:gd name="T59" fmla="*/ 99593 h 11234560"/>
                  <a:gd name="T60" fmla="*/ 255023 w 6324422"/>
                  <a:gd name="T61" fmla="*/ 81517 h 11234560"/>
                  <a:gd name="T62" fmla="*/ 232519 w 6324422"/>
                  <a:gd name="T63" fmla="*/ 69397 h 11234560"/>
                  <a:gd name="T64" fmla="*/ 208491 w 6324422"/>
                  <a:gd name="T65" fmla="*/ 65172 h 11234560"/>
                  <a:gd name="T66" fmla="*/ 183494 w 6324422"/>
                  <a:gd name="T67" fmla="*/ 58246 h 11234560"/>
                  <a:gd name="T68" fmla="*/ 156974 w 6324422"/>
                  <a:gd name="T69" fmla="*/ 48065 h 11234560"/>
                  <a:gd name="T70" fmla="*/ 126576 w 6324422"/>
                  <a:gd name="T71" fmla="*/ 40170 h 11234560"/>
                  <a:gd name="T72" fmla="*/ 98117 w 6324422"/>
                  <a:gd name="T73" fmla="*/ 31513 h 11234560"/>
                  <a:gd name="T74" fmla="*/ 72358 w 6324422"/>
                  <a:gd name="T75" fmla="*/ 20362 h 11234560"/>
                  <a:gd name="T76" fmla="*/ 42029 w 6324422"/>
                  <a:gd name="T77" fmla="*/ 14821 h 11234560"/>
                  <a:gd name="T78" fmla="*/ 17793 w 6324422"/>
                  <a:gd name="T79" fmla="*/ 0 h 11234560"/>
                  <a:gd name="T80" fmla="*/ 0 w 6324422"/>
                  <a:gd name="T81" fmla="*/ 10650 h 11234560"/>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6324422" h="11234560">
                    <a:moveTo>
                      <a:pt x="-1" y="225443"/>
                    </a:moveTo>
                    <a:cubicBezTo>
                      <a:pt x="2676" y="505874"/>
                      <a:pt x="162937" y="981875"/>
                      <a:pt x="165614" y="1262306"/>
                    </a:cubicBezTo>
                    <a:lnTo>
                      <a:pt x="165614" y="2414654"/>
                    </a:lnTo>
                    <a:lnTo>
                      <a:pt x="238918" y="3216612"/>
                    </a:lnTo>
                    <a:lnTo>
                      <a:pt x="255049" y="4303006"/>
                    </a:lnTo>
                    <a:lnTo>
                      <a:pt x="311945" y="5347006"/>
                    </a:lnTo>
                    <a:lnTo>
                      <a:pt x="145093" y="6186967"/>
                    </a:lnTo>
                    <a:cubicBezTo>
                      <a:pt x="141911" y="6502391"/>
                      <a:pt x="184927" y="6975499"/>
                      <a:pt x="181745" y="7290923"/>
                    </a:cubicBezTo>
                    <a:lnTo>
                      <a:pt x="35136" y="7982924"/>
                    </a:lnTo>
                    <a:lnTo>
                      <a:pt x="71788" y="8564969"/>
                    </a:lnTo>
                    <a:lnTo>
                      <a:pt x="94499" y="9196071"/>
                    </a:lnTo>
                    <a:lnTo>
                      <a:pt x="255049" y="9692405"/>
                    </a:lnTo>
                    <a:lnTo>
                      <a:pt x="388486" y="10355327"/>
                    </a:lnTo>
                    <a:lnTo>
                      <a:pt x="1231483" y="10350713"/>
                    </a:lnTo>
                    <a:lnTo>
                      <a:pt x="2301746" y="10330192"/>
                    </a:lnTo>
                    <a:lnTo>
                      <a:pt x="3449704" y="10513453"/>
                    </a:lnTo>
                    <a:lnTo>
                      <a:pt x="4382140" y="10770018"/>
                    </a:lnTo>
                    <a:lnTo>
                      <a:pt x="5382055" y="11234560"/>
                    </a:lnTo>
                    <a:lnTo>
                      <a:pt x="5365166" y="10781377"/>
                    </a:lnTo>
                    <a:lnTo>
                      <a:pt x="5273537" y="9880819"/>
                    </a:lnTo>
                    <a:lnTo>
                      <a:pt x="5342447" y="8564968"/>
                    </a:lnTo>
                    <a:lnTo>
                      <a:pt x="5672317" y="6821413"/>
                    </a:lnTo>
                    <a:lnTo>
                      <a:pt x="6018317" y="5263312"/>
                    </a:lnTo>
                    <a:lnTo>
                      <a:pt x="6324422" y="3998136"/>
                    </a:lnTo>
                    <a:lnTo>
                      <a:pt x="5871708" y="3936484"/>
                    </a:lnTo>
                    <a:lnTo>
                      <a:pt x="5578491" y="3569962"/>
                    </a:lnTo>
                    <a:lnTo>
                      <a:pt x="5195838" y="3260613"/>
                    </a:lnTo>
                    <a:lnTo>
                      <a:pt x="5248621" y="2784135"/>
                    </a:lnTo>
                    <a:lnTo>
                      <a:pt x="5525708" y="2474787"/>
                    </a:lnTo>
                    <a:lnTo>
                      <a:pt x="5138664" y="2108265"/>
                    </a:lnTo>
                    <a:lnTo>
                      <a:pt x="5399620" y="1725612"/>
                    </a:lnTo>
                    <a:lnTo>
                      <a:pt x="4923142" y="1469047"/>
                    </a:lnTo>
                    <a:lnTo>
                      <a:pt x="4414402" y="1379612"/>
                    </a:lnTo>
                    <a:lnTo>
                      <a:pt x="3885140" y="1233003"/>
                    </a:lnTo>
                    <a:lnTo>
                      <a:pt x="3323617" y="1017480"/>
                    </a:lnTo>
                    <a:lnTo>
                      <a:pt x="2680008" y="850350"/>
                    </a:lnTo>
                    <a:lnTo>
                      <a:pt x="2077442" y="667089"/>
                    </a:lnTo>
                    <a:lnTo>
                      <a:pt x="1532050" y="431045"/>
                    </a:lnTo>
                    <a:lnTo>
                      <a:pt x="889873" y="313739"/>
                    </a:lnTo>
                    <a:lnTo>
                      <a:pt x="376742" y="0"/>
                    </a:lnTo>
                    <a:lnTo>
                      <a:pt x="-1" y="225443"/>
                    </a:lnTo>
                    <a:close/>
                  </a:path>
                </a:pathLst>
              </a:custGeom>
              <a:gradFill>
                <a:gsLst>
                  <a:gs pos="0">
                    <a:srgbClr val="990099"/>
                  </a:gs>
                  <a:gs pos="0">
                    <a:srgbClr val="EF8600"/>
                  </a:gs>
                </a:gsLst>
                <a:lin ang="2700000" scaled="1"/>
              </a:gradFill>
              <a:ln w="6350" cmpd="sng">
                <a:solidFill>
                  <a:srgbClr val="FFFFFF"/>
                </a:solidFill>
                <a:prstDash val="solid"/>
                <a:round/>
                <a:headEnd/>
                <a:tailEnd/>
              </a:ln>
              <a:effectLst>
                <a:outerShdw dist="28398" dir="6993903" algn="ctr" rotWithShape="0">
                  <a:srgbClr val="B2B2B2">
                    <a:alpha val="5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457" b="0" i="0" u="none" strike="noStrike" kern="1200" cap="none" spc="0" normalizeH="0" baseline="0" noProof="0">
                  <a:ln>
                    <a:noFill/>
                  </a:ln>
                  <a:solidFill>
                    <a:sysClr val="windowText" lastClr="000000"/>
                  </a:solidFill>
                  <a:effectLst/>
                  <a:uLnTx/>
                  <a:uFillTx/>
                  <a:latin typeface="29LT Bukra Bold" panose="000B0903020204020204" pitchFamily="34" charset="-78"/>
                  <a:ea typeface="等线" panose="02010600030101010101" pitchFamily="2" charset="-122"/>
                  <a:cs typeface="29LT Bukra Bold" panose="000B0903020204020204" pitchFamily="34" charset="-78"/>
                </a:endParaRPr>
              </a:p>
            </p:txBody>
          </p:sp>
          <p:sp>
            <p:nvSpPr>
              <p:cNvPr id="1876" name="任意多边形 181">
                <a:extLst>
                  <a:ext uri="{FF2B5EF4-FFF2-40B4-BE49-F238E27FC236}">
                    <a16:creationId xmlns:a16="http://schemas.microsoft.com/office/drawing/2014/main" id="{901C95DA-2889-2C24-1EAD-257564B3BAF9}"/>
                  </a:ext>
                </a:extLst>
              </p:cNvPr>
              <p:cNvSpPr>
                <a:spLocks/>
              </p:cNvSpPr>
              <p:nvPr/>
            </p:nvSpPr>
            <p:spPr bwMode="auto">
              <a:xfrm>
                <a:off x="4600978" y="2853930"/>
                <a:ext cx="84697" cy="194200"/>
              </a:xfrm>
              <a:custGeom>
                <a:avLst/>
                <a:gdLst>
                  <a:gd name="T0" fmla="*/ 179346 w 4186365"/>
                  <a:gd name="T1" fmla="*/ 1786 h 10579981"/>
                  <a:gd name="T2" fmla="*/ 187166 w 4186365"/>
                  <a:gd name="T3" fmla="*/ 50770 h 10579981"/>
                  <a:gd name="T4" fmla="*/ 187166 w 4186365"/>
                  <a:gd name="T5" fmla="*/ 105211 h 10579981"/>
                  <a:gd name="T6" fmla="*/ 190628 w 4186365"/>
                  <a:gd name="T7" fmla="*/ 143099 h 10579981"/>
                  <a:gd name="T8" fmla="*/ 191390 w 4186365"/>
                  <a:gd name="T9" fmla="*/ 194423 h 10579981"/>
                  <a:gd name="T10" fmla="*/ 194077 w 4186365"/>
                  <a:gd name="T11" fmla="*/ 243746 h 10579981"/>
                  <a:gd name="T12" fmla="*/ 186197 w 4186365"/>
                  <a:gd name="T13" fmla="*/ 283428 h 10579981"/>
                  <a:gd name="T14" fmla="*/ 187928 w 4186365"/>
                  <a:gd name="T15" fmla="*/ 335583 h 10579981"/>
                  <a:gd name="T16" fmla="*/ 181005 w 4186365"/>
                  <a:gd name="T17" fmla="*/ 368275 h 10579981"/>
                  <a:gd name="T18" fmla="*/ 182736 w 4186365"/>
                  <a:gd name="T19" fmla="*/ 395773 h 10579981"/>
                  <a:gd name="T20" fmla="*/ 183808 w 4186365"/>
                  <a:gd name="T21" fmla="*/ 425588 h 10579981"/>
                  <a:gd name="T22" fmla="*/ 191390 w 4186365"/>
                  <a:gd name="T23" fmla="*/ 449037 h 10579981"/>
                  <a:gd name="T24" fmla="*/ 197691 w 4186365"/>
                  <a:gd name="T25" fmla="*/ 480355 h 10579981"/>
                  <a:gd name="T26" fmla="*/ 103709 w 4186365"/>
                  <a:gd name="T27" fmla="*/ 499834 h 10579981"/>
                  <a:gd name="T28" fmla="*/ 103741 w 4186365"/>
                  <a:gd name="T29" fmla="*/ 450561 h 10579981"/>
                  <a:gd name="T30" fmla="*/ 102010 w 4186365"/>
                  <a:gd name="T31" fmla="*/ 408448 h 10579981"/>
                  <a:gd name="T32" fmla="*/ 105471 w 4186365"/>
                  <a:gd name="T33" fmla="*/ 360934 h 10579981"/>
                  <a:gd name="T34" fmla="*/ 115095 w 4186365"/>
                  <a:gd name="T35" fmla="*/ 316468 h 10579981"/>
                  <a:gd name="T36" fmla="*/ 108171 w 4186365"/>
                  <a:gd name="T37" fmla="*/ 269715 h 10579981"/>
                  <a:gd name="T38" fmla="*/ 90101 w 4186365"/>
                  <a:gd name="T39" fmla="*/ 250875 h 10579981"/>
                  <a:gd name="T40" fmla="*/ 68570 w 4186365"/>
                  <a:gd name="T41" fmla="*/ 225109 h 10579981"/>
                  <a:gd name="T42" fmla="*/ 46069 w 4186365"/>
                  <a:gd name="T43" fmla="*/ 196849 h 10579981"/>
                  <a:gd name="T44" fmla="*/ 45515 w 4186365"/>
                  <a:gd name="T45" fmla="*/ 155359 h 10579981"/>
                  <a:gd name="T46" fmla="*/ 27238 w 4186365"/>
                  <a:gd name="T47" fmla="*/ 121143 h 10579981"/>
                  <a:gd name="T48" fmla="*/ 37830 w 4186365"/>
                  <a:gd name="T49" fmla="*/ 88450 h 10579981"/>
                  <a:gd name="T50" fmla="*/ 20522 w 4186365"/>
                  <a:gd name="T51" fmla="*/ 69957 h 10579981"/>
                  <a:gd name="T52" fmla="*/ 0 w 4186365"/>
                  <a:gd name="T53" fmla="*/ 42487 h 10579981"/>
                  <a:gd name="T54" fmla="*/ 28969 w 4186365"/>
                  <a:gd name="T55" fmla="*/ 36156 h 10579981"/>
                  <a:gd name="T56" fmla="*/ 59709 w 4186365"/>
                  <a:gd name="T57" fmla="*/ 21541 h 10579981"/>
                  <a:gd name="T58" fmla="*/ 88163 w 4186365"/>
                  <a:gd name="T59" fmla="*/ 7688 h 10579981"/>
                  <a:gd name="T60" fmla="*/ 113918 w 4186365"/>
                  <a:gd name="T61" fmla="*/ 0 h 10579981"/>
                  <a:gd name="T62" fmla="*/ 140642 w 4186365"/>
                  <a:gd name="T63" fmla="*/ 1732 h 10579981"/>
                  <a:gd name="T64" fmla="*/ 179346 w 4186365"/>
                  <a:gd name="T65" fmla="*/ 1786 h 10579981"/>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4186365" h="10579981">
                    <a:moveTo>
                      <a:pt x="3797878" y="37795"/>
                    </a:moveTo>
                    <a:cubicBezTo>
                      <a:pt x="3800555" y="318226"/>
                      <a:pt x="3960816" y="794227"/>
                      <a:pt x="3963493" y="1074658"/>
                    </a:cubicBezTo>
                    <a:lnTo>
                      <a:pt x="3963493" y="2227006"/>
                    </a:lnTo>
                    <a:lnTo>
                      <a:pt x="4036797" y="3028964"/>
                    </a:lnTo>
                    <a:lnTo>
                      <a:pt x="4052928" y="4115358"/>
                    </a:lnTo>
                    <a:lnTo>
                      <a:pt x="4109824" y="5159358"/>
                    </a:lnTo>
                    <a:lnTo>
                      <a:pt x="3942972" y="5999319"/>
                    </a:lnTo>
                    <a:cubicBezTo>
                      <a:pt x="3939790" y="6314743"/>
                      <a:pt x="3982806" y="6787851"/>
                      <a:pt x="3979624" y="7103275"/>
                    </a:cubicBezTo>
                    <a:lnTo>
                      <a:pt x="3833015" y="7795276"/>
                    </a:lnTo>
                    <a:lnTo>
                      <a:pt x="3869667" y="8377321"/>
                    </a:lnTo>
                    <a:lnTo>
                      <a:pt x="3892378" y="9008423"/>
                    </a:lnTo>
                    <a:lnTo>
                      <a:pt x="4052928" y="9504757"/>
                    </a:lnTo>
                    <a:lnTo>
                      <a:pt x="4186365" y="10167679"/>
                    </a:lnTo>
                    <a:lnTo>
                      <a:pt x="2196168" y="10579981"/>
                    </a:lnTo>
                    <a:cubicBezTo>
                      <a:pt x="2196393" y="10232326"/>
                      <a:pt x="2196617" y="9884670"/>
                      <a:pt x="2196842" y="9537015"/>
                    </a:cubicBezTo>
                    <a:lnTo>
                      <a:pt x="2160190" y="8645623"/>
                    </a:lnTo>
                    <a:lnTo>
                      <a:pt x="2233494" y="7639883"/>
                    </a:lnTo>
                    <a:lnTo>
                      <a:pt x="2437276" y="6698666"/>
                    </a:lnTo>
                    <a:lnTo>
                      <a:pt x="2290668" y="5709057"/>
                    </a:lnTo>
                    <a:lnTo>
                      <a:pt x="1908015" y="5310273"/>
                    </a:lnTo>
                    <a:lnTo>
                      <a:pt x="1452058" y="4764881"/>
                    </a:lnTo>
                    <a:lnTo>
                      <a:pt x="975579" y="4166706"/>
                    </a:lnTo>
                    <a:lnTo>
                      <a:pt x="963839" y="3288485"/>
                    </a:lnTo>
                    <a:lnTo>
                      <a:pt x="576796" y="2564222"/>
                    </a:lnTo>
                    <a:lnTo>
                      <a:pt x="801100" y="1872221"/>
                    </a:lnTo>
                    <a:lnTo>
                      <a:pt x="434578" y="1480787"/>
                    </a:lnTo>
                    <a:lnTo>
                      <a:pt x="0" y="899316"/>
                    </a:lnTo>
                    <a:lnTo>
                      <a:pt x="613448" y="765305"/>
                    </a:lnTo>
                    <a:lnTo>
                      <a:pt x="1264406" y="455957"/>
                    </a:lnTo>
                    <a:lnTo>
                      <a:pt x="1866972" y="162740"/>
                    </a:lnTo>
                    <a:lnTo>
                      <a:pt x="2412364" y="0"/>
                    </a:lnTo>
                    <a:lnTo>
                      <a:pt x="2978278" y="36652"/>
                    </a:lnTo>
                    <a:lnTo>
                      <a:pt x="3797878" y="37795"/>
                    </a:lnTo>
                    <a:close/>
                  </a:path>
                </a:pathLst>
              </a:custGeom>
              <a:gradFill>
                <a:gsLst>
                  <a:gs pos="0">
                    <a:srgbClr val="990099"/>
                  </a:gs>
                  <a:gs pos="0">
                    <a:srgbClr val="EF8600"/>
                  </a:gs>
                </a:gsLst>
                <a:lin ang="2700000" scaled="1"/>
              </a:gradFill>
              <a:ln w="6350" cmpd="sng">
                <a:solidFill>
                  <a:srgbClr val="FFFFFF"/>
                </a:solidFill>
                <a:prstDash val="solid"/>
                <a:round/>
                <a:headEnd/>
                <a:tailEnd/>
              </a:ln>
              <a:effectLst>
                <a:outerShdw dist="28398" dir="6993903" algn="ctr" rotWithShape="0">
                  <a:srgbClr val="B2B2B2">
                    <a:alpha val="5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457" b="0" i="0" u="none" strike="noStrike" kern="1200" cap="none" spc="0" normalizeH="0" baseline="0" noProof="0">
                  <a:ln>
                    <a:noFill/>
                  </a:ln>
                  <a:solidFill>
                    <a:sysClr val="windowText" lastClr="000000"/>
                  </a:solidFill>
                  <a:effectLst/>
                  <a:uLnTx/>
                  <a:uFillTx/>
                  <a:latin typeface="29LT Bukra Bold" panose="000B0903020204020204" pitchFamily="34" charset="-78"/>
                  <a:ea typeface="等线" panose="02010600030101010101" pitchFamily="2" charset="-122"/>
                  <a:cs typeface="29LT Bukra Bold" panose="000B0903020204020204" pitchFamily="34" charset="-78"/>
                </a:endParaRPr>
              </a:p>
            </p:txBody>
          </p:sp>
          <p:sp>
            <p:nvSpPr>
              <p:cNvPr id="1877" name="任意多边形 183">
                <a:extLst>
                  <a:ext uri="{FF2B5EF4-FFF2-40B4-BE49-F238E27FC236}">
                    <a16:creationId xmlns:a16="http://schemas.microsoft.com/office/drawing/2014/main" id="{F4D86054-82C7-A057-0488-11574144DA20}"/>
                  </a:ext>
                </a:extLst>
              </p:cNvPr>
              <p:cNvSpPr>
                <a:spLocks/>
              </p:cNvSpPr>
              <p:nvPr/>
            </p:nvSpPr>
            <p:spPr bwMode="auto">
              <a:xfrm>
                <a:off x="4557613" y="2870011"/>
                <a:ext cx="92828" cy="188016"/>
              </a:xfrm>
              <a:custGeom>
                <a:avLst/>
                <a:gdLst>
                  <a:gd name="T0" fmla="*/ 0 w 4605666"/>
                  <a:gd name="T1" fmla="*/ 30812 h 10200869"/>
                  <a:gd name="T2" fmla="*/ 23806 w 4605666"/>
                  <a:gd name="T3" fmla="*/ 19729 h 10200869"/>
                  <a:gd name="T4" fmla="*/ 48605 w 4605666"/>
                  <a:gd name="T5" fmla="*/ 12041 h 10200869"/>
                  <a:gd name="T6" fmla="*/ 63221 w 4605666"/>
                  <a:gd name="T7" fmla="*/ 1651 h 10200869"/>
                  <a:gd name="T8" fmla="*/ 101868 w 4605666"/>
                  <a:gd name="T9" fmla="*/ 0 h 10200869"/>
                  <a:gd name="T10" fmla="*/ 123190 w 4605666"/>
                  <a:gd name="T11" fmla="*/ 27522 h 10200869"/>
                  <a:gd name="T12" fmla="*/ 140507 w 4605666"/>
                  <a:gd name="T13" fmla="*/ 46899 h 10200869"/>
                  <a:gd name="T14" fmla="*/ 129805 w 4605666"/>
                  <a:gd name="T15" fmla="*/ 78190 h 10200869"/>
                  <a:gd name="T16" fmla="*/ 148092 w 4605666"/>
                  <a:gd name="T17" fmla="*/ 114244 h 10200869"/>
                  <a:gd name="T18" fmla="*/ 148318 w 4605666"/>
                  <a:gd name="T19" fmla="*/ 153760 h 10200869"/>
                  <a:gd name="T20" fmla="*/ 183714 w 4605666"/>
                  <a:gd name="T21" fmla="*/ 197935 h 10200869"/>
                  <a:gd name="T22" fmla="*/ 196494 w 4605666"/>
                  <a:gd name="T23" fmla="*/ 212983 h 10200869"/>
                  <a:gd name="T24" fmla="*/ 211038 w 4605666"/>
                  <a:gd name="T25" fmla="*/ 227508 h 10200869"/>
                  <a:gd name="T26" fmla="*/ 217604 w 4605666"/>
                  <a:gd name="T27" fmla="*/ 272639 h 10200869"/>
                  <a:gd name="T28" fmla="*/ 208080 w 4605666"/>
                  <a:gd name="T29" fmla="*/ 320814 h 10200869"/>
                  <a:gd name="T30" fmla="*/ 204616 w 4605666"/>
                  <a:gd name="T31" fmla="*/ 369525 h 10200869"/>
                  <a:gd name="T32" fmla="*/ 206452 w 4605666"/>
                  <a:gd name="T33" fmla="*/ 410999 h 10200869"/>
                  <a:gd name="T34" fmla="*/ 205817 w 4605666"/>
                  <a:gd name="T35" fmla="*/ 457864 h 10200869"/>
                  <a:gd name="T36" fmla="*/ 124305 w 4605666"/>
                  <a:gd name="T37" fmla="*/ 481942 h 10200869"/>
                  <a:gd name="T38" fmla="*/ 112263 w 4605666"/>
                  <a:gd name="T39" fmla="*/ 436229 h 10200869"/>
                  <a:gd name="T40" fmla="*/ 107068 w 4605666"/>
                  <a:gd name="T41" fmla="*/ 400072 h 10200869"/>
                  <a:gd name="T42" fmla="*/ 111501 w 4605666"/>
                  <a:gd name="T43" fmla="*/ 358513 h 10200869"/>
                  <a:gd name="T44" fmla="*/ 108037 w 4605666"/>
                  <a:gd name="T45" fmla="*/ 331776 h 10200869"/>
                  <a:gd name="T46" fmla="*/ 88227 w 4605666"/>
                  <a:gd name="T47" fmla="*/ 324850 h 10200869"/>
                  <a:gd name="T48" fmla="*/ 61489 w 4605666"/>
                  <a:gd name="T49" fmla="*/ 331014 h 10200869"/>
                  <a:gd name="T50" fmla="*/ 34751 w 4605666"/>
                  <a:gd name="T51" fmla="*/ 315429 h 10200869"/>
                  <a:gd name="T52" fmla="*/ 23599 w 4605666"/>
                  <a:gd name="T53" fmla="*/ 292363 h 10200869"/>
                  <a:gd name="T54" fmla="*/ 17434 w 4605666"/>
                  <a:gd name="T55" fmla="*/ 248310 h 10200869"/>
                  <a:gd name="T56" fmla="*/ 20135 w 4605666"/>
                  <a:gd name="T57" fmla="*/ 216586 h 10200869"/>
                  <a:gd name="T58" fmla="*/ 12239 w 4605666"/>
                  <a:gd name="T59" fmla="*/ 187910 h 10200869"/>
                  <a:gd name="T60" fmla="*/ 8013 w 4605666"/>
                  <a:gd name="T61" fmla="*/ 160411 h 10200869"/>
                  <a:gd name="T62" fmla="*/ 8983 w 4605666"/>
                  <a:gd name="T63" fmla="*/ 122730 h 10200869"/>
                  <a:gd name="T64" fmla="*/ 7044 w 4605666"/>
                  <a:gd name="T65" fmla="*/ 84219 h 10200869"/>
                  <a:gd name="T66" fmla="*/ 15910 w 4605666"/>
                  <a:gd name="T67" fmla="*/ 58867 h 10200869"/>
                  <a:gd name="T68" fmla="*/ 0 w 4605666"/>
                  <a:gd name="T69" fmla="*/ 30812 h 10200869"/>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4605666" h="10200869">
                    <a:moveTo>
                      <a:pt x="0" y="652167"/>
                    </a:moveTo>
                    <a:lnTo>
                      <a:pt x="503865" y="417593"/>
                    </a:lnTo>
                    <a:lnTo>
                      <a:pt x="1028736" y="254853"/>
                    </a:lnTo>
                    <a:lnTo>
                      <a:pt x="1338084" y="34940"/>
                    </a:lnTo>
                    <a:lnTo>
                      <a:pt x="2156076" y="0"/>
                    </a:lnTo>
                    <a:lnTo>
                      <a:pt x="2607358" y="582529"/>
                    </a:lnTo>
                    <a:lnTo>
                      <a:pt x="2973880" y="992668"/>
                    </a:lnTo>
                    <a:lnTo>
                      <a:pt x="2747379" y="1654986"/>
                    </a:lnTo>
                    <a:lnTo>
                      <a:pt x="3134426" y="2418098"/>
                    </a:lnTo>
                    <a:cubicBezTo>
                      <a:pt x="3136017" y="2696902"/>
                      <a:pt x="3137607" y="2975707"/>
                      <a:pt x="3139198" y="3254511"/>
                    </a:cubicBezTo>
                    <a:lnTo>
                      <a:pt x="3888372" y="4189525"/>
                    </a:lnTo>
                    <a:lnTo>
                      <a:pt x="4158875" y="4508035"/>
                    </a:lnTo>
                    <a:lnTo>
                      <a:pt x="4466692" y="4815471"/>
                    </a:lnTo>
                    <a:lnTo>
                      <a:pt x="4605666" y="5770721"/>
                    </a:lnTo>
                    <a:lnTo>
                      <a:pt x="4404077" y="6790399"/>
                    </a:lnTo>
                    <a:lnTo>
                      <a:pt x="4330777" y="7821432"/>
                    </a:lnTo>
                    <a:cubicBezTo>
                      <a:pt x="4329567" y="8062377"/>
                      <a:pt x="4370832" y="8458327"/>
                      <a:pt x="4369622" y="8699272"/>
                    </a:cubicBezTo>
                    <a:lnTo>
                      <a:pt x="4356193" y="9691221"/>
                    </a:lnTo>
                    <a:lnTo>
                      <a:pt x="2630957" y="10200869"/>
                    </a:lnTo>
                    <a:lnTo>
                      <a:pt x="2376085" y="9233301"/>
                    </a:lnTo>
                    <a:lnTo>
                      <a:pt x="2266128" y="8467996"/>
                    </a:lnTo>
                    <a:lnTo>
                      <a:pt x="2359954" y="7588343"/>
                    </a:lnTo>
                    <a:lnTo>
                      <a:pt x="2286650" y="7022429"/>
                    </a:lnTo>
                    <a:lnTo>
                      <a:pt x="1867345" y="6875821"/>
                    </a:lnTo>
                    <a:lnTo>
                      <a:pt x="1301431" y="7006299"/>
                    </a:lnTo>
                    <a:lnTo>
                      <a:pt x="735518" y="6676429"/>
                    </a:lnTo>
                    <a:lnTo>
                      <a:pt x="499474" y="6188210"/>
                    </a:lnTo>
                    <a:lnTo>
                      <a:pt x="368996" y="5255775"/>
                    </a:lnTo>
                    <a:lnTo>
                      <a:pt x="426169" y="4584295"/>
                    </a:lnTo>
                    <a:lnTo>
                      <a:pt x="259039" y="3977338"/>
                    </a:lnTo>
                    <a:lnTo>
                      <a:pt x="169604" y="3395294"/>
                    </a:lnTo>
                    <a:lnTo>
                      <a:pt x="190125" y="2597727"/>
                    </a:lnTo>
                    <a:lnTo>
                      <a:pt x="149083" y="1782598"/>
                    </a:lnTo>
                    <a:lnTo>
                      <a:pt x="336734" y="1245986"/>
                    </a:lnTo>
                    <a:lnTo>
                      <a:pt x="0" y="652167"/>
                    </a:lnTo>
                    <a:close/>
                  </a:path>
                </a:pathLst>
              </a:custGeom>
              <a:gradFill>
                <a:gsLst>
                  <a:gs pos="0">
                    <a:srgbClr val="990099"/>
                  </a:gs>
                  <a:gs pos="0">
                    <a:srgbClr val="EF8600"/>
                  </a:gs>
                </a:gsLst>
                <a:lin ang="2700000" scaled="1"/>
              </a:gradFill>
              <a:ln w="6350" cmpd="sng">
                <a:solidFill>
                  <a:srgbClr val="FFFFFF"/>
                </a:solidFill>
                <a:prstDash val="solid"/>
                <a:round/>
                <a:headEnd/>
                <a:tailEnd/>
              </a:ln>
              <a:effectLst>
                <a:outerShdw dist="28398" dir="6993903" algn="ctr" rotWithShape="0">
                  <a:srgbClr val="B2B2B2">
                    <a:alpha val="5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457" b="0" i="0" u="none" strike="noStrike" kern="1200" cap="none" spc="0" normalizeH="0" baseline="0" noProof="0">
                  <a:ln>
                    <a:noFill/>
                  </a:ln>
                  <a:solidFill>
                    <a:sysClr val="windowText" lastClr="000000"/>
                  </a:solidFill>
                  <a:effectLst/>
                  <a:uLnTx/>
                  <a:uFillTx/>
                  <a:latin typeface="29LT Bukra Bold" panose="000B0903020204020204" pitchFamily="34" charset="-78"/>
                  <a:ea typeface="等线" panose="02010600030101010101" pitchFamily="2" charset="-122"/>
                  <a:cs typeface="29LT Bukra Bold" panose="000B0903020204020204" pitchFamily="34" charset="-78"/>
                </a:endParaRPr>
              </a:p>
            </p:txBody>
          </p:sp>
          <p:sp>
            <p:nvSpPr>
              <p:cNvPr id="1878" name="任意多边形 185">
                <a:extLst>
                  <a:ext uri="{FF2B5EF4-FFF2-40B4-BE49-F238E27FC236}">
                    <a16:creationId xmlns:a16="http://schemas.microsoft.com/office/drawing/2014/main" id="{EE97F6CF-6608-81BA-D39C-5E542C026B86}"/>
                  </a:ext>
                </a:extLst>
              </p:cNvPr>
              <p:cNvSpPr>
                <a:spLocks/>
              </p:cNvSpPr>
              <p:nvPr/>
            </p:nvSpPr>
            <p:spPr bwMode="auto">
              <a:xfrm>
                <a:off x="4340111" y="3040709"/>
                <a:ext cx="664705" cy="447774"/>
              </a:xfrm>
              <a:custGeom>
                <a:avLst/>
                <a:gdLst>
                  <a:gd name="T0" fmla="*/ 120554 w 8562443"/>
                  <a:gd name="T1" fmla="*/ 1149157 h 6321259"/>
                  <a:gd name="T2" fmla="*/ 117323 w 8562443"/>
                  <a:gd name="T3" fmla="*/ 755313 h 6321259"/>
                  <a:gd name="T4" fmla="*/ 51784 w 8562443"/>
                  <a:gd name="T5" fmla="*/ 749591 h 6321259"/>
                  <a:gd name="T6" fmla="*/ 0 w 8562443"/>
                  <a:gd name="T7" fmla="*/ 740595 h 6321259"/>
                  <a:gd name="T8" fmla="*/ 5443 w 8562443"/>
                  <a:gd name="T9" fmla="*/ 693297 h 6321259"/>
                  <a:gd name="T10" fmla="*/ 7071 w 8562443"/>
                  <a:gd name="T11" fmla="*/ 652916 h 6321259"/>
                  <a:gd name="T12" fmla="*/ 19626 w 8562443"/>
                  <a:gd name="T13" fmla="*/ 588604 h 6321259"/>
                  <a:gd name="T14" fmla="*/ 28758 w 8562443"/>
                  <a:gd name="T15" fmla="*/ 551745 h 6321259"/>
                  <a:gd name="T16" fmla="*/ 52754 w 8562443"/>
                  <a:gd name="T17" fmla="*/ 514232 h 6321259"/>
                  <a:gd name="T18" fmla="*/ 66608 w 8562443"/>
                  <a:gd name="T19" fmla="*/ 470925 h 6321259"/>
                  <a:gd name="T20" fmla="*/ 57413 w 8562443"/>
                  <a:gd name="T21" fmla="*/ 423947 h 6321259"/>
                  <a:gd name="T22" fmla="*/ 46053 w 8562443"/>
                  <a:gd name="T23" fmla="*/ 386267 h 6321259"/>
                  <a:gd name="T24" fmla="*/ 45723 w 8562443"/>
                  <a:gd name="T25" fmla="*/ 341228 h 6321259"/>
                  <a:gd name="T26" fmla="*/ 51785 w 8562443"/>
                  <a:gd name="T27" fmla="*/ 293055 h 6321259"/>
                  <a:gd name="T28" fmla="*/ 61408 w 8562443"/>
                  <a:gd name="T29" fmla="*/ 248871 h 6321259"/>
                  <a:gd name="T30" fmla="*/ 94928 w 8562443"/>
                  <a:gd name="T31" fmla="*/ 252183 h 6321259"/>
                  <a:gd name="T32" fmla="*/ 131064 w 8562443"/>
                  <a:gd name="T33" fmla="*/ 253729 h 6321259"/>
                  <a:gd name="T34" fmla="*/ 168769 w 8562443"/>
                  <a:gd name="T35" fmla="*/ 246041 h 6321259"/>
                  <a:gd name="T36" fmla="*/ 204928 w 8562443"/>
                  <a:gd name="T37" fmla="*/ 231426 h 6321259"/>
                  <a:gd name="T38" fmla="*/ 245704 w 8562443"/>
                  <a:gd name="T39" fmla="*/ 203721 h 6321259"/>
                  <a:gd name="T40" fmla="*/ 279553 w 8562443"/>
                  <a:gd name="T41" fmla="*/ 178347 h 6321259"/>
                  <a:gd name="T42" fmla="*/ 301858 w 8562443"/>
                  <a:gd name="T43" fmla="*/ 142954 h 6321259"/>
                  <a:gd name="T44" fmla="*/ 321092 w 8562443"/>
                  <a:gd name="T45" fmla="*/ 109869 h 6321259"/>
                  <a:gd name="T46" fmla="*/ 341872 w 8562443"/>
                  <a:gd name="T47" fmla="*/ 86019 h 6321259"/>
                  <a:gd name="T48" fmla="*/ 349561 w 8562443"/>
                  <a:gd name="T49" fmla="*/ 62170 h 6321259"/>
                  <a:gd name="T50" fmla="*/ 362019 w 8562443"/>
                  <a:gd name="T51" fmla="*/ 27646 h 6321259"/>
                  <a:gd name="T52" fmla="*/ 385905 w 8562443"/>
                  <a:gd name="T53" fmla="*/ 27065 h 6321259"/>
                  <a:gd name="T54" fmla="*/ 413509 w 8562443"/>
                  <a:gd name="T55" fmla="*/ 38649 h 6321259"/>
                  <a:gd name="T56" fmla="*/ 433216 w 8562443"/>
                  <a:gd name="T57" fmla="*/ 58892 h 6321259"/>
                  <a:gd name="T58" fmla="*/ 449130 w 8562443"/>
                  <a:gd name="T59" fmla="*/ 80536 h 6321259"/>
                  <a:gd name="T60" fmla="*/ 483886 w 8562443"/>
                  <a:gd name="T61" fmla="*/ 82475 h 6321259"/>
                  <a:gd name="T62" fmla="*/ 528928 w 8562443"/>
                  <a:gd name="T63" fmla="*/ 69714 h 6321259"/>
                  <a:gd name="T64" fmla="*/ 632465 w 8562443"/>
                  <a:gd name="T65" fmla="*/ 45021 h 6321259"/>
                  <a:gd name="T66" fmla="*/ 714934 w 8562443"/>
                  <a:gd name="T67" fmla="*/ 20675 h 6321259"/>
                  <a:gd name="T68" fmla="*/ 809659 w 8562443"/>
                  <a:gd name="T69" fmla="*/ 1091 h 6321259"/>
                  <a:gd name="T70" fmla="*/ 900609 w 8562443"/>
                  <a:gd name="T71" fmla="*/ 0 h 6321259"/>
                  <a:gd name="T72" fmla="*/ 952475 w 8562443"/>
                  <a:gd name="T73" fmla="*/ 8225 h 6321259"/>
                  <a:gd name="T74" fmla="*/ 997725 w 8562443"/>
                  <a:gd name="T75" fmla="*/ 20675 h 6321259"/>
                  <a:gd name="T76" fmla="*/ 1044953 w 8562443"/>
                  <a:gd name="T77" fmla="*/ 43000 h 6321259"/>
                  <a:gd name="T78" fmla="*/ 1055548 w 8562443"/>
                  <a:gd name="T79" fmla="*/ 483912 h 6321259"/>
                  <a:gd name="T80" fmla="*/ 1072806 w 8562443"/>
                  <a:gd name="T81" fmla="*/ 852115 h 6321259"/>
                  <a:gd name="T82" fmla="*/ 1556269 w 8562443"/>
                  <a:gd name="T83" fmla="*/ 847939 h 6321259"/>
                  <a:gd name="T84" fmla="*/ 1556708 w 8562443"/>
                  <a:gd name="T85" fmla="*/ 1126447 h 6321259"/>
                  <a:gd name="T86" fmla="*/ 120554 w 8562443"/>
                  <a:gd name="T87" fmla="*/ 1149157 h 6321259"/>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8562443" h="6321259">
                    <a:moveTo>
                      <a:pt x="663090" y="6321259"/>
                    </a:moveTo>
                    <a:lnTo>
                      <a:pt x="645320" y="4154810"/>
                    </a:lnTo>
                    <a:lnTo>
                      <a:pt x="284832" y="4123333"/>
                    </a:lnTo>
                    <a:lnTo>
                      <a:pt x="0" y="4073848"/>
                    </a:lnTo>
                    <a:lnTo>
                      <a:pt x="29940" y="3813671"/>
                    </a:lnTo>
                    <a:lnTo>
                      <a:pt x="38895" y="3591544"/>
                    </a:lnTo>
                    <a:lnTo>
                      <a:pt x="107951" y="3237780"/>
                    </a:lnTo>
                    <a:lnTo>
                      <a:pt x="158179" y="3035026"/>
                    </a:lnTo>
                    <a:lnTo>
                      <a:pt x="290165" y="2828676"/>
                    </a:lnTo>
                    <a:lnTo>
                      <a:pt x="366366" y="2590452"/>
                    </a:lnTo>
                    <a:lnTo>
                      <a:pt x="315789" y="2332037"/>
                    </a:lnTo>
                    <a:lnTo>
                      <a:pt x="253306" y="2124769"/>
                    </a:lnTo>
                    <a:cubicBezTo>
                      <a:pt x="252702" y="2042186"/>
                      <a:pt x="252099" y="1959602"/>
                      <a:pt x="251495" y="1877019"/>
                    </a:cubicBezTo>
                    <a:lnTo>
                      <a:pt x="284833" y="1612031"/>
                    </a:lnTo>
                    <a:lnTo>
                      <a:pt x="337765" y="1368985"/>
                    </a:lnTo>
                    <a:lnTo>
                      <a:pt x="522138" y="1387201"/>
                    </a:lnTo>
                    <a:lnTo>
                      <a:pt x="720898" y="1395709"/>
                    </a:lnTo>
                    <a:lnTo>
                      <a:pt x="928290" y="1353417"/>
                    </a:lnTo>
                    <a:lnTo>
                      <a:pt x="1127174" y="1273025"/>
                    </a:lnTo>
                    <a:lnTo>
                      <a:pt x="1351458" y="1120625"/>
                    </a:lnTo>
                    <a:lnTo>
                      <a:pt x="1537642" y="981049"/>
                    </a:lnTo>
                    <a:lnTo>
                      <a:pt x="1660326" y="786357"/>
                    </a:lnTo>
                    <a:lnTo>
                      <a:pt x="1766118" y="604365"/>
                    </a:lnTo>
                    <a:lnTo>
                      <a:pt x="1880418" y="473173"/>
                    </a:lnTo>
                    <a:lnTo>
                      <a:pt x="1922710" y="341981"/>
                    </a:lnTo>
                    <a:lnTo>
                      <a:pt x="1991232" y="152076"/>
                    </a:lnTo>
                    <a:lnTo>
                      <a:pt x="2122613" y="148878"/>
                    </a:lnTo>
                    <a:lnTo>
                      <a:pt x="2274442" y="212601"/>
                    </a:lnTo>
                    <a:lnTo>
                      <a:pt x="2382838" y="323949"/>
                    </a:lnTo>
                    <a:lnTo>
                      <a:pt x="2470374" y="443011"/>
                    </a:lnTo>
                    <a:lnTo>
                      <a:pt x="2661544" y="453677"/>
                    </a:lnTo>
                    <a:lnTo>
                      <a:pt x="2909293" y="383480"/>
                    </a:lnTo>
                    <a:lnTo>
                      <a:pt x="3478782" y="247649"/>
                    </a:lnTo>
                    <a:lnTo>
                      <a:pt x="3932387" y="113730"/>
                    </a:lnTo>
                    <a:lnTo>
                      <a:pt x="4453410" y="6002"/>
                    </a:lnTo>
                    <a:lnTo>
                      <a:pt x="4953671" y="0"/>
                    </a:lnTo>
                    <a:lnTo>
                      <a:pt x="5238950" y="45244"/>
                    </a:lnTo>
                    <a:lnTo>
                      <a:pt x="5487839" y="113729"/>
                    </a:lnTo>
                    <a:lnTo>
                      <a:pt x="5747611" y="236536"/>
                    </a:lnTo>
                    <a:lnTo>
                      <a:pt x="5805886" y="2661890"/>
                    </a:lnTo>
                    <a:lnTo>
                      <a:pt x="5900812" y="4687293"/>
                    </a:lnTo>
                    <a:lnTo>
                      <a:pt x="8560024" y="4664323"/>
                    </a:lnTo>
                    <a:cubicBezTo>
                      <a:pt x="8560830" y="5174993"/>
                      <a:pt x="8561637" y="5685662"/>
                      <a:pt x="8562443" y="6196332"/>
                    </a:cubicBezTo>
                    <a:lnTo>
                      <a:pt x="663090" y="6321259"/>
                    </a:lnTo>
                    <a:close/>
                  </a:path>
                </a:pathLst>
              </a:custGeom>
              <a:gradFill>
                <a:gsLst>
                  <a:gs pos="0">
                    <a:srgbClr val="990099"/>
                  </a:gs>
                  <a:gs pos="0">
                    <a:srgbClr val="EF8600"/>
                  </a:gs>
                </a:gsLst>
                <a:lin ang="2700000" scaled="1"/>
              </a:gradFill>
              <a:ln w="6350" cmpd="sng">
                <a:solidFill>
                  <a:srgbClr val="FFFFFF"/>
                </a:solidFill>
                <a:prstDash val="solid"/>
                <a:round/>
                <a:headEnd/>
                <a:tailEnd/>
              </a:ln>
              <a:effectLst>
                <a:outerShdw dist="28398" dir="6993903" algn="ctr" rotWithShape="0">
                  <a:srgbClr val="B2B2B2">
                    <a:alpha val="5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457" b="0" i="0" u="none" strike="noStrike" kern="1200" cap="none" spc="0" normalizeH="0" baseline="0" noProof="0">
                  <a:ln>
                    <a:noFill/>
                  </a:ln>
                  <a:solidFill>
                    <a:sysClr val="windowText" lastClr="000000"/>
                  </a:solidFill>
                  <a:effectLst/>
                  <a:uLnTx/>
                  <a:uFillTx/>
                  <a:latin typeface="29LT Bukra Bold" panose="000B0903020204020204" pitchFamily="34" charset="-78"/>
                  <a:ea typeface="等线" panose="02010600030101010101" pitchFamily="2" charset="-122"/>
                  <a:cs typeface="29LT Bukra Bold" panose="000B0903020204020204" pitchFamily="34" charset="-78"/>
                </a:endParaRPr>
              </a:p>
            </p:txBody>
          </p:sp>
          <p:cxnSp>
            <p:nvCxnSpPr>
              <p:cNvPr id="1879" name="Connector: Elbow 1878">
                <a:extLst>
                  <a:ext uri="{FF2B5EF4-FFF2-40B4-BE49-F238E27FC236}">
                    <a16:creationId xmlns:a16="http://schemas.microsoft.com/office/drawing/2014/main" id="{12D9DCB6-03ED-5EA8-2874-DCF379D02540}"/>
                  </a:ext>
                </a:extLst>
              </p:cNvPr>
              <p:cNvCxnSpPr>
                <a:stCxn id="1851" idx="0"/>
              </p:cNvCxnSpPr>
              <p:nvPr/>
            </p:nvCxnSpPr>
            <p:spPr>
              <a:xfrm rot="16200000" flipV="1">
                <a:off x="6185269" y="-16568"/>
                <a:ext cx="459982" cy="2232753"/>
              </a:xfrm>
              <a:prstGeom prst="bentConnector2">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80" name="Connector: Elbow 1879">
                <a:extLst>
                  <a:ext uri="{FF2B5EF4-FFF2-40B4-BE49-F238E27FC236}">
                    <a16:creationId xmlns:a16="http://schemas.microsoft.com/office/drawing/2014/main" id="{A9413CEF-E338-1607-575B-A54AD23B0A26}"/>
                  </a:ext>
                </a:extLst>
              </p:cNvPr>
              <p:cNvCxnSpPr>
                <a:stCxn id="1857" idx="2"/>
              </p:cNvCxnSpPr>
              <p:nvPr/>
            </p:nvCxnSpPr>
            <p:spPr>
              <a:xfrm rot="5400000">
                <a:off x="7272525" y="575323"/>
                <a:ext cx="477268" cy="4985434"/>
              </a:xfrm>
              <a:prstGeom prst="bentConnector2">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81" name="Connector: Elbow 1880">
                <a:extLst>
                  <a:ext uri="{FF2B5EF4-FFF2-40B4-BE49-F238E27FC236}">
                    <a16:creationId xmlns:a16="http://schemas.microsoft.com/office/drawing/2014/main" id="{748EC36F-7842-4B21-7ACA-663D853C2054}"/>
                  </a:ext>
                </a:extLst>
              </p:cNvPr>
              <p:cNvCxnSpPr>
                <a:stCxn id="1854" idx="0"/>
              </p:cNvCxnSpPr>
              <p:nvPr/>
            </p:nvCxnSpPr>
            <p:spPr>
              <a:xfrm rot="16200000" flipV="1">
                <a:off x="6188591" y="1695405"/>
                <a:ext cx="700617" cy="1815327"/>
              </a:xfrm>
              <a:prstGeom prst="bentConnector2">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844" name="Google Shape;2311;p26">
              <a:extLst>
                <a:ext uri="{FF2B5EF4-FFF2-40B4-BE49-F238E27FC236}">
                  <a16:creationId xmlns:a16="http://schemas.microsoft.com/office/drawing/2014/main" id="{BBD25137-E204-8BB2-C34E-523621E91151}"/>
                </a:ext>
              </a:extLst>
            </p:cNvPr>
            <p:cNvSpPr txBox="1"/>
            <p:nvPr/>
          </p:nvSpPr>
          <p:spPr>
            <a:xfrm>
              <a:off x="1464975" y="578504"/>
              <a:ext cx="2502440" cy="539416"/>
            </a:xfrm>
            <a:prstGeom prst="roundRect">
              <a:avLst/>
            </a:prstGeom>
            <a:solidFill>
              <a:schemeClr val="tx2"/>
            </a:solidFill>
            <a:ln>
              <a:noFill/>
            </a:ln>
          </p:spPr>
          <p:txBody>
            <a:bodyPr spcFirstLastPara="1" wrap="square" lIns="91425" tIns="91425" rIns="91425" bIns="91425" anchor="t"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LY" sz="800" b="1" i="0" u="none" strike="noStrike" kern="1200" cap="none" spc="0" normalizeH="0" baseline="0" noProof="0" dirty="0">
                  <a:ln>
                    <a:noFill/>
                  </a:ln>
                  <a:solidFill>
                    <a:prstClr val="white"/>
                  </a:solidFill>
                  <a:effectLst/>
                  <a:uLnTx/>
                  <a:uFillTx/>
                  <a:latin typeface="29LT Bukra Bold" panose="000B0903020204020204" pitchFamily="34" charset="-78"/>
                  <a:ea typeface="Roboto"/>
                  <a:cs typeface="29LT Bukra Bold" panose="000B0903020204020204" pitchFamily="34" charset="-78"/>
                  <a:sym typeface="Roboto"/>
                </a:rPr>
                <a:t>حققت المنطقة الغربية ايراد وقدره 675.3 مليون دينار أي ما يعادل 53% من اجمالي الايراد الكلي, عن طريق أكثر من 2.5 مليون مشترك</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ar-LY" sz="800" b="0" i="0" u="none" strike="noStrike" kern="1200" cap="none" spc="0" normalizeH="0" baseline="0" noProof="0" dirty="0">
                <a:ln>
                  <a:noFill/>
                </a:ln>
                <a:solidFill>
                  <a:prstClr val="white"/>
                </a:solidFill>
                <a:effectLst/>
                <a:uLnTx/>
                <a:uFillTx/>
                <a:latin typeface="29LT Bukra Bold" panose="000B0903020204020204" pitchFamily="34" charset="-78"/>
                <a:ea typeface="Roboto"/>
                <a:cs typeface="29LT Bukra Bold" panose="000B0903020204020204" pitchFamily="34" charset="-78"/>
                <a:sym typeface="Roboto"/>
              </a:endParaRPr>
            </a:p>
          </p:txBody>
        </p:sp>
        <p:sp>
          <p:nvSpPr>
            <p:cNvPr id="1845" name="Google Shape;2311;p26">
              <a:extLst>
                <a:ext uri="{FF2B5EF4-FFF2-40B4-BE49-F238E27FC236}">
                  <a16:creationId xmlns:a16="http://schemas.microsoft.com/office/drawing/2014/main" id="{DDAFB912-D449-E551-04AC-51FFD8A96C5A}"/>
                </a:ext>
              </a:extLst>
            </p:cNvPr>
            <p:cNvSpPr txBox="1"/>
            <p:nvPr/>
          </p:nvSpPr>
          <p:spPr>
            <a:xfrm>
              <a:off x="1464975" y="1757566"/>
              <a:ext cx="2502440" cy="551532"/>
            </a:xfrm>
            <a:prstGeom prst="roundRect">
              <a:avLst/>
            </a:prstGeom>
            <a:solidFill>
              <a:schemeClr val="tx2"/>
            </a:solidFill>
            <a:ln>
              <a:noFill/>
            </a:ln>
          </p:spPr>
          <p:txBody>
            <a:bodyPr spcFirstLastPara="1" wrap="square" lIns="91425" tIns="91425" rIns="91425" bIns="91425" anchor="t"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LY" sz="800" b="1" i="0" u="none" strike="noStrike" kern="1200" cap="none" spc="0" normalizeH="0" baseline="0" noProof="0" dirty="0">
                  <a:ln>
                    <a:noFill/>
                  </a:ln>
                  <a:solidFill>
                    <a:prstClr val="white"/>
                  </a:solidFill>
                  <a:effectLst/>
                  <a:uLnTx/>
                  <a:uFillTx/>
                  <a:latin typeface="29LT Bukra Bold" panose="000B0903020204020204" pitchFamily="34" charset="-78"/>
                  <a:ea typeface="Roboto"/>
                  <a:cs typeface="29LT Bukra Bold" panose="000B0903020204020204" pitchFamily="34" charset="-78"/>
                  <a:sym typeface="Roboto"/>
                </a:rPr>
                <a:t>حققت المنطقة الجنوبية ايراد وقدره 180.7 مليون دينار أي ما يعادل 14% من اجمالي الايراد الكلي, عن طريق أكثر من 397 ألف مشترك</a:t>
              </a:r>
            </a:p>
          </p:txBody>
        </p:sp>
        <p:sp>
          <p:nvSpPr>
            <p:cNvPr id="1846" name="Google Shape;2311;p26">
              <a:extLst>
                <a:ext uri="{FF2B5EF4-FFF2-40B4-BE49-F238E27FC236}">
                  <a16:creationId xmlns:a16="http://schemas.microsoft.com/office/drawing/2014/main" id="{305F965B-C1D8-B8A1-0BB0-36C37AC8256B}"/>
                </a:ext>
              </a:extLst>
            </p:cNvPr>
            <p:cNvSpPr txBox="1"/>
            <p:nvPr/>
          </p:nvSpPr>
          <p:spPr>
            <a:xfrm>
              <a:off x="1463838" y="3018095"/>
              <a:ext cx="2503577" cy="539416"/>
            </a:xfrm>
            <a:prstGeom prst="roundRect">
              <a:avLst/>
            </a:prstGeom>
            <a:solidFill>
              <a:schemeClr val="tx2"/>
            </a:solidFill>
            <a:ln>
              <a:noFill/>
            </a:ln>
          </p:spPr>
          <p:txBody>
            <a:bodyPr spcFirstLastPara="1" wrap="square" lIns="91425" tIns="91425" rIns="91425" bIns="91425" anchor="t"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LY" sz="800" b="1" i="0" u="none" strike="noStrike" kern="1200" cap="none" spc="0" normalizeH="0" baseline="0" noProof="0" dirty="0">
                  <a:ln>
                    <a:noFill/>
                  </a:ln>
                  <a:solidFill>
                    <a:prstClr val="white"/>
                  </a:solidFill>
                  <a:effectLst/>
                  <a:uLnTx/>
                  <a:uFillTx/>
                  <a:latin typeface="29LT Bukra Bold" panose="000B0903020204020204" pitchFamily="34" charset="-78"/>
                  <a:ea typeface="Roboto"/>
                  <a:cs typeface="29LT Bukra Bold" panose="000B0903020204020204" pitchFamily="34" charset="-78"/>
                  <a:sym typeface="Roboto"/>
                </a:rPr>
                <a:t>حققت المنطقة الشرقية ايراد وقدره 389.9 مليون دينار أي ما يعادل 31% من اجمالي الايراد الكلي, عن طريق أكثر من 1.5 مليون مشترك</a:t>
              </a:r>
            </a:p>
          </p:txBody>
        </p:sp>
      </p:grpSp>
      <p:sp>
        <p:nvSpPr>
          <p:cNvPr id="1903" name="Google Shape;1541;p18">
            <a:extLst>
              <a:ext uri="{FF2B5EF4-FFF2-40B4-BE49-F238E27FC236}">
                <a16:creationId xmlns:a16="http://schemas.microsoft.com/office/drawing/2014/main" id="{BEA73319-3765-6BA2-8197-6BDB30622888}"/>
              </a:ext>
            </a:extLst>
          </p:cNvPr>
          <p:cNvSpPr txBox="1"/>
          <p:nvPr/>
        </p:nvSpPr>
        <p:spPr>
          <a:xfrm>
            <a:off x="4983875" y="3183199"/>
            <a:ext cx="2311869" cy="342768"/>
          </a:xfrm>
          <a:prstGeom prst="rect">
            <a:avLst/>
          </a:prstGeom>
          <a:noFill/>
          <a:ln>
            <a:noFill/>
          </a:ln>
        </p:spPr>
        <p:txBody>
          <a:bodyPr spcFirstLastPara="1" wrap="square" lIns="34820" tIns="34820" rIns="34820" bIns="3482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LY" sz="1067" b="1" i="0" u="none" strike="noStrike" kern="1200" cap="none" spc="0" normalizeH="0" baseline="0" noProof="0">
                <a:ln>
                  <a:noFill/>
                </a:ln>
                <a:solidFill>
                  <a:prstClr val="white"/>
                </a:solidFill>
                <a:effectLst/>
                <a:uLnTx/>
                <a:uFillTx/>
                <a:latin typeface="29LT Bukra Bold" panose="000B0903020204020204" pitchFamily="34" charset="-78"/>
                <a:ea typeface="Fira Sans Medium"/>
                <a:cs typeface="29LT Bukra Bold" panose="000B0903020204020204" pitchFamily="34" charset="-78"/>
                <a:sym typeface="Fira Sans Medium"/>
              </a:rPr>
              <a:t>معلومات حسب التوزيع الجغرافي</a:t>
            </a:r>
            <a:endParaRPr kumimoji="0" sz="1067" b="1" i="0" u="none" strike="noStrike" kern="1200" cap="none" spc="0" normalizeH="0" baseline="0" noProof="0">
              <a:ln>
                <a:noFill/>
              </a:ln>
              <a:solidFill>
                <a:prstClr val="white"/>
              </a:solidFill>
              <a:effectLst/>
              <a:uLnTx/>
              <a:uFillTx/>
              <a:latin typeface="29LT Bukra Bold" panose="000B0903020204020204" pitchFamily="34" charset="-78"/>
              <a:ea typeface="Fira Sans Medium"/>
              <a:cs typeface="29LT Bukra Bold" panose="000B0903020204020204" pitchFamily="34" charset="-78"/>
              <a:sym typeface="Fira Sans Medium"/>
            </a:endParaRPr>
          </a:p>
        </p:txBody>
      </p:sp>
      <p:cxnSp>
        <p:nvCxnSpPr>
          <p:cNvPr id="1905" name="Straight Connector 1904">
            <a:extLst>
              <a:ext uri="{FF2B5EF4-FFF2-40B4-BE49-F238E27FC236}">
                <a16:creationId xmlns:a16="http://schemas.microsoft.com/office/drawing/2014/main" id="{17A64903-5819-2166-367F-60BA58DB0F44}"/>
              </a:ext>
            </a:extLst>
          </p:cNvPr>
          <p:cNvCxnSpPr>
            <a:cxnSpLocks/>
          </p:cNvCxnSpPr>
          <p:nvPr/>
        </p:nvCxnSpPr>
        <p:spPr>
          <a:xfrm>
            <a:off x="5049376" y="3167818"/>
            <a:ext cx="213518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2" name="Picture 1" descr="A purple cell phone with yellow text&#10;&#10;Description automatically generated">
            <a:extLst>
              <a:ext uri="{FF2B5EF4-FFF2-40B4-BE49-F238E27FC236}">
                <a16:creationId xmlns:a16="http://schemas.microsoft.com/office/drawing/2014/main" id="{8CD2AF67-1605-97AC-0CB0-07D5C83AFE8A}"/>
              </a:ext>
            </a:extLst>
          </p:cNvPr>
          <p:cNvPicPr>
            <a:picLocks noChangeAspect="1"/>
          </p:cNvPicPr>
          <p:nvPr/>
        </p:nvPicPr>
        <p:blipFill rotWithShape="1">
          <a:blip r:embed="rId3">
            <a:extLst>
              <a:ext uri="{28A0092B-C50C-407E-A947-70E740481C1C}">
                <a14:useLocalDpi xmlns:a14="http://schemas.microsoft.com/office/drawing/2010/main" val="0"/>
              </a:ext>
            </a:extLst>
          </a:blip>
          <a:srcRect l="10261" t="22500" r="67152" b="21769"/>
          <a:stretch/>
        </p:blipFill>
        <p:spPr>
          <a:xfrm>
            <a:off x="10545577" y="851882"/>
            <a:ext cx="704428" cy="1301809"/>
          </a:xfrm>
          <a:prstGeom prst="rect">
            <a:avLst/>
          </a:prstGeom>
          <a:ln>
            <a:noFill/>
          </a:ln>
          <a:effectLst>
            <a:softEdge rad="112500"/>
          </a:effectLst>
        </p:spPr>
      </p:pic>
      <p:grpSp>
        <p:nvGrpSpPr>
          <p:cNvPr id="3" name="Group 2">
            <a:extLst>
              <a:ext uri="{FF2B5EF4-FFF2-40B4-BE49-F238E27FC236}">
                <a16:creationId xmlns:a16="http://schemas.microsoft.com/office/drawing/2014/main" id="{82D9F07F-DB08-25EC-06BE-AE9FD62EE1A8}"/>
              </a:ext>
            </a:extLst>
          </p:cNvPr>
          <p:cNvGrpSpPr/>
          <p:nvPr/>
        </p:nvGrpSpPr>
        <p:grpSpPr>
          <a:xfrm>
            <a:off x="10114102" y="2153691"/>
            <a:ext cx="2063867" cy="493776"/>
            <a:chOff x="9060860" y="3553610"/>
            <a:chExt cx="2509555" cy="1148555"/>
          </a:xfrm>
        </p:grpSpPr>
        <p:pic>
          <p:nvPicPr>
            <p:cNvPr id="4" name="Picture 3" descr="Logo&#10;&#10;Description automatically generated">
              <a:extLst>
                <a:ext uri="{FF2B5EF4-FFF2-40B4-BE49-F238E27FC236}">
                  <a16:creationId xmlns:a16="http://schemas.microsoft.com/office/drawing/2014/main" id="{0E1868D7-0DF9-2B45-217F-E30DDB8AE8C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060860" y="3553610"/>
              <a:ext cx="2509555" cy="951241"/>
            </a:xfrm>
            <a:prstGeom prst="rect">
              <a:avLst/>
            </a:prstGeom>
          </p:spPr>
        </p:pic>
        <p:sp>
          <p:nvSpPr>
            <p:cNvPr id="5" name="TextBox 4">
              <a:extLst>
                <a:ext uri="{FF2B5EF4-FFF2-40B4-BE49-F238E27FC236}">
                  <a16:creationId xmlns:a16="http://schemas.microsoft.com/office/drawing/2014/main" id="{E47DE53B-8C65-C3E8-42E5-6A82948E3018}"/>
                </a:ext>
              </a:extLst>
            </p:cNvPr>
            <p:cNvSpPr txBox="1"/>
            <p:nvPr/>
          </p:nvSpPr>
          <p:spPr>
            <a:xfrm>
              <a:off x="9196312" y="4286667"/>
              <a:ext cx="1307520" cy="415498"/>
            </a:xfrm>
            <a:prstGeom prst="rect">
              <a:avLst/>
            </a:prstGeom>
            <a:noFill/>
          </p:spPr>
          <p:txBody>
            <a:bodyPr wrap="square" rtlCol="0">
              <a:spAutoFit/>
            </a:bodyPr>
            <a:lstStyle/>
            <a:p>
              <a:r>
                <a:rPr lang="en-US" sz="1050" dirty="0">
                  <a:solidFill>
                    <a:srgbClr val="92278F"/>
                  </a:solidFill>
                  <a:latin typeface="+mj-lt"/>
                  <a:cs typeface="+mj-cs"/>
                </a:rPr>
                <a:t>First Telecom App in Libya</a:t>
              </a:r>
            </a:p>
          </p:txBody>
        </p:sp>
      </p:grpSp>
      <p:sp>
        <p:nvSpPr>
          <p:cNvPr id="6" name="TextBox 5">
            <a:extLst>
              <a:ext uri="{FF2B5EF4-FFF2-40B4-BE49-F238E27FC236}">
                <a16:creationId xmlns:a16="http://schemas.microsoft.com/office/drawing/2014/main" id="{B1F739C5-2DA4-1D84-63B0-B3C1947E846A}"/>
              </a:ext>
            </a:extLst>
          </p:cNvPr>
          <p:cNvSpPr txBox="1"/>
          <p:nvPr/>
        </p:nvSpPr>
        <p:spPr>
          <a:xfrm>
            <a:off x="10416073" y="459739"/>
            <a:ext cx="861989" cy="461665"/>
          </a:xfrm>
          <a:prstGeom prst="rect">
            <a:avLst/>
          </a:prstGeom>
          <a:noFill/>
        </p:spPr>
        <p:txBody>
          <a:bodyPr wrap="square" rtlCol="0">
            <a:spAutoFit/>
          </a:bodyPr>
          <a:lstStyle/>
          <a:p>
            <a:r>
              <a:rPr lang="en-US" sz="2400" b="1" dirty="0">
                <a:solidFill>
                  <a:schemeClr val="bg1"/>
                </a:solidFill>
              </a:rPr>
              <a:t>+90K</a:t>
            </a:r>
          </a:p>
        </p:txBody>
      </p:sp>
      <p:pic>
        <p:nvPicPr>
          <p:cNvPr id="7" name="Graphic 6" descr="Hockey Stick Curve Graph with solid fill">
            <a:extLst>
              <a:ext uri="{FF2B5EF4-FFF2-40B4-BE49-F238E27FC236}">
                <a16:creationId xmlns:a16="http://schemas.microsoft.com/office/drawing/2014/main" id="{47580B8D-050A-CF9B-217E-6C61D4800DA3}"/>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61715" y="965878"/>
            <a:ext cx="914400" cy="914400"/>
          </a:xfrm>
          <a:prstGeom prst="rect">
            <a:avLst/>
          </a:prstGeom>
        </p:spPr>
      </p:pic>
      <p:sp>
        <p:nvSpPr>
          <p:cNvPr id="8" name="TextBox 7">
            <a:extLst>
              <a:ext uri="{FF2B5EF4-FFF2-40B4-BE49-F238E27FC236}">
                <a16:creationId xmlns:a16="http://schemas.microsoft.com/office/drawing/2014/main" id="{6744776D-99C2-1CCF-9603-9E4BF1D2495E}"/>
              </a:ext>
            </a:extLst>
          </p:cNvPr>
          <p:cNvSpPr txBox="1"/>
          <p:nvPr/>
        </p:nvSpPr>
        <p:spPr>
          <a:xfrm>
            <a:off x="639249" y="1738305"/>
            <a:ext cx="759332" cy="461665"/>
          </a:xfrm>
          <a:prstGeom prst="rect">
            <a:avLst/>
          </a:prstGeom>
          <a:noFill/>
        </p:spPr>
        <p:txBody>
          <a:bodyPr wrap="square" rtlCol="0">
            <a:spAutoFit/>
          </a:bodyPr>
          <a:lstStyle/>
          <a:p>
            <a:r>
              <a:rPr lang="en-US" sz="2400" b="1" dirty="0">
                <a:solidFill>
                  <a:schemeClr val="bg1"/>
                </a:solidFill>
              </a:rPr>
              <a:t>NPS</a:t>
            </a:r>
          </a:p>
        </p:txBody>
      </p:sp>
      <p:sp>
        <p:nvSpPr>
          <p:cNvPr id="9" name="TextBox 8">
            <a:extLst>
              <a:ext uri="{FF2B5EF4-FFF2-40B4-BE49-F238E27FC236}">
                <a16:creationId xmlns:a16="http://schemas.microsoft.com/office/drawing/2014/main" id="{B26A087D-A329-D5C3-80CD-2A329B5C5B54}"/>
              </a:ext>
            </a:extLst>
          </p:cNvPr>
          <p:cNvSpPr txBox="1"/>
          <p:nvPr/>
        </p:nvSpPr>
        <p:spPr>
          <a:xfrm>
            <a:off x="651458" y="675960"/>
            <a:ext cx="759332" cy="461665"/>
          </a:xfrm>
          <a:prstGeom prst="rect">
            <a:avLst/>
          </a:prstGeom>
          <a:noFill/>
        </p:spPr>
        <p:txBody>
          <a:bodyPr wrap="square" rtlCol="0">
            <a:spAutoFit/>
          </a:bodyPr>
          <a:lstStyle/>
          <a:p>
            <a:r>
              <a:rPr lang="en-US" sz="2400" b="1" dirty="0">
                <a:solidFill>
                  <a:schemeClr val="bg1"/>
                </a:solidFill>
              </a:rPr>
              <a:t>+18</a:t>
            </a:r>
          </a:p>
        </p:txBody>
      </p:sp>
      <p:grpSp>
        <p:nvGrpSpPr>
          <p:cNvPr id="10" name="Group 9">
            <a:extLst>
              <a:ext uri="{FF2B5EF4-FFF2-40B4-BE49-F238E27FC236}">
                <a16:creationId xmlns:a16="http://schemas.microsoft.com/office/drawing/2014/main" id="{FDD5257D-BE09-DA7F-0F08-1C80B9B31E06}"/>
              </a:ext>
            </a:extLst>
          </p:cNvPr>
          <p:cNvGrpSpPr/>
          <p:nvPr/>
        </p:nvGrpSpPr>
        <p:grpSpPr>
          <a:xfrm>
            <a:off x="216136" y="3476180"/>
            <a:ext cx="705857" cy="636008"/>
            <a:chOff x="665742" y="3124153"/>
            <a:chExt cx="705857" cy="636008"/>
          </a:xfrm>
        </p:grpSpPr>
        <p:sp>
          <p:nvSpPr>
            <p:cNvPr id="11" name="Oval 10">
              <a:extLst>
                <a:ext uri="{FF2B5EF4-FFF2-40B4-BE49-F238E27FC236}">
                  <a16:creationId xmlns:a16="http://schemas.microsoft.com/office/drawing/2014/main" id="{62C40906-B653-60F8-70CF-AFCAC8DFF3EF}"/>
                </a:ext>
              </a:extLst>
            </p:cNvPr>
            <p:cNvSpPr/>
            <p:nvPr/>
          </p:nvSpPr>
          <p:spPr>
            <a:xfrm>
              <a:off x="704088" y="3401153"/>
              <a:ext cx="493776" cy="359008"/>
            </a:xfrm>
            <a:prstGeom prst="ellipse">
              <a:avLst/>
            </a:prstGeom>
            <a:no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37CF4FFE-2B29-31F8-3114-34DA9F550BE8}"/>
                </a:ext>
              </a:extLst>
            </p:cNvPr>
            <p:cNvSpPr txBox="1"/>
            <p:nvPr/>
          </p:nvSpPr>
          <p:spPr>
            <a:xfrm>
              <a:off x="741943" y="3429000"/>
              <a:ext cx="418066" cy="276999"/>
            </a:xfrm>
            <a:prstGeom prst="rect">
              <a:avLst/>
            </a:prstGeom>
            <a:noFill/>
          </p:spPr>
          <p:txBody>
            <a:bodyPr wrap="square" rtlCol="0">
              <a:spAutoFit/>
            </a:bodyPr>
            <a:lstStyle/>
            <a:p>
              <a:r>
                <a:rPr lang="en-US" sz="1200" dirty="0">
                  <a:solidFill>
                    <a:schemeClr val="bg1"/>
                  </a:solidFill>
                </a:rPr>
                <a:t>&gt;25</a:t>
              </a:r>
            </a:p>
          </p:txBody>
        </p:sp>
        <p:sp>
          <p:nvSpPr>
            <p:cNvPr id="13" name="TextBox 12">
              <a:extLst>
                <a:ext uri="{FF2B5EF4-FFF2-40B4-BE49-F238E27FC236}">
                  <a16:creationId xmlns:a16="http://schemas.microsoft.com/office/drawing/2014/main" id="{88124CFD-41A8-13A6-8654-8CE5D2BF709E}"/>
                </a:ext>
              </a:extLst>
            </p:cNvPr>
            <p:cNvSpPr txBox="1"/>
            <p:nvPr/>
          </p:nvSpPr>
          <p:spPr>
            <a:xfrm>
              <a:off x="665742" y="3124153"/>
              <a:ext cx="705857" cy="276999"/>
            </a:xfrm>
            <a:prstGeom prst="rect">
              <a:avLst/>
            </a:prstGeom>
            <a:noFill/>
          </p:spPr>
          <p:txBody>
            <a:bodyPr wrap="square" rtlCol="0">
              <a:spAutoFit/>
            </a:bodyPr>
            <a:lstStyle/>
            <a:p>
              <a:r>
                <a:rPr lang="en-US" sz="1200" dirty="0">
                  <a:solidFill>
                    <a:schemeClr val="bg1"/>
                  </a:solidFill>
                </a:rPr>
                <a:t>ARPU</a:t>
              </a:r>
            </a:p>
          </p:txBody>
        </p:sp>
      </p:grpSp>
      <p:grpSp>
        <p:nvGrpSpPr>
          <p:cNvPr id="18" name="Group 17">
            <a:extLst>
              <a:ext uri="{FF2B5EF4-FFF2-40B4-BE49-F238E27FC236}">
                <a16:creationId xmlns:a16="http://schemas.microsoft.com/office/drawing/2014/main" id="{79D3F2E3-9619-3011-D998-9AB7CDEE330A}"/>
              </a:ext>
            </a:extLst>
          </p:cNvPr>
          <p:cNvGrpSpPr/>
          <p:nvPr/>
        </p:nvGrpSpPr>
        <p:grpSpPr>
          <a:xfrm>
            <a:off x="242896" y="5894619"/>
            <a:ext cx="724284" cy="590880"/>
            <a:chOff x="665742" y="3124153"/>
            <a:chExt cx="705857" cy="636008"/>
          </a:xfrm>
        </p:grpSpPr>
        <p:sp>
          <p:nvSpPr>
            <p:cNvPr id="19" name="Oval 18">
              <a:extLst>
                <a:ext uri="{FF2B5EF4-FFF2-40B4-BE49-F238E27FC236}">
                  <a16:creationId xmlns:a16="http://schemas.microsoft.com/office/drawing/2014/main" id="{59123DBB-AAC4-5ABF-9E24-F4814C5398C8}"/>
                </a:ext>
              </a:extLst>
            </p:cNvPr>
            <p:cNvSpPr/>
            <p:nvPr/>
          </p:nvSpPr>
          <p:spPr>
            <a:xfrm>
              <a:off x="704088" y="3401153"/>
              <a:ext cx="493776" cy="359008"/>
            </a:xfrm>
            <a:prstGeom prst="ellipse">
              <a:avLst/>
            </a:prstGeom>
            <a:no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876695EC-CF05-582D-0407-148FCE23C64D}"/>
                </a:ext>
              </a:extLst>
            </p:cNvPr>
            <p:cNvSpPr txBox="1"/>
            <p:nvPr/>
          </p:nvSpPr>
          <p:spPr>
            <a:xfrm>
              <a:off x="741943" y="3429000"/>
              <a:ext cx="418066" cy="276999"/>
            </a:xfrm>
            <a:prstGeom prst="rect">
              <a:avLst/>
            </a:prstGeom>
            <a:noFill/>
          </p:spPr>
          <p:txBody>
            <a:bodyPr wrap="square" rtlCol="0">
              <a:spAutoFit/>
            </a:bodyPr>
            <a:lstStyle/>
            <a:p>
              <a:r>
                <a:rPr lang="en-US" sz="1200" dirty="0">
                  <a:solidFill>
                    <a:schemeClr val="bg1"/>
                  </a:solidFill>
                </a:rPr>
                <a:t>&lt;30</a:t>
              </a:r>
            </a:p>
          </p:txBody>
        </p:sp>
        <p:sp>
          <p:nvSpPr>
            <p:cNvPr id="21" name="TextBox 20">
              <a:extLst>
                <a:ext uri="{FF2B5EF4-FFF2-40B4-BE49-F238E27FC236}">
                  <a16:creationId xmlns:a16="http://schemas.microsoft.com/office/drawing/2014/main" id="{2255DD12-3E87-563E-6C42-0A2A502D04A1}"/>
                </a:ext>
              </a:extLst>
            </p:cNvPr>
            <p:cNvSpPr txBox="1"/>
            <p:nvPr/>
          </p:nvSpPr>
          <p:spPr>
            <a:xfrm>
              <a:off x="665742" y="3124153"/>
              <a:ext cx="705857" cy="276999"/>
            </a:xfrm>
            <a:prstGeom prst="rect">
              <a:avLst/>
            </a:prstGeom>
            <a:noFill/>
          </p:spPr>
          <p:txBody>
            <a:bodyPr wrap="square" rtlCol="0">
              <a:spAutoFit/>
            </a:bodyPr>
            <a:lstStyle/>
            <a:p>
              <a:r>
                <a:rPr lang="en-US" sz="1200" dirty="0">
                  <a:solidFill>
                    <a:schemeClr val="bg1"/>
                  </a:solidFill>
                </a:rPr>
                <a:t>ARPU</a:t>
              </a:r>
            </a:p>
          </p:txBody>
        </p:sp>
      </p:grpSp>
      <p:grpSp>
        <p:nvGrpSpPr>
          <p:cNvPr id="22" name="Group 21">
            <a:extLst>
              <a:ext uri="{FF2B5EF4-FFF2-40B4-BE49-F238E27FC236}">
                <a16:creationId xmlns:a16="http://schemas.microsoft.com/office/drawing/2014/main" id="{3CE50179-D1F9-EA79-FD5C-215E6AF61900}"/>
              </a:ext>
            </a:extLst>
          </p:cNvPr>
          <p:cNvGrpSpPr/>
          <p:nvPr/>
        </p:nvGrpSpPr>
        <p:grpSpPr>
          <a:xfrm>
            <a:off x="239468" y="4688452"/>
            <a:ext cx="724284" cy="590880"/>
            <a:chOff x="665742" y="3124153"/>
            <a:chExt cx="705857" cy="636008"/>
          </a:xfrm>
        </p:grpSpPr>
        <p:sp>
          <p:nvSpPr>
            <p:cNvPr id="23" name="Oval 22">
              <a:extLst>
                <a:ext uri="{FF2B5EF4-FFF2-40B4-BE49-F238E27FC236}">
                  <a16:creationId xmlns:a16="http://schemas.microsoft.com/office/drawing/2014/main" id="{3DA667B3-0056-4282-E021-2166758C48EE}"/>
                </a:ext>
              </a:extLst>
            </p:cNvPr>
            <p:cNvSpPr/>
            <p:nvPr/>
          </p:nvSpPr>
          <p:spPr>
            <a:xfrm>
              <a:off x="704088" y="3401153"/>
              <a:ext cx="493776" cy="359008"/>
            </a:xfrm>
            <a:prstGeom prst="ellipse">
              <a:avLst/>
            </a:prstGeom>
            <a:no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F1305D8F-F750-F6E7-86BE-71015A091402}"/>
                </a:ext>
              </a:extLst>
            </p:cNvPr>
            <p:cNvSpPr txBox="1"/>
            <p:nvPr/>
          </p:nvSpPr>
          <p:spPr>
            <a:xfrm>
              <a:off x="741943" y="3429000"/>
              <a:ext cx="418066" cy="298155"/>
            </a:xfrm>
            <a:prstGeom prst="rect">
              <a:avLst/>
            </a:prstGeom>
            <a:noFill/>
          </p:spPr>
          <p:txBody>
            <a:bodyPr wrap="square" rtlCol="0">
              <a:spAutoFit/>
            </a:bodyPr>
            <a:lstStyle/>
            <a:p>
              <a:r>
                <a:rPr lang="en-US" sz="1200" dirty="0">
                  <a:solidFill>
                    <a:schemeClr val="bg1"/>
                  </a:solidFill>
                </a:rPr>
                <a:t>&lt;50</a:t>
              </a:r>
            </a:p>
          </p:txBody>
        </p:sp>
        <p:sp>
          <p:nvSpPr>
            <p:cNvPr id="25" name="TextBox 24">
              <a:extLst>
                <a:ext uri="{FF2B5EF4-FFF2-40B4-BE49-F238E27FC236}">
                  <a16:creationId xmlns:a16="http://schemas.microsoft.com/office/drawing/2014/main" id="{974F6DB6-221C-3F1C-3D0C-8FCD1979C57A}"/>
                </a:ext>
              </a:extLst>
            </p:cNvPr>
            <p:cNvSpPr txBox="1"/>
            <p:nvPr/>
          </p:nvSpPr>
          <p:spPr>
            <a:xfrm>
              <a:off x="665742" y="3124153"/>
              <a:ext cx="705857" cy="276999"/>
            </a:xfrm>
            <a:prstGeom prst="rect">
              <a:avLst/>
            </a:prstGeom>
            <a:noFill/>
          </p:spPr>
          <p:txBody>
            <a:bodyPr wrap="square" rtlCol="0">
              <a:spAutoFit/>
            </a:bodyPr>
            <a:lstStyle/>
            <a:p>
              <a:r>
                <a:rPr lang="en-US" sz="1200" dirty="0">
                  <a:solidFill>
                    <a:schemeClr val="bg1"/>
                  </a:solidFill>
                </a:rPr>
                <a:t>ARPU</a:t>
              </a:r>
            </a:p>
          </p:txBody>
        </p:sp>
      </p:grpSp>
      <p:pic>
        <p:nvPicPr>
          <p:cNvPr id="30" name="Graphic 29" descr="Marker with solid fill">
            <a:extLst>
              <a:ext uri="{FF2B5EF4-FFF2-40B4-BE49-F238E27FC236}">
                <a16:creationId xmlns:a16="http://schemas.microsoft.com/office/drawing/2014/main" id="{347A99BE-5D32-181E-CE83-CC7D15897DC1}"/>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9699868" y="4590634"/>
            <a:ext cx="493776" cy="493776"/>
          </a:xfrm>
          <a:prstGeom prst="rect">
            <a:avLst/>
          </a:prstGeom>
        </p:spPr>
      </p:pic>
      <p:pic>
        <p:nvPicPr>
          <p:cNvPr id="31" name="Graphic 30" descr="Marker with solid fill">
            <a:extLst>
              <a:ext uri="{FF2B5EF4-FFF2-40B4-BE49-F238E27FC236}">
                <a16:creationId xmlns:a16="http://schemas.microsoft.com/office/drawing/2014/main" id="{27D07998-E1B3-86D6-2B99-E88AAEAAB9DB}"/>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9122165" y="5264687"/>
            <a:ext cx="493776" cy="493776"/>
          </a:xfrm>
          <a:prstGeom prst="rect">
            <a:avLst/>
          </a:prstGeom>
        </p:spPr>
      </p:pic>
      <p:pic>
        <p:nvPicPr>
          <p:cNvPr id="32" name="Graphic 31" descr="Marker with solid fill">
            <a:extLst>
              <a:ext uri="{FF2B5EF4-FFF2-40B4-BE49-F238E27FC236}">
                <a16:creationId xmlns:a16="http://schemas.microsoft.com/office/drawing/2014/main" id="{A839FBF1-9A7B-EE23-F5B8-87D22B2A7739}"/>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9053692" y="4542939"/>
            <a:ext cx="493776" cy="493776"/>
          </a:xfrm>
          <a:prstGeom prst="rect">
            <a:avLst/>
          </a:prstGeom>
        </p:spPr>
      </p:pic>
      <p:pic>
        <p:nvPicPr>
          <p:cNvPr id="33" name="Graphic 32" descr="Marker with solid fill">
            <a:extLst>
              <a:ext uri="{FF2B5EF4-FFF2-40B4-BE49-F238E27FC236}">
                <a16:creationId xmlns:a16="http://schemas.microsoft.com/office/drawing/2014/main" id="{B13DB144-EA8A-A906-187E-7BB950B7F968}"/>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595214" y="4359825"/>
            <a:ext cx="493776" cy="493776"/>
          </a:xfrm>
          <a:prstGeom prst="rect">
            <a:avLst/>
          </a:prstGeom>
        </p:spPr>
      </p:pic>
      <p:sp>
        <p:nvSpPr>
          <p:cNvPr id="34" name="Rectangle 33">
            <a:extLst>
              <a:ext uri="{FF2B5EF4-FFF2-40B4-BE49-F238E27FC236}">
                <a16:creationId xmlns:a16="http://schemas.microsoft.com/office/drawing/2014/main" id="{C68C5F83-7744-ABF1-4441-4EAA088D10B6}"/>
              </a:ext>
            </a:extLst>
          </p:cNvPr>
          <p:cNvSpPr/>
          <p:nvPr/>
        </p:nvSpPr>
        <p:spPr>
          <a:xfrm>
            <a:off x="47145" y="54272"/>
            <a:ext cx="12097709" cy="6749456"/>
          </a:xfrm>
          <a:prstGeom prst="rect">
            <a:avLst/>
          </a:prstGeom>
          <a:solidFill>
            <a:schemeClr val="accent1">
              <a:alpha val="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5" name="TextBox 34">
            <a:extLst>
              <a:ext uri="{FF2B5EF4-FFF2-40B4-BE49-F238E27FC236}">
                <a16:creationId xmlns:a16="http://schemas.microsoft.com/office/drawing/2014/main" id="{073F73C0-8C2B-A8EA-B626-CC488BCB61F7}"/>
              </a:ext>
            </a:extLst>
          </p:cNvPr>
          <p:cNvSpPr txBox="1"/>
          <p:nvPr/>
        </p:nvSpPr>
        <p:spPr>
          <a:xfrm>
            <a:off x="9744453" y="4439171"/>
            <a:ext cx="404606" cy="246221"/>
          </a:xfrm>
          <a:prstGeom prst="rect">
            <a:avLst/>
          </a:prstGeom>
          <a:noFill/>
        </p:spPr>
        <p:txBody>
          <a:bodyPr wrap="square" rtlCol="0">
            <a:spAutoFit/>
          </a:bodyPr>
          <a:lstStyle/>
          <a:p>
            <a:r>
              <a:rPr lang="ar-LY" sz="1000" dirty="0">
                <a:solidFill>
                  <a:schemeClr val="bg1">
                    <a:lumMod val="95000"/>
                  </a:schemeClr>
                </a:solidFill>
              </a:rPr>
              <a:t>445</a:t>
            </a:r>
            <a:endParaRPr lang="en-US" sz="1000" dirty="0">
              <a:solidFill>
                <a:schemeClr val="bg1">
                  <a:lumMod val="95000"/>
                </a:schemeClr>
              </a:solidFill>
            </a:endParaRPr>
          </a:p>
        </p:txBody>
      </p:sp>
      <p:sp>
        <p:nvSpPr>
          <p:cNvPr id="36" name="TextBox 35">
            <a:extLst>
              <a:ext uri="{FF2B5EF4-FFF2-40B4-BE49-F238E27FC236}">
                <a16:creationId xmlns:a16="http://schemas.microsoft.com/office/drawing/2014/main" id="{CB8448D3-5685-BFD1-488D-00910A7BA441}"/>
              </a:ext>
            </a:extLst>
          </p:cNvPr>
          <p:cNvSpPr txBox="1"/>
          <p:nvPr/>
        </p:nvSpPr>
        <p:spPr>
          <a:xfrm>
            <a:off x="9133575" y="4404520"/>
            <a:ext cx="404606" cy="246221"/>
          </a:xfrm>
          <a:prstGeom prst="rect">
            <a:avLst/>
          </a:prstGeom>
          <a:noFill/>
        </p:spPr>
        <p:txBody>
          <a:bodyPr wrap="square" rtlCol="0">
            <a:spAutoFit/>
          </a:bodyPr>
          <a:lstStyle/>
          <a:p>
            <a:r>
              <a:rPr lang="ar-LY" sz="1000" dirty="0">
                <a:solidFill>
                  <a:schemeClr val="bg1">
                    <a:lumMod val="95000"/>
                  </a:schemeClr>
                </a:solidFill>
              </a:rPr>
              <a:t>260</a:t>
            </a:r>
            <a:endParaRPr lang="en-US" sz="1000" dirty="0">
              <a:solidFill>
                <a:schemeClr val="bg1">
                  <a:lumMod val="95000"/>
                </a:schemeClr>
              </a:solidFill>
            </a:endParaRPr>
          </a:p>
        </p:txBody>
      </p:sp>
      <p:sp>
        <p:nvSpPr>
          <p:cNvPr id="37" name="TextBox 36">
            <a:extLst>
              <a:ext uri="{FF2B5EF4-FFF2-40B4-BE49-F238E27FC236}">
                <a16:creationId xmlns:a16="http://schemas.microsoft.com/office/drawing/2014/main" id="{67330C91-D69F-CCF0-5BF6-99487C8EC5B0}"/>
              </a:ext>
            </a:extLst>
          </p:cNvPr>
          <p:cNvSpPr txBox="1"/>
          <p:nvPr/>
        </p:nvSpPr>
        <p:spPr>
          <a:xfrm>
            <a:off x="9166750" y="5141576"/>
            <a:ext cx="404606" cy="246221"/>
          </a:xfrm>
          <a:prstGeom prst="rect">
            <a:avLst/>
          </a:prstGeom>
          <a:noFill/>
        </p:spPr>
        <p:txBody>
          <a:bodyPr wrap="square" rtlCol="0">
            <a:spAutoFit/>
          </a:bodyPr>
          <a:lstStyle/>
          <a:p>
            <a:r>
              <a:rPr lang="ar-LY" sz="1000" dirty="0">
                <a:solidFill>
                  <a:schemeClr val="bg1">
                    <a:lumMod val="95000"/>
                  </a:schemeClr>
                </a:solidFill>
              </a:rPr>
              <a:t>154</a:t>
            </a:r>
            <a:endParaRPr lang="en-US" sz="1000" dirty="0">
              <a:solidFill>
                <a:schemeClr val="bg1">
                  <a:lumMod val="95000"/>
                </a:schemeClr>
              </a:solidFill>
            </a:endParaRPr>
          </a:p>
        </p:txBody>
      </p:sp>
      <p:sp>
        <p:nvSpPr>
          <p:cNvPr id="38" name="TextBox 37">
            <a:extLst>
              <a:ext uri="{FF2B5EF4-FFF2-40B4-BE49-F238E27FC236}">
                <a16:creationId xmlns:a16="http://schemas.microsoft.com/office/drawing/2014/main" id="{76FE8184-F0B5-060A-FF36-A220DF69AEB8}"/>
              </a:ext>
            </a:extLst>
          </p:cNvPr>
          <p:cNvSpPr txBox="1"/>
          <p:nvPr/>
        </p:nvSpPr>
        <p:spPr>
          <a:xfrm>
            <a:off x="8649086" y="4236714"/>
            <a:ext cx="404606" cy="246221"/>
          </a:xfrm>
          <a:prstGeom prst="rect">
            <a:avLst/>
          </a:prstGeom>
          <a:noFill/>
        </p:spPr>
        <p:txBody>
          <a:bodyPr wrap="square" rtlCol="0">
            <a:spAutoFit/>
          </a:bodyPr>
          <a:lstStyle/>
          <a:p>
            <a:r>
              <a:rPr lang="ar-LY" sz="1000" dirty="0">
                <a:solidFill>
                  <a:schemeClr val="bg1">
                    <a:lumMod val="95000"/>
                  </a:schemeClr>
                </a:solidFill>
              </a:rPr>
              <a:t>966</a:t>
            </a:r>
            <a:endParaRPr lang="en-US" sz="1000" dirty="0">
              <a:solidFill>
                <a:schemeClr val="bg1">
                  <a:lumMod val="95000"/>
                </a:schemeClr>
              </a:solidFill>
            </a:endParaRPr>
          </a:p>
        </p:txBody>
      </p:sp>
    </p:spTree>
    <p:extLst>
      <p:ext uri="{BB962C8B-B14F-4D97-AF65-F5344CB8AC3E}">
        <p14:creationId xmlns:p14="http://schemas.microsoft.com/office/powerpoint/2010/main" val="28961009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a:gsLst>
            <a:gs pos="32000">
              <a:srgbClr val="990099"/>
            </a:gs>
            <a:gs pos="100000">
              <a:schemeClr val="accent2"/>
            </a:gs>
          </a:gsLst>
          <a:lin ang="2700000" scaled="0"/>
        </a:gradFill>
        <a:effectLst/>
      </p:bgPr>
    </p:bg>
    <p:spTree>
      <p:nvGrpSpPr>
        <p:cNvPr id="1" name=""/>
        <p:cNvGrpSpPr/>
        <p:nvPr/>
      </p:nvGrpSpPr>
      <p:grpSpPr>
        <a:xfrm>
          <a:off x="0" y="0"/>
          <a:ext cx="0" cy="0"/>
          <a:chOff x="0" y="0"/>
          <a:chExt cx="0" cy="0"/>
        </a:xfrm>
      </p:grpSpPr>
      <p:sp>
        <p:nvSpPr>
          <p:cNvPr id="326" name="Rectangle 325">
            <a:extLst>
              <a:ext uri="{FF2B5EF4-FFF2-40B4-BE49-F238E27FC236}">
                <a16:creationId xmlns:a16="http://schemas.microsoft.com/office/drawing/2014/main" id="{D636FF66-26F7-3B70-51C3-6F1B283ACDDA}"/>
              </a:ext>
            </a:extLst>
          </p:cNvPr>
          <p:cNvSpPr/>
          <p:nvPr/>
        </p:nvSpPr>
        <p:spPr>
          <a:xfrm>
            <a:off x="28286" y="71146"/>
            <a:ext cx="12097709" cy="6749456"/>
          </a:xfrm>
          <a:prstGeom prst="rect">
            <a:avLst/>
          </a:prstGeom>
          <a:solidFill>
            <a:schemeClr val="accent1">
              <a:alpha val="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33" name="Google Shape;1541;p18">
            <a:extLst>
              <a:ext uri="{FF2B5EF4-FFF2-40B4-BE49-F238E27FC236}">
                <a16:creationId xmlns:a16="http://schemas.microsoft.com/office/drawing/2014/main" id="{C3DA2AEE-96FD-A1DE-4DEB-F0625446D63A}"/>
              </a:ext>
            </a:extLst>
          </p:cNvPr>
          <p:cNvSpPr txBox="1"/>
          <p:nvPr/>
        </p:nvSpPr>
        <p:spPr>
          <a:xfrm>
            <a:off x="4940062" y="71146"/>
            <a:ext cx="2311869" cy="342768"/>
          </a:xfrm>
          <a:prstGeom prst="rect">
            <a:avLst/>
          </a:prstGeom>
          <a:noFill/>
          <a:ln>
            <a:noFill/>
          </a:ln>
        </p:spPr>
        <p:txBody>
          <a:bodyPr spcFirstLastPara="1" wrap="square" lIns="34820" tIns="34820" rIns="34820" bIns="3482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LY" sz="1200" b="1" i="0" u="none" strike="noStrike" kern="1200" cap="none" spc="0" normalizeH="0" baseline="0" noProof="0">
                <a:ln>
                  <a:noFill/>
                </a:ln>
                <a:solidFill>
                  <a:prstClr val="white"/>
                </a:solidFill>
                <a:effectLst/>
                <a:uLnTx/>
                <a:uFillTx/>
                <a:latin typeface="Calibri" panose="020F0502020204030204"/>
                <a:ea typeface="+mn-ea"/>
                <a:cs typeface="29LT Bukra Bold" panose="000B0903020204020204" pitchFamily="34" charset="-78"/>
                <a:sym typeface="Fira Sans Medium"/>
              </a:rPr>
              <a:t>ايرادات</a:t>
            </a:r>
            <a:endParaRPr kumimoji="0" sz="1200" b="1" i="0" u="none" strike="noStrike" kern="1200" cap="none" spc="0" normalizeH="0" baseline="0" noProof="0">
              <a:ln>
                <a:noFill/>
              </a:ln>
              <a:solidFill>
                <a:prstClr val="white"/>
              </a:solidFill>
              <a:effectLst/>
              <a:uLnTx/>
              <a:uFillTx/>
              <a:latin typeface="Calibri" panose="020F0502020204030204"/>
              <a:ea typeface="+mn-ea"/>
              <a:cs typeface="29LT Bukra Bold" panose="000B0903020204020204" pitchFamily="34" charset="-78"/>
              <a:sym typeface="Fira Sans Medium"/>
            </a:endParaRPr>
          </a:p>
        </p:txBody>
      </p:sp>
      <p:grpSp>
        <p:nvGrpSpPr>
          <p:cNvPr id="1099" name="Group 1098">
            <a:extLst>
              <a:ext uri="{FF2B5EF4-FFF2-40B4-BE49-F238E27FC236}">
                <a16:creationId xmlns:a16="http://schemas.microsoft.com/office/drawing/2014/main" id="{E120B321-A190-460A-1993-C7B06A0C1646}"/>
              </a:ext>
            </a:extLst>
          </p:cNvPr>
          <p:cNvGrpSpPr/>
          <p:nvPr/>
        </p:nvGrpSpPr>
        <p:grpSpPr>
          <a:xfrm>
            <a:off x="506681" y="470847"/>
            <a:ext cx="11292638" cy="2546668"/>
            <a:chOff x="506681" y="587474"/>
            <a:chExt cx="11292638" cy="2546668"/>
          </a:xfrm>
        </p:grpSpPr>
        <p:graphicFrame>
          <p:nvGraphicFramePr>
            <p:cNvPr id="610" name="Chart 609">
              <a:extLst>
                <a:ext uri="{FF2B5EF4-FFF2-40B4-BE49-F238E27FC236}">
                  <a16:creationId xmlns:a16="http://schemas.microsoft.com/office/drawing/2014/main" id="{A84FF895-0ED3-33B2-3E94-6ADDC54B0B3E}"/>
                </a:ext>
              </a:extLst>
            </p:cNvPr>
            <p:cNvGraphicFramePr/>
            <p:nvPr/>
          </p:nvGraphicFramePr>
          <p:xfrm>
            <a:off x="3354487" y="587474"/>
            <a:ext cx="2606745" cy="2544141"/>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611" name="Chart 610">
              <a:extLst>
                <a:ext uri="{FF2B5EF4-FFF2-40B4-BE49-F238E27FC236}">
                  <a16:creationId xmlns:a16="http://schemas.microsoft.com/office/drawing/2014/main" id="{7A35E092-9C76-7485-C96E-4BDBEFEAD83C}"/>
                </a:ext>
              </a:extLst>
            </p:cNvPr>
            <p:cNvGraphicFramePr/>
            <p:nvPr/>
          </p:nvGraphicFramePr>
          <p:xfrm>
            <a:off x="9192574" y="587474"/>
            <a:ext cx="2606745" cy="2544141"/>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612" name="Chart 611">
              <a:extLst>
                <a:ext uri="{FF2B5EF4-FFF2-40B4-BE49-F238E27FC236}">
                  <a16:creationId xmlns:a16="http://schemas.microsoft.com/office/drawing/2014/main" id="{20F1C2C2-BF1B-94C6-9261-8AE93ADDA70F}"/>
                </a:ext>
              </a:extLst>
            </p:cNvPr>
            <p:cNvGraphicFramePr/>
            <p:nvPr/>
          </p:nvGraphicFramePr>
          <p:xfrm>
            <a:off x="6344768" y="587474"/>
            <a:ext cx="2606745" cy="2544141"/>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613" name="Chart 612">
              <a:extLst>
                <a:ext uri="{FF2B5EF4-FFF2-40B4-BE49-F238E27FC236}">
                  <a16:creationId xmlns:a16="http://schemas.microsoft.com/office/drawing/2014/main" id="{20A20FDA-EB92-7426-E21B-E9504519C675}"/>
                </a:ext>
              </a:extLst>
            </p:cNvPr>
            <p:cNvGraphicFramePr/>
            <p:nvPr/>
          </p:nvGraphicFramePr>
          <p:xfrm>
            <a:off x="506681" y="590001"/>
            <a:ext cx="2606745" cy="2544141"/>
          </p:xfrm>
          <a:graphic>
            <a:graphicData uri="http://schemas.openxmlformats.org/drawingml/2006/chart">
              <c:chart xmlns:c="http://schemas.openxmlformats.org/drawingml/2006/chart" xmlns:r="http://schemas.openxmlformats.org/officeDocument/2006/relationships" r:id="rId5"/>
            </a:graphicData>
          </a:graphic>
        </p:graphicFrame>
      </p:grpSp>
      <p:grpSp>
        <p:nvGrpSpPr>
          <p:cNvPr id="1101" name="Group 1100">
            <a:extLst>
              <a:ext uri="{FF2B5EF4-FFF2-40B4-BE49-F238E27FC236}">
                <a16:creationId xmlns:a16="http://schemas.microsoft.com/office/drawing/2014/main" id="{A49629E3-B68F-C677-E3B7-5F439E31A200}"/>
              </a:ext>
            </a:extLst>
          </p:cNvPr>
          <p:cNvGrpSpPr/>
          <p:nvPr/>
        </p:nvGrpSpPr>
        <p:grpSpPr>
          <a:xfrm>
            <a:off x="495649" y="3022739"/>
            <a:ext cx="11292471" cy="539416"/>
            <a:chOff x="506681" y="3251431"/>
            <a:chExt cx="11292471" cy="539416"/>
          </a:xfrm>
        </p:grpSpPr>
        <p:sp>
          <p:nvSpPr>
            <p:cNvPr id="614" name="Google Shape;2311;p26">
              <a:extLst>
                <a:ext uri="{FF2B5EF4-FFF2-40B4-BE49-F238E27FC236}">
                  <a16:creationId xmlns:a16="http://schemas.microsoft.com/office/drawing/2014/main" id="{1F9A5484-8A0D-0880-C7BC-4D88A7E7BEED}"/>
                </a:ext>
              </a:extLst>
            </p:cNvPr>
            <p:cNvSpPr txBox="1"/>
            <p:nvPr/>
          </p:nvSpPr>
          <p:spPr>
            <a:xfrm>
              <a:off x="9192574" y="3251431"/>
              <a:ext cx="2606578" cy="539416"/>
            </a:xfrm>
            <a:prstGeom prst="roundRect">
              <a:avLst/>
            </a:prstGeom>
            <a:solidFill>
              <a:schemeClr val="tx2"/>
            </a:solidFill>
            <a:ln>
              <a:noFill/>
            </a:ln>
          </p:spPr>
          <p:txBody>
            <a:bodyPr spcFirstLastPara="1" wrap="square" lIns="91425" tIns="91425" rIns="91425" bIns="91425" anchor="t"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LY" sz="800" b="1" i="0" u="none" strike="noStrike" kern="1200" cap="none" spc="0" normalizeH="0" baseline="0" noProof="0" dirty="0">
                  <a:ln>
                    <a:noFill/>
                  </a:ln>
                  <a:solidFill>
                    <a:prstClr val="white"/>
                  </a:solidFill>
                  <a:effectLst/>
                  <a:uLnTx/>
                  <a:uFillTx/>
                  <a:latin typeface="29LT Bukra Bold" panose="000B0903020204020204" pitchFamily="34" charset="-78"/>
                  <a:ea typeface="Roboto"/>
                  <a:cs typeface="29LT Bukra Bold" panose="000B0903020204020204" pitchFamily="34" charset="-78"/>
                  <a:sym typeface="Roboto"/>
                </a:rPr>
                <a:t>حصل انخفاض في الإيرادات من خدمات الصوت خلال سنة 2023 بمقدار 9% عند مقارنتها بنفس الفترة من سنة 2022.</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ar-LY" sz="800" b="0" i="0" u="none" strike="noStrike" kern="1200" cap="none" spc="0" normalizeH="0" baseline="0" noProof="0" dirty="0">
                <a:ln>
                  <a:noFill/>
                </a:ln>
                <a:solidFill>
                  <a:prstClr val="white"/>
                </a:solidFill>
                <a:effectLst/>
                <a:uLnTx/>
                <a:uFillTx/>
                <a:latin typeface="29LT Bukra Bold" panose="000B0903020204020204" pitchFamily="34" charset="-78"/>
                <a:ea typeface="Roboto"/>
                <a:cs typeface="29LT Bukra Bold" panose="000B0903020204020204" pitchFamily="34" charset="-78"/>
                <a:sym typeface="Roboto"/>
              </a:endParaRPr>
            </a:p>
          </p:txBody>
        </p:sp>
        <p:sp>
          <p:nvSpPr>
            <p:cNvPr id="615" name="Google Shape;2311;p26">
              <a:extLst>
                <a:ext uri="{FF2B5EF4-FFF2-40B4-BE49-F238E27FC236}">
                  <a16:creationId xmlns:a16="http://schemas.microsoft.com/office/drawing/2014/main" id="{5AF39131-FA81-2AFC-4036-451A894765AD}"/>
                </a:ext>
              </a:extLst>
            </p:cNvPr>
            <p:cNvSpPr txBox="1"/>
            <p:nvPr/>
          </p:nvSpPr>
          <p:spPr>
            <a:xfrm>
              <a:off x="6344768" y="3251431"/>
              <a:ext cx="2606578" cy="539416"/>
            </a:xfrm>
            <a:prstGeom prst="roundRect">
              <a:avLst/>
            </a:prstGeom>
            <a:solidFill>
              <a:schemeClr val="tx2"/>
            </a:solidFill>
            <a:ln>
              <a:noFill/>
            </a:ln>
          </p:spPr>
          <p:txBody>
            <a:bodyPr spcFirstLastPara="1" wrap="square" lIns="91425" tIns="91425" rIns="91425" bIns="91425" anchor="t"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LY" sz="800" b="1" i="0" u="none" strike="noStrike" kern="1200" cap="none" spc="0" normalizeH="0" baseline="0" noProof="0" dirty="0">
                  <a:ln>
                    <a:noFill/>
                  </a:ln>
                  <a:solidFill>
                    <a:prstClr val="white"/>
                  </a:solidFill>
                  <a:effectLst/>
                  <a:uLnTx/>
                  <a:uFillTx/>
                  <a:latin typeface="29LT Bukra Bold" panose="000B0903020204020204" pitchFamily="34" charset="-78"/>
                  <a:ea typeface="Roboto"/>
                  <a:cs typeface="29LT Bukra Bold" panose="000B0903020204020204" pitchFamily="34" charset="-78"/>
                  <a:sym typeface="Roboto"/>
                </a:rPr>
                <a:t>حصل انخفاض في الإيرادات من خدمات الرسائل النصية خلال سنة 2023 بمقدار 19% عند مقارنتها بنفس الفترة من سنة 2022.</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ar-LY" sz="800" b="0" i="0" u="none" strike="noStrike" kern="1200" cap="none" spc="0" normalizeH="0" baseline="0" noProof="0" dirty="0">
                <a:ln>
                  <a:noFill/>
                </a:ln>
                <a:solidFill>
                  <a:prstClr val="white"/>
                </a:solidFill>
                <a:effectLst/>
                <a:uLnTx/>
                <a:uFillTx/>
                <a:latin typeface="29LT Bukra Bold" panose="000B0903020204020204" pitchFamily="34" charset="-78"/>
                <a:ea typeface="Roboto"/>
                <a:cs typeface="29LT Bukra Bold" panose="000B0903020204020204" pitchFamily="34" charset="-78"/>
                <a:sym typeface="Roboto"/>
              </a:endParaRPr>
            </a:p>
          </p:txBody>
        </p:sp>
        <p:sp>
          <p:nvSpPr>
            <p:cNvPr id="616" name="Google Shape;2311;p26">
              <a:extLst>
                <a:ext uri="{FF2B5EF4-FFF2-40B4-BE49-F238E27FC236}">
                  <a16:creationId xmlns:a16="http://schemas.microsoft.com/office/drawing/2014/main" id="{BFEB9CE4-C216-DD72-2C71-32946B88A0DE}"/>
                </a:ext>
              </a:extLst>
            </p:cNvPr>
            <p:cNvSpPr txBox="1"/>
            <p:nvPr/>
          </p:nvSpPr>
          <p:spPr>
            <a:xfrm>
              <a:off x="3354487" y="3251431"/>
              <a:ext cx="2606744" cy="539416"/>
            </a:xfrm>
            <a:prstGeom prst="roundRect">
              <a:avLst/>
            </a:prstGeom>
            <a:solidFill>
              <a:schemeClr val="tx2"/>
            </a:solidFill>
            <a:ln>
              <a:noFill/>
            </a:ln>
          </p:spPr>
          <p:txBody>
            <a:bodyPr spcFirstLastPara="1" wrap="square" lIns="91425" tIns="91425" rIns="91425" bIns="91425" anchor="t"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LY" sz="800" b="1" i="0" u="none" strike="noStrike" kern="1200" cap="none" spc="0" normalizeH="0" baseline="0" noProof="0" dirty="0">
                  <a:ln>
                    <a:noFill/>
                  </a:ln>
                  <a:solidFill>
                    <a:prstClr val="white"/>
                  </a:solidFill>
                  <a:effectLst/>
                  <a:uLnTx/>
                  <a:uFillTx/>
                  <a:latin typeface="29LT Bukra Bold" panose="000B0903020204020204" pitchFamily="34" charset="-78"/>
                  <a:ea typeface="Roboto"/>
                  <a:cs typeface="29LT Bukra Bold" panose="000B0903020204020204" pitchFamily="34" charset="-78"/>
                  <a:sym typeface="Roboto"/>
                </a:rPr>
                <a:t>حصل ارتفاع في الإيرادات من خدمات الانترنت  خلال سنة 2023 بمقدار 8% عند مقارنتها بنفس الفترة من سنة 2022.</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ar-LY" sz="800" b="0" i="0" u="none" strike="noStrike" kern="1200" cap="none" spc="0" normalizeH="0" baseline="0" noProof="0" dirty="0">
                <a:ln>
                  <a:noFill/>
                </a:ln>
                <a:solidFill>
                  <a:prstClr val="white"/>
                </a:solidFill>
                <a:effectLst/>
                <a:uLnTx/>
                <a:uFillTx/>
                <a:latin typeface="29LT Bukra Bold" panose="000B0903020204020204" pitchFamily="34" charset="-78"/>
                <a:ea typeface="Roboto"/>
                <a:cs typeface="29LT Bukra Bold" panose="000B0903020204020204" pitchFamily="34" charset="-78"/>
                <a:sym typeface="Roboto"/>
              </a:endParaRPr>
            </a:p>
          </p:txBody>
        </p:sp>
        <p:sp>
          <p:nvSpPr>
            <p:cNvPr id="617" name="Google Shape;2311;p26">
              <a:extLst>
                <a:ext uri="{FF2B5EF4-FFF2-40B4-BE49-F238E27FC236}">
                  <a16:creationId xmlns:a16="http://schemas.microsoft.com/office/drawing/2014/main" id="{722054DF-2D07-6E38-C6AD-780E23E7AB22}"/>
                </a:ext>
              </a:extLst>
            </p:cNvPr>
            <p:cNvSpPr txBox="1"/>
            <p:nvPr/>
          </p:nvSpPr>
          <p:spPr>
            <a:xfrm>
              <a:off x="506681" y="3251431"/>
              <a:ext cx="2502440" cy="539416"/>
            </a:xfrm>
            <a:prstGeom prst="roundRect">
              <a:avLst/>
            </a:prstGeom>
            <a:solidFill>
              <a:schemeClr val="tx2"/>
            </a:solidFill>
            <a:ln>
              <a:noFill/>
            </a:ln>
          </p:spPr>
          <p:txBody>
            <a:bodyPr spcFirstLastPara="1" wrap="square" lIns="91425" tIns="91425" rIns="91425" bIns="91425" anchor="t"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LY" sz="800" b="1" i="0" u="none" strike="noStrike" kern="1200" cap="none" spc="0" normalizeH="0" baseline="0" noProof="0" dirty="0">
                  <a:ln>
                    <a:noFill/>
                  </a:ln>
                  <a:solidFill>
                    <a:prstClr val="white"/>
                  </a:solidFill>
                  <a:effectLst/>
                  <a:uLnTx/>
                  <a:uFillTx/>
                  <a:latin typeface="29LT Bukra Bold" panose="000B0903020204020204" pitchFamily="34" charset="-78"/>
                  <a:ea typeface="Roboto"/>
                  <a:cs typeface="29LT Bukra Bold" panose="000B0903020204020204" pitchFamily="34" charset="-78"/>
                  <a:sym typeface="Roboto"/>
                </a:rPr>
                <a:t>حصل ارتفاع في الإيرادات من الخدمات المضافة خلال سنة 2023 بمقدار 24% عند مقارنتها بنفس الفترة من سنة 2022.</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ar-LY" sz="800" b="0" i="0" u="none" strike="noStrike" kern="1200" cap="none" spc="0" normalizeH="0" baseline="0" noProof="0" dirty="0">
                <a:ln>
                  <a:noFill/>
                </a:ln>
                <a:solidFill>
                  <a:prstClr val="white"/>
                </a:solidFill>
                <a:effectLst/>
                <a:uLnTx/>
                <a:uFillTx/>
                <a:latin typeface="29LT Bukra Bold" panose="000B0903020204020204" pitchFamily="34" charset="-78"/>
                <a:ea typeface="Roboto"/>
                <a:cs typeface="29LT Bukra Bold" panose="000B0903020204020204" pitchFamily="34" charset="-78"/>
                <a:sym typeface="Roboto"/>
              </a:endParaRPr>
            </a:p>
          </p:txBody>
        </p:sp>
      </p:grpSp>
      <p:cxnSp>
        <p:nvCxnSpPr>
          <p:cNvPr id="618" name="Straight Connector 617">
            <a:extLst>
              <a:ext uri="{FF2B5EF4-FFF2-40B4-BE49-F238E27FC236}">
                <a16:creationId xmlns:a16="http://schemas.microsoft.com/office/drawing/2014/main" id="{8B9EAB60-C71D-103E-5B0F-F1A8F1E30DE2}"/>
              </a:ext>
            </a:extLst>
          </p:cNvPr>
          <p:cNvCxnSpPr>
            <a:cxnSpLocks/>
          </p:cNvCxnSpPr>
          <p:nvPr/>
        </p:nvCxnSpPr>
        <p:spPr>
          <a:xfrm>
            <a:off x="5043635" y="3829816"/>
            <a:ext cx="213518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nvGrpSpPr>
          <p:cNvPr id="582" name="Group 581">
            <a:extLst>
              <a:ext uri="{FF2B5EF4-FFF2-40B4-BE49-F238E27FC236}">
                <a16:creationId xmlns:a16="http://schemas.microsoft.com/office/drawing/2014/main" id="{1D186CEF-5840-6286-82FE-3C6AAE4E0F2B}"/>
              </a:ext>
            </a:extLst>
          </p:cNvPr>
          <p:cNvGrpSpPr/>
          <p:nvPr/>
        </p:nvGrpSpPr>
        <p:grpSpPr>
          <a:xfrm>
            <a:off x="3222029" y="3927470"/>
            <a:ext cx="5656201" cy="2298768"/>
            <a:chOff x="869281" y="1669383"/>
            <a:chExt cx="10319266" cy="4338230"/>
          </a:xfrm>
        </p:grpSpPr>
        <p:sp>
          <p:nvSpPr>
            <p:cNvPr id="583" name="Google Shape;2220;p25">
              <a:extLst>
                <a:ext uri="{FF2B5EF4-FFF2-40B4-BE49-F238E27FC236}">
                  <a16:creationId xmlns:a16="http://schemas.microsoft.com/office/drawing/2014/main" id="{C1400D59-E80D-7EF5-9227-778DB85087B3}"/>
                </a:ext>
              </a:extLst>
            </p:cNvPr>
            <p:cNvSpPr txBox="1"/>
            <p:nvPr/>
          </p:nvSpPr>
          <p:spPr>
            <a:xfrm>
              <a:off x="989908" y="5130944"/>
              <a:ext cx="2353600" cy="347600"/>
            </a:xfrm>
            <a:prstGeom prst="rect">
              <a:avLst/>
            </a:prstGeom>
            <a:noFill/>
            <a:ln>
              <a:noFill/>
            </a:ln>
          </p:spPr>
          <p:txBody>
            <a:bodyPr spcFirstLastPara="1" wrap="square" lIns="121900" tIns="121900" rIns="121900" bIns="1219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ar-LY" sz="1600" b="1" i="0" u="none" strike="noStrike" kern="1200" cap="none" spc="0" normalizeH="0" baseline="0" noProof="0">
                <a:ln>
                  <a:noFill/>
                </a:ln>
                <a:solidFill>
                  <a:srgbClr val="990099"/>
                </a:solidFill>
                <a:effectLst/>
                <a:uLnTx/>
                <a:uFillTx/>
                <a:latin typeface="Tajawal ExtraBold" panose="00000800000000000000" pitchFamily="2" charset="-78"/>
                <a:ea typeface="Fira Sans Medium"/>
                <a:cs typeface="Tajawal ExtraBold" panose="00000800000000000000" pitchFamily="2" charset="-78"/>
                <a:sym typeface="Fira Sans Medium"/>
              </a:endParaRPr>
            </a:p>
          </p:txBody>
        </p:sp>
        <p:sp>
          <p:nvSpPr>
            <p:cNvPr id="584" name="Google Shape;2221;p25">
              <a:extLst>
                <a:ext uri="{FF2B5EF4-FFF2-40B4-BE49-F238E27FC236}">
                  <a16:creationId xmlns:a16="http://schemas.microsoft.com/office/drawing/2014/main" id="{F7677C31-85C8-BB0B-430B-BC0878073FB3}"/>
                </a:ext>
              </a:extLst>
            </p:cNvPr>
            <p:cNvSpPr txBox="1"/>
            <p:nvPr/>
          </p:nvSpPr>
          <p:spPr>
            <a:xfrm>
              <a:off x="869281" y="5520248"/>
              <a:ext cx="2353599" cy="473600"/>
            </a:xfrm>
            <a:prstGeom prst="rect">
              <a:avLst/>
            </a:prstGeom>
            <a:noFill/>
            <a:ln>
              <a:noFill/>
            </a:ln>
          </p:spPr>
          <p:txBody>
            <a:bodyPr spcFirstLastPara="1" wrap="square" lIns="121900" tIns="121900" rIns="121900" bIns="1219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LY" sz="1200" b="1" i="0" u="none" strike="noStrike" kern="1200" cap="none" spc="0" normalizeH="0" baseline="0" noProof="0">
                  <a:ln>
                    <a:noFill/>
                  </a:ln>
                  <a:solidFill>
                    <a:prstClr val="white"/>
                  </a:solidFill>
                  <a:effectLst/>
                  <a:uLnTx/>
                  <a:uFillTx/>
                  <a:latin typeface="29LT Bukra Bold" panose="000B0903020204020204"/>
                  <a:ea typeface="Fira Sans"/>
                  <a:cs typeface="Arial" panose="020B0604020202020204" pitchFamily="34" charset="0"/>
                  <a:sym typeface="Fira Sans"/>
                </a:rPr>
                <a:t>8.5 دينار</a:t>
              </a:r>
            </a:p>
          </p:txBody>
        </p:sp>
        <p:sp>
          <p:nvSpPr>
            <p:cNvPr id="585" name="Google Shape;2222;p25">
              <a:extLst>
                <a:ext uri="{FF2B5EF4-FFF2-40B4-BE49-F238E27FC236}">
                  <a16:creationId xmlns:a16="http://schemas.microsoft.com/office/drawing/2014/main" id="{67379827-764A-F317-3FCB-05EA1E215320}"/>
                </a:ext>
              </a:extLst>
            </p:cNvPr>
            <p:cNvSpPr txBox="1"/>
            <p:nvPr/>
          </p:nvSpPr>
          <p:spPr>
            <a:xfrm>
              <a:off x="4906913" y="5135997"/>
              <a:ext cx="2353600" cy="347600"/>
            </a:xfrm>
            <a:prstGeom prst="rect">
              <a:avLst/>
            </a:prstGeom>
            <a:noFill/>
            <a:ln>
              <a:noFill/>
            </a:ln>
          </p:spPr>
          <p:txBody>
            <a:bodyPr spcFirstLastPara="1" wrap="square" lIns="121900" tIns="121900" rIns="121900" bIns="1219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600" b="1" i="0" u="none" strike="noStrike" kern="1200" cap="none" spc="0" normalizeH="0" baseline="0" noProof="0">
                <a:ln>
                  <a:noFill/>
                </a:ln>
                <a:solidFill>
                  <a:srgbClr val="990099"/>
                </a:solidFill>
                <a:effectLst/>
                <a:uLnTx/>
                <a:uFillTx/>
                <a:latin typeface="Tajawal ExtraBold" panose="00000800000000000000" pitchFamily="2" charset="-78"/>
                <a:ea typeface="Fira Sans Medium"/>
                <a:cs typeface="Tajawal ExtraBold" panose="00000800000000000000" pitchFamily="2" charset="-78"/>
                <a:sym typeface="Fira Sans Medium"/>
              </a:endParaRPr>
            </a:p>
          </p:txBody>
        </p:sp>
        <p:sp>
          <p:nvSpPr>
            <p:cNvPr id="586" name="Google Shape;2223;p25">
              <a:extLst>
                <a:ext uri="{FF2B5EF4-FFF2-40B4-BE49-F238E27FC236}">
                  <a16:creationId xmlns:a16="http://schemas.microsoft.com/office/drawing/2014/main" id="{02CDE7A2-D40D-D09C-4BE0-8F8F69F44E6E}"/>
                </a:ext>
              </a:extLst>
            </p:cNvPr>
            <p:cNvSpPr txBox="1"/>
            <p:nvPr/>
          </p:nvSpPr>
          <p:spPr>
            <a:xfrm>
              <a:off x="4906913" y="5534013"/>
              <a:ext cx="2353600" cy="473600"/>
            </a:xfrm>
            <a:prstGeom prst="rect">
              <a:avLst/>
            </a:prstGeom>
            <a:noFill/>
            <a:ln>
              <a:noFill/>
            </a:ln>
          </p:spPr>
          <p:txBody>
            <a:bodyPr spcFirstLastPara="1" wrap="square" lIns="121900" tIns="121900" rIns="121900" bIns="1219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ar-LY" sz="1600" b="0" i="0" u="none" strike="noStrike" kern="1200" cap="none" spc="0" normalizeH="0" baseline="0" noProof="0">
                <a:ln>
                  <a:noFill/>
                </a:ln>
                <a:solidFill>
                  <a:prstClr val="black"/>
                </a:solidFill>
                <a:effectLst/>
                <a:uLnTx/>
                <a:uFillTx/>
                <a:latin typeface="Fira Sans"/>
                <a:ea typeface="Fira Sans"/>
                <a:cs typeface="Arial" panose="020B0604020202020204" pitchFamily="34" charset="0"/>
                <a:sym typeface="Fira Sans"/>
              </a:endParaRPr>
            </a:p>
          </p:txBody>
        </p:sp>
        <p:sp>
          <p:nvSpPr>
            <p:cNvPr id="587" name="Google Shape;2224;p25">
              <a:extLst>
                <a:ext uri="{FF2B5EF4-FFF2-40B4-BE49-F238E27FC236}">
                  <a16:creationId xmlns:a16="http://schemas.microsoft.com/office/drawing/2014/main" id="{FA179345-8959-707D-1A83-B32DB3F95F3A}"/>
                </a:ext>
              </a:extLst>
            </p:cNvPr>
            <p:cNvSpPr txBox="1"/>
            <p:nvPr/>
          </p:nvSpPr>
          <p:spPr>
            <a:xfrm>
              <a:off x="3161596" y="3965537"/>
              <a:ext cx="2353600" cy="347600"/>
            </a:xfrm>
            <a:prstGeom prst="rect">
              <a:avLst/>
            </a:prstGeom>
            <a:noFill/>
            <a:ln>
              <a:noFill/>
            </a:ln>
          </p:spPr>
          <p:txBody>
            <a:bodyPr spcFirstLastPara="1" wrap="square" lIns="121900" tIns="121900" rIns="121900" bIns="1219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600" b="1" i="0" u="none" strike="noStrike" kern="1200" cap="none" spc="0" normalizeH="0" baseline="0" noProof="0">
                <a:ln>
                  <a:noFill/>
                </a:ln>
                <a:solidFill>
                  <a:srgbClr val="990099"/>
                </a:solidFill>
                <a:effectLst/>
                <a:uLnTx/>
                <a:uFillTx/>
                <a:latin typeface="Tajawal ExtraBold" panose="00000800000000000000" pitchFamily="2" charset="-78"/>
                <a:ea typeface="Fira Sans Medium"/>
                <a:cs typeface="Tajawal ExtraBold" panose="00000800000000000000" pitchFamily="2" charset="-78"/>
                <a:sym typeface="Fira Sans Medium"/>
              </a:endParaRPr>
            </a:p>
          </p:txBody>
        </p:sp>
        <p:sp>
          <p:nvSpPr>
            <p:cNvPr id="588" name="Google Shape;2225;p25">
              <a:extLst>
                <a:ext uri="{FF2B5EF4-FFF2-40B4-BE49-F238E27FC236}">
                  <a16:creationId xmlns:a16="http://schemas.microsoft.com/office/drawing/2014/main" id="{DC5B642F-A702-EC16-1504-0D326D7B8318}"/>
                </a:ext>
              </a:extLst>
            </p:cNvPr>
            <p:cNvSpPr txBox="1"/>
            <p:nvPr/>
          </p:nvSpPr>
          <p:spPr>
            <a:xfrm>
              <a:off x="3121974" y="4474353"/>
              <a:ext cx="2353600" cy="473600"/>
            </a:xfrm>
            <a:prstGeom prst="rect">
              <a:avLst/>
            </a:prstGeom>
            <a:noFill/>
            <a:ln>
              <a:noFill/>
            </a:ln>
          </p:spPr>
          <p:txBody>
            <a:bodyPr spcFirstLastPara="1" wrap="square" lIns="121900" tIns="121900" rIns="121900" bIns="1219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ar-LY" sz="1600" b="0" i="0" u="none" strike="noStrike" kern="1200" cap="none" spc="0" normalizeH="0" baseline="0" noProof="0">
                <a:ln>
                  <a:noFill/>
                </a:ln>
                <a:solidFill>
                  <a:prstClr val="black"/>
                </a:solidFill>
                <a:effectLst/>
                <a:uLnTx/>
                <a:uFillTx/>
                <a:latin typeface="Fira Sans"/>
                <a:ea typeface="Fira Sans"/>
                <a:cs typeface="Arial" panose="020B0604020202020204" pitchFamily="34" charset="0"/>
                <a:sym typeface="Fira Sans"/>
              </a:endParaRPr>
            </a:p>
          </p:txBody>
        </p:sp>
        <p:sp>
          <p:nvSpPr>
            <p:cNvPr id="589" name="Google Shape;2226;p25">
              <a:extLst>
                <a:ext uri="{FF2B5EF4-FFF2-40B4-BE49-F238E27FC236}">
                  <a16:creationId xmlns:a16="http://schemas.microsoft.com/office/drawing/2014/main" id="{1DB7768B-B047-EE49-ED58-60797D6208E8}"/>
                </a:ext>
              </a:extLst>
            </p:cNvPr>
            <p:cNvSpPr txBox="1"/>
            <p:nvPr/>
          </p:nvSpPr>
          <p:spPr>
            <a:xfrm>
              <a:off x="8773628" y="5135985"/>
              <a:ext cx="2353600" cy="347600"/>
            </a:xfrm>
            <a:prstGeom prst="rect">
              <a:avLst/>
            </a:prstGeom>
            <a:noFill/>
            <a:ln>
              <a:noFill/>
            </a:ln>
          </p:spPr>
          <p:txBody>
            <a:bodyPr spcFirstLastPara="1" wrap="square" lIns="121900" tIns="121900" rIns="121900" bIns="1219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600" b="1" i="0" u="none" strike="noStrike" kern="1200" cap="none" spc="0" normalizeH="0" baseline="0" noProof="0">
                <a:ln>
                  <a:noFill/>
                </a:ln>
                <a:solidFill>
                  <a:srgbClr val="92278F"/>
                </a:solidFill>
                <a:effectLst/>
                <a:uLnTx/>
                <a:uFillTx/>
                <a:latin typeface="Tajawal ExtraBold" panose="00000800000000000000" pitchFamily="2" charset="-78"/>
                <a:ea typeface="Fira Sans Medium"/>
                <a:cs typeface="Tajawal ExtraBold" panose="00000800000000000000" pitchFamily="2" charset="-78"/>
                <a:sym typeface="Fira Sans Medium"/>
              </a:endParaRPr>
            </a:p>
          </p:txBody>
        </p:sp>
        <p:sp>
          <p:nvSpPr>
            <p:cNvPr id="590" name="Google Shape;2227;p25">
              <a:extLst>
                <a:ext uri="{FF2B5EF4-FFF2-40B4-BE49-F238E27FC236}">
                  <a16:creationId xmlns:a16="http://schemas.microsoft.com/office/drawing/2014/main" id="{97072B20-856F-1B99-E6AE-391787F6237A}"/>
                </a:ext>
              </a:extLst>
            </p:cNvPr>
            <p:cNvSpPr txBox="1"/>
            <p:nvPr/>
          </p:nvSpPr>
          <p:spPr>
            <a:xfrm>
              <a:off x="8834947" y="5520247"/>
              <a:ext cx="2353600" cy="473600"/>
            </a:xfrm>
            <a:prstGeom prst="rect">
              <a:avLst/>
            </a:prstGeom>
            <a:noFill/>
            <a:ln>
              <a:noFill/>
            </a:ln>
          </p:spPr>
          <p:txBody>
            <a:bodyPr spcFirstLastPara="1" wrap="square" lIns="121900" tIns="121900" rIns="121900" bIns="1219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ar-LY" sz="1600" b="0" i="0" u="none" strike="noStrike" kern="1200" cap="none" spc="0" normalizeH="0" baseline="0" noProof="0">
                <a:ln>
                  <a:noFill/>
                </a:ln>
                <a:solidFill>
                  <a:prstClr val="black"/>
                </a:solidFill>
                <a:effectLst/>
                <a:uLnTx/>
                <a:uFillTx/>
                <a:latin typeface="Fira Sans"/>
                <a:ea typeface="Fira Sans"/>
                <a:cs typeface="Arial" panose="020B0604020202020204" pitchFamily="34" charset="0"/>
                <a:sym typeface="Fira Sans"/>
              </a:endParaRPr>
            </a:p>
          </p:txBody>
        </p:sp>
        <p:sp>
          <p:nvSpPr>
            <p:cNvPr id="591" name="Google Shape;2228;p25">
              <a:extLst>
                <a:ext uri="{FF2B5EF4-FFF2-40B4-BE49-F238E27FC236}">
                  <a16:creationId xmlns:a16="http://schemas.microsoft.com/office/drawing/2014/main" id="{A5E8592E-B50E-7C9F-55E1-AB36AF93FF59}"/>
                </a:ext>
              </a:extLst>
            </p:cNvPr>
            <p:cNvSpPr txBox="1"/>
            <p:nvPr/>
          </p:nvSpPr>
          <p:spPr>
            <a:xfrm>
              <a:off x="6715744" y="3965523"/>
              <a:ext cx="2353600" cy="347600"/>
            </a:xfrm>
            <a:prstGeom prst="rect">
              <a:avLst/>
            </a:prstGeom>
            <a:noFill/>
            <a:ln>
              <a:noFill/>
            </a:ln>
          </p:spPr>
          <p:txBody>
            <a:bodyPr spcFirstLastPara="1" wrap="square" lIns="121900" tIns="121900" rIns="121900" bIns="1219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600" b="1" i="0" u="none" strike="noStrike" kern="1200" cap="none" spc="0" normalizeH="0" baseline="0" noProof="0">
                <a:ln>
                  <a:noFill/>
                </a:ln>
                <a:solidFill>
                  <a:srgbClr val="990099"/>
                </a:solidFill>
                <a:effectLst/>
                <a:uLnTx/>
                <a:uFillTx/>
                <a:latin typeface="Tajawal ExtraBold" panose="00000800000000000000" pitchFamily="2" charset="-78"/>
                <a:ea typeface="Fira Sans Medium"/>
                <a:cs typeface="Tajawal ExtraBold" panose="00000800000000000000" pitchFamily="2" charset="-78"/>
                <a:sym typeface="Fira Sans Medium"/>
              </a:endParaRPr>
            </a:p>
          </p:txBody>
        </p:sp>
        <p:sp>
          <p:nvSpPr>
            <p:cNvPr id="592" name="Google Shape;2229;p25">
              <a:extLst>
                <a:ext uri="{FF2B5EF4-FFF2-40B4-BE49-F238E27FC236}">
                  <a16:creationId xmlns:a16="http://schemas.microsoft.com/office/drawing/2014/main" id="{4F8D4DFB-C6A6-0872-7C15-D7A5501DEB18}"/>
                </a:ext>
              </a:extLst>
            </p:cNvPr>
            <p:cNvSpPr txBox="1"/>
            <p:nvPr/>
          </p:nvSpPr>
          <p:spPr>
            <a:xfrm>
              <a:off x="6723453" y="4482794"/>
              <a:ext cx="2353600" cy="473600"/>
            </a:xfrm>
            <a:prstGeom prst="rect">
              <a:avLst/>
            </a:prstGeom>
            <a:noFill/>
            <a:ln>
              <a:noFill/>
            </a:ln>
          </p:spPr>
          <p:txBody>
            <a:bodyPr spcFirstLastPara="1" wrap="square" lIns="121900" tIns="121900" rIns="121900" bIns="1219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ar-LY" sz="1600" b="0" i="0" u="none" strike="noStrike" kern="1200" cap="none" spc="0" normalizeH="0" baseline="0" noProof="0">
                <a:ln>
                  <a:noFill/>
                </a:ln>
                <a:solidFill>
                  <a:prstClr val="black"/>
                </a:solidFill>
                <a:effectLst/>
                <a:uLnTx/>
                <a:uFillTx/>
                <a:latin typeface="Fira Sans"/>
                <a:ea typeface="Fira Sans"/>
                <a:cs typeface="Arial" panose="020B0604020202020204" pitchFamily="34" charset="0"/>
                <a:sym typeface="Fira Sans"/>
              </a:endParaRPr>
            </a:p>
          </p:txBody>
        </p:sp>
        <p:grpSp>
          <p:nvGrpSpPr>
            <p:cNvPr id="593" name="Google Shape;2230;p25">
              <a:extLst>
                <a:ext uri="{FF2B5EF4-FFF2-40B4-BE49-F238E27FC236}">
                  <a16:creationId xmlns:a16="http://schemas.microsoft.com/office/drawing/2014/main" id="{97685BBB-FEAF-2497-C23C-3FA6FC06BC4E}"/>
                </a:ext>
              </a:extLst>
            </p:cNvPr>
            <p:cNvGrpSpPr/>
            <p:nvPr/>
          </p:nvGrpSpPr>
          <p:grpSpPr>
            <a:xfrm>
              <a:off x="1634257" y="1669383"/>
              <a:ext cx="8898969" cy="3304561"/>
              <a:chOff x="936425" y="1625150"/>
              <a:chExt cx="5728950" cy="2127400"/>
            </a:xfrm>
          </p:grpSpPr>
          <p:sp>
            <p:nvSpPr>
              <p:cNvPr id="624" name="Google Shape;2231;p25">
                <a:extLst>
                  <a:ext uri="{FF2B5EF4-FFF2-40B4-BE49-F238E27FC236}">
                    <a16:creationId xmlns:a16="http://schemas.microsoft.com/office/drawing/2014/main" id="{C5017E20-0AFF-F7AF-9FE2-6C0ABCF24847}"/>
                  </a:ext>
                </a:extLst>
              </p:cNvPr>
              <p:cNvSpPr/>
              <p:nvPr/>
            </p:nvSpPr>
            <p:spPr>
              <a:xfrm>
                <a:off x="2329850" y="2358300"/>
                <a:ext cx="649250" cy="650025"/>
              </a:xfrm>
              <a:custGeom>
                <a:avLst/>
                <a:gdLst/>
                <a:ahLst/>
                <a:cxnLst/>
                <a:rect l="l" t="t" r="r" b="b"/>
                <a:pathLst>
                  <a:path w="25970" h="26001" extrusionOk="0">
                    <a:moveTo>
                      <a:pt x="12985" y="0"/>
                    </a:moveTo>
                    <a:cubicBezTo>
                      <a:pt x="5796" y="0"/>
                      <a:pt x="1" y="5827"/>
                      <a:pt x="1" y="12985"/>
                    </a:cubicBezTo>
                    <a:cubicBezTo>
                      <a:pt x="1" y="20173"/>
                      <a:pt x="5796" y="26000"/>
                      <a:pt x="12985" y="26000"/>
                    </a:cubicBezTo>
                    <a:cubicBezTo>
                      <a:pt x="20142" y="26000"/>
                      <a:pt x="25969" y="20173"/>
                      <a:pt x="25969" y="12985"/>
                    </a:cubicBezTo>
                    <a:cubicBezTo>
                      <a:pt x="25969" y="5827"/>
                      <a:pt x="20142" y="0"/>
                      <a:pt x="12985" y="0"/>
                    </a:cubicBezTo>
                    <a:close/>
                  </a:path>
                </a:pathLst>
              </a:custGeom>
              <a:solidFill>
                <a:schemeClr val="tx2"/>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25" name="Google Shape;2232;p25">
                <a:extLst>
                  <a:ext uri="{FF2B5EF4-FFF2-40B4-BE49-F238E27FC236}">
                    <a16:creationId xmlns:a16="http://schemas.microsoft.com/office/drawing/2014/main" id="{69FD4EEE-B07C-D8D7-73B9-0BD66A48B29A}"/>
                  </a:ext>
                </a:extLst>
              </p:cNvPr>
              <p:cNvSpPr/>
              <p:nvPr/>
            </p:nvSpPr>
            <p:spPr>
              <a:xfrm>
                <a:off x="2344100" y="2372550"/>
                <a:ext cx="620750" cy="621525"/>
              </a:xfrm>
              <a:custGeom>
                <a:avLst/>
                <a:gdLst/>
                <a:ahLst/>
                <a:cxnLst/>
                <a:rect l="l" t="t" r="r" b="b"/>
                <a:pathLst>
                  <a:path w="24830" h="24861" extrusionOk="0">
                    <a:moveTo>
                      <a:pt x="12415" y="0"/>
                    </a:moveTo>
                    <a:cubicBezTo>
                      <a:pt x="5543" y="0"/>
                      <a:pt x="1" y="5542"/>
                      <a:pt x="1" y="12415"/>
                    </a:cubicBezTo>
                    <a:cubicBezTo>
                      <a:pt x="1" y="19287"/>
                      <a:pt x="5543" y="24860"/>
                      <a:pt x="12415" y="24860"/>
                    </a:cubicBezTo>
                    <a:cubicBezTo>
                      <a:pt x="19256" y="24860"/>
                      <a:pt x="24829" y="19287"/>
                      <a:pt x="24829" y="12415"/>
                    </a:cubicBezTo>
                    <a:cubicBezTo>
                      <a:pt x="24829" y="5542"/>
                      <a:pt x="19256" y="0"/>
                      <a:pt x="12415" y="0"/>
                    </a:cubicBezTo>
                    <a:close/>
                  </a:path>
                </a:pathLst>
              </a:custGeom>
              <a:solidFill>
                <a:srgbClr val="FFFFFF"/>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26" name="Google Shape;2233;p25">
                <a:extLst>
                  <a:ext uri="{FF2B5EF4-FFF2-40B4-BE49-F238E27FC236}">
                    <a16:creationId xmlns:a16="http://schemas.microsoft.com/office/drawing/2014/main" id="{6D31227D-1A0D-CAFD-3569-A0EF669662D8}"/>
                  </a:ext>
                </a:extLst>
              </p:cNvPr>
              <p:cNvSpPr/>
              <p:nvPr/>
            </p:nvSpPr>
            <p:spPr>
              <a:xfrm>
                <a:off x="3473900" y="3102525"/>
                <a:ext cx="649250" cy="650025"/>
              </a:xfrm>
              <a:custGeom>
                <a:avLst/>
                <a:gdLst/>
                <a:ahLst/>
                <a:cxnLst/>
                <a:rect l="l" t="t" r="r" b="b"/>
                <a:pathLst>
                  <a:path w="25970" h="26001" extrusionOk="0">
                    <a:moveTo>
                      <a:pt x="12985" y="0"/>
                    </a:moveTo>
                    <a:cubicBezTo>
                      <a:pt x="5796" y="0"/>
                      <a:pt x="0" y="5827"/>
                      <a:pt x="0" y="13016"/>
                    </a:cubicBezTo>
                    <a:cubicBezTo>
                      <a:pt x="0" y="20173"/>
                      <a:pt x="5796" y="26000"/>
                      <a:pt x="12985" y="26000"/>
                    </a:cubicBezTo>
                    <a:cubicBezTo>
                      <a:pt x="20142" y="26000"/>
                      <a:pt x="25969" y="20173"/>
                      <a:pt x="25969" y="13016"/>
                    </a:cubicBezTo>
                    <a:cubicBezTo>
                      <a:pt x="25969" y="5827"/>
                      <a:pt x="20142" y="0"/>
                      <a:pt x="12985" y="0"/>
                    </a:cubicBezTo>
                    <a:close/>
                  </a:path>
                </a:pathLst>
              </a:custGeom>
              <a:solidFill>
                <a:schemeClr val="tx2"/>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27" name="Google Shape;2234;p25">
                <a:extLst>
                  <a:ext uri="{FF2B5EF4-FFF2-40B4-BE49-F238E27FC236}">
                    <a16:creationId xmlns:a16="http://schemas.microsoft.com/office/drawing/2014/main" id="{376CF1A9-B572-3E59-D502-AF882468CBA5}"/>
                  </a:ext>
                </a:extLst>
              </p:cNvPr>
              <p:cNvSpPr/>
              <p:nvPr/>
            </p:nvSpPr>
            <p:spPr>
              <a:xfrm>
                <a:off x="3488150" y="3116775"/>
                <a:ext cx="620750" cy="621525"/>
              </a:xfrm>
              <a:custGeom>
                <a:avLst/>
                <a:gdLst/>
                <a:ahLst/>
                <a:cxnLst/>
                <a:rect l="l" t="t" r="r" b="b"/>
                <a:pathLst>
                  <a:path w="24830" h="24861" extrusionOk="0">
                    <a:moveTo>
                      <a:pt x="12415" y="0"/>
                    </a:moveTo>
                    <a:cubicBezTo>
                      <a:pt x="5543" y="0"/>
                      <a:pt x="1" y="5574"/>
                      <a:pt x="1" y="12446"/>
                    </a:cubicBezTo>
                    <a:cubicBezTo>
                      <a:pt x="1" y="19318"/>
                      <a:pt x="5543" y="24860"/>
                      <a:pt x="12415" y="24860"/>
                    </a:cubicBezTo>
                    <a:cubicBezTo>
                      <a:pt x="19255" y="24860"/>
                      <a:pt x="24829" y="19318"/>
                      <a:pt x="24829" y="12446"/>
                    </a:cubicBezTo>
                    <a:cubicBezTo>
                      <a:pt x="24829" y="5574"/>
                      <a:pt x="19255" y="0"/>
                      <a:pt x="12415" y="0"/>
                    </a:cubicBezTo>
                    <a:close/>
                  </a:path>
                </a:pathLst>
              </a:custGeom>
              <a:solidFill>
                <a:srgbClr val="FFFFFF"/>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28" name="Google Shape;2235;p25">
                <a:extLst>
                  <a:ext uri="{FF2B5EF4-FFF2-40B4-BE49-F238E27FC236}">
                    <a16:creationId xmlns:a16="http://schemas.microsoft.com/office/drawing/2014/main" id="{4DC1E86E-AC8B-64AC-A2C7-55ED57E800FF}"/>
                  </a:ext>
                </a:extLst>
              </p:cNvPr>
              <p:cNvSpPr/>
              <p:nvPr/>
            </p:nvSpPr>
            <p:spPr>
              <a:xfrm>
                <a:off x="4617950" y="2358300"/>
                <a:ext cx="649225" cy="650025"/>
              </a:xfrm>
              <a:custGeom>
                <a:avLst/>
                <a:gdLst/>
                <a:ahLst/>
                <a:cxnLst/>
                <a:rect l="l" t="t" r="r" b="b"/>
                <a:pathLst>
                  <a:path w="25969" h="26001" extrusionOk="0">
                    <a:moveTo>
                      <a:pt x="12985" y="0"/>
                    </a:moveTo>
                    <a:cubicBezTo>
                      <a:pt x="5796" y="0"/>
                      <a:pt x="0" y="5827"/>
                      <a:pt x="0" y="12985"/>
                    </a:cubicBezTo>
                    <a:cubicBezTo>
                      <a:pt x="0" y="20173"/>
                      <a:pt x="5796" y="26000"/>
                      <a:pt x="12985" y="26000"/>
                    </a:cubicBezTo>
                    <a:cubicBezTo>
                      <a:pt x="20142" y="26000"/>
                      <a:pt x="25969" y="20173"/>
                      <a:pt x="25969" y="12985"/>
                    </a:cubicBezTo>
                    <a:cubicBezTo>
                      <a:pt x="25969" y="5827"/>
                      <a:pt x="20142" y="0"/>
                      <a:pt x="12985" y="0"/>
                    </a:cubicBezTo>
                    <a:close/>
                  </a:path>
                </a:pathLst>
              </a:custGeom>
              <a:solidFill>
                <a:schemeClr val="tx2"/>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29" name="Google Shape;2236;p25">
                <a:extLst>
                  <a:ext uri="{FF2B5EF4-FFF2-40B4-BE49-F238E27FC236}">
                    <a16:creationId xmlns:a16="http://schemas.microsoft.com/office/drawing/2014/main" id="{C83F3FAC-19A3-A30C-497D-460225429177}"/>
                  </a:ext>
                </a:extLst>
              </p:cNvPr>
              <p:cNvSpPr/>
              <p:nvPr/>
            </p:nvSpPr>
            <p:spPr>
              <a:xfrm>
                <a:off x="4631400" y="2372550"/>
                <a:ext cx="621525" cy="621525"/>
              </a:xfrm>
              <a:custGeom>
                <a:avLst/>
                <a:gdLst/>
                <a:ahLst/>
                <a:cxnLst/>
                <a:rect l="l" t="t" r="r" b="b"/>
                <a:pathLst>
                  <a:path w="24861" h="24861" extrusionOk="0">
                    <a:moveTo>
                      <a:pt x="12447" y="0"/>
                    </a:moveTo>
                    <a:cubicBezTo>
                      <a:pt x="5574" y="0"/>
                      <a:pt x="1" y="5542"/>
                      <a:pt x="1" y="12415"/>
                    </a:cubicBezTo>
                    <a:cubicBezTo>
                      <a:pt x="1" y="19287"/>
                      <a:pt x="5574" y="24860"/>
                      <a:pt x="12447" y="24860"/>
                    </a:cubicBezTo>
                    <a:cubicBezTo>
                      <a:pt x="19287" y="24860"/>
                      <a:pt x="24861" y="19287"/>
                      <a:pt x="24861" y="12415"/>
                    </a:cubicBezTo>
                    <a:cubicBezTo>
                      <a:pt x="24861" y="5542"/>
                      <a:pt x="19287" y="0"/>
                      <a:pt x="12447" y="0"/>
                    </a:cubicBezTo>
                    <a:close/>
                  </a:path>
                </a:pathLst>
              </a:custGeom>
              <a:solidFill>
                <a:schemeClr val="bg1"/>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30" name="Google Shape;2237;p25">
                <a:extLst>
                  <a:ext uri="{FF2B5EF4-FFF2-40B4-BE49-F238E27FC236}">
                    <a16:creationId xmlns:a16="http://schemas.microsoft.com/office/drawing/2014/main" id="{291082DB-C47C-79F2-9ECB-11971FDEB473}"/>
                  </a:ext>
                </a:extLst>
              </p:cNvPr>
              <p:cNvSpPr/>
              <p:nvPr/>
            </p:nvSpPr>
            <p:spPr>
              <a:xfrm>
                <a:off x="6016125" y="3102525"/>
                <a:ext cx="649250" cy="650025"/>
              </a:xfrm>
              <a:custGeom>
                <a:avLst/>
                <a:gdLst/>
                <a:ahLst/>
                <a:cxnLst/>
                <a:rect l="l" t="t" r="r" b="b"/>
                <a:pathLst>
                  <a:path w="25970" h="26001" extrusionOk="0">
                    <a:moveTo>
                      <a:pt x="12985" y="0"/>
                    </a:moveTo>
                    <a:cubicBezTo>
                      <a:pt x="5828" y="0"/>
                      <a:pt x="1" y="5827"/>
                      <a:pt x="1" y="13016"/>
                    </a:cubicBezTo>
                    <a:cubicBezTo>
                      <a:pt x="1" y="20173"/>
                      <a:pt x="5828" y="26000"/>
                      <a:pt x="12985" y="26000"/>
                    </a:cubicBezTo>
                    <a:cubicBezTo>
                      <a:pt x="20174" y="26000"/>
                      <a:pt x="25970" y="20173"/>
                      <a:pt x="25970" y="13016"/>
                    </a:cubicBezTo>
                    <a:cubicBezTo>
                      <a:pt x="25970" y="5827"/>
                      <a:pt x="20174" y="0"/>
                      <a:pt x="12985" y="0"/>
                    </a:cubicBezTo>
                    <a:close/>
                  </a:path>
                </a:pathLst>
              </a:custGeom>
              <a:solidFill>
                <a:schemeClr val="tx2"/>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31" name="Google Shape;2238;p25">
                <a:extLst>
                  <a:ext uri="{FF2B5EF4-FFF2-40B4-BE49-F238E27FC236}">
                    <a16:creationId xmlns:a16="http://schemas.microsoft.com/office/drawing/2014/main" id="{DEB995B6-9763-8661-12BD-8F5DAC667647}"/>
                  </a:ext>
                </a:extLst>
              </p:cNvPr>
              <p:cNvSpPr/>
              <p:nvPr/>
            </p:nvSpPr>
            <p:spPr>
              <a:xfrm>
                <a:off x="6030375" y="3116775"/>
                <a:ext cx="620750" cy="621525"/>
              </a:xfrm>
              <a:custGeom>
                <a:avLst/>
                <a:gdLst/>
                <a:ahLst/>
                <a:cxnLst/>
                <a:rect l="l" t="t" r="r" b="b"/>
                <a:pathLst>
                  <a:path w="24830" h="24861" extrusionOk="0">
                    <a:moveTo>
                      <a:pt x="12415" y="0"/>
                    </a:moveTo>
                    <a:cubicBezTo>
                      <a:pt x="5575" y="0"/>
                      <a:pt x="1" y="5574"/>
                      <a:pt x="1" y="12446"/>
                    </a:cubicBezTo>
                    <a:cubicBezTo>
                      <a:pt x="1" y="19318"/>
                      <a:pt x="5575" y="24860"/>
                      <a:pt x="12415" y="24860"/>
                    </a:cubicBezTo>
                    <a:cubicBezTo>
                      <a:pt x="19287" y="24860"/>
                      <a:pt x="24829" y="19318"/>
                      <a:pt x="24829" y="12446"/>
                    </a:cubicBezTo>
                    <a:cubicBezTo>
                      <a:pt x="24829" y="5574"/>
                      <a:pt x="19287" y="0"/>
                      <a:pt x="12415" y="0"/>
                    </a:cubicBezTo>
                    <a:close/>
                  </a:path>
                </a:pathLst>
              </a:custGeom>
              <a:solidFill>
                <a:srgbClr val="FFFFFF"/>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32" name="Google Shape;2239;p25">
                <a:extLst>
                  <a:ext uri="{FF2B5EF4-FFF2-40B4-BE49-F238E27FC236}">
                    <a16:creationId xmlns:a16="http://schemas.microsoft.com/office/drawing/2014/main" id="{5B6B709E-D4BB-733C-3C5C-87B9D01AADA2}"/>
                  </a:ext>
                </a:extLst>
              </p:cNvPr>
              <p:cNvSpPr/>
              <p:nvPr/>
            </p:nvSpPr>
            <p:spPr>
              <a:xfrm>
                <a:off x="5762000" y="1625150"/>
                <a:ext cx="598550" cy="1452050"/>
              </a:xfrm>
              <a:custGeom>
                <a:avLst/>
                <a:gdLst/>
                <a:ahLst/>
                <a:cxnLst/>
                <a:rect l="l" t="t" r="r" b="b"/>
                <a:pathLst>
                  <a:path w="23942" h="58082" extrusionOk="0">
                    <a:moveTo>
                      <a:pt x="887" y="1"/>
                    </a:moveTo>
                    <a:cubicBezTo>
                      <a:pt x="380" y="1"/>
                      <a:pt x="0" y="381"/>
                      <a:pt x="0" y="888"/>
                    </a:cubicBezTo>
                    <a:cubicBezTo>
                      <a:pt x="0" y="1394"/>
                      <a:pt x="380" y="1774"/>
                      <a:pt x="887" y="1774"/>
                    </a:cubicBezTo>
                    <a:cubicBezTo>
                      <a:pt x="1140" y="1774"/>
                      <a:pt x="1362" y="1679"/>
                      <a:pt x="1520" y="1489"/>
                    </a:cubicBezTo>
                    <a:lnTo>
                      <a:pt x="22865" y="15265"/>
                    </a:lnTo>
                    <a:lnTo>
                      <a:pt x="22865" y="56308"/>
                    </a:lnTo>
                    <a:cubicBezTo>
                      <a:pt x="22485" y="56403"/>
                      <a:pt x="22168" y="56752"/>
                      <a:pt x="22168" y="57195"/>
                    </a:cubicBezTo>
                    <a:cubicBezTo>
                      <a:pt x="22168" y="57702"/>
                      <a:pt x="22580" y="58082"/>
                      <a:pt x="23055" y="58082"/>
                    </a:cubicBezTo>
                    <a:cubicBezTo>
                      <a:pt x="23562" y="58082"/>
                      <a:pt x="23942" y="57702"/>
                      <a:pt x="23942" y="57195"/>
                    </a:cubicBezTo>
                    <a:cubicBezTo>
                      <a:pt x="23942" y="56752"/>
                      <a:pt x="23657" y="56403"/>
                      <a:pt x="23245" y="56308"/>
                    </a:cubicBezTo>
                    <a:lnTo>
                      <a:pt x="23245" y="15170"/>
                    </a:lnTo>
                    <a:cubicBezTo>
                      <a:pt x="23245" y="15107"/>
                      <a:pt x="23214" y="15044"/>
                      <a:pt x="23150" y="15012"/>
                    </a:cubicBezTo>
                    <a:lnTo>
                      <a:pt x="1710" y="1173"/>
                    </a:lnTo>
                    <a:cubicBezTo>
                      <a:pt x="1742" y="1078"/>
                      <a:pt x="1774" y="983"/>
                      <a:pt x="1774" y="888"/>
                    </a:cubicBezTo>
                    <a:cubicBezTo>
                      <a:pt x="1774" y="381"/>
                      <a:pt x="1394" y="1"/>
                      <a:pt x="887" y="1"/>
                    </a:cubicBezTo>
                    <a:close/>
                  </a:path>
                </a:pathLst>
              </a:custGeom>
              <a:solidFill>
                <a:schemeClr val="tx2"/>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33" name="Google Shape;2242;p25">
                <a:extLst>
                  <a:ext uri="{FF2B5EF4-FFF2-40B4-BE49-F238E27FC236}">
                    <a16:creationId xmlns:a16="http://schemas.microsoft.com/office/drawing/2014/main" id="{C47E39A2-74AC-D951-A42A-32174656B17C}"/>
                  </a:ext>
                </a:extLst>
              </p:cNvPr>
              <p:cNvSpPr/>
              <p:nvPr/>
            </p:nvSpPr>
            <p:spPr>
              <a:xfrm>
                <a:off x="4731150" y="2042400"/>
                <a:ext cx="232000" cy="296125"/>
              </a:xfrm>
              <a:custGeom>
                <a:avLst/>
                <a:gdLst/>
                <a:ahLst/>
                <a:cxnLst/>
                <a:rect l="l" t="t" r="r" b="b"/>
                <a:pathLst>
                  <a:path w="9280" h="11845" extrusionOk="0">
                    <a:moveTo>
                      <a:pt x="919" y="0"/>
                    </a:moveTo>
                    <a:cubicBezTo>
                      <a:pt x="413" y="0"/>
                      <a:pt x="1" y="380"/>
                      <a:pt x="1" y="887"/>
                    </a:cubicBezTo>
                    <a:cubicBezTo>
                      <a:pt x="1" y="1394"/>
                      <a:pt x="413" y="1774"/>
                      <a:pt x="919" y="1774"/>
                    </a:cubicBezTo>
                    <a:cubicBezTo>
                      <a:pt x="1141" y="1774"/>
                      <a:pt x="1331" y="1711"/>
                      <a:pt x="1489" y="1552"/>
                    </a:cubicBezTo>
                    <a:lnTo>
                      <a:pt x="8172" y="6651"/>
                    </a:lnTo>
                    <a:lnTo>
                      <a:pt x="8203" y="10103"/>
                    </a:lnTo>
                    <a:cubicBezTo>
                      <a:pt x="7792" y="10166"/>
                      <a:pt x="7507" y="10546"/>
                      <a:pt x="7507" y="10958"/>
                    </a:cubicBezTo>
                    <a:cubicBezTo>
                      <a:pt x="7507" y="11465"/>
                      <a:pt x="7887" y="11845"/>
                      <a:pt x="8393" y="11845"/>
                    </a:cubicBezTo>
                    <a:cubicBezTo>
                      <a:pt x="8900" y="11845"/>
                      <a:pt x="9280" y="11465"/>
                      <a:pt x="9280" y="10958"/>
                    </a:cubicBezTo>
                    <a:cubicBezTo>
                      <a:pt x="9280" y="10514"/>
                      <a:pt x="8963" y="10166"/>
                      <a:pt x="8583" y="10071"/>
                    </a:cubicBezTo>
                    <a:lnTo>
                      <a:pt x="8552" y="6556"/>
                    </a:lnTo>
                    <a:cubicBezTo>
                      <a:pt x="8552" y="6493"/>
                      <a:pt x="8520" y="6429"/>
                      <a:pt x="8457" y="6397"/>
                    </a:cubicBezTo>
                    <a:lnTo>
                      <a:pt x="1711" y="1267"/>
                    </a:lnTo>
                    <a:cubicBezTo>
                      <a:pt x="1774" y="1140"/>
                      <a:pt x="1806" y="1014"/>
                      <a:pt x="1806" y="887"/>
                    </a:cubicBezTo>
                    <a:cubicBezTo>
                      <a:pt x="1806" y="380"/>
                      <a:pt x="1394" y="0"/>
                      <a:pt x="919" y="0"/>
                    </a:cubicBezTo>
                    <a:close/>
                  </a:path>
                </a:pathLst>
              </a:custGeom>
              <a:solidFill>
                <a:schemeClr val="tx2"/>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34" name="Google Shape;2248;p25">
                <a:extLst>
                  <a:ext uri="{FF2B5EF4-FFF2-40B4-BE49-F238E27FC236}">
                    <a16:creationId xmlns:a16="http://schemas.microsoft.com/office/drawing/2014/main" id="{17A4F754-5A30-CA1B-309C-100D8D38E43F}"/>
                  </a:ext>
                </a:extLst>
              </p:cNvPr>
              <p:cNvSpPr/>
              <p:nvPr/>
            </p:nvSpPr>
            <p:spPr>
              <a:xfrm>
                <a:off x="3775550" y="2178575"/>
                <a:ext cx="44350" cy="898625"/>
              </a:xfrm>
              <a:custGeom>
                <a:avLst/>
                <a:gdLst/>
                <a:ahLst/>
                <a:cxnLst/>
                <a:rect l="l" t="t" r="r" b="b"/>
                <a:pathLst>
                  <a:path w="1774" h="35945" extrusionOk="0">
                    <a:moveTo>
                      <a:pt x="887" y="0"/>
                    </a:moveTo>
                    <a:cubicBezTo>
                      <a:pt x="380" y="0"/>
                      <a:pt x="0" y="412"/>
                      <a:pt x="0" y="887"/>
                    </a:cubicBezTo>
                    <a:cubicBezTo>
                      <a:pt x="0" y="1331"/>
                      <a:pt x="285" y="1679"/>
                      <a:pt x="697" y="1774"/>
                    </a:cubicBezTo>
                    <a:lnTo>
                      <a:pt x="697" y="34171"/>
                    </a:lnTo>
                    <a:cubicBezTo>
                      <a:pt x="285" y="34266"/>
                      <a:pt x="0" y="34615"/>
                      <a:pt x="0" y="35058"/>
                    </a:cubicBezTo>
                    <a:cubicBezTo>
                      <a:pt x="0" y="35565"/>
                      <a:pt x="380" y="35945"/>
                      <a:pt x="887" y="35945"/>
                    </a:cubicBezTo>
                    <a:cubicBezTo>
                      <a:pt x="1394" y="35945"/>
                      <a:pt x="1774" y="35565"/>
                      <a:pt x="1774" y="35058"/>
                    </a:cubicBezTo>
                    <a:cubicBezTo>
                      <a:pt x="1774" y="34615"/>
                      <a:pt x="1489" y="34266"/>
                      <a:pt x="1077" y="34171"/>
                    </a:cubicBezTo>
                    <a:lnTo>
                      <a:pt x="1077" y="1774"/>
                    </a:lnTo>
                    <a:cubicBezTo>
                      <a:pt x="1489" y="1679"/>
                      <a:pt x="1774" y="1331"/>
                      <a:pt x="1774" y="887"/>
                    </a:cubicBezTo>
                    <a:cubicBezTo>
                      <a:pt x="1774" y="412"/>
                      <a:pt x="1394" y="0"/>
                      <a:pt x="887" y="0"/>
                    </a:cubicBezTo>
                    <a:close/>
                  </a:path>
                </a:pathLst>
              </a:custGeom>
              <a:solidFill>
                <a:schemeClr val="tx2"/>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35" name="Google Shape;2258;p25">
                <a:extLst>
                  <a:ext uri="{FF2B5EF4-FFF2-40B4-BE49-F238E27FC236}">
                    <a16:creationId xmlns:a16="http://schemas.microsoft.com/office/drawing/2014/main" id="{538B8ED4-5107-D936-45E0-4EBB5260E434}"/>
                  </a:ext>
                </a:extLst>
              </p:cNvPr>
              <p:cNvSpPr/>
              <p:nvPr/>
            </p:nvSpPr>
            <p:spPr>
              <a:xfrm>
                <a:off x="2628325" y="2042400"/>
                <a:ext cx="232000" cy="296125"/>
              </a:xfrm>
              <a:custGeom>
                <a:avLst/>
                <a:gdLst/>
                <a:ahLst/>
                <a:cxnLst/>
                <a:rect l="l" t="t" r="r" b="b"/>
                <a:pathLst>
                  <a:path w="9280" h="11845" extrusionOk="0">
                    <a:moveTo>
                      <a:pt x="8393" y="0"/>
                    </a:moveTo>
                    <a:cubicBezTo>
                      <a:pt x="7887" y="0"/>
                      <a:pt x="7506" y="380"/>
                      <a:pt x="7506" y="887"/>
                    </a:cubicBezTo>
                    <a:cubicBezTo>
                      <a:pt x="7506" y="1014"/>
                      <a:pt x="7538" y="1140"/>
                      <a:pt x="7570" y="1267"/>
                    </a:cubicBezTo>
                    <a:lnTo>
                      <a:pt x="824" y="6397"/>
                    </a:lnTo>
                    <a:cubicBezTo>
                      <a:pt x="793" y="6429"/>
                      <a:pt x="761" y="6493"/>
                      <a:pt x="761" y="6556"/>
                    </a:cubicBezTo>
                    <a:lnTo>
                      <a:pt x="729" y="10071"/>
                    </a:lnTo>
                    <a:cubicBezTo>
                      <a:pt x="318" y="10166"/>
                      <a:pt x="1" y="10514"/>
                      <a:pt x="1" y="10958"/>
                    </a:cubicBezTo>
                    <a:cubicBezTo>
                      <a:pt x="1" y="11465"/>
                      <a:pt x="413" y="11845"/>
                      <a:pt x="919" y="11845"/>
                    </a:cubicBezTo>
                    <a:cubicBezTo>
                      <a:pt x="1394" y="11845"/>
                      <a:pt x="1806" y="11465"/>
                      <a:pt x="1806" y="10958"/>
                    </a:cubicBezTo>
                    <a:cubicBezTo>
                      <a:pt x="1806" y="10546"/>
                      <a:pt x="1489" y="10166"/>
                      <a:pt x="1109" y="10103"/>
                    </a:cubicBezTo>
                    <a:lnTo>
                      <a:pt x="1141" y="6651"/>
                    </a:lnTo>
                    <a:lnTo>
                      <a:pt x="7823" y="1552"/>
                    </a:lnTo>
                    <a:cubicBezTo>
                      <a:pt x="7982" y="1711"/>
                      <a:pt x="8172" y="1774"/>
                      <a:pt x="8393" y="1774"/>
                    </a:cubicBezTo>
                    <a:cubicBezTo>
                      <a:pt x="8900" y="1774"/>
                      <a:pt x="9280" y="1394"/>
                      <a:pt x="9280" y="887"/>
                    </a:cubicBezTo>
                    <a:cubicBezTo>
                      <a:pt x="9280" y="380"/>
                      <a:pt x="8868" y="0"/>
                      <a:pt x="8393" y="0"/>
                    </a:cubicBezTo>
                    <a:close/>
                  </a:path>
                </a:pathLst>
              </a:custGeom>
              <a:solidFill>
                <a:schemeClr val="tx2"/>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36" name="Google Shape;2261;p25">
                <a:extLst>
                  <a:ext uri="{FF2B5EF4-FFF2-40B4-BE49-F238E27FC236}">
                    <a16:creationId xmlns:a16="http://schemas.microsoft.com/office/drawing/2014/main" id="{8A9DBAB6-92BF-F8A4-402C-B3A203761477}"/>
                  </a:ext>
                </a:extLst>
              </p:cNvPr>
              <p:cNvSpPr/>
              <p:nvPr/>
            </p:nvSpPr>
            <p:spPr>
              <a:xfrm>
                <a:off x="1236475" y="1625150"/>
                <a:ext cx="598575" cy="1454425"/>
              </a:xfrm>
              <a:custGeom>
                <a:avLst/>
                <a:gdLst/>
                <a:ahLst/>
                <a:cxnLst/>
                <a:rect l="l" t="t" r="r" b="b"/>
                <a:pathLst>
                  <a:path w="23943" h="58177" extrusionOk="0">
                    <a:moveTo>
                      <a:pt x="23056" y="1"/>
                    </a:moveTo>
                    <a:cubicBezTo>
                      <a:pt x="22549" y="1"/>
                      <a:pt x="22137" y="381"/>
                      <a:pt x="22137" y="888"/>
                    </a:cubicBezTo>
                    <a:cubicBezTo>
                      <a:pt x="22137" y="1014"/>
                      <a:pt x="22169" y="1109"/>
                      <a:pt x="22201" y="1204"/>
                    </a:cubicBezTo>
                    <a:lnTo>
                      <a:pt x="792" y="15012"/>
                    </a:lnTo>
                    <a:cubicBezTo>
                      <a:pt x="761" y="15044"/>
                      <a:pt x="697" y="15107"/>
                      <a:pt x="697" y="15170"/>
                    </a:cubicBezTo>
                    <a:lnTo>
                      <a:pt x="697" y="56403"/>
                    </a:lnTo>
                    <a:cubicBezTo>
                      <a:pt x="317" y="56467"/>
                      <a:pt x="1" y="56847"/>
                      <a:pt x="1" y="57258"/>
                    </a:cubicBezTo>
                    <a:cubicBezTo>
                      <a:pt x="1" y="57765"/>
                      <a:pt x="412" y="58177"/>
                      <a:pt x="887" y="58177"/>
                    </a:cubicBezTo>
                    <a:cubicBezTo>
                      <a:pt x="1394" y="58177"/>
                      <a:pt x="1806" y="57765"/>
                      <a:pt x="1806" y="57258"/>
                    </a:cubicBezTo>
                    <a:cubicBezTo>
                      <a:pt x="1806" y="56847"/>
                      <a:pt x="1489" y="56467"/>
                      <a:pt x="1077" y="56403"/>
                    </a:cubicBezTo>
                    <a:lnTo>
                      <a:pt x="1077" y="15265"/>
                    </a:lnTo>
                    <a:lnTo>
                      <a:pt x="22391" y="1521"/>
                    </a:lnTo>
                    <a:cubicBezTo>
                      <a:pt x="22581" y="1679"/>
                      <a:pt x="22802" y="1774"/>
                      <a:pt x="23024" y="1774"/>
                    </a:cubicBezTo>
                    <a:cubicBezTo>
                      <a:pt x="23531" y="1774"/>
                      <a:pt x="23943" y="1394"/>
                      <a:pt x="23943" y="888"/>
                    </a:cubicBezTo>
                    <a:cubicBezTo>
                      <a:pt x="23943" y="381"/>
                      <a:pt x="23531" y="1"/>
                      <a:pt x="23056" y="1"/>
                    </a:cubicBezTo>
                    <a:close/>
                  </a:path>
                </a:pathLst>
              </a:custGeom>
              <a:solidFill>
                <a:schemeClr val="tx2"/>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37" name="Google Shape;2262;p25">
                <a:extLst>
                  <a:ext uri="{FF2B5EF4-FFF2-40B4-BE49-F238E27FC236}">
                    <a16:creationId xmlns:a16="http://schemas.microsoft.com/office/drawing/2014/main" id="{7AD746B3-74A4-6E5E-3EB3-3373C424B163}"/>
                  </a:ext>
                </a:extLst>
              </p:cNvPr>
              <p:cNvSpPr/>
              <p:nvPr/>
            </p:nvSpPr>
            <p:spPr>
              <a:xfrm>
                <a:off x="936425" y="3102525"/>
                <a:ext cx="649225" cy="650025"/>
              </a:xfrm>
              <a:custGeom>
                <a:avLst/>
                <a:gdLst/>
                <a:ahLst/>
                <a:cxnLst/>
                <a:rect l="l" t="t" r="r" b="b"/>
                <a:pathLst>
                  <a:path w="25969" h="26001" extrusionOk="0">
                    <a:moveTo>
                      <a:pt x="12984" y="0"/>
                    </a:moveTo>
                    <a:cubicBezTo>
                      <a:pt x="5796" y="0"/>
                      <a:pt x="0" y="5827"/>
                      <a:pt x="0" y="13016"/>
                    </a:cubicBezTo>
                    <a:cubicBezTo>
                      <a:pt x="0" y="20173"/>
                      <a:pt x="5796" y="26000"/>
                      <a:pt x="12984" y="26000"/>
                    </a:cubicBezTo>
                    <a:cubicBezTo>
                      <a:pt x="20142" y="26000"/>
                      <a:pt x="25969" y="20173"/>
                      <a:pt x="25969" y="13016"/>
                    </a:cubicBezTo>
                    <a:cubicBezTo>
                      <a:pt x="25969" y="5827"/>
                      <a:pt x="20142" y="0"/>
                      <a:pt x="12984" y="0"/>
                    </a:cubicBezTo>
                    <a:close/>
                  </a:path>
                </a:pathLst>
              </a:custGeom>
              <a:solidFill>
                <a:schemeClr val="tx2"/>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38" name="Google Shape;2263;p25">
                <a:extLst>
                  <a:ext uri="{FF2B5EF4-FFF2-40B4-BE49-F238E27FC236}">
                    <a16:creationId xmlns:a16="http://schemas.microsoft.com/office/drawing/2014/main" id="{F70A3535-7B2A-A272-8348-724E95DBA04C}"/>
                  </a:ext>
                </a:extLst>
              </p:cNvPr>
              <p:cNvSpPr/>
              <p:nvPr/>
            </p:nvSpPr>
            <p:spPr>
              <a:xfrm>
                <a:off x="950675" y="3116775"/>
                <a:ext cx="620725" cy="621525"/>
              </a:xfrm>
              <a:custGeom>
                <a:avLst/>
                <a:gdLst/>
                <a:ahLst/>
                <a:cxnLst/>
                <a:rect l="l" t="t" r="r" b="b"/>
                <a:pathLst>
                  <a:path w="24829" h="24861" extrusionOk="0">
                    <a:moveTo>
                      <a:pt x="12414" y="0"/>
                    </a:moveTo>
                    <a:cubicBezTo>
                      <a:pt x="5542" y="0"/>
                      <a:pt x="0" y="5574"/>
                      <a:pt x="0" y="12446"/>
                    </a:cubicBezTo>
                    <a:cubicBezTo>
                      <a:pt x="0" y="19318"/>
                      <a:pt x="5542" y="24860"/>
                      <a:pt x="12414" y="24860"/>
                    </a:cubicBezTo>
                    <a:cubicBezTo>
                      <a:pt x="19255" y="24860"/>
                      <a:pt x="24829" y="19318"/>
                      <a:pt x="24829" y="12446"/>
                    </a:cubicBezTo>
                    <a:cubicBezTo>
                      <a:pt x="24829" y="5574"/>
                      <a:pt x="19255" y="0"/>
                      <a:pt x="12414" y="0"/>
                    </a:cubicBezTo>
                    <a:close/>
                  </a:path>
                </a:pathLst>
              </a:custGeom>
              <a:solidFill>
                <a:srgbClr val="FFFFFF"/>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39" name="Google Shape;2265;p25">
                <a:extLst>
                  <a:ext uri="{FF2B5EF4-FFF2-40B4-BE49-F238E27FC236}">
                    <a16:creationId xmlns:a16="http://schemas.microsoft.com/office/drawing/2014/main" id="{398D6861-E8B9-C9AE-CA1D-9A08E668D2B3}"/>
                  </a:ext>
                </a:extLst>
              </p:cNvPr>
              <p:cNvSpPr/>
              <p:nvPr/>
            </p:nvSpPr>
            <p:spPr>
              <a:xfrm>
                <a:off x="1223025" y="3435025"/>
                <a:ext cx="34850" cy="114825"/>
              </a:xfrm>
              <a:custGeom>
                <a:avLst/>
                <a:gdLst/>
                <a:ahLst/>
                <a:cxnLst/>
                <a:rect l="l" t="t" r="r" b="b"/>
                <a:pathLst>
                  <a:path w="1394" h="4593" extrusionOk="0">
                    <a:moveTo>
                      <a:pt x="64" y="1"/>
                    </a:moveTo>
                    <a:cubicBezTo>
                      <a:pt x="64" y="191"/>
                      <a:pt x="0" y="2534"/>
                      <a:pt x="760" y="4593"/>
                    </a:cubicBezTo>
                    <a:cubicBezTo>
                      <a:pt x="760" y="4593"/>
                      <a:pt x="982" y="2629"/>
                      <a:pt x="1394" y="2281"/>
                    </a:cubicBezTo>
                    <a:cubicBezTo>
                      <a:pt x="1394" y="2281"/>
                      <a:pt x="1014" y="1774"/>
                      <a:pt x="1045" y="1711"/>
                    </a:cubicBezTo>
                    <a:cubicBezTo>
                      <a:pt x="1045" y="1616"/>
                      <a:pt x="1204" y="1299"/>
                      <a:pt x="1362" y="1173"/>
                    </a:cubicBezTo>
                    <a:cubicBezTo>
                      <a:pt x="1394" y="1141"/>
                      <a:pt x="1394" y="1078"/>
                      <a:pt x="1362" y="1046"/>
                    </a:cubicBezTo>
                    <a:lnTo>
                      <a:pt x="64" y="1"/>
                    </a:lnTo>
                    <a:close/>
                  </a:path>
                </a:pathLst>
              </a:custGeom>
              <a:solidFill>
                <a:srgbClr val="FFFFFF"/>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594" name="Google Shape;2244;p25">
              <a:extLst>
                <a:ext uri="{FF2B5EF4-FFF2-40B4-BE49-F238E27FC236}">
                  <a16:creationId xmlns:a16="http://schemas.microsoft.com/office/drawing/2014/main" id="{61B446E7-B3B0-AE04-FE7B-1D18BFD39FBE}"/>
                </a:ext>
              </a:extLst>
            </p:cNvPr>
            <p:cNvSpPr/>
            <p:nvPr/>
          </p:nvSpPr>
          <p:spPr>
            <a:xfrm>
              <a:off x="10096684" y="4557670"/>
              <a:ext cx="188186" cy="184808"/>
            </a:xfrm>
            <a:custGeom>
              <a:avLst/>
              <a:gdLst/>
              <a:ahLst/>
              <a:cxnLst/>
              <a:rect l="l" t="t" r="r" b="b"/>
              <a:pathLst>
                <a:path w="4846" h="4759" extrusionOk="0">
                  <a:moveTo>
                    <a:pt x="681" y="0"/>
                  </a:moveTo>
                  <a:cubicBezTo>
                    <a:pt x="665" y="0"/>
                    <a:pt x="649" y="8"/>
                    <a:pt x="633" y="24"/>
                  </a:cubicBezTo>
                  <a:lnTo>
                    <a:pt x="32" y="626"/>
                  </a:lnTo>
                  <a:cubicBezTo>
                    <a:pt x="0" y="657"/>
                    <a:pt x="0" y="689"/>
                    <a:pt x="32" y="721"/>
                  </a:cubicBezTo>
                  <a:lnTo>
                    <a:pt x="3959" y="4616"/>
                  </a:lnTo>
                  <a:cubicBezTo>
                    <a:pt x="4054" y="4711"/>
                    <a:pt x="4180" y="4758"/>
                    <a:pt x="4307" y="4758"/>
                  </a:cubicBezTo>
                  <a:cubicBezTo>
                    <a:pt x="4434" y="4758"/>
                    <a:pt x="4560" y="4711"/>
                    <a:pt x="4655" y="4616"/>
                  </a:cubicBezTo>
                  <a:cubicBezTo>
                    <a:pt x="4845" y="4426"/>
                    <a:pt x="4845" y="4109"/>
                    <a:pt x="4655" y="3919"/>
                  </a:cubicBezTo>
                  <a:lnTo>
                    <a:pt x="728" y="24"/>
                  </a:lnTo>
                  <a:cubicBezTo>
                    <a:pt x="713" y="8"/>
                    <a:pt x="697" y="0"/>
                    <a:pt x="681" y="0"/>
                  </a:cubicBezTo>
                  <a:close/>
                </a:path>
              </a:pathLst>
            </a:custGeom>
            <a:solidFill>
              <a:schemeClr val="accent2"/>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95" name="Google Shape;2247;p25">
              <a:extLst>
                <a:ext uri="{FF2B5EF4-FFF2-40B4-BE49-F238E27FC236}">
                  <a16:creationId xmlns:a16="http://schemas.microsoft.com/office/drawing/2014/main" id="{A253A527-0B06-02BC-54FB-DEE1914C5F36}"/>
                </a:ext>
              </a:extLst>
            </p:cNvPr>
            <p:cNvSpPr/>
            <p:nvPr/>
          </p:nvSpPr>
          <p:spPr>
            <a:xfrm>
              <a:off x="9823647" y="4289254"/>
              <a:ext cx="295211" cy="293968"/>
            </a:xfrm>
            <a:custGeom>
              <a:avLst/>
              <a:gdLst/>
              <a:ahLst/>
              <a:cxnLst/>
              <a:rect l="l" t="t" r="r" b="b"/>
              <a:pathLst>
                <a:path w="7602" h="7570" extrusionOk="0">
                  <a:moveTo>
                    <a:pt x="3801" y="539"/>
                  </a:moveTo>
                  <a:cubicBezTo>
                    <a:pt x="5606" y="539"/>
                    <a:pt x="7063" y="1996"/>
                    <a:pt x="7063" y="3801"/>
                  </a:cubicBezTo>
                  <a:cubicBezTo>
                    <a:pt x="7063" y="5606"/>
                    <a:pt x="5606" y="7063"/>
                    <a:pt x="3801" y="7063"/>
                  </a:cubicBezTo>
                  <a:cubicBezTo>
                    <a:pt x="1996" y="7063"/>
                    <a:pt x="539" y="5606"/>
                    <a:pt x="539" y="3801"/>
                  </a:cubicBezTo>
                  <a:cubicBezTo>
                    <a:pt x="539" y="1996"/>
                    <a:pt x="1996" y="539"/>
                    <a:pt x="3801" y="539"/>
                  </a:cubicBezTo>
                  <a:close/>
                  <a:moveTo>
                    <a:pt x="3801" y="0"/>
                  </a:moveTo>
                  <a:cubicBezTo>
                    <a:pt x="1711" y="0"/>
                    <a:pt x="0" y="1711"/>
                    <a:pt x="0" y="3801"/>
                  </a:cubicBezTo>
                  <a:cubicBezTo>
                    <a:pt x="0" y="5891"/>
                    <a:pt x="1711" y="7569"/>
                    <a:pt x="3801" y="7569"/>
                  </a:cubicBezTo>
                  <a:cubicBezTo>
                    <a:pt x="5891" y="7569"/>
                    <a:pt x="7601" y="5891"/>
                    <a:pt x="7601" y="3801"/>
                  </a:cubicBezTo>
                  <a:cubicBezTo>
                    <a:pt x="7601" y="1711"/>
                    <a:pt x="5891" y="0"/>
                    <a:pt x="3801" y="0"/>
                  </a:cubicBezTo>
                  <a:close/>
                </a:path>
              </a:pathLst>
            </a:custGeom>
            <a:solidFill>
              <a:srgbClr val="92278F"/>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96" name="Google Shape;2259;p25">
              <a:extLst>
                <a:ext uri="{FF2B5EF4-FFF2-40B4-BE49-F238E27FC236}">
                  <a16:creationId xmlns:a16="http://schemas.microsoft.com/office/drawing/2014/main" id="{3085714F-9272-BC75-A85C-4ABAF76543E3}"/>
                </a:ext>
              </a:extLst>
            </p:cNvPr>
            <p:cNvSpPr/>
            <p:nvPr/>
          </p:nvSpPr>
          <p:spPr>
            <a:xfrm>
              <a:off x="7650513" y="3151631"/>
              <a:ext cx="303793" cy="263251"/>
            </a:xfrm>
            <a:custGeom>
              <a:avLst/>
              <a:gdLst/>
              <a:ahLst/>
              <a:cxnLst/>
              <a:rect l="l" t="t" r="r" b="b"/>
              <a:pathLst>
                <a:path w="7823" h="6779" extrusionOk="0">
                  <a:moveTo>
                    <a:pt x="2344" y="1"/>
                  </a:moveTo>
                  <a:cubicBezTo>
                    <a:pt x="1172" y="1"/>
                    <a:pt x="191" y="983"/>
                    <a:pt x="191" y="2186"/>
                  </a:cubicBezTo>
                  <a:lnTo>
                    <a:pt x="191" y="3706"/>
                  </a:lnTo>
                  <a:cubicBezTo>
                    <a:pt x="191" y="4181"/>
                    <a:pt x="317" y="4593"/>
                    <a:pt x="571" y="4941"/>
                  </a:cubicBezTo>
                  <a:lnTo>
                    <a:pt x="1" y="6778"/>
                  </a:lnTo>
                  <a:lnTo>
                    <a:pt x="1837" y="5828"/>
                  </a:lnTo>
                  <a:cubicBezTo>
                    <a:pt x="2027" y="5860"/>
                    <a:pt x="2186" y="5891"/>
                    <a:pt x="2344" y="5891"/>
                  </a:cubicBezTo>
                  <a:lnTo>
                    <a:pt x="3357" y="5891"/>
                  </a:lnTo>
                  <a:cubicBezTo>
                    <a:pt x="3262" y="5638"/>
                    <a:pt x="3199" y="5353"/>
                    <a:pt x="3199" y="5068"/>
                  </a:cubicBezTo>
                  <a:lnTo>
                    <a:pt x="3199" y="3548"/>
                  </a:lnTo>
                  <a:cubicBezTo>
                    <a:pt x="3199" y="2344"/>
                    <a:pt x="4181" y="1363"/>
                    <a:pt x="5384" y="1363"/>
                  </a:cubicBezTo>
                  <a:lnTo>
                    <a:pt x="7823" y="1363"/>
                  </a:lnTo>
                  <a:cubicBezTo>
                    <a:pt x="7506" y="571"/>
                    <a:pt x="6714" y="33"/>
                    <a:pt x="5828" y="1"/>
                  </a:cubicBezTo>
                  <a:close/>
                </a:path>
              </a:pathLst>
            </a:custGeom>
            <a:solidFill>
              <a:schemeClr val="accent2"/>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97" name="Google Shape;2260;p25">
              <a:extLst>
                <a:ext uri="{FF2B5EF4-FFF2-40B4-BE49-F238E27FC236}">
                  <a16:creationId xmlns:a16="http://schemas.microsoft.com/office/drawing/2014/main" id="{7EE2704D-CE79-5151-90CA-20CD52A5D32D}"/>
                </a:ext>
              </a:extLst>
            </p:cNvPr>
            <p:cNvSpPr/>
            <p:nvPr/>
          </p:nvSpPr>
          <p:spPr>
            <a:xfrm>
              <a:off x="7799322" y="3219279"/>
              <a:ext cx="323482" cy="247252"/>
            </a:xfrm>
            <a:custGeom>
              <a:avLst/>
              <a:gdLst/>
              <a:ahLst/>
              <a:cxnLst/>
              <a:rect l="l" t="t" r="r" b="b"/>
              <a:pathLst>
                <a:path w="8330" h="6367" extrusionOk="0">
                  <a:moveTo>
                    <a:pt x="2186" y="1"/>
                  </a:moveTo>
                  <a:cubicBezTo>
                    <a:pt x="982" y="1"/>
                    <a:pt x="0" y="982"/>
                    <a:pt x="0" y="2154"/>
                  </a:cubicBezTo>
                  <a:lnTo>
                    <a:pt x="0" y="3706"/>
                  </a:lnTo>
                  <a:cubicBezTo>
                    <a:pt x="0" y="4909"/>
                    <a:pt x="982" y="5859"/>
                    <a:pt x="2186" y="5859"/>
                  </a:cubicBezTo>
                  <a:lnTo>
                    <a:pt x="5638" y="5859"/>
                  </a:lnTo>
                  <a:cubicBezTo>
                    <a:pt x="5828" y="5859"/>
                    <a:pt x="5986" y="5859"/>
                    <a:pt x="6144" y="5796"/>
                  </a:cubicBezTo>
                  <a:lnTo>
                    <a:pt x="8329" y="6366"/>
                  </a:lnTo>
                  <a:lnTo>
                    <a:pt x="7411" y="4941"/>
                  </a:lnTo>
                  <a:cubicBezTo>
                    <a:pt x="7664" y="4593"/>
                    <a:pt x="7823" y="4149"/>
                    <a:pt x="7823" y="3706"/>
                  </a:cubicBezTo>
                  <a:lnTo>
                    <a:pt x="7823" y="2154"/>
                  </a:lnTo>
                  <a:cubicBezTo>
                    <a:pt x="7823" y="982"/>
                    <a:pt x="6841" y="1"/>
                    <a:pt x="5638" y="1"/>
                  </a:cubicBezTo>
                  <a:close/>
                </a:path>
              </a:pathLst>
            </a:custGeom>
            <a:solidFill>
              <a:srgbClr val="92278F"/>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98" name="Google Shape;2507;p29">
              <a:extLst>
                <a:ext uri="{FF2B5EF4-FFF2-40B4-BE49-F238E27FC236}">
                  <a16:creationId xmlns:a16="http://schemas.microsoft.com/office/drawing/2014/main" id="{C81895B8-C85C-9F4D-CD77-6AA00C63DC91}"/>
                </a:ext>
              </a:extLst>
            </p:cNvPr>
            <p:cNvSpPr/>
            <p:nvPr/>
          </p:nvSpPr>
          <p:spPr>
            <a:xfrm>
              <a:off x="4090049" y="2984523"/>
              <a:ext cx="411187" cy="548216"/>
            </a:xfrm>
            <a:custGeom>
              <a:avLst/>
              <a:gdLst/>
              <a:ahLst/>
              <a:cxnLst/>
              <a:rect l="l" t="t" r="r" b="b"/>
              <a:pathLst>
                <a:path w="12447" h="16595" extrusionOk="0">
                  <a:moveTo>
                    <a:pt x="6208" y="2059"/>
                  </a:moveTo>
                  <a:cubicBezTo>
                    <a:pt x="7728" y="2059"/>
                    <a:pt x="8995" y="3294"/>
                    <a:pt x="8995" y="4846"/>
                  </a:cubicBezTo>
                  <a:lnTo>
                    <a:pt x="8995" y="5954"/>
                  </a:lnTo>
                  <a:lnTo>
                    <a:pt x="8995" y="6207"/>
                  </a:lnTo>
                  <a:lnTo>
                    <a:pt x="3452" y="6207"/>
                  </a:lnTo>
                  <a:lnTo>
                    <a:pt x="3452" y="5954"/>
                  </a:lnTo>
                  <a:lnTo>
                    <a:pt x="3452" y="4846"/>
                  </a:lnTo>
                  <a:cubicBezTo>
                    <a:pt x="3452" y="3294"/>
                    <a:pt x="4688" y="2059"/>
                    <a:pt x="6208" y="2059"/>
                  </a:cubicBezTo>
                  <a:close/>
                  <a:moveTo>
                    <a:pt x="6208" y="0"/>
                  </a:moveTo>
                  <a:cubicBezTo>
                    <a:pt x="3547" y="0"/>
                    <a:pt x="1362" y="2154"/>
                    <a:pt x="1362" y="4846"/>
                  </a:cubicBezTo>
                  <a:lnTo>
                    <a:pt x="1362" y="5954"/>
                  </a:lnTo>
                  <a:lnTo>
                    <a:pt x="1362" y="6207"/>
                  </a:lnTo>
                  <a:lnTo>
                    <a:pt x="349" y="6207"/>
                  </a:lnTo>
                  <a:cubicBezTo>
                    <a:pt x="159" y="6207"/>
                    <a:pt x="1" y="6366"/>
                    <a:pt x="1" y="6556"/>
                  </a:cubicBezTo>
                  <a:lnTo>
                    <a:pt x="1" y="15201"/>
                  </a:lnTo>
                  <a:cubicBezTo>
                    <a:pt x="1" y="15961"/>
                    <a:pt x="634" y="16595"/>
                    <a:pt x="1362" y="16595"/>
                  </a:cubicBezTo>
                  <a:lnTo>
                    <a:pt x="11053" y="16595"/>
                  </a:lnTo>
                  <a:cubicBezTo>
                    <a:pt x="11813" y="16595"/>
                    <a:pt x="12446" y="15961"/>
                    <a:pt x="12446" y="15201"/>
                  </a:cubicBezTo>
                  <a:lnTo>
                    <a:pt x="12446" y="6556"/>
                  </a:lnTo>
                  <a:cubicBezTo>
                    <a:pt x="12446" y="6366"/>
                    <a:pt x="12288" y="6207"/>
                    <a:pt x="12098" y="6207"/>
                  </a:cubicBezTo>
                  <a:lnTo>
                    <a:pt x="11053" y="6207"/>
                  </a:lnTo>
                  <a:lnTo>
                    <a:pt x="11053" y="5954"/>
                  </a:lnTo>
                  <a:lnTo>
                    <a:pt x="11053" y="4846"/>
                  </a:lnTo>
                  <a:cubicBezTo>
                    <a:pt x="11053" y="2154"/>
                    <a:pt x="8900" y="0"/>
                    <a:pt x="6208"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99" name="Google Shape;2508;p29">
              <a:extLst>
                <a:ext uri="{FF2B5EF4-FFF2-40B4-BE49-F238E27FC236}">
                  <a16:creationId xmlns:a16="http://schemas.microsoft.com/office/drawing/2014/main" id="{CD028E24-9F11-95A0-7F44-8C95F300A59D}"/>
                </a:ext>
              </a:extLst>
            </p:cNvPr>
            <p:cNvSpPr/>
            <p:nvPr/>
          </p:nvSpPr>
          <p:spPr>
            <a:xfrm>
              <a:off x="4288820" y="3293136"/>
              <a:ext cx="415382" cy="120347"/>
            </a:xfrm>
            <a:custGeom>
              <a:avLst/>
              <a:gdLst/>
              <a:ahLst/>
              <a:cxnLst/>
              <a:rect l="l" t="t" r="r" b="b"/>
              <a:pathLst>
                <a:path w="12574" h="3643" extrusionOk="0">
                  <a:moveTo>
                    <a:pt x="1521" y="1"/>
                  </a:moveTo>
                  <a:cubicBezTo>
                    <a:pt x="697" y="1"/>
                    <a:pt x="1" y="697"/>
                    <a:pt x="1" y="1521"/>
                  </a:cubicBezTo>
                  <a:lnTo>
                    <a:pt x="1" y="2122"/>
                  </a:lnTo>
                  <a:cubicBezTo>
                    <a:pt x="1" y="2946"/>
                    <a:pt x="697" y="3643"/>
                    <a:pt x="1521" y="3643"/>
                  </a:cubicBezTo>
                  <a:lnTo>
                    <a:pt x="11085" y="3643"/>
                  </a:lnTo>
                  <a:cubicBezTo>
                    <a:pt x="11908" y="3643"/>
                    <a:pt x="12573" y="2946"/>
                    <a:pt x="12573" y="2122"/>
                  </a:cubicBezTo>
                  <a:lnTo>
                    <a:pt x="12573" y="1521"/>
                  </a:lnTo>
                  <a:cubicBezTo>
                    <a:pt x="12573" y="697"/>
                    <a:pt x="11908" y="1"/>
                    <a:pt x="11085" y="1"/>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00" name="Google Shape;2509;p29">
              <a:extLst>
                <a:ext uri="{FF2B5EF4-FFF2-40B4-BE49-F238E27FC236}">
                  <a16:creationId xmlns:a16="http://schemas.microsoft.com/office/drawing/2014/main" id="{5634AFFC-E7D1-7EDB-ACC8-76042AD26F74}"/>
                </a:ext>
              </a:extLst>
            </p:cNvPr>
            <p:cNvSpPr/>
            <p:nvPr/>
          </p:nvSpPr>
          <p:spPr>
            <a:xfrm>
              <a:off x="4336952" y="3328715"/>
              <a:ext cx="94183" cy="56523"/>
            </a:xfrm>
            <a:custGeom>
              <a:avLst/>
              <a:gdLst/>
              <a:ahLst/>
              <a:cxnLst/>
              <a:rect l="l" t="t" r="r" b="b"/>
              <a:pathLst>
                <a:path w="2851" h="1711" extrusionOk="0">
                  <a:moveTo>
                    <a:pt x="0" y="0"/>
                  </a:moveTo>
                  <a:lnTo>
                    <a:pt x="539" y="1710"/>
                  </a:lnTo>
                  <a:lnTo>
                    <a:pt x="1140" y="1710"/>
                  </a:lnTo>
                  <a:lnTo>
                    <a:pt x="1426" y="792"/>
                  </a:lnTo>
                  <a:lnTo>
                    <a:pt x="1711" y="1710"/>
                  </a:lnTo>
                  <a:lnTo>
                    <a:pt x="2312" y="1710"/>
                  </a:lnTo>
                  <a:lnTo>
                    <a:pt x="2851" y="0"/>
                  </a:lnTo>
                  <a:lnTo>
                    <a:pt x="2312" y="0"/>
                  </a:lnTo>
                  <a:lnTo>
                    <a:pt x="1996" y="982"/>
                  </a:lnTo>
                  <a:lnTo>
                    <a:pt x="1711" y="0"/>
                  </a:lnTo>
                  <a:lnTo>
                    <a:pt x="1172" y="0"/>
                  </a:lnTo>
                  <a:lnTo>
                    <a:pt x="855" y="982"/>
                  </a:lnTo>
                  <a:lnTo>
                    <a:pt x="570" y="0"/>
                  </a:lnTo>
                  <a:close/>
                </a:path>
              </a:pathLst>
            </a:custGeom>
            <a:solidFill>
              <a:srgbClr val="92278F"/>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01" name="Google Shape;2510;p29">
              <a:extLst>
                <a:ext uri="{FF2B5EF4-FFF2-40B4-BE49-F238E27FC236}">
                  <a16:creationId xmlns:a16="http://schemas.microsoft.com/office/drawing/2014/main" id="{9A197103-FED2-487C-2298-5E32E3798904}"/>
                </a:ext>
              </a:extLst>
            </p:cNvPr>
            <p:cNvSpPr/>
            <p:nvPr/>
          </p:nvSpPr>
          <p:spPr>
            <a:xfrm>
              <a:off x="4443655" y="3328715"/>
              <a:ext cx="95240" cy="56523"/>
            </a:xfrm>
            <a:custGeom>
              <a:avLst/>
              <a:gdLst/>
              <a:ahLst/>
              <a:cxnLst/>
              <a:rect l="l" t="t" r="r" b="b"/>
              <a:pathLst>
                <a:path w="2883" h="1711" extrusionOk="0">
                  <a:moveTo>
                    <a:pt x="1" y="0"/>
                  </a:moveTo>
                  <a:lnTo>
                    <a:pt x="539" y="1710"/>
                  </a:lnTo>
                  <a:lnTo>
                    <a:pt x="1172" y="1710"/>
                  </a:lnTo>
                  <a:lnTo>
                    <a:pt x="1457" y="792"/>
                  </a:lnTo>
                  <a:lnTo>
                    <a:pt x="1711" y="1710"/>
                  </a:lnTo>
                  <a:lnTo>
                    <a:pt x="2344" y="1710"/>
                  </a:lnTo>
                  <a:lnTo>
                    <a:pt x="2883" y="0"/>
                  </a:lnTo>
                  <a:lnTo>
                    <a:pt x="2313" y="0"/>
                  </a:lnTo>
                  <a:lnTo>
                    <a:pt x="2027" y="982"/>
                  </a:lnTo>
                  <a:lnTo>
                    <a:pt x="1711" y="0"/>
                  </a:lnTo>
                  <a:lnTo>
                    <a:pt x="1204" y="0"/>
                  </a:lnTo>
                  <a:lnTo>
                    <a:pt x="887" y="982"/>
                  </a:lnTo>
                  <a:lnTo>
                    <a:pt x="602" y="0"/>
                  </a:lnTo>
                  <a:close/>
                </a:path>
              </a:pathLst>
            </a:custGeom>
            <a:solidFill>
              <a:srgbClr val="92278F"/>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02" name="Google Shape;2511;p29">
              <a:extLst>
                <a:ext uri="{FF2B5EF4-FFF2-40B4-BE49-F238E27FC236}">
                  <a16:creationId xmlns:a16="http://schemas.microsoft.com/office/drawing/2014/main" id="{25A24224-79D4-927E-106A-4F1C05B4945D}"/>
                </a:ext>
              </a:extLst>
            </p:cNvPr>
            <p:cNvSpPr/>
            <p:nvPr/>
          </p:nvSpPr>
          <p:spPr>
            <a:xfrm>
              <a:off x="4551415" y="3328715"/>
              <a:ext cx="94183" cy="56523"/>
            </a:xfrm>
            <a:custGeom>
              <a:avLst/>
              <a:gdLst/>
              <a:ahLst/>
              <a:cxnLst/>
              <a:rect l="l" t="t" r="r" b="b"/>
              <a:pathLst>
                <a:path w="2851" h="1711" extrusionOk="0">
                  <a:moveTo>
                    <a:pt x="1" y="0"/>
                  </a:moveTo>
                  <a:lnTo>
                    <a:pt x="539" y="1710"/>
                  </a:lnTo>
                  <a:lnTo>
                    <a:pt x="1141" y="1710"/>
                  </a:lnTo>
                  <a:lnTo>
                    <a:pt x="1426" y="792"/>
                  </a:lnTo>
                  <a:lnTo>
                    <a:pt x="1711" y="1710"/>
                  </a:lnTo>
                  <a:lnTo>
                    <a:pt x="2312" y="1710"/>
                  </a:lnTo>
                  <a:lnTo>
                    <a:pt x="2851" y="0"/>
                  </a:lnTo>
                  <a:lnTo>
                    <a:pt x="2312" y="0"/>
                  </a:lnTo>
                  <a:lnTo>
                    <a:pt x="1996" y="982"/>
                  </a:lnTo>
                  <a:lnTo>
                    <a:pt x="1711" y="0"/>
                  </a:lnTo>
                  <a:lnTo>
                    <a:pt x="1172" y="0"/>
                  </a:lnTo>
                  <a:lnTo>
                    <a:pt x="856" y="982"/>
                  </a:lnTo>
                  <a:lnTo>
                    <a:pt x="571" y="0"/>
                  </a:lnTo>
                  <a:close/>
                </a:path>
              </a:pathLst>
            </a:custGeom>
            <a:solidFill>
              <a:srgbClr val="92278F"/>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03" name="Google Shape;2513;p29">
              <a:extLst>
                <a:ext uri="{FF2B5EF4-FFF2-40B4-BE49-F238E27FC236}">
                  <a16:creationId xmlns:a16="http://schemas.microsoft.com/office/drawing/2014/main" id="{906CA704-F10A-53D1-F9CA-CCFE557BB39E}"/>
                </a:ext>
              </a:extLst>
            </p:cNvPr>
            <p:cNvSpPr/>
            <p:nvPr/>
          </p:nvSpPr>
          <p:spPr>
            <a:xfrm>
              <a:off x="3951962" y="3230634"/>
              <a:ext cx="264709" cy="241189"/>
            </a:xfrm>
            <a:custGeom>
              <a:avLst/>
              <a:gdLst/>
              <a:ahLst/>
              <a:cxnLst/>
              <a:rect l="l" t="t" r="r" b="b"/>
              <a:pathLst>
                <a:path w="8013" h="7301" extrusionOk="0">
                  <a:moveTo>
                    <a:pt x="2724" y="721"/>
                  </a:moveTo>
                  <a:lnTo>
                    <a:pt x="2724" y="721"/>
                  </a:lnTo>
                  <a:cubicBezTo>
                    <a:pt x="2534" y="974"/>
                    <a:pt x="2375" y="1259"/>
                    <a:pt x="2280" y="1544"/>
                  </a:cubicBezTo>
                  <a:cubicBezTo>
                    <a:pt x="2154" y="1449"/>
                    <a:pt x="2027" y="1354"/>
                    <a:pt x="1900" y="1259"/>
                  </a:cubicBezTo>
                  <a:cubicBezTo>
                    <a:pt x="2154" y="1038"/>
                    <a:pt x="2407" y="848"/>
                    <a:pt x="2724" y="721"/>
                  </a:cubicBezTo>
                  <a:close/>
                  <a:moveTo>
                    <a:pt x="5289" y="721"/>
                  </a:moveTo>
                  <a:cubicBezTo>
                    <a:pt x="5574" y="848"/>
                    <a:pt x="5859" y="1038"/>
                    <a:pt x="6112" y="1259"/>
                  </a:cubicBezTo>
                  <a:cubicBezTo>
                    <a:pt x="5986" y="1354"/>
                    <a:pt x="5859" y="1449"/>
                    <a:pt x="5732" y="1544"/>
                  </a:cubicBezTo>
                  <a:cubicBezTo>
                    <a:pt x="5606" y="1259"/>
                    <a:pt x="5447" y="974"/>
                    <a:pt x="5289" y="721"/>
                  </a:cubicBezTo>
                  <a:close/>
                  <a:moveTo>
                    <a:pt x="3769" y="499"/>
                  </a:moveTo>
                  <a:lnTo>
                    <a:pt x="3769" y="2019"/>
                  </a:lnTo>
                  <a:cubicBezTo>
                    <a:pt x="3389" y="2019"/>
                    <a:pt x="3009" y="1924"/>
                    <a:pt x="2692" y="1766"/>
                  </a:cubicBezTo>
                  <a:cubicBezTo>
                    <a:pt x="2882" y="1259"/>
                    <a:pt x="3230" y="658"/>
                    <a:pt x="3769" y="499"/>
                  </a:cubicBezTo>
                  <a:close/>
                  <a:moveTo>
                    <a:pt x="4244" y="499"/>
                  </a:moveTo>
                  <a:cubicBezTo>
                    <a:pt x="4751" y="626"/>
                    <a:pt x="5131" y="1259"/>
                    <a:pt x="5321" y="1766"/>
                  </a:cubicBezTo>
                  <a:cubicBezTo>
                    <a:pt x="4972" y="1924"/>
                    <a:pt x="4624" y="2019"/>
                    <a:pt x="4244" y="2019"/>
                  </a:cubicBezTo>
                  <a:lnTo>
                    <a:pt x="4244" y="499"/>
                  </a:lnTo>
                  <a:close/>
                  <a:moveTo>
                    <a:pt x="1584" y="1576"/>
                  </a:moveTo>
                  <a:cubicBezTo>
                    <a:pt x="1742" y="1734"/>
                    <a:pt x="1932" y="1861"/>
                    <a:pt x="2122" y="1988"/>
                  </a:cubicBezTo>
                  <a:cubicBezTo>
                    <a:pt x="1995" y="2431"/>
                    <a:pt x="1900" y="2906"/>
                    <a:pt x="1900" y="3413"/>
                  </a:cubicBezTo>
                  <a:lnTo>
                    <a:pt x="824" y="3413"/>
                  </a:lnTo>
                  <a:cubicBezTo>
                    <a:pt x="855" y="2748"/>
                    <a:pt x="1140" y="2083"/>
                    <a:pt x="1584" y="1576"/>
                  </a:cubicBezTo>
                  <a:close/>
                  <a:moveTo>
                    <a:pt x="2534" y="2209"/>
                  </a:moveTo>
                  <a:cubicBezTo>
                    <a:pt x="2914" y="2368"/>
                    <a:pt x="3325" y="2463"/>
                    <a:pt x="3769" y="2494"/>
                  </a:cubicBezTo>
                  <a:lnTo>
                    <a:pt x="3769" y="3413"/>
                  </a:lnTo>
                  <a:lnTo>
                    <a:pt x="2375" y="3413"/>
                  </a:lnTo>
                  <a:cubicBezTo>
                    <a:pt x="2375" y="3001"/>
                    <a:pt x="2439" y="2589"/>
                    <a:pt x="2534" y="2209"/>
                  </a:cubicBezTo>
                  <a:close/>
                  <a:moveTo>
                    <a:pt x="5479" y="2209"/>
                  </a:moveTo>
                  <a:cubicBezTo>
                    <a:pt x="5574" y="2589"/>
                    <a:pt x="5637" y="3001"/>
                    <a:pt x="5637" y="3413"/>
                  </a:cubicBezTo>
                  <a:lnTo>
                    <a:pt x="4244" y="3413"/>
                  </a:lnTo>
                  <a:lnTo>
                    <a:pt x="4244" y="2494"/>
                  </a:lnTo>
                  <a:cubicBezTo>
                    <a:pt x="4656" y="2463"/>
                    <a:pt x="5067" y="2368"/>
                    <a:pt x="5479" y="2209"/>
                  </a:cubicBezTo>
                  <a:close/>
                  <a:moveTo>
                    <a:pt x="6429" y="1576"/>
                  </a:moveTo>
                  <a:cubicBezTo>
                    <a:pt x="6872" y="2114"/>
                    <a:pt x="7126" y="2748"/>
                    <a:pt x="7189" y="3413"/>
                  </a:cubicBezTo>
                  <a:lnTo>
                    <a:pt x="6112" y="3413"/>
                  </a:lnTo>
                  <a:cubicBezTo>
                    <a:pt x="6081" y="2906"/>
                    <a:pt x="6017" y="2431"/>
                    <a:pt x="5891" y="1988"/>
                  </a:cubicBezTo>
                  <a:cubicBezTo>
                    <a:pt x="6081" y="1861"/>
                    <a:pt x="6271" y="1734"/>
                    <a:pt x="6429" y="1576"/>
                  </a:cubicBezTo>
                  <a:close/>
                  <a:moveTo>
                    <a:pt x="3769" y="3888"/>
                  </a:moveTo>
                  <a:lnTo>
                    <a:pt x="3769" y="4774"/>
                  </a:lnTo>
                  <a:cubicBezTo>
                    <a:pt x="3325" y="4806"/>
                    <a:pt x="2914" y="4901"/>
                    <a:pt x="2534" y="5091"/>
                  </a:cubicBezTo>
                  <a:cubicBezTo>
                    <a:pt x="2439" y="4711"/>
                    <a:pt x="2375" y="4299"/>
                    <a:pt x="2344" y="3888"/>
                  </a:cubicBezTo>
                  <a:close/>
                  <a:moveTo>
                    <a:pt x="5637" y="3888"/>
                  </a:moveTo>
                  <a:cubicBezTo>
                    <a:pt x="5637" y="4299"/>
                    <a:pt x="5574" y="4711"/>
                    <a:pt x="5447" y="5091"/>
                  </a:cubicBezTo>
                  <a:cubicBezTo>
                    <a:pt x="5067" y="4901"/>
                    <a:pt x="4656" y="4806"/>
                    <a:pt x="4244" y="4774"/>
                  </a:cubicBezTo>
                  <a:lnTo>
                    <a:pt x="4244" y="3888"/>
                  </a:lnTo>
                  <a:close/>
                  <a:moveTo>
                    <a:pt x="1900" y="3888"/>
                  </a:moveTo>
                  <a:cubicBezTo>
                    <a:pt x="1900" y="4394"/>
                    <a:pt x="1995" y="4870"/>
                    <a:pt x="2122" y="5313"/>
                  </a:cubicBezTo>
                  <a:cubicBezTo>
                    <a:pt x="1932" y="5408"/>
                    <a:pt x="1742" y="5566"/>
                    <a:pt x="1584" y="5693"/>
                  </a:cubicBezTo>
                  <a:cubicBezTo>
                    <a:pt x="1140" y="5186"/>
                    <a:pt x="855" y="4553"/>
                    <a:pt x="824" y="3888"/>
                  </a:cubicBezTo>
                  <a:close/>
                  <a:moveTo>
                    <a:pt x="7189" y="3888"/>
                  </a:moveTo>
                  <a:cubicBezTo>
                    <a:pt x="7126" y="4553"/>
                    <a:pt x="6872" y="5186"/>
                    <a:pt x="6429" y="5693"/>
                  </a:cubicBezTo>
                  <a:cubicBezTo>
                    <a:pt x="6271" y="5566"/>
                    <a:pt x="6081" y="5408"/>
                    <a:pt x="5891" y="5313"/>
                  </a:cubicBezTo>
                  <a:cubicBezTo>
                    <a:pt x="6017" y="4870"/>
                    <a:pt x="6081" y="4394"/>
                    <a:pt x="6112" y="3888"/>
                  </a:cubicBezTo>
                  <a:close/>
                  <a:moveTo>
                    <a:pt x="2280" y="5756"/>
                  </a:moveTo>
                  <a:cubicBezTo>
                    <a:pt x="2375" y="6041"/>
                    <a:pt x="2534" y="6326"/>
                    <a:pt x="2724" y="6580"/>
                  </a:cubicBezTo>
                  <a:cubicBezTo>
                    <a:pt x="2439" y="6421"/>
                    <a:pt x="2154" y="6263"/>
                    <a:pt x="1900" y="6041"/>
                  </a:cubicBezTo>
                  <a:cubicBezTo>
                    <a:pt x="2027" y="5946"/>
                    <a:pt x="2154" y="5851"/>
                    <a:pt x="2280" y="5756"/>
                  </a:cubicBezTo>
                  <a:close/>
                  <a:moveTo>
                    <a:pt x="5732" y="5756"/>
                  </a:moveTo>
                  <a:cubicBezTo>
                    <a:pt x="5859" y="5851"/>
                    <a:pt x="5986" y="5946"/>
                    <a:pt x="6112" y="6041"/>
                  </a:cubicBezTo>
                  <a:cubicBezTo>
                    <a:pt x="5859" y="6263"/>
                    <a:pt x="5574" y="6421"/>
                    <a:pt x="5289" y="6580"/>
                  </a:cubicBezTo>
                  <a:cubicBezTo>
                    <a:pt x="5447" y="6326"/>
                    <a:pt x="5606" y="6041"/>
                    <a:pt x="5732" y="5756"/>
                  </a:cubicBezTo>
                  <a:close/>
                  <a:moveTo>
                    <a:pt x="3769" y="5250"/>
                  </a:moveTo>
                  <a:lnTo>
                    <a:pt x="3769" y="6801"/>
                  </a:lnTo>
                  <a:cubicBezTo>
                    <a:pt x="3230" y="6643"/>
                    <a:pt x="2882" y="6041"/>
                    <a:pt x="2692" y="5535"/>
                  </a:cubicBezTo>
                  <a:cubicBezTo>
                    <a:pt x="3009" y="5376"/>
                    <a:pt x="3389" y="5281"/>
                    <a:pt x="3769" y="5250"/>
                  </a:cubicBezTo>
                  <a:close/>
                  <a:moveTo>
                    <a:pt x="4244" y="5250"/>
                  </a:moveTo>
                  <a:cubicBezTo>
                    <a:pt x="4624" y="5281"/>
                    <a:pt x="4972" y="5376"/>
                    <a:pt x="5321" y="5535"/>
                  </a:cubicBezTo>
                  <a:cubicBezTo>
                    <a:pt x="5131" y="6041"/>
                    <a:pt x="4751" y="6643"/>
                    <a:pt x="4244" y="6801"/>
                  </a:cubicBezTo>
                  <a:lnTo>
                    <a:pt x="4244" y="5250"/>
                  </a:lnTo>
                  <a:close/>
                  <a:moveTo>
                    <a:pt x="4006" y="0"/>
                  </a:moveTo>
                  <a:cubicBezTo>
                    <a:pt x="3072" y="0"/>
                    <a:pt x="2138" y="357"/>
                    <a:pt x="1425" y="1069"/>
                  </a:cubicBezTo>
                  <a:cubicBezTo>
                    <a:pt x="0" y="2494"/>
                    <a:pt x="0" y="4806"/>
                    <a:pt x="1425" y="6231"/>
                  </a:cubicBezTo>
                  <a:cubicBezTo>
                    <a:pt x="2138" y="6944"/>
                    <a:pt x="3072" y="7300"/>
                    <a:pt x="4006" y="7300"/>
                  </a:cubicBezTo>
                  <a:cubicBezTo>
                    <a:pt x="4941" y="7300"/>
                    <a:pt x="5875" y="6944"/>
                    <a:pt x="6587" y="6231"/>
                  </a:cubicBezTo>
                  <a:cubicBezTo>
                    <a:pt x="8012" y="4806"/>
                    <a:pt x="8012" y="2494"/>
                    <a:pt x="6587" y="1069"/>
                  </a:cubicBezTo>
                  <a:cubicBezTo>
                    <a:pt x="5875" y="357"/>
                    <a:pt x="4941" y="0"/>
                    <a:pt x="4006" y="0"/>
                  </a:cubicBezTo>
                  <a:close/>
                </a:path>
              </a:pathLst>
            </a:custGeom>
            <a:solidFill>
              <a:srgbClr val="92278F"/>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04" name="Google Shape;2264;p25">
              <a:extLst>
                <a:ext uri="{FF2B5EF4-FFF2-40B4-BE49-F238E27FC236}">
                  <a16:creationId xmlns:a16="http://schemas.microsoft.com/office/drawing/2014/main" id="{C8D11E68-4C75-1F0D-7EF4-1E9537E093B3}"/>
                </a:ext>
              </a:extLst>
            </p:cNvPr>
            <p:cNvSpPr/>
            <p:nvPr/>
          </p:nvSpPr>
          <p:spPr>
            <a:xfrm>
              <a:off x="5871563" y="4190753"/>
              <a:ext cx="424332" cy="468330"/>
            </a:xfrm>
            <a:custGeom>
              <a:avLst/>
              <a:gdLst/>
              <a:ahLst/>
              <a:cxnLst/>
              <a:rect l="l" t="t" r="r" b="b"/>
              <a:pathLst>
                <a:path w="10927" h="12060" extrusionOk="0">
                  <a:moveTo>
                    <a:pt x="5587" y="1"/>
                  </a:moveTo>
                  <a:cubicBezTo>
                    <a:pt x="5562" y="1"/>
                    <a:pt x="5536" y="3"/>
                    <a:pt x="5511" y="7"/>
                  </a:cubicBezTo>
                  <a:cubicBezTo>
                    <a:pt x="5289" y="7"/>
                    <a:pt x="5162" y="39"/>
                    <a:pt x="5099" y="102"/>
                  </a:cubicBezTo>
                  <a:lnTo>
                    <a:pt x="5162" y="7"/>
                  </a:lnTo>
                  <a:lnTo>
                    <a:pt x="5162" y="7"/>
                  </a:lnTo>
                  <a:cubicBezTo>
                    <a:pt x="5131" y="39"/>
                    <a:pt x="5036" y="70"/>
                    <a:pt x="4972" y="102"/>
                  </a:cubicBezTo>
                  <a:cubicBezTo>
                    <a:pt x="4941" y="102"/>
                    <a:pt x="4877" y="102"/>
                    <a:pt x="4846" y="134"/>
                  </a:cubicBezTo>
                  <a:cubicBezTo>
                    <a:pt x="4276" y="229"/>
                    <a:pt x="3927" y="767"/>
                    <a:pt x="3801" y="957"/>
                  </a:cubicBezTo>
                  <a:cubicBezTo>
                    <a:pt x="3769" y="925"/>
                    <a:pt x="3769" y="862"/>
                    <a:pt x="3769" y="862"/>
                  </a:cubicBezTo>
                  <a:cubicBezTo>
                    <a:pt x="3737" y="925"/>
                    <a:pt x="3737" y="989"/>
                    <a:pt x="3769" y="1020"/>
                  </a:cubicBezTo>
                  <a:cubicBezTo>
                    <a:pt x="3702" y="998"/>
                    <a:pt x="3635" y="975"/>
                    <a:pt x="3579" y="975"/>
                  </a:cubicBezTo>
                  <a:cubicBezTo>
                    <a:pt x="3555" y="975"/>
                    <a:pt x="3534" y="979"/>
                    <a:pt x="3516" y="989"/>
                  </a:cubicBezTo>
                  <a:cubicBezTo>
                    <a:pt x="3516" y="989"/>
                    <a:pt x="3611" y="1020"/>
                    <a:pt x="3706" y="1084"/>
                  </a:cubicBezTo>
                  <a:cubicBezTo>
                    <a:pt x="2946" y="1559"/>
                    <a:pt x="3389" y="3237"/>
                    <a:pt x="3389" y="3237"/>
                  </a:cubicBezTo>
                  <a:cubicBezTo>
                    <a:pt x="2946" y="3997"/>
                    <a:pt x="3706" y="4599"/>
                    <a:pt x="3706" y="4599"/>
                  </a:cubicBezTo>
                  <a:cubicBezTo>
                    <a:pt x="3737" y="4979"/>
                    <a:pt x="3896" y="5391"/>
                    <a:pt x="4022" y="5612"/>
                  </a:cubicBezTo>
                  <a:cubicBezTo>
                    <a:pt x="4054" y="5676"/>
                    <a:pt x="4054" y="5802"/>
                    <a:pt x="4022" y="5897"/>
                  </a:cubicBezTo>
                  <a:cubicBezTo>
                    <a:pt x="4022" y="6056"/>
                    <a:pt x="4022" y="6246"/>
                    <a:pt x="3991" y="6309"/>
                  </a:cubicBezTo>
                  <a:cubicBezTo>
                    <a:pt x="3864" y="6309"/>
                    <a:pt x="3706" y="6277"/>
                    <a:pt x="3642" y="6246"/>
                  </a:cubicBezTo>
                  <a:cubicBezTo>
                    <a:pt x="3484" y="6151"/>
                    <a:pt x="3294" y="6119"/>
                    <a:pt x="3104" y="6119"/>
                  </a:cubicBezTo>
                  <a:lnTo>
                    <a:pt x="3041" y="6119"/>
                  </a:lnTo>
                  <a:cubicBezTo>
                    <a:pt x="1077" y="6119"/>
                    <a:pt x="349" y="8621"/>
                    <a:pt x="64" y="9951"/>
                  </a:cubicBezTo>
                  <a:cubicBezTo>
                    <a:pt x="0" y="10426"/>
                    <a:pt x="159" y="10901"/>
                    <a:pt x="507" y="11028"/>
                  </a:cubicBezTo>
                  <a:cubicBezTo>
                    <a:pt x="1365" y="11418"/>
                    <a:pt x="3171" y="12059"/>
                    <a:pt x="5474" y="12059"/>
                  </a:cubicBezTo>
                  <a:cubicBezTo>
                    <a:pt x="6912" y="12059"/>
                    <a:pt x="8545" y="11809"/>
                    <a:pt x="10261" y="11091"/>
                  </a:cubicBezTo>
                  <a:cubicBezTo>
                    <a:pt x="10673" y="10901"/>
                    <a:pt x="10926" y="10268"/>
                    <a:pt x="10800" y="9666"/>
                  </a:cubicBezTo>
                  <a:cubicBezTo>
                    <a:pt x="10514" y="8304"/>
                    <a:pt x="9723" y="6119"/>
                    <a:pt x="7886" y="6119"/>
                  </a:cubicBezTo>
                  <a:lnTo>
                    <a:pt x="7854" y="6119"/>
                  </a:lnTo>
                  <a:cubicBezTo>
                    <a:pt x="7664" y="6119"/>
                    <a:pt x="7506" y="6151"/>
                    <a:pt x="7379" y="6214"/>
                  </a:cubicBezTo>
                  <a:cubicBezTo>
                    <a:pt x="7284" y="6246"/>
                    <a:pt x="7063" y="6277"/>
                    <a:pt x="6841" y="6309"/>
                  </a:cubicBezTo>
                  <a:lnTo>
                    <a:pt x="6809" y="5929"/>
                  </a:lnTo>
                  <a:cubicBezTo>
                    <a:pt x="6778" y="5834"/>
                    <a:pt x="6778" y="5739"/>
                    <a:pt x="6841" y="5676"/>
                  </a:cubicBezTo>
                  <a:cubicBezTo>
                    <a:pt x="7031" y="5296"/>
                    <a:pt x="7189" y="4631"/>
                    <a:pt x="7189" y="4631"/>
                  </a:cubicBezTo>
                  <a:cubicBezTo>
                    <a:pt x="7854" y="3997"/>
                    <a:pt x="7506" y="3269"/>
                    <a:pt x="7506" y="3269"/>
                  </a:cubicBezTo>
                  <a:cubicBezTo>
                    <a:pt x="7664" y="2509"/>
                    <a:pt x="7664" y="2065"/>
                    <a:pt x="7633" y="1844"/>
                  </a:cubicBezTo>
                  <a:lnTo>
                    <a:pt x="7633" y="1844"/>
                  </a:lnTo>
                  <a:cubicBezTo>
                    <a:pt x="7696" y="1939"/>
                    <a:pt x="7759" y="2002"/>
                    <a:pt x="7759" y="2002"/>
                  </a:cubicBezTo>
                  <a:cubicBezTo>
                    <a:pt x="7664" y="1685"/>
                    <a:pt x="7506" y="1464"/>
                    <a:pt x="7379" y="1305"/>
                  </a:cubicBezTo>
                  <a:cubicBezTo>
                    <a:pt x="7348" y="1274"/>
                    <a:pt x="7316" y="1210"/>
                    <a:pt x="7284" y="1179"/>
                  </a:cubicBezTo>
                  <a:lnTo>
                    <a:pt x="7284" y="1179"/>
                  </a:lnTo>
                  <a:cubicBezTo>
                    <a:pt x="7411" y="1210"/>
                    <a:pt x="7538" y="1274"/>
                    <a:pt x="7538" y="1274"/>
                  </a:cubicBezTo>
                  <a:cubicBezTo>
                    <a:pt x="7411" y="1115"/>
                    <a:pt x="7189" y="957"/>
                    <a:pt x="7063" y="830"/>
                  </a:cubicBezTo>
                  <a:lnTo>
                    <a:pt x="7063" y="830"/>
                  </a:lnTo>
                  <a:cubicBezTo>
                    <a:pt x="7189" y="925"/>
                    <a:pt x="7284" y="957"/>
                    <a:pt x="7284" y="957"/>
                  </a:cubicBezTo>
                  <a:cubicBezTo>
                    <a:pt x="7126" y="799"/>
                    <a:pt x="6936" y="704"/>
                    <a:pt x="6809" y="640"/>
                  </a:cubicBezTo>
                  <a:lnTo>
                    <a:pt x="6841" y="640"/>
                  </a:lnTo>
                  <a:lnTo>
                    <a:pt x="6556" y="482"/>
                  </a:lnTo>
                  <a:lnTo>
                    <a:pt x="6556" y="482"/>
                  </a:lnTo>
                  <a:cubicBezTo>
                    <a:pt x="6746" y="545"/>
                    <a:pt x="6904" y="640"/>
                    <a:pt x="6904" y="640"/>
                  </a:cubicBezTo>
                  <a:cubicBezTo>
                    <a:pt x="6841" y="450"/>
                    <a:pt x="6556" y="260"/>
                    <a:pt x="6556" y="260"/>
                  </a:cubicBezTo>
                  <a:cubicBezTo>
                    <a:pt x="6413" y="189"/>
                    <a:pt x="6289" y="153"/>
                    <a:pt x="6168" y="153"/>
                  </a:cubicBezTo>
                  <a:cubicBezTo>
                    <a:pt x="6128" y="153"/>
                    <a:pt x="6089" y="157"/>
                    <a:pt x="6049" y="165"/>
                  </a:cubicBezTo>
                  <a:cubicBezTo>
                    <a:pt x="5912" y="83"/>
                    <a:pt x="5751" y="1"/>
                    <a:pt x="5587" y="1"/>
                  </a:cubicBezTo>
                  <a:close/>
                </a:path>
              </a:pathLst>
            </a:custGeom>
            <a:solidFill>
              <a:schemeClr val="accent2"/>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05" name="Google Shape;2265;p25">
              <a:extLst>
                <a:ext uri="{FF2B5EF4-FFF2-40B4-BE49-F238E27FC236}">
                  <a16:creationId xmlns:a16="http://schemas.microsoft.com/office/drawing/2014/main" id="{831E6992-035D-CBFA-7E78-246213FCAE8D}"/>
                </a:ext>
              </a:extLst>
            </p:cNvPr>
            <p:cNvSpPr/>
            <p:nvPr/>
          </p:nvSpPr>
          <p:spPr>
            <a:xfrm>
              <a:off x="6024061" y="4435714"/>
              <a:ext cx="54134" cy="178361"/>
            </a:xfrm>
            <a:custGeom>
              <a:avLst/>
              <a:gdLst/>
              <a:ahLst/>
              <a:cxnLst/>
              <a:rect l="l" t="t" r="r" b="b"/>
              <a:pathLst>
                <a:path w="1394" h="4593" extrusionOk="0">
                  <a:moveTo>
                    <a:pt x="64" y="1"/>
                  </a:moveTo>
                  <a:cubicBezTo>
                    <a:pt x="64" y="191"/>
                    <a:pt x="0" y="2534"/>
                    <a:pt x="760" y="4593"/>
                  </a:cubicBezTo>
                  <a:cubicBezTo>
                    <a:pt x="760" y="4593"/>
                    <a:pt x="982" y="2629"/>
                    <a:pt x="1394" y="2281"/>
                  </a:cubicBezTo>
                  <a:cubicBezTo>
                    <a:pt x="1394" y="2281"/>
                    <a:pt x="1014" y="1774"/>
                    <a:pt x="1045" y="1711"/>
                  </a:cubicBezTo>
                  <a:cubicBezTo>
                    <a:pt x="1045" y="1616"/>
                    <a:pt x="1204" y="1299"/>
                    <a:pt x="1362" y="1173"/>
                  </a:cubicBezTo>
                  <a:cubicBezTo>
                    <a:pt x="1394" y="1141"/>
                    <a:pt x="1394" y="1078"/>
                    <a:pt x="1362" y="1046"/>
                  </a:cubicBezTo>
                  <a:lnTo>
                    <a:pt x="64" y="1"/>
                  </a:lnTo>
                  <a:close/>
                </a:path>
              </a:pathLst>
            </a:custGeom>
            <a:solidFill>
              <a:srgbClr val="FFFFFF"/>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06" name="Google Shape;2268;p25">
              <a:extLst>
                <a:ext uri="{FF2B5EF4-FFF2-40B4-BE49-F238E27FC236}">
                  <a16:creationId xmlns:a16="http://schemas.microsoft.com/office/drawing/2014/main" id="{45C22EA1-7B17-7665-534A-189390363B06}"/>
                </a:ext>
              </a:extLst>
            </p:cNvPr>
            <p:cNvSpPr/>
            <p:nvPr/>
          </p:nvSpPr>
          <p:spPr>
            <a:xfrm>
              <a:off x="6086777" y="4434510"/>
              <a:ext cx="54134" cy="179565"/>
            </a:xfrm>
            <a:custGeom>
              <a:avLst/>
              <a:gdLst/>
              <a:ahLst/>
              <a:cxnLst/>
              <a:rect l="l" t="t" r="r" b="b"/>
              <a:pathLst>
                <a:path w="1394" h="4624" extrusionOk="0">
                  <a:moveTo>
                    <a:pt x="1299" y="0"/>
                  </a:moveTo>
                  <a:lnTo>
                    <a:pt x="32" y="1077"/>
                  </a:lnTo>
                  <a:cubicBezTo>
                    <a:pt x="0" y="1109"/>
                    <a:pt x="0" y="1172"/>
                    <a:pt x="64" y="1204"/>
                  </a:cubicBezTo>
                  <a:cubicBezTo>
                    <a:pt x="222" y="1330"/>
                    <a:pt x="380" y="1647"/>
                    <a:pt x="380" y="1742"/>
                  </a:cubicBezTo>
                  <a:cubicBezTo>
                    <a:pt x="412" y="1805"/>
                    <a:pt x="32" y="2312"/>
                    <a:pt x="32" y="2312"/>
                  </a:cubicBezTo>
                  <a:cubicBezTo>
                    <a:pt x="444" y="2660"/>
                    <a:pt x="665" y="4624"/>
                    <a:pt x="665" y="4624"/>
                  </a:cubicBezTo>
                  <a:cubicBezTo>
                    <a:pt x="1394" y="2629"/>
                    <a:pt x="1362" y="317"/>
                    <a:pt x="1331" y="32"/>
                  </a:cubicBezTo>
                  <a:cubicBezTo>
                    <a:pt x="1331" y="0"/>
                    <a:pt x="1331" y="0"/>
                    <a:pt x="1299" y="0"/>
                  </a:cubicBezTo>
                  <a:close/>
                </a:path>
              </a:pathLst>
            </a:custGeom>
            <a:solidFill>
              <a:srgbClr val="FFFFFF"/>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07" name="Google Shape;2270;p25">
              <a:extLst>
                <a:ext uri="{FF2B5EF4-FFF2-40B4-BE49-F238E27FC236}">
                  <a16:creationId xmlns:a16="http://schemas.microsoft.com/office/drawing/2014/main" id="{20220033-397C-8409-1AB8-11955DA4EA1D}"/>
                </a:ext>
              </a:extLst>
            </p:cNvPr>
            <p:cNvSpPr/>
            <p:nvPr/>
          </p:nvSpPr>
          <p:spPr>
            <a:xfrm>
              <a:off x="6112601" y="4435714"/>
              <a:ext cx="28309" cy="178361"/>
            </a:xfrm>
            <a:custGeom>
              <a:avLst/>
              <a:gdLst/>
              <a:ahLst/>
              <a:cxnLst/>
              <a:rect l="l" t="t" r="r" b="b"/>
              <a:pathLst>
                <a:path w="729" h="4593" extrusionOk="0">
                  <a:moveTo>
                    <a:pt x="666" y="1"/>
                  </a:moveTo>
                  <a:cubicBezTo>
                    <a:pt x="666" y="1"/>
                    <a:pt x="539" y="2915"/>
                    <a:pt x="0" y="4593"/>
                  </a:cubicBezTo>
                  <a:cubicBezTo>
                    <a:pt x="729" y="2598"/>
                    <a:pt x="697" y="286"/>
                    <a:pt x="666" y="1"/>
                  </a:cubicBezTo>
                  <a:close/>
                </a:path>
              </a:pathLst>
            </a:custGeom>
            <a:solidFill>
              <a:srgbClr val="434244"/>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08" name="Google Shape;2271;p25">
              <a:extLst>
                <a:ext uri="{FF2B5EF4-FFF2-40B4-BE49-F238E27FC236}">
                  <a16:creationId xmlns:a16="http://schemas.microsoft.com/office/drawing/2014/main" id="{6A4EC43E-B606-C509-F4DF-531E394BD7E4}"/>
                </a:ext>
              </a:extLst>
            </p:cNvPr>
            <p:cNvSpPr/>
            <p:nvPr/>
          </p:nvSpPr>
          <p:spPr>
            <a:xfrm>
              <a:off x="6053575" y="4477537"/>
              <a:ext cx="59065" cy="180847"/>
            </a:xfrm>
            <a:custGeom>
              <a:avLst/>
              <a:gdLst/>
              <a:ahLst/>
              <a:cxnLst/>
              <a:rect l="l" t="t" r="r" b="b"/>
              <a:pathLst>
                <a:path w="1521" h="4657" extrusionOk="0">
                  <a:moveTo>
                    <a:pt x="634" y="1"/>
                  </a:moveTo>
                  <a:lnTo>
                    <a:pt x="634" y="32"/>
                  </a:lnTo>
                  <a:cubicBezTo>
                    <a:pt x="634" y="64"/>
                    <a:pt x="634" y="96"/>
                    <a:pt x="602" y="96"/>
                  </a:cubicBezTo>
                  <a:cubicBezTo>
                    <a:pt x="444" y="222"/>
                    <a:pt x="285" y="539"/>
                    <a:pt x="285" y="634"/>
                  </a:cubicBezTo>
                  <a:cubicBezTo>
                    <a:pt x="254" y="729"/>
                    <a:pt x="634" y="1204"/>
                    <a:pt x="634" y="1204"/>
                  </a:cubicBezTo>
                  <a:cubicBezTo>
                    <a:pt x="222" y="1552"/>
                    <a:pt x="0" y="3516"/>
                    <a:pt x="0" y="3516"/>
                  </a:cubicBezTo>
                  <a:lnTo>
                    <a:pt x="729" y="4656"/>
                  </a:lnTo>
                  <a:lnTo>
                    <a:pt x="1520" y="3516"/>
                  </a:lnTo>
                  <a:cubicBezTo>
                    <a:pt x="1489" y="3389"/>
                    <a:pt x="1299" y="1521"/>
                    <a:pt x="887" y="1204"/>
                  </a:cubicBezTo>
                  <a:cubicBezTo>
                    <a:pt x="887" y="1204"/>
                    <a:pt x="1235" y="697"/>
                    <a:pt x="1235" y="634"/>
                  </a:cubicBezTo>
                  <a:cubicBezTo>
                    <a:pt x="1235" y="539"/>
                    <a:pt x="1077" y="222"/>
                    <a:pt x="887" y="96"/>
                  </a:cubicBezTo>
                  <a:cubicBezTo>
                    <a:pt x="887" y="64"/>
                    <a:pt x="855" y="32"/>
                    <a:pt x="887" y="1"/>
                  </a:cubicBezTo>
                  <a:close/>
                </a:path>
              </a:pathLst>
            </a:custGeom>
            <a:solidFill>
              <a:schemeClr val="tx1"/>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09" name="Google Shape;2305;p26">
              <a:extLst>
                <a:ext uri="{FF2B5EF4-FFF2-40B4-BE49-F238E27FC236}">
                  <a16:creationId xmlns:a16="http://schemas.microsoft.com/office/drawing/2014/main" id="{B637FFF2-4FCD-D9C4-739A-07645F94E8CF}"/>
                </a:ext>
              </a:extLst>
            </p:cNvPr>
            <p:cNvSpPr/>
            <p:nvPr/>
          </p:nvSpPr>
          <p:spPr>
            <a:xfrm>
              <a:off x="2012150" y="4261034"/>
              <a:ext cx="242851" cy="426638"/>
            </a:xfrm>
            <a:custGeom>
              <a:avLst/>
              <a:gdLst/>
              <a:ahLst/>
              <a:cxnLst/>
              <a:rect l="l" t="t" r="r" b="b"/>
              <a:pathLst>
                <a:path w="7031" h="12352" extrusionOk="0">
                  <a:moveTo>
                    <a:pt x="5574" y="1173"/>
                  </a:moveTo>
                  <a:cubicBezTo>
                    <a:pt x="5827" y="1173"/>
                    <a:pt x="6081" y="1426"/>
                    <a:pt x="6081" y="1679"/>
                  </a:cubicBezTo>
                  <a:lnTo>
                    <a:pt x="6081" y="9596"/>
                  </a:lnTo>
                  <a:cubicBezTo>
                    <a:pt x="6081" y="9882"/>
                    <a:pt x="5827" y="10103"/>
                    <a:pt x="5574" y="10103"/>
                  </a:cubicBezTo>
                  <a:lnTo>
                    <a:pt x="1457" y="10103"/>
                  </a:lnTo>
                  <a:cubicBezTo>
                    <a:pt x="1172" y="10103"/>
                    <a:pt x="950" y="9882"/>
                    <a:pt x="950" y="9596"/>
                  </a:cubicBezTo>
                  <a:lnTo>
                    <a:pt x="950" y="1679"/>
                  </a:lnTo>
                  <a:cubicBezTo>
                    <a:pt x="950" y="1426"/>
                    <a:pt x="1172" y="1173"/>
                    <a:pt x="1457" y="1173"/>
                  </a:cubicBezTo>
                  <a:close/>
                  <a:moveTo>
                    <a:pt x="3896" y="10800"/>
                  </a:moveTo>
                  <a:cubicBezTo>
                    <a:pt x="4054" y="10800"/>
                    <a:pt x="4149" y="10927"/>
                    <a:pt x="4149" y="11053"/>
                  </a:cubicBezTo>
                  <a:lnTo>
                    <a:pt x="4149" y="11497"/>
                  </a:lnTo>
                  <a:cubicBezTo>
                    <a:pt x="4149" y="11623"/>
                    <a:pt x="4054" y="11750"/>
                    <a:pt x="3896" y="11750"/>
                  </a:cubicBezTo>
                  <a:lnTo>
                    <a:pt x="3136" y="11750"/>
                  </a:lnTo>
                  <a:cubicBezTo>
                    <a:pt x="2977" y="11750"/>
                    <a:pt x="2882" y="11655"/>
                    <a:pt x="2882" y="11497"/>
                  </a:cubicBezTo>
                  <a:lnTo>
                    <a:pt x="2882" y="11053"/>
                  </a:lnTo>
                  <a:cubicBezTo>
                    <a:pt x="2882" y="10927"/>
                    <a:pt x="2977" y="10800"/>
                    <a:pt x="3136" y="10800"/>
                  </a:cubicBezTo>
                  <a:close/>
                  <a:moveTo>
                    <a:pt x="1045" y="1"/>
                  </a:moveTo>
                  <a:cubicBezTo>
                    <a:pt x="475" y="1"/>
                    <a:pt x="0" y="476"/>
                    <a:pt x="0" y="1046"/>
                  </a:cubicBezTo>
                  <a:lnTo>
                    <a:pt x="0" y="11307"/>
                  </a:lnTo>
                  <a:cubicBezTo>
                    <a:pt x="0" y="11877"/>
                    <a:pt x="475" y="12352"/>
                    <a:pt x="1045" y="12352"/>
                  </a:cubicBezTo>
                  <a:lnTo>
                    <a:pt x="5986" y="12352"/>
                  </a:lnTo>
                  <a:cubicBezTo>
                    <a:pt x="6556" y="12352"/>
                    <a:pt x="7031" y="11877"/>
                    <a:pt x="7031" y="11307"/>
                  </a:cubicBezTo>
                  <a:lnTo>
                    <a:pt x="7031" y="1046"/>
                  </a:lnTo>
                  <a:cubicBezTo>
                    <a:pt x="7031" y="476"/>
                    <a:pt x="6556" y="1"/>
                    <a:pt x="5986"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19" name="Google Shape;2253;p25">
              <a:extLst>
                <a:ext uri="{FF2B5EF4-FFF2-40B4-BE49-F238E27FC236}">
                  <a16:creationId xmlns:a16="http://schemas.microsoft.com/office/drawing/2014/main" id="{E0489189-8CC4-5907-4A1A-0F6A415CCE94}"/>
                </a:ext>
              </a:extLst>
            </p:cNvPr>
            <p:cNvSpPr/>
            <p:nvPr/>
          </p:nvSpPr>
          <p:spPr>
            <a:xfrm>
              <a:off x="2114094" y="4089435"/>
              <a:ext cx="20931" cy="86132"/>
            </a:xfrm>
            <a:custGeom>
              <a:avLst/>
              <a:gdLst/>
              <a:ahLst/>
              <a:cxnLst/>
              <a:rect l="l" t="t" r="r" b="b"/>
              <a:pathLst>
                <a:path w="539" h="2218" extrusionOk="0">
                  <a:moveTo>
                    <a:pt x="222" y="1"/>
                  </a:moveTo>
                  <a:cubicBezTo>
                    <a:pt x="95" y="1"/>
                    <a:pt x="0" y="96"/>
                    <a:pt x="0" y="222"/>
                  </a:cubicBezTo>
                  <a:lnTo>
                    <a:pt x="254" y="2218"/>
                  </a:lnTo>
                  <a:lnTo>
                    <a:pt x="507" y="222"/>
                  </a:lnTo>
                  <a:cubicBezTo>
                    <a:pt x="539" y="96"/>
                    <a:pt x="444" y="1"/>
                    <a:pt x="317" y="1"/>
                  </a:cubicBezTo>
                  <a:close/>
                </a:path>
              </a:pathLst>
            </a:custGeom>
            <a:solidFill>
              <a:srgbClr val="990099"/>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20" name="Google Shape;2254;p25">
              <a:extLst>
                <a:ext uri="{FF2B5EF4-FFF2-40B4-BE49-F238E27FC236}">
                  <a16:creationId xmlns:a16="http://schemas.microsoft.com/office/drawing/2014/main" id="{679B6855-7A7A-230E-45B9-3C9FAAC422E1}"/>
                </a:ext>
              </a:extLst>
            </p:cNvPr>
            <p:cNvSpPr/>
            <p:nvPr/>
          </p:nvSpPr>
          <p:spPr>
            <a:xfrm>
              <a:off x="1921014" y="4170324"/>
              <a:ext cx="65201" cy="64269"/>
            </a:xfrm>
            <a:custGeom>
              <a:avLst/>
              <a:gdLst/>
              <a:ahLst/>
              <a:cxnLst/>
              <a:rect l="l" t="t" r="r" b="b"/>
              <a:pathLst>
                <a:path w="1679" h="1655" extrusionOk="0">
                  <a:moveTo>
                    <a:pt x="313" y="0"/>
                  </a:moveTo>
                  <a:cubicBezTo>
                    <a:pt x="262" y="0"/>
                    <a:pt x="206" y="24"/>
                    <a:pt x="159" y="71"/>
                  </a:cubicBezTo>
                  <a:lnTo>
                    <a:pt x="95" y="135"/>
                  </a:lnTo>
                  <a:cubicBezTo>
                    <a:pt x="0" y="230"/>
                    <a:pt x="0" y="356"/>
                    <a:pt x="95" y="420"/>
                  </a:cubicBezTo>
                  <a:lnTo>
                    <a:pt x="1679" y="1655"/>
                  </a:lnTo>
                  <a:lnTo>
                    <a:pt x="444" y="71"/>
                  </a:lnTo>
                  <a:cubicBezTo>
                    <a:pt x="412" y="24"/>
                    <a:pt x="365" y="0"/>
                    <a:pt x="313" y="0"/>
                  </a:cubicBezTo>
                  <a:close/>
                </a:path>
              </a:pathLst>
            </a:custGeom>
            <a:solidFill>
              <a:srgbClr val="990099"/>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21" name="Google Shape;2255;p25">
              <a:extLst>
                <a:ext uri="{FF2B5EF4-FFF2-40B4-BE49-F238E27FC236}">
                  <a16:creationId xmlns:a16="http://schemas.microsoft.com/office/drawing/2014/main" id="{F336A8BA-E340-96E2-243A-2A72C94C2D3C}"/>
                </a:ext>
              </a:extLst>
            </p:cNvPr>
            <p:cNvSpPr/>
            <p:nvPr/>
          </p:nvSpPr>
          <p:spPr>
            <a:xfrm>
              <a:off x="1836873" y="4391592"/>
              <a:ext cx="84890" cy="18951"/>
            </a:xfrm>
            <a:custGeom>
              <a:avLst/>
              <a:gdLst/>
              <a:ahLst/>
              <a:cxnLst/>
              <a:rect l="l" t="t" r="r" b="b"/>
              <a:pathLst>
                <a:path w="2186" h="488" extrusionOk="0">
                  <a:moveTo>
                    <a:pt x="174" y="0"/>
                  </a:moveTo>
                  <a:cubicBezTo>
                    <a:pt x="72" y="0"/>
                    <a:pt x="1" y="87"/>
                    <a:pt x="1" y="197"/>
                  </a:cubicBezTo>
                  <a:lnTo>
                    <a:pt x="1" y="292"/>
                  </a:lnTo>
                  <a:cubicBezTo>
                    <a:pt x="1" y="402"/>
                    <a:pt x="72" y="488"/>
                    <a:pt x="174" y="488"/>
                  </a:cubicBezTo>
                  <a:cubicBezTo>
                    <a:pt x="190" y="488"/>
                    <a:pt x="206" y="486"/>
                    <a:pt x="222" y="482"/>
                  </a:cubicBezTo>
                  <a:lnTo>
                    <a:pt x="2186" y="228"/>
                  </a:lnTo>
                  <a:lnTo>
                    <a:pt x="222" y="7"/>
                  </a:lnTo>
                  <a:cubicBezTo>
                    <a:pt x="206" y="2"/>
                    <a:pt x="190" y="0"/>
                    <a:pt x="174" y="0"/>
                  </a:cubicBezTo>
                  <a:close/>
                </a:path>
              </a:pathLst>
            </a:custGeom>
            <a:solidFill>
              <a:srgbClr val="990099"/>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22" name="Google Shape;2256;p25">
              <a:extLst>
                <a:ext uri="{FF2B5EF4-FFF2-40B4-BE49-F238E27FC236}">
                  <a16:creationId xmlns:a16="http://schemas.microsoft.com/office/drawing/2014/main" id="{8E96505D-735B-F4B5-0850-432A96E409B2}"/>
                </a:ext>
              </a:extLst>
            </p:cNvPr>
            <p:cNvSpPr/>
            <p:nvPr/>
          </p:nvSpPr>
          <p:spPr>
            <a:xfrm>
              <a:off x="2323172" y="4357540"/>
              <a:ext cx="86132" cy="19960"/>
            </a:xfrm>
            <a:custGeom>
              <a:avLst/>
              <a:gdLst/>
              <a:ahLst/>
              <a:cxnLst/>
              <a:rect l="l" t="t" r="r" b="b"/>
              <a:pathLst>
                <a:path w="2218" h="514" extrusionOk="0">
                  <a:moveTo>
                    <a:pt x="1995" y="1"/>
                  </a:moveTo>
                  <a:lnTo>
                    <a:pt x="0" y="254"/>
                  </a:lnTo>
                  <a:lnTo>
                    <a:pt x="1995" y="507"/>
                  </a:lnTo>
                  <a:cubicBezTo>
                    <a:pt x="2008" y="511"/>
                    <a:pt x="2021" y="513"/>
                    <a:pt x="2034" y="513"/>
                  </a:cubicBezTo>
                  <a:cubicBezTo>
                    <a:pt x="2121" y="513"/>
                    <a:pt x="2217" y="427"/>
                    <a:pt x="2217" y="317"/>
                  </a:cubicBezTo>
                  <a:lnTo>
                    <a:pt x="2217" y="222"/>
                  </a:lnTo>
                  <a:cubicBezTo>
                    <a:pt x="2217" y="96"/>
                    <a:pt x="2090" y="1"/>
                    <a:pt x="1995" y="1"/>
                  </a:cubicBezTo>
                  <a:close/>
                </a:path>
              </a:pathLst>
            </a:custGeom>
            <a:solidFill>
              <a:srgbClr val="990099"/>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23" name="Google Shape;2257;p25">
              <a:extLst>
                <a:ext uri="{FF2B5EF4-FFF2-40B4-BE49-F238E27FC236}">
                  <a16:creationId xmlns:a16="http://schemas.microsoft.com/office/drawing/2014/main" id="{D8758DA1-988E-BDD4-2AD8-ACE04A813653}"/>
                </a:ext>
              </a:extLst>
            </p:cNvPr>
            <p:cNvSpPr/>
            <p:nvPr/>
          </p:nvSpPr>
          <p:spPr>
            <a:xfrm>
              <a:off x="2264146" y="4165509"/>
              <a:ext cx="65201" cy="64191"/>
            </a:xfrm>
            <a:custGeom>
              <a:avLst/>
              <a:gdLst/>
              <a:ahLst/>
              <a:cxnLst/>
              <a:rect l="l" t="t" r="r" b="b"/>
              <a:pathLst>
                <a:path w="1679" h="1653" extrusionOk="0">
                  <a:moveTo>
                    <a:pt x="1363" y="1"/>
                  </a:moveTo>
                  <a:cubicBezTo>
                    <a:pt x="1299" y="1"/>
                    <a:pt x="1237" y="32"/>
                    <a:pt x="1203" y="100"/>
                  </a:cubicBezTo>
                  <a:lnTo>
                    <a:pt x="0" y="1652"/>
                  </a:lnTo>
                  <a:lnTo>
                    <a:pt x="0" y="1652"/>
                  </a:lnTo>
                  <a:lnTo>
                    <a:pt x="1552" y="449"/>
                  </a:lnTo>
                  <a:cubicBezTo>
                    <a:pt x="1647" y="354"/>
                    <a:pt x="1679" y="227"/>
                    <a:pt x="1584" y="132"/>
                  </a:cubicBezTo>
                  <a:lnTo>
                    <a:pt x="1520" y="69"/>
                  </a:lnTo>
                  <a:cubicBezTo>
                    <a:pt x="1476" y="25"/>
                    <a:pt x="1418" y="1"/>
                    <a:pt x="1363" y="1"/>
                  </a:cubicBezTo>
                  <a:close/>
                </a:path>
              </a:pathLst>
            </a:custGeom>
            <a:solidFill>
              <a:srgbClr val="990099"/>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1089" name="TextBox 1088">
            <a:extLst>
              <a:ext uri="{FF2B5EF4-FFF2-40B4-BE49-F238E27FC236}">
                <a16:creationId xmlns:a16="http://schemas.microsoft.com/office/drawing/2014/main" id="{E30E0317-D2E3-A726-D294-5831CD47A162}"/>
              </a:ext>
            </a:extLst>
          </p:cNvPr>
          <p:cNvSpPr txBox="1"/>
          <p:nvPr/>
        </p:nvSpPr>
        <p:spPr>
          <a:xfrm>
            <a:off x="4563459" y="5096871"/>
            <a:ext cx="1007349"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LY" sz="1600" b="1" i="0" u="none" strike="noStrike" kern="1200" cap="none" spc="0" normalizeH="0" baseline="0" noProof="0">
                <a:ln>
                  <a:noFill/>
                </a:ln>
                <a:solidFill>
                  <a:prstClr val="white"/>
                </a:solidFill>
                <a:effectLst/>
                <a:uLnTx/>
                <a:uFillTx/>
                <a:latin typeface="Tajawal ExtraBold" panose="00000800000000000000" pitchFamily="2" charset="-78"/>
                <a:ea typeface="+mn-ea"/>
                <a:cs typeface="29LT Bukra Bold" panose="000B0903020204020204"/>
                <a:sym typeface="Fira Sans Medium"/>
              </a:rPr>
              <a:t>الانترنت</a:t>
            </a:r>
            <a:endParaRPr kumimoji="0" lang="en-US" sz="1600" b="1" i="0" u="none" strike="noStrike" kern="1200" cap="none" spc="0" normalizeH="0" baseline="0" noProof="0">
              <a:ln>
                <a:noFill/>
              </a:ln>
              <a:solidFill>
                <a:prstClr val="white"/>
              </a:solidFill>
              <a:effectLst/>
              <a:uLnTx/>
              <a:uFillTx/>
              <a:latin typeface="Tajawal ExtraBold" panose="00000800000000000000" pitchFamily="2" charset="-78"/>
              <a:ea typeface="+mn-ea"/>
              <a:cs typeface="29LT Bukra Bold" panose="000B0903020204020204"/>
            </a:endParaRPr>
          </a:p>
        </p:txBody>
      </p:sp>
      <p:sp>
        <p:nvSpPr>
          <p:cNvPr id="1090" name="TextBox 1089">
            <a:extLst>
              <a:ext uri="{FF2B5EF4-FFF2-40B4-BE49-F238E27FC236}">
                <a16:creationId xmlns:a16="http://schemas.microsoft.com/office/drawing/2014/main" id="{56DF8466-4D94-81B3-F11D-784729F39D88}"/>
              </a:ext>
            </a:extLst>
          </p:cNvPr>
          <p:cNvSpPr txBox="1"/>
          <p:nvPr/>
        </p:nvSpPr>
        <p:spPr>
          <a:xfrm>
            <a:off x="3381668" y="5695296"/>
            <a:ext cx="1007349"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LY" sz="1600" b="1" i="0" u="none" strike="noStrike" kern="1200" cap="none" spc="0" normalizeH="0" baseline="0" noProof="0">
                <a:ln>
                  <a:noFill/>
                </a:ln>
                <a:solidFill>
                  <a:prstClr val="white"/>
                </a:solidFill>
                <a:effectLst/>
                <a:uLnTx/>
                <a:uFillTx/>
                <a:latin typeface="Tajawal ExtraBold" panose="00000800000000000000" pitchFamily="2" charset="-78"/>
                <a:ea typeface="Fira Sans Medium"/>
                <a:cs typeface="29LT Bukra Bold" panose="000B0903020204020204"/>
                <a:sym typeface="Fira Sans Medium"/>
              </a:rPr>
              <a:t>الصوت</a:t>
            </a:r>
            <a:endParaRPr kumimoji="0" lang="en-US" sz="1600" b="0" i="0" u="none" strike="noStrike" kern="1200" cap="none" spc="0" normalizeH="0" baseline="0" noProof="0">
              <a:ln>
                <a:noFill/>
              </a:ln>
              <a:solidFill>
                <a:prstClr val="white"/>
              </a:solidFill>
              <a:effectLst/>
              <a:uLnTx/>
              <a:uFillTx/>
              <a:latin typeface="Calibri" panose="020F0502020204030204"/>
              <a:ea typeface="+mn-ea"/>
              <a:cs typeface="29LT Bukra Bold" panose="000B0903020204020204"/>
            </a:endParaRPr>
          </a:p>
        </p:txBody>
      </p:sp>
      <p:sp>
        <p:nvSpPr>
          <p:cNvPr id="1091" name="TextBox 1090">
            <a:extLst>
              <a:ext uri="{FF2B5EF4-FFF2-40B4-BE49-F238E27FC236}">
                <a16:creationId xmlns:a16="http://schemas.microsoft.com/office/drawing/2014/main" id="{305E5D2A-45C1-646A-3362-97D8CBC3DC42}"/>
              </a:ext>
            </a:extLst>
          </p:cNvPr>
          <p:cNvSpPr txBox="1"/>
          <p:nvPr/>
        </p:nvSpPr>
        <p:spPr>
          <a:xfrm>
            <a:off x="6483810" y="5123660"/>
            <a:ext cx="1205045" cy="58477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LY" sz="1600" b="1" i="0" u="none" strike="noStrike" kern="1200" cap="none" spc="0" normalizeH="0" baseline="0" noProof="0">
                <a:ln>
                  <a:noFill/>
                </a:ln>
                <a:solidFill>
                  <a:prstClr val="white"/>
                </a:solidFill>
                <a:effectLst/>
                <a:uLnTx/>
                <a:uFillTx/>
                <a:latin typeface="Tajawal ExtraBold" panose="00000800000000000000" pitchFamily="2" charset="-78"/>
                <a:ea typeface="+mn-ea"/>
                <a:cs typeface="29LT Bukra Bold" panose="000B0903020204020204"/>
                <a:sym typeface="Fira Sans Medium"/>
              </a:rPr>
              <a:t>الرسائل النصية</a:t>
            </a:r>
            <a:endParaRPr kumimoji="0" lang="en-US" sz="1600" b="1" i="0" u="none" strike="noStrike" kern="1200" cap="none" spc="0" normalizeH="0" baseline="0" noProof="0">
              <a:ln>
                <a:noFill/>
              </a:ln>
              <a:solidFill>
                <a:prstClr val="white"/>
              </a:solidFill>
              <a:effectLst/>
              <a:uLnTx/>
              <a:uFillTx/>
              <a:latin typeface="Tajawal ExtraBold" panose="00000800000000000000" pitchFamily="2" charset="-78"/>
              <a:ea typeface="+mn-ea"/>
              <a:cs typeface="29LT Bukra Bold" panose="000B0903020204020204"/>
            </a:endParaRPr>
          </a:p>
        </p:txBody>
      </p:sp>
      <p:sp>
        <p:nvSpPr>
          <p:cNvPr id="1092" name="TextBox 1091">
            <a:extLst>
              <a:ext uri="{FF2B5EF4-FFF2-40B4-BE49-F238E27FC236}">
                <a16:creationId xmlns:a16="http://schemas.microsoft.com/office/drawing/2014/main" id="{5C53F9FA-03F3-D964-DABC-4846AA94B2D7}"/>
              </a:ext>
            </a:extLst>
          </p:cNvPr>
          <p:cNvSpPr txBox="1"/>
          <p:nvPr/>
        </p:nvSpPr>
        <p:spPr>
          <a:xfrm>
            <a:off x="7570553" y="5682896"/>
            <a:ext cx="1387815" cy="58477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LY" sz="1600" b="1" i="0" u="none" strike="noStrike" kern="1200" cap="none" spc="0" normalizeH="0" baseline="0" noProof="0">
                <a:ln>
                  <a:noFill/>
                </a:ln>
                <a:solidFill>
                  <a:prstClr val="white"/>
                </a:solidFill>
                <a:effectLst/>
                <a:uLnTx/>
                <a:uFillTx/>
                <a:latin typeface="Tajawal ExtraBold" panose="00000800000000000000" pitchFamily="2" charset="-78"/>
                <a:ea typeface="+mn-ea"/>
                <a:cs typeface="29LT Bukra Bold" panose="000B0903020204020204"/>
                <a:sym typeface="Fira Sans Medium"/>
              </a:rPr>
              <a:t>الخدمات المضافة</a:t>
            </a:r>
            <a:endParaRPr kumimoji="0" lang="en-US" sz="1600" b="1" i="0" u="none" strike="noStrike" kern="1200" cap="none" spc="0" normalizeH="0" baseline="0" noProof="0">
              <a:ln>
                <a:noFill/>
              </a:ln>
              <a:solidFill>
                <a:prstClr val="white"/>
              </a:solidFill>
              <a:effectLst/>
              <a:uLnTx/>
              <a:uFillTx/>
              <a:latin typeface="Tajawal ExtraBold" panose="00000800000000000000" pitchFamily="2" charset="-78"/>
              <a:ea typeface="+mn-ea"/>
              <a:cs typeface="29LT Bukra Bold" panose="000B0903020204020204"/>
            </a:endParaRPr>
          </a:p>
        </p:txBody>
      </p:sp>
      <p:sp>
        <p:nvSpPr>
          <p:cNvPr id="1093" name="TextBox 1092">
            <a:extLst>
              <a:ext uri="{FF2B5EF4-FFF2-40B4-BE49-F238E27FC236}">
                <a16:creationId xmlns:a16="http://schemas.microsoft.com/office/drawing/2014/main" id="{7BDFACFE-485F-34D5-4103-40AB683D2D17}"/>
              </a:ext>
            </a:extLst>
          </p:cNvPr>
          <p:cNvSpPr txBox="1"/>
          <p:nvPr/>
        </p:nvSpPr>
        <p:spPr>
          <a:xfrm>
            <a:off x="5487117" y="5705096"/>
            <a:ext cx="1168514" cy="58477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LY" sz="1600" b="1" i="0" u="none" strike="noStrike" kern="1200" cap="none" spc="0" normalizeH="0" baseline="0" noProof="0">
                <a:ln>
                  <a:noFill/>
                </a:ln>
                <a:solidFill>
                  <a:prstClr val="white"/>
                </a:solidFill>
                <a:effectLst/>
                <a:uLnTx/>
                <a:uFillTx/>
                <a:latin typeface="Tajawal ExtraBold" panose="00000800000000000000" pitchFamily="2" charset="-78"/>
                <a:ea typeface="+mn-ea"/>
                <a:cs typeface="29LT Bukra Bold" panose="000B0903020204020204"/>
                <a:sym typeface="Fira Sans Medium"/>
              </a:rPr>
              <a:t>المتوسط العام</a:t>
            </a:r>
            <a:endParaRPr kumimoji="0" lang="en-US" sz="1600" b="1" i="0" u="none" strike="noStrike" kern="1200" cap="none" spc="0" normalizeH="0" baseline="0" noProof="0">
              <a:ln>
                <a:noFill/>
              </a:ln>
              <a:solidFill>
                <a:prstClr val="white"/>
              </a:solidFill>
              <a:effectLst/>
              <a:uLnTx/>
              <a:uFillTx/>
              <a:latin typeface="Tajawal ExtraBold" panose="00000800000000000000" pitchFamily="2" charset="-78"/>
              <a:ea typeface="+mn-ea"/>
              <a:cs typeface="29LT Bukra Bold" panose="000B0903020204020204"/>
            </a:endParaRPr>
          </a:p>
        </p:txBody>
      </p:sp>
      <p:sp>
        <p:nvSpPr>
          <p:cNvPr id="1094" name="Google Shape;1541;p18">
            <a:extLst>
              <a:ext uri="{FF2B5EF4-FFF2-40B4-BE49-F238E27FC236}">
                <a16:creationId xmlns:a16="http://schemas.microsoft.com/office/drawing/2014/main" id="{BA26AF8C-FC97-0CE4-39E1-17D7100B8B63}"/>
              </a:ext>
            </a:extLst>
          </p:cNvPr>
          <p:cNvSpPr txBox="1"/>
          <p:nvPr/>
        </p:nvSpPr>
        <p:spPr>
          <a:xfrm>
            <a:off x="4940065" y="3843013"/>
            <a:ext cx="2311869" cy="342768"/>
          </a:xfrm>
          <a:prstGeom prst="rect">
            <a:avLst/>
          </a:prstGeom>
          <a:noFill/>
          <a:ln>
            <a:noFill/>
          </a:ln>
        </p:spPr>
        <p:txBody>
          <a:bodyPr spcFirstLastPara="1" wrap="square" lIns="34820" tIns="34820" rIns="34820" bIns="3482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LY" sz="1200" b="1" i="0" u="none" strike="noStrike" kern="1200" cap="none" spc="0" normalizeH="0" baseline="0" noProof="0">
                <a:ln>
                  <a:noFill/>
                </a:ln>
                <a:solidFill>
                  <a:prstClr val="white"/>
                </a:solidFill>
                <a:effectLst/>
                <a:uLnTx/>
                <a:uFillTx/>
                <a:latin typeface="29LT Bukra Bold" panose="000B0903020204020204" pitchFamily="34" charset="-78"/>
                <a:ea typeface="Fira Sans Medium"/>
                <a:cs typeface="29LT Bukra Bold" panose="000B0903020204020204" pitchFamily="34" charset="-78"/>
                <a:sym typeface="Fira Sans Medium"/>
              </a:rPr>
              <a:t>متوسط إيرادات الخدمات خلال سنة 2023</a:t>
            </a:r>
            <a:endParaRPr kumimoji="0" sz="1200" b="1" i="0" u="none" strike="noStrike" kern="1200" cap="none" spc="0" normalizeH="0" baseline="0" noProof="0">
              <a:ln>
                <a:noFill/>
              </a:ln>
              <a:solidFill>
                <a:prstClr val="white"/>
              </a:solidFill>
              <a:effectLst/>
              <a:uLnTx/>
              <a:uFillTx/>
              <a:latin typeface="29LT Bukra Bold" panose="000B0903020204020204" pitchFamily="34" charset="-78"/>
              <a:ea typeface="Fira Sans Medium"/>
              <a:cs typeface="29LT Bukra Bold" panose="000B0903020204020204" pitchFamily="34" charset="-78"/>
              <a:sym typeface="Fira Sans Medium"/>
            </a:endParaRPr>
          </a:p>
        </p:txBody>
      </p:sp>
      <p:sp>
        <p:nvSpPr>
          <p:cNvPr id="1095" name="Google Shape;2221;p25">
            <a:extLst>
              <a:ext uri="{FF2B5EF4-FFF2-40B4-BE49-F238E27FC236}">
                <a16:creationId xmlns:a16="http://schemas.microsoft.com/office/drawing/2014/main" id="{2EBF3011-C431-507E-01D7-00B1F528A0BE}"/>
              </a:ext>
            </a:extLst>
          </p:cNvPr>
          <p:cNvSpPr txBox="1"/>
          <p:nvPr/>
        </p:nvSpPr>
        <p:spPr>
          <a:xfrm>
            <a:off x="4422105" y="5348138"/>
            <a:ext cx="1290056" cy="250954"/>
          </a:xfrm>
          <a:prstGeom prst="rect">
            <a:avLst/>
          </a:prstGeom>
          <a:noFill/>
          <a:ln>
            <a:noFill/>
          </a:ln>
        </p:spPr>
        <p:txBody>
          <a:bodyPr spcFirstLastPara="1" wrap="square" lIns="121900" tIns="121900" rIns="121900" bIns="1219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LY" sz="1200" b="1" i="0" u="none" strike="noStrike" kern="1200" cap="none" spc="0" normalizeH="0" baseline="0" noProof="0">
                <a:ln>
                  <a:noFill/>
                </a:ln>
                <a:solidFill>
                  <a:prstClr val="white"/>
                </a:solidFill>
                <a:effectLst/>
                <a:uLnTx/>
                <a:uFillTx/>
                <a:latin typeface="29LT Bukra Bold" panose="000B0903020204020204"/>
                <a:ea typeface="Fira Sans"/>
                <a:cs typeface="Arial" panose="020B0604020202020204" pitchFamily="34" charset="0"/>
                <a:sym typeface="Fira Sans"/>
              </a:rPr>
              <a:t>14 دينار</a:t>
            </a:r>
          </a:p>
        </p:txBody>
      </p:sp>
      <p:sp>
        <p:nvSpPr>
          <p:cNvPr id="1096" name="Google Shape;2221;p25">
            <a:extLst>
              <a:ext uri="{FF2B5EF4-FFF2-40B4-BE49-F238E27FC236}">
                <a16:creationId xmlns:a16="http://schemas.microsoft.com/office/drawing/2014/main" id="{3E2BD80B-6F28-4A4F-6D02-B32F6E2465F1}"/>
              </a:ext>
            </a:extLst>
          </p:cNvPr>
          <p:cNvSpPr txBox="1"/>
          <p:nvPr/>
        </p:nvSpPr>
        <p:spPr>
          <a:xfrm>
            <a:off x="6386019" y="5338656"/>
            <a:ext cx="1290056" cy="250954"/>
          </a:xfrm>
          <a:prstGeom prst="rect">
            <a:avLst/>
          </a:prstGeom>
          <a:noFill/>
          <a:ln>
            <a:noFill/>
          </a:ln>
        </p:spPr>
        <p:txBody>
          <a:bodyPr spcFirstLastPara="1" wrap="square" lIns="121900" tIns="121900" rIns="121900" bIns="1219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LY" sz="1200" b="1" i="0" u="none" strike="noStrike" kern="1200" cap="none" spc="0" normalizeH="0" baseline="0" noProof="0">
                <a:ln>
                  <a:noFill/>
                </a:ln>
                <a:solidFill>
                  <a:prstClr val="white"/>
                </a:solidFill>
                <a:effectLst/>
                <a:uLnTx/>
                <a:uFillTx/>
                <a:latin typeface="29LT Bukra Bold" panose="000B0903020204020204"/>
                <a:ea typeface="Fira Sans"/>
                <a:cs typeface="Arial" panose="020B0604020202020204" pitchFamily="34" charset="0"/>
                <a:sym typeface="Fira Sans"/>
              </a:rPr>
              <a:t>0.5 دينار</a:t>
            </a:r>
          </a:p>
        </p:txBody>
      </p:sp>
      <p:sp>
        <p:nvSpPr>
          <p:cNvPr id="1097" name="Google Shape;2221;p25">
            <a:extLst>
              <a:ext uri="{FF2B5EF4-FFF2-40B4-BE49-F238E27FC236}">
                <a16:creationId xmlns:a16="http://schemas.microsoft.com/office/drawing/2014/main" id="{F8DEC82C-81DE-E44D-DABF-BFE9A65F00F4}"/>
              </a:ext>
            </a:extLst>
          </p:cNvPr>
          <p:cNvSpPr txBox="1"/>
          <p:nvPr/>
        </p:nvSpPr>
        <p:spPr>
          <a:xfrm>
            <a:off x="7581975" y="5949613"/>
            <a:ext cx="1290056" cy="250954"/>
          </a:xfrm>
          <a:prstGeom prst="rect">
            <a:avLst/>
          </a:prstGeom>
          <a:noFill/>
          <a:ln>
            <a:noFill/>
          </a:ln>
        </p:spPr>
        <p:txBody>
          <a:bodyPr spcFirstLastPara="1" wrap="square" lIns="121900" tIns="121900" rIns="121900" bIns="1219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LY" sz="1200" b="1" i="0" u="none" strike="noStrike" kern="1200" cap="none" spc="0" normalizeH="0" baseline="0" noProof="0">
                <a:ln>
                  <a:noFill/>
                </a:ln>
                <a:solidFill>
                  <a:prstClr val="white"/>
                </a:solidFill>
                <a:effectLst/>
                <a:uLnTx/>
                <a:uFillTx/>
                <a:latin typeface="29LT Bukra Bold" panose="000B0903020204020204"/>
                <a:ea typeface="Fira Sans"/>
                <a:cs typeface="Arial" panose="020B0604020202020204" pitchFamily="34" charset="0"/>
                <a:sym typeface="Fira Sans"/>
              </a:rPr>
              <a:t>1 دينار</a:t>
            </a:r>
          </a:p>
        </p:txBody>
      </p:sp>
      <p:sp>
        <p:nvSpPr>
          <p:cNvPr id="1098" name="Google Shape;2221;p25">
            <a:extLst>
              <a:ext uri="{FF2B5EF4-FFF2-40B4-BE49-F238E27FC236}">
                <a16:creationId xmlns:a16="http://schemas.microsoft.com/office/drawing/2014/main" id="{843A8D5D-F236-EE2B-0A1E-B5BABA7DB913}"/>
              </a:ext>
            </a:extLst>
          </p:cNvPr>
          <p:cNvSpPr txBox="1"/>
          <p:nvPr/>
        </p:nvSpPr>
        <p:spPr>
          <a:xfrm>
            <a:off x="5423741" y="5975284"/>
            <a:ext cx="1290056" cy="250954"/>
          </a:xfrm>
          <a:prstGeom prst="rect">
            <a:avLst/>
          </a:prstGeom>
          <a:noFill/>
          <a:ln>
            <a:noFill/>
          </a:ln>
        </p:spPr>
        <p:txBody>
          <a:bodyPr spcFirstLastPara="1" wrap="square" lIns="121900" tIns="121900" rIns="121900" bIns="1219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LY" sz="1200" b="1" i="0" u="none" strike="noStrike" kern="1200" cap="none" spc="0" normalizeH="0" baseline="0" noProof="0">
                <a:ln>
                  <a:noFill/>
                </a:ln>
                <a:solidFill>
                  <a:prstClr val="white"/>
                </a:solidFill>
                <a:effectLst/>
                <a:uLnTx/>
                <a:uFillTx/>
                <a:latin typeface="29LT Bukra Bold" panose="000B0903020204020204"/>
                <a:ea typeface="Fira Sans"/>
                <a:cs typeface="Arial" panose="020B0604020202020204" pitchFamily="34" charset="0"/>
                <a:sym typeface="Fira Sans"/>
              </a:rPr>
              <a:t>24 دينار</a:t>
            </a:r>
          </a:p>
        </p:txBody>
      </p:sp>
      <p:sp>
        <p:nvSpPr>
          <p:cNvPr id="2" name="Google Shape;2311;p26">
            <a:extLst>
              <a:ext uri="{FF2B5EF4-FFF2-40B4-BE49-F238E27FC236}">
                <a16:creationId xmlns:a16="http://schemas.microsoft.com/office/drawing/2014/main" id="{E44F9EB0-5DA9-4128-DD75-7BC2B15D2BD3}"/>
              </a:ext>
            </a:extLst>
          </p:cNvPr>
          <p:cNvSpPr txBox="1"/>
          <p:nvPr/>
        </p:nvSpPr>
        <p:spPr>
          <a:xfrm>
            <a:off x="359640" y="4107321"/>
            <a:ext cx="2945756" cy="2160349"/>
          </a:xfrm>
          <a:prstGeom prst="roundRect">
            <a:avLst/>
          </a:prstGeom>
          <a:solidFill>
            <a:schemeClr val="tx2"/>
          </a:solidFill>
          <a:ln>
            <a:noFill/>
          </a:ln>
        </p:spPr>
        <p:txBody>
          <a:bodyPr spcFirstLastPara="1" wrap="square" lIns="91425" tIns="91425" rIns="91425" bIns="91425" anchor="t"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LY" sz="800" b="1" i="0" u="none" strike="noStrike" kern="1200" cap="none" spc="0" normalizeH="0" baseline="0" noProof="0" dirty="0">
                <a:ln>
                  <a:noFill/>
                </a:ln>
                <a:solidFill>
                  <a:prstClr val="white"/>
                </a:solidFill>
                <a:effectLst/>
                <a:uLnTx/>
                <a:uFillTx/>
                <a:latin typeface="29LT Bukra Bold" panose="000B0903020204020204" pitchFamily="34" charset="-78"/>
                <a:ea typeface="Roboto"/>
                <a:cs typeface="29LT Bukra Bold" panose="000B0903020204020204" pitchFamily="34" charset="-78"/>
                <a:sym typeface="Roboto"/>
              </a:rPr>
              <a:t>يرجع انخفاض إيرادات الصوت والرسائل مقارنة بخدمات الانترنت نتيجة لتوجه الناس الى تطبيقات التواصل الاجتماعي في عمليات التواصل بالإضافة الى اعتماد المشتركين على خدمات الانترنت في جميع نواحي الحياتية منها الخدمات المصرفية والخدمات الترفيهية وغيرها مما أثر على إيرادات الانترنت بشكل إيجابي</a:t>
            </a:r>
          </a:p>
          <a:p>
            <a:pPr marL="0" marR="0" lvl="0" indent="0" algn="ctr" defTabSz="914400" rtl="0" eaLnBrk="1" fontAlgn="auto" latinLnBrk="0" hangingPunct="1">
              <a:lnSpc>
                <a:spcPct val="100000"/>
              </a:lnSpc>
              <a:spcBef>
                <a:spcPts val="0"/>
              </a:spcBef>
              <a:spcAft>
                <a:spcPts val="0"/>
              </a:spcAft>
              <a:buClrTx/>
              <a:buSzTx/>
              <a:buFontTx/>
              <a:buNone/>
              <a:tabLst/>
              <a:defRPr/>
            </a:pPr>
            <a:endParaRPr lang="ar-LY" sz="800" b="1" dirty="0">
              <a:solidFill>
                <a:prstClr val="white"/>
              </a:solidFill>
              <a:latin typeface="29LT Bukra Bold" panose="000B0903020204020204" pitchFamily="34" charset="-78"/>
              <a:ea typeface="Roboto"/>
              <a:cs typeface="29LT Bukra Bold" panose="000B0903020204020204" pitchFamily="34" charset="-78"/>
              <a:sym typeface="Roboto"/>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LY" sz="800" b="1" i="0" u="none" strike="noStrike" kern="1200" cap="none" spc="0" normalizeH="0" baseline="0" noProof="0" dirty="0">
                <a:ln>
                  <a:noFill/>
                </a:ln>
                <a:solidFill>
                  <a:prstClr val="white"/>
                </a:solidFill>
                <a:effectLst/>
                <a:uLnTx/>
                <a:uFillTx/>
                <a:latin typeface="29LT Bukra Bold" panose="000B0903020204020204" pitchFamily="34" charset="-78"/>
                <a:ea typeface="Roboto"/>
                <a:cs typeface="29LT Bukra Bold" panose="000B0903020204020204" pitchFamily="34" charset="-78"/>
                <a:sym typeface="Roboto"/>
              </a:rPr>
              <a:t>اما بنسبة للخدمات المضافة ارتفع الايراد منها نتيجة إطلاق عدة خدمات جديدة ومتنوعة اثرت بشكل إيجابي على الإيرادات منه هذه الخدمات.</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ar-LY" sz="800" b="0" i="0" u="none" strike="noStrike" kern="1200" cap="none" spc="0" normalizeH="0" baseline="0" noProof="0" dirty="0">
              <a:ln>
                <a:noFill/>
              </a:ln>
              <a:solidFill>
                <a:prstClr val="white"/>
              </a:solidFill>
              <a:effectLst/>
              <a:uLnTx/>
              <a:uFillTx/>
              <a:latin typeface="29LT Bukra Bold" panose="000B0903020204020204" pitchFamily="34" charset="-78"/>
              <a:ea typeface="Roboto"/>
              <a:cs typeface="29LT Bukra Bold" panose="000B0903020204020204" pitchFamily="34" charset="-78"/>
              <a:sym typeface="Roboto"/>
            </a:endParaRPr>
          </a:p>
        </p:txBody>
      </p:sp>
    </p:spTree>
    <p:extLst>
      <p:ext uri="{BB962C8B-B14F-4D97-AF65-F5344CB8AC3E}">
        <p14:creationId xmlns:p14="http://schemas.microsoft.com/office/powerpoint/2010/main" val="9428338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a:gsLst>
            <a:gs pos="32000">
              <a:srgbClr val="990099"/>
            </a:gs>
            <a:gs pos="100000">
              <a:schemeClr val="accent2"/>
            </a:gs>
          </a:gsLst>
          <a:lin ang="2700000" scaled="0"/>
        </a:gradFill>
        <a:effectLst/>
      </p:bgPr>
    </p:bg>
    <p:spTree>
      <p:nvGrpSpPr>
        <p:cNvPr id="1" name=""/>
        <p:cNvGrpSpPr/>
        <p:nvPr/>
      </p:nvGrpSpPr>
      <p:grpSpPr>
        <a:xfrm>
          <a:off x="0" y="0"/>
          <a:ext cx="0" cy="0"/>
          <a:chOff x="0" y="0"/>
          <a:chExt cx="0" cy="0"/>
        </a:xfrm>
      </p:grpSpPr>
      <p:sp>
        <p:nvSpPr>
          <p:cNvPr id="1856" name="Rectangle 1855">
            <a:extLst>
              <a:ext uri="{FF2B5EF4-FFF2-40B4-BE49-F238E27FC236}">
                <a16:creationId xmlns:a16="http://schemas.microsoft.com/office/drawing/2014/main" id="{07783186-A960-F238-FB4B-19282D6EE41C}"/>
              </a:ext>
            </a:extLst>
          </p:cNvPr>
          <p:cNvSpPr/>
          <p:nvPr/>
        </p:nvSpPr>
        <p:spPr>
          <a:xfrm>
            <a:off x="47145" y="54272"/>
            <a:ext cx="12097709" cy="6749456"/>
          </a:xfrm>
          <a:prstGeom prst="rect">
            <a:avLst/>
          </a:prstGeom>
          <a:solidFill>
            <a:schemeClr val="accent1">
              <a:alpha val="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33" name="Google Shape;1541;p18">
            <a:extLst>
              <a:ext uri="{FF2B5EF4-FFF2-40B4-BE49-F238E27FC236}">
                <a16:creationId xmlns:a16="http://schemas.microsoft.com/office/drawing/2014/main" id="{C3DA2AEE-96FD-A1DE-4DEB-F0625446D63A}"/>
              </a:ext>
            </a:extLst>
          </p:cNvPr>
          <p:cNvSpPr txBox="1"/>
          <p:nvPr/>
        </p:nvSpPr>
        <p:spPr>
          <a:xfrm>
            <a:off x="4940064" y="92306"/>
            <a:ext cx="2311869" cy="342768"/>
          </a:xfrm>
          <a:prstGeom prst="rect">
            <a:avLst/>
          </a:prstGeom>
          <a:noFill/>
          <a:ln>
            <a:noFill/>
          </a:ln>
        </p:spPr>
        <p:txBody>
          <a:bodyPr spcFirstLastPara="1" wrap="square" lIns="34820" tIns="34820" rIns="34820" bIns="3482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LY" sz="1067" b="1" i="0" u="none" strike="noStrike" kern="1200" cap="none" spc="0" normalizeH="0" baseline="0" noProof="0">
                <a:ln>
                  <a:noFill/>
                </a:ln>
                <a:solidFill>
                  <a:prstClr val="white"/>
                </a:solidFill>
                <a:effectLst/>
                <a:uLnTx/>
                <a:uFillTx/>
                <a:latin typeface="29LT Bukra Bold" panose="000B0903020204020204" pitchFamily="34" charset="-78"/>
                <a:ea typeface="Fira Sans Medium"/>
                <a:cs typeface="29LT Bukra Bold" panose="000B0903020204020204" pitchFamily="34" charset="-78"/>
                <a:sym typeface="Fira Sans Medium"/>
              </a:rPr>
              <a:t>معلومات عامة</a:t>
            </a:r>
            <a:endParaRPr kumimoji="0" sz="1067" b="1" i="0" u="none" strike="noStrike" kern="1200" cap="none" spc="0" normalizeH="0" baseline="0" noProof="0">
              <a:ln>
                <a:noFill/>
              </a:ln>
              <a:solidFill>
                <a:prstClr val="white"/>
              </a:solidFill>
              <a:effectLst/>
              <a:uLnTx/>
              <a:uFillTx/>
              <a:latin typeface="29LT Bukra Bold" panose="000B0903020204020204" pitchFamily="34" charset="-78"/>
              <a:ea typeface="Fira Sans Medium"/>
              <a:cs typeface="29LT Bukra Bold" panose="000B0903020204020204" pitchFamily="34" charset="-78"/>
              <a:sym typeface="Fira Sans Medium"/>
            </a:endParaRPr>
          </a:p>
        </p:txBody>
      </p:sp>
      <p:grpSp>
        <p:nvGrpSpPr>
          <p:cNvPr id="2" name="Group 1">
            <a:extLst>
              <a:ext uri="{FF2B5EF4-FFF2-40B4-BE49-F238E27FC236}">
                <a16:creationId xmlns:a16="http://schemas.microsoft.com/office/drawing/2014/main" id="{85ABB1B6-32A5-FDDF-FBA7-4C70BDEAF012}"/>
              </a:ext>
            </a:extLst>
          </p:cNvPr>
          <p:cNvGrpSpPr/>
          <p:nvPr/>
        </p:nvGrpSpPr>
        <p:grpSpPr>
          <a:xfrm>
            <a:off x="1606138" y="4224983"/>
            <a:ext cx="8850271" cy="2397327"/>
            <a:chOff x="1153814" y="4138096"/>
            <a:chExt cx="8850271" cy="2397327"/>
          </a:xfrm>
        </p:grpSpPr>
        <p:grpSp>
          <p:nvGrpSpPr>
            <p:cNvPr id="3" name="Group 2">
              <a:extLst>
                <a:ext uri="{FF2B5EF4-FFF2-40B4-BE49-F238E27FC236}">
                  <a16:creationId xmlns:a16="http://schemas.microsoft.com/office/drawing/2014/main" id="{D3CAB26B-290D-148B-718A-CDF502C99F02}"/>
                </a:ext>
              </a:extLst>
            </p:cNvPr>
            <p:cNvGrpSpPr/>
            <p:nvPr/>
          </p:nvGrpSpPr>
          <p:grpSpPr>
            <a:xfrm>
              <a:off x="1153814" y="4138096"/>
              <a:ext cx="5483865" cy="2397327"/>
              <a:chOff x="457208" y="926844"/>
              <a:chExt cx="8223897" cy="3809809"/>
            </a:xfrm>
          </p:grpSpPr>
          <p:sp>
            <p:nvSpPr>
              <p:cNvPr id="14" name="Google Shape;3927;p38">
                <a:extLst>
                  <a:ext uri="{FF2B5EF4-FFF2-40B4-BE49-F238E27FC236}">
                    <a16:creationId xmlns:a16="http://schemas.microsoft.com/office/drawing/2014/main" id="{946198A9-AC52-4AEC-B8B1-1D135C922627}"/>
                  </a:ext>
                </a:extLst>
              </p:cNvPr>
              <p:cNvSpPr/>
              <p:nvPr/>
            </p:nvSpPr>
            <p:spPr>
              <a:xfrm>
                <a:off x="3987635" y="939260"/>
                <a:ext cx="4693470" cy="622934"/>
              </a:xfrm>
              <a:custGeom>
                <a:avLst/>
                <a:gdLst/>
                <a:ahLst/>
                <a:cxnLst/>
                <a:rect l="l" t="t" r="r" b="b"/>
                <a:pathLst>
                  <a:path w="143652" h="19066" extrusionOk="0">
                    <a:moveTo>
                      <a:pt x="9533" y="1"/>
                    </a:moveTo>
                    <a:cubicBezTo>
                      <a:pt x="4276" y="1"/>
                      <a:pt x="1" y="4276"/>
                      <a:pt x="1" y="9533"/>
                    </a:cubicBezTo>
                    <a:cubicBezTo>
                      <a:pt x="1" y="14758"/>
                      <a:pt x="4276" y="19065"/>
                      <a:pt x="9533" y="19065"/>
                    </a:cubicBezTo>
                    <a:lnTo>
                      <a:pt x="134119" y="19065"/>
                    </a:lnTo>
                    <a:cubicBezTo>
                      <a:pt x="139345" y="19065"/>
                      <a:pt x="143652" y="14758"/>
                      <a:pt x="143652" y="9533"/>
                    </a:cubicBezTo>
                    <a:cubicBezTo>
                      <a:pt x="143652" y="4276"/>
                      <a:pt x="139345" y="1"/>
                      <a:pt x="134119" y="1"/>
                    </a:cubicBezTo>
                    <a:close/>
                  </a:path>
                </a:pathLst>
              </a:custGeom>
              <a:solidFill>
                <a:schemeClr val="tx2"/>
              </a:solidFill>
              <a:ln>
                <a:noFill/>
              </a:ln>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Tx/>
                  <a:buNone/>
                  <a:tabLst/>
                  <a:defRPr/>
                </a:pPr>
                <a:r>
                  <a:rPr kumimoji="0" lang="ar-LY" sz="800" b="1" i="0" u="none" strike="noStrike" kern="1200" cap="none" spc="0" normalizeH="0" baseline="0" noProof="0">
                    <a:ln>
                      <a:noFill/>
                    </a:ln>
                    <a:solidFill>
                      <a:prstClr val="white"/>
                    </a:solidFill>
                    <a:effectLst/>
                    <a:uLnTx/>
                    <a:uFillTx/>
                    <a:latin typeface="29LT Bukra Bold" panose="000B0903020204020204" pitchFamily="34" charset="-78"/>
                    <a:ea typeface="Fira Sans"/>
                    <a:cs typeface="29LT Bukra Bold" panose="000B0903020204020204" pitchFamily="34" charset="-78"/>
                    <a:sym typeface="Fira Sans"/>
                  </a:rPr>
                  <a:t>346 ألف تيرابايت هو حجم البيانات المستخدمة عن طريق خدمات الانترنت</a:t>
                </a:r>
              </a:p>
            </p:txBody>
          </p:sp>
          <p:sp>
            <p:nvSpPr>
              <p:cNvPr id="15" name="Google Shape;3928;p38">
                <a:extLst>
                  <a:ext uri="{FF2B5EF4-FFF2-40B4-BE49-F238E27FC236}">
                    <a16:creationId xmlns:a16="http://schemas.microsoft.com/office/drawing/2014/main" id="{089D6D9A-FE8B-98B4-62BC-AED894A6592E}"/>
                  </a:ext>
                </a:extLst>
              </p:cNvPr>
              <p:cNvSpPr/>
              <p:nvPr/>
            </p:nvSpPr>
            <p:spPr>
              <a:xfrm>
                <a:off x="3987635" y="938214"/>
                <a:ext cx="622934" cy="623979"/>
              </a:xfrm>
              <a:custGeom>
                <a:avLst/>
                <a:gdLst/>
                <a:ahLst/>
                <a:cxnLst/>
                <a:rect l="l" t="t" r="r" b="b"/>
                <a:pathLst>
                  <a:path w="19066" h="19098" extrusionOk="0">
                    <a:moveTo>
                      <a:pt x="9533" y="1"/>
                    </a:moveTo>
                    <a:cubicBezTo>
                      <a:pt x="4276" y="1"/>
                      <a:pt x="1" y="4276"/>
                      <a:pt x="1" y="9565"/>
                    </a:cubicBezTo>
                    <a:cubicBezTo>
                      <a:pt x="1" y="14822"/>
                      <a:pt x="4276" y="19097"/>
                      <a:pt x="9533" y="19097"/>
                    </a:cubicBezTo>
                    <a:cubicBezTo>
                      <a:pt x="14790" y="19097"/>
                      <a:pt x="19065" y="14822"/>
                      <a:pt x="19065" y="9565"/>
                    </a:cubicBezTo>
                    <a:cubicBezTo>
                      <a:pt x="19065" y="4276"/>
                      <a:pt x="14790" y="1"/>
                      <a:pt x="9533" y="1"/>
                    </a:cubicBezTo>
                    <a:close/>
                  </a:path>
                </a:pathLst>
              </a:custGeom>
              <a:solidFill>
                <a:srgbClr val="990099"/>
              </a:soli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 sz="2500" b="0" i="0" u="none" strike="noStrike" kern="0" cap="none" spc="0" normalizeH="0" baseline="0" noProof="0">
                    <a:ln>
                      <a:noFill/>
                    </a:ln>
                    <a:solidFill>
                      <a:srgbClr val="FFFFFF"/>
                    </a:solidFill>
                    <a:effectLst/>
                    <a:uLnTx/>
                    <a:uFillTx/>
                    <a:latin typeface="Fira Sans"/>
                    <a:ea typeface="Fira Sans"/>
                    <a:cs typeface="Fira Sans"/>
                    <a:sym typeface="Fira Sans"/>
                  </a:rPr>
                  <a:t>1</a:t>
                </a:r>
                <a:endParaRPr kumimoji="0" sz="2500" b="0" i="0" u="none" strike="noStrike" kern="0" cap="none" spc="0" normalizeH="0" baseline="0" noProof="0">
                  <a:ln>
                    <a:noFill/>
                  </a:ln>
                  <a:solidFill>
                    <a:srgbClr val="FFFFFF"/>
                  </a:solidFill>
                  <a:effectLst/>
                  <a:uLnTx/>
                  <a:uFillTx/>
                  <a:latin typeface="Fira Sans"/>
                  <a:ea typeface="Fira Sans"/>
                  <a:cs typeface="Fira Sans"/>
                  <a:sym typeface="Fira Sans"/>
                </a:endParaRPr>
              </a:p>
            </p:txBody>
          </p:sp>
          <p:sp>
            <p:nvSpPr>
              <p:cNvPr id="16" name="Google Shape;3929;p38">
                <a:extLst>
                  <a:ext uri="{FF2B5EF4-FFF2-40B4-BE49-F238E27FC236}">
                    <a16:creationId xmlns:a16="http://schemas.microsoft.com/office/drawing/2014/main" id="{919CFECF-6F7E-727D-8A3C-7DF2989C113C}"/>
                  </a:ext>
                </a:extLst>
              </p:cNvPr>
              <p:cNvSpPr/>
              <p:nvPr/>
            </p:nvSpPr>
            <p:spPr>
              <a:xfrm>
                <a:off x="3976265" y="926844"/>
                <a:ext cx="645674" cy="646719"/>
              </a:xfrm>
              <a:custGeom>
                <a:avLst/>
                <a:gdLst/>
                <a:ahLst/>
                <a:cxnLst/>
                <a:rect l="l" t="t" r="r" b="b"/>
                <a:pathLst>
                  <a:path w="19762" h="19794" extrusionOk="0">
                    <a:moveTo>
                      <a:pt x="9881" y="697"/>
                    </a:moveTo>
                    <a:cubicBezTo>
                      <a:pt x="14948" y="697"/>
                      <a:pt x="19065" y="4846"/>
                      <a:pt x="19065" y="9913"/>
                    </a:cubicBezTo>
                    <a:cubicBezTo>
                      <a:pt x="19065" y="14980"/>
                      <a:pt x="14948" y="19097"/>
                      <a:pt x="9881" y="19097"/>
                    </a:cubicBezTo>
                    <a:cubicBezTo>
                      <a:pt x="4814" y="19097"/>
                      <a:pt x="697" y="14980"/>
                      <a:pt x="697" y="9913"/>
                    </a:cubicBezTo>
                    <a:cubicBezTo>
                      <a:pt x="697" y="4846"/>
                      <a:pt x="4814" y="697"/>
                      <a:pt x="9881" y="697"/>
                    </a:cubicBezTo>
                    <a:close/>
                    <a:moveTo>
                      <a:pt x="9881" y="1"/>
                    </a:moveTo>
                    <a:cubicBezTo>
                      <a:pt x="7252" y="1"/>
                      <a:pt x="4751" y="1046"/>
                      <a:pt x="2882" y="2914"/>
                    </a:cubicBezTo>
                    <a:cubicBezTo>
                      <a:pt x="1014" y="4783"/>
                      <a:pt x="0" y="7253"/>
                      <a:pt x="0" y="9913"/>
                    </a:cubicBezTo>
                    <a:cubicBezTo>
                      <a:pt x="0" y="12541"/>
                      <a:pt x="1014" y="15043"/>
                      <a:pt x="2882" y="16912"/>
                    </a:cubicBezTo>
                    <a:cubicBezTo>
                      <a:pt x="4751" y="18780"/>
                      <a:pt x="7252" y="19794"/>
                      <a:pt x="9881" y="19794"/>
                    </a:cubicBezTo>
                    <a:cubicBezTo>
                      <a:pt x="12541" y="19794"/>
                      <a:pt x="15011" y="18780"/>
                      <a:pt x="16880" y="16912"/>
                    </a:cubicBezTo>
                    <a:cubicBezTo>
                      <a:pt x="18748" y="15043"/>
                      <a:pt x="19762" y="12541"/>
                      <a:pt x="19762" y="9913"/>
                    </a:cubicBezTo>
                    <a:cubicBezTo>
                      <a:pt x="19762" y="7253"/>
                      <a:pt x="18748" y="4783"/>
                      <a:pt x="16880" y="2914"/>
                    </a:cubicBezTo>
                    <a:cubicBezTo>
                      <a:pt x="15011" y="1046"/>
                      <a:pt x="12541" y="1"/>
                      <a:pt x="9881" y="1"/>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7" name="Google Shape;3930;p38">
                <a:extLst>
                  <a:ext uri="{FF2B5EF4-FFF2-40B4-BE49-F238E27FC236}">
                    <a16:creationId xmlns:a16="http://schemas.microsoft.com/office/drawing/2014/main" id="{A51504AC-427A-4487-B03A-02EEBC90A594}"/>
                  </a:ext>
                </a:extLst>
              </p:cNvPr>
              <p:cNvSpPr/>
              <p:nvPr/>
            </p:nvSpPr>
            <p:spPr>
              <a:xfrm>
                <a:off x="3987635" y="1729771"/>
                <a:ext cx="4693470" cy="622934"/>
              </a:xfrm>
              <a:custGeom>
                <a:avLst/>
                <a:gdLst/>
                <a:ahLst/>
                <a:cxnLst/>
                <a:rect l="l" t="t" r="r" b="b"/>
                <a:pathLst>
                  <a:path w="143652" h="19066" extrusionOk="0">
                    <a:moveTo>
                      <a:pt x="9533" y="1"/>
                    </a:moveTo>
                    <a:cubicBezTo>
                      <a:pt x="4276" y="1"/>
                      <a:pt x="1" y="4276"/>
                      <a:pt x="1" y="9533"/>
                    </a:cubicBezTo>
                    <a:cubicBezTo>
                      <a:pt x="1" y="14758"/>
                      <a:pt x="4276" y="19065"/>
                      <a:pt x="9533" y="19065"/>
                    </a:cubicBezTo>
                    <a:lnTo>
                      <a:pt x="134119" y="19065"/>
                    </a:lnTo>
                    <a:cubicBezTo>
                      <a:pt x="139345" y="19065"/>
                      <a:pt x="143652" y="14758"/>
                      <a:pt x="143652" y="9533"/>
                    </a:cubicBezTo>
                    <a:cubicBezTo>
                      <a:pt x="143652" y="4276"/>
                      <a:pt x="139345" y="1"/>
                      <a:pt x="134119" y="1"/>
                    </a:cubicBezTo>
                    <a:close/>
                  </a:path>
                </a:pathLst>
              </a:custGeom>
              <a:solidFill>
                <a:schemeClr val="tx2"/>
              </a:solidFill>
              <a:ln>
                <a:noFill/>
              </a:ln>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kumimoji="0" lang="ar-LY" sz="800" b="1" i="0" u="none" strike="noStrike" kern="1200" cap="none" spc="0" normalizeH="0" baseline="0" noProof="0">
                    <a:ln>
                      <a:noFill/>
                    </a:ln>
                    <a:solidFill>
                      <a:prstClr val="white"/>
                    </a:solidFill>
                    <a:effectLst/>
                    <a:uLnTx/>
                    <a:uFillTx/>
                    <a:latin typeface="29LT Bukra Bold" panose="000B0903020204020204" pitchFamily="34" charset="-78"/>
                    <a:ea typeface="+mn-ea"/>
                    <a:cs typeface="29LT Bukra Bold" panose="000B0903020204020204" pitchFamily="34" charset="-78"/>
                    <a:sym typeface="Arial"/>
                  </a:rPr>
                  <a:t>13.8 مليار دقيقة هوا عدد الدقائق المستخدمة عن طريق خدمة الصوت</a:t>
                </a:r>
                <a:r>
                  <a:rPr kumimoji="0" lang="ar-LY" sz="800" b="1" i="0" u="none" strike="noStrike" kern="0" cap="none" spc="0" normalizeH="0" baseline="0" noProof="0">
                    <a:ln>
                      <a:noFill/>
                    </a:ln>
                    <a:solidFill>
                      <a:prstClr val="white"/>
                    </a:solidFill>
                    <a:effectLst/>
                    <a:uLnTx/>
                    <a:uFillTx/>
                    <a:latin typeface="Arial"/>
                    <a:ea typeface="+mn-ea"/>
                    <a:cs typeface="Arial"/>
                    <a:sym typeface="Arial"/>
                  </a:rPr>
                  <a:t> </a:t>
                </a:r>
                <a:endParaRPr kumimoji="0" lang="en-US" sz="800" b="1" i="0" u="none" strike="noStrike" kern="0" cap="none" spc="0" normalizeH="0" baseline="0" noProof="0">
                  <a:ln>
                    <a:noFill/>
                  </a:ln>
                  <a:solidFill>
                    <a:prstClr val="white"/>
                  </a:solidFill>
                  <a:effectLst/>
                  <a:uLnTx/>
                  <a:uFillTx/>
                  <a:latin typeface="Arial"/>
                  <a:ea typeface="+mn-ea"/>
                  <a:cs typeface="Arial"/>
                  <a:sym typeface="Arial"/>
                </a:endParaRPr>
              </a:p>
            </p:txBody>
          </p:sp>
          <p:sp>
            <p:nvSpPr>
              <p:cNvPr id="18" name="Google Shape;3931;p38">
                <a:extLst>
                  <a:ext uri="{FF2B5EF4-FFF2-40B4-BE49-F238E27FC236}">
                    <a16:creationId xmlns:a16="http://schemas.microsoft.com/office/drawing/2014/main" id="{9EBDEECC-6F63-1E46-A90B-2AAF53B1495A}"/>
                  </a:ext>
                </a:extLst>
              </p:cNvPr>
              <p:cNvSpPr/>
              <p:nvPr/>
            </p:nvSpPr>
            <p:spPr>
              <a:xfrm>
                <a:off x="3987635" y="1729771"/>
                <a:ext cx="622934" cy="622934"/>
              </a:xfrm>
              <a:custGeom>
                <a:avLst/>
                <a:gdLst/>
                <a:ahLst/>
                <a:cxnLst/>
                <a:rect l="l" t="t" r="r" b="b"/>
                <a:pathLst>
                  <a:path w="19066" h="19066" extrusionOk="0">
                    <a:moveTo>
                      <a:pt x="9533" y="1"/>
                    </a:moveTo>
                    <a:cubicBezTo>
                      <a:pt x="4276" y="1"/>
                      <a:pt x="1" y="4244"/>
                      <a:pt x="1" y="9533"/>
                    </a:cubicBezTo>
                    <a:cubicBezTo>
                      <a:pt x="1" y="14790"/>
                      <a:pt x="4276" y="19065"/>
                      <a:pt x="9533" y="19065"/>
                    </a:cubicBezTo>
                    <a:cubicBezTo>
                      <a:pt x="14790" y="19065"/>
                      <a:pt x="19065" y="14790"/>
                      <a:pt x="19065" y="9533"/>
                    </a:cubicBezTo>
                    <a:cubicBezTo>
                      <a:pt x="19065" y="4244"/>
                      <a:pt x="14790" y="1"/>
                      <a:pt x="9533" y="1"/>
                    </a:cubicBezTo>
                    <a:close/>
                  </a:path>
                </a:pathLst>
              </a:custGeom>
              <a:solidFill>
                <a:srgbClr val="990099"/>
              </a:soli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 sz="2500" b="0" i="0" u="none" strike="noStrike" kern="0" cap="none" spc="0" normalizeH="0" baseline="0" noProof="0">
                    <a:ln>
                      <a:noFill/>
                    </a:ln>
                    <a:solidFill>
                      <a:srgbClr val="FFFFFF"/>
                    </a:solidFill>
                    <a:effectLst/>
                    <a:uLnTx/>
                    <a:uFillTx/>
                    <a:latin typeface="Fira Sans"/>
                    <a:ea typeface="Fira Sans"/>
                    <a:cs typeface="Fira Sans"/>
                    <a:sym typeface="Fira Sans"/>
                  </a:rPr>
                  <a:t>2</a:t>
                </a:r>
                <a:endParaRPr kumimoji="0" sz="2500" b="0" i="0" u="none" strike="noStrike" kern="0" cap="none" spc="0" normalizeH="0" baseline="0" noProof="0">
                  <a:ln>
                    <a:noFill/>
                  </a:ln>
                  <a:solidFill>
                    <a:srgbClr val="FFFFFF"/>
                  </a:solidFill>
                  <a:effectLst/>
                  <a:uLnTx/>
                  <a:uFillTx/>
                  <a:latin typeface="Fira Sans"/>
                  <a:ea typeface="Fira Sans"/>
                  <a:cs typeface="Fira Sans"/>
                  <a:sym typeface="Fira Sans"/>
                </a:endParaRPr>
              </a:p>
            </p:txBody>
          </p:sp>
          <p:sp>
            <p:nvSpPr>
              <p:cNvPr id="19" name="Google Shape;3932;p38">
                <a:extLst>
                  <a:ext uri="{FF2B5EF4-FFF2-40B4-BE49-F238E27FC236}">
                    <a16:creationId xmlns:a16="http://schemas.microsoft.com/office/drawing/2014/main" id="{B4AE2B69-57C8-C41E-36CD-0482C6BAAE42}"/>
                  </a:ext>
                </a:extLst>
              </p:cNvPr>
              <p:cNvSpPr/>
              <p:nvPr/>
            </p:nvSpPr>
            <p:spPr>
              <a:xfrm>
                <a:off x="3976265" y="1717355"/>
                <a:ext cx="645674" cy="646719"/>
              </a:xfrm>
              <a:custGeom>
                <a:avLst/>
                <a:gdLst/>
                <a:ahLst/>
                <a:cxnLst/>
                <a:rect l="l" t="t" r="r" b="b"/>
                <a:pathLst>
                  <a:path w="19762" h="19794" extrusionOk="0">
                    <a:moveTo>
                      <a:pt x="9881" y="697"/>
                    </a:moveTo>
                    <a:cubicBezTo>
                      <a:pt x="14948" y="697"/>
                      <a:pt x="19065" y="4846"/>
                      <a:pt x="19065" y="9913"/>
                    </a:cubicBezTo>
                    <a:cubicBezTo>
                      <a:pt x="19065" y="14980"/>
                      <a:pt x="14948" y="19097"/>
                      <a:pt x="9881" y="19097"/>
                    </a:cubicBezTo>
                    <a:cubicBezTo>
                      <a:pt x="4814" y="19097"/>
                      <a:pt x="697" y="14980"/>
                      <a:pt x="697" y="9913"/>
                    </a:cubicBezTo>
                    <a:cubicBezTo>
                      <a:pt x="697" y="4846"/>
                      <a:pt x="4814" y="697"/>
                      <a:pt x="9881" y="697"/>
                    </a:cubicBezTo>
                    <a:close/>
                    <a:moveTo>
                      <a:pt x="9881" y="1"/>
                    </a:moveTo>
                    <a:cubicBezTo>
                      <a:pt x="7252" y="1"/>
                      <a:pt x="4751" y="1046"/>
                      <a:pt x="2882" y="2914"/>
                    </a:cubicBezTo>
                    <a:cubicBezTo>
                      <a:pt x="1014" y="4783"/>
                      <a:pt x="0" y="7253"/>
                      <a:pt x="0" y="9913"/>
                    </a:cubicBezTo>
                    <a:cubicBezTo>
                      <a:pt x="0" y="12541"/>
                      <a:pt x="1014" y="15043"/>
                      <a:pt x="2882" y="16912"/>
                    </a:cubicBezTo>
                    <a:cubicBezTo>
                      <a:pt x="4751" y="18780"/>
                      <a:pt x="7252" y="19794"/>
                      <a:pt x="9881" y="19794"/>
                    </a:cubicBezTo>
                    <a:cubicBezTo>
                      <a:pt x="12541" y="19794"/>
                      <a:pt x="15011" y="18780"/>
                      <a:pt x="16880" y="16912"/>
                    </a:cubicBezTo>
                    <a:cubicBezTo>
                      <a:pt x="18748" y="15043"/>
                      <a:pt x="19762" y="12541"/>
                      <a:pt x="19762" y="9913"/>
                    </a:cubicBezTo>
                    <a:cubicBezTo>
                      <a:pt x="19762" y="7253"/>
                      <a:pt x="18748" y="4783"/>
                      <a:pt x="16880" y="2914"/>
                    </a:cubicBezTo>
                    <a:cubicBezTo>
                      <a:pt x="15011" y="1046"/>
                      <a:pt x="12541" y="1"/>
                      <a:pt x="9881" y="1"/>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20" name="Google Shape;3933;p38">
                <a:extLst>
                  <a:ext uri="{FF2B5EF4-FFF2-40B4-BE49-F238E27FC236}">
                    <a16:creationId xmlns:a16="http://schemas.microsoft.com/office/drawing/2014/main" id="{9BC307A9-D3DD-8FEA-94EE-78F545F93CFF}"/>
                  </a:ext>
                </a:extLst>
              </p:cNvPr>
              <p:cNvSpPr/>
              <p:nvPr/>
            </p:nvSpPr>
            <p:spPr>
              <a:xfrm>
                <a:off x="3987635" y="2520282"/>
                <a:ext cx="4693470" cy="622934"/>
              </a:xfrm>
              <a:custGeom>
                <a:avLst/>
                <a:gdLst/>
                <a:ahLst/>
                <a:cxnLst/>
                <a:rect l="l" t="t" r="r" b="b"/>
                <a:pathLst>
                  <a:path w="143652" h="19066" extrusionOk="0">
                    <a:moveTo>
                      <a:pt x="9533" y="1"/>
                    </a:moveTo>
                    <a:cubicBezTo>
                      <a:pt x="4276" y="1"/>
                      <a:pt x="1" y="4276"/>
                      <a:pt x="1" y="9533"/>
                    </a:cubicBezTo>
                    <a:cubicBezTo>
                      <a:pt x="1" y="14758"/>
                      <a:pt x="4276" y="19065"/>
                      <a:pt x="9533" y="19065"/>
                    </a:cubicBezTo>
                    <a:lnTo>
                      <a:pt x="134119" y="19065"/>
                    </a:lnTo>
                    <a:cubicBezTo>
                      <a:pt x="139345" y="19065"/>
                      <a:pt x="143652" y="14790"/>
                      <a:pt x="143652" y="9533"/>
                    </a:cubicBezTo>
                    <a:cubicBezTo>
                      <a:pt x="143652" y="4276"/>
                      <a:pt x="139345" y="1"/>
                      <a:pt x="134119" y="1"/>
                    </a:cubicBezTo>
                    <a:close/>
                  </a:path>
                </a:pathLst>
              </a:custGeom>
              <a:solidFill>
                <a:schemeClr val="tx2"/>
              </a:solidFill>
              <a:ln>
                <a:noFill/>
              </a:ln>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kumimoji="0" lang="ar-LY" sz="800" b="1" i="0" u="none" strike="noStrike" kern="1200" cap="none" spc="0" normalizeH="0" baseline="0" noProof="0" dirty="0">
                    <a:ln>
                      <a:noFill/>
                    </a:ln>
                    <a:solidFill>
                      <a:prstClr val="white"/>
                    </a:solidFill>
                    <a:effectLst/>
                    <a:uLnTx/>
                    <a:uFillTx/>
                    <a:latin typeface="29LT Bukra Bold" panose="000B0903020204020204" pitchFamily="34" charset="-78"/>
                    <a:ea typeface="+mn-ea"/>
                    <a:cs typeface="29LT Bukra Bold" panose="000B0903020204020204" pitchFamily="34" charset="-78"/>
                    <a:sym typeface="Arial"/>
                  </a:rPr>
                  <a:t>469 مليون رسالة هوا عدد الرسائل المستخدمة عن طريق خدمة الرسائل</a:t>
                </a:r>
                <a:endParaRPr kumimoji="0" lang="en-US" sz="800" b="1" i="0" u="none" strike="noStrike" kern="1200" cap="none" spc="0" normalizeH="0" baseline="0" noProof="0" dirty="0">
                  <a:ln>
                    <a:noFill/>
                  </a:ln>
                  <a:solidFill>
                    <a:prstClr val="white"/>
                  </a:solidFill>
                  <a:effectLst/>
                  <a:uLnTx/>
                  <a:uFillTx/>
                  <a:latin typeface="29LT Bukra Bold" panose="000B0903020204020204" pitchFamily="34" charset="-78"/>
                  <a:ea typeface="+mn-ea"/>
                  <a:cs typeface="29LT Bukra Bold" panose="000B0903020204020204" pitchFamily="34" charset="-78"/>
                  <a:sym typeface="Arial"/>
                </a:endParaRPr>
              </a:p>
            </p:txBody>
          </p:sp>
          <p:sp>
            <p:nvSpPr>
              <p:cNvPr id="21" name="Google Shape;3934;p38">
                <a:extLst>
                  <a:ext uri="{FF2B5EF4-FFF2-40B4-BE49-F238E27FC236}">
                    <a16:creationId xmlns:a16="http://schemas.microsoft.com/office/drawing/2014/main" id="{2E475A61-8702-511C-3B9A-BBB6683F66CE}"/>
                  </a:ext>
                </a:extLst>
              </p:cNvPr>
              <p:cNvSpPr/>
              <p:nvPr/>
            </p:nvSpPr>
            <p:spPr>
              <a:xfrm>
                <a:off x="3987635" y="2519237"/>
                <a:ext cx="622934" cy="623979"/>
              </a:xfrm>
              <a:custGeom>
                <a:avLst/>
                <a:gdLst/>
                <a:ahLst/>
                <a:cxnLst/>
                <a:rect l="l" t="t" r="r" b="b"/>
                <a:pathLst>
                  <a:path w="19066" h="19098" extrusionOk="0">
                    <a:moveTo>
                      <a:pt x="9533" y="1"/>
                    </a:moveTo>
                    <a:cubicBezTo>
                      <a:pt x="4276" y="1"/>
                      <a:pt x="1" y="4276"/>
                      <a:pt x="1" y="9565"/>
                    </a:cubicBezTo>
                    <a:cubicBezTo>
                      <a:pt x="1" y="14822"/>
                      <a:pt x="4276" y="19097"/>
                      <a:pt x="9533" y="19097"/>
                    </a:cubicBezTo>
                    <a:cubicBezTo>
                      <a:pt x="14790" y="19097"/>
                      <a:pt x="19065" y="14822"/>
                      <a:pt x="19065" y="9565"/>
                    </a:cubicBezTo>
                    <a:cubicBezTo>
                      <a:pt x="19065" y="4276"/>
                      <a:pt x="14790" y="1"/>
                      <a:pt x="9533" y="1"/>
                    </a:cubicBezTo>
                    <a:close/>
                  </a:path>
                </a:pathLst>
              </a:custGeom>
              <a:solidFill>
                <a:srgbClr val="990099"/>
              </a:soli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 sz="2500" b="0" i="0" u="none" strike="noStrike" kern="0" cap="none" spc="0" normalizeH="0" baseline="0" noProof="0">
                    <a:ln>
                      <a:noFill/>
                    </a:ln>
                    <a:solidFill>
                      <a:srgbClr val="FFFFFF"/>
                    </a:solidFill>
                    <a:effectLst/>
                    <a:uLnTx/>
                    <a:uFillTx/>
                    <a:latin typeface="Fira Sans"/>
                    <a:ea typeface="Fira Sans"/>
                    <a:cs typeface="Fira Sans"/>
                    <a:sym typeface="Fira Sans"/>
                  </a:rPr>
                  <a:t>3</a:t>
                </a:r>
                <a:endParaRPr kumimoji="0" sz="2500" b="0" i="0" u="none" strike="noStrike" kern="0" cap="none" spc="0" normalizeH="0" baseline="0" noProof="0">
                  <a:ln>
                    <a:noFill/>
                  </a:ln>
                  <a:solidFill>
                    <a:srgbClr val="FFFFFF"/>
                  </a:solidFill>
                  <a:effectLst/>
                  <a:uLnTx/>
                  <a:uFillTx/>
                  <a:latin typeface="Fira Sans"/>
                  <a:ea typeface="Fira Sans"/>
                  <a:cs typeface="Fira Sans"/>
                  <a:sym typeface="Fira Sans"/>
                </a:endParaRPr>
              </a:p>
            </p:txBody>
          </p:sp>
          <p:sp>
            <p:nvSpPr>
              <p:cNvPr id="22" name="Google Shape;3935;p38">
                <a:extLst>
                  <a:ext uri="{FF2B5EF4-FFF2-40B4-BE49-F238E27FC236}">
                    <a16:creationId xmlns:a16="http://schemas.microsoft.com/office/drawing/2014/main" id="{342F522F-F2C2-C71C-EB1A-D00D2285F809}"/>
                  </a:ext>
                </a:extLst>
              </p:cNvPr>
              <p:cNvSpPr/>
              <p:nvPr/>
            </p:nvSpPr>
            <p:spPr>
              <a:xfrm>
                <a:off x="3976265" y="2508912"/>
                <a:ext cx="645674" cy="645674"/>
              </a:xfrm>
              <a:custGeom>
                <a:avLst/>
                <a:gdLst/>
                <a:ahLst/>
                <a:cxnLst/>
                <a:rect l="l" t="t" r="r" b="b"/>
                <a:pathLst>
                  <a:path w="19762" h="19762" extrusionOk="0">
                    <a:moveTo>
                      <a:pt x="9881" y="697"/>
                    </a:moveTo>
                    <a:cubicBezTo>
                      <a:pt x="14948" y="697"/>
                      <a:pt x="19065" y="4814"/>
                      <a:pt x="19065" y="9881"/>
                    </a:cubicBezTo>
                    <a:cubicBezTo>
                      <a:pt x="19065" y="14948"/>
                      <a:pt x="14948" y="19065"/>
                      <a:pt x="9881" y="19065"/>
                    </a:cubicBezTo>
                    <a:cubicBezTo>
                      <a:pt x="4814" y="19065"/>
                      <a:pt x="697" y="14948"/>
                      <a:pt x="697" y="9881"/>
                    </a:cubicBezTo>
                    <a:cubicBezTo>
                      <a:pt x="697" y="4814"/>
                      <a:pt x="4814" y="697"/>
                      <a:pt x="9881" y="697"/>
                    </a:cubicBezTo>
                    <a:close/>
                    <a:moveTo>
                      <a:pt x="9881" y="0"/>
                    </a:moveTo>
                    <a:cubicBezTo>
                      <a:pt x="7252" y="0"/>
                      <a:pt x="4751" y="1014"/>
                      <a:pt x="2882" y="2882"/>
                    </a:cubicBezTo>
                    <a:cubicBezTo>
                      <a:pt x="1014" y="4751"/>
                      <a:pt x="0" y="7221"/>
                      <a:pt x="0" y="9881"/>
                    </a:cubicBezTo>
                    <a:cubicBezTo>
                      <a:pt x="0" y="12510"/>
                      <a:pt x="1014" y="15011"/>
                      <a:pt x="2882" y="16880"/>
                    </a:cubicBezTo>
                    <a:cubicBezTo>
                      <a:pt x="4751" y="18748"/>
                      <a:pt x="7252" y="19762"/>
                      <a:pt x="9881" y="19762"/>
                    </a:cubicBezTo>
                    <a:cubicBezTo>
                      <a:pt x="12541" y="19762"/>
                      <a:pt x="15011" y="18748"/>
                      <a:pt x="16880" y="16880"/>
                    </a:cubicBezTo>
                    <a:cubicBezTo>
                      <a:pt x="18748" y="15011"/>
                      <a:pt x="19762" y="12510"/>
                      <a:pt x="19762" y="9881"/>
                    </a:cubicBezTo>
                    <a:cubicBezTo>
                      <a:pt x="19762" y="7221"/>
                      <a:pt x="18748" y="4751"/>
                      <a:pt x="16880" y="2882"/>
                    </a:cubicBezTo>
                    <a:cubicBezTo>
                      <a:pt x="15011" y="1014"/>
                      <a:pt x="12541" y="0"/>
                      <a:pt x="9881" y="0"/>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23" name="Google Shape;3936;p38">
                <a:extLst>
                  <a:ext uri="{FF2B5EF4-FFF2-40B4-BE49-F238E27FC236}">
                    <a16:creationId xmlns:a16="http://schemas.microsoft.com/office/drawing/2014/main" id="{A48471F2-B8E3-4DF9-5DE6-E44C37E5980C}"/>
                  </a:ext>
                </a:extLst>
              </p:cNvPr>
              <p:cNvSpPr/>
              <p:nvPr/>
            </p:nvSpPr>
            <p:spPr>
              <a:xfrm>
                <a:off x="3987635" y="3310793"/>
                <a:ext cx="4693470" cy="622934"/>
              </a:xfrm>
              <a:custGeom>
                <a:avLst/>
                <a:gdLst/>
                <a:ahLst/>
                <a:cxnLst/>
                <a:rect l="l" t="t" r="r" b="b"/>
                <a:pathLst>
                  <a:path w="143652" h="19066" extrusionOk="0">
                    <a:moveTo>
                      <a:pt x="9533" y="1"/>
                    </a:moveTo>
                    <a:cubicBezTo>
                      <a:pt x="4276" y="1"/>
                      <a:pt x="1" y="4308"/>
                      <a:pt x="1" y="9533"/>
                    </a:cubicBezTo>
                    <a:cubicBezTo>
                      <a:pt x="1" y="14790"/>
                      <a:pt x="4276" y="19065"/>
                      <a:pt x="9533" y="19065"/>
                    </a:cubicBezTo>
                    <a:lnTo>
                      <a:pt x="134119" y="19065"/>
                    </a:lnTo>
                    <a:cubicBezTo>
                      <a:pt x="139345" y="19065"/>
                      <a:pt x="143652" y="14790"/>
                      <a:pt x="143652" y="9533"/>
                    </a:cubicBezTo>
                    <a:cubicBezTo>
                      <a:pt x="143652" y="4308"/>
                      <a:pt x="139345" y="1"/>
                      <a:pt x="134119" y="1"/>
                    </a:cubicBezTo>
                    <a:close/>
                  </a:path>
                </a:pathLst>
              </a:custGeom>
              <a:solidFill>
                <a:schemeClr val="tx2"/>
              </a:solidFill>
              <a:ln>
                <a:noFill/>
              </a:ln>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kumimoji="0" lang="ar-LY" sz="800" b="1" i="0" u="none" strike="noStrike" kern="1200" cap="none" spc="0" normalizeH="0" baseline="0" noProof="0">
                    <a:ln>
                      <a:noFill/>
                    </a:ln>
                    <a:solidFill>
                      <a:prstClr val="white"/>
                    </a:solidFill>
                    <a:effectLst/>
                    <a:uLnTx/>
                    <a:uFillTx/>
                    <a:latin typeface="29LT Bukra Bold" panose="000B0903020204020204" pitchFamily="34" charset="-78"/>
                    <a:ea typeface="+mn-ea"/>
                    <a:cs typeface="29LT Bukra Bold" panose="000B0903020204020204" pitchFamily="34" charset="-78"/>
                    <a:sym typeface="Arial"/>
                  </a:rPr>
                  <a:t>1.15 مليار دينار هيا مقدار التعبئة الكلية من قبل المشتركين</a:t>
                </a:r>
                <a:endParaRPr kumimoji="0" sz="800" b="1" i="0" u="none" strike="noStrike" kern="1200" cap="none" spc="0" normalizeH="0" baseline="0" noProof="0">
                  <a:ln>
                    <a:noFill/>
                  </a:ln>
                  <a:solidFill>
                    <a:prstClr val="white"/>
                  </a:solidFill>
                  <a:effectLst/>
                  <a:uLnTx/>
                  <a:uFillTx/>
                  <a:latin typeface="29LT Bukra Bold" panose="000B0903020204020204" pitchFamily="34" charset="-78"/>
                  <a:ea typeface="+mn-ea"/>
                  <a:cs typeface="29LT Bukra Bold" panose="000B0903020204020204" pitchFamily="34" charset="-78"/>
                  <a:sym typeface="Arial"/>
                </a:endParaRPr>
              </a:p>
            </p:txBody>
          </p:sp>
          <p:sp>
            <p:nvSpPr>
              <p:cNvPr id="24" name="Google Shape;3937;p38">
                <a:extLst>
                  <a:ext uri="{FF2B5EF4-FFF2-40B4-BE49-F238E27FC236}">
                    <a16:creationId xmlns:a16="http://schemas.microsoft.com/office/drawing/2014/main" id="{3BE70C9B-FEEE-606C-FF9F-F6F157511E50}"/>
                  </a:ext>
                </a:extLst>
              </p:cNvPr>
              <p:cNvSpPr/>
              <p:nvPr/>
            </p:nvSpPr>
            <p:spPr>
              <a:xfrm>
                <a:off x="3987635" y="3310793"/>
                <a:ext cx="622934" cy="622934"/>
              </a:xfrm>
              <a:custGeom>
                <a:avLst/>
                <a:gdLst/>
                <a:ahLst/>
                <a:cxnLst/>
                <a:rect l="l" t="t" r="r" b="b"/>
                <a:pathLst>
                  <a:path w="19066" h="19066" extrusionOk="0">
                    <a:moveTo>
                      <a:pt x="9533" y="1"/>
                    </a:moveTo>
                    <a:cubicBezTo>
                      <a:pt x="4276" y="1"/>
                      <a:pt x="1" y="4276"/>
                      <a:pt x="1" y="9533"/>
                    </a:cubicBezTo>
                    <a:cubicBezTo>
                      <a:pt x="1" y="14790"/>
                      <a:pt x="4276" y="19065"/>
                      <a:pt x="9533" y="19065"/>
                    </a:cubicBezTo>
                    <a:cubicBezTo>
                      <a:pt x="14790" y="19065"/>
                      <a:pt x="19065" y="14790"/>
                      <a:pt x="19065" y="9533"/>
                    </a:cubicBezTo>
                    <a:cubicBezTo>
                      <a:pt x="19065" y="4276"/>
                      <a:pt x="14790" y="1"/>
                      <a:pt x="9533" y="1"/>
                    </a:cubicBezTo>
                    <a:close/>
                  </a:path>
                </a:pathLst>
              </a:custGeom>
              <a:solidFill>
                <a:srgbClr val="990099"/>
              </a:soli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 sz="2500" b="0" i="0" u="none" strike="noStrike" kern="0" cap="none" spc="0" normalizeH="0" baseline="0" noProof="0">
                    <a:ln>
                      <a:noFill/>
                    </a:ln>
                    <a:solidFill>
                      <a:srgbClr val="FFFFFF"/>
                    </a:solidFill>
                    <a:effectLst/>
                    <a:uLnTx/>
                    <a:uFillTx/>
                    <a:latin typeface="Fira Sans"/>
                    <a:ea typeface="Fira Sans"/>
                    <a:cs typeface="Fira Sans"/>
                    <a:sym typeface="Fira Sans"/>
                  </a:rPr>
                  <a:t>4</a:t>
                </a:r>
                <a:endParaRPr kumimoji="0" sz="2500" b="0" i="0" u="none" strike="noStrike" kern="0" cap="none" spc="0" normalizeH="0" baseline="0" noProof="0">
                  <a:ln>
                    <a:noFill/>
                  </a:ln>
                  <a:solidFill>
                    <a:srgbClr val="FFFFFF"/>
                  </a:solidFill>
                  <a:effectLst/>
                  <a:uLnTx/>
                  <a:uFillTx/>
                  <a:latin typeface="Fira Sans"/>
                  <a:ea typeface="Fira Sans"/>
                  <a:cs typeface="Fira Sans"/>
                  <a:sym typeface="Fira Sans"/>
                </a:endParaRPr>
              </a:p>
            </p:txBody>
          </p:sp>
          <p:sp>
            <p:nvSpPr>
              <p:cNvPr id="25" name="Google Shape;3938;p38">
                <a:extLst>
                  <a:ext uri="{FF2B5EF4-FFF2-40B4-BE49-F238E27FC236}">
                    <a16:creationId xmlns:a16="http://schemas.microsoft.com/office/drawing/2014/main" id="{EA7E2389-8C9C-064B-0B9C-035EAB2590EF}"/>
                  </a:ext>
                </a:extLst>
              </p:cNvPr>
              <p:cNvSpPr/>
              <p:nvPr/>
            </p:nvSpPr>
            <p:spPr>
              <a:xfrm>
                <a:off x="3976265" y="3299423"/>
                <a:ext cx="645674" cy="645674"/>
              </a:xfrm>
              <a:custGeom>
                <a:avLst/>
                <a:gdLst/>
                <a:ahLst/>
                <a:cxnLst/>
                <a:rect l="l" t="t" r="r" b="b"/>
                <a:pathLst>
                  <a:path w="19762" h="19762" extrusionOk="0">
                    <a:moveTo>
                      <a:pt x="9881" y="697"/>
                    </a:moveTo>
                    <a:cubicBezTo>
                      <a:pt x="14948" y="697"/>
                      <a:pt x="19065" y="4814"/>
                      <a:pt x="19065" y="9881"/>
                    </a:cubicBezTo>
                    <a:cubicBezTo>
                      <a:pt x="19065" y="14948"/>
                      <a:pt x="14948" y="19065"/>
                      <a:pt x="9881" y="19065"/>
                    </a:cubicBezTo>
                    <a:cubicBezTo>
                      <a:pt x="4814" y="19065"/>
                      <a:pt x="697" y="14948"/>
                      <a:pt x="697" y="9881"/>
                    </a:cubicBezTo>
                    <a:cubicBezTo>
                      <a:pt x="697" y="4814"/>
                      <a:pt x="4814" y="697"/>
                      <a:pt x="9881" y="697"/>
                    </a:cubicBezTo>
                    <a:close/>
                    <a:moveTo>
                      <a:pt x="9881" y="0"/>
                    </a:moveTo>
                    <a:cubicBezTo>
                      <a:pt x="7252" y="0"/>
                      <a:pt x="4751" y="1014"/>
                      <a:pt x="2882" y="2882"/>
                    </a:cubicBezTo>
                    <a:cubicBezTo>
                      <a:pt x="1014" y="4751"/>
                      <a:pt x="0" y="7221"/>
                      <a:pt x="0" y="9881"/>
                    </a:cubicBezTo>
                    <a:cubicBezTo>
                      <a:pt x="0" y="12510"/>
                      <a:pt x="1014" y="15011"/>
                      <a:pt x="2882" y="16880"/>
                    </a:cubicBezTo>
                    <a:cubicBezTo>
                      <a:pt x="4751" y="18748"/>
                      <a:pt x="7252" y="19762"/>
                      <a:pt x="9881" y="19762"/>
                    </a:cubicBezTo>
                    <a:cubicBezTo>
                      <a:pt x="12541" y="19762"/>
                      <a:pt x="15011" y="18748"/>
                      <a:pt x="16880" y="16880"/>
                    </a:cubicBezTo>
                    <a:cubicBezTo>
                      <a:pt x="18748" y="15011"/>
                      <a:pt x="19762" y="12510"/>
                      <a:pt x="19762" y="9881"/>
                    </a:cubicBezTo>
                    <a:cubicBezTo>
                      <a:pt x="19762" y="7221"/>
                      <a:pt x="18748" y="4751"/>
                      <a:pt x="16880" y="2882"/>
                    </a:cubicBezTo>
                    <a:cubicBezTo>
                      <a:pt x="15011" y="1014"/>
                      <a:pt x="12541" y="0"/>
                      <a:pt x="9881" y="0"/>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26" name="Google Shape;3939;p38">
                <a:extLst>
                  <a:ext uri="{FF2B5EF4-FFF2-40B4-BE49-F238E27FC236}">
                    <a16:creationId xmlns:a16="http://schemas.microsoft.com/office/drawing/2014/main" id="{8BE6289D-F9A5-7D32-8CA2-03AFEBC0E43F}"/>
                  </a:ext>
                </a:extLst>
              </p:cNvPr>
              <p:cNvSpPr/>
              <p:nvPr/>
            </p:nvSpPr>
            <p:spPr>
              <a:xfrm>
                <a:off x="3987635" y="4101304"/>
                <a:ext cx="4693470" cy="622934"/>
              </a:xfrm>
              <a:custGeom>
                <a:avLst/>
                <a:gdLst/>
                <a:ahLst/>
                <a:cxnLst/>
                <a:rect l="l" t="t" r="r" b="b"/>
                <a:pathLst>
                  <a:path w="143652" h="19066" extrusionOk="0">
                    <a:moveTo>
                      <a:pt x="9533" y="1"/>
                    </a:moveTo>
                    <a:cubicBezTo>
                      <a:pt x="4276" y="1"/>
                      <a:pt x="1" y="4308"/>
                      <a:pt x="1" y="9533"/>
                    </a:cubicBezTo>
                    <a:cubicBezTo>
                      <a:pt x="1" y="14790"/>
                      <a:pt x="4276" y="19065"/>
                      <a:pt x="9533" y="19065"/>
                    </a:cubicBezTo>
                    <a:lnTo>
                      <a:pt x="134119" y="19065"/>
                    </a:lnTo>
                    <a:cubicBezTo>
                      <a:pt x="139345" y="19065"/>
                      <a:pt x="143652" y="14790"/>
                      <a:pt x="143652" y="9533"/>
                    </a:cubicBezTo>
                    <a:cubicBezTo>
                      <a:pt x="143652" y="4308"/>
                      <a:pt x="139345" y="1"/>
                      <a:pt x="134119" y="1"/>
                    </a:cubicBezTo>
                    <a:close/>
                  </a:path>
                </a:pathLst>
              </a:custGeom>
              <a:solidFill>
                <a:schemeClr val="tx2"/>
              </a:solidFill>
              <a:ln>
                <a:noFill/>
              </a:ln>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kumimoji="0" lang="ar-LY" sz="800" b="1" i="0" u="none" strike="noStrike" kern="1200" cap="none" spc="0" normalizeH="0" baseline="0" noProof="0">
                    <a:ln>
                      <a:noFill/>
                    </a:ln>
                    <a:solidFill>
                      <a:prstClr val="white"/>
                    </a:solidFill>
                    <a:effectLst/>
                    <a:uLnTx/>
                    <a:uFillTx/>
                    <a:latin typeface="29LT Bukra Bold" panose="000B0903020204020204" pitchFamily="34" charset="-78"/>
                    <a:ea typeface="+mn-ea"/>
                    <a:cs typeface="29LT Bukra Bold" panose="000B0903020204020204" pitchFamily="34" charset="-78"/>
                    <a:sym typeface="Arial"/>
                  </a:rPr>
                  <a:t>6.3 مليون مشترك هوا عدد المشتركين الكلي داخل الشبكة</a:t>
                </a:r>
                <a:endParaRPr kumimoji="0" sz="800" b="1" i="0" u="none" strike="noStrike" kern="1200" cap="none" spc="0" normalizeH="0" baseline="0" noProof="0">
                  <a:ln>
                    <a:noFill/>
                  </a:ln>
                  <a:solidFill>
                    <a:prstClr val="white"/>
                  </a:solidFill>
                  <a:effectLst/>
                  <a:uLnTx/>
                  <a:uFillTx/>
                  <a:latin typeface="29LT Bukra Bold" panose="000B0903020204020204" pitchFamily="34" charset="-78"/>
                  <a:ea typeface="+mn-ea"/>
                  <a:cs typeface="29LT Bukra Bold" panose="000B0903020204020204" pitchFamily="34" charset="-78"/>
                  <a:sym typeface="Arial"/>
                </a:endParaRPr>
              </a:p>
            </p:txBody>
          </p:sp>
          <p:sp>
            <p:nvSpPr>
              <p:cNvPr id="27" name="Google Shape;3940;p38">
                <a:extLst>
                  <a:ext uri="{FF2B5EF4-FFF2-40B4-BE49-F238E27FC236}">
                    <a16:creationId xmlns:a16="http://schemas.microsoft.com/office/drawing/2014/main" id="{7913FD43-4BF0-6489-4E03-C8EA36836D3D}"/>
                  </a:ext>
                </a:extLst>
              </p:cNvPr>
              <p:cNvSpPr/>
              <p:nvPr/>
            </p:nvSpPr>
            <p:spPr>
              <a:xfrm>
                <a:off x="3987635" y="4101304"/>
                <a:ext cx="622934" cy="623979"/>
              </a:xfrm>
              <a:custGeom>
                <a:avLst/>
                <a:gdLst/>
                <a:ahLst/>
                <a:cxnLst/>
                <a:rect l="l" t="t" r="r" b="b"/>
                <a:pathLst>
                  <a:path w="19066" h="19098" extrusionOk="0">
                    <a:moveTo>
                      <a:pt x="9533" y="1"/>
                    </a:moveTo>
                    <a:cubicBezTo>
                      <a:pt x="4276" y="1"/>
                      <a:pt x="1" y="4276"/>
                      <a:pt x="1" y="9533"/>
                    </a:cubicBezTo>
                    <a:cubicBezTo>
                      <a:pt x="1" y="14822"/>
                      <a:pt x="4276" y="19097"/>
                      <a:pt x="9533" y="19097"/>
                    </a:cubicBezTo>
                    <a:cubicBezTo>
                      <a:pt x="14790" y="19097"/>
                      <a:pt x="19065" y="14822"/>
                      <a:pt x="19065" y="9533"/>
                    </a:cubicBezTo>
                    <a:cubicBezTo>
                      <a:pt x="19065" y="4276"/>
                      <a:pt x="14790" y="1"/>
                      <a:pt x="9533" y="1"/>
                    </a:cubicBezTo>
                    <a:close/>
                  </a:path>
                </a:pathLst>
              </a:custGeom>
              <a:solidFill>
                <a:srgbClr val="990099"/>
              </a:soli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 sz="2500" b="0" i="0" u="none" strike="noStrike" kern="0" cap="none" spc="0" normalizeH="0" baseline="0" noProof="0">
                    <a:ln>
                      <a:noFill/>
                    </a:ln>
                    <a:solidFill>
                      <a:srgbClr val="FFFFFF"/>
                    </a:solidFill>
                    <a:effectLst/>
                    <a:uLnTx/>
                    <a:uFillTx/>
                    <a:latin typeface="Fira Sans"/>
                    <a:ea typeface="Fira Sans"/>
                    <a:cs typeface="Fira Sans"/>
                    <a:sym typeface="Fira Sans"/>
                  </a:rPr>
                  <a:t>5</a:t>
                </a:r>
                <a:endParaRPr kumimoji="0" sz="2500" b="0" i="0" u="none" strike="noStrike" kern="0" cap="none" spc="0" normalizeH="0" baseline="0" noProof="0">
                  <a:ln>
                    <a:noFill/>
                  </a:ln>
                  <a:solidFill>
                    <a:srgbClr val="FFFFFF"/>
                  </a:solidFill>
                  <a:effectLst/>
                  <a:uLnTx/>
                  <a:uFillTx/>
                  <a:latin typeface="Fira Sans"/>
                  <a:ea typeface="Fira Sans"/>
                  <a:cs typeface="Fira Sans"/>
                  <a:sym typeface="Fira Sans"/>
                </a:endParaRPr>
              </a:p>
            </p:txBody>
          </p:sp>
          <p:sp>
            <p:nvSpPr>
              <p:cNvPr id="28" name="Google Shape;3941;p38">
                <a:extLst>
                  <a:ext uri="{FF2B5EF4-FFF2-40B4-BE49-F238E27FC236}">
                    <a16:creationId xmlns:a16="http://schemas.microsoft.com/office/drawing/2014/main" id="{047A213E-D064-8E27-47E5-7567962BC6CF}"/>
                  </a:ext>
                </a:extLst>
              </p:cNvPr>
              <p:cNvSpPr/>
              <p:nvPr/>
            </p:nvSpPr>
            <p:spPr>
              <a:xfrm>
                <a:off x="3976265" y="4089934"/>
                <a:ext cx="645674" cy="646719"/>
              </a:xfrm>
              <a:custGeom>
                <a:avLst/>
                <a:gdLst/>
                <a:ahLst/>
                <a:cxnLst/>
                <a:rect l="l" t="t" r="r" b="b"/>
                <a:pathLst>
                  <a:path w="19762" h="19794" extrusionOk="0">
                    <a:moveTo>
                      <a:pt x="9881" y="697"/>
                    </a:moveTo>
                    <a:cubicBezTo>
                      <a:pt x="14948" y="697"/>
                      <a:pt x="19065" y="4814"/>
                      <a:pt x="19065" y="9881"/>
                    </a:cubicBezTo>
                    <a:cubicBezTo>
                      <a:pt x="19065" y="14948"/>
                      <a:pt x="14948" y="19097"/>
                      <a:pt x="9881" y="19097"/>
                    </a:cubicBezTo>
                    <a:cubicBezTo>
                      <a:pt x="4814" y="19097"/>
                      <a:pt x="697" y="14948"/>
                      <a:pt x="697" y="9881"/>
                    </a:cubicBezTo>
                    <a:cubicBezTo>
                      <a:pt x="697" y="4814"/>
                      <a:pt x="4814" y="697"/>
                      <a:pt x="9881" y="697"/>
                    </a:cubicBezTo>
                    <a:close/>
                    <a:moveTo>
                      <a:pt x="9881" y="0"/>
                    </a:moveTo>
                    <a:cubicBezTo>
                      <a:pt x="7252" y="0"/>
                      <a:pt x="4751" y="1014"/>
                      <a:pt x="2882" y="2882"/>
                    </a:cubicBezTo>
                    <a:cubicBezTo>
                      <a:pt x="1014" y="4751"/>
                      <a:pt x="0" y="7253"/>
                      <a:pt x="0" y="9881"/>
                    </a:cubicBezTo>
                    <a:cubicBezTo>
                      <a:pt x="0" y="12541"/>
                      <a:pt x="1014" y="15011"/>
                      <a:pt x="2882" y="16880"/>
                    </a:cubicBezTo>
                    <a:cubicBezTo>
                      <a:pt x="4751" y="18748"/>
                      <a:pt x="7252" y="19793"/>
                      <a:pt x="9881" y="19793"/>
                    </a:cubicBezTo>
                    <a:cubicBezTo>
                      <a:pt x="12541" y="19793"/>
                      <a:pt x="15011" y="18748"/>
                      <a:pt x="16880" y="16880"/>
                    </a:cubicBezTo>
                    <a:cubicBezTo>
                      <a:pt x="18748" y="15011"/>
                      <a:pt x="19762" y="12541"/>
                      <a:pt x="19762" y="9881"/>
                    </a:cubicBezTo>
                    <a:cubicBezTo>
                      <a:pt x="19762" y="7253"/>
                      <a:pt x="18748" y="4751"/>
                      <a:pt x="16880" y="2882"/>
                    </a:cubicBezTo>
                    <a:cubicBezTo>
                      <a:pt x="15011" y="1014"/>
                      <a:pt x="12541" y="0"/>
                      <a:pt x="9881" y="0"/>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29" name="Google Shape;3942;p38">
                <a:extLst>
                  <a:ext uri="{FF2B5EF4-FFF2-40B4-BE49-F238E27FC236}">
                    <a16:creationId xmlns:a16="http://schemas.microsoft.com/office/drawing/2014/main" id="{B938C1ED-933D-A5E6-B34D-D62E28D938FE}"/>
                  </a:ext>
                </a:extLst>
              </p:cNvPr>
              <p:cNvSpPr/>
              <p:nvPr/>
            </p:nvSpPr>
            <p:spPr>
              <a:xfrm>
                <a:off x="2878436" y="2263672"/>
                <a:ext cx="133500" cy="133533"/>
              </a:xfrm>
              <a:custGeom>
                <a:avLst/>
                <a:gdLst/>
                <a:ahLst/>
                <a:cxnLst/>
                <a:rect l="l" t="t" r="r" b="b"/>
                <a:pathLst>
                  <a:path w="4086" h="4087" extrusionOk="0">
                    <a:moveTo>
                      <a:pt x="2027" y="1"/>
                    </a:moveTo>
                    <a:cubicBezTo>
                      <a:pt x="919" y="1"/>
                      <a:pt x="0" y="919"/>
                      <a:pt x="0" y="2028"/>
                    </a:cubicBezTo>
                    <a:cubicBezTo>
                      <a:pt x="0" y="3168"/>
                      <a:pt x="919" y="4086"/>
                      <a:pt x="2027" y="4086"/>
                    </a:cubicBezTo>
                    <a:cubicBezTo>
                      <a:pt x="3167" y="4086"/>
                      <a:pt x="4086" y="3168"/>
                      <a:pt x="4086" y="2028"/>
                    </a:cubicBezTo>
                    <a:cubicBezTo>
                      <a:pt x="4086" y="919"/>
                      <a:pt x="3167" y="1"/>
                      <a:pt x="2027" y="1"/>
                    </a:cubicBezTo>
                    <a:close/>
                  </a:path>
                </a:pathLst>
              </a:custGeom>
              <a:solidFill>
                <a:srgbClr val="CACACA"/>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30" name="Google Shape;3943;p38">
                <a:extLst>
                  <a:ext uri="{FF2B5EF4-FFF2-40B4-BE49-F238E27FC236}">
                    <a16:creationId xmlns:a16="http://schemas.microsoft.com/office/drawing/2014/main" id="{AD75FE9A-33B3-4CBC-C760-F010FC61A74E}"/>
                  </a:ext>
                </a:extLst>
              </p:cNvPr>
              <p:cNvSpPr/>
              <p:nvPr/>
            </p:nvSpPr>
            <p:spPr>
              <a:xfrm>
                <a:off x="2878436" y="2514074"/>
                <a:ext cx="133500" cy="133500"/>
              </a:xfrm>
              <a:custGeom>
                <a:avLst/>
                <a:gdLst/>
                <a:ahLst/>
                <a:cxnLst/>
                <a:rect l="l" t="t" r="r" b="b"/>
                <a:pathLst>
                  <a:path w="4086" h="4086" extrusionOk="0">
                    <a:moveTo>
                      <a:pt x="2027" y="1"/>
                    </a:moveTo>
                    <a:cubicBezTo>
                      <a:pt x="919" y="1"/>
                      <a:pt x="0" y="919"/>
                      <a:pt x="0" y="2059"/>
                    </a:cubicBezTo>
                    <a:cubicBezTo>
                      <a:pt x="0" y="3168"/>
                      <a:pt x="919" y="4086"/>
                      <a:pt x="2027" y="4086"/>
                    </a:cubicBezTo>
                    <a:cubicBezTo>
                      <a:pt x="3167" y="4086"/>
                      <a:pt x="4086" y="3168"/>
                      <a:pt x="4086" y="2059"/>
                    </a:cubicBezTo>
                    <a:cubicBezTo>
                      <a:pt x="4086" y="919"/>
                      <a:pt x="3167" y="1"/>
                      <a:pt x="2027" y="1"/>
                    </a:cubicBezTo>
                    <a:close/>
                  </a:path>
                </a:pathLst>
              </a:custGeom>
              <a:solidFill>
                <a:srgbClr val="CACACA"/>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31" name="Google Shape;3944;p38">
                <a:extLst>
                  <a:ext uri="{FF2B5EF4-FFF2-40B4-BE49-F238E27FC236}">
                    <a16:creationId xmlns:a16="http://schemas.microsoft.com/office/drawing/2014/main" id="{B44C67B2-3D12-80E1-A134-A9D24E1A3775}"/>
                  </a:ext>
                </a:extLst>
              </p:cNvPr>
              <p:cNvSpPr/>
              <p:nvPr/>
            </p:nvSpPr>
            <p:spPr>
              <a:xfrm>
                <a:off x="2878436" y="2764476"/>
                <a:ext cx="133500" cy="133500"/>
              </a:xfrm>
              <a:custGeom>
                <a:avLst/>
                <a:gdLst/>
                <a:ahLst/>
                <a:cxnLst/>
                <a:rect l="l" t="t" r="r" b="b"/>
                <a:pathLst>
                  <a:path w="4086" h="4086" extrusionOk="0">
                    <a:moveTo>
                      <a:pt x="2027" y="1"/>
                    </a:moveTo>
                    <a:cubicBezTo>
                      <a:pt x="919" y="1"/>
                      <a:pt x="0" y="919"/>
                      <a:pt x="0" y="2059"/>
                    </a:cubicBezTo>
                    <a:cubicBezTo>
                      <a:pt x="0" y="3167"/>
                      <a:pt x="919" y="4086"/>
                      <a:pt x="2027" y="4086"/>
                    </a:cubicBezTo>
                    <a:cubicBezTo>
                      <a:pt x="3167" y="4086"/>
                      <a:pt x="4086" y="3167"/>
                      <a:pt x="4086" y="2059"/>
                    </a:cubicBezTo>
                    <a:cubicBezTo>
                      <a:pt x="4086" y="919"/>
                      <a:pt x="3167" y="1"/>
                      <a:pt x="2027" y="1"/>
                    </a:cubicBezTo>
                    <a:close/>
                  </a:path>
                </a:pathLst>
              </a:custGeom>
              <a:solidFill>
                <a:srgbClr val="CACACA"/>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32" name="Google Shape;3945;p38">
                <a:extLst>
                  <a:ext uri="{FF2B5EF4-FFF2-40B4-BE49-F238E27FC236}">
                    <a16:creationId xmlns:a16="http://schemas.microsoft.com/office/drawing/2014/main" id="{FE71BA19-2BF1-F9EC-4C73-5C585B84C6B6}"/>
                  </a:ext>
                </a:extLst>
              </p:cNvPr>
              <p:cNvSpPr/>
              <p:nvPr/>
            </p:nvSpPr>
            <p:spPr>
              <a:xfrm>
                <a:off x="2878436" y="3015924"/>
                <a:ext cx="133500" cy="133500"/>
              </a:xfrm>
              <a:custGeom>
                <a:avLst/>
                <a:gdLst/>
                <a:ahLst/>
                <a:cxnLst/>
                <a:rect l="l" t="t" r="r" b="b"/>
                <a:pathLst>
                  <a:path w="4086" h="4086" extrusionOk="0">
                    <a:moveTo>
                      <a:pt x="2027" y="0"/>
                    </a:moveTo>
                    <a:cubicBezTo>
                      <a:pt x="919" y="0"/>
                      <a:pt x="0" y="918"/>
                      <a:pt x="0" y="2027"/>
                    </a:cubicBezTo>
                    <a:cubicBezTo>
                      <a:pt x="0" y="3167"/>
                      <a:pt x="919" y="4085"/>
                      <a:pt x="2027" y="4085"/>
                    </a:cubicBezTo>
                    <a:cubicBezTo>
                      <a:pt x="3167" y="4085"/>
                      <a:pt x="4086" y="3167"/>
                      <a:pt x="4086" y="2027"/>
                    </a:cubicBezTo>
                    <a:cubicBezTo>
                      <a:pt x="4086" y="918"/>
                      <a:pt x="3167" y="0"/>
                      <a:pt x="2027" y="0"/>
                    </a:cubicBezTo>
                    <a:close/>
                  </a:path>
                </a:pathLst>
              </a:custGeom>
              <a:solidFill>
                <a:srgbClr val="CACACA"/>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33" name="Google Shape;3946;p38">
                <a:extLst>
                  <a:ext uri="{FF2B5EF4-FFF2-40B4-BE49-F238E27FC236}">
                    <a16:creationId xmlns:a16="http://schemas.microsoft.com/office/drawing/2014/main" id="{8C6E8188-F603-6B49-6896-53CE2AF45DAE}"/>
                  </a:ext>
                </a:extLst>
              </p:cNvPr>
              <p:cNvSpPr/>
              <p:nvPr/>
            </p:nvSpPr>
            <p:spPr>
              <a:xfrm>
                <a:off x="2878436" y="3266293"/>
                <a:ext cx="133500" cy="133533"/>
              </a:xfrm>
              <a:custGeom>
                <a:avLst/>
                <a:gdLst/>
                <a:ahLst/>
                <a:cxnLst/>
                <a:rect l="l" t="t" r="r" b="b"/>
                <a:pathLst>
                  <a:path w="4086" h="4087" extrusionOk="0">
                    <a:moveTo>
                      <a:pt x="2027" y="1"/>
                    </a:moveTo>
                    <a:cubicBezTo>
                      <a:pt x="919" y="1"/>
                      <a:pt x="0" y="919"/>
                      <a:pt x="0" y="2028"/>
                    </a:cubicBezTo>
                    <a:cubicBezTo>
                      <a:pt x="0" y="3168"/>
                      <a:pt x="919" y="4086"/>
                      <a:pt x="2027" y="4086"/>
                    </a:cubicBezTo>
                    <a:cubicBezTo>
                      <a:pt x="3167" y="4086"/>
                      <a:pt x="4086" y="3168"/>
                      <a:pt x="4086" y="2028"/>
                    </a:cubicBezTo>
                    <a:cubicBezTo>
                      <a:pt x="4086" y="919"/>
                      <a:pt x="3167" y="1"/>
                      <a:pt x="2027" y="1"/>
                    </a:cubicBezTo>
                    <a:close/>
                  </a:path>
                </a:pathLst>
              </a:custGeom>
              <a:solidFill>
                <a:srgbClr val="CACACA"/>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34" name="Google Shape;3947;p38">
                <a:extLst>
                  <a:ext uri="{FF2B5EF4-FFF2-40B4-BE49-F238E27FC236}">
                    <a16:creationId xmlns:a16="http://schemas.microsoft.com/office/drawing/2014/main" id="{FFD65EC2-8E9B-44D0-03E2-520605B9965B}"/>
                  </a:ext>
                </a:extLst>
              </p:cNvPr>
              <p:cNvSpPr/>
              <p:nvPr/>
            </p:nvSpPr>
            <p:spPr>
              <a:xfrm>
                <a:off x="2944663" y="1458687"/>
                <a:ext cx="943680" cy="877453"/>
              </a:xfrm>
              <a:custGeom>
                <a:avLst/>
                <a:gdLst/>
                <a:ahLst/>
                <a:cxnLst/>
                <a:rect l="l" t="t" r="r" b="b"/>
                <a:pathLst>
                  <a:path w="28883" h="26856" extrusionOk="0">
                    <a:moveTo>
                      <a:pt x="28661" y="0"/>
                    </a:moveTo>
                    <a:lnTo>
                      <a:pt x="10514" y="26507"/>
                    </a:lnTo>
                    <a:lnTo>
                      <a:pt x="0" y="26507"/>
                    </a:lnTo>
                    <a:lnTo>
                      <a:pt x="0" y="26856"/>
                    </a:lnTo>
                    <a:lnTo>
                      <a:pt x="10609" y="26856"/>
                    </a:lnTo>
                    <a:lnTo>
                      <a:pt x="28882" y="285"/>
                    </a:lnTo>
                    <a:lnTo>
                      <a:pt x="28661" y="0"/>
                    </a:lnTo>
                    <a:close/>
                  </a:path>
                </a:pathLst>
              </a:custGeom>
              <a:solidFill>
                <a:srgbClr val="CECECE"/>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35" name="Google Shape;3948;p38">
                <a:extLst>
                  <a:ext uri="{FF2B5EF4-FFF2-40B4-BE49-F238E27FC236}">
                    <a16:creationId xmlns:a16="http://schemas.microsoft.com/office/drawing/2014/main" id="{09AA3295-AFEF-BC9F-778D-332FF143C8BA}"/>
                  </a:ext>
                </a:extLst>
              </p:cNvPr>
              <p:cNvSpPr/>
              <p:nvPr/>
            </p:nvSpPr>
            <p:spPr>
              <a:xfrm>
                <a:off x="2944663" y="2087796"/>
                <a:ext cx="942634" cy="499791"/>
              </a:xfrm>
              <a:custGeom>
                <a:avLst/>
                <a:gdLst/>
                <a:ahLst/>
                <a:cxnLst/>
                <a:rect l="l" t="t" r="r" b="b"/>
                <a:pathLst>
                  <a:path w="28851" h="15297" extrusionOk="0">
                    <a:moveTo>
                      <a:pt x="28692" y="0"/>
                    </a:moveTo>
                    <a:lnTo>
                      <a:pt x="10863" y="14916"/>
                    </a:lnTo>
                    <a:lnTo>
                      <a:pt x="0" y="14916"/>
                    </a:lnTo>
                    <a:lnTo>
                      <a:pt x="0" y="15296"/>
                    </a:lnTo>
                    <a:lnTo>
                      <a:pt x="10926" y="15296"/>
                    </a:lnTo>
                    <a:lnTo>
                      <a:pt x="28851" y="348"/>
                    </a:lnTo>
                    <a:lnTo>
                      <a:pt x="28692" y="0"/>
                    </a:lnTo>
                    <a:close/>
                  </a:path>
                </a:pathLst>
              </a:custGeom>
              <a:solidFill>
                <a:srgbClr val="CECECE"/>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36" name="Google Shape;3949;p38">
                <a:extLst>
                  <a:ext uri="{FF2B5EF4-FFF2-40B4-BE49-F238E27FC236}">
                    <a16:creationId xmlns:a16="http://schemas.microsoft.com/office/drawing/2014/main" id="{0A73AC68-B1DC-9F20-66C7-FB4E8C037D63}"/>
                  </a:ext>
                </a:extLst>
              </p:cNvPr>
              <p:cNvSpPr/>
              <p:nvPr/>
            </p:nvSpPr>
            <p:spPr>
              <a:xfrm>
                <a:off x="2944663" y="3327358"/>
                <a:ext cx="943680" cy="877453"/>
              </a:xfrm>
              <a:custGeom>
                <a:avLst/>
                <a:gdLst/>
                <a:ahLst/>
                <a:cxnLst/>
                <a:rect l="l" t="t" r="r" b="b"/>
                <a:pathLst>
                  <a:path w="28883" h="26856" extrusionOk="0">
                    <a:moveTo>
                      <a:pt x="0" y="0"/>
                    </a:moveTo>
                    <a:lnTo>
                      <a:pt x="0" y="349"/>
                    </a:lnTo>
                    <a:lnTo>
                      <a:pt x="10514" y="349"/>
                    </a:lnTo>
                    <a:lnTo>
                      <a:pt x="28661" y="26856"/>
                    </a:lnTo>
                    <a:lnTo>
                      <a:pt x="28882" y="26539"/>
                    </a:lnTo>
                    <a:lnTo>
                      <a:pt x="10673" y="32"/>
                    </a:lnTo>
                    <a:lnTo>
                      <a:pt x="10609" y="0"/>
                    </a:lnTo>
                    <a:close/>
                  </a:path>
                </a:pathLst>
              </a:custGeom>
              <a:solidFill>
                <a:srgbClr val="CECECE"/>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37" name="Google Shape;3950;p38">
                <a:extLst>
                  <a:ext uri="{FF2B5EF4-FFF2-40B4-BE49-F238E27FC236}">
                    <a16:creationId xmlns:a16="http://schemas.microsoft.com/office/drawing/2014/main" id="{440B1E0B-B880-329A-3309-C54E874F41B1}"/>
                  </a:ext>
                </a:extLst>
              </p:cNvPr>
              <p:cNvSpPr/>
              <p:nvPr/>
            </p:nvSpPr>
            <p:spPr>
              <a:xfrm>
                <a:off x="2944663" y="3075911"/>
                <a:ext cx="942634" cy="499791"/>
              </a:xfrm>
              <a:custGeom>
                <a:avLst/>
                <a:gdLst/>
                <a:ahLst/>
                <a:cxnLst/>
                <a:rect l="l" t="t" r="r" b="b"/>
                <a:pathLst>
                  <a:path w="28851" h="15297" extrusionOk="0">
                    <a:moveTo>
                      <a:pt x="0" y="1"/>
                    </a:moveTo>
                    <a:lnTo>
                      <a:pt x="0" y="381"/>
                    </a:lnTo>
                    <a:lnTo>
                      <a:pt x="10863" y="381"/>
                    </a:lnTo>
                    <a:lnTo>
                      <a:pt x="28692" y="15297"/>
                    </a:lnTo>
                    <a:lnTo>
                      <a:pt x="28851" y="14949"/>
                    </a:lnTo>
                    <a:lnTo>
                      <a:pt x="10958" y="33"/>
                    </a:lnTo>
                    <a:lnTo>
                      <a:pt x="10926" y="1"/>
                    </a:lnTo>
                    <a:close/>
                  </a:path>
                </a:pathLst>
              </a:custGeom>
              <a:solidFill>
                <a:srgbClr val="CECECE"/>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38" name="Google Shape;3951;p38">
                <a:extLst>
                  <a:ext uri="{FF2B5EF4-FFF2-40B4-BE49-F238E27FC236}">
                    <a16:creationId xmlns:a16="http://schemas.microsoft.com/office/drawing/2014/main" id="{9418E91C-FF1E-4123-7F50-81D59276794C}"/>
                  </a:ext>
                </a:extLst>
              </p:cNvPr>
              <p:cNvSpPr/>
              <p:nvPr/>
            </p:nvSpPr>
            <p:spPr>
              <a:xfrm>
                <a:off x="2944663" y="2825509"/>
                <a:ext cx="939530" cy="12448"/>
              </a:xfrm>
              <a:custGeom>
                <a:avLst/>
                <a:gdLst/>
                <a:ahLst/>
                <a:cxnLst/>
                <a:rect l="l" t="t" r="r" b="b"/>
                <a:pathLst>
                  <a:path w="28756" h="381" extrusionOk="0">
                    <a:moveTo>
                      <a:pt x="0" y="1"/>
                    </a:moveTo>
                    <a:lnTo>
                      <a:pt x="0" y="381"/>
                    </a:lnTo>
                    <a:lnTo>
                      <a:pt x="28756" y="381"/>
                    </a:lnTo>
                    <a:lnTo>
                      <a:pt x="28756" y="1"/>
                    </a:lnTo>
                    <a:close/>
                  </a:path>
                </a:pathLst>
              </a:custGeom>
              <a:solidFill>
                <a:srgbClr val="CECECE"/>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grpSp>
            <p:nvGrpSpPr>
              <p:cNvPr id="39" name="Google Shape;3952;p38">
                <a:extLst>
                  <a:ext uri="{FF2B5EF4-FFF2-40B4-BE49-F238E27FC236}">
                    <a16:creationId xmlns:a16="http://schemas.microsoft.com/office/drawing/2014/main" id="{F4684281-982B-7D8F-8C04-506989FF9A2D}"/>
                  </a:ext>
                </a:extLst>
              </p:cNvPr>
              <p:cNvGrpSpPr/>
              <p:nvPr/>
            </p:nvGrpSpPr>
            <p:grpSpPr>
              <a:xfrm>
                <a:off x="457208" y="1168980"/>
                <a:ext cx="2230878" cy="3186908"/>
                <a:chOff x="457208" y="1168980"/>
                <a:chExt cx="2230878" cy="3186908"/>
              </a:xfrm>
            </p:grpSpPr>
            <p:sp>
              <p:nvSpPr>
                <p:cNvPr id="40" name="Google Shape;3953;p38">
                  <a:extLst>
                    <a:ext uri="{FF2B5EF4-FFF2-40B4-BE49-F238E27FC236}">
                      <a16:creationId xmlns:a16="http://schemas.microsoft.com/office/drawing/2014/main" id="{6F8B4CD0-E0D5-E4F7-7E04-C95066712532}"/>
                    </a:ext>
                  </a:extLst>
                </p:cNvPr>
                <p:cNvSpPr/>
                <p:nvPr/>
              </p:nvSpPr>
              <p:spPr>
                <a:xfrm>
                  <a:off x="1574706" y="1500083"/>
                  <a:ext cx="523577" cy="2196703"/>
                </a:xfrm>
                <a:custGeom>
                  <a:avLst/>
                  <a:gdLst/>
                  <a:ahLst/>
                  <a:cxnLst/>
                  <a:rect l="l" t="t" r="r" b="b"/>
                  <a:pathLst>
                    <a:path w="16025" h="67234" extrusionOk="0">
                      <a:moveTo>
                        <a:pt x="16025" y="0"/>
                      </a:moveTo>
                      <a:lnTo>
                        <a:pt x="0" y="9279"/>
                      </a:lnTo>
                      <a:lnTo>
                        <a:pt x="0" y="67233"/>
                      </a:lnTo>
                      <a:lnTo>
                        <a:pt x="16025" y="57986"/>
                      </a:lnTo>
                      <a:lnTo>
                        <a:pt x="16025" y="0"/>
                      </a:lnTo>
                      <a:close/>
                    </a:path>
                  </a:pathLst>
                </a:custGeom>
                <a:solidFill>
                  <a:srgbClr val="1B1F26"/>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41" name="Google Shape;3954;p38">
                  <a:extLst>
                    <a:ext uri="{FF2B5EF4-FFF2-40B4-BE49-F238E27FC236}">
                      <a16:creationId xmlns:a16="http://schemas.microsoft.com/office/drawing/2014/main" id="{37C3E1BC-814A-1C31-ADD3-6665DF09FDEE}"/>
                    </a:ext>
                  </a:extLst>
                </p:cNvPr>
                <p:cNvSpPr/>
                <p:nvPr/>
              </p:nvSpPr>
              <p:spPr>
                <a:xfrm>
                  <a:off x="1006661" y="1475252"/>
                  <a:ext cx="568077" cy="2221534"/>
                </a:xfrm>
                <a:custGeom>
                  <a:avLst/>
                  <a:gdLst/>
                  <a:ahLst/>
                  <a:cxnLst/>
                  <a:rect l="l" t="t" r="r" b="b"/>
                  <a:pathLst>
                    <a:path w="17387" h="67994" extrusionOk="0">
                      <a:moveTo>
                        <a:pt x="0" y="0"/>
                      </a:moveTo>
                      <a:lnTo>
                        <a:pt x="0" y="57954"/>
                      </a:lnTo>
                      <a:lnTo>
                        <a:pt x="17386" y="67993"/>
                      </a:lnTo>
                      <a:lnTo>
                        <a:pt x="17386" y="10039"/>
                      </a:lnTo>
                      <a:lnTo>
                        <a:pt x="0" y="0"/>
                      </a:lnTo>
                      <a:close/>
                    </a:path>
                  </a:pathLst>
                </a:custGeom>
                <a:solidFill>
                  <a:srgbClr val="22283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42" name="Google Shape;3955;p38">
                  <a:extLst>
                    <a:ext uri="{FF2B5EF4-FFF2-40B4-BE49-F238E27FC236}">
                      <a16:creationId xmlns:a16="http://schemas.microsoft.com/office/drawing/2014/main" id="{AFCF57A1-0B10-F7DD-B398-25DA422228F3}"/>
                    </a:ext>
                  </a:extLst>
                </p:cNvPr>
                <p:cNvSpPr/>
                <p:nvPr/>
              </p:nvSpPr>
              <p:spPr>
                <a:xfrm>
                  <a:off x="1031493" y="1579151"/>
                  <a:ext cx="519427" cy="2103129"/>
                </a:xfrm>
                <a:custGeom>
                  <a:avLst/>
                  <a:gdLst/>
                  <a:ahLst/>
                  <a:cxnLst/>
                  <a:rect l="l" t="t" r="r" b="b"/>
                  <a:pathLst>
                    <a:path w="15898" h="64370" extrusionOk="0">
                      <a:moveTo>
                        <a:pt x="302" y="1"/>
                      </a:moveTo>
                      <a:cubicBezTo>
                        <a:pt x="127" y="1"/>
                        <a:pt x="0" y="152"/>
                        <a:pt x="0" y="399"/>
                      </a:cubicBezTo>
                      <a:lnTo>
                        <a:pt x="0" y="55218"/>
                      </a:lnTo>
                      <a:lnTo>
                        <a:pt x="15898" y="64370"/>
                      </a:lnTo>
                      <a:lnTo>
                        <a:pt x="15898" y="9583"/>
                      </a:lnTo>
                      <a:cubicBezTo>
                        <a:pt x="15898" y="9234"/>
                        <a:pt x="15645" y="8791"/>
                        <a:pt x="15360" y="8633"/>
                      </a:cubicBezTo>
                      <a:lnTo>
                        <a:pt x="538" y="82"/>
                      </a:lnTo>
                      <a:cubicBezTo>
                        <a:pt x="455" y="26"/>
                        <a:pt x="375" y="1"/>
                        <a:pt x="302" y="1"/>
                      </a:cubicBezTo>
                      <a:close/>
                    </a:path>
                  </a:pathLst>
                </a:custGeom>
                <a:solidFill>
                  <a:srgbClr val="22283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43" name="Google Shape;3956;p38">
                  <a:extLst>
                    <a:ext uri="{FF2B5EF4-FFF2-40B4-BE49-F238E27FC236}">
                      <a16:creationId xmlns:a16="http://schemas.microsoft.com/office/drawing/2014/main" id="{2DB40B37-E0B8-B310-4739-6E52399CFFCE}"/>
                    </a:ext>
                  </a:extLst>
                </p:cNvPr>
                <p:cNvSpPr/>
                <p:nvPr/>
              </p:nvSpPr>
              <p:spPr>
                <a:xfrm>
                  <a:off x="1047012" y="1606073"/>
                  <a:ext cx="488389" cy="388182"/>
                </a:xfrm>
                <a:custGeom>
                  <a:avLst/>
                  <a:gdLst/>
                  <a:ahLst/>
                  <a:cxnLst/>
                  <a:rect l="l" t="t" r="r" b="b"/>
                  <a:pathLst>
                    <a:path w="14948" h="11881" extrusionOk="0">
                      <a:moveTo>
                        <a:pt x="256" y="0"/>
                      </a:moveTo>
                      <a:cubicBezTo>
                        <a:pt x="102" y="0"/>
                        <a:pt x="0" y="118"/>
                        <a:pt x="0" y="303"/>
                      </a:cubicBezTo>
                      <a:lnTo>
                        <a:pt x="0" y="2932"/>
                      </a:lnTo>
                      <a:cubicBezTo>
                        <a:pt x="0" y="3217"/>
                        <a:pt x="190" y="3533"/>
                        <a:pt x="444" y="3692"/>
                      </a:cubicBezTo>
                      <a:lnTo>
                        <a:pt x="14505" y="11831"/>
                      </a:lnTo>
                      <a:cubicBezTo>
                        <a:pt x="14572" y="11864"/>
                        <a:pt x="14636" y="11880"/>
                        <a:pt x="14692" y="11880"/>
                      </a:cubicBezTo>
                      <a:cubicBezTo>
                        <a:pt x="14846" y="11880"/>
                        <a:pt x="14948" y="11763"/>
                        <a:pt x="14948" y="11577"/>
                      </a:cubicBezTo>
                      <a:lnTo>
                        <a:pt x="14948" y="8949"/>
                      </a:lnTo>
                      <a:cubicBezTo>
                        <a:pt x="14948" y="8664"/>
                        <a:pt x="14758" y="8315"/>
                        <a:pt x="14505" y="8189"/>
                      </a:cubicBezTo>
                      <a:lnTo>
                        <a:pt x="444" y="50"/>
                      </a:lnTo>
                      <a:cubicBezTo>
                        <a:pt x="376" y="16"/>
                        <a:pt x="312" y="0"/>
                        <a:pt x="256" y="0"/>
                      </a:cubicBezTo>
                      <a:close/>
                    </a:path>
                  </a:pathLst>
                </a:custGeom>
                <a:solidFill>
                  <a:srgbClr val="DD915E"/>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44" name="Google Shape;3957;p38">
                  <a:extLst>
                    <a:ext uri="{FF2B5EF4-FFF2-40B4-BE49-F238E27FC236}">
                      <a16:creationId xmlns:a16="http://schemas.microsoft.com/office/drawing/2014/main" id="{5EEC8221-5B2E-19FD-E5D9-87C9E0A4D792}"/>
                    </a:ext>
                  </a:extLst>
                </p:cNvPr>
                <p:cNvSpPr/>
                <p:nvPr/>
              </p:nvSpPr>
              <p:spPr>
                <a:xfrm>
                  <a:off x="1071843" y="1642862"/>
                  <a:ext cx="163493" cy="102461"/>
                </a:xfrm>
                <a:custGeom>
                  <a:avLst/>
                  <a:gdLst/>
                  <a:ahLst/>
                  <a:cxnLst/>
                  <a:rect l="l" t="t" r="r" b="b"/>
                  <a:pathLst>
                    <a:path w="5004" h="3136" extrusionOk="0">
                      <a:moveTo>
                        <a:pt x="0" y="0"/>
                      </a:moveTo>
                      <a:lnTo>
                        <a:pt x="0" y="254"/>
                      </a:lnTo>
                      <a:lnTo>
                        <a:pt x="5004" y="3136"/>
                      </a:lnTo>
                      <a:lnTo>
                        <a:pt x="5004" y="2914"/>
                      </a:lnTo>
                      <a:lnTo>
                        <a:pt x="0" y="0"/>
                      </a:lnTo>
                      <a:close/>
                    </a:path>
                  </a:pathLst>
                </a:custGeom>
                <a:solidFill>
                  <a:srgbClr val="22283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45" name="Google Shape;3958;p38">
                  <a:extLst>
                    <a:ext uri="{FF2B5EF4-FFF2-40B4-BE49-F238E27FC236}">
                      <a16:creationId xmlns:a16="http://schemas.microsoft.com/office/drawing/2014/main" id="{831BE791-1D87-82A0-8E69-E262C13E19B0}"/>
                    </a:ext>
                  </a:extLst>
                </p:cNvPr>
                <p:cNvSpPr/>
                <p:nvPr/>
              </p:nvSpPr>
              <p:spPr>
                <a:xfrm>
                  <a:off x="1071843" y="1669752"/>
                  <a:ext cx="163493" cy="102494"/>
                </a:xfrm>
                <a:custGeom>
                  <a:avLst/>
                  <a:gdLst/>
                  <a:ahLst/>
                  <a:cxnLst/>
                  <a:rect l="l" t="t" r="r" b="b"/>
                  <a:pathLst>
                    <a:path w="5004" h="3137" extrusionOk="0">
                      <a:moveTo>
                        <a:pt x="0" y="1"/>
                      </a:moveTo>
                      <a:lnTo>
                        <a:pt x="0" y="223"/>
                      </a:lnTo>
                      <a:lnTo>
                        <a:pt x="5004" y="3136"/>
                      </a:lnTo>
                      <a:lnTo>
                        <a:pt x="5004" y="2883"/>
                      </a:lnTo>
                      <a:lnTo>
                        <a:pt x="0" y="1"/>
                      </a:lnTo>
                      <a:close/>
                    </a:path>
                  </a:pathLst>
                </a:custGeom>
                <a:solidFill>
                  <a:srgbClr val="22283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46" name="Google Shape;3959;p38">
                  <a:extLst>
                    <a:ext uri="{FF2B5EF4-FFF2-40B4-BE49-F238E27FC236}">
                      <a16:creationId xmlns:a16="http://schemas.microsoft.com/office/drawing/2014/main" id="{9F8EB9F6-6038-A97E-4F7D-7B99AED4DC49}"/>
                    </a:ext>
                  </a:extLst>
                </p:cNvPr>
                <p:cNvSpPr/>
                <p:nvPr/>
              </p:nvSpPr>
              <p:spPr>
                <a:xfrm>
                  <a:off x="1071843" y="1695628"/>
                  <a:ext cx="163493" cy="102461"/>
                </a:xfrm>
                <a:custGeom>
                  <a:avLst/>
                  <a:gdLst/>
                  <a:ahLst/>
                  <a:cxnLst/>
                  <a:rect l="l" t="t" r="r" b="b"/>
                  <a:pathLst>
                    <a:path w="5004" h="3136" extrusionOk="0">
                      <a:moveTo>
                        <a:pt x="0" y="1"/>
                      </a:moveTo>
                      <a:lnTo>
                        <a:pt x="0" y="254"/>
                      </a:lnTo>
                      <a:lnTo>
                        <a:pt x="5004" y="3136"/>
                      </a:lnTo>
                      <a:lnTo>
                        <a:pt x="5004" y="2914"/>
                      </a:lnTo>
                      <a:lnTo>
                        <a:pt x="0" y="1"/>
                      </a:lnTo>
                      <a:close/>
                    </a:path>
                  </a:pathLst>
                </a:custGeom>
                <a:solidFill>
                  <a:srgbClr val="22283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47" name="Google Shape;3960;p38">
                  <a:extLst>
                    <a:ext uri="{FF2B5EF4-FFF2-40B4-BE49-F238E27FC236}">
                      <a16:creationId xmlns:a16="http://schemas.microsoft.com/office/drawing/2014/main" id="{4BF60670-0F98-B8E9-98C9-EB914C095895}"/>
                    </a:ext>
                  </a:extLst>
                </p:cNvPr>
                <p:cNvSpPr/>
                <p:nvPr/>
              </p:nvSpPr>
              <p:spPr>
                <a:xfrm>
                  <a:off x="1380173" y="1844452"/>
                  <a:ext cx="21760" cy="28523"/>
                </a:xfrm>
                <a:custGeom>
                  <a:avLst/>
                  <a:gdLst/>
                  <a:ahLst/>
                  <a:cxnLst/>
                  <a:rect l="l" t="t" r="r" b="b"/>
                  <a:pathLst>
                    <a:path w="666" h="873" extrusionOk="0">
                      <a:moveTo>
                        <a:pt x="182" y="1"/>
                      </a:moveTo>
                      <a:cubicBezTo>
                        <a:pt x="70" y="1"/>
                        <a:pt x="1" y="95"/>
                        <a:pt x="1" y="259"/>
                      </a:cubicBezTo>
                      <a:cubicBezTo>
                        <a:pt x="1" y="449"/>
                        <a:pt x="127" y="734"/>
                        <a:pt x="317" y="829"/>
                      </a:cubicBezTo>
                      <a:cubicBezTo>
                        <a:pt x="374" y="858"/>
                        <a:pt x="428" y="872"/>
                        <a:pt x="476" y="872"/>
                      </a:cubicBezTo>
                      <a:cubicBezTo>
                        <a:pt x="588" y="872"/>
                        <a:pt x="666" y="794"/>
                        <a:pt x="666" y="639"/>
                      </a:cubicBezTo>
                      <a:cubicBezTo>
                        <a:pt x="666" y="418"/>
                        <a:pt x="507" y="164"/>
                        <a:pt x="317" y="38"/>
                      </a:cubicBezTo>
                      <a:cubicBezTo>
                        <a:pt x="268" y="13"/>
                        <a:pt x="222" y="1"/>
                        <a:pt x="182" y="1"/>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48" name="Google Shape;3961;p38">
                  <a:extLst>
                    <a:ext uri="{FF2B5EF4-FFF2-40B4-BE49-F238E27FC236}">
                      <a16:creationId xmlns:a16="http://schemas.microsoft.com/office/drawing/2014/main" id="{D30927F1-242D-B4B1-84D5-B74BE6FBAF26}"/>
                    </a:ext>
                  </a:extLst>
                </p:cNvPr>
                <p:cNvSpPr/>
                <p:nvPr/>
              </p:nvSpPr>
              <p:spPr>
                <a:xfrm>
                  <a:off x="1427777" y="1872386"/>
                  <a:ext cx="21760" cy="28327"/>
                </a:xfrm>
                <a:custGeom>
                  <a:avLst/>
                  <a:gdLst/>
                  <a:ahLst/>
                  <a:cxnLst/>
                  <a:rect l="l" t="t" r="r" b="b"/>
                  <a:pathLst>
                    <a:path w="666" h="867" extrusionOk="0">
                      <a:moveTo>
                        <a:pt x="205" y="0"/>
                      </a:moveTo>
                      <a:cubicBezTo>
                        <a:pt x="85" y="0"/>
                        <a:pt x="0" y="89"/>
                        <a:pt x="0" y="228"/>
                      </a:cubicBezTo>
                      <a:cubicBezTo>
                        <a:pt x="0" y="449"/>
                        <a:pt x="159" y="703"/>
                        <a:pt x="349" y="829"/>
                      </a:cubicBezTo>
                      <a:cubicBezTo>
                        <a:pt x="400" y="855"/>
                        <a:pt x="446" y="867"/>
                        <a:pt x="487" y="867"/>
                      </a:cubicBezTo>
                      <a:cubicBezTo>
                        <a:pt x="598" y="867"/>
                        <a:pt x="665" y="778"/>
                        <a:pt x="665" y="639"/>
                      </a:cubicBezTo>
                      <a:cubicBezTo>
                        <a:pt x="665" y="418"/>
                        <a:pt x="539" y="164"/>
                        <a:pt x="349" y="38"/>
                      </a:cubicBezTo>
                      <a:cubicBezTo>
                        <a:pt x="298" y="12"/>
                        <a:pt x="249" y="0"/>
                        <a:pt x="205" y="0"/>
                      </a:cubicBezTo>
                      <a:close/>
                    </a:path>
                  </a:pathLst>
                </a:custGeom>
                <a:solidFill>
                  <a:srgbClr val="30475E"/>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49" name="Google Shape;3962;p38">
                  <a:extLst>
                    <a:ext uri="{FF2B5EF4-FFF2-40B4-BE49-F238E27FC236}">
                      <a16:creationId xmlns:a16="http://schemas.microsoft.com/office/drawing/2014/main" id="{6842AAC3-B9C7-E89A-22E6-75D9B2C9F05E}"/>
                    </a:ext>
                  </a:extLst>
                </p:cNvPr>
                <p:cNvSpPr/>
                <p:nvPr/>
              </p:nvSpPr>
              <p:spPr>
                <a:xfrm>
                  <a:off x="1476394" y="1900125"/>
                  <a:ext cx="21760" cy="28523"/>
                </a:xfrm>
                <a:custGeom>
                  <a:avLst/>
                  <a:gdLst/>
                  <a:ahLst/>
                  <a:cxnLst/>
                  <a:rect l="l" t="t" r="r" b="b"/>
                  <a:pathLst>
                    <a:path w="666" h="873" extrusionOk="0">
                      <a:moveTo>
                        <a:pt x="165" y="1"/>
                      </a:moveTo>
                      <a:cubicBezTo>
                        <a:pt x="63" y="1"/>
                        <a:pt x="1" y="78"/>
                        <a:pt x="1" y="234"/>
                      </a:cubicBezTo>
                      <a:cubicBezTo>
                        <a:pt x="1" y="455"/>
                        <a:pt x="127" y="709"/>
                        <a:pt x="317" y="835"/>
                      </a:cubicBezTo>
                      <a:cubicBezTo>
                        <a:pt x="367" y="860"/>
                        <a:pt x="415" y="872"/>
                        <a:pt x="458" y="872"/>
                      </a:cubicBezTo>
                      <a:cubicBezTo>
                        <a:pt x="579" y="872"/>
                        <a:pt x="666" y="777"/>
                        <a:pt x="666" y="614"/>
                      </a:cubicBezTo>
                      <a:cubicBezTo>
                        <a:pt x="666" y="424"/>
                        <a:pt x="508" y="170"/>
                        <a:pt x="317" y="44"/>
                      </a:cubicBezTo>
                      <a:cubicBezTo>
                        <a:pt x="260" y="15"/>
                        <a:pt x="209" y="1"/>
                        <a:pt x="165" y="1"/>
                      </a:cubicBezTo>
                      <a:close/>
                    </a:path>
                  </a:pathLst>
                </a:custGeom>
                <a:solidFill>
                  <a:srgbClr val="22283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50" name="Google Shape;3963;p38">
                  <a:extLst>
                    <a:ext uri="{FF2B5EF4-FFF2-40B4-BE49-F238E27FC236}">
                      <a16:creationId xmlns:a16="http://schemas.microsoft.com/office/drawing/2014/main" id="{D99A8983-08EA-2EE8-E458-4A8A7004E35A}"/>
                    </a:ext>
                  </a:extLst>
                </p:cNvPr>
                <p:cNvSpPr/>
                <p:nvPr/>
              </p:nvSpPr>
              <p:spPr>
                <a:xfrm>
                  <a:off x="1047012" y="1744539"/>
                  <a:ext cx="488389" cy="387953"/>
                </a:xfrm>
                <a:custGeom>
                  <a:avLst/>
                  <a:gdLst/>
                  <a:ahLst/>
                  <a:cxnLst/>
                  <a:rect l="l" t="t" r="r" b="b"/>
                  <a:pathLst>
                    <a:path w="14948" h="11874" extrusionOk="0">
                      <a:moveTo>
                        <a:pt x="241" y="0"/>
                      </a:moveTo>
                      <a:cubicBezTo>
                        <a:pt x="95" y="0"/>
                        <a:pt x="0" y="107"/>
                        <a:pt x="0" y="309"/>
                      </a:cubicBezTo>
                      <a:lnTo>
                        <a:pt x="0" y="2937"/>
                      </a:lnTo>
                      <a:cubicBezTo>
                        <a:pt x="0" y="3222"/>
                        <a:pt x="190" y="3539"/>
                        <a:pt x="444" y="3697"/>
                      </a:cubicBezTo>
                      <a:lnTo>
                        <a:pt x="14505" y="11804"/>
                      </a:lnTo>
                      <a:cubicBezTo>
                        <a:pt x="14580" y="11852"/>
                        <a:pt x="14650" y="11873"/>
                        <a:pt x="14711" y="11873"/>
                      </a:cubicBezTo>
                      <a:cubicBezTo>
                        <a:pt x="14854" y="11873"/>
                        <a:pt x="14948" y="11751"/>
                        <a:pt x="14948" y="11551"/>
                      </a:cubicBezTo>
                      <a:lnTo>
                        <a:pt x="14948" y="8923"/>
                      </a:lnTo>
                      <a:cubicBezTo>
                        <a:pt x="14948" y="8669"/>
                        <a:pt x="14758" y="8321"/>
                        <a:pt x="14505" y="8194"/>
                      </a:cubicBezTo>
                      <a:lnTo>
                        <a:pt x="444" y="55"/>
                      </a:lnTo>
                      <a:cubicBezTo>
                        <a:pt x="370" y="18"/>
                        <a:pt x="301" y="0"/>
                        <a:pt x="241" y="0"/>
                      </a:cubicBezTo>
                      <a:close/>
                    </a:path>
                  </a:pathLst>
                </a:custGeom>
                <a:solidFill>
                  <a:srgbClr val="DD915E"/>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51" name="Google Shape;3964;p38">
                  <a:extLst>
                    <a:ext uri="{FF2B5EF4-FFF2-40B4-BE49-F238E27FC236}">
                      <a16:creationId xmlns:a16="http://schemas.microsoft.com/office/drawing/2014/main" id="{883E17B0-951C-8FF8-ED8C-475C1E66D6C9}"/>
                    </a:ext>
                  </a:extLst>
                </p:cNvPr>
                <p:cNvSpPr/>
                <p:nvPr/>
              </p:nvSpPr>
              <p:spPr>
                <a:xfrm>
                  <a:off x="1071843" y="1781524"/>
                  <a:ext cx="163493" cy="102461"/>
                </a:xfrm>
                <a:custGeom>
                  <a:avLst/>
                  <a:gdLst/>
                  <a:ahLst/>
                  <a:cxnLst/>
                  <a:rect l="l" t="t" r="r" b="b"/>
                  <a:pathLst>
                    <a:path w="5004" h="3136" extrusionOk="0">
                      <a:moveTo>
                        <a:pt x="0" y="0"/>
                      </a:moveTo>
                      <a:lnTo>
                        <a:pt x="0" y="222"/>
                      </a:lnTo>
                      <a:lnTo>
                        <a:pt x="5004" y="3135"/>
                      </a:lnTo>
                      <a:lnTo>
                        <a:pt x="5004" y="2914"/>
                      </a:lnTo>
                      <a:lnTo>
                        <a:pt x="0" y="0"/>
                      </a:lnTo>
                      <a:close/>
                    </a:path>
                  </a:pathLst>
                </a:custGeom>
                <a:solidFill>
                  <a:srgbClr val="22283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52" name="Google Shape;3965;p38">
                  <a:extLst>
                    <a:ext uri="{FF2B5EF4-FFF2-40B4-BE49-F238E27FC236}">
                      <a16:creationId xmlns:a16="http://schemas.microsoft.com/office/drawing/2014/main" id="{C105D9A6-B4CD-F64D-B103-520AA9BF1B6A}"/>
                    </a:ext>
                  </a:extLst>
                </p:cNvPr>
                <p:cNvSpPr/>
                <p:nvPr/>
              </p:nvSpPr>
              <p:spPr>
                <a:xfrm>
                  <a:off x="1071843" y="1807368"/>
                  <a:ext cx="163493" cy="102494"/>
                </a:xfrm>
                <a:custGeom>
                  <a:avLst/>
                  <a:gdLst/>
                  <a:ahLst/>
                  <a:cxnLst/>
                  <a:rect l="l" t="t" r="r" b="b"/>
                  <a:pathLst>
                    <a:path w="5004" h="3137" extrusionOk="0">
                      <a:moveTo>
                        <a:pt x="0" y="1"/>
                      </a:moveTo>
                      <a:lnTo>
                        <a:pt x="0" y="254"/>
                      </a:lnTo>
                      <a:lnTo>
                        <a:pt x="5004" y="3136"/>
                      </a:lnTo>
                      <a:lnTo>
                        <a:pt x="5004" y="2914"/>
                      </a:lnTo>
                      <a:lnTo>
                        <a:pt x="0" y="1"/>
                      </a:lnTo>
                      <a:close/>
                    </a:path>
                  </a:pathLst>
                </a:custGeom>
                <a:solidFill>
                  <a:srgbClr val="22283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53" name="Google Shape;3966;p38">
                  <a:extLst>
                    <a:ext uri="{FF2B5EF4-FFF2-40B4-BE49-F238E27FC236}">
                      <a16:creationId xmlns:a16="http://schemas.microsoft.com/office/drawing/2014/main" id="{14BD6640-D877-22A9-642F-092C889297C3}"/>
                    </a:ext>
                  </a:extLst>
                </p:cNvPr>
                <p:cNvSpPr/>
                <p:nvPr/>
              </p:nvSpPr>
              <p:spPr>
                <a:xfrm>
                  <a:off x="1071843" y="1834290"/>
                  <a:ext cx="163493" cy="102461"/>
                </a:xfrm>
                <a:custGeom>
                  <a:avLst/>
                  <a:gdLst/>
                  <a:ahLst/>
                  <a:cxnLst/>
                  <a:rect l="l" t="t" r="r" b="b"/>
                  <a:pathLst>
                    <a:path w="5004" h="3136" extrusionOk="0">
                      <a:moveTo>
                        <a:pt x="0" y="0"/>
                      </a:moveTo>
                      <a:lnTo>
                        <a:pt x="0" y="222"/>
                      </a:lnTo>
                      <a:lnTo>
                        <a:pt x="5004" y="3135"/>
                      </a:lnTo>
                      <a:lnTo>
                        <a:pt x="5004" y="2914"/>
                      </a:lnTo>
                      <a:lnTo>
                        <a:pt x="0" y="0"/>
                      </a:lnTo>
                      <a:close/>
                    </a:path>
                  </a:pathLst>
                </a:custGeom>
                <a:solidFill>
                  <a:srgbClr val="22283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54" name="Google Shape;3967;p38">
                  <a:extLst>
                    <a:ext uri="{FF2B5EF4-FFF2-40B4-BE49-F238E27FC236}">
                      <a16:creationId xmlns:a16="http://schemas.microsoft.com/office/drawing/2014/main" id="{D8305C12-60D4-3AC2-AE88-81DC0D39BA2D}"/>
                    </a:ext>
                  </a:extLst>
                </p:cNvPr>
                <p:cNvSpPr/>
                <p:nvPr/>
              </p:nvSpPr>
              <p:spPr>
                <a:xfrm>
                  <a:off x="1380173" y="1983081"/>
                  <a:ext cx="21760" cy="28360"/>
                </a:xfrm>
                <a:custGeom>
                  <a:avLst/>
                  <a:gdLst/>
                  <a:ahLst/>
                  <a:cxnLst/>
                  <a:rect l="l" t="t" r="r" b="b"/>
                  <a:pathLst>
                    <a:path w="666" h="868" extrusionOk="0">
                      <a:moveTo>
                        <a:pt x="179" y="1"/>
                      </a:moveTo>
                      <a:cubicBezTo>
                        <a:pt x="68" y="1"/>
                        <a:pt x="1" y="89"/>
                        <a:pt x="1" y="228"/>
                      </a:cubicBezTo>
                      <a:cubicBezTo>
                        <a:pt x="1" y="450"/>
                        <a:pt x="127" y="703"/>
                        <a:pt x="317" y="830"/>
                      </a:cubicBezTo>
                      <a:cubicBezTo>
                        <a:pt x="368" y="855"/>
                        <a:pt x="417" y="867"/>
                        <a:pt x="461" y="867"/>
                      </a:cubicBezTo>
                      <a:cubicBezTo>
                        <a:pt x="581" y="867"/>
                        <a:pt x="666" y="779"/>
                        <a:pt x="666" y="640"/>
                      </a:cubicBezTo>
                      <a:cubicBezTo>
                        <a:pt x="666" y="418"/>
                        <a:pt x="507" y="165"/>
                        <a:pt x="317" y="38"/>
                      </a:cubicBezTo>
                      <a:cubicBezTo>
                        <a:pt x="266" y="13"/>
                        <a:pt x="220" y="1"/>
                        <a:pt x="179" y="1"/>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55" name="Google Shape;3968;p38">
                  <a:extLst>
                    <a:ext uri="{FF2B5EF4-FFF2-40B4-BE49-F238E27FC236}">
                      <a16:creationId xmlns:a16="http://schemas.microsoft.com/office/drawing/2014/main" id="{76D5C315-4EE3-927C-EFBB-9A5473F89455}"/>
                    </a:ext>
                  </a:extLst>
                </p:cNvPr>
                <p:cNvSpPr/>
                <p:nvPr/>
              </p:nvSpPr>
              <p:spPr>
                <a:xfrm>
                  <a:off x="1427777" y="2010853"/>
                  <a:ext cx="21760" cy="28490"/>
                </a:xfrm>
                <a:custGeom>
                  <a:avLst/>
                  <a:gdLst/>
                  <a:ahLst/>
                  <a:cxnLst/>
                  <a:rect l="l" t="t" r="r" b="b"/>
                  <a:pathLst>
                    <a:path w="666" h="872" extrusionOk="0">
                      <a:moveTo>
                        <a:pt x="190" y="0"/>
                      </a:moveTo>
                      <a:cubicBezTo>
                        <a:pt x="78" y="0"/>
                        <a:pt x="0" y="78"/>
                        <a:pt x="0" y="233"/>
                      </a:cubicBezTo>
                      <a:cubicBezTo>
                        <a:pt x="0" y="455"/>
                        <a:pt x="159" y="708"/>
                        <a:pt x="349" y="835"/>
                      </a:cubicBezTo>
                      <a:cubicBezTo>
                        <a:pt x="398" y="860"/>
                        <a:pt x="444" y="872"/>
                        <a:pt x="484" y="872"/>
                      </a:cubicBezTo>
                      <a:cubicBezTo>
                        <a:pt x="596" y="872"/>
                        <a:pt x="665" y="777"/>
                        <a:pt x="665" y="613"/>
                      </a:cubicBezTo>
                      <a:cubicBezTo>
                        <a:pt x="665" y="423"/>
                        <a:pt x="539" y="138"/>
                        <a:pt x="349" y="43"/>
                      </a:cubicBezTo>
                      <a:cubicBezTo>
                        <a:pt x="292" y="15"/>
                        <a:pt x="238" y="0"/>
                        <a:pt x="190" y="0"/>
                      </a:cubicBezTo>
                      <a:close/>
                    </a:path>
                  </a:pathLst>
                </a:custGeom>
                <a:solidFill>
                  <a:srgbClr val="30475E"/>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56" name="Google Shape;3969;p38">
                  <a:extLst>
                    <a:ext uri="{FF2B5EF4-FFF2-40B4-BE49-F238E27FC236}">
                      <a16:creationId xmlns:a16="http://schemas.microsoft.com/office/drawing/2014/main" id="{FEC317DA-C7E9-78FD-5191-174D8ED43C28}"/>
                    </a:ext>
                  </a:extLst>
                </p:cNvPr>
                <p:cNvSpPr/>
                <p:nvPr/>
              </p:nvSpPr>
              <p:spPr>
                <a:xfrm>
                  <a:off x="1475381" y="2038526"/>
                  <a:ext cx="23818" cy="28098"/>
                </a:xfrm>
                <a:custGeom>
                  <a:avLst/>
                  <a:gdLst/>
                  <a:ahLst/>
                  <a:cxnLst/>
                  <a:rect l="l" t="t" r="r" b="b"/>
                  <a:pathLst>
                    <a:path w="729" h="860" extrusionOk="0">
                      <a:moveTo>
                        <a:pt x="213" y="1"/>
                      </a:moveTo>
                      <a:cubicBezTo>
                        <a:pt x="181" y="1"/>
                        <a:pt x="152" y="7"/>
                        <a:pt x="127" y="20"/>
                      </a:cubicBezTo>
                      <a:cubicBezTo>
                        <a:pt x="0" y="83"/>
                        <a:pt x="0" y="336"/>
                        <a:pt x="127" y="558"/>
                      </a:cubicBezTo>
                      <a:cubicBezTo>
                        <a:pt x="231" y="741"/>
                        <a:pt x="401" y="859"/>
                        <a:pt x="528" y="859"/>
                      </a:cubicBezTo>
                      <a:cubicBezTo>
                        <a:pt x="555" y="859"/>
                        <a:pt x="580" y="854"/>
                        <a:pt x="602" y="843"/>
                      </a:cubicBezTo>
                      <a:cubicBezTo>
                        <a:pt x="729" y="780"/>
                        <a:pt x="729" y="526"/>
                        <a:pt x="602" y="305"/>
                      </a:cubicBezTo>
                      <a:cubicBezTo>
                        <a:pt x="501" y="102"/>
                        <a:pt x="338" y="1"/>
                        <a:pt x="213" y="1"/>
                      </a:cubicBezTo>
                      <a:close/>
                    </a:path>
                  </a:pathLst>
                </a:custGeom>
                <a:solidFill>
                  <a:srgbClr val="22283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57" name="Google Shape;3970;p38">
                  <a:extLst>
                    <a:ext uri="{FF2B5EF4-FFF2-40B4-BE49-F238E27FC236}">
                      <a16:creationId xmlns:a16="http://schemas.microsoft.com/office/drawing/2014/main" id="{562E9AF1-9223-F721-B7C6-EAB8DA63E24E}"/>
                    </a:ext>
                  </a:extLst>
                </p:cNvPr>
                <p:cNvSpPr/>
                <p:nvPr/>
              </p:nvSpPr>
              <p:spPr>
                <a:xfrm>
                  <a:off x="1047012" y="1883168"/>
                  <a:ext cx="488389" cy="387529"/>
                </a:xfrm>
                <a:custGeom>
                  <a:avLst/>
                  <a:gdLst/>
                  <a:ahLst/>
                  <a:cxnLst/>
                  <a:rect l="l" t="t" r="r" b="b"/>
                  <a:pathLst>
                    <a:path w="14948" h="11861" extrusionOk="0">
                      <a:moveTo>
                        <a:pt x="241" y="1"/>
                      </a:moveTo>
                      <a:cubicBezTo>
                        <a:pt x="95" y="1"/>
                        <a:pt x="0" y="107"/>
                        <a:pt x="0" y="309"/>
                      </a:cubicBezTo>
                      <a:lnTo>
                        <a:pt x="0" y="2938"/>
                      </a:lnTo>
                      <a:cubicBezTo>
                        <a:pt x="0" y="3191"/>
                        <a:pt x="190" y="3540"/>
                        <a:pt x="444" y="3666"/>
                      </a:cubicBezTo>
                      <a:lnTo>
                        <a:pt x="14505" y="11805"/>
                      </a:lnTo>
                      <a:cubicBezTo>
                        <a:pt x="14579" y="11842"/>
                        <a:pt x="14647" y="11860"/>
                        <a:pt x="14707" y="11860"/>
                      </a:cubicBezTo>
                      <a:cubicBezTo>
                        <a:pt x="14853" y="11860"/>
                        <a:pt x="14948" y="11754"/>
                        <a:pt x="14948" y="11552"/>
                      </a:cubicBezTo>
                      <a:lnTo>
                        <a:pt x="14948" y="8923"/>
                      </a:lnTo>
                      <a:cubicBezTo>
                        <a:pt x="14948" y="8670"/>
                        <a:pt x="14758" y="8322"/>
                        <a:pt x="14505" y="8195"/>
                      </a:cubicBezTo>
                      <a:lnTo>
                        <a:pt x="444" y="56"/>
                      </a:lnTo>
                      <a:cubicBezTo>
                        <a:pt x="370" y="19"/>
                        <a:pt x="301" y="1"/>
                        <a:pt x="241" y="1"/>
                      </a:cubicBezTo>
                      <a:close/>
                    </a:path>
                  </a:pathLst>
                </a:custGeom>
                <a:solidFill>
                  <a:srgbClr val="DD915E"/>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58" name="Google Shape;3971;p38">
                  <a:extLst>
                    <a:ext uri="{FF2B5EF4-FFF2-40B4-BE49-F238E27FC236}">
                      <a16:creationId xmlns:a16="http://schemas.microsoft.com/office/drawing/2014/main" id="{0F1827C9-81A1-DB49-FD11-22C1772A1EBF}"/>
                    </a:ext>
                  </a:extLst>
                </p:cNvPr>
                <p:cNvSpPr/>
                <p:nvPr/>
              </p:nvSpPr>
              <p:spPr>
                <a:xfrm>
                  <a:off x="1071843" y="1920154"/>
                  <a:ext cx="163493" cy="102461"/>
                </a:xfrm>
                <a:custGeom>
                  <a:avLst/>
                  <a:gdLst/>
                  <a:ahLst/>
                  <a:cxnLst/>
                  <a:rect l="l" t="t" r="r" b="b"/>
                  <a:pathLst>
                    <a:path w="5004" h="3136" extrusionOk="0">
                      <a:moveTo>
                        <a:pt x="0" y="1"/>
                      </a:moveTo>
                      <a:lnTo>
                        <a:pt x="0" y="222"/>
                      </a:lnTo>
                      <a:lnTo>
                        <a:pt x="5004" y="3136"/>
                      </a:lnTo>
                      <a:lnTo>
                        <a:pt x="5004" y="2883"/>
                      </a:lnTo>
                      <a:lnTo>
                        <a:pt x="0" y="1"/>
                      </a:lnTo>
                      <a:close/>
                    </a:path>
                  </a:pathLst>
                </a:custGeom>
                <a:solidFill>
                  <a:srgbClr val="22283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59" name="Google Shape;3972;p38">
                  <a:extLst>
                    <a:ext uri="{FF2B5EF4-FFF2-40B4-BE49-F238E27FC236}">
                      <a16:creationId xmlns:a16="http://schemas.microsoft.com/office/drawing/2014/main" id="{C2C5B860-BBD6-75C5-C4D9-88F6EADD64DB}"/>
                    </a:ext>
                  </a:extLst>
                </p:cNvPr>
                <p:cNvSpPr/>
                <p:nvPr/>
              </p:nvSpPr>
              <p:spPr>
                <a:xfrm>
                  <a:off x="1071843" y="1946030"/>
                  <a:ext cx="163493" cy="102461"/>
                </a:xfrm>
                <a:custGeom>
                  <a:avLst/>
                  <a:gdLst/>
                  <a:ahLst/>
                  <a:cxnLst/>
                  <a:rect l="l" t="t" r="r" b="b"/>
                  <a:pathLst>
                    <a:path w="5004" h="3136" extrusionOk="0">
                      <a:moveTo>
                        <a:pt x="0" y="0"/>
                      </a:moveTo>
                      <a:lnTo>
                        <a:pt x="0" y="254"/>
                      </a:lnTo>
                      <a:lnTo>
                        <a:pt x="5004" y="3136"/>
                      </a:lnTo>
                      <a:lnTo>
                        <a:pt x="5004" y="2914"/>
                      </a:lnTo>
                      <a:lnTo>
                        <a:pt x="0" y="0"/>
                      </a:lnTo>
                      <a:close/>
                    </a:path>
                  </a:pathLst>
                </a:custGeom>
                <a:solidFill>
                  <a:srgbClr val="22283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60" name="Google Shape;3973;p38">
                  <a:extLst>
                    <a:ext uri="{FF2B5EF4-FFF2-40B4-BE49-F238E27FC236}">
                      <a16:creationId xmlns:a16="http://schemas.microsoft.com/office/drawing/2014/main" id="{B218773E-0FDA-CC9D-4CF6-D75A5CE53E16}"/>
                    </a:ext>
                  </a:extLst>
                </p:cNvPr>
                <p:cNvSpPr/>
                <p:nvPr/>
              </p:nvSpPr>
              <p:spPr>
                <a:xfrm>
                  <a:off x="1071843" y="1972920"/>
                  <a:ext cx="163493" cy="102494"/>
                </a:xfrm>
                <a:custGeom>
                  <a:avLst/>
                  <a:gdLst/>
                  <a:ahLst/>
                  <a:cxnLst/>
                  <a:rect l="l" t="t" r="r" b="b"/>
                  <a:pathLst>
                    <a:path w="5004" h="3137" extrusionOk="0">
                      <a:moveTo>
                        <a:pt x="0" y="1"/>
                      </a:moveTo>
                      <a:lnTo>
                        <a:pt x="0" y="222"/>
                      </a:lnTo>
                      <a:lnTo>
                        <a:pt x="5004" y="3136"/>
                      </a:lnTo>
                      <a:lnTo>
                        <a:pt x="5004" y="2883"/>
                      </a:lnTo>
                      <a:lnTo>
                        <a:pt x="0" y="1"/>
                      </a:lnTo>
                      <a:close/>
                    </a:path>
                  </a:pathLst>
                </a:custGeom>
                <a:solidFill>
                  <a:srgbClr val="22283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61" name="Google Shape;3974;p38">
                  <a:extLst>
                    <a:ext uri="{FF2B5EF4-FFF2-40B4-BE49-F238E27FC236}">
                      <a16:creationId xmlns:a16="http://schemas.microsoft.com/office/drawing/2014/main" id="{1EECABDD-B4D6-A2FD-765C-AED2C4BE0AA6}"/>
                    </a:ext>
                  </a:extLst>
                </p:cNvPr>
                <p:cNvSpPr/>
                <p:nvPr/>
              </p:nvSpPr>
              <p:spPr>
                <a:xfrm>
                  <a:off x="1379128" y="2121384"/>
                  <a:ext cx="23851" cy="28098"/>
                </a:xfrm>
                <a:custGeom>
                  <a:avLst/>
                  <a:gdLst/>
                  <a:ahLst/>
                  <a:cxnLst/>
                  <a:rect l="l" t="t" r="r" b="b"/>
                  <a:pathLst>
                    <a:path w="730" h="860" extrusionOk="0">
                      <a:moveTo>
                        <a:pt x="201" y="1"/>
                      </a:moveTo>
                      <a:cubicBezTo>
                        <a:pt x="175" y="1"/>
                        <a:pt x="150" y="6"/>
                        <a:pt x="128" y="17"/>
                      </a:cubicBezTo>
                      <a:cubicBezTo>
                        <a:pt x="1" y="80"/>
                        <a:pt x="1" y="334"/>
                        <a:pt x="128" y="556"/>
                      </a:cubicBezTo>
                      <a:cubicBezTo>
                        <a:pt x="229" y="758"/>
                        <a:pt x="391" y="860"/>
                        <a:pt x="517" y="860"/>
                      </a:cubicBezTo>
                      <a:cubicBezTo>
                        <a:pt x="548" y="860"/>
                        <a:pt x="577" y="853"/>
                        <a:pt x="603" y="841"/>
                      </a:cubicBezTo>
                      <a:cubicBezTo>
                        <a:pt x="729" y="777"/>
                        <a:pt x="729" y="524"/>
                        <a:pt x="603" y="302"/>
                      </a:cubicBezTo>
                      <a:cubicBezTo>
                        <a:pt x="498" y="119"/>
                        <a:pt x="329" y="1"/>
                        <a:pt x="201" y="1"/>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62" name="Google Shape;3975;p38">
                  <a:extLst>
                    <a:ext uri="{FF2B5EF4-FFF2-40B4-BE49-F238E27FC236}">
                      <a16:creationId xmlns:a16="http://schemas.microsoft.com/office/drawing/2014/main" id="{EA566FEA-3E4B-A493-834E-3A75193CB4F4}"/>
                    </a:ext>
                  </a:extLst>
                </p:cNvPr>
                <p:cNvSpPr/>
                <p:nvPr/>
              </p:nvSpPr>
              <p:spPr>
                <a:xfrm>
                  <a:off x="1427777" y="2149057"/>
                  <a:ext cx="21760" cy="28556"/>
                </a:xfrm>
                <a:custGeom>
                  <a:avLst/>
                  <a:gdLst/>
                  <a:ahLst/>
                  <a:cxnLst/>
                  <a:rect l="l" t="t" r="r" b="b"/>
                  <a:pathLst>
                    <a:path w="666" h="874" extrusionOk="0">
                      <a:moveTo>
                        <a:pt x="187" y="0"/>
                      </a:moveTo>
                      <a:cubicBezTo>
                        <a:pt x="77" y="0"/>
                        <a:pt x="0" y="93"/>
                        <a:pt x="0" y="247"/>
                      </a:cubicBezTo>
                      <a:cubicBezTo>
                        <a:pt x="0" y="469"/>
                        <a:pt x="159" y="722"/>
                        <a:pt x="349" y="817"/>
                      </a:cubicBezTo>
                      <a:cubicBezTo>
                        <a:pt x="407" y="856"/>
                        <a:pt x="459" y="874"/>
                        <a:pt x="503" y="874"/>
                      </a:cubicBezTo>
                      <a:cubicBezTo>
                        <a:pt x="604" y="874"/>
                        <a:pt x="665" y="781"/>
                        <a:pt x="665" y="627"/>
                      </a:cubicBezTo>
                      <a:cubicBezTo>
                        <a:pt x="665" y="405"/>
                        <a:pt x="539" y="152"/>
                        <a:pt x="349" y="57"/>
                      </a:cubicBezTo>
                      <a:cubicBezTo>
                        <a:pt x="291" y="18"/>
                        <a:pt x="235" y="0"/>
                        <a:pt x="187" y="0"/>
                      </a:cubicBezTo>
                      <a:close/>
                    </a:path>
                  </a:pathLst>
                </a:custGeom>
                <a:solidFill>
                  <a:srgbClr val="30475E"/>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63" name="Google Shape;3976;p38">
                  <a:extLst>
                    <a:ext uri="{FF2B5EF4-FFF2-40B4-BE49-F238E27FC236}">
                      <a16:creationId xmlns:a16="http://schemas.microsoft.com/office/drawing/2014/main" id="{71DEE5BA-64DF-87BB-CBEB-58E8AB675178}"/>
                    </a:ext>
                  </a:extLst>
                </p:cNvPr>
                <p:cNvSpPr/>
                <p:nvPr/>
              </p:nvSpPr>
              <p:spPr>
                <a:xfrm>
                  <a:off x="1475381" y="2176764"/>
                  <a:ext cx="23818" cy="28490"/>
                </a:xfrm>
                <a:custGeom>
                  <a:avLst/>
                  <a:gdLst/>
                  <a:ahLst/>
                  <a:cxnLst/>
                  <a:rect l="l" t="t" r="r" b="b"/>
                  <a:pathLst>
                    <a:path w="729" h="872" extrusionOk="0">
                      <a:moveTo>
                        <a:pt x="227" y="0"/>
                      </a:moveTo>
                      <a:cubicBezTo>
                        <a:pt x="190" y="0"/>
                        <a:pt x="156" y="10"/>
                        <a:pt x="127" y="32"/>
                      </a:cubicBezTo>
                      <a:cubicBezTo>
                        <a:pt x="0" y="96"/>
                        <a:pt x="0" y="349"/>
                        <a:pt x="127" y="571"/>
                      </a:cubicBezTo>
                      <a:cubicBezTo>
                        <a:pt x="231" y="754"/>
                        <a:pt x="401" y="872"/>
                        <a:pt x="528" y="872"/>
                      </a:cubicBezTo>
                      <a:cubicBezTo>
                        <a:pt x="555" y="872"/>
                        <a:pt x="580" y="867"/>
                        <a:pt x="602" y="856"/>
                      </a:cubicBezTo>
                      <a:cubicBezTo>
                        <a:pt x="729" y="761"/>
                        <a:pt x="729" y="539"/>
                        <a:pt x="602" y="286"/>
                      </a:cubicBezTo>
                      <a:cubicBezTo>
                        <a:pt x="504" y="115"/>
                        <a:pt x="350" y="0"/>
                        <a:pt x="227" y="0"/>
                      </a:cubicBezTo>
                      <a:close/>
                    </a:path>
                  </a:pathLst>
                </a:custGeom>
                <a:solidFill>
                  <a:srgbClr val="22283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320" name="Google Shape;3977;p38">
                  <a:extLst>
                    <a:ext uri="{FF2B5EF4-FFF2-40B4-BE49-F238E27FC236}">
                      <a16:creationId xmlns:a16="http://schemas.microsoft.com/office/drawing/2014/main" id="{12475C8A-4DB7-48CD-87E2-37646B22A88A}"/>
                    </a:ext>
                  </a:extLst>
                </p:cNvPr>
                <p:cNvSpPr/>
                <p:nvPr/>
              </p:nvSpPr>
              <p:spPr>
                <a:xfrm>
                  <a:off x="1047012" y="2021373"/>
                  <a:ext cx="488389" cy="387953"/>
                </a:xfrm>
                <a:custGeom>
                  <a:avLst/>
                  <a:gdLst/>
                  <a:ahLst/>
                  <a:cxnLst/>
                  <a:rect l="l" t="t" r="r" b="b"/>
                  <a:pathLst>
                    <a:path w="14948" h="11874" extrusionOk="0">
                      <a:moveTo>
                        <a:pt x="238" y="1"/>
                      </a:moveTo>
                      <a:cubicBezTo>
                        <a:pt x="94" y="1"/>
                        <a:pt x="0" y="123"/>
                        <a:pt x="0" y="323"/>
                      </a:cubicBezTo>
                      <a:lnTo>
                        <a:pt x="0" y="2920"/>
                      </a:lnTo>
                      <a:cubicBezTo>
                        <a:pt x="0" y="3205"/>
                        <a:pt x="190" y="3553"/>
                        <a:pt x="444" y="3680"/>
                      </a:cubicBezTo>
                      <a:lnTo>
                        <a:pt x="14505" y="11819"/>
                      </a:lnTo>
                      <a:cubicBezTo>
                        <a:pt x="14579" y="11856"/>
                        <a:pt x="14647" y="11874"/>
                        <a:pt x="14707" y="11874"/>
                      </a:cubicBezTo>
                      <a:cubicBezTo>
                        <a:pt x="14853" y="11874"/>
                        <a:pt x="14948" y="11767"/>
                        <a:pt x="14948" y="11565"/>
                      </a:cubicBezTo>
                      <a:lnTo>
                        <a:pt x="14948" y="8937"/>
                      </a:lnTo>
                      <a:cubicBezTo>
                        <a:pt x="14948" y="8652"/>
                        <a:pt x="14758" y="8335"/>
                        <a:pt x="14505" y="8177"/>
                      </a:cubicBezTo>
                      <a:lnTo>
                        <a:pt x="444" y="70"/>
                      </a:lnTo>
                      <a:cubicBezTo>
                        <a:pt x="368" y="22"/>
                        <a:pt x="298" y="1"/>
                        <a:pt x="238" y="1"/>
                      </a:cubicBezTo>
                      <a:close/>
                    </a:path>
                  </a:pathLst>
                </a:custGeom>
                <a:solidFill>
                  <a:srgbClr val="DD915E"/>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321" name="Google Shape;3978;p38">
                  <a:extLst>
                    <a:ext uri="{FF2B5EF4-FFF2-40B4-BE49-F238E27FC236}">
                      <a16:creationId xmlns:a16="http://schemas.microsoft.com/office/drawing/2014/main" id="{99A428DA-5C1D-A661-2027-3BFC176BA78F}"/>
                    </a:ext>
                  </a:extLst>
                </p:cNvPr>
                <p:cNvSpPr/>
                <p:nvPr/>
              </p:nvSpPr>
              <p:spPr>
                <a:xfrm>
                  <a:off x="1071843" y="2057770"/>
                  <a:ext cx="163493" cy="102461"/>
                </a:xfrm>
                <a:custGeom>
                  <a:avLst/>
                  <a:gdLst/>
                  <a:ahLst/>
                  <a:cxnLst/>
                  <a:rect l="l" t="t" r="r" b="b"/>
                  <a:pathLst>
                    <a:path w="5004" h="3136" extrusionOk="0">
                      <a:moveTo>
                        <a:pt x="0" y="1"/>
                      </a:moveTo>
                      <a:lnTo>
                        <a:pt x="0" y="254"/>
                      </a:lnTo>
                      <a:lnTo>
                        <a:pt x="5004" y="3136"/>
                      </a:lnTo>
                      <a:lnTo>
                        <a:pt x="5004" y="2914"/>
                      </a:lnTo>
                      <a:lnTo>
                        <a:pt x="0" y="1"/>
                      </a:lnTo>
                      <a:close/>
                    </a:path>
                  </a:pathLst>
                </a:custGeom>
                <a:solidFill>
                  <a:srgbClr val="22283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322" name="Google Shape;3979;p38">
                  <a:extLst>
                    <a:ext uri="{FF2B5EF4-FFF2-40B4-BE49-F238E27FC236}">
                      <a16:creationId xmlns:a16="http://schemas.microsoft.com/office/drawing/2014/main" id="{6B779127-2C6E-31BF-3DF4-11E070BCAFD6}"/>
                    </a:ext>
                  </a:extLst>
                </p:cNvPr>
                <p:cNvSpPr/>
                <p:nvPr/>
              </p:nvSpPr>
              <p:spPr>
                <a:xfrm>
                  <a:off x="1071843" y="2084692"/>
                  <a:ext cx="163493" cy="102461"/>
                </a:xfrm>
                <a:custGeom>
                  <a:avLst/>
                  <a:gdLst/>
                  <a:ahLst/>
                  <a:cxnLst/>
                  <a:rect l="l" t="t" r="r" b="b"/>
                  <a:pathLst>
                    <a:path w="5004" h="3136" extrusionOk="0">
                      <a:moveTo>
                        <a:pt x="0" y="0"/>
                      </a:moveTo>
                      <a:lnTo>
                        <a:pt x="0" y="222"/>
                      </a:lnTo>
                      <a:lnTo>
                        <a:pt x="5004" y="3135"/>
                      </a:lnTo>
                      <a:lnTo>
                        <a:pt x="5004" y="2914"/>
                      </a:lnTo>
                      <a:lnTo>
                        <a:pt x="0" y="0"/>
                      </a:lnTo>
                      <a:close/>
                    </a:path>
                  </a:pathLst>
                </a:custGeom>
                <a:solidFill>
                  <a:srgbClr val="22283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323" name="Google Shape;3980;p38">
                  <a:extLst>
                    <a:ext uri="{FF2B5EF4-FFF2-40B4-BE49-F238E27FC236}">
                      <a16:creationId xmlns:a16="http://schemas.microsoft.com/office/drawing/2014/main" id="{14EA24D4-683A-8847-1D65-B624076E4B7A}"/>
                    </a:ext>
                  </a:extLst>
                </p:cNvPr>
                <p:cNvSpPr/>
                <p:nvPr/>
              </p:nvSpPr>
              <p:spPr>
                <a:xfrm>
                  <a:off x="1071843" y="2110536"/>
                  <a:ext cx="163493" cy="102461"/>
                </a:xfrm>
                <a:custGeom>
                  <a:avLst/>
                  <a:gdLst/>
                  <a:ahLst/>
                  <a:cxnLst/>
                  <a:rect l="l" t="t" r="r" b="b"/>
                  <a:pathLst>
                    <a:path w="5004" h="3136" extrusionOk="0">
                      <a:moveTo>
                        <a:pt x="0" y="1"/>
                      </a:moveTo>
                      <a:lnTo>
                        <a:pt x="0" y="254"/>
                      </a:lnTo>
                      <a:lnTo>
                        <a:pt x="5004" y="3136"/>
                      </a:lnTo>
                      <a:lnTo>
                        <a:pt x="5004" y="2914"/>
                      </a:lnTo>
                      <a:lnTo>
                        <a:pt x="0" y="1"/>
                      </a:lnTo>
                      <a:close/>
                    </a:path>
                  </a:pathLst>
                </a:custGeom>
                <a:solidFill>
                  <a:srgbClr val="22283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324" name="Google Shape;3981;p38">
                  <a:extLst>
                    <a:ext uri="{FF2B5EF4-FFF2-40B4-BE49-F238E27FC236}">
                      <a16:creationId xmlns:a16="http://schemas.microsoft.com/office/drawing/2014/main" id="{6ECCEB3E-DC77-3ED1-F354-9E61C79BDBC4}"/>
                    </a:ext>
                  </a:extLst>
                </p:cNvPr>
                <p:cNvSpPr/>
                <p:nvPr/>
              </p:nvSpPr>
              <p:spPr>
                <a:xfrm>
                  <a:off x="1379128" y="2259556"/>
                  <a:ext cx="23851" cy="28490"/>
                </a:xfrm>
                <a:custGeom>
                  <a:avLst/>
                  <a:gdLst/>
                  <a:ahLst/>
                  <a:cxnLst/>
                  <a:rect l="l" t="t" r="r" b="b"/>
                  <a:pathLst>
                    <a:path w="730" h="872" extrusionOk="0">
                      <a:moveTo>
                        <a:pt x="225" y="0"/>
                      </a:moveTo>
                      <a:cubicBezTo>
                        <a:pt x="189" y="0"/>
                        <a:pt x="156" y="10"/>
                        <a:pt x="128" y="32"/>
                      </a:cubicBezTo>
                      <a:cubicBezTo>
                        <a:pt x="1" y="95"/>
                        <a:pt x="1" y="348"/>
                        <a:pt x="128" y="570"/>
                      </a:cubicBezTo>
                      <a:cubicBezTo>
                        <a:pt x="232" y="753"/>
                        <a:pt x="402" y="871"/>
                        <a:pt x="529" y="871"/>
                      </a:cubicBezTo>
                      <a:cubicBezTo>
                        <a:pt x="556" y="871"/>
                        <a:pt x="581" y="866"/>
                        <a:pt x="603" y="855"/>
                      </a:cubicBezTo>
                      <a:cubicBezTo>
                        <a:pt x="729" y="760"/>
                        <a:pt x="729" y="538"/>
                        <a:pt x="603" y="317"/>
                      </a:cubicBezTo>
                      <a:cubicBezTo>
                        <a:pt x="504" y="120"/>
                        <a:pt x="349" y="0"/>
                        <a:pt x="225" y="0"/>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325" name="Google Shape;3982;p38">
                  <a:extLst>
                    <a:ext uri="{FF2B5EF4-FFF2-40B4-BE49-F238E27FC236}">
                      <a16:creationId xmlns:a16="http://schemas.microsoft.com/office/drawing/2014/main" id="{41B9E087-8D18-843D-080B-59B3A080F388}"/>
                    </a:ext>
                  </a:extLst>
                </p:cNvPr>
                <p:cNvSpPr/>
                <p:nvPr/>
              </p:nvSpPr>
              <p:spPr>
                <a:xfrm>
                  <a:off x="1426732" y="2287458"/>
                  <a:ext cx="23851" cy="28523"/>
                </a:xfrm>
                <a:custGeom>
                  <a:avLst/>
                  <a:gdLst/>
                  <a:ahLst/>
                  <a:cxnLst/>
                  <a:rect l="l" t="t" r="r" b="b"/>
                  <a:pathLst>
                    <a:path w="730" h="873" extrusionOk="0">
                      <a:moveTo>
                        <a:pt x="227" y="1"/>
                      </a:moveTo>
                      <a:cubicBezTo>
                        <a:pt x="190" y="1"/>
                        <a:pt x="156" y="11"/>
                        <a:pt x="127" y="33"/>
                      </a:cubicBezTo>
                      <a:cubicBezTo>
                        <a:pt x="1" y="96"/>
                        <a:pt x="1" y="350"/>
                        <a:pt x="127" y="571"/>
                      </a:cubicBezTo>
                      <a:cubicBezTo>
                        <a:pt x="232" y="754"/>
                        <a:pt x="401" y="873"/>
                        <a:pt x="529" y="873"/>
                      </a:cubicBezTo>
                      <a:cubicBezTo>
                        <a:pt x="555" y="873"/>
                        <a:pt x="580" y="867"/>
                        <a:pt x="602" y="856"/>
                      </a:cubicBezTo>
                      <a:cubicBezTo>
                        <a:pt x="729" y="761"/>
                        <a:pt x="729" y="540"/>
                        <a:pt x="602" y="286"/>
                      </a:cubicBezTo>
                      <a:cubicBezTo>
                        <a:pt x="505" y="115"/>
                        <a:pt x="351" y="1"/>
                        <a:pt x="227" y="1"/>
                      </a:cubicBezTo>
                      <a:close/>
                    </a:path>
                  </a:pathLst>
                </a:custGeom>
                <a:solidFill>
                  <a:srgbClr val="30475E"/>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327" name="Google Shape;3983;p38">
                  <a:extLst>
                    <a:ext uri="{FF2B5EF4-FFF2-40B4-BE49-F238E27FC236}">
                      <a16:creationId xmlns:a16="http://schemas.microsoft.com/office/drawing/2014/main" id="{5740EB9C-C108-4911-FB1A-560A23A7D268}"/>
                    </a:ext>
                  </a:extLst>
                </p:cNvPr>
                <p:cNvSpPr/>
                <p:nvPr/>
              </p:nvSpPr>
              <p:spPr>
                <a:xfrm>
                  <a:off x="1475381" y="2314870"/>
                  <a:ext cx="23818" cy="28523"/>
                </a:xfrm>
                <a:custGeom>
                  <a:avLst/>
                  <a:gdLst/>
                  <a:ahLst/>
                  <a:cxnLst/>
                  <a:rect l="l" t="t" r="r" b="b"/>
                  <a:pathLst>
                    <a:path w="729" h="873" extrusionOk="0">
                      <a:moveTo>
                        <a:pt x="201" y="1"/>
                      </a:moveTo>
                      <a:cubicBezTo>
                        <a:pt x="174" y="1"/>
                        <a:pt x="149" y="6"/>
                        <a:pt x="127" y="17"/>
                      </a:cubicBezTo>
                      <a:cubicBezTo>
                        <a:pt x="0" y="112"/>
                        <a:pt x="0" y="366"/>
                        <a:pt x="127" y="587"/>
                      </a:cubicBezTo>
                      <a:cubicBezTo>
                        <a:pt x="224" y="758"/>
                        <a:pt x="379" y="873"/>
                        <a:pt x="502" y="873"/>
                      </a:cubicBezTo>
                      <a:cubicBezTo>
                        <a:pt x="539" y="873"/>
                        <a:pt x="573" y="862"/>
                        <a:pt x="602" y="841"/>
                      </a:cubicBezTo>
                      <a:cubicBezTo>
                        <a:pt x="729" y="777"/>
                        <a:pt x="729" y="524"/>
                        <a:pt x="602" y="302"/>
                      </a:cubicBezTo>
                      <a:cubicBezTo>
                        <a:pt x="497" y="119"/>
                        <a:pt x="328" y="1"/>
                        <a:pt x="201" y="1"/>
                      </a:cubicBezTo>
                      <a:close/>
                    </a:path>
                  </a:pathLst>
                </a:custGeom>
                <a:solidFill>
                  <a:srgbClr val="22283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328" name="Google Shape;3984;p38">
                  <a:extLst>
                    <a:ext uri="{FF2B5EF4-FFF2-40B4-BE49-F238E27FC236}">
                      <a16:creationId xmlns:a16="http://schemas.microsoft.com/office/drawing/2014/main" id="{D86D1E12-4B82-A888-BBF6-F14B3511AB5C}"/>
                    </a:ext>
                  </a:extLst>
                </p:cNvPr>
                <p:cNvSpPr/>
                <p:nvPr/>
              </p:nvSpPr>
              <p:spPr>
                <a:xfrm>
                  <a:off x="1047012" y="2159610"/>
                  <a:ext cx="488389" cy="387823"/>
                </a:xfrm>
                <a:custGeom>
                  <a:avLst/>
                  <a:gdLst/>
                  <a:ahLst/>
                  <a:cxnLst/>
                  <a:rect l="l" t="t" r="r" b="b"/>
                  <a:pathLst>
                    <a:path w="14948" h="11870" extrusionOk="0">
                      <a:moveTo>
                        <a:pt x="256" y="1"/>
                      </a:moveTo>
                      <a:cubicBezTo>
                        <a:pt x="102" y="1"/>
                        <a:pt x="0" y="118"/>
                        <a:pt x="0" y="304"/>
                      </a:cubicBezTo>
                      <a:lnTo>
                        <a:pt x="0" y="2932"/>
                      </a:lnTo>
                      <a:cubicBezTo>
                        <a:pt x="0" y="3217"/>
                        <a:pt x="190" y="3534"/>
                        <a:pt x="444" y="3692"/>
                      </a:cubicBezTo>
                      <a:lnTo>
                        <a:pt x="14505" y="11800"/>
                      </a:lnTo>
                      <a:cubicBezTo>
                        <a:pt x="14581" y="11848"/>
                        <a:pt x="14652" y="11870"/>
                        <a:pt x="14714" y="11870"/>
                      </a:cubicBezTo>
                      <a:cubicBezTo>
                        <a:pt x="14856" y="11870"/>
                        <a:pt x="14948" y="11755"/>
                        <a:pt x="14948" y="11578"/>
                      </a:cubicBezTo>
                      <a:lnTo>
                        <a:pt x="14948" y="8950"/>
                      </a:lnTo>
                      <a:cubicBezTo>
                        <a:pt x="14948" y="8664"/>
                        <a:pt x="14758" y="8316"/>
                        <a:pt x="14505" y="8189"/>
                      </a:cubicBezTo>
                      <a:lnTo>
                        <a:pt x="444" y="51"/>
                      </a:lnTo>
                      <a:cubicBezTo>
                        <a:pt x="376" y="17"/>
                        <a:pt x="312" y="1"/>
                        <a:pt x="256" y="1"/>
                      </a:cubicBezTo>
                      <a:close/>
                    </a:path>
                  </a:pathLst>
                </a:custGeom>
                <a:solidFill>
                  <a:srgbClr val="DD915E"/>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329" name="Google Shape;3985;p38">
                  <a:extLst>
                    <a:ext uri="{FF2B5EF4-FFF2-40B4-BE49-F238E27FC236}">
                      <a16:creationId xmlns:a16="http://schemas.microsoft.com/office/drawing/2014/main" id="{4F8CE8B3-CB35-D79C-8939-DA85DF573943}"/>
                    </a:ext>
                  </a:extLst>
                </p:cNvPr>
                <p:cNvSpPr/>
                <p:nvPr/>
              </p:nvSpPr>
              <p:spPr>
                <a:xfrm>
                  <a:off x="1071843" y="2196432"/>
                  <a:ext cx="163493" cy="102461"/>
                </a:xfrm>
                <a:custGeom>
                  <a:avLst/>
                  <a:gdLst/>
                  <a:ahLst/>
                  <a:cxnLst/>
                  <a:rect l="l" t="t" r="r" b="b"/>
                  <a:pathLst>
                    <a:path w="5004" h="3136" extrusionOk="0">
                      <a:moveTo>
                        <a:pt x="0" y="0"/>
                      </a:moveTo>
                      <a:lnTo>
                        <a:pt x="0" y="254"/>
                      </a:lnTo>
                      <a:lnTo>
                        <a:pt x="5004" y="3136"/>
                      </a:lnTo>
                      <a:lnTo>
                        <a:pt x="5004" y="2914"/>
                      </a:lnTo>
                      <a:lnTo>
                        <a:pt x="0" y="0"/>
                      </a:lnTo>
                      <a:close/>
                    </a:path>
                  </a:pathLst>
                </a:custGeom>
                <a:solidFill>
                  <a:srgbClr val="22283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330" name="Google Shape;3986;p38">
                  <a:extLst>
                    <a:ext uri="{FF2B5EF4-FFF2-40B4-BE49-F238E27FC236}">
                      <a16:creationId xmlns:a16="http://schemas.microsoft.com/office/drawing/2014/main" id="{A0485783-995A-EA2D-258E-0A435712FE83}"/>
                    </a:ext>
                  </a:extLst>
                </p:cNvPr>
                <p:cNvSpPr/>
                <p:nvPr/>
              </p:nvSpPr>
              <p:spPr>
                <a:xfrm>
                  <a:off x="1071843" y="2223322"/>
                  <a:ext cx="163493" cy="102461"/>
                </a:xfrm>
                <a:custGeom>
                  <a:avLst/>
                  <a:gdLst/>
                  <a:ahLst/>
                  <a:cxnLst/>
                  <a:rect l="l" t="t" r="r" b="b"/>
                  <a:pathLst>
                    <a:path w="5004" h="3136" extrusionOk="0">
                      <a:moveTo>
                        <a:pt x="0" y="1"/>
                      </a:moveTo>
                      <a:lnTo>
                        <a:pt x="0" y="222"/>
                      </a:lnTo>
                      <a:lnTo>
                        <a:pt x="5004" y="3136"/>
                      </a:lnTo>
                      <a:lnTo>
                        <a:pt x="5004" y="2883"/>
                      </a:lnTo>
                      <a:lnTo>
                        <a:pt x="0" y="1"/>
                      </a:lnTo>
                      <a:close/>
                    </a:path>
                  </a:pathLst>
                </a:custGeom>
                <a:solidFill>
                  <a:srgbClr val="22283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331" name="Google Shape;3987;p38">
                  <a:extLst>
                    <a:ext uri="{FF2B5EF4-FFF2-40B4-BE49-F238E27FC236}">
                      <a16:creationId xmlns:a16="http://schemas.microsoft.com/office/drawing/2014/main" id="{2F444578-03D8-B441-5795-1298E9003E31}"/>
                    </a:ext>
                  </a:extLst>
                </p:cNvPr>
                <p:cNvSpPr/>
                <p:nvPr/>
              </p:nvSpPr>
              <p:spPr>
                <a:xfrm>
                  <a:off x="1071843" y="2249198"/>
                  <a:ext cx="163493" cy="102461"/>
                </a:xfrm>
                <a:custGeom>
                  <a:avLst/>
                  <a:gdLst/>
                  <a:ahLst/>
                  <a:cxnLst/>
                  <a:rect l="l" t="t" r="r" b="b"/>
                  <a:pathLst>
                    <a:path w="5004" h="3136" extrusionOk="0">
                      <a:moveTo>
                        <a:pt x="0" y="0"/>
                      </a:moveTo>
                      <a:lnTo>
                        <a:pt x="0" y="254"/>
                      </a:lnTo>
                      <a:lnTo>
                        <a:pt x="5004" y="3136"/>
                      </a:lnTo>
                      <a:lnTo>
                        <a:pt x="5004" y="2914"/>
                      </a:lnTo>
                      <a:lnTo>
                        <a:pt x="0" y="0"/>
                      </a:lnTo>
                      <a:close/>
                    </a:path>
                  </a:pathLst>
                </a:custGeom>
                <a:solidFill>
                  <a:srgbClr val="22283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332" name="Google Shape;3988;p38">
                  <a:extLst>
                    <a:ext uri="{FF2B5EF4-FFF2-40B4-BE49-F238E27FC236}">
                      <a16:creationId xmlns:a16="http://schemas.microsoft.com/office/drawing/2014/main" id="{3BD5626B-7C53-D6DD-CB97-DF1C684F03C3}"/>
                    </a:ext>
                  </a:extLst>
                </p:cNvPr>
                <p:cNvSpPr/>
                <p:nvPr/>
              </p:nvSpPr>
              <p:spPr>
                <a:xfrm>
                  <a:off x="1380173" y="2398022"/>
                  <a:ext cx="21760" cy="28490"/>
                </a:xfrm>
                <a:custGeom>
                  <a:avLst/>
                  <a:gdLst/>
                  <a:ahLst/>
                  <a:cxnLst/>
                  <a:rect l="l" t="t" r="r" b="b"/>
                  <a:pathLst>
                    <a:path w="666" h="872" extrusionOk="0">
                      <a:moveTo>
                        <a:pt x="182" y="1"/>
                      </a:moveTo>
                      <a:cubicBezTo>
                        <a:pt x="70" y="1"/>
                        <a:pt x="1" y="95"/>
                        <a:pt x="1" y="259"/>
                      </a:cubicBezTo>
                      <a:cubicBezTo>
                        <a:pt x="1" y="449"/>
                        <a:pt x="127" y="734"/>
                        <a:pt x="317" y="829"/>
                      </a:cubicBezTo>
                      <a:cubicBezTo>
                        <a:pt x="374" y="858"/>
                        <a:pt x="428" y="872"/>
                        <a:pt x="476" y="872"/>
                      </a:cubicBezTo>
                      <a:cubicBezTo>
                        <a:pt x="588" y="872"/>
                        <a:pt x="666" y="794"/>
                        <a:pt x="666" y="639"/>
                      </a:cubicBezTo>
                      <a:cubicBezTo>
                        <a:pt x="666" y="417"/>
                        <a:pt x="507" y="164"/>
                        <a:pt x="317" y="37"/>
                      </a:cubicBezTo>
                      <a:cubicBezTo>
                        <a:pt x="268" y="13"/>
                        <a:pt x="222" y="1"/>
                        <a:pt x="182" y="1"/>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333" name="Google Shape;3989;p38">
                  <a:extLst>
                    <a:ext uri="{FF2B5EF4-FFF2-40B4-BE49-F238E27FC236}">
                      <a16:creationId xmlns:a16="http://schemas.microsoft.com/office/drawing/2014/main" id="{9A42FCC7-22F9-9F5D-BDE9-417BFC105371}"/>
                    </a:ext>
                  </a:extLst>
                </p:cNvPr>
                <p:cNvSpPr/>
                <p:nvPr/>
              </p:nvSpPr>
              <p:spPr>
                <a:xfrm>
                  <a:off x="1427777" y="2425957"/>
                  <a:ext cx="21760" cy="28327"/>
                </a:xfrm>
                <a:custGeom>
                  <a:avLst/>
                  <a:gdLst/>
                  <a:ahLst/>
                  <a:cxnLst/>
                  <a:rect l="l" t="t" r="r" b="b"/>
                  <a:pathLst>
                    <a:path w="666" h="867" extrusionOk="0">
                      <a:moveTo>
                        <a:pt x="205" y="0"/>
                      </a:moveTo>
                      <a:cubicBezTo>
                        <a:pt x="85" y="0"/>
                        <a:pt x="0" y="88"/>
                        <a:pt x="0" y="227"/>
                      </a:cubicBezTo>
                      <a:cubicBezTo>
                        <a:pt x="0" y="449"/>
                        <a:pt x="159" y="703"/>
                        <a:pt x="349" y="829"/>
                      </a:cubicBezTo>
                      <a:cubicBezTo>
                        <a:pt x="400" y="855"/>
                        <a:pt x="446" y="866"/>
                        <a:pt x="487" y="866"/>
                      </a:cubicBezTo>
                      <a:cubicBezTo>
                        <a:pt x="598" y="866"/>
                        <a:pt x="665" y="778"/>
                        <a:pt x="665" y="639"/>
                      </a:cubicBezTo>
                      <a:cubicBezTo>
                        <a:pt x="665" y="417"/>
                        <a:pt x="539" y="164"/>
                        <a:pt x="349" y="37"/>
                      </a:cubicBezTo>
                      <a:cubicBezTo>
                        <a:pt x="298" y="12"/>
                        <a:pt x="249" y="0"/>
                        <a:pt x="205" y="0"/>
                      </a:cubicBezTo>
                      <a:close/>
                    </a:path>
                  </a:pathLst>
                </a:custGeom>
                <a:solidFill>
                  <a:srgbClr val="30475E"/>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334" name="Google Shape;3990;p38">
                  <a:extLst>
                    <a:ext uri="{FF2B5EF4-FFF2-40B4-BE49-F238E27FC236}">
                      <a16:creationId xmlns:a16="http://schemas.microsoft.com/office/drawing/2014/main" id="{A51B2208-54DF-9191-2A63-CB493B033D64}"/>
                    </a:ext>
                  </a:extLst>
                </p:cNvPr>
                <p:cNvSpPr/>
                <p:nvPr/>
              </p:nvSpPr>
              <p:spPr>
                <a:xfrm>
                  <a:off x="1476394" y="2453696"/>
                  <a:ext cx="21760" cy="28490"/>
                </a:xfrm>
                <a:custGeom>
                  <a:avLst/>
                  <a:gdLst/>
                  <a:ahLst/>
                  <a:cxnLst/>
                  <a:rect l="l" t="t" r="r" b="b"/>
                  <a:pathLst>
                    <a:path w="666" h="872" extrusionOk="0">
                      <a:moveTo>
                        <a:pt x="165" y="1"/>
                      </a:moveTo>
                      <a:cubicBezTo>
                        <a:pt x="63" y="1"/>
                        <a:pt x="1" y="78"/>
                        <a:pt x="1" y="234"/>
                      </a:cubicBezTo>
                      <a:cubicBezTo>
                        <a:pt x="1" y="455"/>
                        <a:pt x="127" y="709"/>
                        <a:pt x="317" y="835"/>
                      </a:cubicBezTo>
                      <a:cubicBezTo>
                        <a:pt x="367" y="860"/>
                        <a:pt x="415" y="872"/>
                        <a:pt x="458" y="872"/>
                      </a:cubicBezTo>
                      <a:cubicBezTo>
                        <a:pt x="579" y="872"/>
                        <a:pt x="666" y="777"/>
                        <a:pt x="666" y="614"/>
                      </a:cubicBezTo>
                      <a:cubicBezTo>
                        <a:pt x="666" y="424"/>
                        <a:pt x="508" y="139"/>
                        <a:pt x="317" y="44"/>
                      </a:cubicBezTo>
                      <a:cubicBezTo>
                        <a:pt x="260" y="15"/>
                        <a:pt x="209" y="1"/>
                        <a:pt x="165" y="1"/>
                      </a:cubicBezTo>
                      <a:close/>
                    </a:path>
                  </a:pathLst>
                </a:custGeom>
                <a:solidFill>
                  <a:srgbClr val="22283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335" name="Google Shape;3991;p38">
                  <a:extLst>
                    <a:ext uri="{FF2B5EF4-FFF2-40B4-BE49-F238E27FC236}">
                      <a16:creationId xmlns:a16="http://schemas.microsoft.com/office/drawing/2014/main" id="{9D7ED975-E1C8-47E6-0AB1-5B8D1F55EEAC}"/>
                    </a:ext>
                  </a:extLst>
                </p:cNvPr>
                <p:cNvSpPr/>
                <p:nvPr/>
              </p:nvSpPr>
              <p:spPr>
                <a:xfrm>
                  <a:off x="1047012" y="2298109"/>
                  <a:ext cx="488389" cy="387953"/>
                </a:xfrm>
                <a:custGeom>
                  <a:avLst/>
                  <a:gdLst/>
                  <a:ahLst/>
                  <a:cxnLst/>
                  <a:rect l="l" t="t" r="r" b="b"/>
                  <a:pathLst>
                    <a:path w="14948" h="11874" extrusionOk="0">
                      <a:moveTo>
                        <a:pt x="241" y="0"/>
                      </a:moveTo>
                      <a:cubicBezTo>
                        <a:pt x="95" y="0"/>
                        <a:pt x="0" y="107"/>
                        <a:pt x="0" y="309"/>
                      </a:cubicBezTo>
                      <a:lnTo>
                        <a:pt x="0" y="2937"/>
                      </a:lnTo>
                      <a:cubicBezTo>
                        <a:pt x="0" y="3222"/>
                        <a:pt x="190" y="3539"/>
                        <a:pt x="444" y="3697"/>
                      </a:cubicBezTo>
                      <a:lnTo>
                        <a:pt x="14505" y="11804"/>
                      </a:lnTo>
                      <a:cubicBezTo>
                        <a:pt x="14580" y="11851"/>
                        <a:pt x="14650" y="11873"/>
                        <a:pt x="14711" y="11873"/>
                      </a:cubicBezTo>
                      <a:cubicBezTo>
                        <a:pt x="14854" y="11873"/>
                        <a:pt x="14948" y="11751"/>
                        <a:pt x="14948" y="11551"/>
                      </a:cubicBezTo>
                      <a:lnTo>
                        <a:pt x="14948" y="8922"/>
                      </a:lnTo>
                      <a:cubicBezTo>
                        <a:pt x="14948" y="8669"/>
                        <a:pt x="14758" y="8321"/>
                        <a:pt x="14505" y="8194"/>
                      </a:cubicBezTo>
                      <a:lnTo>
                        <a:pt x="444" y="55"/>
                      </a:lnTo>
                      <a:cubicBezTo>
                        <a:pt x="370" y="18"/>
                        <a:pt x="301" y="0"/>
                        <a:pt x="241" y="0"/>
                      </a:cubicBezTo>
                      <a:close/>
                    </a:path>
                  </a:pathLst>
                </a:custGeom>
                <a:solidFill>
                  <a:srgbClr val="DD915E"/>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336" name="Google Shape;3992;p38">
                  <a:extLst>
                    <a:ext uri="{FF2B5EF4-FFF2-40B4-BE49-F238E27FC236}">
                      <a16:creationId xmlns:a16="http://schemas.microsoft.com/office/drawing/2014/main" id="{0AB16046-41EC-7B8B-B417-A545370DA79B}"/>
                    </a:ext>
                  </a:extLst>
                </p:cNvPr>
                <p:cNvSpPr/>
                <p:nvPr/>
              </p:nvSpPr>
              <p:spPr>
                <a:xfrm>
                  <a:off x="1071843" y="2335062"/>
                  <a:ext cx="163493" cy="102494"/>
                </a:xfrm>
                <a:custGeom>
                  <a:avLst/>
                  <a:gdLst/>
                  <a:ahLst/>
                  <a:cxnLst/>
                  <a:rect l="l" t="t" r="r" b="b"/>
                  <a:pathLst>
                    <a:path w="5004" h="3137" extrusionOk="0">
                      <a:moveTo>
                        <a:pt x="0" y="1"/>
                      </a:moveTo>
                      <a:lnTo>
                        <a:pt x="0" y="223"/>
                      </a:lnTo>
                      <a:lnTo>
                        <a:pt x="5004" y="3136"/>
                      </a:lnTo>
                      <a:lnTo>
                        <a:pt x="5004" y="2914"/>
                      </a:lnTo>
                      <a:lnTo>
                        <a:pt x="0" y="1"/>
                      </a:lnTo>
                      <a:close/>
                    </a:path>
                  </a:pathLst>
                </a:custGeom>
                <a:solidFill>
                  <a:srgbClr val="22283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337" name="Google Shape;3993;p38">
                  <a:extLst>
                    <a:ext uri="{FF2B5EF4-FFF2-40B4-BE49-F238E27FC236}">
                      <a16:creationId xmlns:a16="http://schemas.microsoft.com/office/drawing/2014/main" id="{38568C12-0938-D4AB-493E-5DB554B551FB}"/>
                    </a:ext>
                  </a:extLst>
                </p:cNvPr>
                <p:cNvSpPr/>
                <p:nvPr/>
              </p:nvSpPr>
              <p:spPr>
                <a:xfrm>
                  <a:off x="1071843" y="2360938"/>
                  <a:ext cx="163493" cy="102461"/>
                </a:xfrm>
                <a:custGeom>
                  <a:avLst/>
                  <a:gdLst/>
                  <a:ahLst/>
                  <a:cxnLst/>
                  <a:rect l="l" t="t" r="r" b="b"/>
                  <a:pathLst>
                    <a:path w="5004" h="3136" extrusionOk="0">
                      <a:moveTo>
                        <a:pt x="0" y="1"/>
                      </a:moveTo>
                      <a:lnTo>
                        <a:pt x="0" y="254"/>
                      </a:lnTo>
                      <a:lnTo>
                        <a:pt x="5004" y="3136"/>
                      </a:lnTo>
                      <a:lnTo>
                        <a:pt x="5004" y="2914"/>
                      </a:lnTo>
                      <a:lnTo>
                        <a:pt x="0" y="1"/>
                      </a:lnTo>
                      <a:close/>
                    </a:path>
                  </a:pathLst>
                </a:custGeom>
                <a:solidFill>
                  <a:srgbClr val="22283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338" name="Google Shape;3994;p38">
                  <a:extLst>
                    <a:ext uri="{FF2B5EF4-FFF2-40B4-BE49-F238E27FC236}">
                      <a16:creationId xmlns:a16="http://schemas.microsoft.com/office/drawing/2014/main" id="{CC40DB4A-76F9-EC75-C9F1-B89D516C2E06}"/>
                    </a:ext>
                  </a:extLst>
                </p:cNvPr>
                <p:cNvSpPr/>
                <p:nvPr/>
              </p:nvSpPr>
              <p:spPr>
                <a:xfrm>
                  <a:off x="1071843" y="2387861"/>
                  <a:ext cx="163493" cy="102461"/>
                </a:xfrm>
                <a:custGeom>
                  <a:avLst/>
                  <a:gdLst/>
                  <a:ahLst/>
                  <a:cxnLst/>
                  <a:rect l="l" t="t" r="r" b="b"/>
                  <a:pathLst>
                    <a:path w="5004" h="3136" extrusionOk="0">
                      <a:moveTo>
                        <a:pt x="0" y="0"/>
                      </a:moveTo>
                      <a:lnTo>
                        <a:pt x="0" y="222"/>
                      </a:lnTo>
                      <a:lnTo>
                        <a:pt x="5004" y="3135"/>
                      </a:lnTo>
                      <a:lnTo>
                        <a:pt x="5004" y="2914"/>
                      </a:lnTo>
                      <a:lnTo>
                        <a:pt x="0" y="0"/>
                      </a:lnTo>
                      <a:close/>
                    </a:path>
                  </a:pathLst>
                </a:custGeom>
                <a:solidFill>
                  <a:srgbClr val="22283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339" name="Google Shape;3995;p38">
                  <a:extLst>
                    <a:ext uri="{FF2B5EF4-FFF2-40B4-BE49-F238E27FC236}">
                      <a16:creationId xmlns:a16="http://schemas.microsoft.com/office/drawing/2014/main" id="{B6484691-4A7A-0D83-3FB2-E624001D308B}"/>
                    </a:ext>
                  </a:extLst>
                </p:cNvPr>
                <p:cNvSpPr/>
                <p:nvPr/>
              </p:nvSpPr>
              <p:spPr>
                <a:xfrm>
                  <a:off x="1380173" y="2536651"/>
                  <a:ext cx="21760" cy="28360"/>
                </a:xfrm>
                <a:custGeom>
                  <a:avLst/>
                  <a:gdLst/>
                  <a:ahLst/>
                  <a:cxnLst/>
                  <a:rect l="l" t="t" r="r" b="b"/>
                  <a:pathLst>
                    <a:path w="666" h="868" extrusionOk="0">
                      <a:moveTo>
                        <a:pt x="179" y="1"/>
                      </a:moveTo>
                      <a:cubicBezTo>
                        <a:pt x="68" y="1"/>
                        <a:pt x="1" y="89"/>
                        <a:pt x="1" y="228"/>
                      </a:cubicBezTo>
                      <a:cubicBezTo>
                        <a:pt x="1" y="450"/>
                        <a:pt x="127" y="703"/>
                        <a:pt x="317" y="830"/>
                      </a:cubicBezTo>
                      <a:cubicBezTo>
                        <a:pt x="368" y="855"/>
                        <a:pt x="417" y="867"/>
                        <a:pt x="461" y="867"/>
                      </a:cubicBezTo>
                      <a:cubicBezTo>
                        <a:pt x="581" y="867"/>
                        <a:pt x="666" y="779"/>
                        <a:pt x="666" y="640"/>
                      </a:cubicBezTo>
                      <a:cubicBezTo>
                        <a:pt x="666" y="418"/>
                        <a:pt x="507" y="165"/>
                        <a:pt x="317" y="38"/>
                      </a:cubicBezTo>
                      <a:cubicBezTo>
                        <a:pt x="266" y="13"/>
                        <a:pt x="220" y="1"/>
                        <a:pt x="179" y="1"/>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340" name="Google Shape;3996;p38">
                  <a:extLst>
                    <a:ext uri="{FF2B5EF4-FFF2-40B4-BE49-F238E27FC236}">
                      <a16:creationId xmlns:a16="http://schemas.microsoft.com/office/drawing/2014/main" id="{B3D0107F-1EC5-4A93-8E8E-FA6FCFA501B6}"/>
                    </a:ext>
                  </a:extLst>
                </p:cNvPr>
                <p:cNvSpPr/>
                <p:nvPr/>
              </p:nvSpPr>
              <p:spPr>
                <a:xfrm>
                  <a:off x="1427777" y="2564423"/>
                  <a:ext cx="21760" cy="28490"/>
                </a:xfrm>
                <a:custGeom>
                  <a:avLst/>
                  <a:gdLst/>
                  <a:ahLst/>
                  <a:cxnLst/>
                  <a:rect l="l" t="t" r="r" b="b"/>
                  <a:pathLst>
                    <a:path w="666" h="872" extrusionOk="0">
                      <a:moveTo>
                        <a:pt x="190" y="0"/>
                      </a:moveTo>
                      <a:cubicBezTo>
                        <a:pt x="78" y="0"/>
                        <a:pt x="0" y="78"/>
                        <a:pt x="0" y="233"/>
                      </a:cubicBezTo>
                      <a:cubicBezTo>
                        <a:pt x="0" y="455"/>
                        <a:pt x="159" y="708"/>
                        <a:pt x="349" y="835"/>
                      </a:cubicBezTo>
                      <a:cubicBezTo>
                        <a:pt x="398" y="860"/>
                        <a:pt x="444" y="871"/>
                        <a:pt x="484" y="871"/>
                      </a:cubicBezTo>
                      <a:cubicBezTo>
                        <a:pt x="596" y="871"/>
                        <a:pt x="665" y="777"/>
                        <a:pt x="665" y="613"/>
                      </a:cubicBezTo>
                      <a:cubicBezTo>
                        <a:pt x="665" y="423"/>
                        <a:pt x="539" y="138"/>
                        <a:pt x="349" y="43"/>
                      </a:cubicBezTo>
                      <a:cubicBezTo>
                        <a:pt x="292" y="15"/>
                        <a:pt x="238" y="0"/>
                        <a:pt x="190" y="0"/>
                      </a:cubicBezTo>
                      <a:close/>
                    </a:path>
                  </a:pathLst>
                </a:custGeom>
                <a:solidFill>
                  <a:srgbClr val="30475E"/>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341" name="Google Shape;3997;p38">
                  <a:extLst>
                    <a:ext uri="{FF2B5EF4-FFF2-40B4-BE49-F238E27FC236}">
                      <a16:creationId xmlns:a16="http://schemas.microsoft.com/office/drawing/2014/main" id="{F3195F8B-9C70-9AFC-E0C9-A1D8CAE0A1F3}"/>
                    </a:ext>
                  </a:extLst>
                </p:cNvPr>
                <p:cNvSpPr/>
                <p:nvPr/>
              </p:nvSpPr>
              <p:spPr>
                <a:xfrm>
                  <a:off x="1475381" y="2592096"/>
                  <a:ext cx="23818" cy="28098"/>
                </a:xfrm>
                <a:custGeom>
                  <a:avLst/>
                  <a:gdLst/>
                  <a:ahLst/>
                  <a:cxnLst/>
                  <a:rect l="l" t="t" r="r" b="b"/>
                  <a:pathLst>
                    <a:path w="729" h="860" extrusionOk="0">
                      <a:moveTo>
                        <a:pt x="213" y="0"/>
                      </a:moveTo>
                      <a:cubicBezTo>
                        <a:pt x="181" y="0"/>
                        <a:pt x="152" y="7"/>
                        <a:pt x="127" y="19"/>
                      </a:cubicBezTo>
                      <a:cubicBezTo>
                        <a:pt x="0" y="83"/>
                        <a:pt x="0" y="336"/>
                        <a:pt x="127" y="558"/>
                      </a:cubicBezTo>
                      <a:cubicBezTo>
                        <a:pt x="231" y="741"/>
                        <a:pt x="401" y="859"/>
                        <a:pt x="528" y="859"/>
                      </a:cubicBezTo>
                      <a:cubicBezTo>
                        <a:pt x="555" y="859"/>
                        <a:pt x="580" y="854"/>
                        <a:pt x="602" y="843"/>
                      </a:cubicBezTo>
                      <a:cubicBezTo>
                        <a:pt x="729" y="780"/>
                        <a:pt x="729" y="526"/>
                        <a:pt x="602" y="304"/>
                      </a:cubicBezTo>
                      <a:cubicBezTo>
                        <a:pt x="501" y="102"/>
                        <a:pt x="338" y="0"/>
                        <a:pt x="213" y="0"/>
                      </a:cubicBezTo>
                      <a:close/>
                    </a:path>
                  </a:pathLst>
                </a:custGeom>
                <a:solidFill>
                  <a:srgbClr val="22283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342" name="Google Shape;3998;p38">
                  <a:extLst>
                    <a:ext uri="{FF2B5EF4-FFF2-40B4-BE49-F238E27FC236}">
                      <a16:creationId xmlns:a16="http://schemas.microsoft.com/office/drawing/2014/main" id="{A2DD35E5-0C06-BB00-A5F3-BD01E0CB0855}"/>
                    </a:ext>
                  </a:extLst>
                </p:cNvPr>
                <p:cNvSpPr/>
                <p:nvPr/>
              </p:nvSpPr>
              <p:spPr>
                <a:xfrm>
                  <a:off x="1047012" y="2436739"/>
                  <a:ext cx="488389" cy="387529"/>
                </a:xfrm>
                <a:custGeom>
                  <a:avLst/>
                  <a:gdLst/>
                  <a:ahLst/>
                  <a:cxnLst/>
                  <a:rect l="l" t="t" r="r" b="b"/>
                  <a:pathLst>
                    <a:path w="14948" h="11861" extrusionOk="0">
                      <a:moveTo>
                        <a:pt x="241" y="1"/>
                      </a:moveTo>
                      <a:cubicBezTo>
                        <a:pt x="95" y="1"/>
                        <a:pt x="0" y="107"/>
                        <a:pt x="0" y="309"/>
                      </a:cubicBezTo>
                      <a:lnTo>
                        <a:pt x="0" y="2938"/>
                      </a:lnTo>
                      <a:cubicBezTo>
                        <a:pt x="0" y="3191"/>
                        <a:pt x="190" y="3539"/>
                        <a:pt x="444" y="3666"/>
                      </a:cubicBezTo>
                      <a:lnTo>
                        <a:pt x="14505" y="11805"/>
                      </a:lnTo>
                      <a:cubicBezTo>
                        <a:pt x="14579" y="11842"/>
                        <a:pt x="14647" y="11860"/>
                        <a:pt x="14707" y="11860"/>
                      </a:cubicBezTo>
                      <a:cubicBezTo>
                        <a:pt x="14853" y="11860"/>
                        <a:pt x="14948" y="11753"/>
                        <a:pt x="14948" y="11552"/>
                      </a:cubicBezTo>
                      <a:lnTo>
                        <a:pt x="14948" y="8923"/>
                      </a:lnTo>
                      <a:cubicBezTo>
                        <a:pt x="14948" y="8670"/>
                        <a:pt x="14758" y="8321"/>
                        <a:pt x="14505" y="8195"/>
                      </a:cubicBezTo>
                      <a:lnTo>
                        <a:pt x="444" y="56"/>
                      </a:lnTo>
                      <a:cubicBezTo>
                        <a:pt x="370" y="19"/>
                        <a:pt x="301" y="1"/>
                        <a:pt x="241" y="1"/>
                      </a:cubicBezTo>
                      <a:close/>
                    </a:path>
                  </a:pathLst>
                </a:custGeom>
                <a:solidFill>
                  <a:srgbClr val="DD915E"/>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343" name="Google Shape;3999;p38">
                  <a:extLst>
                    <a:ext uri="{FF2B5EF4-FFF2-40B4-BE49-F238E27FC236}">
                      <a16:creationId xmlns:a16="http://schemas.microsoft.com/office/drawing/2014/main" id="{7DFEAF41-4610-25CF-D20D-6ED4AB28CB2C}"/>
                    </a:ext>
                  </a:extLst>
                </p:cNvPr>
                <p:cNvSpPr/>
                <p:nvPr/>
              </p:nvSpPr>
              <p:spPr>
                <a:xfrm>
                  <a:off x="1071843" y="2473724"/>
                  <a:ext cx="163493" cy="102461"/>
                </a:xfrm>
                <a:custGeom>
                  <a:avLst/>
                  <a:gdLst/>
                  <a:ahLst/>
                  <a:cxnLst/>
                  <a:rect l="l" t="t" r="r" b="b"/>
                  <a:pathLst>
                    <a:path w="5004" h="3136" extrusionOk="0">
                      <a:moveTo>
                        <a:pt x="0" y="1"/>
                      </a:moveTo>
                      <a:lnTo>
                        <a:pt x="0" y="222"/>
                      </a:lnTo>
                      <a:lnTo>
                        <a:pt x="5004" y="3136"/>
                      </a:lnTo>
                      <a:lnTo>
                        <a:pt x="5004" y="2882"/>
                      </a:lnTo>
                      <a:lnTo>
                        <a:pt x="0" y="1"/>
                      </a:lnTo>
                      <a:close/>
                    </a:path>
                  </a:pathLst>
                </a:custGeom>
                <a:solidFill>
                  <a:srgbClr val="22283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344" name="Google Shape;4000;p38">
                  <a:extLst>
                    <a:ext uri="{FF2B5EF4-FFF2-40B4-BE49-F238E27FC236}">
                      <a16:creationId xmlns:a16="http://schemas.microsoft.com/office/drawing/2014/main" id="{AE75B82A-788C-0AEE-512A-98EC1B728259}"/>
                    </a:ext>
                  </a:extLst>
                </p:cNvPr>
                <p:cNvSpPr/>
                <p:nvPr/>
              </p:nvSpPr>
              <p:spPr>
                <a:xfrm>
                  <a:off x="1071843" y="2499600"/>
                  <a:ext cx="163493" cy="102461"/>
                </a:xfrm>
                <a:custGeom>
                  <a:avLst/>
                  <a:gdLst/>
                  <a:ahLst/>
                  <a:cxnLst/>
                  <a:rect l="l" t="t" r="r" b="b"/>
                  <a:pathLst>
                    <a:path w="5004" h="3136" extrusionOk="0">
                      <a:moveTo>
                        <a:pt x="0" y="0"/>
                      </a:moveTo>
                      <a:lnTo>
                        <a:pt x="0" y="254"/>
                      </a:lnTo>
                      <a:lnTo>
                        <a:pt x="5004" y="3135"/>
                      </a:lnTo>
                      <a:lnTo>
                        <a:pt x="5004" y="2914"/>
                      </a:lnTo>
                      <a:lnTo>
                        <a:pt x="0" y="0"/>
                      </a:lnTo>
                      <a:close/>
                    </a:path>
                  </a:pathLst>
                </a:custGeom>
                <a:solidFill>
                  <a:srgbClr val="22283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345" name="Google Shape;4001;p38">
                  <a:extLst>
                    <a:ext uri="{FF2B5EF4-FFF2-40B4-BE49-F238E27FC236}">
                      <a16:creationId xmlns:a16="http://schemas.microsoft.com/office/drawing/2014/main" id="{4E3BB94C-23A2-50C3-9A86-56EC46546CAB}"/>
                    </a:ext>
                  </a:extLst>
                </p:cNvPr>
                <p:cNvSpPr/>
                <p:nvPr/>
              </p:nvSpPr>
              <p:spPr>
                <a:xfrm>
                  <a:off x="1071843" y="2526490"/>
                  <a:ext cx="163493" cy="102461"/>
                </a:xfrm>
                <a:custGeom>
                  <a:avLst/>
                  <a:gdLst/>
                  <a:ahLst/>
                  <a:cxnLst/>
                  <a:rect l="l" t="t" r="r" b="b"/>
                  <a:pathLst>
                    <a:path w="5004" h="3136" extrusionOk="0">
                      <a:moveTo>
                        <a:pt x="0" y="1"/>
                      </a:moveTo>
                      <a:lnTo>
                        <a:pt x="0" y="222"/>
                      </a:lnTo>
                      <a:lnTo>
                        <a:pt x="5004" y="3136"/>
                      </a:lnTo>
                      <a:lnTo>
                        <a:pt x="5004" y="2883"/>
                      </a:lnTo>
                      <a:lnTo>
                        <a:pt x="0" y="1"/>
                      </a:lnTo>
                      <a:close/>
                    </a:path>
                  </a:pathLst>
                </a:custGeom>
                <a:solidFill>
                  <a:srgbClr val="22283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346" name="Google Shape;4002;p38">
                  <a:extLst>
                    <a:ext uri="{FF2B5EF4-FFF2-40B4-BE49-F238E27FC236}">
                      <a16:creationId xmlns:a16="http://schemas.microsoft.com/office/drawing/2014/main" id="{76697136-4979-BB39-809F-EDC98CE2B0B6}"/>
                    </a:ext>
                  </a:extLst>
                </p:cNvPr>
                <p:cNvSpPr/>
                <p:nvPr/>
              </p:nvSpPr>
              <p:spPr>
                <a:xfrm>
                  <a:off x="1379128" y="2674954"/>
                  <a:ext cx="23851" cy="28098"/>
                </a:xfrm>
                <a:custGeom>
                  <a:avLst/>
                  <a:gdLst/>
                  <a:ahLst/>
                  <a:cxnLst/>
                  <a:rect l="l" t="t" r="r" b="b"/>
                  <a:pathLst>
                    <a:path w="730" h="860" extrusionOk="0">
                      <a:moveTo>
                        <a:pt x="201" y="1"/>
                      </a:moveTo>
                      <a:cubicBezTo>
                        <a:pt x="175" y="1"/>
                        <a:pt x="150" y="6"/>
                        <a:pt x="128" y="17"/>
                      </a:cubicBezTo>
                      <a:cubicBezTo>
                        <a:pt x="1" y="80"/>
                        <a:pt x="1" y="334"/>
                        <a:pt x="128" y="555"/>
                      </a:cubicBezTo>
                      <a:cubicBezTo>
                        <a:pt x="229" y="758"/>
                        <a:pt x="391" y="859"/>
                        <a:pt x="517" y="859"/>
                      </a:cubicBezTo>
                      <a:cubicBezTo>
                        <a:pt x="548" y="859"/>
                        <a:pt x="577" y="853"/>
                        <a:pt x="603" y="840"/>
                      </a:cubicBezTo>
                      <a:cubicBezTo>
                        <a:pt x="729" y="777"/>
                        <a:pt x="729" y="524"/>
                        <a:pt x="603" y="302"/>
                      </a:cubicBezTo>
                      <a:cubicBezTo>
                        <a:pt x="498" y="119"/>
                        <a:pt x="329" y="1"/>
                        <a:pt x="201" y="1"/>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347" name="Google Shape;4003;p38">
                  <a:extLst>
                    <a:ext uri="{FF2B5EF4-FFF2-40B4-BE49-F238E27FC236}">
                      <a16:creationId xmlns:a16="http://schemas.microsoft.com/office/drawing/2014/main" id="{B9FA71E8-A63C-6CF8-C0B7-34AA46B7337C}"/>
                    </a:ext>
                  </a:extLst>
                </p:cNvPr>
                <p:cNvSpPr/>
                <p:nvPr/>
              </p:nvSpPr>
              <p:spPr>
                <a:xfrm>
                  <a:off x="1427777" y="2702595"/>
                  <a:ext cx="21760" cy="28131"/>
                </a:xfrm>
                <a:custGeom>
                  <a:avLst/>
                  <a:gdLst/>
                  <a:ahLst/>
                  <a:cxnLst/>
                  <a:rect l="l" t="t" r="r" b="b"/>
                  <a:pathLst>
                    <a:path w="666" h="861" extrusionOk="0">
                      <a:moveTo>
                        <a:pt x="187" y="1"/>
                      </a:moveTo>
                      <a:cubicBezTo>
                        <a:pt x="77" y="1"/>
                        <a:pt x="0" y="94"/>
                        <a:pt x="0" y="248"/>
                      </a:cubicBezTo>
                      <a:cubicBezTo>
                        <a:pt x="0" y="469"/>
                        <a:pt x="159" y="723"/>
                        <a:pt x="349" y="818"/>
                      </a:cubicBezTo>
                      <a:cubicBezTo>
                        <a:pt x="406" y="846"/>
                        <a:pt x="457" y="861"/>
                        <a:pt x="501" y="861"/>
                      </a:cubicBezTo>
                      <a:cubicBezTo>
                        <a:pt x="603" y="861"/>
                        <a:pt x="665" y="783"/>
                        <a:pt x="665" y="628"/>
                      </a:cubicBezTo>
                      <a:cubicBezTo>
                        <a:pt x="665" y="406"/>
                        <a:pt x="539" y="153"/>
                        <a:pt x="349" y="58"/>
                      </a:cubicBezTo>
                      <a:cubicBezTo>
                        <a:pt x="291" y="19"/>
                        <a:pt x="235" y="1"/>
                        <a:pt x="187" y="1"/>
                      </a:cubicBezTo>
                      <a:close/>
                    </a:path>
                  </a:pathLst>
                </a:custGeom>
                <a:solidFill>
                  <a:srgbClr val="30475E"/>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348" name="Google Shape;4004;p38">
                  <a:extLst>
                    <a:ext uri="{FF2B5EF4-FFF2-40B4-BE49-F238E27FC236}">
                      <a16:creationId xmlns:a16="http://schemas.microsoft.com/office/drawing/2014/main" id="{73C36CAD-0D21-309D-D736-5224E6CE24AA}"/>
                    </a:ext>
                  </a:extLst>
                </p:cNvPr>
                <p:cNvSpPr/>
                <p:nvPr/>
              </p:nvSpPr>
              <p:spPr>
                <a:xfrm>
                  <a:off x="1475381" y="2730334"/>
                  <a:ext cx="23818" cy="28490"/>
                </a:xfrm>
                <a:custGeom>
                  <a:avLst/>
                  <a:gdLst/>
                  <a:ahLst/>
                  <a:cxnLst/>
                  <a:rect l="l" t="t" r="r" b="b"/>
                  <a:pathLst>
                    <a:path w="729" h="872" extrusionOk="0">
                      <a:moveTo>
                        <a:pt x="227" y="0"/>
                      </a:moveTo>
                      <a:cubicBezTo>
                        <a:pt x="190" y="0"/>
                        <a:pt x="156" y="10"/>
                        <a:pt x="127" y="32"/>
                      </a:cubicBezTo>
                      <a:cubicBezTo>
                        <a:pt x="0" y="95"/>
                        <a:pt x="0" y="349"/>
                        <a:pt x="127" y="570"/>
                      </a:cubicBezTo>
                      <a:cubicBezTo>
                        <a:pt x="231" y="754"/>
                        <a:pt x="401" y="872"/>
                        <a:pt x="528" y="872"/>
                      </a:cubicBezTo>
                      <a:cubicBezTo>
                        <a:pt x="555" y="872"/>
                        <a:pt x="580" y="867"/>
                        <a:pt x="602" y="856"/>
                      </a:cubicBezTo>
                      <a:cubicBezTo>
                        <a:pt x="729" y="760"/>
                        <a:pt x="729" y="539"/>
                        <a:pt x="602" y="285"/>
                      </a:cubicBezTo>
                      <a:cubicBezTo>
                        <a:pt x="504" y="115"/>
                        <a:pt x="350" y="0"/>
                        <a:pt x="227" y="0"/>
                      </a:cubicBezTo>
                      <a:close/>
                    </a:path>
                  </a:pathLst>
                </a:custGeom>
                <a:solidFill>
                  <a:srgbClr val="22283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349" name="Google Shape;4005;p38">
                  <a:extLst>
                    <a:ext uri="{FF2B5EF4-FFF2-40B4-BE49-F238E27FC236}">
                      <a16:creationId xmlns:a16="http://schemas.microsoft.com/office/drawing/2014/main" id="{BC77A7B5-C623-B90B-98B2-F5AC19AA5159}"/>
                    </a:ext>
                  </a:extLst>
                </p:cNvPr>
                <p:cNvSpPr/>
                <p:nvPr/>
              </p:nvSpPr>
              <p:spPr>
                <a:xfrm>
                  <a:off x="1047012" y="2574943"/>
                  <a:ext cx="488389" cy="387953"/>
                </a:xfrm>
                <a:custGeom>
                  <a:avLst/>
                  <a:gdLst/>
                  <a:ahLst/>
                  <a:cxnLst/>
                  <a:rect l="l" t="t" r="r" b="b"/>
                  <a:pathLst>
                    <a:path w="14948" h="11874" extrusionOk="0">
                      <a:moveTo>
                        <a:pt x="238" y="0"/>
                      </a:moveTo>
                      <a:cubicBezTo>
                        <a:pt x="94" y="0"/>
                        <a:pt x="0" y="123"/>
                        <a:pt x="0" y="323"/>
                      </a:cubicBezTo>
                      <a:lnTo>
                        <a:pt x="0" y="2920"/>
                      </a:lnTo>
                      <a:cubicBezTo>
                        <a:pt x="0" y="3205"/>
                        <a:pt x="190" y="3553"/>
                        <a:pt x="444" y="3680"/>
                      </a:cubicBezTo>
                      <a:lnTo>
                        <a:pt x="14505" y="11819"/>
                      </a:lnTo>
                      <a:cubicBezTo>
                        <a:pt x="14579" y="11856"/>
                        <a:pt x="14647" y="11874"/>
                        <a:pt x="14707" y="11874"/>
                      </a:cubicBezTo>
                      <a:cubicBezTo>
                        <a:pt x="14853" y="11874"/>
                        <a:pt x="14948" y="11767"/>
                        <a:pt x="14948" y="11565"/>
                      </a:cubicBezTo>
                      <a:lnTo>
                        <a:pt x="14948" y="8937"/>
                      </a:lnTo>
                      <a:cubicBezTo>
                        <a:pt x="14948" y="8652"/>
                        <a:pt x="14758" y="8335"/>
                        <a:pt x="14505" y="8177"/>
                      </a:cubicBezTo>
                      <a:lnTo>
                        <a:pt x="444" y="69"/>
                      </a:lnTo>
                      <a:cubicBezTo>
                        <a:pt x="368" y="22"/>
                        <a:pt x="298" y="0"/>
                        <a:pt x="238" y="0"/>
                      </a:cubicBezTo>
                      <a:close/>
                    </a:path>
                  </a:pathLst>
                </a:custGeom>
                <a:solidFill>
                  <a:srgbClr val="DD915E"/>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350" name="Google Shape;4006;p38">
                  <a:extLst>
                    <a:ext uri="{FF2B5EF4-FFF2-40B4-BE49-F238E27FC236}">
                      <a16:creationId xmlns:a16="http://schemas.microsoft.com/office/drawing/2014/main" id="{DE1A8E24-95EC-DCE6-99BE-6906FC29CA8A}"/>
                    </a:ext>
                  </a:extLst>
                </p:cNvPr>
                <p:cNvSpPr/>
                <p:nvPr/>
              </p:nvSpPr>
              <p:spPr>
                <a:xfrm>
                  <a:off x="1071843" y="2611340"/>
                  <a:ext cx="163493" cy="102461"/>
                </a:xfrm>
                <a:custGeom>
                  <a:avLst/>
                  <a:gdLst/>
                  <a:ahLst/>
                  <a:cxnLst/>
                  <a:rect l="l" t="t" r="r" b="b"/>
                  <a:pathLst>
                    <a:path w="5004" h="3136" extrusionOk="0">
                      <a:moveTo>
                        <a:pt x="0" y="1"/>
                      </a:moveTo>
                      <a:lnTo>
                        <a:pt x="0" y="254"/>
                      </a:lnTo>
                      <a:lnTo>
                        <a:pt x="5004" y="3136"/>
                      </a:lnTo>
                      <a:lnTo>
                        <a:pt x="5004" y="2914"/>
                      </a:lnTo>
                      <a:lnTo>
                        <a:pt x="0" y="1"/>
                      </a:lnTo>
                      <a:close/>
                    </a:path>
                  </a:pathLst>
                </a:custGeom>
                <a:solidFill>
                  <a:srgbClr val="22283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351" name="Google Shape;4007;p38">
                  <a:extLst>
                    <a:ext uri="{FF2B5EF4-FFF2-40B4-BE49-F238E27FC236}">
                      <a16:creationId xmlns:a16="http://schemas.microsoft.com/office/drawing/2014/main" id="{CCDED265-18F6-2191-9EC4-86DFEC98DC2F}"/>
                    </a:ext>
                  </a:extLst>
                </p:cNvPr>
                <p:cNvSpPr/>
                <p:nvPr/>
              </p:nvSpPr>
              <p:spPr>
                <a:xfrm>
                  <a:off x="1071843" y="2638230"/>
                  <a:ext cx="163493" cy="102494"/>
                </a:xfrm>
                <a:custGeom>
                  <a:avLst/>
                  <a:gdLst/>
                  <a:ahLst/>
                  <a:cxnLst/>
                  <a:rect l="l" t="t" r="r" b="b"/>
                  <a:pathLst>
                    <a:path w="5004" h="3137" extrusionOk="0">
                      <a:moveTo>
                        <a:pt x="0" y="1"/>
                      </a:moveTo>
                      <a:lnTo>
                        <a:pt x="0" y="223"/>
                      </a:lnTo>
                      <a:lnTo>
                        <a:pt x="5004" y="3136"/>
                      </a:lnTo>
                      <a:lnTo>
                        <a:pt x="5004" y="2914"/>
                      </a:lnTo>
                      <a:lnTo>
                        <a:pt x="0" y="1"/>
                      </a:lnTo>
                      <a:close/>
                    </a:path>
                  </a:pathLst>
                </a:custGeom>
                <a:solidFill>
                  <a:srgbClr val="22283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352" name="Google Shape;4008;p38">
                  <a:extLst>
                    <a:ext uri="{FF2B5EF4-FFF2-40B4-BE49-F238E27FC236}">
                      <a16:creationId xmlns:a16="http://schemas.microsoft.com/office/drawing/2014/main" id="{661FBFCC-761F-8430-B842-A697D52BAB0A}"/>
                    </a:ext>
                  </a:extLst>
                </p:cNvPr>
                <p:cNvSpPr/>
                <p:nvPr/>
              </p:nvSpPr>
              <p:spPr>
                <a:xfrm>
                  <a:off x="1071843" y="2664107"/>
                  <a:ext cx="163493" cy="102461"/>
                </a:xfrm>
                <a:custGeom>
                  <a:avLst/>
                  <a:gdLst/>
                  <a:ahLst/>
                  <a:cxnLst/>
                  <a:rect l="l" t="t" r="r" b="b"/>
                  <a:pathLst>
                    <a:path w="5004" h="3136" extrusionOk="0">
                      <a:moveTo>
                        <a:pt x="0" y="1"/>
                      </a:moveTo>
                      <a:lnTo>
                        <a:pt x="0" y="254"/>
                      </a:lnTo>
                      <a:lnTo>
                        <a:pt x="5004" y="3136"/>
                      </a:lnTo>
                      <a:lnTo>
                        <a:pt x="5004" y="2914"/>
                      </a:lnTo>
                      <a:lnTo>
                        <a:pt x="0" y="1"/>
                      </a:lnTo>
                      <a:close/>
                    </a:path>
                  </a:pathLst>
                </a:custGeom>
                <a:solidFill>
                  <a:srgbClr val="22283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353" name="Google Shape;4009;p38">
                  <a:extLst>
                    <a:ext uri="{FF2B5EF4-FFF2-40B4-BE49-F238E27FC236}">
                      <a16:creationId xmlns:a16="http://schemas.microsoft.com/office/drawing/2014/main" id="{BB8A3733-153E-4745-2D48-37227A9CFF52}"/>
                    </a:ext>
                  </a:extLst>
                </p:cNvPr>
                <p:cNvSpPr/>
                <p:nvPr/>
              </p:nvSpPr>
              <p:spPr>
                <a:xfrm>
                  <a:off x="1379128" y="2813126"/>
                  <a:ext cx="23851" cy="28490"/>
                </a:xfrm>
                <a:custGeom>
                  <a:avLst/>
                  <a:gdLst/>
                  <a:ahLst/>
                  <a:cxnLst/>
                  <a:rect l="l" t="t" r="r" b="b"/>
                  <a:pathLst>
                    <a:path w="730" h="872" extrusionOk="0">
                      <a:moveTo>
                        <a:pt x="225" y="0"/>
                      </a:moveTo>
                      <a:cubicBezTo>
                        <a:pt x="189" y="0"/>
                        <a:pt x="156" y="10"/>
                        <a:pt x="128" y="32"/>
                      </a:cubicBezTo>
                      <a:cubicBezTo>
                        <a:pt x="1" y="95"/>
                        <a:pt x="1" y="348"/>
                        <a:pt x="128" y="570"/>
                      </a:cubicBezTo>
                      <a:cubicBezTo>
                        <a:pt x="232" y="753"/>
                        <a:pt x="402" y="871"/>
                        <a:pt x="529" y="871"/>
                      </a:cubicBezTo>
                      <a:cubicBezTo>
                        <a:pt x="556" y="871"/>
                        <a:pt x="581" y="866"/>
                        <a:pt x="603" y="855"/>
                      </a:cubicBezTo>
                      <a:cubicBezTo>
                        <a:pt x="729" y="760"/>
                        <a:pt x="729" y="538"/>
                        <a:pt x="603" y="317"/>
                      </a:cubicBezTo>
                      <a:cubicBezTo>
                        <a:pt x="504" y="120"/>
                        <a:pt x="349" y="0"/>
                        <a:pt x="225" y="0"/>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354" name="Google Shape;4010;p38">
                  <a:extLst>
                    <a:ext uri="{FF2B5EF4-FFF2-40B4-BE49-F238E27FC236}">
                      <a16:creationId xmlns:a16="http://schemas.microsoft.com/office/drawing/2014/main" id="{A2E464C2-67A7-67E9-D90A-A19A127C1ABA}"/>
                    </a:ext>
                  </a:extLst>
                </p:cNvPr>
                <p:cNvSpPr/>
                <p:nvPr/>
              </p:nvSpPr>
              <p:spPr>
                <a:xfrm>
                  <a:off x="1426732" y="2841028"/>
                  <a:ext cx="23851" cy="28523"/>
                </a:xfrm>
                <a:custGeom>
                  <a:avLst/>
                  <a:gdLst/>
                  <a:ahLst/>
                  <a:cxnLst/>
                  <a:rect l="l" t="t" r="r" b="b"/>
                  <a:pathLst>
                    <a:path w="730" h="873" extrusionOk="0">
                      <a:moveTo>
                        <a:pt x="227" y="1"/>
                      </a:moveTo>
                      <a:cubicBezTo>
                        <a:pt x="190" y="1"/>
                        <a:pt x="156" y="11"/>
                        <a:pt x="127" y="33"/>
                      </a:cubicBezTo>
                      <a:cubicBezTo>
                        <a:pt x="1" y="96"/>
                        <a:pt x="1" y="349"/>
                        <a:pt x="127" y="571"/>
                      </a:cubicBezTo>
                      <a:cubicBezTo>
                        <a:pt x="232" y="754"/>
                        <a:pt x="401" y="872"/>
                        <a:pt x="529" y="872"/>
                      </a:cubicBezTo>
                      <a:cubicBezTo>
                        <a:pt x="555" y="872"/>
                        <a:pt x="580" y="867"/>
                        <a:pt x="602" y="856"/>
                      </a:cubicBezTo>
                      <a:cubicBezTo>
                        <a:pt x="729" y="761"/>
                        <a:pt x="729" y="508"/>
                        <a:pt x="602" y="286"/>
                      </a:cubicBezTo>
                      <a:cubicBezTo>
                        <a:pt x="505" y="115"/>
                        <a:pt x="351" y="1"/>
                        <a:pt x="227" y="1"/>
                      </a:cubicBezTo>
                      <a:close/>
                    </a:path>
                  </a:pathLst>
                </a:custGeom>
                <a:solidFill>
                  <a:srgbClr val="30475E"/>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355" name="Google Shape;4011;p38">
                  <a:extLst>
                    <a:ext uri="{FF2B5EF4-FFF2-40B4-BE49-F238E27FC236}">
                      <a16:creationId xmlns:a16="http://schemas.microsoft.com/office/drawing/2014/main" id="{2C6BBD09-42FE-594B-622A-F043AFCDFD07}"/>
                    </a:ext>
                  </a:extLst>
                </p:cNvPr>
                <p:cNvSpPr/>
                <p:nvPr/>
              </p:nvSpPr>
              <p:spPr>
                <a:xfrm>
                  <a:off x="1475381" y="2868440"/>
                  <a:ext cx="23818" cy="28523"/>
                </a:xfrm>
                <a:custGeom>
                  <a:avLst/>
                  <a:gdLst/>
                  <a:ahLst/>
                  <a:cxnLst/>
                  <a:rect l="l" t="t" r="r" b="b"/>
                  <a:pathLst>
                    <a:path w="729" h="873" extrusionOk="0">
                      <a:moveTo>
                        <a:pt x="201" y="1"/>
                      </a:moveTo>
                      <a:cubicBezTo>
                        <a:pt x="174" y="1"/>
                        <a:pt x="149" y="6"/>
                        <a:pt x="127" y="17"/>
                      </a:cubicBezTo>
                      <a:cubicBezTo>
                        <a:pt x="0" y="112"/>
                        <a:pt x="0" y="365"/>
                        <a:pt x="127" y="587"/>
                      </a:cubicBezTo>
                      <a:cubicBezTo>
                        <a:pt x="224" y="758"/>
                        <a:pt x="379" y="872"/>
                        <a:pt x="502" y="872"/>
                      </a:cubicBezTo>
                      <a:cubicBezTo>
                        <a:pt x="539" y="872"/>
                        <a:pt x="573" y="862"/>
                        <a:pt x="602" y="840"/>
                      </a:cubicBezTo>
                      <a:cubicBezTo>
                        <a:pt x="729" y="777"/>
                        <a:pt x="729" y="524"/>
                        <a:pt x="602" y="302"/>
                      </a:cubicBezTo>
                      <a:cubicBezTo>
                        <a:pt x="497" y="119"/>
                        <a:pt x="328" y="1"/>
                        <a:pt x="201" y="1"/>
                      </a:cubicBezTo>
                      <a:close/>
                    </a:path>
                  </a:pathLst>
                </a:custGeom>
                <a:solidFill>
                  <a:srgbClr val="22283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356" name="Google Shape;4012;p38">
                  <a:extLst>
                    <a:ext uri="{FF2B5EF4-FFF2-40B4-BE49-F238E27FC236}">
                      <a16:creationId xmlns:a16="http://schemas.microsoft.com/office/drawing/2014/main" id="{68CCE718-37D1-63E6-DCD0-D9FDD2EC5D0D}"/>
                    </a:ext>
                  </a:extLst>
                </p:cNvPr>
                <p:cNvSpPr/>
                <p:nvPr/>
              </p:nvSpPr>
              <p:spPr>
                <a:xfrm>
                  <a:off x="1047012" y="2713181"/>
                  <a:ext cx="488389" cy="387823"/>
                </a:xfrm>
                <a:custGeom>
                  <a:avLst/>
                  <a:gdLst/>
                  <a:ahLst/>
                  <a:cxnLst/>
                  <a:rect l="l" t="t" r="r" b="b"/>
                  <a:pathLst>
                    <a:path w="14948" h="11870" extrusionOk="0">
                      <a:moveTo>
                        <a:pt x="256" y="1"/>
                      </a:moveTo>
                      <a:cubicBezTo>
                        <a:pt x="102" y="1"/>
                        <a:pt x="0" y="118"/>
                        <a:pt x="0" y="304"/>
                      </a:cubicBezTo>
                      <a:lnTo>
                        <a:pt x="0" y="2932"/>
                      </a:lnTo>
                      <a:cubicBezTo>
                        <a:pt x="0" y="3217"/>
                        <a:pt x="190" y="3534"/>
                        <a:pt x="444" y="3692"/>
                      </a:cubicBezTo>
                      <a:lnTo>
                        <a:pt x="14505" y="11800"/>
                      </a:lnTo>
                      <a:cubicBezTo>
                        <a:pt x="14581" y="11848"/>
                        <a:pt x="14652" y="11869"/>
                        <a:pt x="14714" y="11869"/>
                      </a:cubicBezTo>
                      <a:cubicBezTo>
                        <a:pt x="14856" y="11869"/>
                        <a:pt x="14948" y="11754"/>
                        <a:pt x="14948" y="11578"/>
                      </a:cubicBezTo>
                      <a:lnTo>
                        <a:pt x="14948" y="8949"/>
                      </a:lnTo>
                      <a:cubicBezTo>
                        <a:pt x="14948" y="8664"/>
                        <a:pt x="14758" y="8316"/>
                        <a:pt x="14505" y="8189"/>
                      </a:cubicBezTo>
                      <a:lnTo>
                        <a:pt x="444" y="50"/>
                      </a:lnTo>
                      <a:cubicBezTo>
                        <a:pt x="376" y="16"/>
                        <a:pt x="312" y="1"/>
                        <a:pt x="256" y="1"/>
                      </a:cubicBezTo>
                      <a:close/>
                    </a:path>
                  </a:pathLst>
                </a:custGeom>
                <a:solidFill>
                  <a:srgbClr val="DD915E"/>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357" name="Google Shape;4013;p38">
                  <a:extLst>
                    <a:ext uri="{FF2B5EF4-FFF2-40B4-BE49-F238E27FC236}">
                      <a16:creationId xmlns:a16="http://schemas.microsoft.com/office/drawing/2014/main" id="{3CC37DCC-18A8-38E7-E163-8697574EC2A0}"/>
                    </a:ext>
                  </a:extLst>
                </p:cNvPr>
                <p:cNvSpPr/>
                <p:nvPr/>
              </p:nvSpPr>
              <p:spPr>
                <a:xfrm>
                  <a:off x="1071843" y="2750003"/>
                  <a:ext cx="163493" cy="102461"/>
                </a:xfrm>
                <a:custGeom>
                  <a:avLst/>
                  <a:gdLst/>
                  <a:ahLst/>
                  <a:cxnLst/>
                  <a:rect l="l" t="t" r="r" b="b"/>
                  <a:pathLst>
                    <a:path w="5004" h="3136" extrusionOk="0">
                      <a:moveTo>
                        <a:pt x="0" y="0"/>
                      </a:moveTo>
                      <a:lnTo>
                        <a:pt x="0" y="254"/>
                      </a:lnTo>
                      <a:lnTo>
                        <a:pt x="5004" y="3135"/>
                      </a:lnTo>
                      <a:lnTo>
                        <a:pt x="5004" y="2914"/>
                      </a:lnTo>
                      <a:lnTo>
                        <a:pt x="0" y="0"/>
                      </a:lnTo>
                      <a:close/>
                    </a:path>
                  </a:pathLst>
                </a:custGeom>
                <a:solidFill>
                  <a:srgbClr val="22283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358" name="Google Shape;4014;p38">
                  <a:extLst>
                    <a:ext uri="{FF2B5EF4-FFF2-40B4-BE49-F238E27FC236}">
                      <a16:creationId xmlns:a16="http://schemas.microsoft.com/office/drawing/2014/main" id="{1CF67A75-CB52-1831-9C73-734773818AF8}"/>
                    </a:ext>
                  </a:extLst>
                </p:cNvPr>
                <p:cNvSpPr/>
                <p:nvPr/>
              </p:nvSpPr>
              <p:spPr>
                <a:xfrm>
                  <a:off x="1071843" y="2776892"/>
                  <a:ext cx="163493" cy="102461"/>
                </a:xfrm>
                <a:custGeom>
                  <a:avLst/>
                  <a:gdLst/>
                  <a:ahLst/>
                  <a:cxnLst/>
                  <a:rect l="l" t="t" r="r" b="b"/>
                  <a:pathLst>
                    <a:path w="5004" h="3136" extrusionOk="0">
                      <a:moveTo>
                        <a:pt x="0" y="1"/>
                      </a:moveTo>
                      <a:lnTo>
                        <a:pt x="0" y="222"/>
                      </a:lnTo>
                      <a:lnTo>
                        <a:pt x="5004" y="3136"/>
                      </a:lnTo>
                      <a:lnTo>
                        <a:pt x="5004" y="2882"/>
                      </a:lnTo>
                      <a:lnTo>
                        <a:pt x="0" y="1"/>
                      </a:lnTo>
                      <a:close/>
                    </a:path>
                  </a:pathLst>
                </a:custGeom>
                <a:solidFill>
                  <a:srgbClr val="22283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359" name="Google Shape;4015;p38">
                  <a:extLst>
                    <a:ext uri="{FF2B5EF4-FFF2-40B4-BE49-F238E27FC236}">
                      <a16:creationId xmlns:a16="http://schemas.microsoft.com/office/drawing/2014/main" id="{FF9E2044-F468-C478-7AB8-3E583D01BDBB}"/>
                    </a:ext>
                  </a:extLst>
                </p:cNvPr>
                <p:cNvSpPr/>
                <p:nvPr/>
              </p:nvSpPr>
              <p:spPr>
                <a:xfrm>
                  <a:off x="1071843" y="2802769"/>
                  <a:ext cx="163493" cy="102461"/>
                </a:xfrm>
                <a:custGeom>
                  <a:avLst/>
                  <a:gdLst/>
                  <a:ahLst/>
                  <a:cxnLst/>
                  <a:rect l="l" t="t" r="r" b="b"/>
                  <a:pathLst>
                    <a:path w="5004" h="3136" extrusionOk="0">
                      <a:moveTo>
                        <a:pt x="0" y="0"/>
                      </a:moveTo>
                      <a:lnTo>
                        <a:pt x="0" y="254"/>
                      </a:lnTo>
                      <a:lnTo>
                        <a:pt x="5004" y="3135"/>
                      </a:lnTo>
                      <a:lnTo>
                        <a:pt x="5004" y="2914"/>
                      </a:lnTo>
                      <a:lnTo>
                        <a:pt x="0" y="0"/>
                      </a:lnTo>
                      <a:close/>
                    </a:path>
                  </a:pathLst>
                </a:custGeom>
                <a:solidFill>
                  <a:srgbClr val="22283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360" name="Google Shape;4016;p38">
                  <a:extLst>
                    <a:ext uri="{FF2B5EF4-FFF2-40B4-BE49-F238E27FC236}">
                      <a16:creationId xmlns:a16="http://schemas.microsoft.com/office/drawing/2014/main" id="{081958FC-1E2A-2507-C8F6-40F8DF881767}"/>
                    </a:ext>
                  </a:extLst>
                </p:cNvPr>
                <p:cNvSpPr/>
                <p:nvPr/>
              </p:nvSpPr>
              <p:spPr>
                <a:xfrm>
                  <a:off x="1380173" y="2951592"/>
                  <a:ext cx="21760" cy="28490"/>
                </a:xfrm>
                <a:custGeom>
                  <a:avLst/>
                  <a:gdLst/>
                  <a:ahLst/>
                  <a:cxnLst/>
                  <a:rect l="l" t="t" r="r" b="b"/>
                  <a:pathLst>
                    <a:path w="666" h="872" extrusionOk="0">
                      <a:moveTo>
                        <a:pt x="182" y="1"/>
                      </a:moveTo>
                      <a:cubicBezTo>
                        <a:pt x="70" y="1"/>
                        <a:pt x="1" y="95"/>
                        <a:pt x="1" y="259"/>
                      </a:cubicBezTo>
                      <a:cubicBezTo>
                        <a:pt x="1" y="449"/>
                        <a:pt x="127" y="734"/>
                        <a:pt x="317" y="829"/>
                      </a:cubicBezTo>
                      <a:cubicBezTo>
                        <a:pt x="374" y="857"/>
                        <a:pt x="428" y="872"/>
                        <a:pt x="476" y="872"/>
                      </a:cubicBezTo>
                      <a:cubicBezTo>
                        <a:pt x="588" y="872"/>
                        <a:pt x="666" y="794"/>
                        <a:pt x="666" y="639"/>
                      </a:cubicBezTo>
                      <a:cubicBezTo>
                        <a:pt x="666" y="417"/>
                        <a:pt x="507" y="164"/>
                        <a:pt x="317" y="37"/>
                      </a:cubicBezTo>
                      <a:cubicBezTo>
                        <a:pt x="268" y="12"/>
                        <a:pt x="222" y="1"/>
                        <a:pt x="182" y="1"/>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361" name="Google Shape;4017;p38">
                  <a:extLst>
                    <a:ext uri="{FF2B5EF4-FFF2-40B4-BE49-F238E27FC236}">
                      <a16:creationId xmlns:a16="http://schemas.microsoft.com/office/drawing/2014/main" id="{FDDBD8B5-078B-F79B-6FCB-F9FD6EA39260}"/>
                    </a:ext>
                  </a:extLst>
                </p:cNvPr>
                <p:cNvSpPr/>
                <p:nvPr/>
              </p:nvSpPr>
              <p:spPr>
                <a:xfrm>
                  <a:off x="1427777" y="2979527"/>
                  <a:ext cx="21760" cy="28327"/>
                </a:xfrm>
                <a:custGeom>
                  <a:avLst/>
                  <a:gdLst/>
                  <a:ahLst/>
                  <a:cxnLst/>
                  <a:rect l="l" t="t" r="r" b="b"/>
                  <a:pathLst>
                    <a:path w="666" h="867" extrusionOk="0">
                      <a:moveTo>
                        <a:pt x="205" y="0"/>
                      </a:moveTo>
                      <a:cubicBezTo>
                        <a:pt x="85" y="0"/>
                        <a:pt x="0" y="88"/>
                        <a:pt x="0" y="227"/>
                      </a:cubicBezTo>
                      <a:cubicBezTo>
                        <a:pt x="0" y="449"/>
                        <a:pt x="159" y="702"/>
                        <a:pt x="349" y="829"/>
                      </a:cubicBezTo>
                      <a:cubicBezTo>
                        <a:pt x="400" y="854"/>
                        <a:pt x="446" y="866"/>
                        <a:pt x="487" y="866"/>
                      </a:cubicBezTo>
                      <a:cubicBezTo>
                        <a:pt x="598" y="866"/>
                        <a:pt x="665" y="778"/>
                        <a:pt x="665" y="639"/>
                      </a:cubicBezTo>
                      <a:cubicBezTo>
                        <a:pt x="665" y="417"/>
                        <a:pt x="539" y="164"/>
                        <a:pt x="349" y="37"/>
                      </a:cubicBezTo>
                      <a:cubicBezTo>
                        <a:pt x="298" y="12"/>
                        <a:pt x="249" y="0"/>
                        <a:pt x="205" y="0"/>
                      </a:cubicBezTo>
                      <a:close/>
                    </a:path>
                  </a:pathLst>
                </a:custGeom>
                <a:solidFill>
                  <a:srgbClr val="30475E"/>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362" name="Google Shape;4018;p38">
                  <a:extLst>
                    <a:ext uri="{FF2B5EF4-FFF2-40B4-BE49-F238E27FC236}">
                      <a16:creationId xmlns:a16="http://schemas.microsoft.com/office/drawing/2014/main" id="{7D57B37A-BDCC-6FA1-5A13-A1973C23864A}"/>
                    </a:ext>
                  </a:extLst>
                </p:cNvPr>
                <p:cNvSpPr/>
                <p:nvPr/>
              </p:nvSpPr>
              <p:spPr>
                <a:xfrm>
                  <a:off x="1476394" y="3007266"/>
                  <a:ext cx="21760" cy="28490"/>
                </a:xfrm>
                <a:custGeom>
                  <a:avLst/>
                  <a:gdLst/>
                  <a:ahLst/>
                  <a:cxnLst/>
                  <a:rect l="l" t="t" r="r" b="b"/>
                  <a:pathLst>
                    <a:path w="666" h="872" extrusionOk="0">
                      <a:moveTo>
                        <a:pt x="165" y="1"/>
                      </a:moveTo>
                      <a:cubicBezTo>
                        <a:pt x="63" y="1"/>
                        <a:pt x="1" y="78"/>
                        <a:pt x="1" y="233"/>
                      </a:cubicBezTo>
                      <a:cubicBezTo>
                        <a:pt x="1" y="455"/>
                        <a:pt x="127" y="708"/>
                        <a:pt x="317" y="835"/>
                      </a:cubicBezTo>
                      <a:cubicBezTo>
                        <a:pt x="367" y="860"/>
                        <a:pt x="415" y="872"/>
                        <a:pt x="458" y="872"/>
                      </a:cubicBezTo>
                      <a:cubicBezTo>
                        <a:pt x="579" y="872"/>
                        <a:pt x="666" y="777"/>
                        <a:pt x="666" y="613"/>
                      </a:cubicBezTo>
                      <a:cubicBezTo>
                        <a:pt x="666" y="423"/>
                        <a:pt x="508" y="138"/>
                        <a:pt x="317" y="43"/>
                      </a:cubicBezTo>
                      <a:cubicBezTo>
                        <a:pt x="260" y="15"/>
                        <a:pt x="209" y="1"/>
                        <a:pt x="165" y="1"/>
                      </a:cubicBezTo>
                      <a:close/>
                    </a:path>
                  </a:pathLst>
                </a:custGeom>
                <a:solidFill>
                  <a:srgbClr val="22283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363" name="Google Shape;4019;p38">
                  <a:extLst>
                    <a:ext uri="{FF2B5EF4-FFF2-40B4-BE49-F238E27FC236}">
                      <a16:creationId xmlns:a16="http://schemas.microsoft.com/office/drawing/2014/main" id="{2EF3ACA5-EE89-322A-4938-93927A5AC68E}"/>
                    </a:ext>
                  </a:extLst>
                </p:cNvPr>
                <p:cNvSpPr/>
                <p:nvPr/>
              </p:nvSpPr>
              <p:spPr>
                <a:xfrm>
                  <a:off x="1047012" y="2851647"/>
                  <a:ext cx="488389" cy="387986"/>
                </a:xfrm>
                <a:custGeom>
                  <a:avLst/>
                  <a:gdLst/>
                  <a:ahLst/>
                  <a:cxnLst/>
                  <a:rect l="l" t="t" r="r" b="b"/>
                  <a:pathLst>
                    <a:path w="14948" h="11875" extrusionOk="0">
                      <a:moveTo>
                        <a:pt x="241" y="1"/>
                      </a:moveTo>
                      <a:cubicBezTo>
                        <a:pt x="95" y="1"/>
                        <a:pt x="0" y="108"/>
                        <a:pt x="0" y="309"/>
                      </a:cubicBezTo>
                      <a:lnTo>
                        <a:pt x="0" y="2938"/>
                      </a:lnTo>
                      <a:cubicBezTo>
                        <a:pt x="0" y="3223"/>
                        <a:pt x="190" y="3540"/>
                        <a:pt x="444" y="3698"/>
                      </a:cubicBezTo>
                      <a:lnTo>
                        <a:pt x="14505" y="11805"/>
                      </a:lnTo>
                      <a:cubicBezTo>
                        <a:pt x="14580" y="11852"/>
                        <a:pt x="14650" y="11874"/>
                        <a:pt x="14711" y="11874"/>
                      </a:cubicBezTo>
                      <a:cubicBezTo>
                        <a:pt x="14854" y="11874"/>
                        <a:pt x="14948" y="11752"/>
                        <a:pt x="14948" y="11552"/>
                      </a:cubicBezTo>
                      <a:lnTo>
                        <a:pt x="14948" y="8923"/>
                      </a:lnTo>
                      <a:cubicBezTo>
                        <a:pt x="14948" y="8670"/>
                        <a:pt x="14758" y="8322"/>
                        <a:pt x="14505" y="8195"/>
                      </a:cubicBezTo>
                      <a:lnTo>
                        <a:pt x="444" y="56"/>
                      </a:lnTo>
                      <a:cubicBezTo>
                        <a:pt x="370" y="19"/>
                        <a:pt x="301" y="1"/>
                        <a:pt x="241" y="1"/>
                      </a:cubicBezTo>
                      <a:close/>
                    </a:path>
                  </a:pathLst>
                </a:custGeom>
                <a:solidFill>
                  <a:srgbClr val="DD915E"/>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364" name="Google Shape;4020;p38">
                  <a:extLst>
                    <a:ext uri="{FF2B5EF4-FFF2-40B4-BE49-F238E27FC236}">
                      <a16:creationId xmlns:a16="http://schemas.microsoft.com/office/drawing/2014/main" id="{AD74A68C-59C5-CE27-7148-2743F6EACFEC}"/>
                    </a:ext>
                  </a:extLst>
                </p:cNvPr>
                <p:cNvSpPr/>
                <p:nvPr/>
              </p:nvSpPr>
              <p:spPr>
                <a:xfrm>
                  <a:off x="1071843" y="2888632"/>
                  <a:ext cx="163493" cy="102461"/>
                </a:xfrm>
                <a:custGeom>
                  <a:avLst/>
                  <a:gdLst/>
                  <a:ahLst/>
                  <a:cxnLst/>
                  <a:rect l="l" t="t" r="r" b="b"/>
                  <a:pathLst>
                    <a:path w="5004" h="3136" extrusionOk="0">
                      <a:moveTo>
                        <a:pt x="0" y="1"/>
                      </a:moveTo>
                      <a:lnTo>
                        <a:pt x="0" y="222"/>
                      </a:lnTo>
                      <a:lnTo>
                        <a:pt x="5004" y="3136"/>
                      </a:lnTo>
                      <a:lnTo>
                        <a:pt x="5004" y="2914"/>
                      </a:lnTo>
                      <a:lnTo>
                        <a:pt x="0" y="1"/>
                      </a:lnTo>
                      <a:close/>
                    </a:path>
                  </a:pathLst>
                </a:custGeom>
                <a:solidFill>
                  <a:srgbClr val="22283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365" name="Google Shape;4021;p38">
                  <a:extLst>
                    <a:ext uri="{FF2B5EF4-FFF2-40B4-BE49-F238E27FC236}">
                      <a16:creationId xmlns:a16="http://schemas.microsoft.com/office/drawing/2014/main" id="{D3FD18F6-FE91-EAD2-74B9-B7F22777AAEB}"/>
                    </a:ext>
                  </a:extLst>
                </p:cNvPr>
                <p:cNvSpPr/>
                <p:nvPr/>
              </p:nvSpPr>
              <p:spPr>
                <a:xfrm>
                  <a:off x="1071843" y="2914509"/>
                  <a:ext cx="163493" cy="102461"/>
                </a:xfrm>
                <a:custGeom>
                  <a:avLst/>
                  <a:gdLst/>
                  <a:ahLst/>
                  <a:cxnLst/>
                  <a:rect l="l" t="t" r="r" b="b"/>
                  <a:pathLst>
                    <a:path w="5004" h="3136" extrusionOk="0">
                      <a:moveTo>
                        <a:pt x="0" y="1"/>
                      </a:moveTo>
                      <a:lnTo>
                        <a:pt x="0" y="254"/>
                      </a:lnTo>
                      <a:lnTo>
                        <a:pt x="5004" y="3136"/>
                      </a:lnTo>
                      <a:lnTo>
                        <a:pt x="5004" y="2914"/>
                      </a:lnTo>
                      <a:lnTo>
                        <a:pt x="0" y="1"/>
                      </a:lnTo>
                      <a:close/>
                    </a:path>
                  </a:pathLst>
                </a:custGeom>
                <a:solidFill>
                  <a:srgbClr val="22283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366" name="Google Shape;4022;p38">
                  <a:extLst>
                    <a:ext uri="{FF2B5EF4-FFF2-40B4-BE49-F238E27FC236}">
                      <a16:creationId xmlns:a16="http://schemas.microsoft.com/office/drawing/2014/main" id="{97100AD0-2654-6C3E-9ED8-4935219352EE}"/>
                    </a:ext>
                  </a:extLst>
                </p:cNvPr>
                <p:cNvSpPr/>
                <p:nvPr/>
              </p:nvSpPr>
              <p:spPr>
                <a:xfrm>
                  <a:off x="1071843" y="2941398"/>
                  <a:ext cx="163493" cy="102494"/>
                </a:xfrm>
                <a:custGeom>
                  <a:avLst/>
                  <a:gdLst/>
                  <a:ahLst/>
                  <a:cxnLst/>
                  <a:rect l="l" t="t" r="r" b="b"/>
                  <a:pathLst>
                    <a:path w="5004" h="3137" extrusionOk="0">
                      <a:moveTo>
                        <a:pt x="0" y="1"/>
                      </a:moveTo>
                      <a:lnTo>
                        <a:pt x="0" y="223"/>
                      </a:lnTo>
                      <a:lnTo>
                        <a:pt x="5004" y="3136"/>
                      </a:lnTo>
                      <a:lnTo>
                        <a:pt x="5004" y="2914"/>
                      </a:lnTo>
                      <a:lnTo>
                        <a:pt x="0" y="1"/>
                      </a:lnTo>
                      <a:close/>
                    </a:path>
                  </a:pathLst>
                </a:custGeom>
                <a:solidFill>
                  <a:srgbClr val="22283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367" name="Google Shape;4023;p38">
                  <a:extLst>
                    <a:ext uri="{FF2B5EF4-FFF2-40B4-BE49-F238E27FC236}">
                      <a16:creationId xmlns:a16="http://schemas.microsoft.com/office/drawing/2014/main" id="{671C9339-3834-2EDE-B48C-67A39183252C}"/>
                    </a:ext>
                  </a:extLst>
                </p:cNvPr>
                <p:cNvSpPr/>
                <p:nvPr/>
              </p:nvSpPr>
              <p:spPr>
                <a:xfrm>
                  <a:off x="1379128" y="3089862"/>
                  <a:ext cx="23851" cy="28523"/>
                </a:xfrm>
                <a:custGeom>
                  <a:avLst/>
                  <a:gdLst/>
                  <a:ahLst/>
                  <a:cxnLst/>
                  <a:rect l="l" t="t" r="r" b="b"/>
                  <a:pathLst>
                    <a:path w="730" h="873" extrusionOk="0">
                      <a:moveTo>
                        <a:pt x="201" y="1"/>
                      </a:moveTo>
                      <a:cubicBezTo>
                        <a:pt x="175" y="1"/>
                        <a:pt x="150" y="6"/>
                        <a:pt x="128" y="17"/>
                      </a:cubicBezTo>
                      <a:cubicBezTo>
                        <a:pt x="1" y="112"/>
                        <a:pt x="1" y="334"/>
                        <a:pt x="128" y="587"/>
                      </a:cubicBezTo>
                      <a:cubicBezTo>
                        <a:pt x="225" y="758"/>
                        <a:pt x="379" y="873"/>
                        <a:pt x="503" y="873"/>
                      </a:cubicBezTo>
                      <a:cubicBezTo>
                        <a:pt x="540" y="873"/>
                        <a:pt x="574" y="862"/>
                        <a:pt x="603" y="841"/>
                      </a:cubicBezTo>
                      <a:cubicBezTo>
                        <a:pt x="729" y="777"/>
                        <a:pt x="729" y="524"/>
                        <a:pt x="603" y="302"/>
                      </a:cubicBezTo>
                      <a:cubicBezTo>
                        <a:pt x="498" y="119"/>
                        <a:pt x="329" y="1"/>
                        <a:pt x="201" y="1"/>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368" name="Google Shape;4024;p38">
                  <a:extLst>
                    <a:ext uri="{FF2B5EF4-FFF2-40B4-BE49-F238E27FC236}">
                      <a16:creationId xmlns:a16="http://schemas.microsoft.com/office/drawing/2014/main" id="{CFE2E8EF-C8FB-6B8D-76F3-F0FB91A147E4}"/>
                    </a:ext>
                  </a:extLst>
                </p:cNvPr>
                <p:cNvSpPr/>
                <p:nvPr/>
              </p:nvSpPr>
              <p:spPr>
                <a:xfrm>
                  <a:off x="1427777" y="3117993"/>
                  <a:ext cx="21760" cy="28098"/>
                </a:xfrm>
                <a:custGeom>
                  <a:avLst/>
                  <a:gdLst/>
                  <a:ahLst/>
                  <a:cxnLst/>
                  <a:rect l="l" t="t" r="r" b="b"/>
                  <a:pathLst>
                    <a:path w="666" h="860" extrusionOk="0">
                      <a:moveTo>
                        <a:pt x="190" y="0"/>
                      </a:moveTo>
                      <a:cubicBezTo>
                        <a:pt x="78" y="0"/>
                        <a:pt x="0" y="78"/>
                        <a:pt x="0" y="233"/>
                      </a:cubicBezTo>
                      <a:cubicBezTo>
                        <a:pt x="0" y="455"/>
                        <a:pt x="159" y="708"/>
                        <a:pt x="349" y="803"/>
                      </a:cubicBezTo>
                      <a:cubicBezTo>
                        <a:pt x="407" y="842"/>
                        <a:pt x="459" y="860"/>
                        <a:pt x="503" y="860"/>
                      </a:cubicBezTo>
                      <a:cubicBezTo>
                        <a:pt x="604" y="860"/>
                        <a:pt x="665" y="767"/>
                        <a:pt x="665" y="613"/>
                      </a:cubicBezTo>
                      <a:cubicBezTo>
                        <a:pt x="665" y="423"/>
                        <a:pt x="539" y="138"/>
                        <a:pt x="349" y="43"/>
                      </a:cubicBezTo>
                      <a:cubicBezTo>
                        <a:pt x="292" y="14"/>
                        <a:pt x="238" y="0"/>
                        <a:pt x="190" y="0"/>
                      </a:cubicBezTo>
                      <a:close/>
                    </a:path>
                  </a:pathLst>
                </a:custGeom>
                <a:solidFill>
                  <a:srgbClr val="30475E"/>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369" name="Google Shape;4025;p38">
                  <a:extLst>
                    <a:ext uri="{FF2B5EF4-FFF2-40B4-BE49-F238E27FC236}">
                      <a16:creationId xmlns:a16="http://schemas.microsoft.com/office/drawing/2014/main" id="{D4AA0104-2BFD-258A-3773-D1E43077BBD1}"/>
                    </a:ext>
                  </a:extLst>
                </p:cNvPr>
                <p:cNvSpPr/>
                <p:nvPr/>
              </p:nvSpPr>
              <p:spPr>
                <a:xfrm>
                  <a:off x="1475381" y="3145666"/>
                  <a:ext cx="23818" cy="28098"/>
                </a:xfrm>
                <a:custGeom>
                  <a:avLst/>
                  <a:gdLst/>
                  <a:ahLst/>
                  <a:cxnLst/>
                  <a:rect l="l" t="t" r="r" b="b"/>
                  <a:pathLst>
                    <a:path w="729" h="860" extrusionOk="0">
                      <a:moveTo>
                        <a:pt x="213" y="0"/>
                      </a:moveTo>
                      <a:cubicBezTo>
                        <a:pt x="181" y="0"/>
                        <a:pt x="152" y="7"/>
                        <a:pt x="127" y="19"/>
                      </a:cubicBezTo>
                      <a:cubicBezTo>
                        <a:pt x="0" y="83"/>
                        <a:pt x="0" y="336"/>
                        <a:pt x="127" y="558"/>
                      </a:cubicBezTo>
                      <a:cubicBezTo>
                        <a:pt x="231" y="741"/>
                        <a:pt x="401" y="859"/>
                        <a:pt x="528" y="859"/>
                      </a:cubicBezTo>
                      <a:cubicBezTo>
                        <a:pt x="555" y="859"/>
                        <a:pt x="580" y="854"/>
                        <a:pt x="602" y="843"/>
                      </a:cubicBezTo>
                      <a:cubicBezTo>
                        <a:pt x="729" y="748"/>
                        <a:pt x="729" y="526"/>
                        <a:pt x="602" y="304"/>
                      </a:cubicBezTo>
                      <a:cubicBezTo>
                        <a:pt x="501" y="102"/>
                        <a:pt x="338" y="0"/>
                        <a:pt x="213" y="0"/>
                      </a:cubicBezTo>
                      <a:close/>
                    </a:path>
                  </a:pathLst>
                </a:custGeom>
                <a:solidFill>
                  <a:srgbClr val="22283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370" name="Google Shape;4026;p38">
                  <a:extLst>
                    <a:ext uri="{FF2B5EF4-FFF2-40B4-BE49-F238E27FC236}">
                      <a16:creationId xmlns:a16="http://schemas.microsoft.com/office/drawing/2014/main" id="{71C230E7-3EA4-78F3-81EF-7C5195846862}"/>
                    </a:ext>
                  </a:extLst>
                </p:cNvPr>
                <p:cNvSpPr/>
                <p:nvPr/>
              </p:nvSpPr>
              <p:spPr>
                <a:xfrm>
                  <a:off x="1047012" y="2990309"/>
                  <a:ext cx="488389" cy="387496"/>
                </a:xfrm>
                <a:custGeom>
                  <a:avLst/>
                  <a:gdLst/>
                  <a:ahLst/>
                  <a:cxnLst/>
                  <a:rect l="l" t="t" r="r" b="b"/>
                  <a:pathLst>
                    <a:path w="14948" h="11860" extrusionOk="0">
                      <a:moveTo>
                        <a:pt x="241" y="1"/>
                      </a:moveTo>
                      <a:cubicBezTo>
                        <a:pt x="95" y="1"/>
                        <a:pt x="0" y="107"/>
                        <a:pt x="0" y="309"/>
                      </a:cubicBezTo>
                      <a:lnTo>
                        <a:pt x="0" y="2938"/>
                      </a:lnTo>
                      <a:cubicBezTo>
                        <a:pt x="0" y="3191"/>
                        <a:pt x="190" y="3539"/>
                        <a:pt x="444" y="3666"/>
                      </a:cubicBezTo>
                      <a:lnTo>
                        <a:pt x="14505" y="11805"/>
                      </a:lnTo>
                      <a:cubicBezTo>
                        <a:pt x="14579" y="11842"/>
                        <a:pt x="14647" y="11860"/>
                        <a:pt x="14707" y="11860"/>
                      </a:cubicBezTo>
                      <a:cubicBezTo>
                        <a:pt x="14853" y="11860"/>
                        <a:pt x="14948" y="11753"/>
                        <a:pt x="14948" y="11551"/>
                      </a:cubicBezTo>
                      <a:lnTo>
                        <a:pt x="14948" y="8923"/>
                      </a:lnTo>
                      <a:cubicBezTo>
                        <a:pt x="14948" y="8638"/>
                        <a:pt x="14758" y="8321"/>
                        <a:pt x="14505" y="8195"/>
                      </a:cubicBezTo>
                      <a:lnTo>
                        <a:pt x="444" y="56"/>
                      </a:lnTo>
                      <a:cubicBezTo>
                        <a:pt x="370" y="19"/>
                        <a:pt x="301" y="1"/>
                        <a:pt x="241" y="1"/>
                      </a:cubicBezTo>
                      <a:close/>
                    </a:path>
                  </a:pathLst>
                </a:custGeom>
                <a:solidFill>
                  <a:srgbClr val="DD915E"/>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371" name="Google Shape;4027;p38">
                  <a:extLst>
                    <a:ext uri="{FF2B5EF4-FFF2-40B4-BE49-F238E27FC236}">
                      <a16:creationId xmlns:a16="http://schemas.microsoft.com/office/drawing/2014/main" id="{073DAA78-2D81-5B2D-36B3-6762FEB1C453}"/>
                    </a:ext>
                  </a:extLst>
                </p:cNvPr>
                <p:cNvSpPr/>
                <p:nvPr/>
              </p:nvSpPr>
              <p:spPr>
                <a:xfrm>
                  <a:off x="1071843" y="3027294"/>
                  <a:ext cx="163493" cy="102461"/>
                </a:xfrm>
                <a:custGeom>
                  <a:avLst/>
                  <a:gdLst/>
                  <a:ahLst/>
                  <a:cxnLst/>
                  <a:rect l="l" t="t" r="r" b="b"/>
                  <a:pathLst>
                    <a:path w="5004" h="3136" extrusionOk="0">
                      <a:moveTo>
                        <a:pt x="0" y="0"/>
                      </a:moveTo>
                      <a:lnTo>
                        <a:pt x="0" y="222"/>
                      </a:lnTo>
                      <a:lnTo>
                        <a:pt x="5004" y="3136"/>
                      </a:lnTo>
                      <a:lnTo>
                        <a:pt x="5004" y="2882"/>
                      </a:lnTo>
                      <a:lnTo>
                        <a:pt x="0" y="0"/>
                      </a:lnTo>
                      <a:close/>
                    </a:path>
                  </a:pathLst>
                </a:custGeom>
                <a:solidFill>
                  <a:srgbClr val="22283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372" name="Google Shape;4028;p38">
                  <a:extLst>
                    <a:ext uri="{FF2B5EF4-FFF2-40B4-BE49-F238E27FC236}">
                      <a16:creationId xmlns:a16="http://schemas.microsoft.com/office/drawing/2014/main" id="{9203FF74-702D-DC5F-07A1-93377E23338F}"/>
                    </a:ext>
                  </a:extLst>
                </p:cNvPr>
                <p:cNvSpPr/>
                <p:nvPr/>
              </p:nvSpPr>
              <p:spPr>
                <a:xfrm>
                  <a:off x="1071843" y="3053171"/>
                  <a:ext cx="163493" cy="102461"/>
                </a:xfrm>
                <a:custGeom>
                  <a:avLst/>
                  <a:gdLst/>
                  <a:ahLst/>
                  <a:cxnLst/>
                  <a:rect l="l" t="t" r="r" b="b"/>
                  <a:pathLst>
                    <a:path w="5004" h="3136" extrusionOk="0">
                      <a:moveTo>
                        <a:pt x="0" y="0"/>
                      </a:moveTo>
                      <a:lnTo>
                        <a:pt x="0" y="253"/>
                      </a:lnTo>
                      <a:lnTo>
                        <a:pt x="5004" y="3135"/>
                      </a:lnTo>
                      <a:lnTo>
                        <a:pt x="5004" y="2914"/>
                      </a:lnTo>
                      <a:lnTo>
                        <a:pt x="0" y="0"/>
                      </a:lnTo>
                      <a:close/>
                    </a:path>
                  </a:pathLst>
                </a:custGeom>
                <a:solidFill>
                  <a:srgbClr val="22283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373" name="Google Shape;4029;p38">
                  <a:extLst>
                    <a:ext uri="{FF2B5EF4-FFF2-40B4-BE49-F238E27FC236}">
                      <a16:creationId xmlns:a16="http://schemas.microsoft.com/office/drawing/2014/main" id="{FBC68990-5854-5552-4CEE-8086E59EBCCA}"/>
                    </a:ext>
                  </a:extLst>
                </p:cNvPr>
                <p:cNvSpPr/>
                <p:nvPr/>
              </p:nvSpPr>
              <p:spPr>
                <a:xfrm>
                  <a:off x="1071843" y="3080060"/>
                  <a:ext cx="163493" cy="102461"/>
                </a:xfrm>
                <a:custGeom>
                  <a:avLst/>
                  <a:gdLst/>
                  <a:ahLst/>
                  <a:cxnLst/>
                  <a:rect l="l" t="t" r="r" b="b"/>
                  <a:pathLst>
                    <a:path w="5004" h="3136" extrusionOk="0">
                      <a:moveTo>
                        <a:pt x="0" y="1"/>
                      </a:moveTo>
                      <a:lnTo>
                        <a:pt x="0" y="222"/>
                      </a:lnTo>
                      <a:lnTo>
                        <a:pt x="5004" y="3136"/>
                      </a:lnTo>
                      <a:lnTo>
                        <a:pt x="5004" y="2882"/>
                      </a:lnTo>
                      <a:lnTo>
                        <a:pt x="0" y="1"/>
                      </a:lnTo>
                      <a:close/>
                    </a:path>
                  </a:pathLst>
                </a:custGeom>
                <a:solidFill>
                  <a:srgbClr val="22283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374" name="Google Shape;4030;p38">
                  <a:extLst>
                    <a:ext uri="{FF2B5EF4-FFF2-40B4-BE49-F238E27FC236}">
                      <a16:creationId xmlns:a16="http://schemas.microsoft.com/office/drawing/2014/main" id="{B1176528-AB6A-35B7-AF6A-E208F30CA8C6}"/>
                    </a:ext>
                  </a:extLst>
                </p:cNvPr>
                <p:cNvSpPr/>
                <p:nvPr/>
              </p:nvSpPr>
              <p:spPr>
                <a:xfrm>
                  <a:off x="1379128" y="3228524"/>
                  <a:ext cx="23851" cy="28098"/>
                </a:xfrm>
                <a:custGeom>
                  <a:avLst/>
                  <a:gdLst/>
                  <a:ahLst/>
                  <a:cxnLst/>
                  <a:rect l="l" t="t" r="r" b="b"/>
                  <a:pathLst>
                    <a:path w="730" h="860" extrusionOk="0">
                      <a:moveTo>
                        <a:pt x="201" y="1"/>
                      </a:moveTo>
                      <a:cubicBezTo>
                        <a:pt x="175" y="1"/>
                        <a:pt x="150" y="6"/>
                        <a:pt x="128" y="17"/>
                      </a:cubicBezTo>
                      <a:cubicBezTo>
                        <a:pt x="1" y="80"/>
                        <a:pt x="1" y="334"/>
                        <a:pt x="128" y="555"/>
                      </a:cubicBezTo>
                      <a:cubicBezTo>
                        <a:pt x="229" y="758"/>
                        <a:pt x="391" y="859"/>
                        <a:pt x="517" y="859"/>
                      </a:cubicBezTo>
                      <a:cubicBezTo>
                        <a:pt x="548" y="859"/>
                        <a:pt x="577" y="853"/>
                        <a:pt x="603" y="840"/>
                      </a:cubicBezTo>
                      <a:cubicBezTo>
                        <a:pt x="729" y="777"/>
                        <a:pt x="729" y="524"/>
                        <a:pt x="603" y="302"/>
                      </a:cubicBezTo>
                      <a:cubicBezTo>
                        <a:pt x="498" y="119"/>
                        <a:pt x="329" y="1"/>
                        <a:pt x="201" y="1"/>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375" name="Google Shape;4031;p38">
                  <a:extLst>
                    <a:ext uri="{FF2B5EF4-FFF2-40B4-BE49-F238E27FC236}">
                      <a16:creationId xmlns:a16="http://schemas.microsoft.com/office/drawing/2014/main" id="{2E57CB30-56C7-DF4B-CC8E-2320FCFB5F45}"/>
                    </a:ext>
                  </a:extLst>
                </p:cNvPr>
                <p:cNvSpPr/>
                <p:nvPr/>
              </p:nvSpPr>
              <p:spPr>
                <a:xfrm>
                  <a:off x="1427777" y="3256165"/>
                  <a:ext cx="21760" cy="28588"/>
                </a:xfrm>
                <a:custGeom>
                  <a:avLst/>
                  <a:gdLst/>
                  <a:ahLst/>
                  <a:cxnLst/>
                  <a:rect l="l" t="t" r="r" b="b"/>
                  <a:pathLst>
                    <a:path w="666" h="875" extrusionOk="0">
                      <a:moveTo>
                        <a:pt x="187" y="1"/>
                      </a:moveTo>
                      <a:cubicBezTo>
                        <a:pt x="77" y="1"/>
                        <a:pt x="0" y="94"/>
                        <a:pt x="0" y="248"/>
                      </a:cubicBezTo>
                      <a:cubicBezTo>
                        <a:pt x="0" y="469"/>
                        <a:pt x="159" y="723"/>
                        <a:pt x="349" y="818"/>
                      </a:cubicBezTo>
                      <a:cubicBezTo>
                        <a:pt x="407" y="856"/>
                        <a:pt x="459" y="874"/>
                        <a:pt x="503" y="874"/>
                      </a:cubicBezTo>
                      <a:cubicBezTo>
                        <a:pt x="604" y="874"/>
                        <a:pt x="665" y="782"/>
                        <a:pt x="665" y="628"/>
                      </a:cubicBezTo>
                      <a:cubicBezTo>
                        <a:pt x="665" y="406"/>
                        <a:pt x="539" y="153"/>
                        <a:pt x="349" y="58"/>
                      </a:cubicBezTo>
                      <a:cubicBezTo>
                        <a:pt x="291" y="19"/>
                        <a:pt x="235" y="1"/>
                        <a:pt x="187" y="1"/>
                      </a:cubicBezTo>
                      <a:close/>
                    </a:path>
                  </a:pathLst>
                </a:custGeom>
                <a:solidFill>
                  <a:srgbClr val="30475E"/>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376" name="Google Shape;4032;p38">
                  <a:extLst>
                    <a:ext uri="{FF2B5EF4-FFF2-40B4-BE49-F238E27FC236}">
                      <a16:creationId xmlns:a16="http://schemas.microsoft.com/office/drawing/2014/main" id="{717D5084-F166-E0D9-242E-47B98797014A}"/>
                    </a:ext>
                  </a:extLst>
                </p:cNvPr>
                <p:cNvSpPr/>
                <p:nvPr/>
              </p:nvSpPr>
              <p:spPr>
                <a:xfrm>
                  <a:off x="1475381" y="3283904"/>
                  <a:ext cx="23818" cy="28490"/>
                </a:xfrm>
                <a:custGeom>
                  <a:avLst/>
                  <a:gdLst/>
                  <a:ahLst/>
                  <a:cxnLst/>
                  <a:rect l="l" t="t" r="r" b="b"/>
                  <a:pathLst>
                    <a:path w="729" h="872" extrusionOk="0">
                      <a:moveTo>
                        <a:pt x="227" y="0"/>
                      </a:moveTo>
                      <a:cubicBezTo>
                        <a:pt x="190" y="0"/>
                        <a:pt x="156" y="10"/>
                        <a:pt x="127" y="32"/>
                      </a:cubicBezTo>
                      <a:cubicBezTo>
                        <a:pt x="0" y="95"/>
                        <a:pt x="0" y="349"/>
                        <a:pt x="127" y="570"/>
                      </a:cubicBezTo>
                      <a:cubicBezTo>
                        <a:pt x="231" y="753"/>
                        <a:pt x="401" y="872"/>
                        <a:pt x="528" y="872"/>
                      </a:cubicBezTo>
                      <a:cubicBezTo>
                        <a:pt x="555" y="872"/>
                        <a:pt x="580" y="866"/>
                        <a:pt x="602" y="855"/>
                      </a:cubicBezTo>
                      <a:cubicBezTo>
                        <a:pt x="729" y="760"/>
                        <a:pt x="729" y="507"/>
                        <a:pt x="602" y="285"/>
                      </a:cubicBezTo>
                      <a:cubicBezTo>
                        <a:pt x="504" y="114"/>
                        <a:pt x="350" y="0"/>
                        <a:pt x="227" y="0"/>
                      </a:cubicBezTo>
                      <a:close/>
                    </a:path>
                  </a:pathLst>
                </a:custGeom>
                <a:solidFill>
                  <a:srgbClr val="22283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377" name="Google Shape;4033;p38">
                  <a:extLst>
                    <a:ext uri="{FF2B5EF4-FFF2-40B4-BE49-F238E27FC236}">
                      <a16:creationId xmlns:a16="http://schemas.microsoft.com/office/drawing/2014/main" id="{493647C5-68A1-76AC-DE6F-2B1D69518C2F}"/>
                    </a:ext>
                  </a:extLst>
                </p:cNvPr>
                <p:cNvSpPr/>
                <p:nvPr/>
              </p:nvSpPr>
              <p:spPr>
                <a:xfrm>
                  <a:off x="1047012" y="3128513"/>
                  <a:ext cx="488389" cy="387790"/>
                </a:xfrm>
                <a:custGeom>
                  <a:avLst/>
                  <a:gdLst/>
                  <a:ahLst/>
                  <a:cxnLst/>
                  <a:rect l="l" t="t" r="r" b="b"/>
                  <a:pathLst>
                    <a:path w="14948" h="11869" extrusionOk="0">
                      <a:moveTo>
                        <a:pt x="238" y="0"/>
                      </a:moveTo>
                      <a:cubicBezTo>
                        <a:pt x="94" y="0"/>
                        <a:pt x="0" y="122"/>
                        <a:pt x="0" y="323"/>
                      </a:cubicBezTo>
                      <a:lnTo>
                        <a:pt x="0" y="2920"/>
                      </a:lnTo>
                      <a:cubicBezTo>
                        <a:pt x="0" y="3205"/>
                        <a:pt x="190" y="3553"/>
                        <a:pt x="444" y="3680"/>
                      </a:cubicBezTo>
                      <a:lnTo>
                        <a:pt x="14505" y="11818"/>
                      </a:lnTo>
                      <a:cubicBezTo>
                        <a:pt x="14572" y="11852"/>
                        <a:pt x="14636" y="11868"/>
                        <a:pt x="14692" y="11868"/>
                      </a:cubicBezTo>
                      <a:cubicBezTo>
                        <a:pt x="14846" y="11868"/>
                        <a:pt x="14948" y="11751"/>
                        <a:pt x="14948" y="11565"/>
                      </a:cubicBezTo>
                      <a:lnTo>
                        <a:pt x="14948" y="8937"/>
                      </a:lnTo>
                      <a:cubicBezTo>
                        <a:pt x="14948" y="8652"/>
                        <a:pt x="14758" y="8335"/>
                        <a:pt x="14505" y="8177"/>
                      </a:cubicBezTo>
                      <a:lnTo>
                        <a:pt x="444" y="69"/>
                      </a:lnTo>
                      <a:cubicBezTo>
                        <a:pt x="368" y="22"/>
                        <a:pt x="298" y="0"/>
                        <a:pt x="238" y="0"/>
                      </a:cubicBezTo>
                      <a:close/>
                    </a:path>
                  </a:pathLst>
                </a:custGeom>
                <a:solidFill>
                  <a:srgbClr val="DD915E"/>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378" name="Google Shape;4034;p38">
                  <a:extLst>
                    <a:ext uri="{FF2B5EF4-FFF2-40B4-BE49-F238E27FC236}">
                      <a16:creationId xmlns:a16="http://schemas.microsoft.com/office/drawing/2014/main" id="{66E7E196-E9D2-89B9-C0CA-BB3C057BB059}"/>
                    </a:ext>
                  </a:extLst>
                </p:cNvPr>
                <p:cNvSpPr/>
                <p:nvPr/>
              </p:nvSpPr>
              <p:spPr>
                <a:xfrm>
                  <a:off x="1071843" y="3164911"/>
                  <a:ext cx="163493" cy="102461"/>
                </a:xfrm>
                <a:custGeom>
                  <a:avLst/>
                  <a:gdLst/>
                  <a:ahLst/>
                  <a:cxnLst/>
                  <a:rect l="l" t="t" r="r" b="b"/>
                  <a:pathLst>
                    <a:path w="5004" h="3136" extrusionOk="0">
                      <a:moveTo>
                        <a:pt x="0" y="0"/>
                      </a:moveTo>
                      <a:lnTo>
                        <a:pt x="0" y="254"/>
                      </a:lnTo>
                      <a:lnTo>
                        <a:pt x="5004" y="3136"/>
                      </a:lnTo>
                      <a:lnTo>
                        <a:pt x="5004" y="2914"/>
                      </a:lnTo>
                      <a:lnTo>
                        <a:pt x="0" y="0"/>
                      </a:lnTo>
                      <a:close/>
                    </a:path>
                  </a:pathLst>
                </a:custGeom>
                <a:solidFill>
                  <a:srgbClr val="22283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379" name="Google Shape;4035;p38">
                  <a:extLst>
                    <a:ext uri="{FF2B5EF4-FFF2-40B4-BE49-F238E27FC236}">
                      <a16:creationId xmlns:a16="http://schemas.microsoft.com/office/drawing/2014/main" id="{33615EB8-AA8E-C7DF-AB8B-150D3020C2AD}"/>
                    </a:ext>
                  </a:extLst>
                </p:cNvPr>
                <p:cNvSpPr/>
                <p:nvPr/>
              </p:nvSpPr>
              <p:spPr>
                <a:xfrm>
                  <a:off x="1071843" y="3191800"/>
                  <a:ext cx="163493" cy="102461"/>
                </a:xfrm>
                <a:custGeom>
                  <a:avLst/>
                  <a:gdLst/>
                  <a:ahLst/>
                  <a:cxnLst/>
                  <a:rect l="l" t="t" r="r" b="b"/>
                  <a:pathLst>
                    <a:path w="5004" h="3136" extrusionOk="0">
                      <a:moveTo>
                        <a:pt x="0" y="1"/>
                      </a:moveTo>
                      <a:lnTo>
                        <a:pt x="0" y="222"/>
                      </a:lnTo>
                      <a:lnTo>
                        <a:pt x="5004" y="3136"/>
                      </a:lnTo>
                      <a:lnTo>
                        <a:pt x="5004" y="2914"/>
                      </a:lnTo>
                      <a:lnTo>
                        <a:pt x="0" y="1"/>
                      </a:lnTo>
                      <a:close/>
                    </a:path>
                  </a:pathLst>
                </a:custGeom>
                <a:solidFill>
                  <a:srgbClr val="22283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380" name="Google Shape;4036;p38">
                  <a:extLst>
                    <a:ext uri="{FF2B5EF4-FFF2-40B4-BE49-F238E27FC236}">
                      <a16:creationId xmlns:a16="http://schemas.microsoft.com/office/drawing/2014/main" id="{B93C05D0-2ACE-D4D5-7CD2-FF1CCD5260B5}"/>
                    </a:ext>
                  </a:extLst>
                </p:cNvPr>
                <p:cNvSpPr/>
                <p:nvPr/>
              </p:nvSpPr>
              <p:spPr>
                <a:xfrm>
                  <a:off x="1071843" y="3217677"/>
                  <a:ext cx="163493" cy="102461"/>
                </a:xfrm>
                <a:custGeom>
                  <a:avLst/>
                  <a:gdLst/>
                  <a:ahLst/>
                  <a:cxnLst/>
                  <a:rect l="l" t="t" r="r" b="b"/>
                  <a:pathLst>
                    <a:path w="5004" h="3136" extrusionOk="0">
                      <a:moveTo>
                        <a:pt x="0" y="0"/>
                      </a:moveTo>
                      <a:lnTo>
                        <a:pt x="0" y="254"/>
                      </a:lnTo>
                      <a:lnTo>
                        <a:pt x="5004" y="3136"/>
                      </a:lnTo>
                      <a:lnTo>
                        <a:pt x="5004" y="2914"/>
                      </a:lnTo>
                      <a:lnTo>
                        <a:pt x="0" y="0"/>
                      </a:lnTo>
                      <a:close/>
                    </a:path>
                  </a:pathLst>
                </a:custGeom>
                <a:solidFill>
                  <a:srgbClr val="22283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381" name="Google Shape;4037;p38">
                  <a:extLst>
                    <a:ext uri="{FF2B5EF4-FFF2-40B4-BE49-F238E27FC236}">
                      <a16:creationId xmlns:a16="http://schemas.microsoft.com/office/drawing/2014/main" id="{19B63B78-EAE8-8D9D-3A4A-2859177C10E8}"/>
                    </a:ext>
                  </a:extLst>
                </p:cNvPr>
                <p:cNvSpPr/>
                <p:nvPr/>
              </p:nvSpPr>
              <p:spPr>
                <a:xfrm>
                  <a:off x="1379128" y="3366663"/>
                  <a:ext cx="23851" cy="28523"/>
                </a:xfrm>
                <a:custGeom>
                  <a:avLst/>
                  <a:gdLst/>
                  <a:ahLst/>
                  <a:cxnLst/>
                  <a:rect l="l" t="t" r="r" b="b"/>
                  <a:pathLst>
                    <a:path w="730" h="873" extrusionOk="0">
                      <a:moveTo>
                        <a:pt x="225" y="1"/>
                      </a:moveTo>
                      <a:cubicBezTo>
                        <a:pt x="189" y="1"/>
                        <a:pt x="156" y="11"/>
                        <a:pt x="128" y="32"/>
                      </a:cubicBezTo>
                      <a:cubicBezTo>
                        <a:pt x="1" y="96"/>
                        <a:pt x="1" y="349"/>
                        <a:pt x="128" y="571"/>
                      </a:cubicBezTo>
                      <a:cubicBezTo>
                        <a:pt x="232" y="754"/>
                        <a:pt x="402" y="872"/>
                        <a:pt x="529" y="872"/>
                      </a:cubicBezTo>
                      <a:cubicBezTo>
                        <a:pt x="556" y="872"/>
                        <a:pt x="581" y="867"/>
                        <a:pt x="603" y="856"/>
                      </a:cubicBezTo>
                      <a:cubicBezTo>
                        <a:pt x="729" y="761"/>
                        <a:pt x="729" y="539"/>
                        <a:pt x="603" y="317"/>
                      </a:cubicBezTo>
                      <a:cubicBezTo>
                        <a:pt x="504" y="121"/>
                        <a:pt x="349" y="1"/>
                        <a:pt x="225" y="1"/>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382" name="Google Shape;4038;p38">
                  <a:extLst>
                    <a:ext uri="{FF2B5EF4-FFF2-40B4-BE49-F238E27FC236}">
                      <a16:creationId xmlns:a16="http://schemas.microsoft.com/office/drawing/2014/main" id="{32B3FC63-D95B-DC8A-6B37-F7C277EC5E7C}"/>
                    </a:ext>
                  </a:extLst>
                </p:cNvPr>
                <p:cNvSpPr/>
                <p:nvPr/>
              </p:nvSpPr>
              <p:spPr>
                <a:xfrm>
                  <a:off x="1427777" y="3394435"/>
                  <a:ext cx="21760" cy="28490"/>
                </a:xfrm>
                <a:custGeom>
                  <a:avLst/>
                  <a:gdLst/>
                  <a:ahLst/>
                  <a:cxnLst/>
                  <a:rect l="l" t="t" r="r" b="b"/>
                  <a:pathLst>
                    <a:path w="666" h="872" extrusionOk="0">
                      <a:moveTo>
                        <a:pt x="205" y="0"/>
                      </a:moveTo>
                      <a:cubicBezTo>
                        <a:pt x="85" y="0"/>
                        <a:pt x="0" y="88"/>
                        <a:pt x="0" y="228"/>
                      </a:cubicBezTo>
                      <a:cubicBezTo>
                        <a:pt x="0" y="449"/>
                        <a:pt x="159" y="734"/>
                        <a:pt x="349" y="829"/>
                      </a:cubicBezTo>
                      <a:cubicBezTo>
                        <a:pt x="406" y="858"/>
                        <a:pt x="457" y="872"/>
                        <a:pt x="501" y="872"/>
                      </a:cubicBezTo>
                      <a:cubicBezTo>
                        <a:pt x="603" y="872"/>
                        <a:pt x="665" y="794"/>
                        <a:pt x="665" y="639"/>
                      </a:cubicBezTo>
                      <a:cubicBezTo>
                        <a:pt x="665" y="418"/>
                        <a:pt x="539" y="164"/>
                        <a:pt x="349" y="38"/>
                      </a:cubicBezTo>
                      <a:cubicBezTo>
                        <a:pt x="298" y="12"/>
                        <a:pt x="249" y="0"/>
                        <a:pt x="205" y="0"/>
                      </a:cubicBezTo>
                      <a:close/>
                    </a:path>
                  </a:pathLst>
                </a:custGeom>
                <a:solidFill>
                  <a:srgbClr val="30475E"/>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383" name="Google Shape;4039;p38">
                  <a:extLst>
                    <a:ext uri="{FF2B5EF4-FFF2-40B4-BE49-F238E27FC236}">
                      <a16:creationId xmlns:a16="http://schemas.microsoft.com/office/drawing/2014/main" id="{EE04DE88-A310-4FDD-147E-68936F08241A}"/>
                    </a:ext>
                  </a:extLst>
                </p:cNvPr>
                <p:cNvSpPr/>
                <p:nvPr/>
              </p:nvSpPr>
              <p:spPr>
                <a:xfrm>
                  <a:off x="1476394" y="3422370"/>
                  <a:ext cx="21760" cy="28327"/>
                </a:xfrm>
                <a:custGeom>
                  <a:avLst/>
                  <a:gdLst/>
                  <a:ahLst/>
                  <a:cxnLst/>
                  <a:rect l="l" t="t" r="r" b="b"/>
                  <a:pathLst>
                    <a:path w="666" h="867" extrusionOk="0">
                      <a:moveTo>
                        <a:pt x="180" y="0"/>
                      </a:moveTo>
                      <a:cubicBezTo>
                        <a:pt x="69" y="0"/>
                        <a:pt x="1" y="89"/>
                        <a:pt x="1" y="228"/>
                      </a:cubicBezTo>
                      <a:cubicBezTo>
                        <a:pt x="1" y="449"/>
                        <a:pt x="127" y="703"/>
                        <a:pt x="317" y="829"/>
                      </a:cubicBezTo>
                      <a:cubicBezTo>
                        <a:pt x="368" y="855"/>
                        <a:pt x="417" y="867"/>
                        <a:pt x="461" y="867"/>
                      </a:cubicBezTo>
                      <a:cubicBezTo>
                        <a:pt x="581" y="867"/>
                        <a:pt x="666" y="778"/>
                        <a:pt x="666" y="639"/>
                      </a:cubicBezTo>
                      <a:cubicBezTo>
                        <a:pt x="666" y="418"/>
                        <a:pt x="508" y="164"/>
                        <a:pt x="317" y="38"/>
                      </a:cubicBezTo>
                      <a:cubicBezTo>
                        <a:pt x="267" y="12"/>
                        <a:pt x="220" y="0"/>
                        <a:pt x="180" y="0"/>
                      </a:cubicBezTo>
                      <a:close/>
                    </a:path>
                  </a:pathLst>
                </a:custGeom>
                <a:solidFill>
                  <a:srgbClr val="22283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576" name="Google Shape;4040;p38">
                  <a:extLst>
                    <a:ext uri="{FF2B5EF4-FFF2-40B4-BE49-F238E27FC236}">
                      <a16:creationId xmlns:a16="http://schemas.microsoft.com/office/drawing/2014/main" id="{D64AEC5F-5EF5-0FDB-0E33-83059B90182A}"/>
                    </a:ext>
                  </a:extLst>
                </p:cNvPr>
                <p:cNvSpPr/>
                <p:nvPr/>
              </p:nvSpPr>
              <p:spPr>
                <a:xfrm>
                  <a:off x="1602641" y="1602969"/>
                  <a:ext cx="473915" cy="2077252"/>
                </a:xfrm>
                <a:custGeom>
                  <a:avLst/>
                  <a:gdLst/>
                  <a:ahLst/>
                  <a:cxnLst/>
                  <a:rect l="l" t="t" r="r" b="b"/>
                  <a:pathLst>
                    <a:path w="14505" h="63578" extrusionOk="0">
                      <a:moveTo>
                        <a:pt x="14203" y="0"/>
                      </a:moveTo>
                      <a:cubicBezTo>
                        <a:pt x="14130" y="0"/>
                        <a:pt x="14050" y="26"/>
                        <a:pt x="13966" y="81"/>
                      </a:cubicBezTo>
                      <a:lnTo>
                        <a:pt x="570" y="7809"/>
                      </a:lnTo>
                      <a:cubicBezTo>
                        <a:pt x="254" y="7967"/>
                        <a:pt x="0" y="8410"/>
                        <a:pt x="0" y="8759"/>
                      </a:cubicBezTo>
                      <a:lnTo>
                        <a:pt x="0" y="63577"/>
                      </a:lnTo>
                      <a:lnTo>
                        <a:pt x="14505" y="55217"/>
                      </a:lnTo>
                      <a:lnTo>
                        <a:pt x="14505" y="398"/>
                      </a:lnTo>
                      <a:cubicBezTo>
                        <a:pt x="14505" y="151"/>
                        <a:pt x="14378" y="0"/>
                        <a:pt x="14203" y="0"/>
                      </a:cubicBezTo>
                      <a:close/>
                    </a:path>
                  </a:pathLst>
                </a:custGeom>
                <a:solidFill>
                  <a:srgbClr val="22283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577" name="Google Shape;4041;p38">
                  <a:extLst>
                    <a:ext uri="{FF2B5EF4-FFF2-40B4-BE49-F238E27FC236}">
                      <a16:creationId xmlns:a16="http://schemas.microsoft.com/office/drawing/2014/main" id="{1D16B955-CA53-7B33-BA57-C071D19BEF05}"/>
                    </a:ext>
                  </a:extLst>
                </p:cNvPr>
                <p:cNvSpPr/>
                <p:nvPr/>
              </p:nvSpPr>
              <p:spPr>
                <a:xfrm>
                  <a:off x="1618160" y="1629859"/>
                  <a:ext cx="442876" cy="361293"/>
                </a:xfrm>
                <a:custGeom>
                  <a:avLst/>
                  <a:gdLst/>
                  <a:ahLst/>
                  <a:cxnLst/>
                  <a:rect l="l" t="t" r="r" b="b"/>
                  <a:pathLst>
                    <a:path w="13555" h="11058" extrusionOk="0">
                      <a:moveTo>
                        <a:pt x="13299" y="0"/>
                      </a:moveTo>
                      <a:cubicBezTo>
                        <a:pt x="13243" y="0"/>
                        <a:pt x="13179" y="16"/>
                        <a:pt x="13111" y="50"/>
                      </a:cubicBezTo>
                      <a:lnTo>
                        <a:pt x="444" y="7366"/>
                      </a:lnTo>
                      <a:cubicBezTo>
                        <a:pt x="190" y="7524"/>
                        <a:pt x="0" y="7841"/>
                        <a:pt x="0" y="8126"/>
                      </a:cubicBezTo>
                      <a:lnTo>
                        <a:pt x="0" y="10754"/>
                      </a:lnTo>
                      <a:cubicBezTo>
                        <a:pt x="0" y="10940"/>
                        <a:pt x="102" y="11057"/>
                        <a:pt x="256" y="11057"/>
                      </a:cubicBezTo>
                      <a:cubicBezTo>
                        <a:pt x="313" y="11057"/>
                        <a:pt x="376" y="11041"/>
                        <a:pt x="444" y="11008"/>
                      </a:cubicBezTo>
                      <a:lnTo>
                        <a:pt x="13111" y="3692"/>
                      </a:lnTo>
                      <a:cubicBezTo>
                        <a:pt x="13365" y="3534"/>
                        <a:pt x="13555" y="3217"/>
                        <a:pt x="13555" y="2932"/>
                      </a:cubicBezTo>
                      <a:lnTo>
                        <a:pt x="13555" y="303"/>
                      </a:lnTo>
                      <a:cubicBezTo>
                        <a:pt x="13555" y="118"/>
                        <a:pt x="13453" y="0"/>
                        <a:pt x="13299" y="0"/>
                      </a:cubicBezTo>
                      <a:close/>
                    </a:path>
                  </a:pathLst>
                </a:custGeom>
                <a:solidFill>
                  <a:srgbClr val="DD915E"/>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578" name="Google Shape;4042;p38">
                  <a:extLst>
                    <a:ext uri="{FF2B5EF4-FFF2-40B4-BE49-F238E27FC236}">
                      <a16:creationId xmlns:a16="http://schemas.microsoft.com/office/drawing/2014/main" id="{46272FD0-2F85-5ECE-0002-5EC39253E3B0}"/>
                    </a:ext>
                  </a:extLst>
                </p:cNvPr>
                <p:cNvSpPr/>
                <p:nvPr/>
              </p:nvSpPr>
              <p:spPr>
                <a:xfrm>
                  <a:off x="1618160" y="1768325"/>
                  <a:ext cx="442876" cy="361064"/>
                </a:xfrm>
                <a:custGeom>
                  <a:avLst/>
                  <a:gdLst/>
                  <a:ahLst/>
                  <a:cxnLst/>
                  <a:rect l="l" t="t" r="r" b="b"/>
                  <a:pathLst>
                    <a:path w="13555" h="11051" extrusionOk="0">
                      <a:moveTo>
                        <a:pt x="13314" y="1"/>
                      </a:moveTo>
                      <a:cubicBezTo>
                        <a:pt x="13254" y="1"/>
                        <a:pt x="13185" y="19"/>
                        <a:pt x="13111" y="56"/>
                      </a:cubicBezTo>
                      <a:lnTo>
                        <a:pt x="444" y="7371"/>
                      </a:lnTo>
                      <a:cubicBezTo>
                        <a:pt x="190" y="7498"/>
                        <a:pt x="0" y="7846"/>
                        <a:pt x="0" y="8131"/>
                      </a:cubicBezTo>
                      <a:lnTo>
                        <a:pt x="0" y="10728"/>
                      </a:lnTo>
                      <a:cubicBezTo>
                        <a:pt x="0" y="10928"/>
                        <a:pt x="94" y="11050"/>
                        <a:pt x="238" y="11050"/>
                      </a:cubicBezTo>
                      <a:cubicBezTo>
                        <a:pt x="299" y="11050"/>
                        <a:pt x="368" y="11029"/>
                        <a:pt x="444" y="10981"/>
                      </a:cubicBezTo>
                      <a:lnTo>
                        <a:pt x="13111" y="3666"/>
                      </a:lnTo>
                      <a:cubicBezTo>
                        <a:pt x="13365" y="3539"/>
                        <a:pt x="13555" y="3191"/>
                        <a:pt x="13555" y="2938"/>
                      </a:cubicBezTo>
                      <a:lnTo>
                        <a:pt x="13555" y="309"/>
                      </a:lnTo>
                      <a:cubicBezTo>
                        <a:pt x="13555" y="107"/>
                        <a:pt x="13460" y="1"/>
                        <a:pt x="13314" y="1"/>
                      </a:cubicBezTo>
                      <a:close/>
                    </a:path>
                  </a:pathLst>
                </a:custGeom>
                <a:solidFill>
                  <a:srgbClr val="DD915E"/>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579" name="Google Shape;4043;p38">
                  <a:extLst>
                    <a:ext uri="{FF2B5EF4-FFF2-40B4-BE49-F238E27FC236}">
                      <a16:creationId xmlns:a16="http://schemas.microsoft.com/office/drawing/2014/main" id="{C5414C4C-C9E3-46E9-299C-59D0F493DA3A}"/>
                    </a:ext>
                  </a:extLst>
                </p:cNvPr>
                <p:cNvSpPr/>
                <p:nvPr/>
              </p:nvSpPr>
              <p:spPr>
                <a:xfrm>
                  <a:off x="1618160" y="1906987"/>
                  <a:ext cx="442876" cy="360606"/>
                </a:xfrm>
                <a:custGeom>
                  <a:avLst/>
                  <a:gdLst/>
                  <a:ahLst/>
                  <a:cxnLst/>
                  <a:rect l="l" t="t" r="r" b="b"/>
                  <a:pathLst>
                    <a:path w="13555" h="11037" extrusionOk="0">
                      <a:moveTo>
                        <a:pt x="13314" y="0"/>
                      </a:moveTo>
                      <a:cubicBezTo>
                        <a:pt x="13254" y="0"/>
                        <a:pt x="13185" y="18"/>
                        <a:pt x="13111" y="55"/>
                      </a:cubicBezTo>
                      <a:lnTo>
                        <a:pt x="444" y="7371"/>
                      </a:lnTo>
                      <a:cubicBezTo>
                        <a:pt x="190" y="7498"/>
                        <a:pt x="0" y="7846"/>
                        <a:pt x="0" y="8099"/>
                      </a:cubicBezTo>
                      <a:lnTo>
                        <a:pt x="0" y="10728"/>
                      </a:lnTo>
                      <a:cubicBezTo>
                        <a:pt x="0" y="10930"/>
                        <a:pt x="96" y="11036"/>
                        <a:pt x="241" y="11036"/>
                      </a:cubicBezTo>
                      <a:cubicBezTo>
                        <a:pt x="301" y="11036"/>
                        <a:pt x="370" y="11018"/>
                        <a:pt x="444" y="10981"/>
                      </a:cubicBezTo>
                      <a:lnTo>
                        <a:pt x="13111" y="3666"/>
                      </a:lnTo>
                      <a:cubicBezTo>
                        <a:pt x="13365" y="3539"/>
                        <a:pt x="13555" y="3191"/>
                        <a:pt x="13555" y="2937"/>
                      </a:cubicBezTo>
                      <a:lnTo>
                        <a:pt x="13555" y="309"/>
                      </a:lnTo>
                      <a:cubicBezTo>
                        <a:pt x="13555" y="107"/>
                        <a:pt x="13460" y="0"/>
                        <a:pt x="13314" y="0"/>
                      </a:cubicBezTo>
                      <a:close/>
                    </a:path>
                  </a:pathLst>
                </a:custGeom>
                <a:solidFill>
                  <a:srgbClr val="DD915E"/>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580" name="Google Shape;4044;p38">
                  <a:extLst>
                    <a:ext uri="{FF2B5EF4-FFF2-40B4-BE49-F238E27FC236}">
                      <a16:creationId xmlns:a16="http://schemas.microsoft.com/office/drawing/2014/main" id="{8BBC2E0C-1975-D9F9-3F63-72EC7AE420BB}"/>
                    </a:ext>
                  </a:extLst>
                </p:cNvPr>
                <p:cNvSpPr/>
                <p:nvPr/>
              </p:nvSpPr>
              <p:spPr>
                <a:xfrm>
                  <a:off x="1618160" y="2045159"/>
                  <a:ext cx="442876" cy="361064"/>
                </a:xfrm>
                <a:custGeom>
                  <a:avLst/>
                  <a:gdLst/>
                  <a:ahLst/>
                  <a:cxnLst/>
                  <a:rect l="l" t="t" r="r" b="b"/>
                  <a:pathLst>
                    <a:path w="13555" h="11051" extrusionOk="0">
                      <a:moveTo>
                        <a:pt x="13317" y="1"/>
                      </a:moveTo>
                      <a:cubicBezTo>
                        <a:pt x="13257" y="1"/>
                        <a:pt x="13187" y="23"/>
                        <a:pt x="13111" y="70"/>
                      </a:cubicBezTo>
                      <a:lnTo>
                        <a:pt x="444" y="7354"/>
                      </a:lnTo>
                      <a:cubicBezTo>
                        <a:pt x="190" y="7512"/>
                        <a:pt x="0" y="7829"/>
                        <a:pt x="0" y="8114"/>
                      </a:cubicBezTo>
                      <a:lnTo>
                        <a:pt x="0" y="10742"/>
                      </a:lnTo>
                      <a:cubicBezTo>
                        <a:pt x="0" y="10944"/>
                        <a:pt x="96" y="11051"/>
                        <a:pt x="241" y="11051"/>
                      </a:cubicBezTo>
                      <a:cubicBezTo>
                        <a:pt x="301" y="11051"/>
                        <a:pt x="370" y="11033"/>
                        <a:pt x="444" y="10996"/>
                      </a:cubicBezTo>
                      <a:lnTo>
                        <a:pt x="13111" y="3680"/>
                      </a:lnTo>
                      <a:cubicBezTo>
                        <a:pt x="13365" y="3554"/>
                        <a:pt x="13555" y="3205"/>
                        <a:pt x="13555" y="2920"/>
                      </a:cubicBezTo>
                      <a:lnTo>
                        <a:pt x="13555" y="323"/>
                      </a:lnTo>
                      <a:cubicBezTo>
                        <a:pt x="13555" y="123"/>
                        <a:pt x="13461" y="1"/>
                        <a:pt x="13317" y="1"/>
                      </a:cubicBezTo>
                      <a:close/>
                    </a:path>
                  </a:pathLst>
                </a:custGeom>
                <a:solidFill>
                  <a:srgbClr val="DD915E"/>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581" name="Google Shape;4045;p38">
                  <a:extLst>
                    <a:ext uri="{FF2B5EF4-FFF2-40B4-BE49-F238E27FC236}">
                      <a16:creationId xmlns:a16="http://schemas.microsoft.com/office/drawing/2014/main" id="{10E16695-EDE2-BE20-1DD8-FC654030B1E1}"/>
                    </a:ext>
                  </a:extLst>
                </p:cNvPr>
                <p:cNvSpPr/>
                <p:nvPr/>
              </p:nvSpPr>
              <p:spPr>
                <a:xfrm>
                  <a:off x="1618160" y="2183429"/>
                  <a:ext cx="442876" cy="361293"/>
                </a:xfrm>
                <a:custGeom>
                  <a:avLst/>
                  <a:gdLst/>
                  <a:ahLst/>
                  <a:cxnLst/>
                  <a:rect l="l" t="t" r="r" b="b"/>
                  <a:pathLst>
                    <a:path w="13555" h="11058" extrusionOk="0">
                      <a:moveTo>
                        <a:pt x="13299" y="0"/>
                      </a:moveTo>
                      <a:cubicBezTo>
                        <a:pt x="13243" y="0"/>
                        <a:pt x="13179" y="16"/>
                        <a:pt x="13111" y="50"/>
                      </a:cubicBezTo>
                      <a:lnTo>
                        <a:pt x="444" y="7365"/>
                      </a:lnTo>
                      <a:cubicBezTo>
                        <a:pt x="190" y="7524"/>
                        <a:pt x="0" y="7840"/>
                        <a:pt x="0" y="8126"/>
                      </a:cubicBezTo>
                      <a:lnTo>
                        <a:pt x="0" y="10754"/>
                      </a:lnTo>
                      <a:cubicBezTo>
                        <a:pt x="0" y="10939"/>
                        <a:pt x="102" y="11057"/>
                        <a:pt x="256" y="11057"/>
                      </a:cubicBezTo>
                      <a:cubicBezTo>
                        <a:pt x="313" y="11057"/>
                        <a:pt x="376" y="11041"/>
                        <a:pt x="444" y="11007"/>
                      </a:cubicBezTo>
                      <a:lnTo>
                        <a:pt x="13111" y="3692"/>
                      </a:lnTo>
                      <a:cubicBezTo>
                        <a:pt x="13365" y="3534"/>
                        <a:pt x="13555" y="3217"/>
                        <a:pt x="13555" y="2932"/>
                      </a:cubicBezTo>
                      <a:lnTo>
                        <a:pt x="13555" y="303"/>
                      </a:lnTo>
                      <a:cubicBezTo>
                        <a:pt x="13555" y="118"/>
                        <a:pt x="13453" y="0"/>
                        <a:pt x="13299" y="0"/>
                      </a:cubicBezTo>
                      <a:close/>
                    </a:path>
                  </a:pathLst>
                </a:custGeom>
                <a:solidFill>
                  <a:srgbClr val="DD915E"/>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582" name="Google Shape;4046;p38">
                  <a:extLst>
                    <a:ext uri="{FF2B5EF4-FFF2-40B4-BE49-F238E27FC236}">
                      <a16:creationId xmlns:a16="http://schemas.microsoft.com/office/drawing/2014/main" id="{1EA8B637-9B0B-F72C-7EDD-1286DD6794B9}"/>
                    </a:ext>
                  </a:extLst>
                </p:cNvPr>
                <p:cNvSpPr/>
                <p:nvPr/>
              </p:nvSpPr>
              <p:spPr>
                <a:xfrm>
                  <a:off x="1618160" y="2321895"/>
                  <a:ext cx="442876" cy="361064"/>
                </a:xfrm>
                <a:custGeom>
                  <a:avLst/>
                  <a:gdLst/>
                  <a:ahLst/>
                  <a:cxnLst/>
                  <a:rect l="l" t="t" r="r" b="b"/>
                  <a:pathLst>
                    <a:path w="13555" h="11051" extrusionOk="0">
                      <a:moveTo>
                        <a:pt x="13314" y="1"/>
                      </a:moveTo>
                      <a:cubicBezTo>
                        <a:pt x="13254" y="1"/>
                        <a:pt x="13185" y="19"/>
                        <a:pt x="13111" y="56"/>
                      </a:cubicBezTo>
                      <a:lnTo>
                        <a:pt x="444" y="7371"/>
                      </a:lnTo>
                      <a:cubicBezTo>
                        <a:pt x="190" y="7498"/>
                        <a:pt x="0" y="7846"/>
                        <a:pt x="0" y="8131"/>
                      </a:cubicBezTo>
                      <a:lnTo>
                        <a:pt x="0" y="10728"/>
                      </a:lnTo>
                      <a:cubicBezTo>
                        <a:pt x="0" y="10928"/>
                        <a:pt x="94" y="11050"/>
                        <a:pt x="238" y="11050"/>
                      </a:cubicBezTo>
                      <a:cubicBezTo>
                        <a:pt x="299" y="11050"/>
                        <a:pt x="368" y="11028"/>
                        <a:pt x="444" y="10981"/>
                      </a:cubicBezTo>
                      <a:lnTo>
                        <a:pt x="13111" y="3697"/>
                      </a:lnTo>
                      <a:cubicBezTo>
                        <a:pt x="13365" y="3539"/>
                        <a:pt x="13555" y="3222"/>
                        <a:pt x="13555" y="2937"/>
                      </a:cubicBezTo>
                      <a:lnTo>
                        <a:pt x="13555" y="309"/>
                      </a:lnTo>
                      <a:cubicBezTo>
                        <a:pt x="13555" y="107"/>
                        <a:pt x="13460" y="1"/>
                        <a:pt x="13314" y="1"/>
                      </a:cubicBezTo>
                      <a:close/>
                    </a:path>
                  </a:pathLst>
                </a:custGeom>
                <a:solidFill>
                  <a:srgbClr val="DD915E"/>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583" name="Google Shape;4047;p38">
                  <a:extLst>
                    <a:ext uri="{FF2B5EF4-FFF2-40B4-BE49-F238E27FC236}">
                      <a16:creationId xmlns:a16="http://schemas.microsoft.com/office/drawing/2014/main" id="{AF231201-AF9A-32BE-AD93-FC5813B961FE}"/>
                    </a:ext>
                  </a:extLst>
                </p:cNvPr>
                <p:cNvSpPr/>
                <p:nvPr/>
              </p:nvSpPr>
              <p:spPr>
                <a:xfrm>
                  <a:off x="1618160" y="2460557"/>
                  <a:ext cx="442876" cy="360606"/>
                </a:xfrm>
                <a:custGeom>
                  <a:avLst/>
                  <a:gdLst/>
                  <a:ahLst/>
                  <a:cxnLst/>
                  <a:rect l="l" t="t" r="r" b="b"/>
                  <a:pathLst>
                    <a:path w="13555" h="11037" extrusionOk="0">
                      <a:moveTo>
                        <a:pt x="13314" y="0"/>
                      </a:moveTo>
                      <a:cubicBezTo>
                        <a:pt x="13254" y="0"/>
                        <a:pt x="13185" y="18"/>
                        <a:pt x="13111" y="55"/>
                      </a:cubicBezTo>
                      <a:lnTo>
                        <a:pt x="444" y="7371"/>
                      </a:lnTo>
                      <a:cubicBezTo>
                        <a:pt x="190" y="7497"/>
                        <a:pt x="0" y="7846"/>
                        <a:pt x="0" y="8099"/>
                      </a:cubicBezTo>
                      <a:lnTo>
                        <a:pt x="0" y="10728"/>
                      </a:lnTo>
                      <a:cubicBezTo>
                        <a:pt x="0" y="10929"/>
                        <a:pt x="96" y="11036"/>
                        <a:pt x="241" y="11036"/>
                      </a:cubicBezTo>
                      <a:cubicBezTo>
                        <a:pt x="301" y="11036"/>
                        <a:pt x="370" y="11018"/>
                        <a:pt x="444" y="10981"/>
                      </a:cubicBezTo>
                      <a:lnTo>
                        <a:pt x="13111" y="3665"/>
                      </a:lnTo>
                      <a:cubicBezTo>
                        <a:pt x="13365" y="3539"/>
                        <a:pt x="13555" y="3190"/>
                        <a:pt x="13555" y="2937"/>
                      </a:cubicBezTo>
                      <a:lnTo>
                        <a:pt x="13555" y="309"/>
                      </a:lnTo>
                      <a:cubicBezTo>
                        <a:pt x="13555" y="107"/>
                        <a:pt x="13460" y="0"/>
                        <a:pt x="13314" y="0"/>
                      </a:cubicBezTo>
                      <a:close/>
                    </a:path>
                  </a:pathLst>
                </a:custGeom>
                <a:solidFill>
                  <a:srgbClr val="DD915E"/>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584" name="Google Shape;4048;p38">
                  <a:extLst>
                    <a:ext uri="{FF2B5EF4-FFF2-40B4-BE49-F238E27FC236}">
                      <a16:creationId xmlns:a16="http://schemas.microsoft.com/office/drawing/2014/main" id="{7BAC1434-93BF-B653-3DD0-FFDBC0AD82DB}"/>
                    </a:ext>
                  </a:extLst>
                </p:cNvPr>
                <p:cNvSpPr/>
                <p:nvPr/>
              </p:nvSpPr>
              <p:spPr>
                <a:xfrm>
                  <a:off x="1618160" y="2598729"/>
                  <a:ext cx="442876" cy="361064"/>
                </a:xfrm>
                <a:custGeom>
                  <a:avLst/>
                  <a:gdLst/>
                  <a:ahLst/>
                  <a:cxnLst/>
                  <a:rect l="l" t="t" r="r" b="b"/>
                  <a:pathLst>
                    <a:path w="13555" h="11051" extrusionOk="0">
                      <a:moveTo>
                        <a:pt x="13317" y="1"/>
                      </a:moveTo>
                      <a:cubicBezTo>
                        <a:pt x="13257" y="1"/>
                        <a:pt x="13187" y="23"/>
                        <a:pt x="13111" y="70"/>
                      </a:cubicBezTo>
                      <a:lnTo>
                        <a:pt x="444" y="7354"/>
                      </a:lnTo>
                      <a:cubicBezTo>
                        <a:pt x="190" y="7512"/>
                        <a:pt x="0" y="7829"/>
                        <a:pt x="0" y="8114"/>
                      </a:cubicBezTo>
                      <a:lnTo>
                        <a:pt x="0" y="10742"/>
                      </a:lnTo>
                      <a:cubicBezTo>
                        <a:pt x="0" y="10944"/>
                        <a:pt x="96" y="11051"/>
                        <a:pt x="241" y="11051"/>
                      </a:cubicBezTo>
                      <a:cubicBezTo>
                        <a:pt x="301" y="11051"/>
                        <a:pt x="370" y="11033"/>
                        <a:pt x="444" y="10996"/>
                      </a:cubicBezTo>
                      <a:lnTo>
                        <a:pt x="13111" y="3680"/>
                      </a:lnTo>
                      <a:cubicBezTo>
                        <a:pt x="13365" y="3553"/>
                        <a:pt x="13555" y="3205"/>
                        <a:pt x="13555" y="2920"/>
                      </a:cubicBezTo>
                      <a:lnTo>
                        <a:pt x="13555" y="323"/>
                      </a:lnTo>
                      <a:cubicBezTo>
                        <a:pt x="13555" y="123"/>
                        <a:pt x="13461" y="1"/>
                        <a:pt x="13317" y="1"/>
                      </a:cubicBezTo>
                      <a:close/>
                    </a:path>
                  </a:pathLst>
                </a:custGeom>
                <a:solidFill>
                  <a:srgbClr val="DD915E"/>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585" name="Google Shape;4049;p38">
                  <a:extLst>
                    <a:ext uri="{FF2B5EF4-FFF2-40B4-BE49-F238E27FC236}">
                      <a16:creationId xmlns:a16="http://schemas.microsoft.com/office/drawing/2014/main" id="{78678C72-50FD-6BBC-4E13-BDBE7CD8BF71}"/>
                    </a:ext>
                  </a:extLst>
                </p:cNvPr>
                <p:cNvSpPr/>
                <p:nvPr/>
              </p:nvSpPr>
              <p:spPr>
                <a:xfrm>
                  <a:off x="1618160" y="2736999"/>
                  <a:ext cx="442876" cy="361260"/>
                </a:xfrm>
                <a:custGeom>
                  <a:avLst/>
                  <a:gdLst/>
                  <a:ahLst/>
                  <a:cxnLst/>
                  <a:rect l="l" t="t" r="r" b="b"/>
                  <a:pathLst>
                    <a:path w="13555" h="11057" extrusionOk="0">
                      <a:moveTo>
                        <a:pt x="13299" y="0"/>
                      </a:moveTo>
                      <a:cubicBezTo>
                        <a:pt x="13243" y="0"/>
                        <a:pt x="13179" y="16"/>
                        <a:pt x="13111" y="50"/>
                      </a:cubicBezTo>
                      <a:lnTo>
                        <a:pt x="444" y="7365"/>
                      </a:lnTo>
                      <a:cubicBezTo>
                        <a:pt x="190" y="7524"/>
                        <a:pt x="0" y="7840"/>
                        <a:pt x="0" y="8125"/>
                      </a:cubicBezTo>
                      <a:lnTo>
                        <a:pt x="0" y="10754"/>
                      </a:lnTo>
                      <a:cubicBezTo>
                        <a:pt x="0" y="10939"/>
                        <a:pt x="102" y="11057"/>
                        <a:pt x="256" y="11057"/>
                      </a:cubicBezTo>
                      <a:cubicBezTo>
                        <a:pt x="313" y="11057"/>
                        <a:pt x="376" y="11041"/>
                        <a:pt x="444" y="11007"/>
                      </a:cubicBezTo>
                      <a:lnTo>
                        <a:pt x="13111" y="3692"/>
                      </a:lnTo>
                      <a:cubicBezTo>
                        <a:pt x="13365" y="3533"/>
                        <a:pt x="13555" y="3217"/>
                        <a:pt x="13555" y="2932"/>
                      </a:cubicBezTo>
                      <a:lnTo>
                        <a:pt x="13555" y="303"/>
                      </a:lnTo>
                      <a:cubicBezTo>
                        <a:pt x="13555" y="118"/>
                        <a:pt x="13453" y="0"/>
                        <a:pt x="13299" y="0"/>
                      </a:cubicBezTo>
                      <a:close/>
                    </a:path>
                  </a:pathLst>
                </a:custGeom>
                <a:solidFill>
                  <a:srgbClr val="DD915E"/>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586" name="Google Shape;4050;p38">
                  <a:extLst>
                    <a:ext uri="{FF2B5EF4-FFF2-40B4-BE49-F238E27FC236}">
                      <a16:creationId xmlns:a16="http://schemas.microsoft.com/office/drawing/2014/main" id="{0348D6D6-5973-C7B1-A56C-20DDC114B738}"/>
                    </a:ext>
                  </a:extLst>
                </p:cNvPr>
                <p:cNvSpPr/>
                <p:nvPr/>
              </p:nvSpPr>
              <p:spPr>
                <a:xfrm>
                  <a:off x="1618160" y="2875465"/>
                  <a:ext cx="442876" cy="361064"/>
                </a:xfrm>
                <a:custGeom>
                  <a:avLst/>
                  <a:gdLst/>
                  <a:ahLst/>
                  <a:cxnLst/>
                  <a:rect l="l" t="t" r="r" b="b"/>
                  <a:pathLst>
                    <a:path w="13555" h="11051" extrusionOk="0">
                      <a:moveTo>
                        <a:pt x="13314" y="0"/>
                      </a:moveTo>
                      <a:cubicBezTo>
                        <a:pt x="13254" y="0"/>
                        <a:pt x="13185" y="18"/>
                        <a:pt x="13111" y="55"/>
                      </a:cubicBezTo>
                      <a:lnTo>
                        <a:pt x="444" y="7371"/>
                      </a:lnTo>
                      <a:cubicBezTo>
                        <a:pt x="190" y="7498"/>
                        <a:pt x="0" y="7846"/>
                        <a:pt x="0" y="8131"/>
                      </a:cubicBezTo>
                      <a:lnTo>
                        <a:pt x="0" y="10728"/>
                      </a:lnTo>
                      <a:cubicBezTo>
                        <a:pt x="0" y="10928"/>
                        <a:pt x="94" y="11050"/>
                        <a:pt x="238" y="11050"/>
                      </a:cubicBezTo>
                      <a:cubicBezTo>
                        <a:pt x="299" y="11050"/>
                        <a:pt x="368" y="11028"/>
                        <a:pt x="444" y="10981"/>
                      </a:cubicBezTo>
                      <a:lnTo>
                        <a:pt x="13111" y="3697"/>
                      </a:lnTo>
                      <a:cubicBezTo>
                        <a:pt x="13365" y="3539"/>
                        <a:pt x="13555" y="3222"/>
                        <a:pt x="13555" y="2937"/>
                      </a:cubicBezTo>
                      <a:lnTo>
                        <a:pt x="13555" y="309"/>
                      </a:lnTo>
                      <a:cubicBezTo>
                        <a:pt x="13555" y="107"/>
                        <a:pt x="13460" y="0"/>
                        <a:pt x="13314" y="0"/>
                      </a:cubicBezTo>
                      <a:close/>
                    </a:path>
                  </a:pathLst>
                </a:custGeom>
                <a:solidFill>
                  <a:srgbClr val="DD915E"/>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587" name="Google Shape;4051;p38">
                  <a:extLst>
                    <a:ext uri="{FF2B5EF4-FFF2-40B4-BE49-F238E27FC236}">
                      <a16:creationId xmlns:a16="http://schemas.microsoft.com/office/drawing/2014/main" id="{89EF53B3-3789-C1AA-EDC1-096A5C19F6DF}"/>
                    </a:ext>
                  </a:extLst>
                </p:cNvPr>
                <p:cNvSpPr/>
                <p:nvPr/>
              </p:nvSpPr>
              <p:spPr>
                <a:xfrm>
                  <a:off x="1618160" y="3014127"/>
                  <a:ext cx="442876" cy="360574"/>
                </a:xfrm>
                <a:custGeom>
                  <a:avLst/>
                  <a:gdLst/>
                  <a:ahLst/>
                  <a:cxnLst/>
                  <a:rect l="l" t="t" r="r" b="b"/>
                  <a:pathLst>
                    <a:path w="13555" h="11036" extrusionOk="0">
                      <a:moveTo>
                        <a:pt x="13314" y="0"/>
                      </a:moveTo>
                      <a:cubicBezTo>
                        <a:pt x="13254" y="0"/>
                        <a:pt x="13185" y="18"/>
                        <a:pt x="13111" y="55"/>
                      </a:cubicBezTo>
                      <a:lnTo>
                        <a:pt x="444" y="7371"/>
                      </a:lnTo>
                      <a:cubicBezTo>
                        <a:pt x="190" y="7497"/>
                        <a:pt x="0" y="7846"/>
                        <a:pt x="0" y="8099"/>
                      </a:cubicBezTo>
                      <a:lnTo>
                        <a:pt x="0" y="10727"/>
                      </a:lnTo>
                      <a:cubicBezTo>
                        <a:pt x="0" y="10929"/>
                        <a:pt x="96" y="11036"/>
                        <a:pt x="241" y="11036"/>
                      </a:cubicBezTo>
                      <a:cubicBezTo>
                        <a:pt x="301" y="11036"/>
                        <a:pt x="370" y="11018"/>
                        <a:pt x="444" y="10981"/>
                      </a:cubicBezTo>
                      <a:lnTo>
                        <a:pt x="13111" y="3665"/>
                      </a:lnTo>
                      <a:cubicBezTo>
                        <a:pt x="13365" y="3539"/>
                        <a:pt x="13555" y="3190"/>
                        <a:pt x="13555" y="2937"/>
                      </a:cubicBezTo>
                      <a:lnTo>
                        <a:pt x="13555" y="308"/>
                      </a:lnTo>
                      <a:cubicBezTo>
                        <a:pt x="13555" y="107"/>
                        <a:pt x="13460" y="0"/>
                        <a:pt x="13314" y="0"/>
                      </a:cubicBezTo>
                      <a:close/>
                    </a:path>
                  </a:pathLst>
                </a:custGeom>
                <a:solidFill>
                  <a:srgbClr val="DD915E"/>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588" name="Google Shape;4052;p38">
                  <a:extLst>
                    <a:ext uri="{FF2B5EF4-FFF2-40B4-BE49-F238E27FC236}">
                      <a16:creationId xmlns:a16="http://schemas.microsoft.com/office/drawing/2014/main" id="{CE50488F-082F-1BC2-9D42-366D17F14B3A}"/>
                    </a:ext>
                  </a:extLst>
                </p:cNvPr>
                <p:cNvSpPr/>
                <p:nvPr/>
              </p:nvSpPr>
              <p:spPr>
                <a:xfrm>
                  <a:off x="1618160" y="3152299"/>
                  <a:ext cx="442876" cy="361064"/>
                </a:xfrm>
                <a:custGeom>
                  <a:avLst/>
                  <a:gdLst/>
                  <a:ahLst/>
                  <a:cxnLst/>
                  <a:rect l="l" t="t" r="r" b="b"/>
                  <a:pathLst>
                    <a:path w="13555" h="11051" extrusionOk="0">
                      <a:moveTo>
                        <a:pt x="13317" y="1"/>
                      </a:moveTo>
                      <a:cubicBezTo>
                        <a:pt x="13257" y="1"/>
                        <a:pt x="13187" y="23"/>
                        <a:pt x="13111" y="70"/>
                      </a:cubicBezTo>
                      <a:lnTo>
                        <a:pt x="444" y="7354"/>
                      </a:lnTo>
                      <a:cubicBezTo>
                        <a:pt x="190" y="7512"/>
                        <a:pt x="0" y="7829"/>
                        <a:pt x="0" y="8114"/>
                      </a:cubicBezTo>
                      <a:lnTo>
                        <a:pt x="0" y="10742"/>
                      </a:lnTo>
                      <a:cubicBezTo>
                        <a:pt x="0" y="10944"/>
                        <a:pt x="96" y="11051"/>
                        <a:pt x="241" y="11051"/>
                      </a:cubicBezTo>
                      <a:cubicBezTo>
                        <a:pt x="301" y="11051"/>
                        <a:pt x="370" y="11032"/>
                        <a:pt x="444" y="10995"/>
                      </a:cubicBezTo>
                      <a:lnTo>
                        <a:pt x="13111" y="3680"/>
                      </a:lnTo>
                      <a:cubicBezTo>
                        <a:pt x="13365" y="3553"/>
                        <a:pt x="13555" y="3205"/>
                        <a:pt x="13555" y="2920"/>
                      </a:cubicBezTo>
                      <a:lnTo>
                        <a:pt x="13555" y="323"/>
                      </a:lnTo>
                      <a:cubicBezTo>
                        <a:pt x="13555" y="123"/>
                        <a:pt x="13461" y="1"/>
                        <a:pt x="13317" y="1"/>
                      </a:cubicBezTo>
                      <a:close/>
                    </a:path>
                  </a:pathLst>
                </a:custGeom>
                <a:solidFill>
                  <a:srgbClr val="DD915E"/>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589" name="Google Shape;4053;p38">
                  <a:extLst>
                    <a:ext uri="{FF2B5EF4-FFF2-40B4-BE49-F238E27FC236}">
                      <a16:creationId xmlns:a16="http://schemas.microsoft.com/office/drawing/2014/main" id="{06E83A01-713C-AD30-FA10-A516C717A00D}"/>
                    </a:ext>
                  </a:extLst>
                </p:cNvPr>
                <p:cNvSpPr/>
                <p:nvPr/>
              </p:nvSpPr>
              <p:spPr>
                <a:xfrm>
                  <a:off x="1006661" y="1168980"/>
                  <a:ext cx="1091621" cy="634304"/>
                </a:xfrm>
                <a:custGeom>
                  <a:avLst/>
                  <a:gdLst/>
                  <a:ahLst/>
                  <a:cxnLst/>
                  <a:rect l="l" t="t" r="r" b="b"/>
                  <a:pathLst>
                    <a:path w="33411" h="19414" extrusionOk="0">
                      <a:moveTo>
                        <a:pt x="16183" y="0"/>
                      </a:moveTo>
                      <a:lnTo>
                        <a:pt x="0" y="9374"/>
                      </a:lnTo>
                      <a:lnTo>
                        <a:pt x="17386" y="19413"/>
                      </a:lnTo>
                      <a:lnTo>
                        <a:pt x="33411" y="10134"/>
                      </a:lnTo>
                      <a:lnTo>
                        <a:pt x="16183" y="0"/>
                      </a:lnTo>
                      <a:close/>
                    </a:path>
                  </a:pathLst>
                </a:custGeom>
                <a:solidFill>
                  <a:schemeClr val="tx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590" name="Google Shape;4054;p38">
                  <a:extLst>
                    <a:ext uri="{FF2B5EF4-FFF2-40B4-BE49-F238E27FC236}">
                      <a16:creationId xmlns:a16="http://schemas.microsoft.com/office/drawing/2014/main" id="{FD11319C-8228-83FE-A9DF-499CECA21D11}"/>
                    </a:ext>
                  </a:extLst>
                </p:cNvPr>
                <p:cNvSpPr/>
                <p:nvPr/>
              </p:nvSpPr>
              <p:spPr>
                <a:xfrm>
                  <a:off x="1180479" y="1290032"/>
                  <a:ext cx="533934" cy="430460"/>
                </a:xfrm>
                <a:custGeom>
                  <a:avLst/>
                  <a:gdLst/>
                  <a:ahLst/>
                  <a:cxnLst/>
                  <a:rect l="l" t="t" r="r" b="b"/>
                  <a:pathLst>
                    <a:path w="16342" h="13175" extrusionOk="0">
                      <a:moveTo>
                        <a:pt x="10230" y="0"/>
                      </a:moveTo>
                      <a:lnTo>
                        <a:pt x="0" y="5922"/>
                      </a:lnTo>
                      <a:lnTo>
                        <a:pt x="12510" y="13175"/>
                      </a:lnTo>
                      <a:lnTo>
                        <a:pt x="12510" y="11845"/>
                      </a:lnTo>
                      <a:lnTo>
                        <a:pt x="16342" y="3547"/>
                      </a:lnTo>
                      <a:lnTo>
                        <a:pt x="10230" y="0"/>
                      </a:lnTo>
                      <a:close/>
                    </a:path>
                  </a:pathLst>
                </a:custGeom>
                <a:solidFill>
                  <a:srgbClr val="22283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591" name="Google Shape;4055;p38">
                  <a:extLst>
                    <a:ext uri="{FF2B5EF4-FFF2-40B4-BE49-F238E27FC236}">
                      <a16:creationId xmlns:a16="http://schemas.microsoft.com/office/drawing/2014/main" id="{C57E639A-464E-EEB1-E5D7-6DF4C06B10C3}"/>
                    </a:ext>
                  </a:extLst>
                </p:cNvPr>
                <p:cNvSpPr/>
                <p:nvPr/>
              </p:nvSpPr>
              <p:spPr>
                <a:xfrm>
                  <a:off x="1180479" y="1440064"/>
                  <a:ext cx="74526" cy="65214"/>
                </a:xfrm>
                <a:custGeom>
                  <a:avLst/>
                  <a:gdLst/>
                  <a:ahLst/>
                  <a:cxnLst/>
                  <a:rect l="l" t="t" r="r" b="b"/>
                  <a:pathLst>
                    <a:path w="2281" h="1996" extrusionOk="0">
                      <a:moveTo>
                        <a:pt x="0" y="0"/>
                      </a:moveTo>
                      <a:lnTo>
                        <a:pt x="0" y="1330"/>
                      </a:lnTo>
                      <a:lnTo>
                        <a:pt x="2091" y="1995"/>
                      </a:lnTo>
                      <a:lnTo>
                        <a:pt x="2281" y="855"/>
                      </a:lnTo>
                      <a:lnTo>
                        <a:pt x="1711" y="64"/>
                      </a:lnTo>
                      <a:lnTo>
                        <a:pt x="0" y="0"/>
                      </a:lnTo>
                      <a:close/>
                    </a:path>
                  </a:pathLst>
                </a:custGeom>
                <a:solidFill>
                  <a:srgbClr val="22283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592" name="Google Shape;4056;p38">
                  <a:extLst>
                    <a:ext uri="{FF2B5EF4-FFF2-40B4-BE49-F238E27FC236}">
                      <a16:creationId xmlns:a16="http://schemas.microsoft.com/office/drawing/2014/main" id="{C9AA9547-D4FA-F3B3-010C-8169162BBD40}"/>
                    </a:ext>
                  </a:extLst>
                </p:cNvPr>
                <p:cNvSpPr/>
                <p:nvPr/>
              </p:nvSpPr>
              <p:spPr>
                <a:xfrm>
                  <a:off x="1589179" y="1405921"/>
                  <a:ext cx="335285" cy="314571"/>
                </a:xfrm>
                <a:custGeom>
                  <a:avLst/>
                  <a:gdLst/>
                  <a:ahLst/>
                  <a:cxnLst/>
                  <a:rect l="l" t="t" r="r" b="b"/>
                  <a:pathLst>
                    <a:path w="10262" h="9628" extrusionOk="0">
                      <a:moveTo>
                        <a:pt x="3833" y="0"/>
                      </a:moveTo>
                      <a:lnTo>
                        <a:pt x="1" y="8298"/>
                      </a:lnTo>
                      <a:lnTo>
                        <a:pt x="1" y="9628"/>
                      </a:lnTo>
                      <a:lnTo>
                        <a:pt x="10262" y="3737"/>
                      </a:lnTo>
                      <a:lnTo>
                        <a:pt x="8678" y="2819"/>
                      </a:lnTo>
                      <a:lnTo>
                        <a:pt x="3833" y="0"/>
                      </a:lnTo>
                      <a:close/>
                    </a:path>
                  </a:pathLst>
                </a:custGeom>
                <a:solidFill>
                  <a:srgbClr val="1B1F26"/>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593" name="Google Shape;4057;p38">
                  <a:extLst>
                    <a:ext uri="{FF2B5EF4-FFF2-40B4-BE49-F238E27FC236}">
                      <a16:creationId xmlns:a16="http://schemas.microsoft.com/office/drawing/2014/main" id="{F06F01DF-82BD-AA30-9256-0596AF53CD7C}"/>
                    </a:ext>
                  </a:extLst>
                </p:cNvPr>
                <p:cNvSpPr/>
                <p:nvPr/>
              </p:nvSpPr>
              <p:spPr>
                <a:xfrm>
                  <a:off x="1763030" y="1482473"/>
                  <a:ext cx="161435" cy="110760"/>
                </a:xfrm>
                <a:custGeom>
                  <a:avLst/>
                  <a:gdLst/>
                  <a:ahLst/>
                  <a:cxnLst/>
                  <a:rect l="l" t="t" r="r" b="b"/>
                  <a:pathLst>
                    <a:path w="4941" h="3390" extrusionOk="0">
                      <a:moveTo>
                        <a:pt x="1204" y="1"/>
                      </a:moveTo>
                      <a:lnTo>
                        <a:pt x="0" y="3389"/>
                      </a:lnTo>
                      <a:lnTo>
                        <a:pt x="4941" y="1394"/>
                      </a:lnTo>
                      <a:lnTo>
                        <a:pt x="4941" y="64"/>
                      </a:lnTo>
                      <a:lnTo>
                        <a:pt x="1204" y="1"/>
                      </a:lnTo>
                      <a:close/>
                    </a:path>
                  </a:pathLst>
                </a:custGeom>
                <a:solidFill>
                  <a:srgbClr val="1B1F26"/>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594" name="Google Shape;4058;p38">
                  <a:extLst>
                    <a:ext uri="{FF2B5EF4-FFF2-40B4-BE49-F238E27FC236}">
                      <a16:creationId xmlns:a16="http://schemas.microsoft.com/office/drawing/2014/main" id="{A7DAF9E0-D311-5AF8-7935-DD4AA9B9E46C}"/>
                    </a:ext>
                  </a:extLst>
                </p:cNvPr>
                <p:cNvSpPr/>
                <p:nvPr/>
              </p:nvSpPr>
              <p:spPr>
                <a:xfrm>
                  <a:off x="1180479" y="1247590"/>
                  <a:ext cx="743985" cy="429447"/>
                </a:xfrm>
                <a:custGeom>
                  <a:avLst/>
                  <a:gdLst/>
                  <a:ahLst/>
                  <a:cxnLst/>
                  <a:rect l="l" t="t" r="r" b="b"/>
                  <a:pathLst>
                    <a:path w="22771" h="13144" extrusionOk="0">
                      <a:moveTo>
                        <a:pt x="10230" y="1"/>
                      </a:moveTo>
                      <a:lnTo>
                        <a:pt x="0" y="5891"/>
                      </a:lnTo>
                      <a:lnTo>
                        <a:pt x="12510" y="13144"/>
                      </a:lnTo>
                      <a:lnTo>
                        <a:pt x="22771" y="7253"/>
                      </a:lnTo>
                      <a:lnTo>
                        <a:pt x="10230" y="1"/>
                      </a:lnTo>
                      <a:close/>
                    </a:path>
                  </a:pathLst>
                </a:custGeom>
                <a:solidFill>
                  <a:srgbClr val="EEEEEE"/>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595" name="Google Shape;4059;p38">
                  <a:extLst>
                    <a:ext uri="{FF2B5EF4-FFF2-40B4-BE49-F238E27FC236}">
                      <a16:creationId xmlns:a16="http://schemas.microsoft.com/office/drawing/2014/main" id="{45A1D9C9-0BBA-817A-7D37-B784D8DD928F}"/>
                    </a:ext>
                  </a:extLst>
                </p:cNvPr>
                <p:cNvSpPr/>
                <p:nvPr/>
              </p:nvSpPr>
              <p:spPr>
                <a:xfrm>
                  <a:off x="1370862" y="1355998"/>
                  <a:ext cx="182149" cy="56164"/>
                </a:xfrm>
                <a:custGeom>
                  <a:avLst/>
                  <a:gdLst/>
                  <a:ahLst/>
                  <a:cxnLst/>
                  <a:rect l="l" t="t" r="r" b="b"/>
                  <a:pathLst>
                    <a:path w="5575" h="1719" extrusionOk="0">
                      <a:moveTo>
                        <a:pt x="2787" y="0"/>
                      </a:moveTo>
                      <a:cubicBezTo>
                        <a:pt x="2091" y="0"/>
                        <a:pt x="1394" y="151"/>
                        <a:pt x="856" y="452"/>
                      </a:cubicBezTo>
                      <a:cubicBezTo>
                        <a:pt x="254" y="800"/>
                        <a:pt x="1" y="1275"/>
                        <a:pt x="64" y="1718"/>
                      </a:cubicBezTo>
                      <a:cubicBezTo>
                        <a:pt x="127" y="1370"/>
                        <a:pt x="412" y="1053"/>
                        <a:pt x="856" y="768"/>
                      </a:cubicBezTo>
                      <a:cubicBezTo>
                        <a:pt x="1394" y="467"/>
                        <a:pt x="2091" y="317"/>
                        <a:pt x="2787" y="317"/>
                      </a:cubicBezTo>
                      <a:cubicBezTo>
                        <a:pt x="3484" y="317"/>
                        <a:pt x="4181" y="467"/>
                        <a:pt x="4719" y="768"/>
                      </a:cubicBezTo>
                      <a:cubicBezTo>
                        <a:pt x="5163" y="1053"/>
                        <a:pt x="5416" y="1370"/>
                        <a:pt x="5479" y="1718"/>
                      </a:cubicBezTo>
                      <a:cubicBezTo>
                        <a:pt x="5574" y="1275"/>
                        <a:pt x="5321" y="800"/>
                        <a:pt x="4719" y="452"/>
                      </a:cubicBezTo>
                      <a:cubicBezTo>
                        <a:pt x="4181" y="151"/>
                        <a:pt x="3484" y="0"/>
                        <a:pt x="2787" y="0"/>
                      </a:cubicBezTo>
                      <a:close/>
                    </a:path>
                  </a:pathLst>
                </a:custGeom>
                <a:solidFill>
                  <a:srgbClr val="1B1F26"/>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596" name="Google Shape;4060;p38">
                  <a:extLst>
                    <a:ext uri="{FF2B5EF4-FFF2-40B4-BE49-F238E27FC236}">
                      <a16:creationId xmlns:a16="http://schemas.microsoft.com/office/drawing/2014/main" id="{5FC78A9C-6F5F-EEF9-F72B-99755F90CDE1}"/>
                    </a:ext>
                  </a:extLst>
                </p:cNvPr>
                <p:cNvSpPr/>
                <p:nvPr/>
              </p:nvSpPr>
              <p:spPr>
                <a:xfrm>
                  <a:off x="1372920" y="1366322"/>
                  <a:ext cx="176987" cy="92398"/>
                </a:xfrm>
                <a:custGeom>
                  <a:avLst/>
                  <a:gdLst/>
                  <a:ahLst/>
                  <a:cxnLst/>
                  <a:rect l="l" t="t" r="r" b="b"/>
                  <a:pathLst>
                    <a:path w="5417" h="2828" extrusionOk="0">
                      <a:moveTo>
                        <a:pt x="2724" y="1"/>
                      </a:moveTo>
                      <a:cubicBezTo>
                        <a:pt x="2028" y="1"/>
                        <a:pt x="1331" y="151"/>
                        <a:pt x="793" y="452"/>
                      </a:cubicBezTo>
                      <a:cubicBezTo>
                        <a:pt x="318" y="737"/>
                        <a:pt x="64" y="1054"/>
                        <a:pt x="1" y="1402"/>
                      </a:cubicBezTo>
                      <a:cubicBezTo>
                        <a:pt x="64" y="1751"/>
                        <a:pt x="349" y="2099"/>
                        <a:pt x="793" y="2352"/>
                      </a:cubicBezTo>
                      <a:cubicBezTo>
                        <a:pt x="1331" y="2669"/>
                        <a:pt x="2028" y="2827"/>
                        <a:pt x="2724" y="2827"/>
                      </a:cubicBezTo>
                      <a:cubicBezTo>
                        <a:pt x="3421" y="2827"/>
                        <a:pt x="4118" y="2669"/>
                        <a:pt x="4656" y="2352"/>
                      </a:cubicBezTo>
                      <a:cubicBezTo>
                        <a:pt x="5100" y="2099"/>
                        <a:pt x="5353" y="1751"/>
                        <a:pt x="5416" y="1402"/>
                      </a:cubicBezTo>
                      <a:cubicBezTo>
                        <a:pt x="5353" y="1054"/>
                        <a:pt x="5100" y="737"/>
                        <a:pt x="4656" y="452"/>
                      </a:cubicBezTo>
                      <a:cubicBezTo>
                        <a:pt x="4118" y="151"/>
                        <a:pt x="3421" y="1"/>
                        <a:pt x="2724" y="1"/>
                      </a:cubicBezTo>
                      <a:close/>
                    </a:path>
                  </a:pathLst>
                </a:custGeom>
                <a:solidFill>
                  <a:srgbClr val="22283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597" name="Google Shape;4061;p38">
                  <a:extLst>
                    <a:ext uri="{FF2B5EF4-FFF2-40B4-BE49-F238E27FC236}">
                      <a16:creationId xmlns:a16="http://schemas.microsoft.com/office/drawing/2014/main" id="{082019DF-079E-2FE0-93FC-49CEDA70ACE7}"/>
                    </a:ext>
                  </a:extLst>
                </p:cNvPr>
                <p:cNvSpPr/>
                <p:nvPr/>
              </p:nvSpPr>
              <p:spPr>
                <a:xfrm>
                  <a:off x="1307739" y="1415233"/>
                  <a:ext cx="142844" cy="82792"/>
                </a:xfrm>
                <a:custGeom>
                  <a:avLst/>
                  <a:gdLst/>
                  <a:ahLst/>
                  <a:cxnLst/>
                  <a:rect l="l" t="t" r="r" b="b"/>
                  <a:pathLst>
                    <a:path w="4372" h="2534" extrusionOk="0">
                      <a:moveTo>
                        <a:pt x="381" y="0"/>
                      </a:moveTo>
                      <a:lnTo>
                        <a:pt x="1" y="222"/>
                      </a:lnTo>
                      <a:lnTo>
                        <a:pt x="3991" y="2534"/>
                      </a:lnTo>
                      <a:lnTo>
                        <a:pt x="4371" y="2312"/>
                      </a:lnTo>
                      <a:lnTo>
                        <a:pt x="381" y="0"/>
                      </a:lnTo>
                      <a:close/>
                    </a:path>
                  </a:pathLst>
                </a:custGeom>
                <a:solidFill>
                  <a:srgbClr val="1B1F26"/>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598" name="Google Shape;4062;p38">
                  <a:extLst>
                    <a:ext uri="{FF2B5EF4-FFF2-40B4-BE49-F238E27FC236}">
                      <a16:creationId xmlns:a16="http://schemas.microsoft.com/office/drawing/2014/main" id="{3262F244-8444-4D58-9850-44800A8B2EDE}"/>
                    </a:ext>
                  </a:extLst>
                </p:cNvPr>
                <p:cNvSpPr/>
                <p:nvPr/>
              </p:nvSpPr>
              <p:spPr>
                <a:xfrm>
                  <a:off x="1284998" y="1428661"/>
                  <a:ext cx="142811" cy="81779"/>
                </a:xfrm>
                <a:custGeom>
                  <a:avLst/>
                  <a:gdLst/>
                  <a:ahLst/>
                  <a:cxnLst/>
                  <a:rect l="l" t="t" r="r" b="b"/>
                  <a:pathLst>
                    <a:path w="4371" h="2503" extrusionOk="0">
                      <a:moveTo>
                        <a:pt x="380" y="1"/>
                      </a:moveTo>
                      <a:lnTo>
                        <a:pt x="0" y="223"/>
                      </a:lnTo>
                      <a:lnTo>
                        <a:pt x="3990" y="2503"/>
                      </a:lnTo>
                      <a:lnTo>
                        <a:pt x="4370" y="2313"/>
                      </a:lnTo>
                      <a:lnTo>
                        <a:pt x="380" y="1"/>
                      </a:lnTo>
                      <a:close/>
                    </a:path>
                  </a:pathLst>
                </a:custGeom>
                <a:solidFill>
                  <a:srgbClr val="1B1F26"/>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599" name="Google Shape;4063;p38">
                  <a:extLst>
                    <a:ext uri="{FF2B5EF4-FFF2-40B4-BE49-F238E27FC236}">
                      <a16:creationId xmlns:a16="http://schemas.microsoft.com/office/drawing/2014/main" id="{3181600E-E191-ACEF-3ECC-FB17D1A6FC9E}"/>
                    </a:ext>
                  </a:extLst>
                </p:cNvPr>
                <p:cNvSpPr/>
                <p:nvPr/>
              </p:nvSpPr>
              <p:spPr>
                <a:xfrm>
                  <a:off x="1262226" y="1442122"/>
                  <a:ext cx="142811" cy="81779"/>
                </a:xfrm>
                <a:custGeom>
                  <a:avLst/>
                  <a:gdLst/>
                  <a:ahLst/>
                  <a:cxnLst/>
                  <a:rect l="l" t="t" r="r" b="b"/>
                  <a:pathLst>
                    <a:path w="4371" h="2503" extrusionOk="0">
                      <a:moveTo>
                        <a:pt x="380" y="1"/>
                      </a:moveTo>
                      <a:lnTo>
                        <a:pt x="0" y="222"/>
                      </a:lnTo>
                      <a:lnTo>
                        <a:pt x="3991" y="2503"/>
                      </a:lnTo>
                      <a:lnTo>
                        <a:pt x="4371" y="2281"/>
                      </a:lnTo>
                      <a:lnTo>
                        <a:pt x="380" y="1"/>
                      </a:lnTo>
                      <a:close/>
                    </a:path>
                  </a:pathLst>
                </a:custGeom>
                <a:solidFill>
                  <a:srgbClr val="1B1F26"/>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600" name="Google Shape;4064;p38">
                  <a:extLst>
                    <a:ext uri="{FF2B5EF4-FFF2-40B4-BE49-F238E27FC236}">
                      <a16:creationId xmlns:a16="http://schemas.microsoft.com/office/drawing/2014/main" id="{48FD83B9-A2D3-75F9-B74E-56FC81E57DD2}"/>
                    </a:ext>
                  </a:extLst>
                </p:cNvPr>
                <p:cNvSpPr/>
                <p:nvPr/>
              </p:nvSpPr>
              <p:spPr>
                <a:xfrm>
                  <a:off x="1516745" y="1290032"/>
                  <a:ext cx="141799" cy="81779"/>
                </a:xfrm>
                <a:custGeom>
                  <a:avLst/>
                  <a:gdLst/>
                  <a:ahLst/>
                  <a:cxnLst/>
                  <a:rect l="l" t="t" r="r" b="b"/>
                  <a:pathLst>
                    <a:path w="4340" h="2503" extrusionOk="0">
                      <a:moveTo>
                        <a:pt x="349" y="0"/>
                      </a:moveTo>
                      <a:lnTo>
                        <a:pt x="1" y="222"/>
                      </a:lnTo>
                      <a:lnTo>
                        <a:pt x="3991" y="2502"/>
                      </a:lnTo>
                      <a:lnTo>
                        <a:pt x="4340" y="2312"/>
                      </a:lnTo>
                      <a:lnTo>
                        <a:pt x="349" y="0"/>
                      </a:lnTo>
                      <a:close/>
                    </a:path>
                  </a:pathLst>
                </a:custGeom>
                <a:solidFill>
                  <a:srgbClr val="1B1F26"/>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601" name="Google Shape;4065;p38">
                  <a:extLst>
                    <a:ext uri="{FF2B5EF4-FFF2-40B4-BE49-F238E27FC236}">
                      <a16:creationId xmlns:a16="http://schemas.microsoft.com/office/drawing/2014/main" id="{BCF8A042-9BD4-9C97-CB31-F1443157B84F}"/>
                    </a:ext>
                  </a:extLst>
                </p:cNvPr>
                <p:cNvSpPr/>
                <p:nvPr/>
              </p:nvSpPr>
              <p:spPr>
                <a:xfrm>
                  <a:off x="1494004" y="1303493"/>
                  <a:ext cx="141766" cy="81747"/>
                </a:xfrm>
                <a:custGeom>
                  <a:avLst/>
                  <a:gdLst/>
                  <a:ahLst/>
                  <a:cxnLst/>
                  <a:rect l="l" t="t" r="r" b="b"/>
                  <a:pathLst>
                    <a:path w="4339" h="2502" extrusionOk="0">
                      <a:moveTo>
                        <a:pt x="349" y="0"/>
                      </a:moveTo>
                      <a:lnTo>
                        <a:pt x="0" y="222"/>
                      </a:lnTo>
                      <a:lnTo>
                        <a:pt x="3990" y="2502"/>
                      </a:lnTo>
                      <a:lnTo>
                        <a:pt x="4339" y="2280"/>
                      </a:lnTo>
                      <a:lnTo>
                        <a:pt x="349" y="0"/>
                      </a:lnTo>
                      <a:close/>
                    </a:path>
                  </a:pathLst>
                </a:custGeom>
                <a:solidFill>
                  <a:srgbClr val="1B1F26"/>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602" name="Google Shape;4066;p38">
                  <a:extLst>
                    <a:ext uri="{FF2B5EF4-FFF2-40B4-BE49-F238E27FC236}">
                      <a16:creationId xmlns:a16="http://schemas.microsoft.com/office/drawing/2014/main" id="{4E193804-37AF-957E-8329-30954ADC215D}"/>
                    </a:ext>
                  </a:extLst>
                </p:cNvPr>
                <p:cNvSpPr/>
                <p:nvPr/>
              </p:nvSpPr>
              <p:spPr>
                <a:xfrm>
                  <a:off x="1471232" y="1316921"/>
                  <a:ext cx="141799" cy="81779"/>
                </a:xfrm>
                <a:custGeom>
                  <a:avLst/>
                  <a:gdLst/>
                  <a:ahLst/>
                  <a:cxnLst/>
                  <a:rect l="l" t="t" r="r" b="b"/>
                  <a:pathLst>
                    <a:path w="4340" h="2503" extrusionOk="0">
                      <a:moveTo>
                        <a:pt x="349" y="1"/>
                      </a:moveTo>
                      <a:lnTo>
                        <a:pt x="0" y="191"/>
                      </a:lnTo>
                      <a:lnTo>
                        <a:pt x="3991" y="2503"/>
                      </a:lnTo>
                      <a:lnTo>
                        <a:pt x="4339" y="2281"/>
                      </a:lnTo>
                      <a:lnTo>
                        <a:pt x="349" y="1"/>
                      </a:lnTo>
                      <a:close/>
                    </a:path>
                  </a:pathLst>
                </a:custGeom>
                <a:solidFill>
                  <a:srgbClr val="1B1F26"/>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603" name="Google Shape;4067;p38">
                  <a:extLst>
                    <a:ext uri="{FF2B5EF4-FFF2-40B4-BE49-F238E27FC236}">
                      <a16:creationId xmlns:a16="http://schemas.microsoft.com/office/drawing/2014/main" id="{ED746A1A-B4B6-FD8A-38B3-944A04ACAC98}"/>
                    </a:ext>
                  </a:extLst>
                </p:cNvPr>
                <p:cNvSpPr/>
                <p:nvPr/>
              </p:nvSpPr>
              <p:spPr>
                <a:xfrm>
                  <a:off x="1558141" y="1464634"/>
                  <a:ext cx="183195" cy="56164"/>
                </a:xfrm>
                <a:custGeom>
                  <a:avLst/>
                  <a:gdLst/>
                  <a:ahLst/>
                  <a:cxnLst/>
                  <a:rect l="l" t="t" r="r" b="b"/>
                  <a:pathLst>
                    <a:path w="5607" h="1719" extrusionOk="0">
                      <a:moveTo>
                        <a:pt x="2803" y="0"/>
                      </a:moveTo>
                      <a:cubicBezTo>
                        <a:pt x="2107" y="0"/>
                        <a:pt x="1410" y="151"/>
                        <a:pt x="887" y="452"/>
                      </a:cubicBezTo>
                      <a:cubicBezTo>
                        <a:pt x="286" y="800"/>
                        <a:pt x="1" y="1275"/>
                        <a:pt x="96" y="1719"/>
                      </a:cubicBezTo>
                      <a:cubicBezTo>
                        <a:pt x="159" y="1370"/>
                        <a:pt x="412" y="1053"/>
                        <a:pt x="887" y="768"/>
                      </a:cubicBezTo>
                      <a:cubicBezTo>
                        <a:pt x="1410" y="468"/>
                        <a:pt x="2107" y="317"/>
                        <a:pt x="2803" y="317"/>
                      </a:cubicBezTo>
                      <a:cubicBezTo>
                        <a:pt x="3500" y="317"/>
                        <a:pt x="4197" y="468"/>
                        <a:pt x="4719" y="768"/>
                      </a:cubicBezTo>
                      <a:cubicBezTo>
                        <a:pt x="5194" y="1053"/>
                        <a:pt x="5448" y="1370"/>
                        <a:pt x="5511" y="1719"/>
                      </a:cubicBezTo>
                      <a:cubicBezTo>
                        <a:pt x="5606" y="1275"/>
                        <a:pt x="5321" y="800"/>
                        <a:pt x="4719" y="452"/>
                      </a:cubicBezTo>
                      <a:cubicBezTo>
                        <a:pt x="4197" y="151"/>
                        <a:pt x="3500" y="0"/>
                        <a:pt x="2803" y="0"/>
                      </a:cubicBezTo>
                      <a:close/>
                    </a:path>
                  </a:pathLst>
                </a:custGeom>
                <a:solidFill>
                  <a:srgbClr val="1B1F26"/>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604" name="Google Shape;4068;p38">
                  <a:extLst>
                    <a:ext uri="{FF2B5EF4-FFF2-40B4-BE49-F238E27FC236}">
                      <a16:creationId xmlns:a16="http://schemas.microsoft.com/office/drawing/2014/main" id="{DCF68246-3FA4-0D85-A7DE-FEC140A67553}"/>
                    </a:ext>
                  </a:extLst>
                </p:cNvPr>
                <p:cNvSpPr/>
                <p:nvPr/>
              </p:nvSpPr>
              <p:spPr>
                <a:xfrm>
                  <a:off x="1561244" y="1474991"/>
                  <a:ext cx="176987" cy="91581"/>
                </a:xfrm>
                <a:custGeom>
                  <a:avLst/>
                  <a:gdLst/>
                  <a:ahLst/>
                  <a:cxnLst/>
                  <a:rect l="l" t="t" r="r" b="b"/>
                  <a:pathLst>
                    <a:path w="5417" h="2803" extrusionOk="0">
                      <a:moveTo>
                        <a:pt x="2708" y="0"/>
                      </a:moveTo>
                      <a:cubicBezTo>
                        <a:pt x="2012" y="0"/>
                        <a:pt x="1315" y="151"/>
                        <a:pt x="792" y="451"/>
                      </a:cubicBezTo>
                      <a:cubicBezTo>
                        <a:pt x="317" y="736"/>
                        <a:pt x="64" y="1053"/>
                        <a:pt x="1" y="1402"/>
                      </a:cubicBezTo>
                      <a:cubicBezTo>
                        <a:pt x="64" y="1750"/>
                        <a:pt x="317" y="2098"/>
                        <a:pt x="792" y="2352"/>
                      </a:cubicBezTo>
                      <a:cubicBezTo>
                        <a:pt x="1315" y="2652"/>
                        <a:pt x="2012" y="2803"/>
                        <a:pt x="2708" y="2803"/>
                      </a:cubicBezTo>
                      <a:cubicBezTo>
                        <a:pt x="3405" y="2803"/>
                        <a:pt x="4102" y="2652"/>
                        <a:pt x="4624" y="2352"/>
                      </a:cubicBezTo>
                      <a:cubicBezTo>
                        <a:pt x="5099" y="2098"/>
                        <a:pt x="5353" y="1750"/>
                        <a:pt x="5416" y="1402"/>
                      </a:cubicBezTo>
                      <a:cubicBezTo>
                        <a:pt x="5353" y="1053"/>
                        <a:pt x="5099" y="736"/>
                        <a:pt x="4624" y="451"/>
                      </a:cubicBezTo>
                      <a:cubicBezTo>
                        <a:pt x="4102" y="151"/>
                        <a:pt x="3405" y="0"/>
                        <a:pt x="2708" y="0"/>
                      </a:cubicBezTo>
                      <a:close/>
                    </a:path>
                  </a:pathLst>
                </a:custGeom>
                <a:solidFill>
                  <a:srgbClr val="22283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605" name="Google Shape;4069;p38">
                  <a:extLst>
                    <a:ext uri="{FF2B5EF4-FFF2-40B4-BE49-F238E27FC236}">
                      <a16:creationId xmlns:a16="http://schemas.microsoft.com/office/drawing/2014/main" id="{6FD9BCA6-D334-49E5-9047-55274B085AAC}"/>
                    </a:ext>
                  </a:extLst>
                </p:cNvPr>
                <p:cNvSpPr/>
                <p:nvPr/>
              </p:nvSpPr>
              <p:spPr>
                <a:xfrm>
                  <a:off x="1496063" y="1523869"/>
                  <a:ext cx="141799" cy="82825"/>
                </a:xfrm>
                <a:custGeom>
                  <a:avLst/>
                  <a:gdLst/>
                  <a:ahLst/>
                  <a:cxnLst/>
                  <a:rect l="l" t="t" r="r" b="b"/>
                  <a:pathLst>
                    <a:path w="4340" h="2535" extrusionOk="0">
                      <a:moveTo>
                        <a:pt x="381" y="1"/>
                      </a:moveTo>
                      <a:lnTo>
                        <a:pt x="1" y="222"/>
                      </a:lnTo>
                      <a:lnTo>
                        <a:pt x="3991" y="2534"/>
                      </a:lnTo>
                      <a:lnTo>
                        <a:pt x="4339" y="2312"/>
                      </a:lnTo>
                      <a:lnTo>
                        <a:pt x="381" y="1"/>
                      </a:lnTo>
                      <a:close/>
                    </a:path>
                  </a:pathLst>
                </a:custGeom>
                <a:solidFill>
                  <a:srgbClr val="1B1F26"/>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132" name="Google Shape;4070;p38">
                  <a:extLst>
                    <a:ext uri="{FF2B5EF4-FFF2-40B4-BE49-F238E27FC236}">
                      <a16:creationId xmlns:a16="http://schemas.microsoft.com/office/drawing/2014/main" id="{492FD906-5F5A-24B7-6E3E-5DDECC7BDD87}"/>
                    </a:ext>
                  </a:extLst>
                </p:cNvPr>
                <p:cNvSpPr/>
                <p:nvPr/>
              </p:nvSpPr>
              <p:spPr>
                <a:xfrm>
                  <a:off x="1473290" y="1537330"/>
                  <a:ext cx="141799" cy="81779"/>
                </a:xfrm>
                <a:custGeom>
                  <a:avLst/>
                  <a:gdLst/>
                  <a:ahLst/>
                  <a:cxnLst/>
                  <a:rect l="l" t="t" r="r" b="b"/>
                  <a:pathLst>
                    <a:path w="4340" h="2503" extrusionOk="0">
                      <a:moveTo>
                        <a:pt x="349" y="0"/>
                      </a:moveTo>
                      <a:lnTo>
                        <a:pt x="1" y="222"/>
                      </a:lnTo>
                      <a:lnTo>
                        <a:pt x="3991" y="2502"/>
                      </a:lnTo>
                      <a:lnTo>
                        <a:pt x="4339" y="2312"/>
                      </a:lnTo>
                      <a:lnTo>
                        <a:pt x="349" y="0"/>
                      </a:lnTo>
                      <a:close/>
                    </a:path>
                  </a:pathLst>
                </a:custGeom>
                <a:solidFill>
                  <a:srgbClr val="1B1F26"/>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302" name="Google Shape;4071;p38">
                  <a:extLst>
                    <a:ext uri="{FF2B5EF4-FFF2-40B4-BE49-F238E27FC236}">
                      <a16:creationId xmlns:a16="http://schemas.microsoft.com/office/drawing/2014/main" id="{55358FD6-EA4F-2605-4142-FB69F101CA74}"/>
                    </a:ext>
                  </a:extLst>
                </p:cNvPr>
                <p:cNvSpPr/>
                <p:nvPr/>
              </p:nvSpPr>
              <p:spPr>
                <a:xfrm>
                  <a:off x="1450550" y="1550758"/>
                  <a:ext cx="141766" cy="81779"/>
                </a:xfrm>
                <a:custGeom>
                  <a:avLst/>
                  <a:gdLst/>
                  <a:ahLst/>
                  <a:cxnLst/>
                  <a:rect l="l" t="t" r="r" b="b"/>
                  <a:pathLst>
                    <a:path w="4339" h="2503" extrusionOk="0">
                      <a:moveTo>
                        <a:pt x="348" y="1"/>
                      </a:moveTo>
                      <a:lnTo>
                        <a:pt x="0" y="191"/>
                      </a:lnTo>
                      <a:lnTo>
                        <a:pt x="3990" y="2503"/>
                      </a:lnTo>
                      <a:lnTo>
                        <a:pt x="4339" y="2281"/>
                      </a:lnTo>
                      <a:lnTo>
                        <a:pt x="348" y="1"/>
                      </a:lnTo>
                      <a:close/>
                    </a:path>
                  </a:pathLst>
                </a:custGeom>
                <a:solidFill>
                  <a:srgbClr val="1B1F26"/>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303" name="Google Shape;4072;p38">
                  <a:extLst>
                    <a:ext uri="{FF2B5EF4-FFF2-40B4-BE49-F238E27FC236}">
                      <a16:creationId xmlns:a16="http://schemas.microsoft.com/office/drawing/2014/main" id="{72C525EA-7E3B-C398-77A7-712107EA6887}"/>
                    </a:ext>
                  </a:extLst>
                </p:cNvPr>
                <p:cNvSpPr/>
                <p:nvPr/>
              </p:nvSpPr>
              <p:spPr>
                <a:xfrm>
                  <a:off x="1704056" y="1398668"/>
                  <a:ext cx="142811" cy="81779"/>
                </a:xfrm>
                <a:custGeom>
                  <a:avLst/>
                  <a:gdLst/>
                  <a:ahLst/>
                  <a:cxnLst/>
                  <a:rect l="l" t="t" r="r" b="b"/>
                  <a:pathLst>
                    <a:path w="4371" h="2503" extrusionOk="0">
                      <a:moveTo>
                        <a:pt x="380" y="1"/>
                      </a:moveTo>
                      <a:lnTo>
                        <a:pt x="0" y="222"/>
                      </a:lnTo>
                      <a:lnTo>
                        <a:pt x="3990" y="2502"/>
                      </a:lnTo>
                      <a:lnTo>
                        <a:pt x="4370" y="2312"/>
                      </a:lnTo>
                      <a:lnTo>
                        <a:pt x="380" y="1"/>
                      </a:lnTo>
                      <a:close/>
                    </a:path>
                  </a:pathLst>
                </a:custGeom>
                <a:solidFill>
                  <a:srgbClr val="1B1F26"/>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304" name="Google Shape;4073;p38">
                  <a:extLst>
                    <a:ext uri="{FF2B5EF4-FFF2-40B4-BE49-F238E27FC236}">
                      <a16:creationId xmlns:a16="http://schemas.microsoft.com/office/drawing/2014/main" id="{C6083F82-A8EE-705B-6260-640D2E84E005}"/>
                    </a:ext>
                  </a:extLst>
                </p:cNvPr>
                <p:cNvSpPr/>
                <p:nvPr/>
              </p:nvSpPr>
              <p:spPr>
                <a:xfrm>
                  <a:off x="1681283" y="1412129"/>
                  <a:ext cx="142811" cy="81779"/>
                </a:xfrm>
                <a:custGeom>
                  <a:avLst/>
                  <a:gdLst/>
                  <a:ahLst/>
                  <a:cxnLst/>
                  <a:rect l="l" t="t" r="r" b="b"/>
                  <a:pathLst>
                    <a:path w="4371" h="2503" extrusionOk="0">
                      <a:moveTo>
                        <a:pt x="380" y="0"/>
                      </a:moveTo>
                      <a:lnTo>
                        <a:pt x="0" y="190"/>
                      </a:lnTo>
                      <a:lnTo>
                        <a:pt x="3991" y="2502"/>
                      </a:lnTo>
                      <a:lnTo>
                        <a:pt x="4371" y="2280"/>
                      </a:lnTo>
                      <a:lnTo>
                        <a:pt x="380" y="0"/>
                      </a:lnTo>
                      <a:close/>
                    </a:path>
                  </a:pathLst>
                </a:custGeom>
                <a:solidFill>
                  <a:srgbClr val="1B1F26"/>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305" name="Google Shape;4074;p38">
                  <a:extLst>
                    <a:ext uri="{FF2B5EF4-FFF2-40B4-BE49-F238E27FC236}">
                      <a16:creationId xmlns:a16="http://schemas.microsoft.com/office/drawing/2014/main" id="{8E5C2965-F2D3-9143-F173-BA0F2DD2090F}"/>
                    </a:ext>
                  </a:extLst>
                </p:cNvPr>
                <p:cNvSpPr/>
                <p:nvPr/>
              </p:nvSpPr>
              <p:spPr>
                <a:xfrm>
                  <a:off x="1658511" y="1424545"/>
                  <a:ext cx="142811" cy="82792"/>
                </a:xfrm>
                <a:custGeom>
                  <a:avLst/>
                  <a:gdLst/>
                  <a:ahLst/>
                  <a:cxnLst/>
                  <a:rect l="l" t="t" r="r" b="b"/>
                  <a:pathLst>
                    <a:path w="4371" h="2534" extrusionOk="0">
                      <a:moveTo>
                        <a:pt x="381" y="0"/>
                      </a:moveTo>
                      <a:lnTo>
                        <a:pt x="1" y="222"/>
                      </a:lnTo>
                      <a:lnTo>
                        <a:pt x="3991" y="2534"/>
                      </a:lnTo>
                      <a:lnTo>
                        <a:pt x="4371" y="2312"/>
                      </a:lnTo>
                      <a:lnTo>
                        <a:pt x="381" y="0"/>
                      </a:lnTo>
                      <a:close/>
                    </a:path>
                  </a:pathLst>
                </a:custGeom>
                <a:solidFill>
                  <a:srgbClr val="1B1F26"/>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306" name="Google Shape;4075;p38">
                  <a:extLst>
                    <a:ext uri="{FF2B5EF4-FFF2-40B4-BE49-F238E27FC236}">
                      <a16:creationId xmlns:a16="http://schemas.microsoft.com/office/drawing/2014/main" id="{62F8CCDD-E996-12CE-184D-CCDF61F4488B}"/>
                    </a:ext>
                  </a:extLst>
                </p:cNvPr>
                <p:cNvSpPr/>
                <p:nvPr/>
              </p:nvSpPr>
              <p:spPr>
                <a:xfrm>
                  <a:off x="2164477" y="1840498"/>
                  <a:ext cx="523609" cy="2196703"/>
                </a:xfrm>
                <a:custGeom>
                  <a:avLst/>
                  <a:gdLst/>
                  <a:ahLst/>
                  <a:cxnLst/>
                  <a:rect l="l" t="t" r="r" b="b"/>
                  <a:pathLst>
                    <a:path w="16026" h="67234" extrusionOk="0">
                      <a:moveTo>
                        <a:pt x="16025" y="0"/>
                      </a:moveTo>
                      <a:lnTo>
                        <a:pt x="1" y="9279"/>
                      </a:lnTo>
                      <a:lnTo>
                        <a:pt x="1" y="67233"/>
                      </a:lnTo>
                      <a:lnTo>
                        <a:pt x="16025" y="57954"/>
                      </a:lnTo>
                      <a:lnTo>
                        <a:pt x="16025" y="0"/>
                      </a:lnTo>
                      <a:close/>
                    </a:path>
                  </a:pathLst>
                </a:custGeom>
                <a:solidFill>
                  <a:srgbClr val="990099"/>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307" name="Google Shape;4076;p38">
                  <a:extLst>
                    <a:ext uri="{FF2B5EF4-FFF2-40B4-BE49-F238E27FC236}">
                      <a16:creationId xmlns:a16="http://schemas.microsoft.com/office/drawing/2014/main" id="{0EA77B48-501D-F99D-4BCF-7E0E1BDD953B}"/>
                    </a:ext>
                  </a:extLst>
                </p:cNvPr>
                <p:cNvSpPr/>
                <p:nvPr/>
              </p:nvSpPr>
              <p:spPr>
                <a:xfrm>
                  <a:off x="1596433" y="1815667"/>
                  <a:ext cx="568077" cy="2221534"/>
                </a:xfrm>
                <a:custGeom>
                  <a:avLst/>
                  <a:gdLst/>
                  <a:ahLst/>
                  <a:cxnLst/>
                  <a:rect l="l" t="t" r="r" b="b"/>
                  <a:pathLst>
                    <a:path w="17387" h="67994" extrusionOk="0">
                      <a:moveTo>
                        <a:pt x="0" y="0"/>
                      </a:moveTo>
                      <a:lnTo>
                        <a:pt x="0" y="57954"/>
                      </a:lnTo>
                      <a:lnTo>
                        <a:pt x="17387" y="67993"/>
                      </a:lnTo>
                      <a:lnTo>
                        <a:pt x="17387" y="10039"/>
                      </a:lnTo>
                      <a:lnTo>
                        <a:pt x="0" y="0"/>
                      </a:lnTo>
                      <a:close/>
                    </a:path>
                  </a:pathLst>
                </a:custGeom>
                <a:solidFill>
                  <a:srgbClr val="22283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308" name="Google Shape;4077;p38">
                  <a:extLst>
                    <a:ext uri="{FF2B5EF4-FFF2-40B4-BE49-F238E27FC236}">
                      <a16:creationId xmlns:a16="http://schemas.microsoft.com/office/drawing/2014/main" id="{109282EE-94A8-1DC4-0BEF-8BCD4F6FAD5C}"/>
                    </a:ext>
                  </a:extLst>
                </p:cNvPr>
                <p:cNvSpPr/>
                <p:nvPr/>
              </p:nvSpPr>
              <p:spPr>
                <a:xfrm>
                  <a:off x="1621264" y="1920023"/>
                  <a:ext cx="518415" cy="2102671"/>
                </a:xfrm>
                <a:custGeom>
                  <a:avLst/>
                  <a:gdLst/>
                  <a:ahLst/>
                  <a:cxnLst/>
                  <a:rect l="l" t="t" r="r" b="b"/>
                  <a:pathLst>
                    <a:path w="15867" h="64356" extrusionOk="0">
                      <a:moveTo>
                        <a:pt x="293" y="1"/>
                      </a:moveTo>
                      <a:cubicBezTo>
                        <a:pt x="113" y="1"/>
                        <a:pt x="0" y="136"/>
                        <a:pt x="0" y="385"/>
                      </a:cubicBezTo>
                      <a:lnTo>
                        <a:pt x="0" y="55204"/>
                      </a:lnTo>
                      <a:lnTo>
                        <a:pt x="15867" y="64356"/>
                      </a:lnTo>
                      <a:lnTo>
                        <a:pt x="15867" y="9569"/>
                      </a:lnTo>
                      <a:cubicBezTo>
                        <a:pt x="15867" y="9220"/>
                        <a:pt x="15645" y="8777"/>
                        <a:pt x="15328" y="8619"/>
                      </a:cubicBezTo>
                      <a:lnTo>
                        <a:pt x="539" y="68"/>
                      </a:lnTo>
                      <a:cubicBezTo>
                        <a:pt x="448" y="23"/>
                        <a:pt x="365" y="1"/>
                        <a:pt x="293" y="1"/>
                      </a:cubicBezTo>
                      <a:close/>
                    </a:path>
                  </a:pathLst>
                </a:custGeom>
                <a:solidFill>
                  <a:srgbClr val="22283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309" name="Google Shape;4078;p38">
                  <a:extLst>
                    <a:ext uri="{FF2B5EF4-FFF2-40B4-BE49-F238E27FC236}">
                      <a16:creationId xmlns:a16="http://schemas.microsoft.com/office/drawing/2014/main" id="{5ACEBAEC-8441-51DD-B549-1075F9EB1E63}"/>
                    </a:ext>
                  </a:extLst>
                </p:cNvPr>
                <p:cNvSpPr/>
                <p:nvPr/>
              </p:nvSpPr>
              <p:spPr>
                <a:xfrm>
                  <a:off x="1636783" y="1946488"/>
                  <a:ext cx="487376" cy="387790"/>
                </a:xfrm>
                <a:custGeom>
                  <a:avLst/>
                  <a:gdLst/>
                  <a:ahLst/>
                  <a:cxnLst/>
                  <a:rect l="l" t="t" r="r" b="b"/>
                  <a:pathLst>
                    <a:path w="14917" h="11869" extrusionOk="0">
                      <a:moveTo>
                        <a:pt x="244" y="0"/>
                      </a:moveTo>
                      <a:cubicBezTo>
                        <a:pt x="102" y="0"/>
                        <a:pt x="1" y="118"/>
                        <a:pt x="1" y="303"/>
                      </a:cubicBezTo>
                      <a:lnTo>
                        <a:pt x="1" y="2932"/>
                      </a:lnTo>
                      <a:cubicBezTo>
                        <a:pt x="1" y="3217"/>
                        <a:pt x="191" y="3533"/>
                        <a:pt x="412" y="3692"/>
                      </a:cubicBezTo>
                      <a:lnTo>
                        <a:pt x="14505" y="11799"/>
                      </a:lnTo>
                      <a:cubicBezTo>
                        <a:pt x="14572" y="11847"/>
                        <a:pt x="14637" y="11869"/>
                        <a:pt x="14694" y="11869"/>
                      </a:cubicBezTo>
                      <a:cubicBezTo>
                        <a:pt x="14824" y="11869"/>
                        <a:pt x="14917" y="11754"/>
                        <a:pt x="14917" y="11577"/>
                      </a:cubicBezTo>
                      <a:lnTo>
                        <a:pt x="14917" y="8949"/>
                      </a:lnTo>
                      <a:cubicBezTo>
                        <a:pt x="14917" y="8664"/>
                        <a:pt x="14727" y="8315"/>
                        <a:pt x="14505" y="8189"/>
                      </a:cubicBezTo>
                      <a:lnTo>
                        <a:pt x="412" y="50"/>
                      </a:lnTo>
                      <a:cubicBezTo>
                        <a:pt x="353" y="16"/>
                        <a:pt x="296" y="0"/>
                        <a:pt x="244" y="0"/>
                      </a:cubicBezTo>
                      <a:close/>
                    </a:path>
                  </a:pathLst>
                </a:custGeom>
                <a:solidFill>
                  <a:srgbClr val="DD915E"/>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310" name="Google Shape;4079;p38">
                  <a:extLst>
                    <a:ext uri="{FF2B5EF4-FFF2-40B4-BE49-F238E27FC236}">
                      <a16:creationId xmlns:a16="http://schemas.microsoft.com/office/drawing/2014/main" id="{F8EE0875-217E-DCC9-CA48-00CAC142D100}"/>
                    </a:ext>
                  </a:extLst>
                </p:cNvPr>
                <p:cNvSpPr/>
                <p:nvPr/>
              </p:nvSpPr>
              <p:spPr>
                <a:xfrm>
                  <a:off x="1660569" y="1983277"/>
                  <a:ext cx="164571" cy="102461"/>
                </a:xfrm>
                <a:custGeom>
                  <a:avLst/>
                  <a:gdLst/>
                  <a:ahLst/>
                  <a:cxnLst/>
                  <a:rect l="l" t="t" r="r" b="b"/>
                  <a:pathLst>
                    <a:path w="5037" h="3136" extrusionOk="0">
                      <a:moveTo>
                        <a:pt x="1" y="1"/>
                      </a:moveTo>
                      <a:lnTo>
                        <a:pt x="1" y="222"/>
                      </a:lnTo>
                      <a:lnTo>
                        <a:pt x="5036" y="3136"/>
                      </a:lnTo>
                      <a:lnTo>
                        <a:pt x="5036" y="2914"/>
                      </a:lnTo>
                      <a:lnTo>
                        <a:pt x="1" y="1"/>
                      </a:lnTo>
                      <a:close/>
                    </a:path>
                  </a:pathLst>
                </a:custGeom>
                <a:solidFill>
                  <a:srgbClr val="22283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311" name="Google Shape;4080;p38">
                  <a:extLst>
                    <a:ext uri="{FF2B5EF4-FFF2-40B4-BE49-F238E27FC236}">
                      <a16:creationId xmlns:a16="http://schemas.microsoft.com/office/drawing/2014/main" id="{92CD1CED-7427-1A09-DBB9-EB6151F2388D}"/>
                    </a:ext>
                  </a:extLst>
                </p:cNvPr>
                <p:cNvSpPr/>
                <p:nvPr/>
              </p:nvSpPr>
              <p:spPr>
                <a:xfrm>
                  <a:off x="1660569" y="2010166"/>
                  <a:ext cx="164571" cy="102494"/>
                </a:xfrm>
                <a:custGeom>
                  <a:avLst/>
                  <a:gdLst/>
                  <a:ahLst/>
                  <a:cxnLst/>
                  <a:rect l="l" t="t" r="r" b="b"/>
                  <a:pathLst>
                    <a:path w="5037" h="3137" extrusionOk="0">
                      <a:moveTo>
                        <a:pt x="1" y="1"/>
                      </a:moveTo>
                      <a:lnTo>
                        <a:pt x="1" y="223"/>
                      </a:lnTo>
                      <a:lnTo>
                        <a:pt x="5036" y="3136"/>
                      </a:lnTo>
                      <a:lnTo>
                        <a:pt x="5036" y="2883"/>
                      </a:lnTo>
                      <a:lnTo>
                        <a:pt x="1" y="1"/>
                      </a:lnTo>
                      <a:close/>
                    </a:path>
                  </a:pathLst>
                </a:custGeom>
                <a:solidFill>
                  <a:srgbClr val="22283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312" name="Google Shape;4081;p38">
                  <a:extLst>
                    <a:ext uri="{FF2B5EF4-FFF2-40B4-BE49-F238E27FC236}">
                      <a16:creationId xmlns:a16="http://schemas.microsoft.com/office/drawing/2014/main" id="{BC43F538-9210-0734-3366-0016BEEB5F99}"/>
                    </a:ext>
                  </a:extLst>
                </p:cNvPr>
                <p:cNvSpPr/>
                <p:nvPr/>
              </p:nvSpPr>
              <p:spPr>
                <a:xfrm>
                  <a:off x="1660569" y="2036043"/>
                  <a:ext cx="164571" cy="102461"/>
                </a:xfrm>
                <a:custGeom>
                  <a:avLst/>
                  <a:gdLst/>
                  <a:ahLst/>
                  <a:cxnLst/>
                  <a:rect l="l" t="t" r="r" b="b"/>
                  <a:pathLst>
                    <a:path w="5037" h="3136" extrusionOk="0">
                      <a:moveTo>
                        <a:pt x="1" y="1"/>
                      </a:moveTo>
                      <a:lnTo>
                        <a:pt x="1" y="254"/>
                      </a:lnTo>
                      <a:lnTo>
                        <a:pt x="5036" y="3136"/>
                      </a:lnTo>
                      <a:lnTo>
                        <a:pt x="5036" y="2914"/>
                      </a:lnTo>
                      <a:lnTo>
                        <a:pt x="1" y="1"/>
                      </a:lnTo>
                      <a:close/>
                    </a:path>
                  </a:pathLst>
                </a:custGeom>
                <a:solidFill>
                  <a:srgbClr val="22283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313" name="Google Shape;4082;p38">
                  <a:extLst>
                    <a:ext uri="{FF2B5EF4-FFF2-40B4-BE49-F238E27FC236}">
                      <a16:creationId xmlns:a16="http://schemas.microsoft.com/office/drawing/2014/main" id="{87B75C79-4E0C-DAF4-95AF-2DB8AB4913C4}"/>
                    </a:ext>
                  </a:extLst>
                </p:cNvPr>
                <p:cNvSpPr/>
                <p:nvPr/>
              </p:nvSpPr>
              <p:spPr>
                <a:xfrm>
                  <a:off x="1968932" y="2184866"/>
                  <a:ext cx="22773" cy="28327"/>
                </a:xfrm>
                <a:custGeom>
                  <a:avLst/>
                  <a:gdLst/>
                  <a:ahLst/>
                  <a:cxnLst/>
                  <a:rect l="l" t="t" r="r" b="b"/>
                  <a:pathLst>
                    <a:path w="697" h="867" extrusionOk="0">
                      <a:moveTo>
                        <a:pt x="205" y="0"/>
                      </a:moveTo>
                      <a:cubicBezTo>
                        <a:pt x="85" y="0"/>
                        <a:pt x="0" y="89"/>
                        <a:pt x="0" y="228"/>
                      </a:cubicBezTo>
                      <a:cubicBezTo>
                        <a:pt x="0" y="449"/>
                        <a:pt x="159" y="703"/>
                        <a:pt x="349" y="829"/>
                      </a:cubicBezTo>
                      <a:cubicBezTo>
                        <a:pt x="400" y="855"/>
                        <a:pt x="448" y="867"/>
                        <a:pt x="492" y="867"/>
                      </a:cubicBezTo>
                      <a:cubicBezTo>
                        <a:pt x="612" y="867"/>
                        <a:pt x="697" y="778"/>
                        <a:pt x="697" y="639"/>
                      </a:cubicBezTo>
                      <a:cubicBezTo>
                        <a:pt x="697" y="418"/>
                        <a:pt x="539" y="164"/>
                        <a:pt x="349" y="38"/>
                      </a:cubicBezTo>
                      <a:cubicBezTo>
                        <a:pt x="298" y="12"/>
                        <a:pt x="249" y="0"/>
                        <a:pt x="205" y="0"/>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314" name="Google Shape;4083;p38">
                  <a:extLst>
                    <a:ext uri="{FF2B5EF4-FFF2-40B4-BE49-F238E27FC236}">
                      <a16:creationId xmlns:a16="http://schemas.microsoft.com/office/drawing/2014/main" id="{1DF6CE13-6103-C3D5-2EE5-C58911C97D4A}"/>
                    </a:ext>
                  </a:extLst>
                </p:cNvPr>
                <p:cNvSpPr/>
                <p:nvPr/>
              </p:nvSpPr>
              <p:spPr>
                <a:xfrm>
                  <a:off x="2016536" y="2212442"/>
                  <a:ext cx="23818" cy="28523"/>
                </a:xfrm>
                <a:custGeom>
                  <a:avLst/>
                  <a:gdLst/>
                  <a:ahLst/>
                  <a:cxnLst/>
                  <a:rect l="l" t="t" r="r" b="b"/>
                  <a:pathLst>
                    <a:path w="729" h="873" extrusionOk="0">
                      <a:moveTo>
                        <a:pt x="201" y="1"/>
                      </a:moveTo>
                      <a:cubicBezTo>
                        <a:pt x="174" y="1"/>
                        <a:pt x="149" y="6"/>
                        <a:pt x="127" y="17"/>
                      </a:cubicBezTo>
                      <a:cubicBezTo>
                        <a:pt x="0" y="112"/>
                        <a:pt x="0" y="334"/>
                        <a:pt x="127" y="587"/>
                      </a:cubicBezTo>
                      <a:cubicBezTo>
                        <a:pt x="224" y="758"/>
                        <a:pt x="378" y="872"/>
                        <a:pt x="502" y="872"/>
                      </a:cubicBezTo>
                      <a:cubicBezTo>
                        <a:pt x="539" y="872"/>
                        <a:pt x="573" y="862"/>
                        <a:pt x="602" y="840"/>
                      </a:cubicBezTo>
                      <a:cubicBezTo>
                        <a:pt x="728" y="777"/>
                        <a:pt x="728" y="524"/>
                        <a:pt x="602" y="302"/>
                      </a:cubicBezTo>
                      <a:cubicBezTo>
                        <a:pt x="497" y="119"/>
                        <a:pt x="328" y="1"/>
                        <a:pt x="201" y="1"/>
                      </a:cubicBezTo>
                      <a:close/>
                    </a:path>
                  </a:pathLst>
                </a:custGeom>
                <a:solidFill>
                  <a:srgbClr val="30475E"/>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315" name="Google Shape;4084;p38">
                  <a:extLst>
                    <a:ext uri="{FF2B5EF4-FFF2-40B4-BE49-F238E27FC236}">
                      <a16:creationId xmlns:a16="http://schemas.microsoft.com/office/drawing/2014/main" id="{DFABF868-3CEE-7794-DE47-4C5AC21E754E}"/>
                    </a:ext>
                  </a:extLst>
                </p:cNvPr>
                <p:cNvSpPr/>
                <p:nvPr/>
              </p:nvSpPr>
              <p:spPr>
                <a:xfrm>
                  <a:off x="2064107" y="2240377"/>
                  <a:ext cx="23851" cy="28098"/>
                </a:xfrm>
                <a:custGeom>
                  <a:avLst/>
                  <a:gdLst/>
                  <a:ahLst/>
                  <a:cxnLst/>
                  <a:rect l="l" t="t" r="r" b="b"/>
                  <a:pathLst>
                    <a:path w="730" h="860" extrusionOk="0">
                      <a:moveTo>
                        <a:pt x="201" y="1"/>
                      </a:moveTo>
                      <a:cubicBezTo>
                        <a:pt x="175" y="1"/>
                        <a:pt x="150" y="6"/>
                        <a:pt x="128" y="17"/>
                      </a:cubicBezTo>
                      <a:cubicBezTo>
                        <a:pt x="1" y="80"/>
                        <a:pt x="1" y="334"/>
                        <a:pt x="128" y="555"/>
                      </a:cubicBezTo>
                      <a:cubicBezTo>
                        <a:pt x="229" y="758"/>
                        <a:pt x="391" y="859"/>
                        <a:pt x="517" y="859"/>
                      </a:cubicBezTo>
                      <a:cubicBezTo>
                        <a:pt x="548" y="859"/>
                        <a:pt x="577" y="853"/>
                        <a:pt x="603" y="840"/>
                      </a:cubicBezTo>
                      <a:cubicBezTo>
                        <a:pt x="729" y="777"/>
                        <a:pt x="729" y="524"/>
                        <a:pt x="603" y="302"/>
                      </a:cubicBezTo>
                      <a:cubicBezTo>
                        <a:pt x="498" y="119"/>
                        <a:pt x="329" y="1"/>
                        <a:pt x="201" y="1"/>
                      </a:cubicBezTo>
                      <a:close/>
                    </a:path>
                  </a:pathLst>
                </a:custGeom>
                <a:solidFill>
                  <a:srgbClr val="22283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316" name="Google Shape;4085;p38">
                  <a:extLst>
                    <a:ext uri="{FF2B5EF4-FFF2-40B4-BE49-F238E27FC236}">
                      <a16:creationId xmlns:a16="http://schemas.microsoft.com/office/drawing/2014/main" id="{CD3F7447-3CD6-0A99-1611-10BA1858881E}"/>
                    </a:ext>
                  </a:extLst>
                </p:cNvPr>
                <p:cNvSpPr/>
                <p:nvPr/>
              </p:nvSpPr>
              <p:spPr>
                <a:xfrm>
                  <a:off x="1636783" y="2084954"/>
                  <a:ext cx="487376" cy="387496"/>
                </a:xfrm>
                <a:custGeom>
                  <a:avLst/>
                  <a:gdLst/>
                  <a:ahLst/>
                  <a:cxnLst/>
                  <a:rect l="l" t="t" r="r" b="b"/>
                  <a:pathLst>
                    <a:path w="14917" h="11860" extrusionOk="0">
                      <a:moveTo>
                        <a:pt x="230" y="0"/>
                      </a:moveTo>
                      <a:cubicBezTo>
                        <a:pt x="96" y="0"/>
                        <a:pt x="1" y="107"/>
                        <a:pt x="1" y="309"/>
                      </a:cubicBezTo>
                      <a:lnTo>
                        <a:pt x="1" y="2937"/>
                      </a:lnTo>
                      <a:cubicBezTo>
                        <a:pt x="1" y="3222"/>
                        <a:pt x="191" y="3539"/>
                        <a:pt x="412" y="3697"/>
                      </a:cubicBezTo>
                      <a:lnTo>
                        <a:pt x="14505" y="11805"/>
                      </a:lnTo>
                      <a:cubicBezTo>
                        <a:pt x="14570" y="11842"/>
                        <a:pt x="14632" y="11860"/>
                        <a:pt x="14687" y="11860"/>
                      </a:cubicBezTo>
                      <a:cubicBezTo>
                        <a:pt x="14821" y="11860"/>
                        <a:pt x="14917" y="11753"/>
                        <a:pt x="14917" y="11551"/>
                      </a:cubicBezTo>
                      <a:lnTo>
                        <a:pt x="14917" y="8923"/>
                      </a:lnTo>
                      <a:cubicBezTo>
                        <a:pt x="14917" y="8669"/>
                        <a:pt x="14727" y="8321"/>
                        <a:pt x="14505" y="8194"/>
                      </a:cubicBezTo>
                      <a:lnTo>
                        <a:pt x="412" y="55"/>
                      </a:lnTo>
                      <a:cubicBezTo>
                        <a:pt x="348" y="18"/>
                        <a:pt x="286" y="0"/>
                        <a:pt x="230" y="0"/>
                      </a:cubicBezTo>
                      <a:close/>
                    </a:path>
                  </a:pathLst>
                </a:custGeom>
                <a:solidFill>
                  <a:srgbClr val="DD915E"/>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317" name="Google Shape;4086;p38">
                  <a:extLst>
                    <a:ext uri="{FF2B5EF4-FFF2-40B4-BE49-F238E27FC236}">
                      <a16:creationId xmlns:a16="http://schemas.microsoft.com/office/drawing/2014/main" id="{FF1178A9-2827-81A7-6B8E-E4F6FC9853BA}"/>
                    </a:ext>
                  </a:extLst>
                </p:cNvPr>
                <p:cNvSpPr/>
                <p:nvPr/>
              </p:nvSpPr>
              <p:spPr>
                <a:xfrm>
                  <a:off x="1660569" y="2121939"/>
                  <a:ext cx="164571" cy="102461"/>
                </a:xfrm>
                <a:custGeom>
                  <a:avLst/>
                  <a:gdLst/>
                  <a:ahLst/>
                  <a:cxnLst/>
                  <a:rect l="l" t="t" r="r" b="b"/>
                  <a:pathLst>
                    <a:path w="5037" h="3136" extrusionOk="0">
                      <a:moveTo>
                        <a:pt x="1" y="0"/>
                      </a:moveTo>
                      <a:lnTo>
                        <a:pt x="1" y="222"/>
                      </a:lnTo>
                      <a:lnTo>
                        <a:pt x="5036" y="3135"/>
                      </a:lnTo>
                      <a:lnTo>
                        <a:pt x="5036" y="2882"/>
                      </a:lnTo>
                      <a:lnTo>
                        <a:pt x="1" y="0"/>
                      </a:lnTo>
                      <a:close/>
                    </a:path>
                  </a:pathLst>
                </a:custGeom>
                <a:solidFill>
                  <a:srgbClr val="22283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318" name="Google Shape;4087;p38">
                  <a:extLst>
                    <a:ext uri="{FF2B5EF4-FFF2-40B4-BE49-F238E27FC236}">
                      <a16:creationId xmlns:a16="http://schemas.microsoft.com/office/drawing/2014/main" id="{55445F4E-EB08-5BDF-D82B-E4F1D342E6E8}"/>
                    </a:ext>
                  </a:extLst>
                </p:cNvPr>
                <p:cNvSpPr/>
                <p:nvPr/>
              </p:nvSpPr>
              <p:spPr>
                <a:xfrm>
                  <a:off x="1660569" y="2147783"/>
                  <a:ext cx="164571" cy="102494"/>
                </a:xfrm>
                <a:custGeom>
                  <a:avLst/>
                  <a:gdLst/>
                  <a:ahLst/>
                  <a:cxnLst/>
                  <a:rect l="l" t="t" r="r" b="b"/>
                  <a:pathLst>
                    <a:path w="5037" h="3137" extrusionOk="0">
                      <a:moveTo>
                        <a:pt x="1" y="1"/>
                      </a:moveTo>
                      <a:lnTo>
                        <a:pt x="1" y="254"/>
                      </a:lnTo>
                      <a:lnTo>
                        <a:pt x="5036" y="3136"/>
                      </a:lnTo>
                      <a:lnTo>
                        <a:pt x="5036" y="2914"/>
                      </a:lnTo>
                      <a:lnTo>
                        <a:pt x="1" y="1"/>
                      </a:lnTo>
                      <a:close/>
                    </a:path>
                  </a:pathLst>
                </a:custGeom>
                <a:solidFill>
                  <a:srgbClr val="22283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319" name="Google Shape;4088;p38">
                  <a:extLst>
                    <a:ext uri="{FF2B5EF4-FFF2-40B4-BE49-F238E27FC236}">
                      <a16:creationId xmlns:a16="http://schemas.microsoft.com/office/drawing/2014/main" id="{2ABDE5BF-6156-26AA-EE64-EE1BBD0CD953}"/>
                    </a:ext>
                  </a:extLst>
                </p:cNvPr>
                <p:cNvSpPr/>
                <p:nvPr/>
              </p:nvSpPr>
              <p:spPr>
                <a:xfrm>
                  <a:off x="1660569" y="2174705"/>
                  <a:ext cx="164571" cy="102461"/>
                </a:xfrm>
                <a:custGeom>
                  <a:avLst/>
                  <a:gdLst/>
                  <a:ahLst/>
                  <a:cxnLst/>
                  <a:rect l="l" t="t" r="r" b="b"/>
                  <a:pathLst>
                    <a:path w="5037" h="3136" extrusionOk="0">
                      <a:moveTo>
                        <a:pt x="1" y="0"/>
                      </a:moveTo>
                      <a:lnTo>
                        <a:pt x="1" y="222"/>
                      </a:lnTo>
                      <a:lnTo>
                        <a:pt x="5036" y="3135"/>
                      </a:lnTo>
                      <a:lnTo>
                        <a:pt x="5036" y="2882"/>
                      </a:lnTo>
                      <a:lnTo>
                        <a:pt x="1" y="0"/>
                      </a:lnTo>
                      <a:close/>
                    </a:path>
                  </a:pathLst>
                </a:custGeom>
                <a:solidFill>
                  <a:srgbClr val="22283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320" name="Google Shape;4089;p38">
                  <a:extLst>
                    <a:ext uri="{FF2B5EF4-FFF2-40B4-BE49-F238E27FC236}">
                      <a16:creationId xmlns:a16="http://schemas.microsoft.com/office/drawing/2014/main" id="{981D5BCA-7EBF-804F-2CF3-977F0E3B2817}"/>
                    </a:ext>
                  </a:extLst>
                </p:cNvPr>
                <p:cNvSpPr/>
                <p:nvPr/>
              </p:nvSpPr>
              <p:spPr>
                <a:xfrm>
                  <a:off x="1967886" y="2323169"/>
                  <a:ext cx="23818" cy="28490"/>
                </a:xfrm>
                <a:custGeom>
                  <a:avLst/>
                  <a:gdLst/>
                  <a:ahLst/>
                  <a:cxnLst/>
                  <a:rect l="l" t="t" r="r" b="b"/>
                  <a:pathLst>
                    <a:path w="729" h="872" extrusionOk="0">
                      <a:moveTo>
                        <a:pt x="201" y="0"/>
                      </a:moveTo>
                      <a:cubicBezTo>
                        <a:pt x="174" y="0"/>
                        <a:pt x="149" y="6"/>
                        <a:pt x="127" y="17"/>
                      </a:cubicBezTo>
                      <a:cubicBezTo>
                        <a:pt x="1" y="112"/>
                        <a:pt x="1" y="333"/>
                        <a:pt x="127" y="587"/>
                      </a:cubicBezTo>
                      <a:cubicBezTo>
                        <a:pt x="225" y="757"/>
                        <a:pt x="379" y="872"/>
                        <a:pt x="502" y="872"/>
                      </a:cubicBezTo>
                      <a:cubicBezTo>
                        <a:pt x="539" y="872"/>
                        <a:pt x="573" y="862"/>
                        <a:pt x="602" y="840"/>
                      </a:cubicBezTo>
                      <a:cubicBezTo>
                        <a:pt x="729" y="777"/>
                        <a:pt x="729" y="523"/>
                        <a:pt x="602" y="302"/>
                      </a:cubicBezTo>
                      <a:cubicBezTo>
                        <a:pt x="498" y="119"/>
                        <a:pt x="328" y="0"/>
                        <a:pt x="201" y="0"/>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321" name="Google Shape;4090;p38">
                  <a:extLst>
                    <a:ext uri="{FF2B5EF4-FFF2-40B4-BE49-F238E27FC236}">
                      <a16:creationId xmlns:a16="http://schemas.microsoft.com/office/drawing/2014/main" id="{950F3BBA-0FAF-3698-E615-2FE57ECA68C4}"/>
                    </a:ext>
                  </a:extLst>
                </p:cNvPr>
                <p:cNvSpPr/>
                <p:nvPr/>
              </p:nvSpPr>
              <p:spPr>
                <a:xfrm>
                  <a:off x="2017549" y="2351267"/>
                  <a:ext cx="21760" cy="28131"/>
                </a:xfrm>
                <a:custGeom>
                  <a:avLst/>
                  <a:gdLst/>
                  <a:ahLst/>
                  <a:cxnLst/>
                  <a:rect l="l" t="t" r="r" b="b"/>
                  <a:pathLst>
                    <a:path w="666" h="861" extrusionOk="0">
                      <a:moveTo>
                        <a:pt x="179" y="1"/>
                      </a:moveTo>
                      <a:cubicBezTo>
                        <a:pt x="78" y="1"/>
                        <a:pt x="1" y="78"/>
                        <a:pt x="1" y="233"/>
                      </a:cubicBezTo>
                      <a:cubicBezTo>
                        <a:pt x="1" y="455"/>
                        <a:pt x="159" y="708"/>
                        <a:pt x="317" y="803"/>
                      </a:cubicBezTo>
                      <a:cubicBezTo>
                        <a:pt x="376" y="842"/>
                        <a:pt x="431" y="860"/>
                        <a:pt x="479" y="860"/>
                      </a:cubicBezTo>
                      <a:cubicBezTo>
                        <a:pt x="589" y="860"/>
                        <a:pt x="666" y="767"/>
                        <a:pt x="666" y="613"/>
                      </a:cubicBezTo>
                      <a:cubicBezTo>
                        <a:pt x="666" y="423"/>
                        <a:pt x="507" y="138"/>
                        <a:pt x="317" y="43"/>
                      </a:cubicBezTo>
                      <a:cubicBezTo>
                        <a:pt x="270" y="15"/>
                        <a:pt x="222" y="1"/>
                        <a:pt x="179" y="1"/>
                      </a:cubicBezTo>
                      <a:close/>
                    </a:path>
                  </a:pathLst>
                </a:custGeom>
                <a:solidFill>
                  <a:srgbClr val="30475E"/>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322" name="Google Shape;4091;p38">
                  <a:extLst>
                    <a:ext uri="{FF2B5EF4-FFF2-40B4-BE49-F238E27FC236}">
                      <a16:creationId xmlns:a16="http://schemas.microsoft.com/office/drawing/2014/main" id="{F156D410-659C-5A4B-13DD-231E6708C14A}"/>
                    </a:ext>
                  </a:extLst>
                </p:cNvPr>
                <p:cNvSpPr/>
                <p:nvPr/>
              </p:nvSpPr>
              <p:spPr>
                <a:xfrm>
                  <a:off x="2064107" y="2378516"/>
                  <a:ext cx="23851" cy="28523"/>
                </a:xfrm>
                <a:custGeom>
                  <a:avLst/>
                  <a:gdLst/>
                  <a:ahLst/>
                  <a:cxnLst/>
                  <a:rect l="l" t="t" r="r" b="b"/>
                  <a:pathLst>
                    <a:path w="730" h="873" extrusionOk="0">
                      <a:moveTo>
                        <a:pt x="227" y="1"/>
                      </a:moveTo>
                      <a:cubicBezTo>
                        <a:pt x="191" y="1"/>
                        <a:pt x="157" y="11"/>
                        <a:pt x="128" y="33"/>
                      </a:cubicBezTo>
                      <a:cubicBezTo>
                        <a:pt x="1" y="96"/>
                        <a:pt x="1" y="349"/>
                        <a:pt x="128" y="571"/>
                      </a:cubicBezTo>
                      <a:cubicBezTo>
                        <a:pt x="232" y="754"/>
                        <a:pt x="401" y="872"/>
                        <a:pt x="529" y="872"/>
                      </a:cubicBezTo>
                      <a:cubicBezTo>
                        <a:pt x="556" y="872"/>
                        <a:pt x="580" y="867"/>
                        <a:pt x="603" y="856"/>
                      </a:cubicBezTo>
                      <a:cubicBezTo>
                        <a:pt x="729" y="761"/>
                        <a:pt x="729" y="539"/>
                        <a:pt x="603" y="286"/>
                      </a:cubicBezTo>
                      <a:cubicBezTo>
                        <a:pt x="505" y="115"/>
                        <a:pt x="351" y="1"/>
                        <a:pt x="227" y="1"/>
                      </a:cubicBezTo>
                      <a:close/>
                    </a:path>
                  </a:pathLst>
                </a:custGeom>
                <a:solidFill>
                  <a:srgbClr val="22283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323" name="Google Shape;4092;p38">
                  <a:extLst>
                    <a:ext uri="{FF2B5EF4-FFF2-40B4-BE49-F238E27FC236}">
                      <a16:creationId xmlns:a16="http://schemas.microsoft.com/office/drawing/2014/main" id="{9CCF8667-387D-D8D5-291D-268812432024}"/>
                    </a:ext>
                  </a:extLst>
                </p:cNvPr>
                <p:cNvSpPr/>
                <p:nvPr/>
              </p:nvSpPr>
              <p:spPr>
                <a:xfrm>
                  <a:off x="1636783" y="2223583"/>
                  <a:ext cx="487376" cy="387529"/>
                </a:xfrm>
                <a:custGeom>
                  <a:avLst/>
                  <a:gdLst/>
                  <a:ahLst/>
                  <a:cxnLst/>
                  <a:rect l="l" t="t" r="r" b="b"/>
                  <a:pathLst>
                    <a:path w="14917" h="11861" extrusionOk="0">
                      <a:moveTo>
                        <a:pt x="230" y="1"/>
                      </a:moveTo>
                      <a:cubicBezTo>
                        <a:pt x="96" y="1"/>
                        <a:pt x="1" y="108"/>
                        <a:pt x="1" y="309"/>
                      </a:cubicBezTo>
                      <a:lnTo>
                        <a:pt x="1" y="2938"/>
                      </a:lnTo>
                      <a:cubicBezTo>
                        <a:pt x="1" y="3191"/>
                        <a:pt x="191" y="3540"/>
                        <a:pt x="412" y="3666"/>
                      </a:cubicBezTo>
                      <a:lnTo>
                        <a:pt x="14505" y="11805"/>
                      </a:lnTo>
                      <a:cubicBezTo>
                        <a:pt x="14570" y="11842"/>
                        <a:pt x="14632" y="11860"/>
                        <a:pt x="14687" y="11860"/>
                      </a:cubicBezTo>
                      <a:cubicBezTo>
                        <a:pt x="14821" y="11860"/>
                        <a:pt x="14917" y="11754"/>
                        <a:pt x="14917" y="11552"/>
                      </a:cubicBezTo>
                      <a:lnTo>
                        <a:pt x="14917" y="8923"/>
                      </a:lnTo>
                      <a:cubicBezTo>
                        <a:pt x="14917" y="8670"/>
                        <a:pt x="14727" y="8322"/>
                        <a:pt x="14505" y="8195"/>
                      </a:cubicBezTo>
                      <a:lnTo>
                        <a:pt x="412" y="56"/>
                      </a:lnTo>
                      <a:cubicBezTo>
                        <a:pt x="348" y="19"/>
                        <a:pt x="286" y="1"/>
                        <a:pt x="230" y="1"/>
                      </a:cubicBezTo>
                      <a:close/>
                    </a:path>
                  </a:pathLst>
                </a:custGeom>
                <a:solidFill>
                  <a:srgbClr val="DD915E"/>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324" name="Google Shape;4093;p38">
                  <a:extLst>
                    <a:ext uri="{FF2B5EF4-FFF2-40B4-BE49-F238E27FC236}">
                      <a16:creationId xmlns:a16="http://schemas.microsoft.com/office/drawing/2014/main" id="{B1B79A14-4BE8-F9EB-BE3B-0361C6B49118}"/>
                    </a:ext>
                  </a:extLst>
                </p:cNvPr>
                <p:cNvSpPr/>
                <p:nvPr/>
              </p:nvSpPr>
              <p:spPr>
                <a:xfrm>
                  <a:off x="1660569" y="2260568"/>
                  <a:ext cx="164571" cy="102461"/>
                </a:xfrm>
                <a:custGeom>
                  <a:avLst/>
                  <a:gdLst/>
                  <a:ahLst/>
                  <a:cxnLst/>
                  <a:rect l="l" t="t" r="r" b="b"/>
                  <a:pathLst>
                    <a:path w="5037" h="3136" extrusionOk="0">
                      <a:moveTo>
                        <a:pt x="1" y="1"/>
                      </a:moveTo>
                      <a:lnTo>
                        <a:pt x="1" y="222"/>
                      </a:lnTo>
                      <a:lnTo>
                        <a:pt x="5036" y="3136"/>
                      </a:lnTo>
                      <a:lnTo>
                        <a:pt x="5036" y="2883"/>
                      </a:lnTo>
                      <a:lnTo>
                        <a:pt x="1" y="1"/>
                      </a:lnTo>
                      <a:close/>
                    </a:path>
                  </a:pathLst>
                </a:custGeom>
                <a:solidFill>
                  <a:srgbClr val="22283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325" name="Google Shape;4094;p38">
                  <a:extLst>
                    <a:ext uri="{FF2B5EF4-FFF2-40B4-BE49-F238E27FC236}">
                      <a16:creationId xmlns:a16="http://schemas.microsoft.com/office/drawing/2014/main" id="{5416A83B-B779-9B10-52AB-8F69B9462302}"/>
                    </a:ext>
                  </a:extLst>
                </p:cNvPr>
                <p:cNvSpPr/>
                <p:nvPr/>
              </p:nvSpPr>
              <p:spPr>
                <a:xfrm>
                  <a:off x="1660569" y="2286445"/>
                  <a:ext cx="164571" cy="102461"/>
                </a:xfrm>
                <a:custGeom>
                  <a:avLst/>
                  <a:gdLst/>
                  <a:ahLst/>
                  <a:cxnLst/>
                  <a:rect l="l" t="t" r="r" b="b"/>
                  <a:pathLst>
                    <a:path w="5037" h="3136" extrusionOk="0">
                      <a:moveTo>
                        <a:pt x="1" y="0"/>
                      </a:moveTo>
                      <a:lnTo>
                        <a:pt x="1" y="222"/>
                      </a:lnTo>
                      <a:lnTo>
                        <a:pt x="5036" y="3136"/>
                      </a:lnTo>
                      <a:lnTo>
                        <a:pt x="5036" y="2914"/>
                      </a:lnTo>
                      <a:lnTo>
                        <a:pt x="1" y="0"/>
                      </a:lnTo>
                      <a:close/>
                    </a:path>
                  </a:pathLst>
                </a:custGeom>
                <a:solidFill>
                  <a:srgbClr val="22283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326" name="Google Shape;4095;p38">
                  <a:extLst>
                    <a:ext uri="{FF2B5EF4-FFF2-40B4-BE49-F238E27FC236}">
                      <a16:creationId xmlns:a16="http://schemas.microsoft.com/office/drawing/2014/main" id="{0E0C6D94-049D-FC05-901E-4CCEEF0F4A2C}"/>
                    </a:ext>
                  </a:extLst>
                </p:cNvPr>
                <p:cNvSpPr/>
                <p:nvPr/>
              </p:nvSpPr>
              <p:spPr>
                <a:xfrm>
                  <a:off x="1660569" y="2313335"/>
                  <a:ext cx="164571" cy="102494"/>
                </a:xfrm>
                <a:custGeom>
                  <a:avLst/>
                  <a:gdLst/>
                  <a:ahLst/>
                  <a:cxnLst/>
                  <a:rect l="l" t="t" r="r" b="b"/>
                  <a:pathLst>
                    <a:path w="5037" h="3137" extrusionOk="0">
                      <a:moveTo>
                        <a:pt x="1" y="1"/>
                      </a:moveTo>
                      <a:lnTo>
                        <a:pt x="1" y="223"/>
                      </a:lnTo>
                      <a:lnTo>
                        <a:pt x="5036" y="3136"/>
                      </a:lnTo>
                      <a:lnTo>
                        <a:pt x="5036" y="2883"/>
                      </a:lnTo>
                      <a:lnTo>
                        <a:pt x="1" y="1"/>
                      </a:lnTo>
                      <a:close/>
                    </a:path>
                  </a:pathLst>
                </a:custGeom>
                <a:solidFill>
                  <a:srgbClr val="22283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327" name="Google Shape;4096;p38">
                  <a:extLst>
                    <a:ext uri="{FF2B5EF4-FFF2-40B4-BE49-F238E27FC236}">
                      <a16:creationId xmlns:a16="http://schemas.microsoft.com/office/drawing/2014/main" id="{38A8543A-77FB-CB34-6A7E-2B60E1B1D190}"/>
                    </a:ext>
                  </a:extLst>
                </p:cNvPr>
                <p:cNvSpPr/>
                <p:nvPr/>
              </p:nvSpPr>
              <p:spPr>
                <a:xfrm>
                  <a:off x="1967886" y="2461798"/>
                  <a:ext cx="23818" cy="28000"/>
                </a:xfrm>
                <a:custGeom>
                  <a:avLst/>
                  <a:gdLst/>
                  <a:ahLst/>
                  <a:cxnLst/>
                  <a:rect l="l" t="t" r="r" b="b"/>
                  <a:pathLst>
                    <a:path w="729" h="857" extrusionOk="0">
                      <a:moveTo>
                        <a:pt x="201" y="1"/>
                      </a:moveTo>
                      <a:cubicBezTo>
                        <a:pt x="174" y="1"/>
                        <a:pt x="149" y="6"/>
                        <a:pt x="127" y="17"/>
                      </a:cubicBezTo>
                      <a:cubicBezTo>
                        <a:pt x="1" y="81"/>
                        <a:pt x="1" y="334"/>
                        <a:pt x="127" y="556"/>
                      </a:cubicBezTo>
                      <a:cubicBezTo>
                        <a:pt x="232" y="739"/>
                        <a:pt x="401" y="857"/>
                        <a:pt x="528" y="857"/>
                      </a:cubicBezTo>
                      <a:cubicBezTo>
                        <a:pt x="555" y="857"/>
                        <a:pt x="580" y="852"/>
                        <a:pt x="602" y="841"/>
                      </a:cubicBezTo>
                      <a:cubicBezTo>
                        <a:pt x="729" y="777"/>
                        <a:pt x="729" y="524"/>
                        <a:pt x="602" y="302"/>
                      </a:cubicBezTo>
                      <a:cubicBezTo>
                        <a:pt x="498" y="119"/>
                        <a:pt x="328" y="1"/>
                        <a:pt x="201" y="1"/>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328" name="Google Shape;4097;p38">
                  <a:extLst>
                    <a:ext uri="{FF2B5EF4-FFF2-40B4-BE49-F238E27FC236}">
                      <a16:creationId xmlns:a16="http://schemas.microsoft.com/office/drawing/2014/main" id="{CFA3A597-CA39-6AF7-CADF-108BE35ECAD7}"/>
                    </a:ext>
                  </a:extLst>
                </p:cNvPr>
                <p:cNvSpPr/>
                <p:nvPr/>
              </p:nvSpPr>
              <p:spPr>
                <a:xfrm>
                  <a:off x="2016536" y="2489243"/>
                  <a:ext cx="23818" cy="28490"/>
                </a:xfrm>
                <a:custGeom>
                  <a:avLst/>
                  <a:gdLst/>
                  <a:ahLst/>
                  <a:cxnLst/>
                  <a:rect l="l" t="t" r="r" b="b"/>
                  <a:pathLst>
                    <a:path w="729" h="872" extrusionOk="0">
                      <a:moveTo>
                        <a:pt x="227" y="0"/>
                      </a:moveTo>
                      <a:cubicBezTo>
                        <a:pt x="190" y="0"/>
                        <a:pt x="156" y="10"/>
                        <a:pt x="127" y="32"/>
                      </a:cubicBezTo>
                      <a:cubicBezTo>
                        <a:pt x="0" y="96"/>
                        <a:pt x="0" y="349"/>
                        <a:pt x="127" y="571"/>
                      </a:cubicBezTo>
                      <a:cubicBezTo>
                        <a:pt x="231" y="754"/>
                        <a:pt x="401" y="872"/>
                        <a:pt x="528" y="872"/>
                      </a:cubicBezTo>
                      <a:cubicBezTo>
                        <a:pt x="555" y="872"/>
                        <a:pt x="580" y="867"/>
                        <a:pt x="602" y="856"/>
                      </a:cubicBezTo>
                      <a:cubicBezTo>
                        <a:pt x="728" y="761"/>
                        <a:pt x="728" y="539"/>
                        <a:pt x="602" y="286"/>
                      </a:cubicBezTo>
                      <a:cubicBezTo>
                        <a:pt x="504" y="115"/>
                        <a:pt x="350" y="0"/>
                        <a:pt x="227" y="0"/>
                      </a:cubicBezTo>
                      <a:close/>
                    </a:path>
                  </a:pathLst>
                </a:custGeom>
                <a:solidFill>
                  <a:srgbClr val="30475E"/>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329" name="Google Shape;4098;p38">
                  <a:extLst>
                    <a:ext uri="{FF2B5EF4-FFF2-40B4-BE49-F238E27FC236}">
                      <a16:creationId xmlns:a16="http://schemas.microsoft.com/office/drawing/2014/main" id="{518F428D-42AE-AE2C-B5C4-C67979531AAC}"/>
                    </a:ext>
                  </a:extLst>
                </p:cNvPr>
                <p:cNvSpPr/>
                <p:nvPr/>
              </p:nvSpPr>
              <p:spPr>
                <a:xfrm>
                  <a:off x="2064107" y="2517178"/>
                  <a:ext cx="23851" cy="28523"/>
                </a:xfrm>
                <a:custGeom>
                  <a:avLst/>
                  <a:gdLst/>
                  <a:ahLst/>
                  <a:cxnLst/>
                  <a:rect l="l" t="t" r="r" b="b"/>
                  <a:pathLst>
                    <a:path w="730" h="873" extrusionOk="0">
                      <a:moveTo>
                        <a:pt x="227" y="0"/>
                      </a:moveTo>
                      <a:cubicBezTo>
                        <a:pt x="191" y="0"/>
                        <a:pt x="157" y="11"/>
                        <a:pt x="128" y="32"/>
                      </a:cubicBezTo>
                      <a:cubicBezTo>
                        <a:pt x="1" y="96"/>
                        <a:pt x="1" y="349"/>
                        <a:pt x="128" y="571"/>
                      </a:cubicBezTo>
                      <a:cubicBezTo>
                        <a:pt x="232" y="754"/>
                        <a:pt x="401" y="872"/>
                        <a:pt x="529" y="872"/>
                      </a:cubicBezTo>
                      <a:cubicBezTo>
                        <a:pt x="556" y="872"/>
                        <a:pt x="580" y="867"/>
                        <a:pt x="603" y="856"/>
                      </a:cubicBezTo>
                      <a:cubicBezTo>
                        <a:pt x="729" y="761"/>
                        <a:pt x="729" y="507"/>
                        <a:pt x="603" y="286"/>
                      </a:cubicBezTo>
                      <a:cubicBezTo>
                        <a:pt x="505" y="115"/>
                        <a:pt x="351" y="0"/>
                        <a:pt x="227" y="0"/>
                      </a:cubicBezTo>
                      <a:close/>
                    </a:path>
                  </a:pathLst>
                </a:custGeom>
                <a:solidFill>
                  <a:srgbClr val="22283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330" name="Google Shape;4099;p38">
                  <a:extLst>
                    <a:ext uri="{FF2B5EF4-FFF2-40B4-BE49-F238E27FC236}">
                      <a16:creationId xmlns:a16="http://schemas.microsoft.com/office/drawing/2014/main" id="{213993A5-5220-6A48-6168-F9DEBEA280AC}"/>
                    </a:ext>
                  </a:extLst>
                </p:cNvPr>
                <p:cNvSpPr/>
                <p:nvPr/>
              </p:nvSpPr>
              <p:spPr>
                <a:xfrm>
                  <a:off x="1636783" y="2361788"/>
                  <a:ext cx="487376" cy="387790"/>
                </a:xfrm>
                <a:custGeom>
                  <a:avLst/>
                  <a:gdLst/>
                  <a:ahLst/>
                  <a:cxnLst/>
                  <a:rect l="l" t="t" r="r" b="b"/>
                  <a:pathLst>
                    <a:path w="14917" h="11869" extrusionOk="0">
                      <a:moveTo>
                        <a:pt x="227" y="1"/>
                      </a:moveTo>
                      <a:cubicBezTo>
                        <a:pt x="94" y="1"/>
                        <a:pt x="1" y="123"/>
                        <a:pt x="1" y="323"/>
                      </a:cubicBezTo>
                      <a:lnTo>
                        <a:pt x="1" y="2920"/>
                      </a:lnTo>
                      <a:cubicBezTo>
                        <a:pt x="1" y="3205"/>
                        <a:pt x="191" y="3553"/>
                        <a:pt x="412" y="3680"/>
                      </a:cubicBezTo>
                      <a:lnTo>
                        <a:pt x="14505" y="11819"/>
                      </a:lnTo>
                      <a:cubicBezTo>
                        <a:pt x="14564" y="11853"/>
                        <a:pt x="14621" y="11869"/>
                        <a:pt x="14673" y="11869"/>
                      </a:cubicBezTo>
                      <a:cubicBezTo>
                        <a:pt x="14815" y="11869"/>
                        <a:pt x="14917" y="11751"/>
                        <a:pt x="14917" y="11565"/>
                      </a:cubicBezTo>
                      <a:lnTo>
                        <a:pt x="14917" y="8937"/>
                      </a:lnTo>
                      <a:cubicBezTo>
                        <a:pt x="14917" y="8652"/>
                        <a:pt x="14727" y="8335"/>
                        <a:pt x="14505" y="8177"/>
                      </a:cubicBezTo>
                      <a:lnTo>
                        <a:pt x="412" y="70"/>
                      </a:lnTo>
                      <a:cubicBezTo>
                        <a:pt x="346" y="23"/>
                        <a:pt x="283" y="1"/>
                        <a:pt x="227" y="1"/>
                      </a:cubicBezTo>
                      <a:close/>
                    </a:path>
                  </a:pathLst>
                </a:custGeom>
                <a:solidFill>
                  <a:srgbClr val="DD915E"/>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331" name="Google Shape;4100;p38">
                  <a:extLst>
                    <a:ext uri="{FF2B5EF4-FFF2-40B4-BE49-F238E27FC236}">
                      <a16:creationId xmlns:a16="http://schemas.microsoft.com/office/drawing/2014/main" id="{234DF9C7-8E0F-9AFF-75EA-EA8D65EDC114}"/>
                    </a:ext>
                  </a:extLst>
                </p:cNvPr>
                <p:cNvSpPr/>
                <p:nvPr/>
              </p:nvSpPr>
              <p:spPr>
                <a:xfrm>
                  <a:off x="1660569" y="2398185"/>
                  <a:ext cx="164571" cy="102461"/>
                </a:xfrm>
                <a:custGeom>
                  <a:avLst/>
                  <a:gdLst/>
                  <a:ahLst/>
                  <a:cxnLst/>
                  <a:rect l="l" t="t" r="r" b="b"/>
                  <a:pathLst>
                    <a:path w="5037" h="3136" extrusionOk="0">
                      <a:moveTo>
                        <a:pt x="1" y="1"/>
                      </a:moveTo>
                      <a:lnTo>
                        <a:pt x="1" y="254"/>
                      </a:lnTo>
                      <a:lnTo>
                        <a:pt x="5036" y="3136"/>
                      </a:lnTo>
                      <a:lnTo>
                        <a:pt x="5036" y="2914"/>
                      </a:lnTo>
                      <a:lnTo>
                        <a:pt x="1" y="1"/>
                      </a:lnTo>
                      <a:close/>
                    </a:path>
                  </a:pathLst>
                </a:custGeom>
                <a:solidFill>
                  <a:srgbClr val="22283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332" name="Google Shape;4101;p38">
                  <a:extLst>
                    <a:ext uri="{FF2B5EF4-FFF2-40B4-BE49-F238E27FC236}">
                      <a16:creationId xmlns:a16="http://schemas.microsoft.com/office/drawing/2014/main" id="{D8A8C1A4-53DC-1BF1-A62C-88335D91EC43}"/>
                    </a:ext>
                  </a:extLst>
                </p:cNvPr>
                <p:cNvSpPr/>
                <p:nvPr/>
              </p:nvSpPr>
              <p:spPr>
                <a:xfrm>
                  <a:off x="1660569" y="2425107"/>
                  <a:ext cx="164571" cy="102461"/>
                </a:xfrm>
                <a:custGeom>
                  <a:avLst/>
                  <a:gdLst/>
                  <a:ahLst/>
                  <a:cxnLst/>
                  <a:rect l="l" t="t" r="r" b="b"/>
                  <a:pathLst>
                    <a:path w="5037" h="3136" extrusionOk="0">
                      <a:moveTo>
                        <a:pt x="1" y="0"/>
                      </a:moveTo>
                      <a:lnTo>
                        <a:pt x="1" y="222"/>
                      </a:lnTo>
                      <a:lnTo>
                        <a:pt x="5036" y="3135"/>
                      </a:lnTo>
                      <a:lnTo>
                        <a:pt x="5036" y="2882"/>
                      </a:lnTo>
                      <a:lnTo>
                        <a:pt x="1" y="0"/>
                      </a:lnTo>
                      <a:close/>
                    </a:path>
                  </a:pathLst>
                </a:custGeom>
                <a:solidFill>
                  <a:srgbClr val="22283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333" name="Google Shape;4102;p38">
                  <a:extLst>
                    <a:ext uri="{FF2B5EF4-FFF2-40B4-BE49-F238E27FC236}">
                      <a16:creationId xmlns:a16="http://schemas.microsoft.com/office/drawing/2014/main" id="{E15F2569-AA26-8971-47EF-292E4A2435BD}"/>
                    </a:ext>
                  </a:extLst>
                </p:cNvPr>
                <p:cNvSpPr/>
                <p:nvPr/>
              </p:nvSpPr>
              <p:spPr>
                <a:xfrm>
                  <a:off x="1660569" y="2450951"/>
                  <a:ext cx="164571" cy="102494"/>
                </a:xfrm>
                <a:custGeom>
                  <a:avLst/>
                  <a:gdLst/>
                  <a:ahLst/>
                  <a:cxnLst/>
                  <a:rect l="l" t="t" r="r" b="b"/>
                  <a:pathLst>
                    <a:path w="5037" h="3137" extrusionOk="0">
                      <a:moveTo>
                        <a:pt x="1" y="1"/>
                      </a:moveTo>
                      <a:lnTo>
                        <a:pt x="1" y="254"/>
                      </a:lnTo>
                      <a:lnTo>
                        <a:pt x="5036" y="3136"/>
                      </a:lnTo>
                      <a:lnTo>
                        <a:pt x="5036" y="2914"/>
                      </a:lnTo>
                      <a:lnTo>
                        <a:pt x="1" y="1"/>
                      </a:lnTo>
                      <a:close/>
                    </a:path>
                  </a:pathLst>
                </a:custGeom>
                <a:solidFill>
                  <a:srgbClr val="22283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334" name="Google Shape;4103;p38">
                  <a:extLst>
                    <a:ext uri="{FF2B5EF4-FFF2-40B4-BE49-F238E27FC236}">
                      <a16:creationId xmlns:a16="http://schemas.microsoft.com/office/drawing/2014/main" id="{D4E31550-6191-BD4B-93B3-A676725786AE}"/>
                    </a:ext>
                  </a:extLst>
                </p:cNvPr>
                <p:cNvSpPr/>
                <p:nvPr/>
              </p:nvSpPr>
              <p:spPr>
                <a:xfrm>
                  <a:off x="1968932" y="2600166"/>
                  <a:ext cx="22773" cy="28131"/>
                </a:xfrm>
                <a:custGeom>
                  <a:avLst/>
                  <a:gdLst/>
                  <a:ahLst/>
                  <a:cxnLst/>
                  <a:rect l="l" t="t" r="r" b="b"/>
                  <a:pathLst>
                    <a:path w="697" h="861" extrusionOk="0">
                      <a:moveTo>
                        <a:pt x="187" y="1"/>
                      </a:moveTo>
                      <a:cubicBezTo>
                        <a:pt x="77" y="1"/>
                        <a:pt x="0" y="94"/>
                        <a:pt x="0" y="248"/>
                      </a:cubicBezTo>
                      <a:cubicBezTo>
                        <a:pt x="0" y="438"/>
                        <a:pt x="159" y="723"/>
                        <a:pt x="349" y="818"/>
                      </a:cubicBezTo>
                      <a:cubicBezTo>
                        <a:pt x="406" y="846"/>
                        <a:pt x="460" y="860"/>
                        <a:pt x="508" y="860"/>
                      </a:cubicBezTo>
                      <a:cubicBezTo>
                        <a:pt x="619" y="860"/>
                        <a:pt x="697" y="783"/>
                        <a:pt x="697" y="628"/>
                      </a:cubicBezTo>
                      <a:cubicBezTo>
                        <a:pt x="697" y="406"/>
                        <a:pt x="539" y="153"/>
                        <a:pt x="349" y="57"/>
                      </a:cubicBezTo>
                      <a:cubicBezTo>
                        <a:pt x="291" y="19"/>
                        <a:pt x="235" y="1"/>
                        <a:pt x="187" y="1"/>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335" name="Google Shape;4104;p38">
                  <a:extLst>
                    <a:ext uri="{FF2B5EF4-FFF2-40B4-BE49-F238E27FC236}">
                      <a16:creationId xmlns:a16="http://schemas.microsoft.com/office/drawing/2014/main" id="{5BB3965E-6D0B-04F6-E075-CFA6B2C6CA47}"/>
                    </a:ext>
                  </a:extLst>
                </p:cNvPr>
                <p:cNvSpPr/>
                <p:nvPr/>
              </p:nvSpPr>
              <p:spPr>
                <a:xfrm>
                  <a:off x="2016536" y="2627873"/>
                  <a:ext cx="23818" cy="28523"/>
                </a:xfrm>
                <a:custGeom>
                  <a:avLst/>
                  <a:gdLst/>
                  <a:ahLst/>
                  <a:cxnLst/>
                  <a:rect l="l" t="t" r="r" b="b"/>
                  <a:pathLst>
                    <a:path w="729" h="873" extrusionOk="0">
                      <a:moveTo>
                        <a:pt x="227" y="1"/>
                      </a:moveTo>
                      <a:cubicBezTo>
                        <a:pt x="190" y="1"/>
                        <a:pt x="156" y="11"/>
                        <a:pt x="127" y="33"/>
                      </a:cubicBezTo>
                      <a:cubicBezTo>
                        <a:pt x="0" y="96"/>
                        <a:pt x="0" y="350"/>
                        <a:pt x="127" y="571"/>
                      </a:cubicBezTo>
                      <a:cubicBezTo>
                        <a:pt x="231" y="754"/>
                        <a:pt x="401" y="873"/>
                        <a:pt x="528" y="873"/>
                      </a:cubicBezTo>
                      <a:cubicBezTo>
                        <a:pt x="555" y="873"/>
                        <a:pt x="580" y="867"/>
                        <a:pt x="602" y="856"/>
                      </a:cubicBezTo>
                      <a:cubicBezTo>
                        <a:pt x="728" y="761"/>
                        <a:pt x="728" y="508"/>
                        <a:pt x="602" y="286"/>
                      </a:cubicBezTo>
                      <a:cubicBezTo>
                        <a:pt x="504" y="115"/>
                        <a:pt x="350" y="1"/>
                        <a:pt x="227" y="1"/>
                      </a:cubicBezTo>
                      <a:close/>
                    </a:path>
                  </a:pathLst>
                </a:custGeom>
                <a:solidFill>
                  <a:srgbClr val="30475E"/>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336" name="Google Shape;4105;p38">
                  <a:extLst>
                    <a:ext uri="{FF2B5EF4-FFF2-40B4-BE49-F238E27FC236}">
                      <a16:creationId xmlns:a16="http://schemas.microsoft.com/office/drawing/2014/main" id="{DD61F766-1705-7933-28A6-852B2AC2538A}"/>
                    </a:ext>
                  </a:extLst>
                </p:cNvPr>
                <p:cNvSpPr/>
                <p:nvPr/>
              </p:nvSpPr>
              <p:spPr>
                <a:xfrm>
                  <a:off x="2065152" y="2655644"/>
                  <a:ext cx="21760" cy="28327"/>
                </a:xfrm>
                <a:custGeom>
                  <a:avLst/>
                  <a:gdLst/>
                  <a:ahLst/>
                  <a:cxnLst/>
                  <a:rect l="l" t="t" r="r" b="b"/>
                  <a:pathLst>
                    <a:path w="666" h="867" extrusionOk="0">
                      <a:moveTo>
                        <a:pt x="205" y="1"/>
                      </a:moveTo>
                      <a:cubicBezTo>
                        <a:pt x="85" y="1"/>
                        <a:pt x="1" y="89"/>
                        <a:pt x="1" y="228"/>
                      </a:cubicBezTo>
                      <a:cubicBezTo>
                        <a:pt x="1" y="450"/>
                        <a:pt x="159" y="703"/>
                        <a:pt x="349" y="830"/>
                      </a:cubicBezTo>
                      <a:cubicBezTo>
                        <a:pt x="400" y="855"/>
                        <a:pt x="446" y="867"/>
                        <a:pt x="487" y="867"/>
                      </a:cubicBezTo>
                      <a:cubicBezTo>
                        <a:pt x="598" y="867"/>
                        <a:pt x="666" y="779"/>
                        <a:pt x="666" y="640"/>
                      </a:cubicBezTo>
                      <a:cubicBezTo>
                        <a:pt x="666" y="418"/>
                        <a:pt x="539" y="165"/>
                        <a:pt x="349" y="38"/>
                      </a:cubicBezTo>
                      <a:cubicBezTo>
                        <a:pt x="298" y="12"/>
                        <a:pt x="249" y="1"/>
                        <a:pt x="205" y="1"/>
                      </a:cubicBezTo>
                      <a:close/>
                    </a:path>
                  </a:pathLst>
                </a:custGeom>
                <a:solidFill>
                  <a:srgbClr val="22283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337" name="Google Shape;4106;p38">
                  <a:extLst>
                    <a:ext uri="{FF2B5EF4-FFF2-40B4-BE49-F238E27FC236}">
                      <a16:creationId xmlns:a16="http://schemas.microsoft.com/office/drawing/2014/main" id="{AC00D33F-CAAD-327E-F588-5A1503A4DAE0}"/>
                    </a:ext>
                  </a:extLst>
                </p:cNvPr>
                <p:cNvSpPr/>
                <p:nvPr/>
              </p:nvSpPr>
              <p:spPr>
                <a:xfrm>
                  <a:off x="1636783" y="2500025"/>
                  <a:ext cx="487376" cy="387790"/>
                </a:xfrm>
                <a:custGeom>
                  <a:avLst/>
                  <a:gdLst/>
                  <a:ahLst/>
                  <a:cxnLst/>
                  <a:rect l="l" t="t" r="r" b="b"/>
                  <a:pathLst>
                    <a:path w="14917" h="11869" extrusionOk="0">
                      <a:moveTo>
                        <a:pt x="244" y="1"/>
                      </a:moveTo>
                      <a:cubicBezTo>
                        <a:pt x="102" y="1"/>
                        <a:pt x="1" y="119"/>
                        <a:pt x="1" y="304"/>
                      </a:cubicBezTo>
                      <a:lnTo>
                        <a:pt x="1" y="2932"/>
                      </a:lnTo>
                      <a:cubicBezTo>
                        <a:pt x="1" y="3218"/>
                        <a:pt x="191" y="3534"/>
                        <a:pt x="412" y="3693"/>
                      </a:cubicBezTo>
                      <a:lnTo>
                        <a:pt x="14505" y="11800"/>
                      </a:lnTo>
                      <a:cubicBezTo>
                        <a:pt x="14571" y="11847"/>
                        <a:pt x="14634" y="11869"/>
                        <a:pt x="14690" y="11869"/>
                      </a:cubicBezTo>
                      <a:cubicBezTo>
                        <a:pt x="14823" y="11869"/>
                        <a:pt x="14917" y="11747"/>
                        <a:pt x="14917" y="11546"/>
                      </a:cubicBezTo>
                      <a:lnTo>
                        <a:pt x="14917" y="8950"/>
                      </a:lnTo>
                      <a:cubicBezTo>
                        <a:pt x="14917" y="8665"/>
                        <a:pt x="14727" y="8316"/>
                        <a:pt x="14505" y="8190"/>
                      </a:cubicBezTo>
                      <a:lnTo>
                        <a:pt x="412" y="51"/>
                      </a:lnTo>
                      <a:cubicBezTo>
                        <a:pt x="353" y="17"/>
                        <a:pt x="296" y="1"/>
                        <a:pt x="244" y="1"/>
                      </a:cubicBezTo>
                      <a:close/>
                    </a:path>
                  </a:pathLst>
                </a:custGeom>
                <a:solidFill>
                  <a:srgbClr val="DD915E"/>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338" name="Google Shape;4107;p38">
                  <a:extLst>
                    <a:ext uri="{FF2B5EF4-FFF2-40B4-BE49-F238E27FC236}">
                      <a16:creationId xmlns:a16="http://schemas.microsoft.com/office/drawing/2014/main" id="{61FD069D-DB1F-DE5E-38C8-ED8CA49BA69F}"/>
                    </a:ext>
                  </a:extLst>
                </p:cNvPr>
                <p:cNvSpPr/>
                <p:nvPr/>
              </p:nvSpPr>
              <p:spPr>
                <a:xfrm>
                  <a:off x="1660569" y="2536847"/>
                  <a:ext cx="164571" cy="102461"/>
                </a:xfrm>
                <a:custGeom>
                  <a:avLst/>
                  <a:gdLst/>
                  <a:ahLst/>
                  <a:cxnLst/>
                  <a:rect l="l" t="t" r="r" b="b"/>
                  <a:pathLst>
                    <a:path w="5037" h="3136" extrusionOk="0">
                      <a:moveTo>
                        <a:pt x="1" y="0"/>
                      </a:moveTo>
                      <a:lnTo>
                        <a:pt x="1" y="222"/>
                      </a:lnTo>
                      <a:lnTo>
                        <a:pt x="5036" y="3136"/>
                      </a:lnTo>
                      <a:lnTo>
                        <a:pt x="5036" y="2914"/>
                      </a:lnTo>
                      <a:lnTo>
                        <a:pt x="1" y="0"/>
                      </a:lnTo>
                      <a:close/>
                    </a:path>
                  </a:pathLst>
                </a:custGeom>
                <a:solidFill>
                  <a:srgbClr val="22283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339" name="Google Shape;4108;p38">
                  <a:extLst>
                    <a:ext uri="{FF2B5EF4-FFF2-40B4-BE49-F238E27FC236}">
                      <a16:creationId xmlns:a16="http://schemas.microsoft.com/office/drawing/2014/main" id="{90ACCEE6-99CB-3D9E-4249-CD7746BB1314}"/>
                    </a:ext>
                  </a:extLst>
                </p:cNvPr>
                <p:cNvSpPr/>
                <p:nvPr/>
              </p:nvSpPr>
              <p:spPr>
                <a:xfrm>
                  <a:off x="1660569" y="2563737"/>
                  <a:ext cx="164571" cy="102461"/>
                </a:xfrm>
                <a:custGeom>
                  <a:avLst/>
                  <a:gdLst/>
                  <a:ahLst/>
                  <a:cxnLst/>
                  <a:rect l="l" t="t" r="r" b="b"/>
                  <a:pathLst>
                    <a:path w="5037" h="3136" extrusionOk="0">
                      <a:moveTo>
                        <a:pt x="1" y="1"/>
                      </a:moveTo>
                      <a:lnTo>
                        <a:pt x="1" y="222"/>
                      </a:lnTo>
                      <a:lnTo>
                        <a:pt x="5036" y="3136"/>
                      </a:lnTo>
                      <a:lnTo>
                        <a:pt x="5036" y="2883"/>
                      </a:lnTo>
                      <a:lnTo>
                        <a:pt x="1" y="1"/>
                      </a:lnTo>
                      <a:close/>
                    </a:path>
                  </a:pathLst>
                </a:custGeom>
                <a:solidFill>
                  <a:srgbClr val="22283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340" name="Google Shape;4109;p38">
                  <a:extLst>
                    <a:ext uri="{FF2B5EF4-FFF2-40B4-BE49-F238E27FC236}">
                      <a16:creationId xmlns:a16="http://schemas.microsoft.com/office/drawing/2014/main" id="{130061BA-78B4-F064-D88F-A5675F5E76CF}"/>
                    </a:ext>
                  </a:extLst>
                </p:cNvPr>
                <p:cNvSpPr/>
                <p:nvPr/>
              </p:nvSpPr>
              <p:spPr>
                <a:xfrm>
                  <a:off x="1660569" y="2589613"/>
                  <a:ext cx="164571" cy="102461"/>
                </a:xfrm>
                <a:custGeom>
                  <a:avLst/>
                  <a:gdLst/>
                  <a:ahLst/>
                  <a:cxnLst/>
                  <a:rect l="l" t="t" r="r" b="b"/>
                  <a:pathLst>
                    <a:path w="5037" h="3136" extrusionOk="0">
                      <a:moveTo>
                        <a:pt x="1" y="0"/>
                      </a:moveTo>
                      <a:lnTo>
                        <a:pt x="1" y="222"/>
                      </a:lnTo>
                      <a:lnTo>
                        <a:pt x="5036" y="3136"/>
                      </a:lnTo>
                      <a:lnTo>
                        <a:pt x="5036" y="2914"/>
                      </a:lnTo>
                      <a:lnTo>
                        <a:pt x="1" y="0"/>
                      </a:lnTo>
                      <a:close/>
                    </a:path>
                  </a:pathLst>
                </a:custGeom>
                <a:solidFill>
                  <a:srgbClr val="22283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341" name="Google Shape;4110;p38">
                  <a:extLst>
                    <a:ext uri="{FF2B5EF4-FFF2-40B4-BE49-F238E27FC236}">
                      <a16:creationId xmlns:a16="http://schemas.microsoft.com/office/drawing/2014/main" id="{8990EAE9-B435-CEE1-E8FF-C145FA78BBD4}"/>
                    </a:ext>
                  </a:extLst>
                </p:cNvPr>
                <p:cNvSpPr/>
                <p:nvPr/>
              </p:nvSpPr>
              <p:spPr>
                <a:xfrm>
                  <a:off x="1967886" y="2738077"/>
                  <a:ext cx="23818" cy="28523"/>
                </a:xfrm>
                <a:custGeom>
                  <a:avLst/>
                  <a:gdLst/>
                  <a:ahLst/>
                  <a:cxnLst/>
                  <a:rect l="l" t="t" r="r" b="b"/>
                  <a:pathLst>
                    <a:path w="729" h="873" extrusionOk="0">
                      <a:moveTo>
                        <a:pt x="201" y="0"/>
                      </a:moveTo>
                      <a:cubicBezTo>
                        <a:pt x="174" y="0"/>
                        <a:pt x="149" y="6"/>
                        <a:pt x="127" y="17"/>
                      </a:cubicBezTo>
                      <a:cubicBezTo>
                        <a:pt x="1" y="112"/>
                        <a:pt x="1" y="365"/>
                        <a:pt x="127" y="587"/>
                      </a:cubicBezTo>
                      <a:cubicBezTo>
                        <a:pt x="225" y="758"/>
                        <a:pt x="379" y="872"/>
                        <a:pt x="502" y="872"/>
                      </a:cubicBezTo>
                      <a:cubicBezTo>
                        <a:pt x="539" y="872"/>
                        <a:pt x="573" y="862"/>
                        <a:pt x="602" y="840"/>
                      </a:cubicBezTo>
                      <a:cubicBezTo>
                        <a:pt x="729" y="777"/>
                        <a:pt x="729" y="523"/>
                        <a:pt x="602" y="302"/>
                      </a:cubicBezTo>
                      <a:cubicBezTo>
                        <a:pt x="498" y="119"/>
                        <a:pt x="328" y="0"/>
                        <a:pt x="201" y="0"/>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342" name="Google Shape;4111;p38">
                  <a:extLst>
                    <a:ext uri="{FF2B5EF4-FFF2-40B4-BE49-F238E27FC236}">
                      <a16:creationId xmlns:a16="http://schemas.microsoft.com/office/drawing/2014/main" id="{666920DA-620F-641B-FC4C-C761251A989C}"/>
                    </a:ext>
                  </a:extLst>
                </p:cNvPr>
                <p:cNvSpPr/>
                <p:nvPr/>
              </p:nvSpPr>
              <p:spPr>
                <a:xfrm>
                  <a:off x="2017549" y="2766371"/>
                  <a:ext cx="21760" cy="28327"/>
                </a:xfrm>
                <a:custGeom>
                  <a:avLst/>
                  <a:gdLst/>
                  <a:ahLst/>
                  <a:cxnLst/>
                  <a:rect l="l" t="t" r="r" b="b"/>
                  <a:pathLst>
                    <a:path w="666" h="867" extrusionOk="0">
                      <a:moveTo>
                        <a:pt x="193" y="0"/>
                      </a:moveTo>
                      <a:cubicBezTo>
                        <a:pt x="86" y="0"/>
                        <a:pt x="1" y="88"/>
                        <a:pt x="1" y="228"/>
                      </a:cubicBezTo>
                      <a:cubicBezTo>
                        <a:pt x="1" y="449"/>
                        <a:pt x="159" y="703"/>
                        <a:pt x="317" y="829"/>
                      </a:cubicBezTo>
                      <a:cubicBezTo>
                        <a:pt x="368" y="855"/>
                        <a:pt x="417" y="867"/>
                        <a:pt x="461" y="867"/>
                      </a:cubicBezTo>
                      <a:cubicBezTo>
                        <a:pt x="581" y="867"/>
                        <a:pt x="666" y="778"/>
                        <a:pt x="666" y="639"/>
                      </a:cubicBezTo>
                      <a:cubicBezTo>
                        <a:pt x="666" y="418"/>
                        <a:pt x="507" y="164"/>
                        <a:pt x="317" y="38"/>
                      </a:cubicBezTo>
                      <a:cubicBezTo>
                        <a:pt x="275" y="12"/>
                        <a:pt x="233" y="0"/>
                        <a:pt x="193" y="0"/>
                      </a:cubicBezTo>
                      <a:close/>
                    </a:path>
                  </a:pathLst>
                </a:custGeom>
                <a:solidFill>
                  <a:srgbClr val="30475E"/>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343" name="Google Shape;4112;p38">
                  <a:extLst>
                    <a:ext uri="{FF2B5EF4-FFF2-40B4-BE49-F238E27FC236}">
                      <a16:creationId xmlns:a16="http://schemas.microsoft.com/office/drawing/2014/main" id="{37F2CC40-801B-5EFD-6738-FF411A474715}"/>
                    </a:ext>
                  </a:extLst>
                </p:cNvPr>
                <p:cNvSpPr/>
                <p:nvPr/>
              </p:nvSpPr>
              <p:spPr>
                <a:xfrm>
                  <a:off x="2064107" y="2793947"/>
                  <a:ext cx="23851" cy="28098"/>
                </a:xfrm>
                <a:custGeom>
                  <a:avLst/>
                  <a:gdLst/>
                  <a:ahLst/>
                  <a:cxnLst/>
                  <a:rect l="l" t="t" r="r" b="b"/>
                  <a:pathLst>
                    <a:path w="730" h="860" extrusionOk="0">
                      <a:moveTo>
                        <a:pt x="201" y="1"/>
                      </a:moveTo>
                      <a:cubicBezTo>
                        <a:pt x="175" y="1"/>
                        <a:pt x="150" y="6"/>
                        <a:pt x="128" y="17"/>
                      </a:cubicBezTo>
                      <a:cubicBezTo>
                        <a:pt x="1" y="80"/>
                        <a:pt x="1" y="334"/>
                        <a:pt x="128" y="555"/>
                      </a:cubicBezTo>
                      <a:cubicBezTo>
                        <a:pt x="229" y="758"/>
                        <a:pt x="391" y="859"/>
                        <a:pt x="517" y="859"/>
                      </a:cubicBezTo>
                      <a:cubicBezTo>
                        <a:pt x="548" y="859"/>
                        <a:pt x="577" y="853"/>
                        <a:pt x="603" y="840"/>
                      </a:cubicBezTo>
                      <a:cubicBezTo>
                        <a:pt x="729" y="777"/>
                        <a:pt x="729" y="524"/>
                        <a:pt x="603" y="302"/>
                      </a:cubicBezTo>
                      <a:cubicBezTo>
                        <a:pt x="498" y="119"/>
                        <a:pt x="329" y="1"/>
                        <a:pt x="201" y="1"/>
                      </a:cubicBezTo>
                      <a:close/>
                    </a:path>
                  </a:pathLst>
                </a:custGeom>
                <a:solidFill>
                  <a:srgbClr val="22283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344" name="Google Shape;4113;p38">
                  <a:extLst>
                    <a:ext uri="{FF2B5EF4-FFF2-40B4-BE49-F238E27FC236}">
                      <a16:creationId xmlns:a16="http://schemas.microsoft.com/office/drawing/2014/main" id="{8AFD0DCF-B1B1-2811-DF50-6D9804B05926}"/>
                    </a:ext>
                  </a:extLst>
                </p:cNvPr>
                <p:cNvSpPr/>
                <p:nvPr/>
              </p:nvSpPr>
              <p:spPr>
                <a:xfrm>
                  <a:off x="1636783" y="2638524"/>
                  <a:ext cx="487376" cy="387496"/>
                </a:xfrm>
                <a:custGeom>
                  <a:avLst/>
                  <a:gdLst/>
                  <a:ahLst/>
                  <a:cxnLst/>
                  <a:rect l="l" t="t" r="r" b="b"/>
                  <a:pathLst>
                    <a:path w="14917" h="11860" extrusionOk="0">
                      <a:moveTo>
                        <a:pt x="230" y="0"/>
                      </a:moveTo>
                      <a:cubicBezTo>
                        <a:pt x="96" y="0"/>
                        <a:pt x="1" y="107"/>
                        <a:pt x="1" y="309"/>
                      </a:cubicBezTo>
                      <a:lnTo>
                        <a:pt x="1" y="2937"/>
                      </a:lnTo>
                      <a:cubicBezTo>
                        <a:pt x="1" y="3190"/>
                        <a:pt x="191" y="3539"/>
                        <a:pt x="412" y="3666"/>
                      </a:cubicBezTo>
                      <a:lnTo>
                        <a:pt x="14505" y="11804"/>
                      </a:lnTo>
                      <a:cubicBezTo>
                        <a:pt x="14570" y="11841"/>
                        <a:pt x="14632" y="11859"/>
                        <a:pt x="14687" y="11859"/>
                      </a:cubicBezTo>
                      <a:cubicBezTo>
                        <a:pt x="14821" y="11859"/>
                        <a:pt x="14917" y="11753"/>
                        <a:pt x="14917" y="11551"/>
                      </a:cubicBezTo>
                      <a:lnTo>
                        <a:pt x="14917" y="8923"/>
                      </a:lnTo>
                      <a:cubicBezTo>
                        <a:pt x="14917" y="8669"/>
                        <a:pt x="14727" y="8321"/>
                        <a:pt x="14505" y="8194"/>
                      </a:cubicBezTo>
                      <a:lnTo>
                        <a:pt x="412" y="55"/>
                      </a:lnTo>
                      <a:cubicBezTo>
                        <a:pt x="348" y="18"/>
                        <a:pt x="286" y="0"/>
                        <a:pt x="230" y="0"/>
                      </a:cubicBezTo>
                      <a:close/>
                    </a:path>
                  </a:pathLst>
                </a:custGeom>
                <a:solidFill>
                  <a:srgbClr val="DD915E"/>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345" name="Google Shape;4114;p38">
                  <a:extLst>
                    <a:ext uri="{FF2B5EF4-FFF2-40B4-BE49-F238E27FC236}">
                      <a16:creationId xmlns:a16="http://schemas.microsoft.com/office/drawing/2014/main" id="{8742A9DC-642C-C455-F858-21DA2BB21928}"/>
                    </a:ext>
                  </a:extLst>
                </p:cNvPr>
                <p:cNvSpPr/>
                <p:nvPr/>
              </p:nvSpPr>
              <p:spPr>
                <a:xfrm>
                  <a:off x="1660569" y="2675477"/>
                  <a:ext cx="164571" cy="102494"/>
                </a:xfrm>
                <a:custGeom>
                  <a:avLst/>
                  <a:gdLst/>
                  <a:ahLst/>
                  <a:cxnLst/>
                  <a:rect l="l" t="t" r="r" b="b"/>
                  <a:pathLst>
                    <a:path w="5037" h="3137" extrusionOk="0">
                      <a:moveTo>
                        <a:pt x="1" y="1"/>
                      </a:moveTo>
                      <a:lnTo>
                        <a:pt x="1" y="223"/>
                      </a:lnTo>
                      <a:lnTo>
                        <a:pt x="5036" y="3136"/>
                      </a:lnTo>
                      <a:lnTo>
                        <a:pt x="5036" y="2883"/>
                      </a:lnTo>
                      <a:lnTo>
                        <a:pt x="1" y="1"/>
                      </a:lnTo>
                      <a:close/>
                    </a:path>
                  </a:pathLst>
                </a:custGeom>
                <a:solidFill>
                  <a:srgbClr val="22283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346" name="Google Shape;4115;p38">
                  <a:extLst>
                    <a:ext uri="{FF2B5EF4-FFF2-40B4-BE49-F238E27FC236}">
                      <a16:creationId xmlns:a16="http://schemas.microsoft.com/office/drawing/2014/main" id="{6E1DDCA5-9EC4-5FDA-08EB-2EE5A1E613AB}"/>
                    </a:ext>
                  </a:extLst>
                </p:cNvPr>
                <p:cNvSpPr/>
                <p:nvPr/>
              </p:nvSpPr>
              <p:spPr>
                <a:xfrm>
                  <a:off x="1660569" y="2701353"/>
                  <a:ext cx="164571" cy="102461"/>
                </a:xfrm>
                <a:custGeom>
                  <a:avLst/>
                  <a:gdLst/>
                  <a:ahLst/>
                  <a:cxnLst/>
                  <a:rect l="l" t="t" r="r" b="b"/>
                  <a:pathLst>
                    <a:path w="5037" h="3136" extrusionOk="0">
                      <a:moveTo>
                        <a:pt x="1" y="1"/>
                      </a:moveTo>
                      <a:lnTo>
                        <a:pt x="1" y="254"/>
                      </a:lnTo>
                      <a:lnTo>
                        <a:pt x="5036" y="3136"/>
                      </a:lnTo>
                      <a:lnTo>
                        <a:pt x="5036" y="2914"/>
                      </a:lnTo>
                      <a:lnTo>
                        <a:pt x="1" y="1"/>
                      </a:lnTo>
                      <a:close/>
                    </a:path>
                  </a:pathLst>
                </a:custGeom>
                <a:solidFill>
                  <a:srgbClr val="22283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347" name="Google Shape;4116;p38">
                  <a:extLst>
                    <a:ext uri="{FF2B5EF4-FFF2-40B4-BE49-F238E27FC236}">
                      <a16:creationId xmlns:a16="http://schemas.microsoft.com/office/drawing/2014/main" id="{27924E4E-D2AB-98DD-EE81-5067C42C7A74}"/>
                    </a:ext>
                  </a:extLst>
                </p:cNvPr>
                <p:cNvSpPr/>
                <p:nvPr/>
              </p:nvSpPr>
              <p:spPr>
                <a:xfrm>
                  <a:off x="1660569" y="2728275"/>
                  <a:ext cx="164571" cy="102461"/>
                </a:xfrm>
                <a:custGeom>
                  <a:avLst/>
                  <a:gdLst/>
                  <a:ahLst/>
                  <a:cxnLst/>
                  <a:rect l="l" t="t" r="r" b="b"/>
                  <a:pathLst>
                    <a:path w="5037" h="3136" extrusionOk="0">
                      <a:moveTo>
                        <a:pt x="1" y="0"/>
                      </a:moveTo>
                      <a:lnTo>
                        <a:pt x="1" y="222"/>
                      </a:lnTo>
                      <a:lnTo>
                        <a:pt x="5036" y="3135"/>
                      </a:lnTo>
                      <a:lnTo>
                        <a:pt x="5036" y="2882"/>
                      </a:lnTo>
                      <a:lnTo>
                        <a:pt x="1" y="0"/>
                      </a:lnTo>
                      <a:close/>
                    </a:path>
                  </a:pathLst>
                </a:custGeom>
                <a:solidFill>
                  <a:srgbClr val="22283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348" name="Google Shape;4117;p38">
                  <a:extLst>
                    <a:ext uri="{FF2B5EF4-FFF2-40B4-BE49-F238E27FC236}">
                      <a16:creationId xmlns:a16="http://schemas.microsoft.com/office/drawing/2014/main" id="{0A5E5AD7-EF11-B055-1EC8-28024C1BD853}"/>
                    </a:ext>
                  </a:extLst>
                </p:cNvPr>
                <p:cNvSpPr/>
                <p:nvPr/>
              </p:nvSpPr>
              <p:spPr>
                <a:xfrm>
                  <a:off x="1967886" y="2876739"/>
                  <a:ext cx="23818" cy="28490"/>
                </a:xfrm>
                <a:custGeom>
                  <a:avLst/>
                  <a:gdLst/>
                  <a:ahLst/>
                  <a:cxnLst/>
                  <a:rect l="l" t="t" r="r" b="b"/>
                  <a:pathLst>
                    <a:path w="729" h="872" extrusionOk="0">
                      <a:moveTo>
                        <a:pt x="201" y="0"/>
                      </a:moveTo>
                      <a:cubicBezTo>
                        <a:pt x="174" y="0"/>
                        <a:pt x="149" y="5"/>
                        <a:pt x="127" y="16"/>
                      </a:cubicBezTo>
                      <a:cubicBezTo>
                        <a:pt x="1" y="111"/>
                        <a:pt x="1" y="333"/>
                        <a:pt x="127" y="586"/>
                      </a:cubicBezTo>
                      <a:cubicBezTo>
                        <a:pt x="225" y="757"/>
                        <a:pt x="379" y="872"/>
                        <a:pt x="502" y="872"/>
                      </a:cubicBezTo>
                      <a:cubicBezTo>
                        <a:pt x="539" y="872"/>
                        <a:pt x="573" y="862"/>
                        <a:pt x="602" y="840"/>
                      </a:cubicBezTo>
                      <a:cubicBezTo>
                        <a:pt x="729" y="776"/>
                        <a:pt x="729" y="523"/>
                        <a:pt x="602" y="301"/>
                      </a:cubicBezTo>
                      <a:cubicBezTo>
                        <a:pt x="498" y="118"/>
                        <a:pt x="328" y="0"/>
                        <a:pt x="201" y="0"/>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349" name="Google Shape;4118;p38">
                  <a:extLst>
                    <a:ext uri="{FF2B5EF4-FFF2-40B4-BE49-F238E27FC236}">
                      <a16:creationId xmlns:a16="http://schemas.microsoft.com/office/drawing/2014/main" id="{6A5C411B-7274-B7E0-A61D-338FE3EABC94}"/>
                    </a:ext>
                  </a:extLst>
                </p:cNvPr>
                <p:cNvSpPr/>
                <p:nvPr/>
              </p:nvSpPr>
              <p:spPr>
                <a:xfrm>
                  <a:off x="2017549" y="2904837"/>
                  <a:ext cx="21760" cy="28098"/>
                </a:xfrm>
                <a:custGeom>
                  <a:avLst/>
                  <a:gdLst/>
                  <a:ahLst/>
                  <a:cxnLst/>
                  <a:rect l="l" t="t" r="r" b="b"/>
                  <a:pathLst>
                    <a:path w="666" h="860" extrusionOk="0">
                      <a:moveTo>
                        <a:pt x="179" y="0"/>
                      </a:moveTo>
                      <a:cubicBezTo>
                        <a:pt x="78" y="0"/>
                        <a:pt x="1" y="78"/>
                        <a:pt x="1" y="233"/>
                      </a:cubicBezTo>
                      <a:cubicBezTo>
                        <a:pt x="1" y="455"/>
                        <a:pt x="159" y="708"/>
                        <a:pt x="317" y="803"/>
                      </a:cubicBezTo>
                      <a:cubicBezTo>
                        <a:pt x="376" y="842"/>
                        <a:pt x="431" y="860"/>
                        <a:pt x="479" y="860"/>
                      </a:cubicBezTo>
                      <a:cubicBezTo>
                        <a:pt x="589" y="860"/>
                        <a:pt x="666" y="767"/>
                        <a:pt x="666" y="613"/>
                      </a:cubicBezTo>
                      <a:cubicBezTo>
                        <a:pt x="666" y="392"/>
                        <a:pt x="507" y="138"/>
                        <a:pt x="317" y="43"/>
                      </a:cubicBezTo>
                      <a:cubicBezTo>
                        <a:pt x="270" y="15"/>
                        <a:pt x="222" y="0"/>
                        <a:pt x="179" y="0"/>
                      </a:cubicBezTo>
                      <a:close/>
                    </a:path>
                  </a:pathLst>
                </a:custGeom>
                <a:solidFill>
                  <a:srgbClr val="30475E"/>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350" name="Google Shape;4119;p38">
                  <a:extLst>
                    <a:ext uri="{FF2B5EF4-FFF2-40B4-BE49-F238E27FC236}">
                      <a16:creationId xmlns:a16="http://schemas.microsoft.com/office/drawing/2014/main" id="{61B2ED05-3B82-83F0-7535-50510208C24D}"/>
                    </a:ext>
                  </a:extLst>
                </p:cNvPr>
                <p:cNvSpPr/>
                <p:nvPr/>
              </p:nvSpPr>
              <p:spPr>
                <a:xfrm>
                  <a:off x="2064107" y="2932086"/>
                  <a:ext cx="23851" cy="28523"/>
                </a:xfrm>
                <a:custGeom>
                  <a:avLst/>
                  <a:gdLst/>
                  <a:ahLst/>
                  <a:cxnLst/>
                  <a:rect l="l" t="t" r="r" b="b"/>
                  <a:pathLst>
                    <a:path w="730" h="873" extrusionOk="0">
                      <a:moveTo>
                        <a:pt x="227" y="1"/>
                      </a:moveTo>
                      <a:cubicBezTo>
                        <a:pt x="191" y="1"/>
                        <a:pt x="157" y="11"/>
                        <a:pt x="128" y="33"/>
                      </a:cubicBezTo>
                      <a:cubicBezTo>
                        <a:pt x="1" y="96"/>
                        <a:pt x="1" y="349"/>
                        <a:pt x="128" y="571"/>
                      </a:cubicBezTo>
                      <a:cubicBezTo>
                        <a:pt x="232" y="754"/>
                        <a:pt x="401" y="872"/>
                        <a:pt x="529" y="872"/>
                      </a:cubicBezTo>
                      <a:cubicBezTo>
                        <a:pt x="556" y="872"/>
                        <a:pt x="580" y="867"/>
                        <a:pt x="603" y="856"/>
                      </a:cubicBezTo>
                      <a:cubicBezTo>
                        <a:pt x="729" y="761"/>
                        <a:pt x="729" y="539"/>
                        <a:pt x="603" y="286"/>
                      </a:cubicBezTo>
                      <a:cubicBezTo>
                        <a:pt x="505" y="115"/>
                        <a:pt x="351" y="1"/>
                        <a:pt x="227" y="1"/>
                      </a:cubicBezTo>
                      <a:close/>
                    </a:path>
                  </a:pathLst>
                </a:custGeom>
                <a:solidFill>
                  <a:srgbClr val="22283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351" name="Google Shape;4120;p38">
                  <a:extLst>
                    <a:ext uri="{FF2B5EF4-FFF2-40B4-BE49-F238E27FC236}">
                      <a16:creationId xmlns:a16="http://schemas.microsoft.com/office/drawing/2014/main" id="{A3E3D150-0F6F-4D9B-D3A1-181AEDECCDC6}"/>
                    </a:ext>
                  </a:extLst>
                </p:cNvPr>
                <p:cNvSpPr/>
                <p:nvPr/>
              </p:nvSpPr>
              <p:spPr>
                <a:xfrm>
                  <a:off x="1636783" y="2776696"/>
                  <a:ext cx="487376" cy="387986"/>
                </a:xfrm>
                <a:custGeom>
                  <a:avLst/>
                  <a:gdLst/>
                  <a:ahLst/>
                  <a:cxnLst/>
                  <a:rect l="l" t="t" r="r" b="b"/>
                  <a:pathLst>
                    <a:path w="14917" h="11875" extrusionOk="0">
                      <a:moveTo>
                        <a:pt x="227" y="1"/>
                      </a:moveTo>
                      <a:cubicBezTo>
                        <a:pt x="94" y="1"/>
                        <a:pt x="1" y="123"/>
                        <a:pt x="1" y="323"/>
                      </a:cubicBezTo>
                      <a:lnTo>
                        <a:pt x="1" y="2952"/>
                      </a:lnTo>
                      <a:cubicBezTo>
                        <a:pt x="1" y="3205"/>
                        <a:pt x="191" y="3553"/>
                        <a:pt x="412" y="3680"/>
                      </a:cubicBezTo>
                      <a:lnTo>
                        <a:pt x="14505" y="11819"/>
                      </a:lnTo>
                      <a:cubicBezTo>
                        <a:pt x="14570" y="11856"/>
                        <a:pt x="14632" y="11874"/>
                        <a:pt x="14687" y="11874"/>
                      </a:cubicBezTo>
                      <a:cubicBezTo>
                        <a:pt x="14821" y="11874"/>
                        <a:pt x="14917" y="11768"/>
                        <a:pt x="14917" y="11566"/>
                      </a:cubicBezTo>
                      <a:lnTo>
                        <a:pt x="14917" y="8937"/>
                      </a:lnTo>
                      <a:cubicBezTo>
                        <a:pt x="14917" y="8652"/>
                        <a:pt x="14727" y="8335"/>
                        <a:pt x="14505" y="8177"/>
                      </a:cubicBezTo>
                      <a:lnTo>
                        <a:pt x="412" y="70"/>
                      </a:lnTo>
                      <a:cubicBezTo>
                        <a:pt x="346" y="23"/>
                        <a:pt x="283" y="1"/>
                        <a:pt x="227" y="1"/>
                      </a:cubicBezTo>
                      <a:close/>
                    </a:path>
                  </a:pathLst>
                </a:custGeom>
                <a:solidFill>
                  <a:srgbClr val="DD915E"/>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352" name="Google Shape;4121;p38">
                  <a:extLst>
                    <a:ext uri="{FF2B5EF4-FFF2-40B4-BE49-F238E27FC236}">
                      <a16:creationId xmlns:a16="http://schemas.microsoft.com/office/drawing/2014/main" id="{3D070A75-AD1D-DF76-30B2-A5D496A9E684}"/>
                    </a:ext>
                  </a:extLst>
                </p:cNvPr>
                <p:cNvSpPr/>
                <p:nvPr/>
              </p:nvSpPr>
              <p:spPr>
                <a:xfrm>
                  <a:off x="1660569" y="2814139"/>
                  <a:ext cx="164571" cy="102461"/>
                </a:xfrm>
                <a:custGeom>
                  <a:avLst/>
                  <a:gdLst/>
                  <a:ahLst/>
                  <a:cxnLst/>
                  <a:rect l="l" t="t" r="r" b="b"/>
                  <a:pathLst>
                    <a:path w="5037" h="3136" extrusionOk="0">
                      <a:moveTo>
                        <a:pt x="1" y="1"/>
                      </a:moveTo>
                      <a:lnTo>
                        <a:pt x="1" y="222"/>
                      </a:lnTo>
                      <a:lnTo>
                        <a:pt x="5036" y="3136"/>
                      </a:lnTo>
                      <a:lnTo>
                        <a:pt x="5036" y="2882"/>
                      </a:lnTo>
                      <a:lnTo>
                        <a:pt x="1" y="1"/>
                      </a:lnTo>
                      <a:close/>
                    </a:path>
                  </a:pathLst>
                </a:custGeom>
                <a:solidFill>
                  <a:srgbClr val="22283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353" name="Google Shape;4122;p38">
                  <a:extLst>
                    <a:ext uri="{FF2B5EF4-FFF2-40B4-BE49-F238E27FC236}">
                      <a16:creationId xmlns:a16="http://schemas.microsoft.com/office/drawing/2014/main" id="{4D99750B-2381-9683-97CF-2A42A41ED76F}"/>
                    </a:ext>
                  </a:extLst>
                </p:cNvPr>
                <p:cNvSpPr/>
                <p:nvPr/>
              </p:nvSpPr>
              <p:spPr>
                <a:xfrm>
                  <a:off x="1660569" y="2840015"/>
                  <a:ext cx="164571" cy="102461"/>
                </a:xfrm>
                <a:custGeom>
                  <a:avLst/>
                  <a:gdLst/>
                  <a:ahLst/>
                  <a:cxnLst/>
                  <a:rect l="l" t="t" r="r" b="b"/>
                  <a:pathLst>
                    <a:path w="5037" h="3136" extrusionOk="0">
                      <a:moveTo>
                        <a:pt x="1" y="0"/>
                      </a:moveTo>
                      <a:lnTo>
                        <a:pt x="1" y="222"/>
                      </a:lnTo>
                      <a:lnTo>
                        <a:pt x="5036" y="3136"/>
                      </a:lnTo>
                      <a:lnTo>
                        <a:pt x="5036" y="2914"/>
                      </a:lnTo>
                      <a:lnTo>
                        <a:pt x="1" y="0"/>
                      </a:lnTo>
                      <a:close/>
                    </a:path>
                  </a:pathLst>
                </a:custGeom>
                <a:solidFill>
                  <a:srgbClr val="22283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354" name="Google Shape;4123;p38">
                  <a:extLst>
                    <a:ext uri="{FF2B5EF4-FFF2-40B4-BE49-F238E27FC236}">
                      <a16:creationId xmlns:a16="http://schemas.microsoft.com/office/drawing/2014/main" id="{29155AE0-0248-26BB-CE49-7BE4C88EC0B7}"/>
                    </a:ext>
                  </a:extLst>
                </p:cNvPr>
                <p:cNvSpPr/>
                <p:nvPr/>
              </p:nvSpPr>
              <p:spPr>
                <a:xfrm>
                  <a:off x="1660569" y="2866905"/>
                  <a:ext cx="164571" cy="102461"/>
                </a:xfrm>
                <a:custGeom>
                  <a:avLst/>
                  <a:gdLst/>
                  <a:ahLst/>
                  <a:cxnLst/>
                  <a:rect l="l" t="t" r="r" b="b"/>
                  <a:pathLst>
                    <a:path w="5037" h="3136" extrusionOk="0">
                      <a:moveTo>
                        <a:pt x="1" y="1"/>
                      </a:moveTo>
                      <a:lnTo>
                        <a:pt x="1" y="222"/>
                      </a:lnTo>
                      <a:lnTo>
                        <a:pt x="5036" y="3136"/>
                      </a:lnTo>
                      <a:lnTo>
                        <a:pt x="5036" y="2883"/>
                      </a:lnTo>
                      <a:lnTo>
                        <a:pt x="1" y="1"/>
                      </a:lnTo>
                      <a:close/>
                    </a:path>
                  </a:pathLst>
                </a:custGeom>
                <a:solidFill>
                  <a:srgbClr val="22283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355" name="Google Shape;4124;p38">
                  <a:extLst>
                    <a:ext uri="{FF2B5EF4-FFF2-40B4-BE49-F238E27FC236}">
                      <a16:creationId xmlns:a16="http://schemas.microsoft.com/office/drawing/2014/main" id="{4D17F961-491F-A2BF-2CCA-73F383703818}"/>
                    </a:ext>
                  </a:extLst>
                </p:cNvPr>
                <p:cNvSpPr/>
                <p:nvPr/>
              </p:nvSpPr>
              <p:spPr>
                <a:xfrm>
                  <a:off x="1967886" y="3015303"/>
                  <a:ext cx="23818" cy="28066"/>
                </a:xfrm>
                <a:custGeom>
                  <a:avLst/>
                  <a:gdLst/>
                  <a:ahLst/>
                  <a:cxnLst/>
                  <a:rect l="l" t="t" r="r" b="b"/>
                  <a:pathLst>
                    <a:path w="729" h="859" extrusionOk="0">
                      <a:moveTo>
                        <a:pt x="213" y="0"/>
                      </a:moveTo>
                      <a:cubicBezTo>
                        <a:pt x="182" y="0"/>
                        <a:pt x="153" y="6"/>
                        <a:pt x="127" y="19"/>
                      </a:cubicBezTo>
                      <a:cubicBezTo>
                        <a:pt x="1" y="82"/>
                        <a:pt x="1" y="336"/>
                        <a:pt x="127" y="557"/>
                      </a:cubicBezTo>
                      <a:cubicBezTo>
                        <a:pt x="232" y="740"/>
                        <a:pt x="401" y="859"/>
                        <a:pt x="528" y="859"/>
                      </a:cubicBezTo>
                      <a:cubicBezTo>
                        <a:pt x="555" y="859"/>
                        <a:pt x="580" y="853"/>
                        <a:pt x="602" y="842"/>
                      </a:cubicBezTo>
                      <a:cubicBezTo>
                        <a:pt x="729" y="779"/>
                        <a:pt x="729" y="526"/>
                        <a:pt x="602" y="304"/>
                      </a:cubicBezTo>
                      <a:cubicBezTo>
                        <a:pt x="501" y="101"/>
                        <a:pt x="339" y="0"/>
                        <a:pt x="213" y="0"/>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356" name="Google Shape;4125;p38">
                  <a:extLst>
                    <a:ext uri="{FF2B5EF4-FFF2-40B4-BE49-F238E27FC236}">
                      <a16:creationId xmlns:a16="http://schemas.microsoft.com/office/drawing/2014/main" id="{33B3FBDB-55B8-A4CE-BFCA-F7F7BE6D402A}"/>
                    </a:ext>
                  </a:extLst>
                </p:cNvPr>
                <p:cNvSpPr/>
                <p:nvPr/>
              </p:nvSpPr>
              <p:spPr>
                <a:xfrm>
                  <a:off x="2016536" y="3042813"/>
                  <a:ext cx="23818" cy="28490"/>
                </a:xfrm>
                <a:custGeom>
                  <a:avLst/>
                  <a:gdLst/>
                  <a:ahLst/>
                  <a:cxnLst/>
                  <a:rect l="l" t="t" r="r" b="b"/>
                  <a:pathLst>
                    <a:path w="729" h="872" extrusionOk="0">
                      <a:moveTo>
                        <a:pt x="227" y="0"/>
                      </a:moveTo>
                      <a:cubicBezTo>
                        <a:pt x="190" y="0"/>
                        <a:pt x="156" y="10"/>
                        <a:pt x="127" y="32"/>
                      </a:cubicBezTo>
                      <a:cubicBezTo>
                        <a:pt x="0" y="95"/>
                        <a:pt x="0" y="349"/>
                        <a:pt x="127" y="570"/>
                      </a:cubicBezTo>
                      <a:cubicBezTo>
                        <a:pt x="231" y="754"/>
                        <a:pt x="401" y="872"/>
                        <a:pt x="528" y="872"/>
                      </a:cubicBezTo>
                      <a:cubicBezTo>
                        <a:pt x="555" y="872"/>
                        <a:pt x="580" y="867"/>
                        <a:pt x="602" y="856"/>
                      </a:cubicBezTo>
                      <a:cubicBezTo>
                        <a:pt x="728" y="760"/>
                        <a:pt x="728" y="539"/>
                        <a:pt x="602" y="285"/>
                      </a:cubicBezTo>
                      <a:cubicBezTo>
                        <a:pt x="504" y="115"/>
                        <a:pt x="350" y="0"/>
                        <a:pt x="227" y="0"/>
                      </a:cubicBezTo>
                      <a:close/>
                    </a:path>
                  </a:pathLst>
                </a:custGeom>
                <a:solidFill>
                  <a:srgbClr val="30475E"/>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357" name="Google Shape;4126;p38">
                  <a:extLst>
                    <a:ext uri="{FF2B5EF4-FFF2-40B4-BE49-F238E27FC236}">
                      <a16:creationId xmlns:a16="http://schemas.microsoft.com/office/drawing/2014/main" id="{093BCECF-F29E-40D2-F400-40DC603FFA60}"/>
                    </a:ext>
                  </a:extLst>
                </p:cNvPr>
                <p:cNvSpPr/>
                <p:nvPr/>
              </p:nvSpPr>
              <p:spPr>
                <a:xfrm>
                  <a:off x="2065152" y="3070585"/>
                  <a:ext cx="21760" cy="28490"/>
                </a:xfrm>
                <a:custGeom>
                  <a:avLst/>
                  <a:gdLst/>
                  <a:ahLst/>
                  <a:cxnLst/>
                  <a:rect l="l" t="t" r="r" b="b"/>
                  <a:pathLst>
                    <a:path w="666" h="872" extrusionOk="0">
                      <a:moveTo>
                        <a:pt x="209" y="0"/>
                      </a:moveTo>
                      <a:cubicBezTo>
                        <a:pt x="87" y="0"/>
                        <a:pt x="1" y="95"/>
                        <a:pt x="1" y="259"/>
                      </a:cubicBezTo>
                      <a:cubicBezTo>
                        <a:pt x="1" y="449"/>
                        <a:pt x="159" y="734"/>
                        <a:pt x="349" y="829"/>
                      </a:cubicBezTo>
                      <a:cubicBezTo>
                        <a:pt x="406" y="857"/>
                        <a:pt x="457" y="872"/>
                        <a:pt x="501" y="872"/>
                      </a:cubicBezTo>
                      <a:cubicBezTo>
                        <a:pt x="603" y="872"/>
                        <a:pt x="666" y="794"/>
                        <a:pt x="666" y="639"/>
                      </a:cubicBezTo>
                      <a:cubicBezTo>
                        <a:pt x="666" y="417"/>
                        <a:pt x="539" y="164"/>
                        <a:pt x="349" y="37"/>
                      </a:cubicBezTo>
                      <a:cubicBezTo>
                        <a:pt x="299" y="12"/>
                        <a:pt x="252" y="0"/>
                        <a:pt x="209" y="0"/>
                      </a:cubicBezTo>
                      <a:close/>
                    </a:path>
                  </a:pathLst>
                </a:custGeom>
                <a:solidFill>
                  <a:srgbClr val="22283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358" name="Google Shape;4127;p38">
                  <a:extLst>
                    <a:ext uri="{FF2B5EF4-FFF2-40B4-BE49-F238E27FC236}">
                      <a16:creationId xmlns:a16="http://schemas.microsoft.com/office/drawing/2014/main" id="{12E9D045-92EB-29A1-8F59-178209E96C89}"/>
                    </a:ext>
                  </a:extLst>
                </p:cNvPr>
                <p:cNvSpPr/>
                <p:nvPr/>
              </p:nvSpPr>
              <p:spPr>
                <a:xfrm>
                  <a:off x="1636783" y="2915325"/>
                  <a:ext cx="487376" cy="387823"/>
                </a:xfrm>
                <a:custGeom>
                  <a:avLst/>
                  <a:gdLst/>
                  <a:ahLst/>
                  <a:cxnLst/>
                  <a:rect l="l" t="t" r="r" b="b"/>
                  <a:pathLst>
                    <a:path w="14917" h="11870" extrusionOk="0">
                      <a:moveTo>
                        <a:pt x="224" y="1"/>
                      </a:moveTo>
                      <a:cubicBezTo>
                        <a:pt x="93" y="1"/>
                        <a:pt x="1" y="116"/>
                        <a:pt x="1" y="292"/>
                      </a:cubicBezTo>
                      <a:lnTo>
                        <a:pt x="1" y="2921"/>
                      </a:lnTo>
                      <a:cubicBezTo>
                        <a:pt x="1" y="3206"/>
                        <a:pt x="191" y="3554"/>
                        <a:pt x="412" y="3681"/>
                      </a:cubicBezTo>
                      <a:lnTo>
                        <a:pt x="14505" y="11820"/>
                      </a:lnTo>
                      <a:cubicBezTo>
                        <a:pt x="14564" y="11854"/>
                        <a:pt x="14621" y="11869"/>
                        <a:pt x="14673" y="11869"/>
                      </a:cubicBezTo>
                      <a:cubicBezTo>
                        <a:pt x="14815" y="11869"/>
                        <a:pt x="14917" y="11752"/>
                        <a:pt x="14917" y="11566"/>
                      </a:cubicBezTo>
                      <a:lnTo>
                        <a:pt x="14917" y="8938"/>
                      </a:lnTo>
                      <a:cubicBezTo>
                        <a:pt x="14917" y="8653"/>
                        <a:pt x="14727" y="8336"/>
                        <a:pt x="14505" y="8178"/>
                      </a:cubicBezTo>
                      <a:lnTo>
                        <a:pt x="412" y="71"/>
                      </a:lnTo>
                      <a:cubicBezTo>
                        <a:pt x="345" y="22"/>
                        <a:pt x="281" y="1"/>
                        <a:pt x="224" y="1"/>
                      </a:cubicBezTo>
                      <a:close/>
                    </a:path>
                  </a:pathLst>
                </a:custGeom>
                <a:solidFill>
                  <a:srgbClr val="DD915E"/>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359" name="Google Shape;4128;p38">
                  <a:extLst>
                    <a:ext uri="{FF2B5EF4-FFF2-40B4-BE49-F238E27FC236}">
                      <a16:creationId xmlns:a16="http://schemas.microsoft.com/office/drawing/2014/main" id="{356F8BD0-D8FB-4E7A-DA2E-A35A821AD5C7}"/>
                    </a:ext>
                  </a:extLst>
                </p:cNvPr>
                <p:cNvSpPr/>
                <p:nvPr/>
              </p:nvSpPr>
              <p:spPr>
                <a:xfrm>
                  <a:off x="1660569" y="2951755"/>
                  <a:ext cx="164571" cy="102461"/>
                </a:xfrm>
                <a:custGeom>
                  <a:avLst/>
                  <a:gdLst/>
                  <a:ahLst/>
                  <a:cxnLst/>
                  <a:rect l="l" t="t" r="r" b="b"/>
                  <a:pathLst>
                    <a:path w="5037" h="3136" extrusionOk="0">
                      <a:moveTo>
                        <a:pt x="1" y="1"/>
                      </a:moveTo>
                      <a:lnTo>
                        <a:pt x="1" y="254"/>
                      </a:lnTo>
                      <a:lnTo>
                        <a:pt x="5036" y="3136"/>
                      </a:lnTo>
                      <a:lnTo>
                        <a:pt x="5036" y="2914"/>
                      </a:lnTo>
                      <a:lnTo>
                        <a:pt x="1" y="1"/>
                      </a:lnTo>
                      <a:close/>
                    </a:path>
                  </a:pathLst>
                </a:custGeom>
                <a:solidFill>
                  <a:srgbClr val="22283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360" name="Google Shape;4129;p38">
                  <a:extLst>
                    <a:ext uri="{FF2B5EF4-FFF2-40B4-BE49-F238E27FC236}">
                      <a16:creationId xmlns:a16="http://schemas.microsoft.com/office/drawing/2014/main" id="{39C93687-1E8B-BD6E-9D82-F2E40BB4765B}"/>
                    </a:ext>
                  </a:extLst>
                </p:cNvPr>
                <p:cNvSpPr/>
                <p:nvPr/>
              </p:nvSpPr>
              <p:spPr>
                <a:xfrm>
                  <a:off x="1660569" y="2978645"/>
                  <a:ext cx="164571" cy="102494"/>
                </a:xfrm>
                <a:custGeom>
                  <a:avLst/>
                  <a:gdLst/>
                  <a:ahLst/>
                  <a:cxnLst/>
                  <a:rect l="l" t="t" r="r" b="b"/>
                  <a:pathLst>
                    <a:path w="5037" h="3137" extrusionOk="0">
                      <a:moveTo>
                        <a:pt x="1" y="1"/>
                      </a:moveTo>
                      <a:lnTo>
                        <a:pt x="1" y="223"/>
                      </a:lnTo>
                      <a:lnTo>
                        <a:pt x="5036" y="3136"/>
                      </a:lnTo>
                      <a:lnTo>
                        <a:pt x="5036" y="2883"/>
                      </a:lnTo>
                      <a:lnTo>
                        <a:pt x="1" y="1"/>
                      </a:lnTo>
                      <a:close/>
                    </a:path>
                  </a:pathLst>
                </a:custGeom>
                <a:solidFill>
                  <a:srgbClr val="22283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361" name="Google Shape;4130;p38">
                  <a:extLst>
                    <a:ext uri="{FF2B5EF4-FFF2-40B4-BE49-F238E27FC236}">
                      <a16:creationId xmlns:a16="http://schemas.microsoft.com/office/drawing/2014/main" id="{CFEF5D58-C75D-73CD-7676-398A69665701}"/>
                    </a:ext>
                  </a:extLst>
                </p:cNvPr>
                <p:cNvSpPr/>
                <p:nvPr/>
              </p:nvSpPr>
              <p:spPr>
                <a:xfrm>
                  <a:off x="1660569" y="3004521"/>
                  <a:ext cx="164571" cy="102461"/>
                </a:xfrm>
                <a:custGeom>
                  <a:avLst/>
                  <a:gdLst/>
                  <a:ahLst/>
                  <a:cxnLst/>
                  <a:rect l="l" t="t" r="r" b="b"/>
                  <a:pathLst>
                    <a:path w="5037" h="3136" extrusionOk="0">
                      <a:moveTo>
                        <a:pt x="1" y="1"/>
                      </a:moveTo>
                      <a:lnTo>
                        <a:pt x="1" y="254"/>
                      </a:lnTo>
                      <a:lnTo>
                        <a:pt x="5036" y="3136"/>
                      </a:lnTo>
                      <a:lnTo>
                        <a:pt x="5036" y="2914"/>
                      </a:lnTo>
                      <a:lnTo>
                        <a:pt x="1" y="1"/>
                      </a:lnTo>
                      <a:close/>
                    </a:path>
                  </a:pathLst>
                </a:custGeom>
                <a:solidFill>
                  <a:srgbClr val="22283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362" name="Google Shape;4131;p38">
                  <a:extLst>
                    <a:ext uri="{FF2B5EF4-FFF2-40B4-BE49-F238E27FC236}">
                      <a16:creationId xmlns:a16="http://schemas.microsoft.com/office/drawing/2014/main" id="{1B72006D-A855-04B5-FC25-137F27D5366A}"/>
                    </a:ext>
                  </a:extLst>
                </p:cNvPr>
                <p:cNvSpPr/>
                <p:nvPr/>
              </p:nvSpPr>
              <p:spPr>
                <a:xfrm>
                  <a:off x="1968932" y="3153737"/>
                  <a:ext cx="22773" cy="28131"/>
                </a:xfrm>
                <a:custGeom>
                  <a:avLst/>
                  <a:gdLst/>
                  <a:ahLst/>
                  <a:cxnLst/>
                  <a:rect l="l" t="t" r="r" b="b"/>
                  <a:pathLst>
                    <a:path w="697" h="861" extrusionOk="0">
                      <a:moveTo>
                        <a:pt x="187" y="1"/>
                      </a:moveTo>
                      <a:cubicBezTo>
                        <a:pt x="77" y="1"/>
                        <a:pt x="0" y="93"/>
                        <a:pt x="0" y="247"/>
                      </a:cubicBezTo>
                      <a:cubicBezTo>
                        <a:pt x="0" y="437"/>
                        <a:pt x="159" y="722"/>
                        <a:pt x="349" y="817"/>
                      </a:cubicBezTo>
                      <a:cubicBezTo>
                        <a:pt x="406" y="846"/>
                        <a:pt x="460" y="860"/>
                        <a:pt x="508" y="860"/>
                      </a:cubicBezTo>
                      <a:cubicBezTo>
                        <a:pt x="619" y="860"/>
                        <a:pt x="697" y="783"/>
                        <a:pt x="697" y="627"/>
                      </a:cubicBezTo>
                      <a:cubicBezTo>
                        <a:pt x="697" y="406"/>
                        <a:pt x="539" y="152"/>
                        <a:pt x="349" y="57"/>
                      </a:cubicBezTo>
                      <a:cubicBezTo>
                        <a:pt x="291" y="19"/>
                        <a:pt x="235" y="1"/>
                        <a:pt x="187" y="1"/>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363" name="Google Shape;4132;p38">
                  <a:extLst>
                    <a:ext uri="{FF2B5EF4-FFF2-40B4-BE49-F238E27FC236}">
                      <a16:creationId xmlns:a16="http://schemas.microsoft.com/office/drawing/2014/main" id="{5ADC366B-B916-6306-049D-8D347A1858CE}"/>
                    </a:ext>
                  </a:extLst>
                </p:cNvPr>
                <p:cNvSpPr/>
                <p:nvPr/>
              </p:nvSpPr>
              <p:spPr>
                <a:xfrm>
                  <a:off x="2016536" y="3181443"/>
                  <a:ext cx="23818" cy="28523"/>
                </a:xfrm>
                <a:custGeom>
                  <a:avLst/>
                  <a:gdLst/>
                  <a:ahLst/>
                  <a:cxnLst/>
                  <a:rect l="l" t="t" r="r" b="b"/>
                  <a:pathLst>
                    <a:path w="729" h="873" extrusionOk="0">
                      <a:moveTo>
                        <a:pt x="227" y="1"/>
                      </a:moveTo>
                      <a:cubicBezTo>
                        <a:pt x="190" y="1"/>
                        <a:pt x="156" y="11"/>
                        <a:pt x="127" y="33"/>
                      </a:cubicBezTo>
                      <a:cubicBezTo>
                        <a:pt x="0" y="96"/>
                        <a:pt x="0" y="349"/>
                        <a:pt x="127" y="571"/>
                      </a:cubicBezTo>
                      <a:cubicBezTo>
                        <a:pt x="231" y="754"/>
                        <a:pt x="401" y="872"/>
                        <a:pt x="528" y="872"/>
                      </a:cubicBezTo>
                      <a:cubicBezTo>
                        <a:pt x="555" y="872"/>
                        <a:pt x="580" y="867"/>
                        <a:pt x="602" y="856"/>
                      </a:cubicBezTo>
                      <a:cubicBezTo>
                        <a:pt x="728" y="761"/>
                        <a:pt x="728" y="508"/>
                        <a:pt x="602" y="286"/>
                      </a:cubicBezTo>
                      <a:cubicBezTo>
                        <a:pt x="504" y="115"/>
                        <a:pt x="350" y="1"/>
                        <a:pt x="227" y="1"/>
                      </a:cubicBezTo>
                      <a:close/>
                    </a:path>
                  </a:pathLst>
                </a:custGeom>
                <a:solidFill>
                  <a:srgbClr val="30475E"/>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364" name="Google Shape;4133;p38">
                  <a:extLst>
                    <a:ext uri="{FF2B5EF4-FFF2-40B4-BE49-F238E27FC236}">
                      <a16:creationId xmlns:a16="http://schemas.microsoft.com/office/drawing/2014/main" id="{22DA833F-F5FC-8356-BFDF-725B2BDE891D}"/>
                    </a:ext>
                  </a:extLst>
                </p:cNvPr>
                <p:cNvSpPr/>
                <p:nvPr/>
              </p:nvSpPr>
              <p:spPr>
                <a:xfrm>
                  <a:off x="2065152" y="3209051"/>
                  <a:ext cx="21760" cy="28490"/>
                </a:xfrm>
                <a:custGeom>
                  <a:avLst/>
                  <a:gdLst/>
                  <a:ahLst/>
                  <a:cxnLst/>
                  <a:rect l="l" t="t" r="r" b="b"/>
                  <a:pathLst>
                    <a:path w="666" h="872" extrusionOk="0">
                      <a:moveTo>
                        <a:pt x="190" y="0"/>
                      </a:moveTo>
                      <a:cubicBezTo>
                        <a:pt x="78" y="0"/>
                        <a:pt x="1" y="78"/>
                        <a:pt x="1" y="233"/>
                      </a:cubicBezTo>
                      <a:cubicBezTo>
                        <a:pt x="1" y="455"/>
                        <a:pt x="159" y="708"/>
                        <a:pt x="349" y="835"/>
                      </a:cubicBezTo>
                      <a:cubicBezTo>
                        <a:pt x="400" y="860"/>
                        <a:pt x="446" y="872"/>
                        <a:pt x="487" y="872"/>
                      </a:cubicBezTo>
                      <a:cubicBezTo>
                        <a:pt x="598" y="872"/>
                        <a:pt x="666" y="784"/>
                        <a:pt x="666" y="645"/>
                      </a:cubicBezTo>
                      <a:cubicBezTo>
                        <a:pt x="666" y="423"/>
                        <a:pt x="539" y="169"/>
                        <a:pt x="349" y="43"/>
                      </a:cubicBezTo>
                      <a:cubicBezTo>
                        <a:pt x="292" y="14"/>
                        <a:pt x="238" y="0"/>
                        <a:pt x="190" y="0"/>
                      </a:cubicBezTo>
                      <a:close/>
                    </a:path>
                  </a:pathLst>
                </a:custGeom>
                <a:solidFill>
                  <a:srgbClr val="22283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365" name="Google Shape;4134;p38">
                  <a:extLst>
                    <a:ext uri="{FF2B5EF4-FFF2-40B4-BE49-F238E27FC236}">
                      <a16:creationId xmlns:a16="http://schemas.microsoft.com/office/drawing/2014/main" id="{6741493A-C021-9FAF-DE39-422C1619A25C}"/>
                    </a:ext>
                  </a:extLst>
                </p:cNvPr>
                <p:cNvSpPr/>
                <p:nvPr/>
              </p:nvSpPr>
              <p:spPr>
                <a:xfrm>
                  <a:off x="1636783" y="3053595"/>
                  <a:ext cx="487376" cy="387790"/>
                </a:xfrm>
                <a:custGeom>
                  <a:avLst/>
                  <a:gdLst/>
                  <a:ahLst/>
                  <a:cxnLst/>
                  <a:rect l="l" t="t" r="r" b="b"/>
                  <a:pathLst>
                    <a:path w="14917" h="11869" extrusionOk="0">
                      <a:moveTo>
                        <a:pt x="244" y="1"/>
                      </a:moveTo>
                      <a:cubicBezTo>
                        <a:pt x="102" y="1"/>
                        <a:pt x="1" y="118"/>
                        <a:pt x="1" y="304"/>
                      </a:cubicBezTo>
                      <a:lnTo>
                        <a:pt x="1" y="2932"/>
                      </a:lnTo>
                      <a:cubicBezTo>
                        <a:pt x="1" y="3217"/>
                        <a:pt x="191" y="3534"/>
                        <a:pt x="412" y="3692"/>
                      </a:cubicBezTo>
                      <a:lnTo>
                        <a:pt x="14505" y="11800"/>
                      </a:lnTo>
                      <a:cubicBezTo>
                        <a:pt x="14571" y="11847"/>
                        <a:pt x="14634" y="11869"/>
                        <a:pt x="14690" y="11869"/>
                      </a:cubicBezTo>
                      <a:cubicBezTo>
                        <a:pt x="14823" y="11869"/>
                        <a:pt x="14917" y="11747"/>
                        <a:pt x="14917" y="11546"/>
                      </a:cubicBezTo>
                      <a:lnTo>
                        <a:pt x="14917" y="8949"/>
                      </a:lnTo>
                      <a:cubicBezTo>
                        <a:pt x="14917" y="8664"/>
                        <a:pt x="14727" y="8316"/>
                        <a:pt x="14505" y="8189"/>
                      </a:cubicBezTo>
                      <a:lnTo>
                        <a:pt x="412" y="50"/>
                      </a:lnTo>
                      <a:cubicBezTo>
                        <a:pt x="353" y="17"/>
                        <a:pt x="296" y="1"/>
                        <a:pt x="244" y="1"/>
                      </a:cubicBezTo>
                      <a:close/>
                    </a:path>
                  </a:pathLst>
                </a:custGeom>
                <a:solidFill>
                  <a:srgbClr val="DD915E"/>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366" name="Google Shape;4135;p38">
                  <a:extLst>
                    <a:ext uri="{FF2B5EF4-FFF2-40B4-BE49-F238E27FC236}">
                      <a16:creationId xmlns:a16="http://schemas.microsoft.com/office/drawing/2014/main" id="{AEE55ADF-BBAC-324D-0E18-F88E870FA780}"/>
                    </a:ext>
                  </a:extLst>
                </p:cNvPr>
                <p:cNvSpPr/>
                <p:nvPr/>
              </p:nvSpPr>
              <p:spPr>
                <a:xfrm>
                  <a:off x="1660569" y="3090417"/>
                  <a:ext cx="164571" cy="102461"/>
                </a:xfrm>
                <a:custGeom>
                  <a:avLst/>
                  <a:gdLst/>
                  <a:ahLst/>
                  <a:cxnLst/>
                  <a:rect l="l" t="t" r="r" b="b"/>
                  <a:pathLst>
                    <a:path w="5037" h="3136" extrusionOk="0">
                      <a:moveTo>
                        <a:pt x="1" y="0"/>
                      </a:moveTo>
                      <a:lnTo>
                        <a:pt x="1" y="222"/>
                      </a:lnTo>
                      <a:lnTo>
                        <a:pt x="5036" y="3135"/>
                      </a:lnTo>
                      <a:lnTo>
                        <a:pt x="5036" y="2914"/>
                      </a:lnTo>
                      <a:lnTo>
                        <a:pt x="1" y="0"/>
                      </a:lnTo>
                      <a:close/>
                    </a:path>
                  </a:pathLst>
                </a:custGeom>
                <a:solidFill>
                  <a:srgbClr val="22283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367" name="Google Shape;4136;p38">
                  <a:extLst>
                    <a:ext uri="{FF2B5EF4-FFF2-40B4-BE49-F238E27FC236}">
                      <a16:creationId xmlns:a16="http://schemas.microsoft.com/office/drawing/2014/main" id="{99A59E49-C39C-0CCD-DB2C-C1C939ABBEBD}"/>
                    </a:ext>
                  </a:extLst>
                </p:cNvPr>
                <p:cNvSpPr/>
                <p:nvPr/>
              </p:nvSpPr>
              <p:spPr>
                <a:xfrm>
                  <a:off x="1660569" y="3117307"/>
                  <a:ext cx="164571" cy="102461"/>
                </a:xfrm>
                <a:custGeom>
                  <a:avLst/>
                  <a:gdLst/>
                  <a:ahLst/>
                  <a:cxnLst/>
                  <a:rect l="l" t="t" r="r" b="b"/>
                  <a:pathLst>
                    <a:path w="5037" h="3136" extrusionOk="0">
                      <a:moveTo>
                        <a:pt x="1" y="1"/>
                      </a:moveTo>
                      <a:lnTo>
                        <a:pt x="1" y="222"/>
                      </a:lnTo>
                      <a:lnTo>
                        <a:pt x="5036" y="3136"/>
                      </a:lnTo>
                      <a:lnTo>
                        <a:pt x="5036" y="2882"/>
                      </a:lnTo>
                      <a:lnTo>
                        <a:pt x="1" y="1"/>
                      </a:lnTo>
                      <a:close/>
                    </a:path>
                  </a:pathLst>
                </a:custGeom>
                <a:solidFill>
                  <a:srgbClr val="22283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368" name="Google Shape;4137;p38">
                  <a:extLst>
                    <a:ext uri="{FF2B5EF4-FFF2-40B4-BE49-F238E27FC236}">
                      <a16:creationId xmlns:a16="http://schemas.microsoft.com/office/drawing/2014/main" id="{3B4418A3-CA53-A77E-20A2-AD0AACF8035A}"/>
                    </a:ext>
                  </a:extLst>
                </p:cNvPr>
                <p:cNvSpPr/>
                <p:nvPr/>
              </p:nvSpPr>
              <p:spPr>
                <a:xfrm>
                  <a:off x="1660569" y="3143183"/>
                  <a:ext cx="164571" cy="102461"/>
                </a:xfrm>
                <a:custGeom>
                  <a:avLst/>
                  <a:gdLst/>
                  <a:ahLst/>
                  <a:cxnLst/>
                  <a:rect l="l" t="t" r="r" b="b"/>
                  <a:pathLst>
                    <a:path w="5037" h="3136" extrusionOk="0">
                      <a:moveTo>
                        <a:pt x="1" y="0"/>
                      </a:moveTo>
                      <a:lnTo>
                        <a:pt x="1" y="222"/>
                      </a:lnTo>
                      <a:lnTo>
                        <a:pt x="5036" y="3136"/>
                      </a:lnTo>
                      <a:lnTo>
                        <a:pt x="5036" y="2914"/>
                      </a:lnTo>
                      <a:lnTo>
                        <a:pt x="1" y="0"/>
                      </a:lnTo>
                      <a:close/>
                    </a:path>
                  </a:pathLst>
                </a:custGeom>
                <a:solidFill>
                  <a:srgbClr val="22283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369" name="Google Shape;4138;p38">
                  <a:extLst>
                    <a:ext uri="{FF2B5EF4-FFF2-40B4-BE49-F238E27FC236}">
                      <a16:creationId xmlns:a16="http://schemas.microsoft.com/office/drawing/2014/main" id="{A3A72A79-6648-BB1B-A167-11FD0D7CB03A}"/>
                    </a:ext>
                  </a:extLst>
                </p:cNvPr>
                <p:cNvSpPr/>
                <p:nvPr/>
              </p:nvSpPr>
              <p:spPr>
                <a:xfrm>
                  <a:off x="1967886" y="3291647"/>
                  <a:ext cx="23818" cy="28490"/>
                </a:xfrm>
                <a:custGeom>
                  <a:avLst/>
                  <a:gdLst/>
                  <a:ahLst/>
                  <a:cxnLst/>
                  <a:rect l="l" t="t" r="r" b="b"/>
                  <a:pathLst>
                    <a:path w="729" h="872" extrusionOk="0">
                      <a:moveTo>
                        <a:pt x="201" y="0"/>
                      </a:moveTo>
                      <a:cubicBezTo>
                        <a:pt x="174" y="0"/>
                        <a:pt x="149" y="6"/>
                        <a:pt x="127" y="17"/>
                      </a:cubicBezTo>
                      <a:cubicBezTo>
                        <a:pt x="1" y="112"/>
                        <a:pt x="1" y="365"/>
                        <a:pt x="127" y="587"/>
                      </a:cubicBezTo>
                      <a:cubicBezTo>
                        <a:pt x="225" y="758"/>
                        <a:pt x="379" y="872"/>
                        <a:pt x="502" y="872"/>
                      </a:cubicBezTo>
                      <a:cubicBezTo>
                        <a:pt x="539" y="872"/>
                        <a:pt x="573" y="862"/>
                        <a:pt x="602" y="840"/>
                      </a:cubicBezTo>
                      <a:cubicBezTo>
                        <a:pt x="729" y="777"/>
                        <a:pt x="729" y="523"/>
                        <a:pt x="602" y="302"/>
                      </a:cubicBezTo>
                      <a:cubicBezTo>
                        <a:pt x="498" y="119"/>
                        <a:pt x="328" y="0"/>
                        <a:pt x="201" y="0"/>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370" name="Google Shape;4139;p38">
                  <a:extLst>
                    <a:ext uri="{FF2B5EF4-FFF2-40B4-BE49-F238E27FC236}">
                      <a16:creationId xmlns:a16="http://schemas.microsoft.com/office/drawing/2014/main" id="{FE878060-6D69-E57E-BA4A-0E8C26D305F1}"/>
                    </a:ext>
                  </a:extLst>
                </p:cNvPr>
                <p:cNvSpPr/>
                <p:nvPr/>
              </p:nvSpPr>
              <p:spPr>
                <a:xfrm>
                  <a:off x="2017549" y="3319746"/>
                  <a:ext cx="21760" cy="28490"/>
                </a:xfrm>
                <a:custGeom>
                  <a:avLst/>
                  <a:gdLst/>
                  <a:ahLst/>
                  <a:cxnLst/>
                  <a:rect l="l" t="t" r="r" b="b"/>
                  <a:pathLst>
                    <a:path w="666" h="872" extrusionOk="0">
                      <a:moveTo>
                        <a:pt x="179" y="1"/>
                      </a:moveTo>
                      <a:cubicBezTo>
                        <a:pt x="78" y="1"/>
                        <a:pt x="1" y="78"/>
                        <a:pt x="1" y="233"/>
                      </a:cubicBezTo>
                      <a:cubicBezTo>
                        <a:pt x="1" y="455"/>
                        <a:pt x="159" y="708"/>
                        <a:pt x="317" y="835"/>
                      </a:cubicBezTo>
                      <a:cubicBezTo>
                        <a:pt x="367" y="860"/>
                        <a:pt x="415" y="872"/>
                        <a:pt x="458" y="872"/>
                      </a:cubicBezTo>
                      <a:cubicBezTo>
                        <a:pt x="579" y="872"/>
                        <a:pt x="666" y="777"/>
                        <a:pt x="666" y="613"/>
                      </a:cubicBezTo>
                      <a:cubicBezTo>
                        <a:pt x="666" y="423"/>
                        <a:pt x="507" y="170"/>
                        <a:pt x="317" y="43"/>
                      </a:cubicBezTo>
                      <a:cubicBezTo>
                        <a:pt x="270" y="15"/>
                        <a:pt x="222" y="1"/>
                        <a:pt x="179" y="1"/>
                      </a:cubicBezTo>
                      <a:close/>
                    </a:path>
                  </a:pathLst>
                </a:custGeom>
                <a:solidFill>
                  <a:srgbClr val="30475E"/>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371" name="Google Shape;4140;p38">
                  <a:extLst>
                    <a:ext uri="{FF2B5EF4-FFF2-40B4-BE49-F238E27FC236}">
                      <a16:creationId xmlns:a16="http://schemas.microsoft.com/office/drawing/2014/main" id="{38C31E7A-B4B9-98AA-5947-760BCA0D14A0}"/>
                    </a:ext>
                  </a:extLst>
                </p:cNvPr>
                <p:cNvSpPr/>
                <p:nvPr/>
              </p:nvSpPr>
              <p:spPr>
                <a:xfrm>
                  <a:off x="2064107" y="3347517"/>
                  <a:ext cx="23851" cy="28098"/>
                </a:xfrm>
                <a:custGeom>
                  <a:avLst/>
                  <a:gdLst/>
                  <a:ahLst/>
                  <a:cxnLst/>
                  <a:rect l="l" t="t" r="r" b="b"/>
                  <a:pathLst>
                    <a:path w="730" h="860" extrusionOk="0">
                      <a:moveTo>
                        <a:pt x="201" y="0"/>
                      </a:moveTo>
                      <a:cubicBezTo>
                        <a:pt x="175" y="0"/>
                        <a:pt x="150" y="6"/>
                        <a:pt x="128" y="17"/>
                      </a:cubicBezTo>
                      <a:cubicBezTo>
                        <a:pt x="1" y="80"/>
                        <a:pt x="1" y="333"/>
                        <a:pt x="128" y="555"/>
                      </a:cubicBezTo>
                      <a:cubicBezTo>
                        <a:pt x="229" y="758"/>
                        <a:pt x="391" y="859"/>
                        <a:pt x="517" y="859"/>
                      </a:cubicBezTo>
                      <a:cubicBezTo>
                        <a:pt x="548" y="859"/>
                        <a:pt x="577" y="853"/>
                        <a:pt x="603" y="840"/>
                      </a:cubicBezTo>
                      <a:cubicBezTo>
                        <a:pt x="729" y="777"/>
                        <a:pt x="729" y="523"/>
                        <a:pt x="603" y="302"/>
                      </a:cubicBezTo>
                      <a:cubicBezTo>
                        <a:pt x="498" y="119"/>
                        <a:pt x="329" y="0"/>
                        <a:pt x="201" y="0"/>
                      </a:cubicBezTo>
                      <a:close/>
                    </a:path>
                  </a:pathLst>
                </a:custGeom>
                <a:solidFill>
                  <a:srgbClr val="22283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372" name="Google Shape;4141;p38">
                  <a:extLst>
                    <a:ext uri="{FF2B5EF4-FFF2-40B4-BE49-F238E27FC236}">
                      <a16:creationId xmlns:a16="http://schemas.microsoft.com/office/drawing/2014/main" id="{99D4C04A-00D9-B510-BBA8-53933D8778DC}"/>
                    </a:ext>
                  </a:extLst>
                </p:cNvPr>
                <p:cNvSpPr/>
                <p:nvPr/>
              </p:nvSpPr>
              <p:spPr>
                <a:xfrm>
                  <a:off x="1636783" y="3192094"/>
                  <a:ext cx="487376" cy="387496"/>
                </a:xfrm>
                <a:custGeom>
                  <a:avLst/>
                  <a:gdLst/>
                  <a:ahLst/>
                  <a:cxnLst/>
                  <a:rect l="l" t="t" r="r" b="b"/>
                  <a:pathLst>
                    <a:path w="14917" h="11860" extrusionOk="0">
                      <a:moveTo>
                        <a:pt x="230" y="0"/>
                      </a:moveTo>
                      <a:cubicBezTo>
                        <a:pt x="96" y="0"/>
                        <a:pt x="1" y="107"/>
                        <a:pt x="1" y="308"/>
                      </a:cubicBezTo>
                      <a:lnTo>
                        <a:pt x="1" y="2937"/>
                      </a:lnTo>
                      <a:cubicBezTo>
                        <a:pt x="1" y="3190"/>
                        <a:pt x="191" y="3539"/>
                        <a:pt x="412" y="3665"/>
                      </a:cubicBezTo>
                      <a:lnTo>
                        <a:pt x="14505" y="11804"/>
                      </a:lnTo>
                      <a:cubicBezTo>
                        <a:pt x="14570" y="11841"/>
                        <a:pt x="14632" y="11859"/>
                        <a:pt x="14687" y="11859"/>
                      </a:cubicBezTo>
                      <a:cubicBezTo>
                        <a:pt x="14821" y="11859"/>
                        <a:pt x="14917" y="11753"/>
                        <a:pt x="14917" y="11551"/>
                      </a:cubicBezTo>
                      <a:lnTo>
                        <a:pt x="14917" y="8922"/>
                      </a:lnTo>
                      <a:cubicBezTo>
                        <a:pt x="14917" y="8669"/>
                        <a:pt x="14727" y="8321"/>
                        <a:pt x="14505" y="8194"/>
                      </a:cubicBezTo>
                      <a:lnTo>
                        <a:pt x="412" y="55"/>
                      </a:lnTo>
                      <a:cubicBezTo>
                        <a:pt x="348" y="18"/>
                        <a:pt x="286" y="0"/>
                        <a:pt x="230" y="0"/>
                      </a:cubicBezTo>
                      <a:close/>
                    </a:path>
                  </a:pathLst>
                </a:custGeom>
                <a:solidFill>
                  <a:srgbClr val="DD915E"/>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373" name="Google Shape;4142;p38">
                  <a:extLst>
                    <a:ext uri="{FF2B5EF4-FFF2-40B4-BE49-F238E27FC236}">
                      <a16:creationId xmlns:a16="http://schemas.microsoft.com/office/drawing/2014/main" id="{7586FD99-BFBA-045A-06F7-273C7405B555}"/>
                    </a:ext>
                  </a:extLst>
                </p:cNvPr>
                <p:cNvSpPr/>
                <p:nvPr/>
              </p:nvSpPr>
              <p:spPr>
                <a:xfrm>
                  <a:off x="1660569" y="3229047"/>
                  <a:ext cx="164571" cy="102494"/>
                </a:xfrm>
                <a:custGeom>
                  <a:avLst/>
                  <a:gdLst/>
                  <a:ahLst/>
                  <a:cxnLst/>
                  <a:rect l="l" t="t" r="r" b="b"/>
                  <a:pathLst>
                    <a:path w="5037" h="3137" extrusionOk="0">
                      <a:moveTo>
                        <a:pt x="1" y="1"/>
                      </a:moveTo>
                      <a:lnTo>
                        <a:pt x="1" y="223"/>
                      </a:lnTo>
                      <a:lnTo>
                        <a:pt x="5036" y="3136"/>
                      </a:lnTo>
                      <a:lnTo>
                        <a:pt x="5036" y="2883"/>
                      </a:lnTo>
                      <a:lnTo>
                        <a:pt x="1" y="1"/>
                      </a:lnTo>
                      <a:close/>
                    </a:path>
                  </a:pathLst>
                </a:custGeom>
                <a:solidFill>
                  <a:srgbClr val="22283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374" name="Google Shape;4143;p38">
                  <a:extLst>
                    <a:ext uri="{FF2B5EF4-FFF2-40B4-BE49-F238E27FC236}">
                      <a16:creationId xmlns:a16="http://schemas.microsoft.com/office/drawing/2014/main" id="{6C68060F-DBF4-84B2-71F2-5846F40784C0}"/>
                    </a:ext>
                  </a:extLst>
                </p:cNvPr>
                <p:cNvSpPr/>
                <p:nvPr/>
              </p:nvSpPr>
              <p:spPr>
                <a:xfrm>
                  <a:off x="1660569" y="3254923"/>
                  <a:ext cx="164571" cy="102461"/>
                </a:xfrm>
                <a:custGeom>
                  <a:avLst/>
                  <a:gdLst/>
                  <a:ahLst/>
                  <a:cxnLst/>
                  <a:rect l="l" t="t" r="r" b="b"/>
                  <a:pathLst>
                    <a:path w="5037" h="3136" extrusionOk="0">
                      <a:moveTo>
                        <a:pt x="1" y="1"/>
                      </a:moveTo>
                      <a:lnTo>
                        <a:pt x="1" y="254"/>
                      </a:lnTo>
                      <a:lnTo>
                        <a:pt x="5036" y="3136"/>
                      </a:lnTo>
                      <a:lnTo>
                        <a:pt x="5036" y="2914"/>
                      </a:lnTo>
                      <a:lnTo>
                        <a:pt x="1" y="1"/>
                      </a:lnTo>
                      <a:close/>
                    </a:path>
                  </a:pathLst>
                </a:custGeom>
                <a:solidFill>
                  <a:srgbClr val="22283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375" name="Google Shape;4144;p38">
                  <a:extLst>
                    <a:ext uri="{FF2B5EF4-FFF2-40B4-BE49-F238E27FC236}">
                      <a16:creationId xmlns:a16="http://schemas.microsoft.com/office/drawing/2014/main" id="{D6D2B6BB-3822-43CC-A0CD-A71F9CB0E88B}"/>
                    </a:ext>
                  </a:extLst>
                </p:cNvPr>
                <p:cNvSpPr/>
                <p:nvPr/>
              </p:nvSpPr>
              <p:spPr>
                <a:xfrm>
                  <a:off x="1660569" y="3281813"/>
                  <a:ext cx="164571" cy="102494"/>
                </a:xfrm>
                <a:custGeom>
                  <a:avLst/>
                  <a:gdLst/>
                  <a:ahLst/>
                  <a:cxnLst/>
                  <a:rect l="l" t="t" r="r" b="b"/>
                  <a:pathLst>
                    <a:path w="5037" h="3137" extrusionOk="0">
                      <a:moveTo>
                        <a:pt x="1" y="1"/>
                      </a:moveTo>
                      <a:lnTo>
                        <a:pt x="1" y="223"/>
                      </a:lnTo>
                      <a:lnTo>
                        <a:pt x="5036" y="3136"/>
                      </a:lnTo>
                      <a:lnTo>
                        <a:pt x="5036" y="2883"/>
                      </a:lnTo>
                      <a:lnTo>
                        <a:pt x="1" y="1"/>
                      </a:lnTo>
                      <a:close/>
                    </a:path>
                  </a:pathLst>
                </a:custGeom>
                <a:solidFill>
                  <a:srgbClr val="22283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376" name="Google Shape;4145;p38">
                  <a:extLst>
                    <a:ext uri="{FF2B5EF4-FFF2-40B4-BE49-F238E27FC236}">
                      <a16:creationId xmlns:a16="http://schemas.microsoft.com/office/drawing/2014/main" id="{A2E3B54D-DAB5-5E42-3EA7-6BC1E79156EF}"/>
                    </a:ext>
                  </a:extLst>
                </p:cNvPr>
                <p:cNvSpPr/>
                <p:nvPr/>
              </p:nvSpPr>
              <p:spPr>
                <a:xfrm>
                  <a:off x="1967886" y="3430277"/>
                  <a:ext cx="23818" cy="28523"/>
                </a:xfrm>
                <a:custGeom>
                  <a:avLst/>
                  <a:gdLst/>
                  <a:ahLst/>
                  <a:cxnLst/>
                  <a:rect l="l" t="t" r="r" b="b"/>
                  <a:pathLst>
                    <a:path w="729" h="873" extrusionOk="0">
                      <a:moveTo>
                        <a:pt x="201" y="1"/>
                      </a:moveTo>
                      <a:cubicBezTo>
                        <a:pt x="174" y="1"/>
                        <a:pt x="149" y="6"/>
                        <a:pt x="127" y="17"/>
                      </a:cubicBezTo>
                      <a:cubicBezTo>
                        <a:pt x="1" y="112"/>
                        <a:pt x="1" y="334"/>
                        <a:pt x="127" y="587"/>
                      </a:cubicBezTo>
                      <a:cubicBezTo>
                        <a:pt x="225" y="758"/>
                        <a:pt x="379" y="873"/>
                        <a:pt x="502" y="873"/>
                      </a:cubicBezTo>
                      <a:cubicBezTo>
                        <a:pt x="539" y="873"/>
                        <a:pt x="573" y="862"/>
                        <a:pt x="602" y="841"/>
                      </a:cubicBezTo>
                      <a:cubicBezTo>
                        <a:pt x="729" y="777"/>
                        <a:pt x="729" y="524"/>
                        <a:pt x="602" y="302"/>
                      </a:cubicBezTo>
                      <a:cubicBezTo>
                        <a:pt x="498" y="119"/>
                        <a:pt x="328" y="1"/>
                        <a:pt x="201" y="1"/>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377" name="Google Shape;4146;p38">
                  <a:extLst>
                    <a:ext uri="{FF2B5EF4-FFF2-40B4-BE49-F238E27FC236}">
                      <a16:creationId xmlns:a16="http://schemas.microsoft.com/office/drawing/2014/main" id="{6E5BCBC6-39F1-FB64-2B28-926F9B6999DD}"/>
                    </a:ext>
                  </a:extLst>
                </p:cNvPr>
                <p:cNvSpPr/>
                <p:nvPr/>
              </p:nvSpPr>
              <p:spPr>
                <a:xfrm>
                  <a:off x="2017549" y="3457950"/>
                  <a:ext cx="21760" cy="28556"/>
                </a:xfrm>
                <a:custGeom>
                  <a:avLst/>
                  <a:gdLst/>
                  <a:ahLst/>
                  <a:cxnLst/>
                  <a:rect l="l" t="t" r="r" b="b"/>
                  <a:pathLst>
                    <a:path w="666" h="874" extrusionOk="0">
                      <a:moveTo>
                        <a:pt x="177" y="0"/>
                      </a:moveTo>
                      <a:cubicBezTo>
                        <a:pt x="77" y="0"/>
                        <a:pt x="1" y="93"/>
                        <a:pt x="1" y="247"/>
                      </a:cubicBezTo>
                      <a:cubicBezTo>
                        <a:pt x="1" y="469"/>
                        <a:pt x="159" y="722"/>
                        <a:pt x="317" y="817"/>
                      </a:cubicBezTo>
                      <a:cubicBezTo>
                        <a:pt x="376" y="856"/>
                        <a:pt x="431" y="874"/>
                        <a:pt x="479" y="874"/>
                      </a:cubicBezTo>
                      <a:cubicBezTo>
                        <a:pt x="589" y="874"/>
                        <a:pt x="666" y="781"/>
                        <a:pt x="666" y="627"/>
                      </a:cubicBezTo>
                      <a:cubicBezTo>
                        <a:pt x="666" y="405"/>
                        <a:pt x="507" y="152"/>
                        <a:pt x="317" y="57"/>
                      </a:cubicBezTo>
                      <a:cubicBezTo>
                        <a:pt x="269" y="18"/>
                        <a:pt x="221" y="0"/>
                        <a:pt x="177" y="0"/>
                      </a:cubicBezTo>
                      <a:close/>
                    </a:path>
                  </a:pathLst>
                </a:custGeom>
                <a:solidFill>
                  <a:srgbClr val="30475E"/>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378" name="Google Shape;4147;p38">
                  <a:extLst>
                    <a:ext uri="{FF2B5EF4-FFF2-40B4-BE49-F238E27FC236}">
                      <a16:creationId xmlns:a16="http://schemas.microsoft.com/office/drawing/2014/main" id="{8AF4C7F0-629E-748E-7F12-C212BB7E28A4}"/>
                    </a:ext>
                  </a:extLst>
                </p:cNvPr>
                <p:cNvSpPr/>
                <p:nvPr/>
              </p:nvSpPr>
              <p:spPr>
                <a:xfrm>
                  <a:off x="2064107" y="3485657"/>
                  <a:ext cx="23851" cy="28523"/>
                </a:xfrm>
                <a:custGeom>
                  <a:avLst/>
                  <a:gdLst/>
                  <a:ahLst/>
                  <a:cxnLst/>
                  <a:rect l="l" t="t" r="r" b="b"/>
                  <a:pathLst>
                    <a:path w="730" h="873" extrusionOk="0">
                      <a:moveTo>
                        <a:pt x="227" y="0"/>
                      </a:moveTo>
                      <a:cubicBezTo>
                        <a:pt x="191" y="0"/>
                        <a:pt x="157" y="11"/>
                        <a:pt x="128" y="32"/>
                      </a:cubicBezTo>
                      <a:cubicBezTo>
                        <a:pt x="1" y="96"/>
                        <a:pt x="1" y="349"/>
                        <a:pt x="128" y="571"/>
                      </a:cubicBezTo>
                      <a:cubicBezTo>
                        <a:pt x="232" y="754"/>
                        <a:pt x="401" y="872"/>
                        <a:pt x="529" y="872"/>
                      </a:cubicBezTo>
                      <a:cubicBezTo>
                        <a:pt x="556" y="872"/>
                        <a:pt x="580" y="867"/>
                        <a:pt x="603" y="856"/>
                      </a:cubicBezTo>
                      <a:cubicBezTo>
                        <a:pt x="729" y="761"/>
                        <a:pt x="729" y="539"/>
                        <a:pt x="603" y="286"/>
                      </a:cubicBezTo>
                      <a:cubicBezTo>
                        <a:pt x="505" y="115"/>
                        <a:pt x="351" y="0"/>
                        <a:pt x="227" y="0"/>
                      </a:cubicBezTo>
                      <a:close/>
                    </a:path>
                  </a:pathLst>
                </a:custGeom>
                <a:solidFill>
                  <a:srgbClr val="22283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379" name="Google Shape;4148;p38">
                  <a:extLst>
                    <a:ext uri="{FF2B5EF4-FFF2-40B4-BE49-F238E27FC236}">
                      <a16:creationId xmlns:a16="http://schemas.microsoft.com/office/drawing/2014/main" id="{BC7FB5C3-821D-530E-7FBE-1629953BA117}"/>
                    </a:ext>
                  </a:extLst>
                </p:cNvPr>
                <p:cNvSpPr/>
                <p:nvPr/>
              </p:nvSpPr>
              <p:spPr>
                <a:xfrm>
                  <a:off x="1636783" y="3330266"/>
                  <a:ext cx="487376" cy="387953"/>
                </a:xfrm>
                <a:custGeom>
                  <a:avLst/>
                  <a:gdLst/>
                  <a:ahLst/>
                  <a:cxnLst/>
                  <a:rect l="l" t="t" r="r" b="b"/>
                  <a:pathLst>
                    <a:path w="14917" h="11874" extrusionOk="0">
                      <a:moveTo>
                        <a:pt x="227" y="1"/>
                      </a:moveTo>
                      <a:cubicBezTo>
                        <a:pt x="94" y="1"/>
                        <a:pt x="1" y="123"/>
                        <a:pt x="1" y="323"/>
                      </a:cubicBezTo>
                      <a:lnTo>
                        <a:pt x="1" y="2952"/>
                      </a:lnTo>
                      <a:cubicBezTo>
                        <a:pt x="1" y="3205"/>
                        <a:pt x="191" y="3553"/>
                        <a:pt x="412" y="3680"/>
                      </a:cubicBezTo>
                      <a:lnTo>
                        <a:pt x="14505" y="11819"/>
                      </a:lnTo>
                      <a:cubicBezTo>
                        <a:pt x="14570" y="11856"/>
                        <a:pt x="14632" y="11874"/>
                        <a:pt x="14687" y="11874"/>
                      </a:cubicBezTo>
                      <a:cubicBezTo>
                        <a:pt x="14821" y="11874"/>
                        <a:pt x="14917" y="11767"/>
                        <a:pt x="14917" y="11566"/>
                      </a:cubicBezTo>
                      <a:lnTo>
                        <a:pt x="14917" y="8937"/>
                      </a:lnTo>
                      <a:cubicBezTo>
                        <a:pt x="14917" y="8652"/>
                        <a:pt x="14727" y="8335"/>
                        <a:pt x="14505" y="8177"/>
                      </a:cubicBezTo>
                      <a:lnTo>
                        <a:pt x="412" y="70"/>
                      </a:lnTo>
                      <a:cubicBezTo>
                        <a:pt x="346" y="23"/>
                        <a:pt x="283" y="1"/>
                        <a:pt x="227" y="1"/>
                      </a:cubicBezTo>
                      <a:close/>
                    </a:path>
                  </a:pathLst>
                </a:custGeom>
                <a:solidFill>
                  <a:srgbClr val="DD915E"/>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380" name="Google Shape;4149;p38">
                  <a:extLst>
                    <a:ext uri="{FF2B5EF4-FFF2-40B4-BE49-F238E27FC236}">
                      <a16:creationId xmlns:a16="http://schemas.microsoft.com/office/drawing/2014/main" id="{EDDD41E6-CDBF-AA49-3F61-1EF25FBA129E}"/>
                    </a:ext>
                  </a:extLst>
                </p:cNvPr>
                <p:cNvSpPr/>
                <p:nvPr/>
              </p:nvSpPr>
              <p:spPr>
                <a:xfrm>
                  <a:off x="1660569" y="3367709"/>
                  <a:ext cx="164571" cy="102461"/>
                </a:xfrm>
                <a:custGeom>
                  <a:avLst/>
                  <a:gdLst/>
                  <a:ahLst/>
                  <a:cxnLst/>
                  <a:rect l="l" t="t" r="r" b="b"/>
                  <a:pathLst>
                    <a:path w="5037" h="3136" extrusionOk="0">
                      <a:moveTo>
                        <a:pt x="1" y="0"/>
                      </a:moveTo>
                      <a:lnTo>
                        <a:pt x="1" y="222"/>
                      </a:lnTo>
                      <a:lnTo>
                        <a:pt x="5036" y="3136"/>
                      </a:lnTo>
                      <a:lnTo>
                        <a:pt x="5036" y="2882"/>
                      </a:lnTo>
                      <a:lnTo>
                        <a:pt x="1" y="0"/>
                      </a:lnTo>
                      <a:close/>
                    </a:path>
                  </a:pathLst>
                </a:custGeom>
                <a:solidFill>
                  <a:srgbClr val="22283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381" name="Google Shape;4150;p38">
                  <a:extLst>
                    <a:ext uri="{FF2B5EF4-FFF2-40B4-BE49-F238E27FC236}">
                      <a16:creationId xmlns:a16="http://schemas.microsoft.com/office/drawing/2014/main" id="{F6667C49-90AF-3875-9345-EC456AD1807F}"/>
                    </a:ext>
                  </a:extLst>
                </p:cNvPr>
                <p:cNvSpPr/>
                <p:nvPr/>
              </p:nvSpPr>
              <p:spPr>
                <a:xfrm>
                  <a:off x="1660569" y="3393585"/>
                  <a:ext cx="164571" cy="102461"/>
                </a:xfrm>
                <a:custGeom>
                  <a:avLst/>
                  <a:gdLst/>
                  <a:ahLst/>
                  <a:cxnLst/>
                  <a:rect l="l" t="t" r="r" b="b"/>
                  <a:pathLst>
                    <a:path w="5037" h="3136" extrusionOk="0">
                      <a:moveTo>
                        <a:pt x="1" y="0"/>
                      </a:moveTo>
                      <a:lnTo>
                        <a:pt x="1" y="222"/>
                      </a:lnTo>
                      <a:lnTo>
                        <a:pt x="5036" y="3135"/>
                      </a:lnTo>
                      <a:lnTo>
                        <a:pt x="5036" y="2914"/>
                      </a:lnTo>
                      <a:lnTo>
                        <a:pt x="1" y="0"/>
                      </a:lnTo>
                      <a:close/>
                    </a:path>
                  </a:pathLst>
                </a:custGeom>
                <a:solidFill>
                  <a:srgbClr val="22283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382" name="Google Shape;4151;p38">
                  <a:extLst>
                    <a:ext uri="{FF2B5EF4-FFF2-40B4-BE49-F238E27FC236}">
                      <a16:creationId xmlns:a16="http://schemas.microsoft.com/office/drawing/2014/main" id="{1A166D27-702E-D01C-D2A9-04D1C80A22BF}"/>
                    </a:ext>
                  </a:extLst>
                </p:cNvPr>
                <p:cNvSpPr/>
                <p:nvPr/>
              </p:nvSpPr>
              <p:spPr>
                <a:xfrm>
                  <a:off x="1660569" y="3420475"/>
                  <a:ext cx="164571" cy="102461"/>
                </a:xfrm>
                <a:custGeom>
                  <a:avLst/>
                  <a:gdLst/>
                  <a:ahLst/>
                  <a:cxnLst/>
                  <a:rect l="l" t="t" r="r" b="b"/>
                  <a:pathLst>
                    <a:path w="5037" h="3136" extrusionOk="0">
                      <a:moveTo>
                        <a:pt x="1" y="1"/>
                      </a:moveTo>
                      <a:lnTo>
                        <a:pt x="1" y="222"/>
                      </a:lnTo>
                      <a:lnTo>
                        <a:pt x="5036" y="3136"/>
                      </a:lnTo>
                      <a:lnTo>
                        <a:pt x="5036" y="2882"/>
                      </a:lnTo>
                      <a:lnTo>
                        <a:pt x="1" y="1"/>
                      </a:lnTo>
                      <a:close/>
                    </a:path>
                  </a:pathLst>
                </a:custGeom>
                <a:solidFill>
                  <a:srgbClr val="22283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383" name="Google Shape;4152;p38">
                  <a:extLst>
                    <a:ext uri="{FF2B5EF4-FFF2-40B4-BE49-F238E27FC236}">
                      <a16:creationId xmlns:a16="http://schemas.microsoft.com/office/drawing/2014/main" id="{4181B838-54DB-1861-3705-27680C3F8940}"/>
                    </a:ext>
                  </a:extLst>
                </p:cNvPr>
                <p:cNvSpPr/>
                <p:nvPr/>
              </p:nvSpPr>
              <p:spPr>
                <a:xfrm>
                  <a:off x="1967886" y="3568841"/>
                  <a:ext cx="23818" cy="28098"/>
                </a:xfrm>
                <a:custGeom>
                  <a:avLst/>
                  <a:gdLst/>
                  <a:ahLst/>
                  <a:cxnLst/>
                  <a:rect l="l" t="t" r="r" b="b"/>
                  <a:pathLst>
                    <a:path w="729" h="860" extrusionOk="0">
                      <a:moveTo>
                        <a:pt x="213" y="1"/>
                      </a:moveTo>
                      <a:cubicBezTo>
                        <a:pt x="182" y="1"/>
                        <a:pt x="153" y="7"/>
                        <a:pt x="127" y="20"/>
                      </a:cubicBezTo>
                      <a:cubicBezTo>
                        <a:pt x="1" y="83"/>
                        <a:pt x="1" y="337"/>
                        <a:pt x="127" y="558"/>
                      </a:cubicBezTo>
                      <a:cubicBezTo>
                        <a:pt x="232" y="741"/>
                        <a:pt x="401" y="860"/>
                        <a:pt x="528" y="860"/>
                      </a:cubicBezTo>
                      <a:cubicBezTo>
                        <a:pt x="555" y="860"/>
                        <a:pt x="580" y="854"/>
                        <a:pt x="602" y="843"/>
                      </a:cubicBezTo>
                      <a:cubicBezTo>
                        <a:pt x="729" y="780"/>
                        <a:pt x="729" y="527"/>
                        <a:pt x="602" y="305"/>
                      </a:cubicBezTo>
                      <a:cubicBezTo>
                        <a:pt x="501" y="102"/>
                        <a:pt x="339" y="1"/>
                        <a:pt x="213" y="1"/>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384" name="Google Shape;4153;p38">
                  <a:extLst>
                    <a:ext uri="{FF2B5EF4-FFF2-40B4-BE49-F238E27FC236}">
                      <a16:creationId xmlns:a16="http://schemas.microsoft.com/office/drawing/2014/main" id="{93285BCB-532E-0B70-95B7-3CE6B1A724D6}"/>
                    </a:ext>
                  </a:extLst>
                </p:cNvPr>
                <p:cNvSpPr/>
                <p:nvPr/>
              </p:nvSpPr>
              <p:spPr>
                <a:xfrm>
                  <a:off x="2016536" y="3596384"/>
                  <a:ext cx="23818" cy="28490"/>
                </a:xfrm>
                <a:custGeom>
                  <a:avLst/>
                  <a:gdLst/>
                  <a:ahLst/>
                  <a:cxnLst/>
                  <a:rect l="l" t="t" r="r" b="b"/>
                  <a:pathLst>
                    <a:path w="729" h="872" extrusionOk="0">
                      <a:moveTo>
                        <a:pt x="227" y="0"/>
                      </a:moveTo>
                      <a:cubicBezTo>
                        <a:pt x="190" y="0"/>
                        <a:pt x="156" y="10"/>
                        <a:pt x="127" y="32"/>
                      </a:cubicBezTo>
                      <a:cubicBezTo>
                        <a:pt x="0" y="95"/>
                        <a:pt x="0" y="349"/>
                        <a:pt x="127" y="570"/>
                      </a:cubicBezTo>
                      <a:cubicBezTo>
                        <a:pt x="231" y="753"/>
                        <a:pt x="401" y="872"/>
                        <a:pt x="528" y="872"/>
                      </a:cubicBezTo>
                      <a:cubicBezTo>
                        <a:pt x="555" y="872"/>
                        <a:pt x="580" y="866"/>
                        <a:pt x="602" y="855"/>
                      </a:cubicBezTo>
                      <a:cubicBezTo>
                        <a:pt x="728" y="760"/>
                        <a:pt x="728" y="539"/>
                        <a:pt x="602" y="285"/>
                      </a:cubicBezTo>
                      <a:cubicBezTo>
                        <a:pt x="504" y="114"/>
                        <a:pt x="350" y="0"/>
                        <a:pt x="227" y="0"/>
                      </a:cubicBezTo>
                      <a:close/>
                    </a:path>
                  </a:pathLst>
                </a:custGeom>
                <a:solidFill>
                  <a:srgbClr val="30475E"/>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385" name="Google Shape;4154;p38">
                  <a:extLst>
                    <a:ext uri="{FF2B5EF4-FFF2-40B4-BE49-F238E27FC236}">
                      <a16:creationId xmlns:a16="http://schemas.microsoft.com/office/drawing/2014/main" id="{8C7A99E9-16A9-15D7-162B-B9F0D9ED43BF}"/>
                    </a:ext>
                  </a:extLst>
                </p:cNvPr>
                <p:cNvSpPr/>
                <p:nvPr/>
              </p:nvSpPr>
              <p:spPr>
                <a:xfrm>
                  <a:off x="2065152" y="3624123"/>
                  <a:ext cx="21760" cy="28523"/>
                </a:xfrm>
                <a:custGeom>
                  <a:avLst/>
                  <a:gdLst/>
                  <a:ahLst/>
                  <a:cxnLst/>
                  <a:rect l="l" t="t" r="r" b="b"/>
                  <a:pathLst>
                    <a:path w="666" h="873" extrusionOk="0">
                      <a:moveTo>
                        <a:pt x="205" y="1"/>
                      </a:moveTo>
                      <a:cubicBezTo>
                        <a:pt x="85" y="1"/>
                        <a:pt x="1" y="89"/>
                        <a:pt x="1" y="228"/>
                      </a:cubicBezTo>
                      <a:cubicBezTo>
                        <a:pt x="1" y="450"/>
                        <a:pt x="159" y="735"/>
                        <a:pt x="349" y="830"/>
                      </a:cubicBezTo>
                      <a:cubicBezTo>
                        <a:pt x="406" y="858"/>
                        <a:pt x="457" y="873"/>
                        <a:pt x="501" y="873"/>
                      </a:cubicBezTo>
                      <a:cubicBezTo>
                        <a:pt x="603" y="873"/>
                        <a:pt x="666" y="795"/>
                        <a:pt x="666" y="640"/>
                      </a:cubicBezTo>
                      <a:cubicBezTo>
                        <a:pt x="666" y="418"/>
                        <a:pt x="539" y="165"/>
                        <a:pt x="349" y="38"/>
                      </a:cubicBezTo>
                      <a:cubicBezTo>
                        <a:pt x="298" y="13"/>
                        <a:pt x="249" y="1"/>
                        <a:pt x="205" y="1"/>
                      </a:cubicBezTo>
                      <a:close/>
                    </a:path>
                  </a:pathLst>
                </a:custGeom>
                <a:solidFill>
                  <a:srgbClr val="22283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386" name="Google Shape;4155;p38">
                  <a:extLst>
                    <a:ext uri="{FF2B5EF4-FFF2-40B4-BE49-F238E27FC236}">
                      <a16:creationId xmlns:a16="http://schemas.microsoft.com/office/drawing/2014/main" id="{DD39F59C-AE8C-20BF-E0E7-52F598CCA4C5}"/>
                    </a:ext>
                  </a:extLst>
                </p:cNvPr>
                <p:cNvSpPr/>
                <p:nvPr/>
              </p:nvSpPr>
              <p:spPr>
                <a:xfrm>
                  <a:off x="1636783" y="3468896"/>
                  <a:ext cx="487376" cy="387823"/>
                </a:xfrm>
                <a:custGeom>
                  <a:avLst/>
                  <a:gdLst/>
                  <a:ahLst/>
                  <a:cxnLst/>
                  <a:rect l="l" t="t" r="r" b="b"/>
                  <a:pathLst>
                    <a:path w="14917" h="11870" extrusionOk="0">
                      <a:moveTo>
                        <a:pt x="224" y="1"/>
                      </a:moveTo>
                      <a:cubicBezTo>
                        <a:pt x="93" y="1"/>
                        <a:pt x="1" y="116"/>
                        <a:pt x="1" y="292"/>
                      </a:cubicBezTo>
                      <a:lnTo>
                        <a:pt x="1" y="2921"/>
                      </a:lnTo>
                      <a:cubicBezTo>
                        <a:pt x="1" y="3206"/>
                        <a:pt x="191" y="3522"/>
                        <a:pt x="412" y="3681"/>
                      </a:cubicBezTo>
                      <a:lnTo>
                        <a:pt x="14505" y="11820"/>
                      </a:lnTo>
                      <a:cubicBezTo>
                        <a:pt x="14564" y="11853"/>
                        <a:pt x="14621" y="11869"/>
                        <a:pt x="14673" y="11869"/>
                      </a:cubicBezTo>
                      <a:cubicBezTo>
                        <a:pt x="14815" y="11869"/>
                        <a:pt x="14917" y="11752"/>
                        <a:pt x="14917" y="11566"/>
                      </a:cubicBezTo>
                      <a:lnTo>
                        <a:pt x="14917" y="8938"/>
                      </a:lnTo>
                      <a:cubicBezTo>
                        <a:pt x="14917" y="8653"/>
                        <a:pt x="14727" y="8336"/>
                        <a:pt x="14505" y="8178"/>
                      </a:cubicBezTo>
                      <a:lnTo>
                        <a:pt x="412" y="70"/>
                      </a:lnTo>
                      <a:cubicBezTo>
                        <a:pt x="345" y="22"/>
                        <a:pt x="281" y="1"/>
                        <a:pt x="224" y="1"/>
                      </a:cubicBezTo>
                      <a:close/>
                    </a:path>
                  </a:pathLst>
                </a:custGeom>
                <a:solidFill>
                  <a:srgbClr val="DD915E"/>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387" name="Google Shape;4156;p38">
                  <a:extLst>
                    <a:ext uri="{FF2B5EF4-FFF2-40B4-BE49-F238E27FC236}">
                      <a16:creationId xmlns:a16="http://schemas.microsoft.com/office/drawing/2014/main" id="{B1465115-EC6B-7B3E-DBD6-EEA078B320C8}"/>
                    </a:ext>
                  </a:extLst>
                </p:cNvPr>
                <p:cNvSpPr/>
                <p:nvPr/>
              </p:nvSpPr>
              <p:spPr>
                <a:xfrm>
                  <a:off x="1660569" y="3505325"/>
                  <a:ext cx="164571" cy="102461"/>
                </a:xfrm>
                <a:custGeom>
                  <a:avLst/>
                  <a:gdLst/>
                  <a:ahLst/>
                  <a:cxnLst/>
                  <a:rect l="l" t="t" r="r" b="b"/>
                  <a:pathLst>
                    <a:path w="5037" h="3136" extrusionOk="0">
                      <a:moveTo>
                        <a:pt x="1" y="0"/>
                      </a:moveTo>
                      <a:lnTo>
                        <a:pt x="1" y="254"/>
                      </a:lnTo>
                      <a:lnTo>
                        <a:pt x="5036" y="3136"/>
                      </a:lnTo>
                      <a:lnTo>
                        <a:pt x="5036" y="2914"/>
                      </a:lnTo>
                      <a:lnTo>
                        <a:pt x="1" y="0"/>
                      </a:lnTo>
                      <a:close/>
                    </a:path>
                  </a:pathLst>
                </a:custGeom>
                <a:solidFill>
                  <a:srgbClr val="22283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388" name="Google Shape;4157;p38">
                  <a:extLst>
                    <a:ext uri="{FF2B5EF4-FFF2-40B4-BE49-F238E27FC236}">
                      <a16:creationId xmlns:a16="http://schemas.microsoft.com/office/drawing/2014/main" id="{027950F3-D9B5-11B6-B555-63A5F05E28C9}"/>
                    </a:ext>
                  </a:extLst>
                </p:cNvPr>
                <p:cNvSpPr/>
                <p:nvPr/>
              </p:nvSpPr>
              <p:spPr>
                <a:xfrm>
                  <a:off x="1660569" y="3532215"/>
                  <a:ext cx="164571" cy="102494"/>
                </a:xfrm>
                <a:custGeom>
                  <a:avLst/>
                  <a:gdLst/>
                  <a:ahLst/>
                  <a:cxnLst/>
                  <a:rect l="l" t="t" r="r" b="b"/>
                  <a:pathLst>
                    <a:path w="5037" h="3137" extrusionOk="0">
                      <a:moveTo>
                        <a:pt x="1" y="1"/>
                      </a:moveTo>
                      <a:lnTo>
                        <a:pt x="1" y="223"/>
                      </a:lnTo>
                      <a:lnTo>
                        <a:pt x="5036" y="3136"/>
                      </a:lnTo>
                      <a:lnTo>
                        <a:pt x="5036" y="2883"/>
                      </a:lnTo>
                      <a:lnTo>
                        <a:pt x="1" y="1"/>
                      </a:lnTo>
                      <a:close/>
                    </a:path>
                  </a:pathLst>
                </a:custGeom>
                <a:solidFill>
                  <a:srgbClr val="22283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389" name="Google Shape;4158;p38">
                  <a:extLst>
                    <a:ext uri="{FF2B5EF4-FFF2-40B4-BE49-F238E27FC236}">
                      <a16:creationId xmlns:a16="http://schemas.microsoft.com/office/drawing/2014/main" id="{E5C943E3-6449-85D4-515E-6DD6FC6A26EF}"/>
                    </a:ext>
                  </a:extLst>
                </p:cNvPr>
                <p:cNvSpPr/>
                <p:nvPr/>
              </p:nvSpPr>
              <p:spPr>
                <a:xfrm>
                  <a:off x="1660569" y="3558091"/>
                  <a:ext cx="164571" cy="102461"/>
                </a:xfrm>
                <a:custGeom>
                  <a:avLst/>
                  <a:gdLst/>
                  <a:ahLst/>
                  <a:cxnLst/>
                  <a:rect l="l" t="t" r="r" b="b"/>
                  <a:pathLst>
                    <a:path w="5037" h="3136" extrusionOk="0">
                      <a:moveTo>
                        <a:pt x="1" y="1"/>
                      </a:moveTo>
                      <a:lnTo>
                        <a:pt x="1" y="254"/>
                      </a:lnTo>
                      <a:lnTo>
                        <a:pt x="5036" y="3136"/>
                      </a:lnTo>
                      <a:lnTo>
                        <a:pt x="5036" y="2914"/>
                      </a:lnTo>
                      <a:lnTo>
                        <a:pt x="1" y="1"/>
                      </a:lnTo>
                      <a:close/>
                    </a:path>
                  </a:pathLst>
                </a:custGeom>
                <a:solidFill>
                  <a:srgbClr val="22283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390" name="Google Shape;4159;p38">
                  <a:extLst>
                    <a:ext uri="{FF2B5EF4-FFF2-40B4-BE49-F238E27FC236}">
                      <a16:creationId xmlns:a16="http://schemas.microsoft.com/office/drawing/2014/main" id="{FE08CD3A-01F2-CD18-F723-BF1A62504D6D}"/>
                    </a:ext>
                  </a:extLst>
                </p:cNvPr>
                <p:cNvSpPr/>
                <p:nvPr/>
              </p:nvSpPr>
              <p:spPr>
                <a:xfrm>
                  <a:off x="1968932" y="3706915"/>
                  <a:ext cx="22773" cy="28523"/>
                </a:xfrm>
                <a:custGeom>
                  <a:avLst/>
                  <a:gdLst/>
                  <a:ahLst/>
                  <a:cxnLst/>
                  <a:rect l="l" t="t" r="r" b="b"/>
                  <a:pathLst>
                    <a:path w="697" h="873" extrusionOk="0">
                      <a:moveTo>
                        <a:pt x="208" y="1"/>
                      </a:moveTo>
                      <a:cubicBezTo>
                        <a:pt x="87" y="1"/>
                        <a:pt x="0" y="95"/>
                        <a:pt x="0" y="259"/>
                      </a:cubicBezTo>
                      <a:cubicBezTo>
                        <a:pt x="0" y="449"/>
                        <a:pt x="159" y="734"/>
                        <a:pt x="349" y="829"/>
                      </a:cubicBezTo>
                      <a:cubicBezTo>
                        <a:pt x="406" y="858"/>
                        <a:pt x="460" y="872"/>
                        <a:pt x="508" y="872"/>
                      </a:cubicBezTo>
                      <a:cubicBezTo>
                        <a:pt x="619" y="872"/>
                        <a:pt x="697" y="794"/>
                        <a:pt x="697" y="639"/>
                      </a:cubicBezTo>
                      <a:cubicBezTo>
                        <a:pt x="697" y="418"/>
                        <a:pt x="539" y="164"/>
                        <a:pt x="349" y="38"/>
                      </a:cubicBezTo>
                      <a:cubicBezTo>
                        <a:pt x="299" y="13"/>
                        <a:pt x="251" y="1"/>
                        <a:pt x="208" y="1"/>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391" name="Google Shape;4160;p38">
                  <a:extLst>
                    <a:ext uri="{FF2B5EF4-FFF2-40B4-BE49-F238E27FC236}">
                      <a16:creationId xmlns:a16="http://schemas.microsoft.com/office/drawing/2014/main" id="{2A90E6BC-8098-FFC8-25E9-41C2543E8C9C}"/>
                    </a:ext>
                  </a:extLst>
                </p:cNvPr>
                <p:cNvSpPr/>
                <p:nvPr/>
              </p:nvSpPr>
              <p:spPr>
                <a:xfrm>
                  <a:off x="2016536" y="3734490"/>
                  <a:ext cx="23818" cy="28523"/>
                </a:xfrm>
                <a:custGeom>
                  <a:avLst/>
                  <a:gdLst/>
                  <a:ahLst/>
                  <a:cxnLst/>
                  <a:rect l="l" t="t" r="r" b="b"/>
                  <a:pathLst>
                    <a:path w="729" h="873" extrusionOk="0">
                      <a:moveTo>
                        <a:pt x="201" y="1"/>
                      </a:moveTo>
                      <a:cubicBezTo>
                        <a:pt x="174" y="1"/>
                        <a:pt x="149" y="6"/>
                        <a:pt x="127" y="17"/>
                      </a:cubicBezTo>
                      <a:cubicBezTo>
                        <a:pt x="0" y="112"/>
                        <a:pt x="0" y="365"/>
                        <a:pt x="127" y="587"/>
                      </a:cubicBezTo>
                      <a:cubicBezTo>
                        <a:pt x="224" y="758"/>
                        <a:pt x="378" y="872"/>
                        <a:pt x="502" y="872"/>
                      </a:cubicBezTo>
                      <a:cubicBezTo>
                        <a:pt x="539" y="872"/>
                        <a:pt x="573" y="862"/>
                        <a:pt x="602" y="840"/>
                      </a:cubicBezTo>
                      <a:cubicBezTo>
                        <a:pt x="728" y="777"/>
                        <a:pt x="728" y="524"/>
                        <a:pt x="602" y="302"/>
                      </a:cubicBezTo>
                      <a:cubicBezTo>
                        <a:pt x="497" y="119"/>
                        <a:pt x="328" y="1"/>
                        <a:pt x="201" y="1"/>
                      </a:cubicBezTo>
                      <a:close/>
                    </a:path>
                  </a:pathLst>
                </a:custGeom>
                <a:solidFill>
                  <a:srgbClr val="30475E"/>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392" name="Google Shape;4161;p38">
                  <a:extLst>
                    <a:ext uri="{FF2B5EF4-FFF2-40B4-BE49-F238E27FC236}">
                      <a16:creationId xmlns:a16="http://schemas.microsoft.com/office/drawing/2014/main" id="{9E513C5E-6F11-2B6B-90FA-D71EE6E0C895}"/>
                    </a:ext>
                  </a:extLst>
                </p:cNvPr>
                <p:cNvSpPr/>
                <p:nvPr/>
              </p:nvSpPr>
              <p:spPr>
                <a:xfrm>
                  <a:off x="2065152" y="3762785"/>
                  <a:ext cx="21760" cy="28327"/>
                </a:xfrm>
                <a:custGeom>
                  <a:avLst/>
                  <a:gdLst/>
                  <a:ahLst/>
                  <a:cxnLst/>
                  <a:rect l="l" t="t" r="r" b="b"/>
                  <a:pathLst>
                    <a:path w="666" h="867" extrusionOk="0">
                      <a:moveTo>
                        <a:pt x="205" y="0"/>
                      </a:moveTo>
                      <a:cubicBezTo>
                        <a:pt x="85" y="0"/>
                        <a:pt x="1" y="89"/>
                        <a:pt x="1" y="228"/>
                      </a:cubicBezTo>
                      <a:cubicBezTo>
                        <a:pt x="1" y="449"/>
                        <a:pt x="159" y="703"/>
                        <a:pt x="349" y="829"/>
                      </a:cubicBezTo>
                      <a:cubicBezTo>
                        <a:pt x="400" y="855"/>
                        <a:pt x="446" y="867"/>
                        <a:pt x="487" y="867"/>
                      </a:cubicBezTo>
                      <a:cubicBezTo>
                        <a:pt x="598" y="867"/>
                        <a:pt x="666" y="778"/>
                        <a:pt x="666" y="639"/>
                      </a:cubicBezTo>
                      <a:cubicBezTo>
                        <a:pt x="666" y="418"/>
                        <a:pt x="539" y="133"/>
                        <a:pt x="349" y="38"/>
                      </a:cubicBezTo>
                      <a:cubicBezTo>
                        <a:pt x="298" y="12"/>
                        <a:pt x="249" y="0"/>
                        <a:pt x="205" y="0"/>
                      </a:cubicBezTo>
                      <a:close/>
                    </a:path>
                  </a:pathLst>
                </a:custGeom>
                <a:solidFill>
                  <a:srgbClr val="22283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393" name="Google Shape;4162;p38">
                  <a:extLst>
                    <a:ext uri="{FF2B5EF4-FFF2-40B4-BE49-F238E27FC236}">
                      <a16:creationId xmlns:a16="http://schemas.microsoft.com/office/drawing/2014/main" id="{0A78F291-1600-BD6D-24E8-FB1EC14BED38}"/>
                    </a:ext>
                  </a:extLst>
                </p:cNvPr>
                <p:cNvSpPr/>
                <p:nvPr/>
              </p:nvSpPr>
              <p:spPr>
                <a:xfrm>
                  <a:off x="2192412" y="1943384"/>
                  <a:ext cx="472902" cy="2077252"/>
                </a:xfrm>
                <a:custGeom>
                  <a:avLst/>
                  <a:gdLst/>
                  <a:ahLst/>
                  <a:cxnLst/>
                  <a:rect l="l" t="t" r="r" b="b"/>
                  <a:pathLst>
                    <a:path w="14474" h="63578" extrusionOk="0">
                      <a:moveTo>
                        <a:pt x="14185" y="0"/>
                      </a:moveTo>
                      <a:cubicBezTo>
                        <a:pt x="14112" y="0"/>
                        <a:pt x="14028" y="26"/>
                        <a:pt x="13935" y="81"/>
                      </a:cubicBezTo>
                      <a:lnTo>
                        <a:pt x="539" y="7809"/>
                      </a:lnTo>
                      <a:cubicBezTo>
                        <a:pt x="254" y="7967"/>
                        <a:pt x="1" y="8410"/>
                        <a:pt x="1" y="8759"/>
                      </a:cubicBezTo>
                      <a:lnTo>
                        <a:pt x="1" y="63578"/>
                      </a:lnTo>
                      <a:lnTo>
                        <a:pt x="14474" y="55217"/>
                      </a:lnTo>
                      <a:lnTo>
                        <a:pt x="14474" y="398"/>
                      </a:lnTo>
                      <a:cubicBezTo>
                        <a:pt x="14474" y="152"/>
                        <a:pt x="14362" y="0"/>
                        <a:pt x="14185" y="0"/>
                      </a:cubicBezTo>
                      <a:close/>
                    </a:path>
                  </a:pathLst>
                </a:custGeom>
                <a:solidFill>
                  <a:srgbClr val="990099"/>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394" name="Google Shape;4163;p38">
                  <a:extLst>
                    <a:ext uri="{FF2B5EF4-FFF2-40B4-BE49-F238E27FC236}">
                      <a16:creationId xmlns:a16="http://schemas.microsoft.com/office/drawing/2014/main" id="{F85F0018-D797-6A53-F290-85954B4D942B}"/>
                    </a:ext>
                  </a:extLst>
                </p:cNvPr>
                <p:cNvSpPr/>
                <p:nvPr/>
              </p:nvSpPr>
              <p:spPr>
                <a:xfrm>
                  <a:off x="2207931" y="1970273"/>
                  <a:ext cx="441863" cy="360900"/>
                </a:xfrm>
                <a:custGeom>
                  <a:avLst/>
                  <a:gdLst/>
                  <a:ahLst/>
                  <a:cxnLst/>
                  <a:rect l="l" t="t" r="r" b="b"/>
                  <a:pathLst>
                    <a:path w="13524" h="11046" extrusionOk="0">
                      <a:moveTo>
                        <a:pt x="13280" y="0"/>
                      </a:moveTo>
                      <a:cubicBezTo>
                        <a:pt x="13228" y="0"/>
                        <a:pt x="13171" y="16"/>
                        <a:pt x="13112" y="50"/>
                      </a:cubicBezTo>
                      <a:lnTo>
                        <a:pt x="444" y="7366"/>
                      </a:lnTo>
                      <a:cubicBezTo>
                        <a:pt x="191" y="7492"/>
                        <a:pt x="1" y="7841"/>
                        <a:pt x="1" y="8126"/>
                      </a:cubicBezTo>
                      <a:lnTo>
                        <a:pt x="1" y="10754"/>
                      </a:lnTo>
                      <a:cubicBezTo>
                        <a:pt x="1" y="10931"/>
                        <a:pt x="93" y="11046"/>
                        <a:pt x="235" y="11046"/>
                      </a:cubicBezTo>
                      <a:cubicBezTo>
                        <a:pt x="296" y="11046"/>
                        <a:pt x="367" y="11024"/>
                        <a:pt x="444" y="10976"/>
                      </a:cubicBezTo>
                      <a:lnTo>
                        <a:pt x="13112" y="3692"/>
                      </a:lnTo>
                      <a:cubicBezTo>
                        <a:pt x="13334" y="3534"/>
                        <a:pt x="13524" y="3217"/>
                        <a:pt x="13524" y="2932"/>
                      </a:cubicBezTo>
                      <a:lnTo>
                        <a:pt x="13524" y="303"/>
                      </a:lnTo>
                      <a:cubicBezTo>
                        <a:pt x="13524" y="118"/>
                        <a:pt x="13422" y="0"/>
                        <a:pt x="13280" y="0"/>
                      </a:cubicBezTo>
                      <a:close/>
                    </a:path>
                  </a:pathLst>
                </a:custGeom>
                <a:solidFill>
                  <a:schemeClr val="tx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395" name="Google Shape;4164;p38">
                  <a:extLst>
                    <a:ext uri="{FF2B5EF4-FFF2-40B4-BE49-F238E27FC236}">
                      <a16:creationId xmlns:a16="http://schemas.microsoft.com/office/drawing/2014/main" id="{7B97B81F-C5B6-2B7D-76D1-BB361EEAECDA}"/>
                    </a:ext>
                  </a:extLst>
                </p:cNvPr>
                <p:cNvSpPr/>
                <p:nvPr/>
              </p:nvSpPr>
              <p:spPr>
                <a:xfrm>
                  <a:off x="2207931" y="2108739"/>
                  <a:ext cx="441863" cy="361064"/>
                </a:xfrm>
                <a:custGeom>
                  <a:avLst/>
                  <a:gdLst/>
                  <a:ahLst/>
                  <a:cxnLst/>
                  <a:rect l="l" t="t" r="r" b="b"/>
                  <a:pathLst>
                    <a:path w="13524" h="11051" extrusionOk="0">
                      <a:moveTo>
                        <a:pt x="13294" y="1"/>
                      </a:moveTo>
                      <a:cubicBezTo>
                        <a:pt x="13239" y="1"/>
                        <a:pt x="13177" y="19"/>
                        <a:pt x="13112" y="56"/>
                      </a:cubicBezTo>
                      <a:lnTo>
                        <a:pt x="444" y="7371"/>
                      </a:lnTo>
                      <a:cubicBezTo>
                        <a:pt x="191" y="7498"/>
                        <a:pt x="1" y="7846"/>
                        <a:pt x="1" y="8100"/>
                      </a:cubicBezTo>
                      <a:lnTo>
                        <a:pt x="1" y="10728"/>
                      </a:lnTo>
                      <a:cubicBezTo>
                        <a:pt x="1" y="10928"/>
                        <a:pt x="95" y="11051"/>
                        <a:pt x="238" y="11051"/>
                      </a:cubicBezTo>
                      <a:cubicBezTo>
                        <a:pt x="299" y="11051"/>
                        <a:pt x="369" y="11029"/>
                        <a:pt x="444" y="10982"/>
                      </a:cubicBezTo>
                      <a:lnTo>
                        <a:pt x="13112" y="3666"/>
                      </a:lnTo>
                      <a:cubicBezTo>
                        <a:pt x="13334" y="3539"/>
                        <a:pt x="13524" y="3191"/>
                        <a:pt x="13524" y="2938"/>
                      </a:cubicBezTo>
                      <a:lnTo>
                        <a:pt x="13524" y="309"/>
                      </a:lnTo>
                      <a:cubicBezTo>
                        <a:pt x="13524" y="107"/>
                        <a:pt x="13428" y="1"/>
                        <a:pt x="13294" y="1"/>
                      </a:cubicBezTo>
                      <a:close/>
                    </a:path>
                  </a:pathLst>
                </a:custGeom>
                <a:solidFill>
                  <a:schemeClr val="tx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396" name="Google Shape;4165;p38">
                  <a:extLst>
                    <a:ext uri="{FF2B5EF4-FFF2-40B4-BE49-F238E27FC236}">
                      <a16:creationId xmlns:a16="http://schemas.microsoft.com/office/drawing/2014/main" id="{DD79C235-BF14-B8DD-6B44-1768561EEE76}"/>
                    </a:ext>
                  </a:extLst>
                </p:cNvPr>
                <p:cNvSpPr/>
                <p:nvPr/>
              </p:nvSpPr>
              <p:spPr>
                <a:xfrm>
                  <a:off x="2207931" y="2246944"/>
                  <a:ext cx="441863" cy="361064"/>
                </a:xfrm>
                <a:custGeom>
                  <a:avLst/>
                  <a:gdLst/>
                  <a:ahLst/>
                  <a:cxnLst/>
                  <a:rect l="l" t="t" r="r" b="b"/>
                  <a:pathLst>
                    <a:path w="13524" h="11051" extrusionOk="0">
                      <a:moveTo>
                        <a:pt x="13297" y="0"/>
                      </a:moveTo>
                      <a:cubicBezTo>
                        <a:pt x="13241" y="0"/>
                        <a:pt x="13178" y="22"/>
                        <a:pt x="13112" y="69"/>
                      </a:cubicBezTo>
                      <a:lnTo>
                        <a:pt x="444" y="7385"/>
                      </a:lnTo>
                      <a:cubicBezTo>
                        <a:pt x="191" y="7512"/>
                        <a:pt x="1" y="7860"/>
                        <a:pt x="1" y="8113"/>
                      </a:cubicBezTo>
                      <a:lnTo>
                        <a:pt x="1" y="10742"/>
                      </a:lnTo>
                      <a:cubicBezTo>
                        <a:pt x="1" y="10944"/>
                        <a:pt x="96" y="11050"/>
                        <a:pt x="242" y="11050"/>
                      </a:cubicBezTo>
                      <a:cubicBezTo>
                        <a:pt x="302" y="11050"/>
                        <a:pt x="370" y="11032"/>
                        <a:pt x="444" y="10995"/>
                      </a:cubicBezTo>
                      <a:lnTo>
                        <a:pt x="13112" y="3680"/>
                      </a:lnTo>
                      <a:cubicBezTo>
                        <a:pt x="13334" y="3553"/>
                        <a:pt x="13524" y="3205"/>
                        <a:pt x="13524" y="2951"/>
                      </a:cubicBezTo>
                      <a:lnTo>
                        <a:pt x="13524" y="323"/>
                      </a:lnTo>
                      <a:cubicBezTo>
                        <a:pt x="13524" y="123"/>
                        <a:pt x="13430" y="0"/>
                        <a:pt x="13297" y="0"/>
                      </a:cubicBezTo>
                      <a:close/>
                    </a:path>
                  </a:pathLst>
                </a:custGeom>
                <a:solidFill>
                  <a:schemeClr val="tx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397" name="Google Shape;4166;p38">
                  <a:extLst>
                    <a:ext uri="{FF2B5EF4-FFF2-40B4-BE49-F238E27FC236}">
                      <a16:creationId xmlns:a16="http://schemas.microsoft.com/office/drawing/2014/main" id="{88DCE53C-939E-96F7-70E8-AA1666729590}"/>
                    </a:ext>
                  </a:extLst>
                </p:cNvPr>
                <p:cNvSpPr/>
                <p:nvPr/>
              </p:nvSpPr>
              <p:spPr>
                <a:xfrm>
                  <a:off x="2207931" y="2385573"/>
                  <a:ext cx="441863" cy="360900"/>
                </a:xfrm>
                <a:custGeom>
                  <a:avLst/>
                  <a:gdLst/>
                  <a:ahLst/>
                  <a:cxnLst/>
                  <a:rect l="l" t="t" r="r" b="b"/>
                  <a:pathLst>
                    <a:path w="13524" h="11046" extrusionOk="0">
                      <a:moveTo>
                        <a:pt x="13300" y="0"/>
                      </a:moveTo>
                      <a:cubicBezTo>
                        <a:pt x="13243" y="0"/>
                        <a:pt x="13179" y="22"/>
                        <a:pt x="13112" y="70"/>
                      </a:cubicBezTo>
                      <a:lnTo>
                        <a:pt x="444" y="7354"/>
                      </a:lnTo>
                      <a:cubicBezTo>
                        <a:pt x="191" y="7512"/>
                        <a:pt x="1" y="7829"/>
                        <a:pt x="1" y="8114"/>
                      </a:cubicBezTo>
                      <a:lnTo>
                        <a:pt x="1" y="10742"/>
                      </a:lnTo>
                      <a:cubicBezTo>
                        <a:pt x="1" y="10928"/>
                        <a:pt x="103" y="11046"/>
                        <a:pt x="257" y="11046"/>
                      </a:cubicBezTo>
                      <a:cubicBezTo>
                        <a:pt x="313" y="11046"/>
                        <a:pt x="376" y="11030"/>
                        <a:pt x="444" y="10996"/>
                      </a:cubicBezTo>
                      <a:lnTo>
                        <a:pt x="13112" y="3680"/>
                      </a:lnTo>
                      <a:cubicBezTo>
                        <a:pt x="13334" y="3554"/>
                        <a:pt x="13524" y="3205"/>
                        <a:pt x="13524" y="2920"/>
                      </a:cubicBezTo>
                      <a:lnTo>
                        <a:pt x="13524" y="292"/>
                      </a:lnTo>
                      <a:cubicBezTo>
                        <a:pt x="13524" y="115"/>
                        <a:pt x="13431" y="0"/>
                        <a:pt x="13300" y="0"/>
                      </a:cubicBezTo>
                      <a:close/>
                    </a:path>
                  </a:pathLst>
                </a:custGeom>
                <a:solidFill>
                  <a:schemeClr val="tx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398" name="Google Shape;4167;p38">
                  <a:extLst>
                    <a:ext uri="{FF2B5EF4-FFF2-40B4-BE49-F238E27FC236}">
                      <a16:creationId xmlns:a16="http://schemas.microsoft.com/office/drawing/2014/main" id="{1B1727E3-DC34-8C05-02FD-4827C971827D}"/>
                    </a:ext>
                  </a:extLst>
                </p:cNvPr>
                <p:cNvSpPr/>
                <p:nvPr/>
              </p:nvSpPr>
              <p:spPr>
                <a:xfrm>
                  <a:off x="2207931" y="2523843"/>
                  <a:ext cx="441863" cy="360900"/>
                </a:xfrm>
                <a:custGeom>
                  <a:avLst/>
                  <a:gdLst/>
                  <a:ahLst/>
                  <a:cxnLst/>
                  <a:rect l="l" t="t" r="r" b="b"/>
                  <a:pathLst>
                    <a:path w="13524" h="11046" extrusionOk="0">
                      <a:moveTo>
                        <a:pt x="13280" y="0"/>
                      </a:moveTo>
                      <a:cubicBezTo>
                        <a:pt x="13228" y="0"/>
                        <a:pt x="13171" y="16"/>
                        <a:pt x="13112" y="50"/>
                      </a:cubicBezTo>
                      <a:lnTo>
                        <a:pt x="444" y="7366"/>
                      </a:lnTo>
                      <a:cubicBezTo>
                        <a:pt x="191" y="7492"/>
                        <a:pt x="1" y="7841"/>
                        <a:pt x="1" y="8126"/>
                      </a:cubicBezTo>
                      <a:lnTo>
                        <a:pt x="1" y="10754"/>
                      </a:lnTo>
                      <a:cubicBezTo>
                        <a:pt x="1" y="10931"/>
                        <a:pt x="93" y="11046"/>
                        <a:pt x="235" y="11046"/>
                      </a:cubicBezTo>
                      <a:cubicBezTo>
                        <a:pt x="296" y="11046"/>
                        <a:pt x="367" y="11024"/>
                        <a:pt x="444" y="10976"/>
                      </a:cubicBezTo>
                      <a:lnTo>
                        <a:pt x="13112" y="3692"/>
                      </a:lnTo>
                      <a:cubicBezTo>
                        <a:pt x="13334" y="3534"/>
                        <a:pt x="13524" y="3217"/>
                        <a:pt x="13524" y="2932"/>
                      </a:cubicBezTo>
                      <a:lnTo>
                        <a:pt x="13524" y="303"/>
                      </a:lnTo>
                      <a:cubicBezTo>
                        <a:pt x="13524" y="118"/>
                        <a:pt x="13422" y="0"/>
                        <a:pt x="13280" y="0"/>
                      </a:cubicBezTo>
                      <a:close/>
                    </a:path>
                  </a:pathLst>
                </a:custGeom>
                <a:solidFill>
                  <a:schemeClr val="tx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399" name="Google Shape;4168;p38">
                  <a:extLst>
                    <a:ext uri="{FF2B5EF4-FFF2-40B4-BE49-F238E27FC236}">
                      <a16:creationId xmlns:a16="http://schemas.microsoft.com/office/drawing/2014/main" id="{FE9E9938-2571-30C2-D98F-4A3C53BB78BA}"/>
                    </a:ext>
                  </a:extLst>
                </p:cNvPr>
                <p:cNvSpPr/>
                <p:nvPr/>
              </p:nvSpPr>
              <p:spPr>
                <a:xfrm>
                  <a:off x="2207931" y="2662310"/>
                  <a:ext cx="441863" cy="361064"/>
                </a:xfrm>
                <a:custGeom>
                  <a:avLst/>
                  <a:gdLst/>
                  <a:ahLst/>
                  <a:cxnLst/>
                  <a:rect l="l" t="t" r="r" b="b"/>
                  <a:pathLst>
                    <a:path w="13524" h="11051" extrusionOk="0">
                      <a:moveTo>
                        <a:pt x="13294" y="1"/>
                      </a:moveTo>
                      <a:cubicBezTo>
                        <a:pt x="13239" y="1"/>
                        <a:pt x="13177" y="19"/>
                        <a:pt x="13112" y="56"/>
                      </a:cubicBezTo>
                      <a:lnTo>
                        <a:pt x="444" y="7371"/>
                      </a:lnTo>
                      <a:cubicBezTo>
                        <a:pt x="191" y="7498"/>
                        <a:pt x="1" y="7846"/>
                        <a:pt x="1" y="8100"/>
                      </a:cubicBezTo>
                      <a:lnTo>
                        <a:pt x="1" y="10728"/>
                      </a:lnTo>
                      <a:cubicBezTo>
                        <a:pt x="1" y="10928"/>
                        <a:pt x="95" y="11050"/>
                        <a:pt x="238" y="11050"/>
                      </a:cubicBezTo>
                      <a:cubicBezTo>
                        <a:pt x="299" y="11050"/>
                        <a:pt x="369" y="11028"/>
                        <a:pt x="444" y="10981"/>
                      </a:cubicBezTo>
                      <a:lnTo>
                        <a:pt x="13112" y="3666"/>
                      </a:lnTo>
                      <a:cubicBezTo>
                        <a:pt x="13334" y="3539"/>
                        <a:pt x="13524" y="3191"/>
                        <a:pt x="13524" y="2938"/>
                      </a:cubicBezTo>
                      <a:lnTo>
                        <a:pt x="13524" y="309"/>
                      </a:lnTo>
                      <a:cubicBezTo>
                        <a:pt x="13524" y="107"/>
                        <a:pt x="13428" y="1"/>
                        <a:pt x="13294" y="1"/>
                      </a:cubicBezTo>
                      <a:close/>
                    </a:path>
                  </a:pathLst>
                </a:custGeom>
                <a:solidFill>
                  <a:schemeClr val="tx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400" name="Google Shape;4169;p38">
                  <a:extLst>
                    <a:ext uri="{FF2B5EF4-FFF2-40B4-BE49-F238E27FC236}">
                      <a16:creationId xmlns:a16="http://schemas.microsoft.com/office/drawing/2014/main" id="{54583674-F0F7-8843-9F4B-1280F12FBEF3}"/>
                    </a:ext>
                  </a:extLst>
                </p:cNvPr>
                <p:cNvSpPr/>
                <p:nvPr/>
              </p:nvSpPr>
              <p:spPr>
                <a:xfrm>
                  <a:off x="2207931" y="2800514"/>
                  <a:ext cx="441863" cy="361064"/>
                </a:xfrm>
                <a:custGeom>
                  <a:avLst/>
                  <a:gdLst/>
                  <a:ahLst/>
                  <a:cxnLst/>
                  <a:rect l="l" t="t" r="r" b="b"/>
                  <a:pathLst>
                    <a:path w="13524" h="11051" extrusionOk="0">
                      <a:moveTo>
                        <a:pt x="13297" y="0"/>
                      </a:moveTo>
                      <a:cubicBezTo>
                        <a:pt x="13241" y="0"/>
                        <a:pt x="13178" y="22"/>
                        <a:pt x="13112" y="69"/>
                      </a:cubicBezTo>
                      <a:lnTo>
                        <a:pt x="444" y="7385"/>
                      </a:lnTo>
                      <a:cubicBezTo>
                        <a:pt x="191" y="7511"/>
                        <a:pt x="1" y="7860"/>
                        <a:pt x="1" y="8113"/>
                      </a:cubicBezTo>
                      <a:lnTo>
                        <a:pt x="1" y="10742"/>
                      </a:lnTo>
                      <a:cubicBezTo>
                        <a:pt x="1" y="10944"/>
                        <a:pt x="96" y="11050"/>
                        <a:pt x="242" y="11050"/>
                      </a:cubicBezTo>
                      <a:cubicBezTo>
                        <a:pt x="302" y="11050"/>
                        <a:pt x="370" y="11032"/>
                        <a:pt x="444" y="10995"/>
                      </a:cubicBezTo>
                      <a:lnTo>
                        <a:pt x="13112" y="3680"/>
                      </a:lnTo>
                      <a:cubicBezTo>
                        <a:pt x="13334" y="3553"/>
                        <a:pt x="13524" y="3204"/>
                        <a:pt x="13524" y="2951"/>
                      </a:cubicBezTo>
                      <a:lnTo>
                        <a:pt x="13524" y="323"/>
                      </a:lnTo>
                      <a:cubicBezTo>
                        <a:pt x="13524" y="122"/>
                        <a:pt x="13430" y="0"/>
                        <a:pt x="13297" y="0"/>
                      </a:cubicBezTo>
                      <a:close/>
                    </a:path>
                  </a:pathLst>
                </a:custGeom>
                <a:solidFill>
                  <a:schemeClr val="tx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401" name="Google Shape;4170;p38">
                  <a:extLst>
                    <a:ext uri="{FF2B5EF4-FFF2-40B4-BE49-F238E27FC236}">
                      <a16:creationId xmlns:a16="http://schemas.microsoft.com/office/drawing/2014/main" id="{7BCB514B-23EF-D30C-8AF2-86899DEC3192}"/>
                    </a:ext>
                  </a:extLst>
                </p:cNvPr>
                <p:cNvSpPr/>
                <p:nvPr/>
              </p:nvSpPr>
              <p:spPr>
                <a:xfrm>
                  <a:off x="2207931" y="2939144"/>
                  <a:ext cx="441863" cy="360900"/>
                </a:xfrm>
                <a:custGeom>
                  <a:avLst/>
                  <a:gdLst/>
                  <a:ahLst/>
                  <a:cxnLst/>
                  <a:rect l="l" t="t" r="r" b="b"/>
                  <a:pathLst>
                    <a:path w="13524" h="11046" extrusionOk="0">
                      <a:moveTo>
                        <a:pt x="13300" y="0"/>
                      </a:moveTo>
                      <a:cubicBezTo>
                        <a:pt x="13243" y="0"/>
                        <a:pt x="13179" y="22"/>
                        <a:pt x="13112" y="70"/>
                      </a:cubicBezTo>
                      <a:lnTo>
                        <a:pt x="444" y="7354"/>
                      </a:lnTo>
                      <a:cubicBezTo>
                        <a:pt x="191" y="7512"/>
                        <a:pt x="1" y="7829"/>
                        <a:pt x="1" y="8114"/>
                      </a:cubicBezTo>
                      <a:lnTo>
                        <a:pt x="1" y="10742"/>
                      </a:lnTo>
                      <a:cubicBezTo>
                        <a:pt x="1" y="10928"/>
                        <a:pt x="103" y="11045"/>
                        <a:pt x="257" y="11045"/>
                      </a:cubicBezTo>
                      <a:cubicBezTo>
                        <a:pt x="313" y="11045"/>
                        <a:pt x="376" y="11030"/>
                        <a:pt x="444" y="10996"/>
                      </a:cubicBezTo>
                      <a:lnTo>
                        <a:pt x="13112" y="3680"/>
                      </a:lnTo>
                      <a:cubicBezTo>
                        <a:pt x="13334" y="3522"/>
                        <a:pt x="13524" y="3205"/>
                        <a:pt x="13524" y="2920"/>
                      </a:cubicBezTo>
                      <a:lnTo>
                        <a:pt x="13524" y="292"/>
                      </a:lnTo>
                      <a:cubicBezTo>
                        <a:pt x="13524" y="115"/>
                        <a:pt x="13431" y="0"/>
                        <a:pt x="13300" y="0"/>
                      </a:cubicBezTo>
                      <a:close/>
                    </a:path>
                  </a:pathLst>
                </a:custGeom>
                <a:solidFill>
                  <a:schemeClr val="tx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402" name="Google Shape;4171;p38">
                  <a:extLst>
                    <a:ext uri="{FF2B5EF4-FFF2-40B4-BE49-F238E27FC236}">
                      <a16:creationId xmlns:a16="http://schemas.microsoft.com/office/drawing/2014/main" id="{DB1018F7-D8C7-709A-54E8-E88C7438F297}"/>
                    </a:ext>
                  </a:extLst>
                </p:cNvPr>
                <p:cNvSpPr/>
                <p:nvPr/>
              </p:nvSpPr>
              <p:spPr>
                <a:xfrm>
                  <a:off x="2207931" y="3077414"/>
                  <a:ext cx="441863" cy="360900"/>
                </a:xfrm>
                <a:custGeom>
                  <a:avLst/>
                  <a:gdLst/>
                  <a:ahLst/>
                  <a:cxnLst/>
                  <a:rect l="l" t="t" r="r" b="b"/>
                  <a:pathLst>
                    <a:path w="13524" h="11046" extrusionOk="0">
                      <a:moveTo>
                        <a:pt x="13280" y="0"/>
                      </a:moveTo>
                      <a:cubicBezTo>
                        <a:pt x="13228" y="0"/>
                        <a:pt x="13171" y="16"/>
                        <a:pt x="13112" y="50"/>
                      </a:cubicBezTo>
                      <a:lnTo>
                        <a:pt x="444" y="7365"/>
                      </a:lnTo>
                      <a:cubicBezTo>
                        <a:pt x="191" y="7492"/>
                        <a:pt x="1" y="7840"/>
                        <a:pt x="1" y="8125"/>
                      </a:cubicBezTo>
                      <a:lnTo>
                        <a:pt x="1" y="10754"/>
                      </a:lnTo>
                      <a:cubicBezTo>
                        <a:pt x="1" y="10930"/>
                        <a:pt x="93" y="11045"/>
                        <a:pt x="235" y="11045"/>
                      </a:cubicBezTo>
                      <a:cubicBezTo>
                        <a:pt x="296" y="11045"/>
                        <a:pt x="367" y="11024"/>
                        <a:pt x="444" y="10976"/>
                      </a:cubicBezTo>
                      <a:lnTo>
                        <a:pt x="13112" y="3692"/>
                      </a:lnTo>
                      <a:cubicBezTo>
                        <a:pt x="13334" y="3533"/>
                        <a:pt x="13524" y="3217"/>
                        <a:pt x="13524" y="2932"/>
                      </a:cubicBezTo>
                      <a:lnTo>
                        <a:pt x="13524" y="303"/>
                      </a:lnTo>
                      <a:cubicBezTo>
                        <a:pt x="13524" y="118"/>
                        <a:pt x="13422" y="0"/>
                        <a:pt x="13280" y="0"/>
                      </a:cubicBezTo>
                      <a:close/>
                    </a:path>
                  </a:pathLst>
                </a:custGeom>
                <a:solidFill>
                  <a:schemeClr val="tx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403" name="Google Shape;4172;p38">
                  <a:extLst>
                    <a:ext uri="{FF2B5EF4-FFF2-40B4-BE49-F238E27FC236}">
                      <a16:creationId xmlns:a16="http://schemas.microsoft.com/office/drawing/2014/main" id="{E78E489D-02AD-FCF5-D295-37AAAEC276A1}"/>
                    </a:ext>
                  </a:extLst>
                </p:cNvPr>
                <p:cNvSpPr/>
                <p:nvPr/>
              </p:nvSpPr>
              <p:spPr>
                <a:xfrm>
                  <a:off x="2207931" y="3215880"/>
                  <a:ext cx="441863" cy="360606"/>
                </a:xfrm>
                <a:custGeom>
                  <a:avLst/>
                  <a:gdLst/>
                  <a:ahLst/>
                  <a:cxnLst/>
                  <a:rect l="l" t="t" r="r" b="b"/>
                  <a:pathLst>
                    <a:path w="13524" h="11037" extrusionOk="0">
                      <a:moveTo>
                        <a:pt x="13294" y="0"/>
                      </a:moveTo>
                      <a:cubicBezTo>
                        <a:pt x="13239" y="0"/>
                        <a:pt x="13177" y="19"/>
                        <a:pt x="13112" y="55"/>
                      </a:cubicBezTo>
                      <a:lnTo>
                        <a:pt x="444" y="7371"/>
                      </a:lnTo>
                      <a:cubicBezTo>
                        <a:pt x="191" y="7498"/>
                        <a:pt x="1" y="7846"/>
                        <a:pt x="1" y="8099"/>
                      </a:cubicBezTo>
                      <a:lnTo>
                        <a:pt x="1" y="10728"/>
                      </a:lnTo>
                      <a:cubicBezTo>
                        <a:pt x="1" y="10930"/>
                        <a:pt x="96" y="11036"/>
                        <a:pt x="242" y="11036"/>
                      </a:cubicBezTo>
                      <a:cubicBezTo>
                        <a:pt x="302" y="11036"/>
                        <a:pt x="370" y="11018"/>
                        <a:pt x="444" y="10981"/>
                      </a:cubicBezTo>
                      <a:lnTo>
                        <a:pt x="13112" y="3666"/>
                      </a:lnTo>
                      <a:cubicBezTo>
                        <a:pt x="13334" y="3539"/>
                        <a:pt x="13524" y="3191"/>
                        <a:pt x="13524" y="2937"/>
                      </a:cubicBezTo>
                      <a:lnTo>
                        <a:pt x="13524" y="309"/>
                      </a:lnTo>
                      <a:cubicBezTo>
                        <a:pt x="13524" y="107"/>
                        <a:pt x="13428" y="0"/>
                        <a:pt x="13294" y="0"/>
                      </a:cubicBezTo>
                      <a:close/>
                    </a:path>
                  </a:pathLst>
                </a:custGeom>
                <a:solidFill>
                  <a:schemeClr val="tx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404" name="Google Shape;4173;p38">
                  <a:extLst>
                    <a:ext uri="{FF2B5EF4-FFF2-40B4-BE49-F238E27FC236}">
                      <a16:creationId xmlns:a16="http://schemas.microsoft.com/office/drawing/2014/main" id="{F683E843-0A6E-F797-EE2D-EC9E681B3DB4}"/>
                    </a:ext>
                  </a:extLst>
                </p:cNvPr>
                <p:cNvSpPr/>
                <p:nvPr/>
              </p:nvSpPr>
              <p:spPr>
                <a:xfrm>
                  <a:off x="2207931" y="3354084"/>
                  <a:ext cx="441863" cy="361031"/>
                </a:xfrm>
                <a:custGeom>
                  <a:avLst/>
                  <a:gdLst/>
                  <a:ahLst/>
                  <a:cxnLst/>
                  <a:rect l="l" t="t" r="r" b="b"/>
                  <a:pathLst>
                    <a:path w="13524" h="11050" extrusionOk="0">
                      <a:moveTo>
                        <a:pt x="13297" y="0"/>
                      </a:moveTo>
                      <a:cubicBezTo>
                        <a:pt x="13241" y="0"/>
                        <a:pt x="13178" y="22"/>
                        <a:pt x="13112" y="69"/>
                      </a:cubicBezTo>
                      <a:lnTo>
                        <a:pt x="444" y="7385"/>
                      </a:lnTo>
                      <a:cubicBezTo>
                        <a:pt x="191" y="7511"/>
                        <a:pt x="1" y="7860"/>
                        <a:pt x="1" y="8113"/>
                      </a:cubicBezTo>
                      <a:lnTo>
                        <a:pt x="1" y="10742"/>
                      </a:lnTo>
                      <a:cubicBezTo>
                        <a:pt x="1" y="10943"/>
                        <a:pt x="96" y="11050"/>
                        <a:pt x="242" y="11050"/>
                      </a:cubicBezTo>
                      <a:cubicBezTo>
                        <a:pt x="302" y="11050"/>
                        <a:pt x="370" y="11032"/>
                        <a:pt x="444" y="10995"/>
                      </a:cubicBezTo>
                      <a:lnTo>
                        <a:pt x="13112" y="3679"/>
                      </a:lnTo>
                      <a:cubicBezTo>
                        <a:pt x="13334" y="3553"/>
                        <a:pt x="13524" y="3204"/>
                        <a:pt x="13524" y="2951"/>
                      </a:cubicBezTo>
                      <a:lnTo>
                        <a:pt x="13524" y="322"/>
                      </a:lnTo>
                      <a:cubicBezTo>
                        <a:pt x="13524" y="122"/>
                        <a:pt x="13430" y="0"/>
                        <a:pt x="13297" y="0"/>
                      </a:cubicBezTo>
                      <a:close/>
                    </a:path>
                  </a:pathLst>
                </a:custGeom>
                <a:solidFill>
                  <a:schemeClr val="tx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405" name="Google Shape;4174;p38">
                  <a:extLst>
                    <a:ext uri="{FF2B5EF4-FFF2-40B4-BE49-F238E27FC236}">
                      <a16:creationId xmlns:a16="http://schemas.microsoft.com/office/drawing/2014/main" id="{6DDFFAA5-BACB-9386-7E48-4BE6F2037E99}"/>
                    </a:ext>
                  </a:extLst>
                </p:cNvPr>
                <p:cNvSpPr/>
                <p:nvPr/>
              </p:nvSpPr>
              <p:spPr>
                <a:xfrm>
                  <a:off x="2207931" y="3492681"/>
                  <a:ext cx="441863" cy="360933"/>
                </a:xfrm>
                <a:custGeom>
                  <a:avLst/>
                  <a:gdLst/>
                  <a:ahLst/>
                  <a:cxnLst/>
                  <a:rect l="l" t="t" r="r" b="b"/>
                  <a:pathLst>
                    <a:path w="13524" h="11047" extrusionOk="0">
                      <a:moveTo>
                        <a:pt x="13300" y="1"/>
                      </a:moveTo>
                      <a:cubicBezTo>
                        <a:pt x="13243" y="1"/>
                        <a:pt x="13179" y="23"/>
                        <a:pt x="13112" y="71"/>
                      </a:cubicBezTo>
                      <a:lnTo>
                        <a:pt x="444" y="7355"/>
                      </a:lnTo>
                      <a:cubicBezTo>
                        <a:pt x="191" y="7513"/>
                        <a:pt x="1" y="7830"/>
                        <a:pt x="1" y="8115"/>
                      </a:cubicBezTo>
                      <a:lnTo>
                        <a:pt x="1" y="10743"/>
                      </a:lnTo>
                      <a:cubicBezTo>
                        <a:pt x="1" y="10929"/>
                        <a:pt x="103" y="11046"/>
                        <a:pt x="257" y="11046"/>
                      </a:cubicBezTo>
                      <a:cubicBezTo>
                        <a:pt x="313" y="11046"/>
                        <a:pt x="376" y="11030"/>
                        <a:pt x="444" y="10997"/>
                      </a:cubicBezTo>
                      <a:lnTo>
                        <a:pt x="13112" y="3681"/>
                      </a:lnTo>
                      <a:cubicBezTo>
                        <a:pt x="13334" y="3554"/>
                        <a:pt x="13524" y="3206"/>
                        <a:pt x="13524" y="2921"/>
                      </a:cubicBezTo>
                      <a:lnTo>
                        <a:pt x="13524" y="292"/>
                      </a:lnTo>
                      <a:cubicBezTo>
                        <a:pt x="13524" y="116"/>
                        <a:pt x="13431" y="1"/>
                        <a:pt x="13300" y="1"/>
                      </a:cubicBezTo>
                      <a:close/>
                    </a:path>
                  </a:pathLst>
                </a:custGeom>
                <a:solidFill>
                  <a:schemeClr val="tx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406" name="Google Shape;4175;p38">
                  <a:extLst>
                    <a:ext uri="{FF2B5EF4-FFF2-40B4-BE49-F238E27FC236}">
                      <a16:creationId xmlns:a16="http://schemas.microsoft.com/office/drawing/2014/main" id="{92E02B48-7283-DD5C-92E9-0D350687DFC7}"/>
                    </a:ext>
                  </a:extLst>
                </p:cNvPr>
                <p:cNvSpPr/>
                <p:nvPr/>
              </p:nvSpPr>
              <p:spPr>
                <a:xfrm>
                  <a:off x="1596433" y="1509395"/>
                  <a:ext cx="1091654" cy="634304"/>
                </a:xfrm>
                <a:custGeom>
                  <a:avLst/>
                  <a:gdLst/>
                  <a:ahLst/>
                  <a:cxnLst/>
                  <a:rect l="l" t="t" r="r" b="b"/>
                  <a:pathLst>
                    <a:path w="33412" h="19414" extrusionOk="0">
                      <a:moveTo>
                        <a:pt x="16152" y="0"/>
                      </a:moveTo>
                      <a:lnTo>
                        <a:pt x="0" y="9374"/>
                      </a:lnTo>
                      <a:lnTo>
                        <a:pt x="17387" y="19413"/>
                      </a:lnTo>
                      <a:lnTo>
                        <a:pt x="33411" y="10134"/>
                      </a:lnTo>
                      <a:lnTo>
                        <a:pt x="16152" y="0"/>
                      </a:lnTo>
                      <a:close/>
                    </a:path>
                  </a:pathLst>
                </a:custGeom>
                <a:solidFill>
                  <a:schemeClr val="tx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407" name="Google Shape;4176;p38">
                  <a:extLst>
                    <a:ext uri="{FF2B5EF4-FFF2-40B4-BE49-F238E27FC236}">
                      <a16:creationId xmlns:a16="http://schemas.microsoft.com/office/drawing/2014/main" id="{E15FBFD6-C1F1-D017-E7D0-B6E3EF5B9184}"/>
                    </a:ext>
                  </a:extLst>
                </p:cNvPr>
                <p:cNvSpPr/>
                <p:nvPr/>
              </p:nvSpPr>
              <p:spPr>
                <a:xfrm>
                  <a:off x="1770250" y="1630447"/>
                  <a:ext cx="533967" cy="430460"/>
                </a:xfrm>
                <a:custGeom>
                  <a:avLst/>
                  <a:gdLst/>
                  <a:ahLst/>
                  <a:cxnLst/>
                  <a:rect l="l" t="t" r="r" b="b"/>
                  <a:pathLst>
                    <a:path w="16343" h="13175" extrusionOk="0">
                      <a:moveTo>
                        <a:pt x="10230" y="0"/>
                      </a:moveTo>
                      <a:lnTo>
                        <a:pt x="1" y="5891"/>
                      </a:lnTo>
                      <a:lnTo>
                        <a:pt x="12510" y="13175"/>
                      </a:lnTo>
                      <a:lnTo>
                        <a:pt x="12510" y="11845"/>
                      </a:lnTo>
                      <a:lnTo>
                        <a:pt x="16342" y="3547"/>
                      </a:lnTo>
                      <a:lnTo>
                        <a:pt x="10230" y="0"/>
                      </a:lnTo>
                      <a:close/>
                    </a:path>
                  </a:pathLst>
                </a:custGeom>
                <a:solidFill>
                  <a:srgbClr val="22283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408" name="Google Shape;4177;p38">
                  <a:extLst>
                    <a:ext uri="{FF2B5EF4-FFF2-40B4-BE49-F238E27FC236}">
                      <a16:creationId xmlns:a16="http://schemas.microsoft.com/office/drawing/2014/main" id="{ECC2B2E3-6A90-C80C-CBBF-4CFEABB8E9B7}"/>
                    </a:ext>
                  </a:extLst>
                </p:cNvPr>
                <p:cNvSpPr/>
                <p:nvPr/>
              </p:nvSpPr>
              <p:spPr>
                <a:xfrm>
                  <a:off x="1770250" y="1780479"/>
                  <a:ext cx="74526" cy="65214"/>
                </a:xfrm>
                <a:custGeom>
                  <a:avLst/>
                  <a:gdLst/>
                  <a:ahLst/>
                  <a:cxnLst/>
                  <a:rect l="l" t="t" r="r" b="b"/>
                  <a:pathLst>
                    <a:path w="2281" h="1996" extrusionOk="0">
                      <a:moveTo>
                        <a:pt x="1" y="0"/>
                      </a:moveTo>
                      <a:lnTo>
                        <a:pt x="1" y="1299"/>
                      </a:lnTo>
                      <a:lnTo>
                        <a:pt x="2091" y="1996"/>
                      </a:lnTo>
                      <a:lnTo>
                        <a:pt x="2281" y="855"/>
                      </a:lnTo>
                      <a:lnTo>
                        <a:pt x="1711" y="64"/>
                      </a:lnTo>
                      <a:lnTo>
                        <a:pt x="1" y="0"/>
                      </a:lnTo>
                      <a:close/>
                    </a:path>
                  </a:pathLst>
                </a:custGeom>
                <a:solidFill>
                  <a:srgbClr val="22283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409" name="Google Shape;4178;p38">
                  <a:extLst>
                    <a:ext uri="{FF2B5EF4-FFF2-40B4-BE49-F238E27FC236}">
                      <a16:creationId xmlns:a16="http://schemas.microsoft.com/office/drawing/2014/main" id="{0809206E-436E-5BEB-3C6D-7500EACD3FB4}"/>
                    </a:ext>
                  </a:extLst>
                </p:cNvPr>
                <p:cNvSpPr/>
                <p:nvPr/>
              </p:nvSpPr>
              <p:spPr>
                <a:xfrm>
                  <a:off x="2178983" y="1746336"/>
                  <a:ext cx="335253" cy="314571"/>
                </a:xfrm>
                <a:custGeom>
                  <a:avLst/>
                  <a:gdLst/>
                  <a:ahLst/>
                  <a:cxnLst/>
                  <a:rect l="l" t="t" r="r" b="b"/>
                  <a:pathLst>
                    <a:path w="10261" h="9628" extrusionOk="0">
                      <a:moveTo>
                        <a:pt x="3832" y="0"/>
                      </a:moveTo>
                      <a:lnTo>
                        <a:pt x="0" y="8298"/>
                      </a:lnTo>
                      <a:lnTo>
                        <a:pt x="0" y="9628"/>
                      </a:lnTo>
                      <a:lnTo>
                        <a:pt x="10261" y="3737"/>
                      </a:lnTo>
                      <a:lnTo>
                        <a:pt x="8677" y="2819"/>
                      </a:lnTo>
                      <a:lnTo>
                        <a:pt x="3832" y="0"/>
                      </a:lnTo>
                      <a:close/>
                    </a:path>
                  </a:pathLst>
                </a:custGeom>
                <a:solidFill>
                  <a:srgbClr val="1B1F26"/>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410" name="Google Shape;4179;p38">
                  <a:extLst>
                    <a:ext uri="{FF2B5EF4-FFF2-40B4-BE49-F238E27FC236}">
                      <a16:creationId xmlns:a16="http://schemas.microsoft.com/office/drawing/2014/main" id="{32187894-404B-FD12-F585-5224E6A1CEC8}"/>
                    </a:ext>
                  </a:extLst>
                </p:cNvPr>
                <p:cNvSpPr/>
                <p:nvPr/>
              </p:nvSpPr>
              <p:spPr>
                <a:xfrm>
                  <a:off x="2352801" y="1821875"/>
                  <a:ext cx="161435" cy="111773"/>
                </a:xfrm>
                <a:custGeom>
                  <a:avLst/>
                  <a:gdLst/>
                  <a:ahLst/>
                  <a:cxnLst/>
                  <a:rect l="l" t="t" r="r" b="b"/>
                  <a:pathLst>
                    <a:path w="4941" h="3421" extrusionOk="0">
                      <a:moveTo>
                        <a:pt x="1172" y="0"/>
                      </a:moveTo>
                      <a:lnTo>
                        <a:pt x="1" y="3420"/>
                      </a:lnTo>
                      <a:lnTo>
                        <a:pt x="4941" y="1425"/>
                      </a:lnTo>
                      <a:lnTo>
                        <a:pt x="4941" y="95"/>
                      </a:lnTo>
                      <a:lnTo>
                        <a:pt x="1172" y="0"/>
                      </a:lnTo>
                      <a:close/>
                    </a:path>
                  </a:pathLst>
                </a:custGeom>
                <a:solidFill>
                  <a:srgbClr val="1B1F26"/>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411" name="Google Shape;4180;p38">
                  <a:extLst>
                    <a:ext uri="{FF2B5EF4-FFF2-40B4-BE49-F238E27FC236}">
                      <a16:creationId xmlns:a16="http://schemas.microsoft.com/office/drawing/2014/main" id="{AEF051F8-F2FD-7803-7AE6-41B77915E953}"/>
                    </a:ext>
                  </a:extLst>
                </p:cNvPr>
                <p:cNvSpPr/>
                <p:nvPr/>
              </p:nvSpPr>
              <p:spPr>
                <a:xfrm>
                  <a:off x="1770250" y="1586992"/>
                  <a:ext cx="743985" cy="430460"/>
                </a:xfrm>
                <a:custGeom>
                  <a:avLst/>
                  <a:gdLst/>
                  <a:ahLst/>
                  <a:cxnLst/>
                  <a:rect l="l" t="t" r="r" b="b"/>
                  <a:pathLst>
                    <a:path w="22771" h="13175" extrusionOk="0">
                      <a:moveTo>
                        <a:pt x="10230" y="0"/>
                      </a:moveTo>
                      <a:lnTo>
                        <a:pt x="1" y="5922"/>
                      </a:lnTo>
                      <a:lnTo>
                        <a:pt x="12510" y="13175"/>
                      </a:lnTo>
                      <a:lnTo>
                        <a:pt x="22771" y="7284"/>
                      </a:lnTo>
                      <a:lnTo>
                        <a:pt x="10230" y="0"/>
                      </a:lnTo>
                      <a:close/>
                    </a:path>
                  </a:pathLst>
                </a:custGeom>
                <a:solidFill>
                  <a:srgbClr val="EEEEEE"/>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412" name="Google Shape;4181;p38">
                  <a:extLst>
                    <a:ext uri="{FF2B5EF4-FFF2-40B4-BE49-F238E27FC236}">
                      <a16:creationId xmlns:a16="http://schemas.microsoft.com/office/drawing/2014/main" id="{407008A7-1794-ECA8-0878-90A901088A5B}"/>
                    </a:ext>
                  </a:extLst>
                </p:cNvPr>
                <p:cNvSpPr/>
                <p:nvPr/>
              </p:nvSpPr>
              <p:spPr>
                <a:xfrm>
                  <a:off x="1959620" y="1695628"/>
                  <a:ext cx="183162" cy="56948"/>
                </a:xfrm>
                <a:custGeom>
                  <a:avLst/>
                  <a:gdLst/>
                  <a:ahLst/>
                  <a:cxnLst/>
                  <a:rect l="l" t="t" r="r" b="b"/>
                  <a:pathLst>
                    <a:path w="5606" h="1743" extrusionOk="0">
                      <a:moveTo>
                        <a:pt x="2803" y="1"/>
                      </a:moveTo>
                      <a:cubicBezTo>
                        <a:pt x="2106" y="1"/>
                        <a:pt x="1410" y="159"/>
                        <a:pt x="887" y="476"/>
                      </a:cubicBezTo>
                      <a:cubicBezTo>
                        <a:pt x="285" y="824"/>
                        <a:pt x="0" y="1299"/>
                        <a:pt x="95" y="1742"/>
                      </a:cubicBezTo>
                      <a:cubicBezTo>
                        <a:pt x="159" y="1394"/>
                        <a:pt x="412" y="1077"/>
                        <a:pt x="887" y="792"/>
                      </a:cubicBezTo>
                      <a:cubicBezTo>
                        <a:pt x="1410" y="491"/>
                        <a:pt x="2106" y="341"/>
                        <a:pt x="2803" y="341"/>
                      </a:cubicBezTo>
                      <a:cubicBezTo>
                        <a:pt x="3500" y="341"/>
                        <a:pt x="4196" y="491"/>
                        <a:pt x="4719" y="792"/>
                      </a:cubicBezTo>
                      <a:cubicBezTo>
                        <a:pt x="5194" y="1077"/>
                        <a:pt x="5447" y="1394"/>
                        <a:pt x="5511" y="1742"/>
                      </a:cubicBezTo>
                      <a:cubicBezTo>
                        <a:pt x="5606" y="1299"/>
                        <a:pt x="5321" y="824"/>
                        <a:pt x="4719" y="476"/>
                      </a:cubicBezTo>
                      <a:cubicBezTo>
                        <a:pt x="4196" y="159"/>
                        <a:pt x="3500" y="1"/>
                        <a:pt x="2803" y="1"/>
                      </a:cubicBezTo>
                      <a:close/>
                    </a:path>
                  </a:pathLst>
                </a:custGeom>
                <a:solidFill>
                  <a:srgbClr val="1B1F26"/>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413" name="Google Shape;4182;p38">
                  <a:extLst>
                    <a:ext uri="{FF2B5EF4-FFF2-40B4-BE49-F238E27FC236}">
                      <a16:creationId xmlns:a16="http://schemas.microsoft.com/office/drawing/2014/main" id="{FC7A33EE-C504-61EA-C312-F8D171C42AAA}"/>
                    </a:ext>
                  </a:extLst>
                </p:cNvPr>
                <p:cNvSpPr/>
                <p:nvPr/>
              </p:nvSpPr>
              <p:spPr>
                <a:xfrm>
                  <a:off x="1962724" y="1706737"/>
                  <a:ext cx="176954" cy="91614"/>
                </a:xfrm>
                <a:custGeom>
                  <a:avLst/>
                  <a:gdLst/>
                  <a:ahLst/>
                  <a:cxnLst/>
                  <a:rect l="l" t="t" r="r" b="b"/>
                  <a:pathLst>
                    <a:path w="5416" h="2804" extrusionOk="0">
                      <a:moveTo>
                        <a:pt x="2708" y="1"/>
                      </a:moveTo>
                      <a:cubicBezTo>
                        <a:pt x="2011" y="1"/>
                        <a:pt x="1315" y="151"/>
                        <a:pt x="792" y="452"/>
                      </a:cubicBezTo>
                      <a:cubicBezTo>
                        <a:pt x="317" y="737"/>
                        <a:pt x="64" y="1054"/>
                        <a:pt x="0" y="1402"/>
                      </a:cubicBezTo>
                      <a:cubicBezTo>
                        <a:pt x="64" y="1751"/>
                        <a:pt x="317" y="2099"/>
                        <a:pt x="792" y="2352"/>
                      </a:cubicBezTo>
                      <a:cubicBezTo>
                        <a:pt x="1315" y="2653"/>
                        <a:pt x="2011" y="2804"/>
                        <a:pt x="2708" y="2804"/>
                      </a:cubicBezTo>
                      <a:cubicBezTo>
                        <a:pt x="3405" y="2804"/>
                        <a:pt x="4101" y="2653"/>
                        <a:pt x="4624" y="2352"/>
                      </a:cubicBezTo>
                      <a:cubicBezTo>
                        <a:pt x="5099" y="2099"/>
                        <a:pt x="5352" y="1751"/>
                        <a:pt x="5416" y="1402"/>
                      </a:cubicBezTo>
                      <a:cubicBezTo>
                        <a:pt x="5352" y="1054"/>
                        <a:pt x="5099" y="737"/>
                        <a:pt x="4624" y="452"/>
                      </a:cubicBezTo>
                      <a:cubicBezTo>
                        <a:pt x="4101" y="151"/>
                        <a:pt x="3405" y="1"/>
                        <a:pt x="2708" y="1"/>
                      </a:cubicBezTo>
                      <a:close/>
                    </a:path>
                  </a:pathLst>
                </a:custGeom>
                <a:solidFill>
                  <a:srgbClr val="22283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414" name="Google Shape;4183;p38">
                  <a:extLst>
                    <a:ext uri="{FF2B5EF4-FFF2-40B4-BE49-F238E27FC236}">
                      <a16:creationId xmlns:a16="http://schemas.microsoft.com/office/drawing/2014/main" id="{281A1005-AB27-F45A-71C6-C292A9C278AE}"/>
                    </a:ext>
                  </a:extLst>
                </p:cNvPr>
                <p:cNvSpPr/>
                <p:nvPr/>
              </p:nvSpPr>
              <p:spPr>
                <a:xfrm>
                  <a:off x="1897543" y="1755648"/>
                  <a:ext cx="141766" cy="82792"/>
                </a:xfrm>
                <a:custGeom>
                  <a:avLst/>
                  <a:gdLst/>
                  <a:ahLst/>
                  <a:cxnLst/>
                  <a:rect l="l" t="t" r="r" b="b"/>
                  <a:pathLst>
                    <a:path w="4339" h="2534" extrusionOk="0">
                      <a:moveTo>
                        <a:pt x="348" y="0"/>
                      </a:moveTo>
                      <a:lnTo>
                        <a:pt x="0" y="222"/>
                      </a:lnTo>
                      <a:lnTo>
                        <a:pt x="3990" y="2534"/>
                      </a:lnTo>
                      <a:lnTo>
                        <a:pt x="4339" y="2312"/>
                      </a:lnTo>
                      <a:lnTo>
                        <a:pt x="348" y="0"/>
                      </a:lnTo>
                      <a:close/>
                    </a:path>
                  </a:pathLst>
                </a:custGeom>
                <a:solidFill>
                  <a:srgbClr val="1B1F26"/>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415" name="Google Shape;4184;p38">
                  <a:extLst>
                    <a:ext uri="{FF2B5EF4-FFF2-40B4-BE49-F238E27FC236}">
                      <a16:creationId xmlns:a16="http://schemas.microsoft.com/office/drawing/2014/main" id="{C1716915-A0C0-62B5-424E-8A9BAF5DECD9}"/>
                    </a:ext>
                  </a:extLst>
                </p:cNvPr>
                <p:cNvSpPr/>
                <p:nvPr/>
              </p:nvSpPr>
              <p:spPr>
                <a:xfrm>
                  <a:off x="1874770" y="1769109"/>
                  <a:ext cx="141799" cy="81747"/>
                </a:xfrm>
                <a:custGeom>
                  <a:avLst/>
                  <a:gdLst/>
                  <a:ahLst/>
                  <a:cxnLst/>
                  <a:rect l="l" t="t" r="r" b="b"/>
                  <a:pathLst>
                    <a:path w="4340" h="2502" extrusionOk="0">
                      <a:moveTo>
                        <a:pt x="349" y="0"/>
                      </a:moveTo>
                      <a:lnTo>
                        <a:pt x="0" y="222"/>
                      </a:lnTo>
                      <a:lnTo>
                        <a:pt x="3991" y="2502"/>
                      </a:lnTo>
                      <a:lnTo>
                        <a:pt x="4339" y="2312"/>
                      </a:lnTo>
                      <a:lnTo>
                        <a:pt x="349" y="0"/>
                      </a:lnTo>
                      <a:close/>
                    </a:path>
                  </a:pathLst>
                </a:custGeom>
                <a:solidFill>
                  <a:srgbClr val="1B1F26"/>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416" name="Google Shape;4185;p38">
                  <a:extLst>
                    <a:ext uri="{FF2B5EF4-FFF2-40B4-BE49-F238E27FC236}">
                      <a16:creationId xmlns:a16="http://schemas.microsoft.com/office/drawing/2014/main" id="{F3210BAE-7CE6-45BC-D8F1-4F266928F9E3}"/>
                    </a:ext>
                  </a:extLst>
                </p:cNvPr>
                <p:cNvSpPr/>
                <p:nvPr/>
              </p:nvSpPr>
              <p:spPr>
                <a:xfrm>
                  <a:off x="1851997" y="1782537"/>
                  <a:ext cx="141799" cy="81779"/>
                </a:xfrm>
                <a:custGeom>
                  <a:avLst/>
                  <a:gdLst/>
                  <a:ahLst/>
                  <a:cxnLst/>
                  <a:rect l="l" t="t" r="r" b="b"/>
                  <a:pathLst>
                    <a:path w="4340" h="2503" extrusionOk="0">
                      <a:moveTo>
                        <a:pt x="349" y="1"/>
                      </a:moveTo>
                      <a:lnTo>
                        <a:pt x="1" y="191"/>
                      </a:lnTo>
                      <a:lnTo>
                        <a:pt x="3991" y="2503"/>
                      </a:lnTo>
                      <a:lnTo>
                        <a:pt x="4339" y="2281"/>
                      </a:lnTo>
                      <a:lnTo>
                        <a:pt x="349" y="1"/>
                      </a:lnTo>
                      <a:close/>
                    </a:path>
                  </a:pathLst>
                </a:custGeom>
                <a:solidFill>
                  <a:srgbClr val="1B1F26"/>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417" name="Google Shape;4186;p38">
                  <a:extLst>
                    <a:ext uri="{FF2B5EF4-FFF2-40B4-BE49-F238E27FC236}">
                      <a16:creationId xmlns:a16="http://schemas.microsoft.com/office/drawing/2014/main" id="{6335C131-ADBF-CED7-5527-31CACB14C4E9}"/>
                    </a:ext>
                  </a:extLst>
                </p:cNvPr>
                <p:cNvSpPr/>
                <p:nvPr/>
              </p:nvSpPr>
              <p:spPr>
                <a:xfrm>
                  <a:off x="2105503" y="1630447"/>
                  <a:ext cx="142811" cy="81779"/>
                </a:xfrm>
                <a:custGeom>
                  <a:avLst/>
                  <a:gdLst/>
                  <a:ahLst/>
                  <a:cxnLst/>
                  <a:rect l="l" t="t" r="r" b="b"/>
                  <a:pathLst>
                    <a:path w="4371" h="2503" extrusionOk="0">
                      <a:moveTo>
                        <a:pt x="381" y="0"/>
                      </a:moveTo>
                      <a:lnTo>
                        <a:pt x="1" y="222"/>
                      </a:lnTo>
                      <a:lnTo>
                        <a:pt x="3991" y="2502"/>
                      </a:lnTo>
                      <a:lnTo>
                        <a:pt x="4371" y="2312"/>
                      </a:lnTo>
                      <a:lnTo>
                        <a:pt x="381" y="0"/>
                      </a:lnTo>
                      <a:close/>
                    </a:path>
                  </a:pathLst>
                </a:custGeom>
                <a:solidFill>
                  <a:srgbClr val="1B1F26"/>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418" name="Google Shape;4187;p38">
                  <a:extLst>
                    <a:ext uri="{FF2B5EF4-FFF2-40B4-BE49-F238E27FC236}">
                      <a16:creationId xmlns:a16="http://schemas.microsoft.com/office/drawing/2014/main" id="{4977DD4E-0D49-2DB4-519F-3A2085E2BC0E}"/>
                    </a:ext>
                  </a:extLst>
                </p:cNvPr>
                <p:cNvSpPr/>
                <p:nvPr/>
              </p:nvSpPr>
              <p:spPr>
                <a:xfrm>
                  <a:off x="2082730" y="1643908"/>
                  <a:ext cx="142844" cy="81747"/>
                </a:xfrm>
                <a:custGeom>
                  <a:avLst/>
                  <a:gdLst/>
                  <a:ahLst/>
                  <a:cxnLst/>
                  <a:rect l="l" t="t" r="r" b="b"/>
                  <a:pathLst>
                    <a:path w="4372" h="2502" extrusionOk="0">
                      <a:moveTo>
                        <a:pt x="381" y="0"/>
                      </a:moveTo>
                      <a:lnTo>
                        <a:pt x="1" y="190"/>
                      </a:lnTo>
                      <a:lnTo>
                        <a:pt x="3991" y="2502"/>
                      </a:lnTo>
                      <a:lnTo>
                        <a:pt x="4371" y="2280"/>
                      </a:lnTo>
                      <a:lnTo>
                        <a:pt x="381" y="0"/>
                      </a:lnTo>
                      <a:close/>
                    </a:path>
                  </a:pathLst>
                </a:custGeom>
                <a:solidFill>
                  <a:srgbClr val="1B1F26"/>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419" name="Google Shape;4188;p38">
                  <a:extLst>
                    <a:ext uri="{FF2B5EF4-FFF2-40B4-BE49-F238E27FC236}">
                      <a16:creationId xmlns:a16="http://schemas.microsoft.com/office/drawing/2014/main" id="{149CFB9E-6891-82D6-34D1-7B8885E56D34}"/>
                    </a:ext>
                  </a:extLst>
                </p:cNvPr>
                <p:cNvSpPr/>
                <p:nvPr/>
              </p:nvSpPr>
              <p:spPr>
                <a:xfrm>
                  <a:off x="2059990" y="1656323"/>
                  <a:ext cx="142811" cy="82792"/>
                </a:xfrm>
                <a:custGeom>
                  <a:avLst/>
                  <a:gdLst/>
                  <a:ahLst/>
                  <a:cxnLst/>
                  <a:rect l="l" t="t" r="r" b="b"/>
                  <a:pathLst>
                    <a:path w="4371" h="2534" extrusionOk="0">
                      <a:moveTo>
                        <a:pt x="380" y="0"/>
                      </a:moveTo>
                      <a:lnTo>
                        <a:pt x="0" y="222"/>
                      </a:lnTo>
                      <a:lnTo>
                        <a:pt x="3990" y="2534"/>
                      </a:lnTo>
                      <a:lnTo>
                        <a:pt x="4370" y="2312"/>
                      </a:lnTo>
                      <a:lnTo>
                        <a:pt x="380" y="0"/>
                      </a:lnTo>
                      <a:close/>
                    </a:path>
                  </a:pathLst>
                </a:custGeom>
                <a:solidFill>
                  <a:srgbClr val="1B1F26"/>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420" name="Google Shape;4189;p38">
                  <a:extLst>
                    <a:ext uri="{FF2B5EF4-FFF2-40B4-BE49-F238E27FC236}">
                      <a16:creationId xmlns:a16="http://schemas.microsoft.com/office/drawing/2014/main" id="{95E56F8B-CABF-FF35-1C38-0D9E498E547A}"/>
                    </a:ext>
                  </a:extLst>
                </p:cNvPr>
                <p:cNvSpPr/>
                <p:nvPr/>
              </p:nvSpPr>
              <p:spPr>
                <a:xfrm>
                  <a:off x="2147945" y="1804264"/>
                  <a:ext cx="182117" cy="56948"/>
                </a:xfrm>
                <a:custGeom>
                  <a:avLst/>
                  <a:gdLst/>
                  <a:ahLst/>
                  <a:cxnLst/>
                  <a:rect l="l" t="t" r="r" b="b"/>
                  <a:pathLst>
                    <a:path w="5574" h="1743" extrusionOk="0">
                      <a:moveTo>
                        <a:pt x="2787" y="1"/>
                      </a:moveTo>
                      <a:cubicBezTo>
                        <a:pt x="2090" y="1"/>
                        <a:pt x="1393" y="159"/>
                        <a:pt x="855" y="476"/>
                      </a:cubicBezTo>
                      <a:cubicBezTo>
                        <a:pt x="253" y="824"/>
                        <a:pt x="0" y="1299"/>
                        <a:pt x="95" y="1743"/>
                      </a:cubicBezTo>
                      <a:cubicBezTo>
                        <a:pt x="158" y="1394"/>
                        <a:pt x="412" y="1078"/>
                        <a:pt x="855" y="793"/>
                      </a:cubicBezTo>
                      <a:cubicBezTo>
                        <a:pt x="1393" y="492"/>
                        <a:pt x="2090" y="341"/>
                        <a:pt x="2787" y="341"/>
                      </a:cubicBezTo>
                      <a:cubicBezTo>
                        <a:pt x="3484" y="341"/>
                        <a:pt x="4180" y="492"/>
                        <a:pt x="4719" y="793"/>
                      </a:cubicBezTo>
                      <a:cubicBezTo>
                        <a:pt x="5162" y="1078"/>
                        <a:pt x="5447" y="1394"/>
                        <a:pt x="5510" y="1743"/>
                      </a:cubicBezTo>
                      <a:cubicBezTo>
                        <a:pt x="5574" y="1299"/>
                        <a:pt x="5320" y="824"/>
                        <a:pt x="4719" y="476"/>
                      </a:cubicBezTo>
                      <a:cubicBezTo>
                        <a:pt x="4180" y="159"/>
                        <a:pt x="3484" y="1"/>
                        <a:pt x="2787" y="1"/>
                      </a:cubicBezTo>
                      <a:close/>
                    </a:path>
                  </a:pathLst>
                </a:custGeom>
                <a:solidFill>
                  <a:srgbClr val="1B1F26"/>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421" name="Google Shape;4190;p38">
                  <a:extLst>
                    <a:ext uri="{FF2B5EF4-FFF2-40B4-BE49-F238E27FC236}">
                      <a16:creationId xmlns:a16="http://schemas.microsoft.com/office/drawing/2014/main" id="{36C83FCD-3FBC-73A8-37FF-A49E570DC759}"/>
                    </a:ext>
                  </a:extLst>
                </p:cNvPr>
                <p:cNvSpPr/>
                <p:nvPr/>
              </p:nvSpPr>
              <p:spPr>
                <a:xfrm>
                  <a:off x="2151048" y="1815406"/>
                  <a:ext cx="176954" cy="91581"/>
                </a:xfrm>
                <a:custGeom>
                  <a:avLst/>
                  <a:gdLst/>
                  <a:ahLst/>
                  <a:cxnLst/>
                  <a:rect l="l" t="t" r="r" b="b"/>
                  <a:pathLst>
                    <a:path w="5416" h="2803" extrusionOk="0">
                      <a:moveTo>
                        <a:pt x="2692" y="0"/>
                      </a:moveTo>
                      <a:cubicBezTo>
                        <a:pt x="1995" y="0"/>
                        <a:pt x="1298" y="151"/>
                        <a:pt x="760" y="452"/>
                      </a:cubicBezTo>
                      <a:cubicBezTo>
                        <a:pt x="317" y="737"/>
                        <a:pt x="63" y="1053"/>
                        <a:pt x="0" y="1402"/>
                      </a:cubicBezTo>
                      <a:cubicBezTo>
                        <a:pt x="63" y="1750"/>
                        <a:pt x="317" y="2098"/>
                        <a:pt x="760" y="2352"/>
                      </a:cubicBezTo>
                      <a:cubicBezTo>
                        <a:pt x="1298" y="2652"/>
                        <a:pt x="1995" y="2803"/>
                        <a:pt x="2692" y="2803"/>
                      </a:cubicBezTo>
                      <a:cubicBezTo>
                        <a:pt x="3389" y="2803"/>
                        <a:pt x="4085" y="2652"/>
                        <a:pt x="4624" y="2352"/>
                      </a:cubicBezTo>
                      <a:cubicBezTo>
                        <a:pt x="5067" y="2098"/>
                        <a:pt x="5352" y="1750"/>
                        <a:pt x="5415" y="1402"/>
                      </a:cubicBezTo>
                      <a:cubicBezTo>
                        <a:pt x="5352" y="1053"/>
                        <a:pt x="5067" y="737"/>
                        <a:pt x="4624" y="452"/>
                      </a:cubicBezTo>
                      <a:cubicBezTo>
                        <a:pt x="4085" y="151"/>
                        <a:pt x="3389" y="0"/>
                        <a:pt x="2692" y="0"/>
                      </a:cubicBezTo>
                      <a:close/>
                    </a:path>
                  </a:pathLst>
                </a:custGeom>
                <a:solidFill>
                  <a:srgbClr val="22283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422" name="Google Shape;4191;p38">
                  <a:extLst>
                    <a:ext uri="{FF2B5EF4-FFF2-40B4-BE49-F238E27FC236}">
                      <a16:creationId xmlns:a16="http://schemas.microsoft.com/office/drawing/2014/main" id="{FDE0DFC2-EDE0-88C4-5BC6-2FDB2E74C2EE}"/>
                    </a:ext>
                  </a:extLst>
                </p:cNvPr>
                <p:cNvSpPr/>
                <p:nvPr/>
              </p:nvSpPr>
              <p:spPr>
                <a:xfrm>
                  <a:off x="2084821" y="1864284"/>
                  <a:ext cx="142811" cy="82825"/>
                </a:xfrm>
                <a:custGeom>
                  <a:avLst/>
                  <a:gdLst/>
                  <a:ahLst/>
                  <a:cxnLst/>
                  <a:rect l="l" t="t" r="r" b="b"/>
                  <a:pathLst>
                    <a:path w="4371" h="2535" extrusionOk="0">
                      <a:moveTo>
                        <a:pt x="380" y="1"/>
                      </a:moveTo>
                      <a:lnTo>
                        <a:pt x="0" y="222"/>
                      </a:lnTo>
                      <a:lnTo>
                        <a:pt x="3991" y="2534"/>
                      </a:lnTo>
                      <a:lnTo>
                        <a:pt x="4371" y="2312"/>
                      </a:lnTo>
                      <a:lnTo>
                        <a:pt x="380" y="1"/>
                      </a:lnTo>
                      <a:close/>
                    </a:path>
                  </a:pathLst>
                </a:custGeom>
                <a:solidFill>
                  <a:srgbClr val="1B1F26"/>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423" name="Google Shape;4192;p38">
                  <a:extLst>
                    <a:ext uri="{FF2B5EF4-FFF2-40B4-BE49-F238E27FC236}">
                      <a16:creationId xmlns:a16="http://schemas.microsoft.com/office/drawing/2014/main" id="{37909A17-730A-D758-C4E3-62BE52A3C547}"/>
                    </a:ext>
                  </a:extLst>
                </p:cNvPr>
                <p:cNvSpPr/>
                <p:nvPr/>
              </p:nvSpPr>
              <p:spPr>
                <a:xfrm>
                  <a:off x="2062049" y="1877745"/>
                  <a:ext cx="142811" cy="81779"/>
                </a:xfrm>
                <a:custGeom>
                  <a:avLst/>
                  <a:gdLst/>
                  <a:ahLst/>
                  <a:cxnLst/>
                  <a:rect l="l" t="t" r="r" b="b"/>
                  <a:pathLst>
                    <a:path w="4371" h="2503" extrusionOk="0">
                      <a:moveTo>
                        <a:pt x="381" y="0"/>
                      </a:moveTo>
                      <a:lnTo>
                        <a:pt x="0" y="222"/>
                      </a:lnTo>
                      <a:lnTo>
                        <a:pt x="3991" y="2502"/>
                      </a:lnTo>
                      <a:lnTo>
                        <a:pt x="4371" y="2280"/>
                      </a:lnTo>
                      <a:lnTo>
                        <a:pt x="381" y="0"/>
                      </a:lnTo>
                      <a:close/>
                    </a:path>
                  </a:pathLst>
                </a:custGeom>
                <a:solidFill>
                  <a:srgbClr val="1B1F26"/>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424" name="Google Shape;4193;p38">
                  <a:extLst>
                    <a:ext uri="{FF2B5EF4-FFF2-40B4-BE49-F238E27FC236}">
                      <a16:creationId xmlns:a16="http://schemas.microsoft.com/office/drawing/2014/main" id="{43441089-4F3B-2F9F-493F-B920FE27C4ED}"/>
                    </a:ext>
                  </a:extLst>
                </p:cNvPr>
                <p:cNvSpPr/>
                <p:nvPr/>
              </p:nvSpPr>
              <p:spPr>
                <a:xfrm>
                  <a:off x="2039276" y="1891173"/>
                  <a:ext cx="142844" cy="81779"/>
                </a:xfrm>
                <a:custGeom>
                  <a:avLst/>
                  <a:gdLst/>
                  <a:ahLst/>
                  <a:cxnLst/>
                  <a:rect l="l" t="t" r="r" b="b"/>
                  <a:pathLst>
                    <a:path w="4372" h="2503" extrusionOk="0">
                      <a:moveTo>
                        <a:pt x="381" y="1"/>
                      </a:moveTo>
                      <a:lnTo>
                        <a:pt x="1" y="191"/>
                      </a:lnTo>
                      <a:lnTo>
                        <a:pt x="3991" y="2503"/>
                      </a:lnTo>
                      <a:lnTo>
                        <a:pt x="4371" y="2281"/>
                      </a:lnTo>
                      <a:lnTo>
                        <a:pt x="381" y="1"/>
                      </a:lnTo>
                      <a:close/>
                    </a:path>
                  </a:pathLst>
                </a:custGeom>
                <a:solidFill>
                  <a:srgbClr val="1B1F26"/>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425" name="Google Shape;4194;p38">
                  <a:extLst>
                    <a:ext uri="{FF2B5EF4-FFF2-40B4-BE49-F238E27FC236}">
                      <a16:creationId xmlns:a16="http://schemas.microsoft.com/office/drawing/2014/main" id="{8CFF35A1-E96D-DDAA-44DF-AF4C19F2E409}"/>
                    </a:ext>
                  </a:extLst>
                </p:cNvPr>
                <p:cNvSpPr/>
                <p:nvPr/>
              </p:nvSpPr>
              <p:spPr>
                <a:xfrm>
                  <a:off x="2293827" y="1739083"/>
                  <a:ext cx="142811" cy="81779"/>
                </a:xfrm>
                <a:custGeom>
                  <a:avLst/>
                  <a:gdLst/>
                  <a:ahLst/>
                  <a:cxnLst/>
                  <a:rect l="l" t="t" r="r" b="b"/>
                  <a:pathLst>
                    <a:path w="4371" h="2503" extrusionOk="0">
                      <a:moveTo>
                        <a:pt x="380" y="1"/>
                      </a:moveTo>
                      <a:lnTo>
                        <a:pt x="0" y="191"/>
                      </a:lnTo>
                      <a:lnTo>
                        <a:pt x="3991" y="2502"/>
                      </a:lnTo>
                      <a:lnTo>
                        <a:pt x="4371" y="2281"/>
                      </a:lnTo>
                      <a:lnTo>
                        <a:pt x="380" y="1"/>
                      </a:lnTo>
                      <a:close/>
                    </a:path>
                  </a:pathLst>
                </a:custGeom>
                <a:solidFill>
                  <a:srgbClr val="1B1F26"/>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426" name="Google Shape;4195;p38">
                  <a:extLst>
                    <a:ext uri="{FF2B5EF4-FFF2-40B4-BE49-F238E27FC236}">
                      <a16:creationId xmlns:a16="http://schemas.microsoft.com/office/drawing/2014/main" id="{633DB689-7B4C-7626-AEBA-92BFD524865E}"/>
                    </a:ext>
                  </a:extLst>
                </p:cNvPr>
                <p:cNvSpPr/>
                <p:nvPr/>
              </p:nvSpPr>
              <p:spPr>
                <a:xfrm>
                  <a:off x="2271055" y="1752544"/>
                  <a:ext cx="142811" cy="81779"/>
                </a:xfrm>
                <a:custGeom>
                  <a:avLst/>
                  <a:gdLst/>
                  <a:ahLst/>
                  <a:cxnLst/>
                  <a:rect l="l" t="t" r="r" b="b"/>
                  <a:pathLst>
                    <a:path w="4371" h="2503" extrusionOk="0">
                      <a:moveTo>
                        <a:pt x="381" y="0"/>
                      </a:moveTo>
                      <a:lnTo>
                        <a:pt x="1" y="190"/>
                      </a:lnTo>
                      <a:lnTo>
                        <a:pt x="3991" y="2502"/>
                      </a:lnTo>
                      <a:lnTo>
                        <a:pt x="4371" y="2281"/>
                      </a:lnTo>
                      <a:lnTo>
                        <a:pt x="381" y="0"/>
                      </a:lnTo>
                      <a:close/>
                    </a:path>
                  </a:pathLst>
                </a:custGeom>
                <a:solidFill>
                  <a:srgbClr val="1B1F26"/>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427" name="Google Shape;4196;p38">
                  <a:extLst>
                    <a:ext uri="{FF2B5EF4-FFF2-40B4-BE49-F238E27FC236}">
                      <a16:creationId xmlns:a16="http://schemas.microsoft.com/office/drawing/2014/main" id="{CAEF1706-ADE6-D341-8980-6DD9FF482802}"/>
                    </a:ext>
                  </a:extLst>
                </p:cNvPr>
                <p:cNvSpPr/>
                <p:nvPr/>
              </p:nvSpPr>
              <p:spPr>
                <a:xfrm>
                  <a:off x="2248282" y="1764959"/>
                  <a:ext cx="142844" cy="82792"/>
                </a:xfrm>
                <a:custGeom>
                  <a:avLst/>
                  <a:gdLst/>
                  <a:ahLst/>
                  <a:cxnLst/>
                  <a:rect l="l" t="t" r="r" b="b"/>
                  <a:pathLst>
                    <a:path w="4372" h="2534" extrusionOk="0">
                      <a:moveTo>
                        <a:pt x="381" y="0"/>
                      </a:moveTo>
                      <a:lnTo>
                        <a:pt x="1" y="222"/>
                      </a:lnTo>
                      <a:lnTo>
                        <a:pt x="3991" y="2534"/>
                      </a:lnTo>
                      <a:lnTo>
                        <a:pt x="4371" y="2312"/>
                      </a:lnTo>
                      <a:lnTo>
                        <a:pt x="381" y="0"/>
                      </a:lnTo>
                      <a:close/>
                    </a:path>
                  </a:pathLst>
                </a:custGeom>
                <a:solidFill>
                  <a:srgbClr val="1B1F26"/>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428" name="Google Shape;4197;p38">
                  <a:extLst>
                    <a:ext uri="{FF2B5EF4-FFF2-40B4-BE49-F238E27FC236}">
                      <a16:creationId xmlns:a16="http://schemas.microsoft.com/office/drawing/2014/main" id="{4AAB483D-14EA-7793-8030-DB94DD1E95C0}"/>
                    </a:ext>
                  </a:extLst>
                </p:cNvPr>
                <p:cNvSpPr/>
                <p:nvPr/>
              </p:nvSpPr>
              <p:spPr>
                <a:xfrm>
                  <a:off x="1025285" y="1818771"/>
                  <a:ext cx="523577" cy="2196703"/>
                </a:xfrm>
                <a:custGeom>
                  <a:avLst/>
                  <a:gdLst/>
                  <a:ahLst/>
                  <a:cxnLst/>
                  <a:rect l="l" t="t" r="r" b="b"/>
                  <a:pathLst>
                    <a:path w="16025" h="67234" extrusionOk="0">
                      <a:moveTo>
                        <a:pt x="16025" y="0"/>
                      </a:moveTo>
                      <a:lnTo>
                        <a:pt x="0" y="9247"/>
                      </a:lnTo>
                      <a:lnTo>
                        <a:pt x="0" y="67233"/>
                      </a:lnTo>
                      <a:lnTo>
                        <a:pt x="16025" y="57954"/>
                      </a:lnTo>
                      <a:lnTo>
                        <a:pt x="16025" y="0"/>
                      </a:lnTo>
                      <a:close/>
                    </a:path>
                  </a:pathLst>
                </a:custGeom>
                <a:solidFill>
                  <a:srgbClr val="1B1F26"/>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429" name="Google Shape;4198;p38">
                  <a:extLst>
                    <a:ext uri="{FF2B5EF4-FFF2-40B4-BE49-F238E27FC236}">
                      <a16:creationId xmlns:a16="http://schemas.microsoft.com/office/drawing/2014/main" id="{49BC5AB8-79F3-D83E-8707-1481A6A4CF42}"/>
                    </a:ext>
                  </a:extLst>
                </p:cNvPr>
                <p:cNvSpPr/>
                <p:nvPr/>
              </p:nvSpPr>
              <p:spPr>
                <a:xfrm>
                  <a:off x="457208" y="1792894"/>
                  <a:ext cx="568109" cy="2222579"/>
                </a:xfrm>
                <a:custGeom>
                  <a:avLst/>
                  <a:gdLst/>
                  <a:ahLst/>
                  <a:cxnLst/>
                  <a:rect l="l" t="t" r="r" b="b"/>
                  <a:pathLst>
                    <a:path w="17388" h="68026" extrusionOk="0">
                      <a:moveTo>
                        <a:pt x="1" y="0"/>
                      </a:moveTo>
                      <a:lnTo>
                        <a:pt x="1" y="57986"/>
                      </a:lnTo>
                      <a:lnTo>
                        <a:pt x="17387" y="68025"/>
                      </a:lnTo>
                      <a:lnTo>
                        <a:pt x="17387" y="10039"/>
                      </a:lnTo>
                      <a:lnTo>
                        <a:pt x="1" y="0"/>
                      </a:lnTo>
                      <a:close/>
                    </a:path>
                  </a:pathLst>
                </a:custGeom>
                <a:solidFill>
                  <a:srgbClr val="990099"/>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430" name="Google Shape;4199;p38">
                  <a:extLst>
                    <a:ext uri="{FF2B5EF4-FFF2-40B4-BE49-F238E27FC236}">
                      <a16:creationId xmlns:a16="http://schemas.microsoft.com/office/drawing/2014/main" id="{C66551C5-9D27-F3DF-C493-56CBB4E2006E}"/>
                    </a:ext>
                  </a:extLst>
                </p:cNvPr>
                <p:cNvSpPr/>
                <p:nvPr/>
              </p:nvSpPr>
              <p:spPr>
                <a:xfrm>
                  <a:off x="482039" y="1897838"/>
                  <a:ext cx="519460" cy="2103129"/>
                </a:xfrm>
                <a:custGeom>
                  <a:avLst/>
                  <a:gdLst/>
                  <a:ahLst/>
                  <a:cxnLst/>
                  <a:rect l="l" t="t" r="r" b="b"/>
                  <a:pathLst>
                    <a:path w="15899" h="64370" extrusionOk="0">
                      <a:moveTo>
                        <a:pt x="303" y="1"/>
                      </a:moveTo>
                      <a:cubicBezTo>
                        <a:pt x="128" y="1"/>
                        <a:pt x="1" y="152"/>
                        <a:pt x="1" y="399"/>
                      </a:cubicBezTo>
                      <a:lnTo>
                        <a:pt x="1" y="55186"/>
                      </a:lnTo>
                      <a:lnTo>
                        <a:pt x="15899" y="64370"/>
                      </a:lnTo>
                      <a:lnTo>
                        <a:pt x="15899" y="9551"/>
                      </a:lnTo>
                      <a:cubicBezTo>
                        <a:pt x="15899" y="9203"/>
                        <a:pt x="15645" y="8791"/>
                        <a:pt x="15329" y="8601"/>
                      </a:cubicBezTo>
                      <a:lnTo>
                        <a:pt x="539" y="82"/>
                      </a:lnTo>
                      <a:cubicBezTo>
                        <a:pt x="456" y="26"/>
                        <a:pt x="375" y="1"/>
                        <a:pt x="303" y="1"/>
                      </a:cubicBezTo>
                      <a:close/>
                    </a:path>
                  </a:pathLst>
                </a:custGeom>
                <a:solidFill>
                  <a:srgbClr val="990099"/>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431" name="Google Shape;4200;p38">
                  <a:extLst>
                    <a:ext uri="{FF2B5EF4-FFF2-40B4-BE49-F238E27FC236}">
                      <a16:creationId xmlns:a16="http://schemas.microsoft.com/office/drawing/2014/main" id="{CE33D910-C97D-0AD8-4E55-EE6B29D33331}"/>
                    </a:ext>
                  </a:extLst>
                </p:cNvPr>
                <p:cNvSpPr/>
                <p:nvPr/>
              </p:nvSpPr>
              <p:spPr>
                <a:xfrm>
                  <a:off x="497559" y="1924564"/>
                  <a:ext cx="488421" cy="387496"/>
                </a:xfrm>
                <a:custGeom>
                  <a:avLst/>
                  <a:gdLst/>
                  <a:ahLst/>
                  <a:cxnLst/>
                  <a:rect l="l" t="t" r="r" b="b"/>
                  <a:pathLst>
                    <a:path w="14949" h="11860" extrusionOk="0">
                      <a:moveTo>
                        <a:pt x="242" y="1"/>
                      </a:moveTo>
                      <a:cubicBezTo>
                        <a:pt x="96" y="1"/>
                        <a:pt x="1" y="107"/>
                        <a:pt x="1" y="309"/>
                      </a:cubicBezTo>
                      <a:lnTo>
                        <a:pt x="1" y="2938"/>
                      </a:lnTo>
                      <a:cubicBezTo>
                        <a:pt x="1" y="3223"/>
                        <a:pt x="191" y="3539"/>
                        <a:pt x="444" y="3698"/>
                      </a:cubicBezTo>
                      <a:lnTo>
                        <a:pt x="14505" y="11805"/>
                      </a:lnTo>
                      <a:cubicBezTo>
                        <a:pt x="14579" y="11842"/>
                        <a:pt x="14648" y="11860"/>
                        <a:pt x="14708" y="11860"/>
                      </a:cubicBezTo>
                      <a:cubicBezTo>
                        <a:pt x="14853" y="11860"/>
                        <a:pt x="14949" y="11753"/>
                        <a:pt x="14949" y="11552"/>
                      </a:cubicBezTo>
                      <a:lnTo>
                        <a:pt x="14949" y="8923"/>
                      </a:lnTo>
                      <a:cubicBezTo>
                        <a:pt x="14949" y="8670"/>
                        <a:pt x="14759" y="8321"/>
                        <a:pt x="14505" y="8195"/>
                      </a:cubicBezTo>
                      <a:lnTo>
                        <a:pt x="444" y="56"/>
                      </a:lnTo>
                      <a:cubicBezTo>
                        <a:pt x="370" y="19"/>
                        <a:pt x="302" y="1"/>
                        <a:pt x="242" y="1"/>
                      </a:cubicBezTo>
                      <a:close/>
                    </a:path>
                  </a:pathLst>
                </a:custGeom>
                <a:solidFill>
                  <a:schemeClr val="tx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432" name="Google Shape;4201;p38">
                  <a:extLst>
                    <a:ext uri="{FF2B5EF4-FFF2-40B4-BE49-F238E27FC236}">
                      <a16:creationId xmlns:a16="http://schemas.microsoft.com/office/drawing/2014/main" id="{BAF341F6-4FF5-5D2E-0D00-FCEB443AA4C1}"/>
                    </a:ext>
                  </a:extLst>
                </p:cNvPr>
                <p:cNvSpPr/>
                <p:nvPr/>
              </p:nvSpPr>
              <p:spPr>
                <a:xfrm>
                  <a:off x="521377" y="1961550"/>
                  <a:ext cx="164539" cy="102461"/>
                </a:xfrm>
                <a:custGeom>
                  <a:avLst/>
                  <a:gdLst/>
                  <a:ahLst/>
                  <a:cxnLst/>
                  <a:rect l="l" t="t" r="r" b="b"/>
                  <a:pathLst>
                    <a:path w="5036" h="3136" extrusionOk="0">
                      <a:moveTo>
                        <a:pt x="0" y="0"/>
                      </a:moveTo>
                      <a:lnTo>
                        <a:pt x="0" y="222"/>
                      </a:lnTo>
                      <a:lnTo>
                        <a:pt x="5036" y="3136"/>
                      </a:lnTo>
                      <a:lnTo>
                        <a:pt x="5036" y="2882"/>
                      </a:lnTo>
                      <a:lnTo>
                        <a:pt x="0" y="0"/>
                      </a:lnTo>
                      <a:close/>
                    </a:path>
                  </a:pathLst>
                </a:custGeom>
                <a:solidFill>
                  <a:srgbClr val="22283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433" name="Google Shape;4202;p38">
                  <a:extLst>
                    <a:ext uri="{FF2B5EF4-FFF2-40B4-BE49-F238E27FC236}">
                      <a16:creationId xmlns:a16="http://schemas.microsoft.com/office/drawing/2014/main" id="{4CEA8771-FE97-2023-0ACD-627460855628}"/>
                    </a:ext>
                  </a:extLst>
                </p:cNvPr>
                <p:cNvSpPr/>
                <p:nvPr/>
              </p:nvSpPr>
              <p:spPr>
                <a:xfrm>
                  <a:off x="521377" y="1987426"/>
                  <a:ext cx="164539" cy="102461"/>
                </a:xfrm>
                <a:custGeom>
                  <a:avLst/>
                  <a:gdLst/>
                  <a:ahLst/>
                  <a:cxnLst/>
                  <a:rect l="l" t="t" r="r" b="b"/>
                  <a:pathLst>
                    <a:path w="5036" h="3136" extrusionOk="0">
                      <a:moveTo>
                        <a:pt x="0" y="0"/>
                      </a:moveTo>
                      <a:lnTo>
                        <a:pt x="0" y="254"/>
                      </a:lnTo>
                      <a:lnTo>
                        <a:pt x="5036" y="3135"/>
                      </a:lnTo>
                      <a:lnTo>
                        <a:pt x="5036" y="2914"/>
                      </a:lnTo>
                      <a:lnTo>
                        <a:pt x="0" y="0"/>
                      </a:lnTo>
                      <a:close/>
                    </a:path>
                  </a:pathLst>
                </a:custGeom>
                <a:solidFill>
                  <a:srgbClr val="22283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434" name="Google Shape;4203;p38">
                  <a:extLst>
                    <a:ext uri="{FF2B5EF4-FFF2-40B4-BE49-F238E27FC236}">
                      <a16:creationId xmlns:a16="http://schemas.microsoft.com/office/drawing/2014/main" id="{43C94D83-DFED-FE8A-81B4-B98EE83F2BFF}"/>
                    </a:ext>
                  </a:extLst>
                </p:cNvPr>
                <p:cNvSpPr/>
                <p:nvPr/>
              </p:nvSpPr>
              <p:spPr>
                <a:xfrm>
                  <a:off x="521377" y="2014316"/>
                  <a:ext cx="164539" cy="102461"/>
                </a:xfrm>
                <a:custGeom>
                  <a:avLst/>
                  <a:gdLst/>
                  <a:ahLst/>
                  <a:cxnLst/>
                  <a:rect l="l" t="t" r="r" b="b"/>
                  <a:pathLst>
                    <a:path w="5036" h="3136" extrusionOk="0">
                      <a:moveTo>
                        <a:pt x="0" y="1"/>
                      </a:moveTo>
                      <a:lnTo>
                        <a:pt x="0" y="222"/>
                      </a:lnTo>
                      <a:lnTo>
                        <a:pt x="5036" y="3136"/>
                      </a:lnTo>
                      <a:lnTo>
                        <a:pt x="5036" y="2882"/>
                      </a:lnTo>
                      <a:lnTo>
                        <a:pt x="0" y="1"/>
                      </a:lnTo>
                      <a:close/>
                    </a:path>
                  </a:pathLst>
                </a:custGeom>
                <a:solidFill>
                  <a:srgbClr val="22283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435" name="Google Shape;4204;p38">
                  <a:extLst>
                    <a:ext uri="{FF2B5EF4-FFF2-40B4-BE49-F238E27FC236}">
                      <a16:creationId xmlns:a16="http://schemas.microsoft.com/office/drawing/2014/main" id="{0ED0598E-8A1E-1AB9-D68E-1C6A7DEF3193}"/>
                    </a:ext>
                  </a:extLst>
                </p:cNvPr>
                <p:cNvSpPr/>
                <p:nvPr/>
              </p:nvSpPr>
              <p:spPr>
                <a:xfrm>
                  <a:off x="829707" y="2162780"/>
                  <a:ext cx="23851" cy="28490"/>
                </a:xfrm>
                <a:custGeom>
                  <a:avLst/>
                  <a:gdLst/>
                  <a:ahLst/>
                  <a:cxnLst/>
                  <a:rect l="l" t="t" r="r" b="b"/>
                  <a:pathLst>
                    <a:path w="730" h="872" extrusionOk="0">
                      <a:moveTo>
                        <a:pt x="201" y="1"/>
                      </a:moveTo>
                      <a:cubicBezTo>
                        <a:pt x="174" y="1"/>
                        <a:pt x="149" y="6"/>
                        <a:pt x="127" y="17"/>
                      </a:cubicBezTo>
                      <a:cubicBezTo>
                        <a:pt x="1" y="112"/>
                        <a:pt x="1" y="334"/>
                        <a:pt x="127" y="555"/>
                      </a:cubicBezTo>
                      <a:cubicBezTo>
                        <a:pt x="225" y="752"/>
                        <a:pt x="381" y="872"/>
                        <a:pt x="505" y="872"/>
                      </a:cubicBezTo>
                      <a:cubicBezTo>
                        <a:pt x="540" y="872"/>
                        <a:pt x="574" y="862"/>
                        <a:pt x="602" y="840"/>
                      </a:cubicBezTo>
                      <a:cubicBezTo>
                        <a:pt x="729" y="777"/>
                        <a:pt x="729" y="524"/>
                        <a:pt x="602" y="302"/>
                      </a:cubicBezTo>
                      <a:cubicBezTo>
                        <a:pt x="498" y="119"/>
                        <a:pt x="328" y="1"/>
                        <a:pt x="201" y="1"/>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436" name="Google Shape;4205;p38">
                  <a:extLst>
                    <a:ext uri="{FF2B5EF4-FFF2-40B4-BE49-F238E27FC236}">
                      <a16:creationId xmlns:a16="http://schemas.microsoft.com/office/drawing/2014/main" id="{F9E8C31B-CC97-1764-8E08-C446D7D6C04C}"/>
                    </a:ext>
                  </a:extLst>
                </p:cNvPr>
                <p:cNvSpPr/>
                <p:nvPr/>
              </p:nvSpPr>
              <p:spPr>
                <a:xfrm>
                  <a:off x="877311" y="2190715"/>
                  <a:ext cx="23818" cy="28098"/>
                </a:xfrm>
                <a:custGeom>
                  <a:avLst/>
                  <a:gdLst/>
                  <a:ahLst/>
                  <a:cxnLst/>
                  <a:rect l="l" t="t" r="r" b="b"/>
                  <a:pathLst>
                    <a:path w="729" h="860" extrusionOk="0">
                      <a:moveTo>
                        <a:pt x="201" y="1"/>
                      </a:moveTo>
                      <a:cubicBezTo>
                        <a:pt x="174" y="1"/>
                        <a:pt x="149" y="6"/>
                        <a:pt x="127" y="17"/>
                      </a:cubicBezTo>
                      <a:cubicBezTo>
                        <a:pt x="0" y="80"/>
                        <a:pt x="0" y="334"/>
                        <a:pt x="127" y="555"/>
                      </a:cubicBezTo>
                      <a:cubicBezTo>
                        <a:pt x="228" y="758"/>
                        <a:pt x="391" y="859"/>
                        <a:pt x="516" y="859"/>
                      </a:cubicBezTo>
                      <a:cubicBezTo>
                        <a:pt x="548" y="859"/>
                        <a:pt x="577" y="853"/>
                        <a:pt x="602" y="840"/>
                      </a:cubicBezTo>
                      <a:cubicBezTo>
                        <a:pt x="729" y="777"/>
                        <a:pt x="729" y="524"/>
                        <a:pt x="602" y="302"/>
                      </a:cubicBezTo>
                      <a:cubicBezTo>
                        <a:pt x="498" y="119"/>
                        <a:pt x="328" y="1"/>
                        <a:pt x="201" y="1"/>
                      </a:cubicBezTo>
                      <a:close/>
                    </a:path>
                  </a:pathLst>
                </a:custGeom>
                <a:solidFill>
                  <a:srgbClr val="30475E"/>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437" name="Google Shape;4206;p38">
                  <a:extLst>
                    <a:ext uri="{FF2B5EF4-FFF2-40B4-BE49-F238E27FC236}">
                      <a16:creationId xmlns:a16="http://schemas.microsoft.com/office/drawing/2014/main" id="{A94290F2-22CC-1E19-4F4B-3CA08CD1FFBC}"/>
                    </a:ext>
                  </a:extLst>
                </p:cNvPr>
                <p:cNvSpPr/>
                <p:nvPr/>
              </p:nvSpPr>
              <p:spPr>
                <a:xfrm>
                  <a:off x="926973" y="2218356"/>
                  <a:ext cx="21760" cy="28588"/>
                </a:xfrm>
                <a:custGeom>
                  <a:avLst/>
                  <a:gdLst/>
                  <a:ahLst/>
                  <a:cxnLst/>
                  <a:rect l="l" t="t" r="r" b="b"/>
                  <a:pathLst>
                    <a:path w="666" h="875" extrusionOk="0">
                      <a:moveTo>
                        <a:pt x="163" y="1"/>
                      </a:moveTo>
                      <a:cubicBezTo>
                        <a:pt x="62" y="1"/>
                        <a:pt x="1" y="94"/>
                        <a:pt x="1" y="248"/>
                      </a:cubicBezTo>
                      <a:cubicBezTo>
                        <a:pt x="1" y="469"/>
                        <a:pt x="127" y="723"/>
                        <a:pt x="317" y="818"/>
                      </a:cubicBezTo>
                      <a:cubicBezTo>
                        <a:pt x="375" y="856"/>
                        <a:pt x="430" y="874"/>
                        <a:pt x="479" y="874"/>
                      </a:cubicBezTo>
                      <a:cubicBezTo>
                        <a:pt x="589" y="874"/>
                        <a:pt x="666" y="782"/>
                        <a:pt x="666" y="628"/>
                      </a:cubicBezTo>
                      <a:cubicBezTo>
                        <a:pt x="666" y="406"/>
                        <a:pt x="507" y="153"/>
                        <a:pt x="317" y="58"/>
                      </a:cubicBezTo>
                      <a:cubicBezTo>
                        <a:pt x="259" y="19"/>
                        <a:pt x="207" y="1"/>
                        <a:pt x="163" y="1"/>
                      </a:cubicBezTo>
                      <a:close/>
                    </a:path>
                  </a:pathLst>
                </a:custGeom>
                <a:solidFill>
                  <a:srgbClr val="22283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438" name="Google Shape;4207;p38">
                  <a:extLst>
                    <a:ext uri="{FF2B5EF4-FFF2-40B4-BE49-F238E27FC236}">
                      <a16:creationId xmlns:a16="http://schemas.microsoft.com/office/drawing/2014/main" id="{0C383B32-B4AC-6E8C-BADB-DF9BC01401FC}"/>
                    </a:ext>
                  </a:extLst>
                </p:cNvPr>
                <p:cNvSpPr/>
                <p:nvPr/>
              </p:nvSpPr>
              <p:spPr>
                <a:xfrm>
                  <a:off x="497559" y="2063227"/>
                  <a:ext cx="488421" cy="387496"/>
                </a:xfrm>
                <a:custGeom>
                  <a:avLst/>
                  <a:gdLst/>
                  <a:ahLst/>
                  <a:cxnLst/>
                  <a:rect l="l" t="t" r="r" b="b"/>
                  <a:pathLst>
                    <a:path w="14949" h="11860" extrusionOk="0">
                      <a:moveTo>
                        <a:pt x="242" y="0"/>
                      </a:moveTo>
                      <a:cubicBezTo>
                        <a:pt x="96" y="0"/>
                        <a:pt x="1" y="107"/>
                        <a:pt x="1" y="309"/>
                      </a:cubicBezTo>
                      <a:lnTo>
                        <a:pt x="1" y="2937"/>
                      </a:lnTo>
                      <a:cubicBezTo>
                        <a:pt x="1" y="3191"/>
                        <a:pt x="191" y="3539"/>
                        <a:pt x="444" y="3666"/>
                      </a:cubicBezTo>
                      <a:lnTo>
                        <a:pt x="14505" y="11805"/>
                      </a:lnTo>
                      <a:cubicBezTo>
                        <a:pt x="14579" y="11841"/>
                        <a:pt x="14648" y="11860"/>
                        <a:pt x="14708" y="11860"/>
                      </a:cubicBezTo>
                      <a:cubicBezTo>
                        <a:pt x="14853" y="11860"/>
                        <a:pt x="14949" y="11753"/>
                        <a:pt x="14949" y="11551"/>
                      </a:cubicBezTo>
                      <a:lnTo>
                        <a:pt x="14949" y="8923"/>
                      </a:lnTo>
                      <a:cubicBezTo>
                        <a:pt x="14949" y="8669"/>
                        <a:pt x="14759" y="8321"/>
                        <a:pt x="14505" y="8194"/>
                      </a:cubicBezTo>
                      <a:lnTo>
                        <a:pt x="444" y="55"/>
                      </a:lnTo>
                      <a:cubicBezTo>
                        <a:pt x="370" y="18"/>
                        <a:pt x="302" y="0"/>
                        <a:pt x="242" y="0"/>
                      </a:cubicBezTo>
                      <a:close/>
                    </a:path>
                  </a:pathLst>
                </a:custGeom>
                <a:solidFill>
                  <a:schemeClr val="tx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439" name="Google Shape;4208;p38">
                  <a:extLst>
                    <a:ext uri="{FF2B5EF4-FFF2-40B4-BE49-F238E27FC236}">
                      <a16:creationId xmlns:a16="http://schemas.microsoft.com/office/drawing/2014/main" id="{DB1B5CB5-64B1-C78E-1811-696E068618EE}"/>
                    </a:ext>
                  </a:extLst>
                </p:cNvPr>
                <p:cNvSpPr/>
                <p:nvPr/>
              </p:nvSpPr>
              <p:spPr>
                <a:xfrm>
                  <a:off x="521377" y="2100212"/>
                  <a:ext cx="164539" cy="102461"/>
                </a:xfrm>
                <a:custGeom>
                  <a:avLst/>
                  <a:gdLst/>
                  <a:ahLst/>
                  <a:cxnLst/>
                  <a:rect l="l" t="t" r="r" b="b"/>
                  <a:pathLst>
                    <a:path w="5036" h="3136" extrusionOk="0">
                      <a:moveTo>
                        <a:pt x="0" y="0"/>
                      </a:moveTo>
                      <a:lnTo>
                        <a:pt x="0" y="222"/>
                      </a:lnTo>
                      <a:lnTo>
                        <a:pt x="5036" y="3135"/>
                      </a:lnTo>
                      <a:lnTo>
                        <a:pt x="5036" y="2882"/>
                      </a:lnTo>
                      <a:lnTo>
                        <a:pt x="0" y="0"/>
                      </a:lnTo>
                      <a:close/>
                    </a:path>
                  </a:pathLst>
                </a:custGeom>
                <a:solidFill>
                  <a:srgbClr val="22283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440" name="Google Shape;4209;p38">
                  <a:extLst>
                    <a:ext uri="{FF2B5EF4-FFF2-40B4-BE49-F238E27FC236}">
                      <a16:creationId xmlns:a16="http://schemas.microsoft.com/office/drawing/2014/main" id="{B6FD03C1-BC16-32DB-E4E5-4625BBBEE7B9}"/>
                    </a:ext>
                  </a:extLst>
                </p:cNvPr>
                <p:cNvSpPr/>
                <p:nvPr/>
              </p:nvSpPr>
              <p:spPr>
                <a:xfrm>
                  <a:off x="521377" y="2126056"/>
                  <a:ext cx="164539" cy="102494"/>
                </a:xfrm>
                <a:custGeom>
                  <a:avLst/>
                  <a:gdLst/>
                  <a:ahLst/>
                  <a:cxnLst/>
                  <a:rect l="l" t="t" r="r" b="b"/>
                  <a:pathLst>
                    <a:path w="5036" h="3137" extrusionOk="0">
                      <a:moveTo>
                        <a:pt x="0" y="1"/>
                      </a:moveTo>
                      <a:lnTo>
                        <a:pt x="0" y="222"/>
                      </a:lnTo>
                      <a:lnTo>
                        <a:pt x="5036" y="3136"/>
                      </a:lnTo>
                      <a:lnTo>
                        <a:pt x="5036" y="2914"/>
                      </a:lnTo>
                      <a:lnTo>
                        <a:pt x="0" y="1"/>
                      </a:lnTo>
                      <a:close/>
                    </a:path>
                  </a:pathLst>
                </a:custGeom>
                <a:solidFill>
                  <a:srgbClr val="22283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441" name="Google Shape;4210;p38">
                  <a:extLst>
                    <a:ext uri="{FF2B5EF4-FFF2-40B4-BE49-F238E27FC236}">
                      <a16:creationId xmlns:a16="http://schemas.microsoft.com/office/drawing/2014/main" id="{3FF072EE-0592-769E-AC77-5C6808A467C1}"/>
                    </a:ext>
                  </a:extLst>
                </p:cNvPr>
                <p:cNvSpPr/>
                <p:nvPr/>
              </p:nvSpPr>
              <p:spPr>
                <a:xfrm>
                  <a:off x="521377" y="2152978"/>
                  <a:ext cx="164539" cy="102461"/>
                </a:xfrm>
                <a:custGeom>
                  <a:avLst/>
                  <a:gdLst/>
                  <a:ahLst/>
                  <a:cxnLst/>
                  <a:rect l="l" t="t" r="r" b="b"/>
                  <a:pathLst>
                    <a:path w="5036" h="3136" extrusionOk="0">
                      <a:moveTo>
                        <a:pt x="0" y="0"/>
                      </a:moveTo>
                      <a:lnTo>
                        <a:pt x="0" y="222"/>
                      </a:lnTo>
                      <a:lnTo>
                        <a:pt x="5036" y="3135"/>
                      </a:lnTo>
                      <a:lnTo>
                        <a:pt x="5036" y="2882"/>
                      </a:lnTo>
                      <a:lnTo>
                        <a:pt x="0" y="0"/>
                      </a:lnTo>
                      <a:close/>
                    </a:path>
                  </a:pathLst>
                </a:custGeom>
                <a:solidFill>
                  <a:srgbClr val="22283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442" name="Google Shape;4211;p38">
                  <a:extLst>
                    <a:ext uri="{FF2B5EF4-FFF2-40B4-BE49-F238E27FC236}">
                      <a16:creationId xmlns:a16="http://schemas.microsoft.com/office/drawing/2014/main" id="{ABD1883C-B0B2-2284-611F-C0A5ED13D6F6}"/>
                    </a:ext>
                  </a:extLst>
                </p:cNvPr>
                <p:cNvSpPr/>
                <p:nvPr/>
              </p:nvSpPr>
              <p:spPr>
                <a:xfrm>
                  <a:off x="830753" y="2301148"/>
                  <a:ext cx="21760" cy="28556"/>
                </a:xfrm>
                <a:custGeom>
                  <a:avLst/>
                  <a:gdLst/>
                  <a:ahLst/>
                  <a:cxnLst/>
                  <a:rect l="l" t="t" r="r" b="b"/>
                  <a:pathLst>
                    <a:path w="666" h="874" extrusionOk="0">
                      <a:moveTo>
                        <a:pt x="162" y="0"/>
                      </a:moveTo>
                      <a:cubicBezTo>
                        <a:pt x="61" y="0"/>
                        <a:pt x="0" y="93"/>
                        <a:pt x="0" y="247"/>
                      </a:cubicBezTo>
                      <a:cubicBezTo>
                        <a:pt x="0" y="469"/>
                        <a:pt x="127" y="722"/>
                        <a:pt x="317" y="817"/>
                      </a:cubicBezTo>
                      <a:cubicBezTo>
                        <a:pt x="375" y="856"/>
                        <a:pt x="430" y="874"/>
                        <a:pt x="479" y="874"/>
                      </a:cubicBezTo>
                      <a:cubicBezTo>
                        <a:pt x="589" y="874"/>
                        <a:pt x="665" y="781"/>
                        <a:pt x="665" y="627"/>
                      </a:cubicBezTo>
                      <a:cubicBezTo>
                        <a:pt x="665" y="406"/>
                        <a:pt x="507" y="152"/>
                        <a:pt x="317" y="57"/>
                      </a:cubicBezTo>
                      <a:cubicBezTo>
                        <a:pt x="259" y="18"/>
                        <a:pt x="207" y="0"/>
                        <a:pt x="162" y="0"/>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443" name="Google Shape;4212;p38">
                  <a:extLst>
                    <a:ext uri="{FF2B5EF4-FFF2-40B4-BE49-F238E27FC236}">
                      <a16:creationId xmlns:a16="http://schemas.microsoft.com/office/drawing/2014/main" id="{C0714C8C-DD99-AAE9-067F-5361008AC7D2}"/>
                    </a:ext>
                  </a:extLst>
                </p:cNvPr>
                <p:cNvSpPr/>
                <p:nvPr/>
              </p:nvSpPr>
              <p:spPr>
                <a:xfrm>
                  <a:off x="878357" y="2329083"/>
                  <a:ext cx="21760" cy="28588"/>
                </a:xfrm>
                <a:custGeom>
                  <a:avLst/>
                  <a:gdLst/>
                  <a:ahLst/>
                  <a:cxnLst/>
                  <a:rect l="l" t="t" r="r" b="b"/>
                  <a:pathLst>
                    <a:path w="666" h="875" extrusionOk="0">
                      <a:moveTo>
                        <a:pt x="187" y="1"/>
                      </a:moveTo>
                      <a:cubicBezTo>
                        <a:pt x="76" y="1"/>
                        <a:pt x="0" y="93"/>
                        <a:pt x="0" y="247"/>
                      </a:cubicBezTo>
                      <a:cubicBezTo>
                        <a:pt x="0" y="469"/>
                        <a:pt x="158" y="722"/>
                        <a:pt x="348" y="817"/>
                      </a:cubicBezTo>
                      <a:cubicBezTo>
                        <a:pt x="407" y="856"/>
                        <a:pt x="459" y="874"/>
                        <a:pt x="503" y="874"/>
                      </a:cubicBezTo>
                      <a:cubicBezTo>
                        <a:pt x="604" y="874"/>
                        <a:pt x="665" y="781"/>
                        <a:pt x="665" y="627"/>
                      </a:cubicBezTo>
                      <a:cubicBezTo>
                        <a:pt x="665" y="406"/>
                        <a:pt x="538" y="152"/>
                        <a:pt x="348" y="57"/>
                      </a:cubicBezTo>
                      <a:cubicBezTo>
                        <a:pt x="290" y="19"/>
                        <a:pt x="235" y="1"/>
                        <a:pt x="187" y="1"/>
                      </a:cubicBezTo>
                      <a:close/>
                    </a:path>
                  </a:pathLst>
                </a:custGeom>
                <a:solidFill>
                  <a:srgbClr val="30475E"/>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444" name="Google Shape;4213;p38">
                  <a:extLst>
                    <a:ext uri="{FF2B5EF4-FFF2-40B4-BE49-F238E27FC236}">
                      <a16:creationId xmlns:a16="http://schemas.microsoft.com/office/drawing/2014/main" id="{3526E065-8BDE-1D40-1B87-E5FF7055E11F}"/>
                    </a:ext>
                  </a:extLst>
                </p:cNvPr>
                <p:cNvSpPr/>
                <p:nvPr/>
              </p:nvSpPr>
              <p:spPr>
                <a:xfrm>
                  <a:off x="924915" y="2356789"/>
                  <a:ext cx="24864" cy="28523"/>
                </a:xfrm>
                <a:custGeom>
                  <a:avLst/>
                  <a:gdLst/>
                  <a:ahLst/>
                  <a:cxnLst/>
                  <a:rect l="l" t="t" r="r" b="b"/>
                  <a:pathLst>
                    <a:path w="761" h="873" extrusionOk="0">
                      <a:moveTo>
                        <a:pt x="255" y="1"/>
                      </a:moveTo>
                      <a:cubicBezTo>
                        <a:pt x="220" y="1"/>
                        <a:pt x="188" y="11"/>
                        <a:pt x="159" y="33"/>
                      </a:cubicBezTo>
                      <a:cubicBezTo>
                        <a:pt x="0" y="96"/>
                        <a:pt x="0" y="349"/>
                        <a:pt x="159" y="571"/>
                      </a:cubicBezTo>
                      <a:cubicBezTo>
                        <a:pt x="263" y="754"/>
                        <a:pt x="411" y="872"/>
                        <a:pt x="548" y="872"/>
                      </a:cubicBezTo>
                      <a:cubicBezTo>
                        <a:pt x="577" y="872"/>
                        <a:pt x="606" y="867"/>
                        <a:pt x="634" y="856"/>
                      </a:cubicBezTo>
                      <a:cubicBezTo>
                        <a:pt x="760" y="761"/>
                        <a:pt x="760" y="508"/>
                        <a:pt x="634" y="286"/>
                      </a:cubicBezTo>
                      <a:cubicBezTo>
                        <a:pt x="512" y="115"/>
                        <a:pt x="371" y="1"/>
                        <a:pt x="255" y="1"/>
                      </a:cubicBezTo>
                      <a:close/>
                    </a:path>
                  </a:pathLst>
                </a:custGeom>
                <a:solidFill>
                  <a:srgbClr val="22283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445" name="Google Shape;4214;p38">
                  <a:extLst>
                    <a:ext uri="{FF2B5EF4-FFF2-40B4-BE49-F238E27FC236}">
                      <a16:creationId xmlns:a16="http://schemas.microsoft.com/office/drawing/2014/main" id="{89719D8D-2488-0E97-8733-278803F85590}"/>
                    </a:ext>
                  </a:extLst>
                </p:cNvPr>
                <p:cNvSpPr/>
                <p:nvPr/>
              </p:nvSpPr>
              <p:spPr>
                <a:xfrm>
                  <a:off x="497559" y="2201399"/>
                  <a:ext cx="488421" cy="387790"/>
                </a:xfrm>
                <a:custGeom>
                  <a:avLst/>
                  <a:gdLst/>
                  <a:ahLst/>
                  <a:cxnLst/>
                  <a:rect l="l" t="t" r="r" b="b"/>
                  <a:pathLst>
                    <a:path w="14949" h="11869" extrusionOk="0">
                      <a:moveTo>
                        <a:pt x="235" y="0"/>
                      </a:moveTo>
                      <a:cubicBezTo>
                        <a:pt x="93" y="0"/>
                        <a:pt x="1" y="115"/>
                        <a:pt x="1" y="292"/>
                      </a:cubicBezTo>
                      <a:lnTo>
                        <a:pt x="1" y="2920"/>
                      </a:lnTo>
                      <a:cubicBezTo>
                        <a:pt x="1" y="3205"/>
                        <a:pt x="191" y="3554"/>
                        <a:pt x="444" y="3680"/>
                      </a:cubicBezTo>
                      <a:lnTo>
                        <a:pt x="14505" y="11819"/>
                      </a:lnTo>
                      <a:cubicBezTo>
                        <a:pt x="14573" y="11853"/>
                        <a:pt x="14637" y="11869"/>
                        <a:pt x="14693" y="11869"/>
                      </a:cubicBezTo>
                      <a:cubicBezTo>
                        <a:pt x="14847" y="11869"/>
                        <a:pt x="14949" y="11751"/>
                        <a:pt x="14949" y="11566"/>
                      </a:cubicBezTo>
                      <a:lnTo>
                        <a:pt x="14949" y="8937"/>
                      </a:lnTo>
                      <a:cubicBezTo>
                        <a:pt x="14949" y="8652"/>
                        <a:pt x="14759" y="8336"/>
                        <a:pt x="14505" y="8177"/>
                      </a:cubicBezTo>
                      <a:lnTo>
                        <a:pt x="444" y="70"/>
                      </a:lnTo>
                      <a:cubicBezTo>
                        <a:pt x="367" y="22"/>
                        <a:pt x="296" y="0"/>
                        <a:pt x="235" y="0"/>
                      </a:cubicBezTo>
                      <a:close/>
                    </a:path>
                  </a:pathLst>
                </a:custGeom>
                <a:solidFill>
                  <a:schemeClr val="tx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446" name="Google Shape;4215;p38">
                  <a:extLst>
                    <a:ext uri="{FF2B5EF4-FFF2-40B4-BE49-F238E27FC236}">
                      <a16:creationId xmlns:a16="http://schemas.microsoft.com/office/drawing/2014/main" id="{8A24852C-0E45-119C-7B27-E72649145273}"/>
                    </a:ext>
                  </a:extLst>
                </p:cNvPr>
                <p:cNvSpPr/>
                <p:nvPr/>
              </p:nvSpPr>
              <p:spPr>
                <a:xfrm>
                  <a:off x="521377" y="2237828"/>
                  <a:ext cx="164539" cy="102461"/>
                </a:xfrm>
                <a:custGeom>
                  <a:avLst/>
                  <a:gdLst/>
                  <a:ahLst/>
                  <a:cxnLst/>
                  <a:rect l="l" t="t" r="r" b="b"/>
                  <a:pathLst>
                    <a:path w="5036" h="3136" extrusionOk="0">
                      <a:moveTo>
                        <a:pt x="0" y="0"/>
                      </a:moveTo>
                      <a:lnTo>
                        <a:pt x="0" y="253"/>
                      </a:lnTo>
                      <a:lnTo>
                        <a:pt x="5036" y="3135"/>
                      </a:lnTo>
                      <a:lnTo>
                        <a:pt x="5036" y="2914"/>
                      </a:lnTo>
                      <a:lnTo>
                        <a:pt x="0" y="0"/>
                      </a:lnTo>
                      <a:close/>
                    </a:path>
                  </a:pathLst>
                </a:custGeom>
                <a:solidFill>
                  <a:srgbClr val="22283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447" name="Google Shape;4216;p38">
                  <a:extLst>
                    <a:ext uri="{FF2B5EF4-FFF2-40B4-BE49-F238E27FC236}">
                      <a16:creationId xmlns:a16="http://schemas.microsoft.com/office/drawing/2014/main" id="{1455F47E-5295-6751-68B8-82F25B25625F}"/>
                    </a:ext>
                  </a:extLst>
                </p:cNvPr>
                <p:cNvSpPr/>
                <p:nvPr/>
              </p:nvSpPr>
              <p:spPr>
                <a:xfrm>
                  <a:off x="521377" y="2264718"/>
                  <a:ext cx="164539" cy="102461"/>
                </a:xfrm>
                <a:custGeom>
                  <a:avLst/>
                  <a:gdLst/>
                  <a:ahLst/>
                  <a:cxnLst/>
                  <a:rect l="l" t="t" r="r" b="b"/>
                  <a:pathLst>
                    <a:path w="5036" h="3136" extrusionOk="0">
                      <a:moveTo>
                        <a:pt x="0" y="0"/>
                      </a:moveTo>
                      <a:lnTo>
                        <a:pt x="0" y="222"/>
                      </a:lnTo>
                      <a:lnTo>
                        <a:pt x="5036" y="3136"/>
                      </a:lnTo>
                      <a:lnTo>
                        <a:pt x="5036" y="2882"/>
                      </a:lnTo>
                      <a:lnTo>
                        <a:pt x="0" y="0"/>
                      </a:lnTo>
                      <a:close/>
                    </a:path>
                  </a:pathLst>
                </a:custGeom>
                <a:solidFill>
                  <a:srgbClr val="22283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448" name="Google Shape;4217;p38">
                  <a:extLst>
                    <a:ext uri="{FF2B5EF4-FFF2-40B4-BE49-F238E27FC236}">
                      <a16:creationId xmlns:a16="http://schemas.microsoft.com/office/drawing/2014/main" id="{B07CE574-AAED-7F21-FF00-2C8AA67A96F0}"/>
                    </a:ext>
                  </a:extLst>
                </p:cNvPr>
                <p:cNvSpPr/>
                <p:nvPr/>
              </p:nvSpPr>
              <p:spPr>
                <a:xfrm>
                  <a:off x="521377" y="2290594"/>
                  <a:ext cx="164539" cy="102461"/>
                </a:xfrm>
                <a:custGeom>
                  <a:avLst/>
                  <a:gdLst/>
                  <a:ahLst/>
                  <a:cxnLst/>
                  <a:rect l="l" t="t" r="r" b="b"/>
                  <a:pathLst>
                    <a:path w="5036" h="3136" extrusionOk="0">
                      <a:moveTo>
                        <a:pt x="0" y="0"/>
                      </a:moveTo>
                      <a:lnTo>
                        <a:pt x="0" y="254"/>
                      </a:lnTo>
                      <a:lnTo>
                        <a:pt x="5036" y="3135"/>
                      </a:lnTo>
                      <a:lnTo>
                        <a:pt x="5036" y="2914"/>
                      </a:lnTo>
                      <a:lnTo>
                        <a:pt x="0" y="0"/>
                      </a:lnTo>
                      <a:close/>
                    </a:path>
                  </a:pathLst>
                </a:custGeom>
                <a:solidFill>
                  <a:srgbClr val="22283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449" name="Google Shape;4218;p38">
                  <a:extLst>
                    <a:ext uri="{FF2B5EF4-FFF2-40B4-BE49-F238E27FC236}">
                      <a16:creationId xmlns:a16="http://schemas.microsoft.com/office/drawing/2014/main" id="{0015AD72-A58E-F2D5-E05F-B53B6B58ED02}"/>
                    </a:ext>
                  </a:extLst>
                </p:cNvPr>
                <p:cNvSpPr/>
                <p:nvPr/>
              </p:nvSpPr>
              <p:spPr>
                <a:xfrm>
                  <a:off x="830753" y="2439810"/>
                  <a:ext cx="21760" cy="28098"/>
                </a:xfrm>
                <a:custGeom>
                  <a:avLst/>
                  <a:gdLst/>
                  <a:ahLst/>
                  <a:cxnLst/>
                  <a:rect l="l" t="t" r="r" b="b"/>
                  <a:pathLst>
                    <a:path w="666" h="860" extrusionOk="0">
                      <a:moveTo>
                        <a:pt x="162" y="0"/>
                      </a:moveTo>
                      <a:cubicBezTo>
                        <a:pt x="61" y="0"/>
                        <a:pt x="0" y="93"/>
                        <a:pt x="0" y="247"/>
                      </a:cubicBezTo>
                      <a:cubicBezTo>
                        <a:pt x="0" y="437"/>
                        <a:pt x="127" y="722"/>
                        <a:pt x="317" y="817"/>
                      </a:cubicBezTo>
                      <a:cubicBezTo>
                        <a:pt x="374" y="845"/>
                        <a:pt x="428" y="860"/>
                        <a:pt x="476" y="860"/>
                      </a:cubicBezTo>
                      <a:cubicBezTo>
                        <a:pt x="588" y="860"/>
                        <a:pt x="665" y="782"/>
                        <a:pt x="665" y="627"/>
                      </a:cubicBezTo>
                      <a:cubicBezTo>
                        <a:pt x="665" y="405"/>
                        <a:pt x="507" y="152"/>
                        <a:pt x="317" y="57"/>
                      </a:cubicBezTo>
                      <a:cubicBezTo>
                        <a:pt x="259" y="18"/>
                        <a:pt x="207" y="0"/>
                        <a:pt x="162" y="0"/>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450" name="Google Shape;4219;p38">
                  <a:extLst>
                    <a:ext uri="{FF2B5EF4-FFF2-40B4-BE49-F238E27FC236}">
                      <a16:creationId xmlns:a16="http://schemas.microsoft.com/office/drawing/2014/main" id="{839B4EC7-70D7-AEFC-8EBC-0A2AB4B8C09E}"/>
                    </a:ext>
                  </a:extLst>
                </p:cNvPr>
                <p:cNvSpPr/>
                <p:nvPr/>
              </p:nvSpPr>
              <p:spPr>
                <a:xfrm>
                  <a:off x="877311" y="2467516"/>
                  <a:ext cx="23818" cy="28490"/>
                </a:xfrm>
                <a:custGeom>
                  <a:avLst/>
                  <a:gdLst/>
                  <a:ahLst/>
                  <a:cxnLst/>
                  <a:rect l="l" t="t" r="r" b="b"/>
                  <a:pathLst>
                    <a:path w="729" h="872" extrusionOk="0">
                      <a:moveTo>
                        <a:pt x="227" y="0"/>
                      </a:moveTo>
                      <a:cubicBezTo>
                        <a:pt x="190" y="0"/>
                        <a:pt x="156" y="10"/>
                        <a:pt x="127" y="32"/>
                      </a:cubicBezTo>
                      <a:cubicBezTo>
                        <a:pt x="0" y="96"/>
                        <a:pt x="0" y="349"/>
                        <a:pt x="127" y="571"/>
                      </a:cubicBezTo>
                      <a:cubicBezTo>
                        <a:pt x="232" y="754"/>
                        <a:pt x="401" y="872"/>
                        <a:pt x="528" y="872"/>
                      </a:cubicBezTo>
                      <a:cubicBezTo>
                        <a:pt x="555" y="872"/>
                        <a:pt x="580" y="867"/>
                        <a:pt x="602" y="856"/>
                      </a:cubicBezTo>
                      <a:cubicBezTo>
                        <a:pt x="729" y="761"/>
                        <a:pt x="729" y="507"/>
                        <a:pt x="602" y="286"/>
                      </a:cubicBezTo>
                      <a:cubicBezTo>
                        <a:pt x="504" y="115"/>
                        <a:pt x="350" y="0"/>
                        <a:pt x="227" y="0"/>
                      </a:cubicBezTo>
                      <a:close/>
                    </a:path>
                  </a:pathLst>
                </a:custGeom>
                <a:solidFill>
                  <a:srgbClr val="30475E"/>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451" name="Google Shape;4220;p38">
                  <a:extLst>
                    <a:ext uri="{FF2B5EF4-FFF2-40B4-BE49-F238E27FC236}">
                      <a16:creationId xmlns:a16="http://schemas.microsoft.com/office/drawing/2014/main" id="{78B4C258-4D39-F30F-0BDD-F0BE4DD3023D}"/>
                    </a:ext>
                  </a:extLst>
                </p:cNvPr>
                <p:cNvSpPr/>
                <p:nvPr/>
              </p:nvSpPr>
              <p:spPr>
                <a:xfrm>
                  <a:off x="924915" y="2494928"/>
                  <a:ext cx="24864" cy="28490"/>
                </a:xfrm>
                <a:custGeom>
                  <a:avLst/>
                  <a:gdLst/>
                  <a:ahLst/>
                  <a:cxnLst/>
                  <a:rect l="l" t="t" r="r" b="b"/>
                  <a:pathLst>
                    <a:path w="761" h="872" extrusionOk="0">
                      <a:moveTo>
                        <a:pt x="230" y="0"/>
                      </a:moveTo>
                      <a:cubicBezTo>
                        <a:pt x="205" y="0"/>
                        <a:pt x="181" y="6"/>
                        <a:pt x="159" y="17"/>
                      </a:cubicBezTo>
                      <a:cubicBezTo>
                        <a:pt x="0" y="112"/>
                        <a:pt x="0" y="333"/>
                        <a:pt x="159" y="587"/>
                      </a:cubicBezTo>
                      <a:cubicBezTo>
                        <a:pt x="256" y="757"/>
                        <a:pt x="391" y="872"/>
                        <a:pt x="521" y="872"/>
                      </a:cubicBezTo>
                      <a:cubicBezTo>
                        <a:pt x="559" y="872"/>
                        <a:pt x="597" y="862"/>
                        <a:pt x="634" y="840"/>
                      </a:cubicBezTo>
                      <a:cubicBezTo>
                        <a:pt x="760" y="777"/>
                        <a:pt x="760" y="523"/>
                        <a:pt x="634" y="302"/>
                      </a:cubicBezTo>
                      <a:cubicBezTo>
                        <a:pt x="503" y="119"/>
                        <a:pt x="350" y="0"/>
                        <a:pt x="230" y="0"/>
                      </a:cubicBezTo>
                      <a:close/>
                    </a:path>
                  </a:pathLst>
                </a:custGeom>
                <a:solidFill>
                  <a:srgbClr val="22283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452" name="Google Shape;4221;p38">
                  <a:extLst>
                    <a:ext uri="{FF2B5EF4-FFF2-40B4-BE49-F238E27FC236}">
                      <a16:creationId xmlns:a16="http://schemas.microsoft.com/office/drawing/2014/main" id="{3C267E2C-E9B0-BA14-4A74-23A7FEE463DC}"/>
                    </a:ext>
                  </a:extLst>
                </p:cNvPr>
                <p:cNvSpPr/>
                <p:nvPr/>
              </p:nvSpPr>
              <p:spPr>
                <a:xfrm>
                  <a:off x="497559" y="2339669"/>
                  <a:ext cx="488421" cy="387790"/>
                </a:xfrm>
                <a:custGeom>
                  <a:avLst/>
                  <a:gdLst/>
                  <a:ahLst/>
                  <a:cxnLst/>
                  <a:rect l="l" t="t" r="r" b="b"/>
                  <a:pathLst>
                    <a:path w="14949" h="11869" extrusionOk="0">
                      <a:moveTo>
                        <a:pt x="257" y="0"/>
                      </a:moveTo>
                      <a:cubicBezTo>
                        <a:pt x="103" y="0"/>
                        <a:pt x="1" y="118"/>
                        <a:pt x="1" y="303"/>
                      </a:cubicBezTo>
                      <a:lnTo>
                        <a:pt x="1" y="2932"/>
                      </a:lnTo>
                      <a:cubicBezTo>
                        <a:pt x="1" y="3217"/>
                        <a:pt x="191" y="3534"/>
                        <a:pt x="444" y="3692"/>
                      </a:cubicBezTo>
                      <a:lnTo>
                        <a:pt x="14505" y="11799"/>
                      </a:lnTo>
                      <a:cubicBezTo>
                        <a:pt x="14581" y="11846"/>
                        <a:pt x="14650" y="11868"/>
                        <a:pt x="14711" y="11868"/>
                      </a:cubicBezTo>
                      <a:cubicBezTo>
                        <a:pt x="14855" y="11868"/>
                        <a:pt x="14949" y="11746"/>
                        <a:pt x="14949" y="11546"/>
                      </a:cubicBezTo>
                      <a:lnTo>
                        <a:pt x="14949" y="8949"/>
                      </a:lnTo>
                      <a:cubicBezTo>
                        <a:pt x="14949" y="8664"/>
                        <a:pt x="14759" y="8316"/>
                        <a:pt x="14505" y="8189"/>
                      </a:cubicBezTo>
                      <a:lnTo>
                        <a:pt x="444" y="50"/>
                      </a:lnTo>
                      <a:cubicBezTo>
                        <a:pt x="376" y="16"/>
                        <a:pt x="313" y="0"/>
                        <a:pt x="257" y="0"/>
                      </a:cubicBezTo>
                      <a:close/>
                    </a:path>
                  </a:pathLst>
                </a:custGeom>
                <a:solidFill>
                  <a:schemeClr val="tx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453" name="Google Shape;4222;p38">
                  <a:extLst>
                    <a:ext uri="{FF2B5EF4-FFF2-40B4-BE49-F238E27FC236}">
                      <a16:creationId xmlns:a16="http://schemas.microsoft.com/office/drawing/2014/main" id="{AE9F01E6-50F9-4942-A57A-E6F8CA55F2FE}"/>
                    </a:ext>
                  </a:extLst>
                </p:cNvPr>
                <p:cNvSpPr/>
                <p:nvPr/>
              </p:nvSpPr>
              <p:spPr>
                <a:xfrm>
                  <a:off x="521377" y="2376458"/>
                  <a:ext cx="164539" cy="102461"/>
                </a:xfrm>
                <a:custGeom>
                  <a:avLst/>
                  <a:gdLst/>
                  <a:ahLst/>
                  <a:cxnLst/>
                  <a:rect l="l" t="t" r="r" b="b"/>
                  <a:pathLst>
                    <a:path w="5036" h="3136" extrusionOk="0">
                      <a:moveTo>
                        <a:pt x="0" y="1"/>
                      </a:moveTo>
                      <a:lnTo>
                        <a:pt x="0" y="222"/>
                      </a:lnTo>
                      <a:lnTo>
                        <a:pt x="5036" y="3136"/>
                      </a:lnTo>
                      <a:lnTo>
                        <a:pt x="5036" y="2914"/>
                      </a:lnTo>
                      <a:lnTo>
                        <a:pt x="0" y="1"/>
                      </a:lnTo>
                      <a:close/>
                    </a:path>
                  </a:pathLst>
                </a:custGeom>
                <a:solidFill>
                  <a:srgbClr val="22283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454" name="Google Shape;4223;p38">
                  <a:extLst>
                    <a:ext uri="{FF2B5EF4-FFF2-40B4-BE49-F238E27FC236}">
                      <a16:creationId xmlns:a16="http://schemas.microsoft.com/office/drawing/2014/main" id="{164D8919-961F-1C4E-0797-9C7D45A64E96}"/>
                    </a:ext>
                  </a:extLst>
                </p:cNvPr>
                <p:cNvSpPr/>
                <p:nvPr/>
              </p:nvSpPr>
              <p:spPr>
                <a:xfrm>
                  <a:off x="521377" y="2403380"/>
                  <a:ext cx="164539" cy="102461"/>
                </a:xfrm>
                <a:custGeom>
                  <a:avLst/>
                  <a:gdLst/>
                  <a:ahLst/>
                  <a:cxnLst/>
                  <a:rect l="l" t="t" r="r" b="b"/>
                  <a:pathLst>
                    <a:path w="5036" h="3136" extrusionOk="0">
                      <a:moveTo>
                        <a:pt x="0" y="0"/>
                      </a:moveTo>
                      <a:lnTo>
                        <a:pt x="0" y="222"/>
                      </a:lnTo>
                      <a:lnTo>
                        <a:pt x="5036" y="3135"/>
                      </a:lnTo>
                      <a:lnTo>
                        <a:pt x="5036" y="2882"/>
                      </a:lnTo>
                      <a:lnTo>
                        <a:pt x="0" y="0"/>
                      </a:lnTo>
                      <a:close/>
                    </a:path>
                  </a:pathLst>
                </a:custGeom>
                <a:solidFill>
                  <a:srgbClr val="22283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455" name="Google Shape;4224;p38">
                  <a:extLst>
                    <a:ext uri="{FF2B5EF4-FFF2-40B4-BE49-F238E27FC236}">
                      <a16:creationId xmlns:a16="http://schemas.microsoft.com/office/drawing/2014/main" id="{FC49F9C6-C4ED-6957-0EFA-86CEF4644D43}"/>
                    </a:ext>
                  </a:extLst>
                </p:cNvPr>
                <p:cNvSpPr/>
                <p:nvPr/>
              </p:nvSpPr>
              <p:spPr>
                <a:xfrm>
                  <a:off x="521377" y="2429224"/>
                  <a:ext cx="164539" cy="102494"/>
                </a:xfrm>
                <a:custGeom>
                  <a:avLst/>
                  <a:gdLst/>
                  <a:ahLst/>
                  <a:cxnLst/>
                  <a:rect l="l" t="t" r="r" b="b"/>
                  <a:pathLst>
                    <a:path w="5036" h="3137" extrusionOk="0">
                      <a:moveTo>
                        <a:pt x="0" y="1"/>
                      </a:moveTo>
                      <a:lnTo>
                        <a:pt x="0" y="222"/>
                      </a:lnTo>
                      <a:lnTo>
                        <a:pt x="5036" y="3136"/>
                      </a:lnTo>
                      <a:lnTo>
                        <a:pt x="5036" y="2914"/>
                      </a:lnTo>
                      <a:lnTo>
                        <a:pt x="0" y="1"/>
                      </a:lnTo>
                      <a:close/>
                    </a:path>
                  </a:pathLst>
                </a:custGeom>
                <a:solidFill>
                  <a:srgbClr val="22283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456" name="Google Shape;4225;p38">
                  <a:extLst>
                    <a:ext uri="{FF2B5EF4-FFF2-40B4-BE49-F238E27FC236}">
                      <a16:creationId xmlns:a16="http://schemas.microsoft.com/office/drawing/2014/main" id="{93743B99-5FD5-E097-0ABD-1D3877684866}"/>
                    </a:ext>
                  </a:extLst>
                </p:cNvPr>
                <p:cNvSpPr/>
                <p:nvPr/>
              </p:nvSpPr>
              <p:spPr>
                <a:xfrm>
                  <a:off x="830753" y="2578047"/>
                  <a:ext cx="21760" cy="28327"/>
                </a:xfrm>
                <a:custGeom>
                  <a:avLst/>
                  <a:gdLst/>
                  <a:ahLst/>
                  <a:cxnLst/>
                  <a:rect l="l" t="t" r="r" b="b"/>
                  <a:pathLst>
                    <a:path w="666" h="867" extrusionOk="0">
                      <a:moveTo>
                        <a:pt x="179" y="1"/>
                      </a:moveTo>
                      <a:cubicBezTo>
                        <a:pt x="68" y="1"/>
                        <a:pt x="0" y="89"/>
                        <a:pt x="0" y="228"/>
                      </a:cubicBezTo>
                      <a:cubicBezTo>
                        <a:pt x="0" y="449"/>
                        <a:pt x="127" y="703"/>
                        <a:pt x="317" y="830"/>
                      </a:cubicBezTo>
                      <a:cubicBezTo>
                        <a:pt x="368" y="855"/>
                        <a:pt x="417" y="867"/>
                        <a:pt x="460" y="867"/>
                      </a:cubicBezTo>
                      <a:cubicBezTo>
                        <a:pt x="581" y="867"/>
                        <a:pt x="665" y="779"/>
                        <a:pt x="665" y="639"/>
                      </a:cubicBezTo>
                      <a:cubicBezTo>
                        <a:pt x="665" y="418"/>
                        <a:pt x="507" y="164"/>
                        <a:pt x="317" y="38"/>
                      </a:cubicBezTo>
                      <a:cubicBezTo>
                        <a:pt x="266" y="12"/>
                        <a:pt x="220" y="1"/>
                        <a:pt x="179" y="1"/>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457" name="Google Shape;4226;p38">
                  <a:extLst>
                    <a:ext uri="{FF2B5EF4-FFF2-40B4-BE49-F238E27FC236}">
                      <a16:creationId xmlns:a16="http://schemas.microsoft.com/office/drawing/2014/main" id="{53859638-DBE3-9FC7-33D5-5504C442B5B9}"/>
                    </a:ext>
                  </a:extLst>
                </p:cNvPr>
                <p:cNvSpPr/>
                <p:nvPr/>
              </p:nvSpPr>
              <p:spPr>
                <a:xfrm>
                  <a:off x="877311" y="2605623"/>
                  <a:ext cx="23818" cy="28523"/>
                </a:xfrm>
                <a:custGeom>
                  <a:avLst/>
                  <a:gdLst/>
                  <a:ahLst/>
                  <a:cxnLst/>
                  <a:rect l="l" t="t" r="r" b="b"/>
                  <a:pathLst>
                    <a:path w="729" h="873" extrusionOk="0">
                      <a:moveTo>
                        <a:pt x="201" y="1"/>
                      </a:moveTo>
                      <a:cubicBezTo>
                        <a:pt x="174" y="1"/>
                        <a:pt x="149" y="6"/>
                        <a:pt x="127" y="17"/>
                      </a:cubicBezTo>
                      <a:cubicBezTo>
                        <a:pt x="0" y="112"/>
                        <a:pt x="0" y="334"/>
                        <a:pt x="127" y="587"/>
                      </a:cubicBezTo>
                      <a:cubicBezTo>
                        <a:pt x="225" y="758"/>
                        <a:pt x="379" y="872"/>
                        <a:pt x="502" y="872"/>
                      </a:cubicBezTo>
                      <a:cubicBezTo>
                        <a:pt x="539" y="872"/>
                        <a:pt x="573" y="862"/>
                        <a:pt x="602" y="841"/>
                      </a:cubicBezTo>
                      <a:cubicBezTo>
                        <a:pt x="729" y="777"/>
                        <a:pt x="729" y="524"/>
                        <a:pt x="602" y="302"/>
                      </a:cubicBezTo>
                      <a:cubicBezTo>
                        <a:pt x="498" y="119"/>
                        <a:pt x="328" y="1"/>
                        <a:pt x="201" y="1"/>
                      </a:cubicBezTo>
                      <a:close/>
                    </a:path>
                  </a:pathLst>
                </a:custGeom>
                <a:solidFill>
                  <a:srgbClr val="30475E"/>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458" name="Google Shape;4227;p38">
                  <a:extLst>
                    <a:ext uri="{FF2B5EF4-FFF2-40B4-BE49-F238E27FC236}">
                      <a16:creationId xmlns:a16="http://schemas.microsoft.com/office/drawing/2014/main" id="{750200C6-51AA-E871-DEDF-5797344C5479}"/>
                    </a:ext>
                  </a:extLst>
                </p:cNvPr>
                <p:cNvSpPr/>
                <p:nvPr/>
              </p:nvSpPr>
              <p:spPr>
                <a:xfrm>
                  <a:off x="926973" y="2633754"/>
                  <a:ext cx="21760" cy="28098"/>
                </a:xfrm>
                <a:custGeom>
                  <a:avLst/>
                  <a:gdLst/>
                  <a:ahLst/>
                  <a:cxnLst/>
                  <a:rect l="l" t="t" r="r" b="b"/>
                  <a:pathLst>
                    <a:path w="666" h="860" extrusionOk="0">
                      <a:moveTo>
                        <a:pt x="165" y="0"/>
                      </a:moveTo>
                      <a:cubicBezTo>
                        <a:pt x="63" y="0"/>
                        <a:pt x="1" y="78"/>
                        <a:pt x="1" y="233"/>
                      </a:cubicBezTo>
                      <a:cubicBezTo>
                        <a:pt x="1" y="455"/>
                        <a:pt x="127" y="708"/>
                        <a:pt x="317" y="803"/>
                      </a:cubicBezTo>
                      <a:cubicBezTo>
                        <a:pt x="375" y="842"/>
                        <a:pt x="430" y="860"/>
                        <a:pt x="479" y="860"/>
                      </a:cubicBezTo>
                      <a:cubicBezTo>
                        <a:pt x="589" y="860"/>
                        <a:pt x="666" y="767"/>
                        <a:pt x="666" y="613"/>
                      </a:cubicBezTo>
                      <a:cubicBezTo>
                        <a:pt x="666" y="423"/>
                        <a:pt x="507" y="138"/>
                        <a:pt x="317" y="43"/>
                      </a:cubicBezTo>
                      <a:cubicBezTo>
                        <a:pt x="260" y="14"/>
                        <a:pt x="209" y="0"/>
                        <a:pt x="165" y="0"/>
                      </a:cubicBezTo>
                      <a:close/>
                    </a:path>
                  </a:pathLst>
                </a:custGeom>
                <a:solidFill>
                  <a:srgbClr val="22283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459" name="Google Shape;4228;p38">
                  <a:extLst>
                    <a:ext uri="{FF2B5EF4-FFF2-40B4-BE49-F238E27FC236}">
                      <a16:creationId xmlns:a16="http://schemas.microsoft.com/office/drawing/2014/main" id="{5FA89C48-F1E6-1242-4623-9F041157DBF9}"/>
                    </a:ext>
                  </a:extLst>
                </p:cNvPr>
                <p:cNvSpPr/>
                <p:nvPr/>
              </p:nvSpPr>
              <p:spPr>
                <a:xfrm>
                  <a:off x="497559" y="2478135"/>
                  <a:ext cx="488421" cy="387496"/>
                </a:xfrm>
                <a:custGeom>
                  <a:avLst/>
                  <a:gdLst/>
                  <a:ahLst/>
                  <a:cxnLst/>
                  <a:rect l="l" t="t" r="r" b="b"/>
                  <a:pathLst>
                    <a:path w="14949" h="11860" extrusionOk="0">
                      <a:moveTo>
                        <a:pt x="242" y="1"/>
                      </a:moveTo>
                      <a:cubicBezTo>
                        <a:pt x="96" y="1"/>
                        <a:pt x="1" y="107"/>
                        <a:pt x="1" y="309"/>
                      </a:cubicBezTo>
                      <a:lnTo>
                        <a:pt x="1" y="2937"/>
                      </a:lnTo>
                      <a:cubicBezTo>
                        <a:pt x="1" y="3191"/>
                        <a:pt x="191" y="3539"/>
                        <a:pt x="444" y="3666"/>
                      </a:cubicBezTo>
                      <a:lnTo>
                        <a:pt x="14505" y="11805"/>
                      </a:lnTo>
                      <a:cubicBezTo>
                        <a:pt x="14579" y="11842"/>
                        <a:pt x="14648" y="11860"/>
                        <a:pt x="14708" y="11860"/>
                      </a:cubicBezTo>
                      <a:cubicBezTo>
                        <a:pt x="14853" y="11860"/>
                        <a:pt x="14949" y="11753"/>
                        <a:pt x="14949" y="11551"/>
                      </a:cubicBezTo>
                      <a:lnTo>
                        <a:pt x="14949" y="8923"/>
                      </a:lnTo>
                      <a:cubicBezTo>
                        <a:pt x="14949" y="8670"/>
                        <a:pt x="14759" y="8321"/>
                        <a:pt x="14505" y="8194"/>
                      </a:cubicBezTo>
                      <a:lnTo>
                        <a:pt x="444" y="56"/>
                      </a:lnTo>
                      <a:cubicBezTo>
                        <a:pt x="370" y="19"/>
                        <a:pt x="302" y="1"/>
                        <a:pt x="242" y="1"/>
                      </a:cubicBezTo>
                      <a:close/>
                    </a:path>
                  </a:pathLst>
                </a:custGeom>
                <a:solidFill>
                  <a:schemeClr val="tx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460" name="Google Shape;4229;p38">
                  <a:extLst>
                    <a:ext uri="{FF2B5EF4-FFF2-40B4-BE49-F238E27FC236}">
                      <a16:creationId xmlns:a16="http://schemas.microsoft.com/office/drawing/2014/main" id="{C88267D7-EB97-E55A-C565-949412AC0C91}"/>
                    </a:ext>
                  </a:extLst>
                </p:cNvPr>
                <p:cNvSpPr/>
                <p:nvPr/>
              </p:nvSpPr>
              <p:spPr>
                <a:xfrm>
                  <a:off x="521377" y="2515120"/>
                  <a:ext cx="164539" cy="102461"/>
                </a:xfrm>
                <a:custGeom>
                  <a:avLst/>
                  <a:gdLst/>
                  <a:ahLst/>
                  <a:cxnLst/>
                  <a:rect l="l" t="t" r="r" b="b"/>
                  <a:pathLst>
                    <a:path w="5036" h="3136" extrusionOk="0">
                      <a:moveTo>
                        <a:pt x="0" y="0"/>
                      </a:moveTo>
                      <a:lnTo>
                        <a:pt x="0" y="222"/>
                      </a:lnTo>
                      <a:lnTo>
                        <a:pt x="5036" y="3136"/>
                      </a:lnTo>
                      <a:lnTo>
                        <a:pt x="5036" y="2882"/>
                      </a:lnTo>
                      <a:lnTo>
                        <a:pt x="0" y="0"/>
                      </a:lnTo>
                      <a:close/>
                    </a:path>
                  </a:pathLst>
                </a:custGeom>
                <a:solidFill>
                  <a:srgbClr val="22283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461" name="Google Shape;4230;p38">
                  <a:extLst>
                    <a:ext uri="{FF2B5EF4-FFF2-40B4-BE49-F238E27FC236}">
                      <a16:creationId xmlns:a16="http://schemas.microsoft.com/office/drawing/2014/main" id="{7094E5CA-3997-49EC-8E69-847B8B7E1C04}"/>
                    </a:ext>
                  </a:extLst>
                </p:cNvPr>
                <p:cNvSpPr/>
                <p:nvPr/>
              </p:nvSpPr>
              <p:spPr>
                <a:xfrm>
                  <a:off x="521377" y="2540997"/>
                  <a:ext cx="164539" cy="102461"/>
                </a:xfrm>
                <a:custGeom>
                  <a:avLst/>
                  <a:gdLst/>
                  <a:ahLst/>
                  <a:cxnLst/>
                  <a:rect l="l" t="t" r="r" b="b"/>
                  <a:pathLst>
                    <a:path w="5036" h="3136" extrusionOk="0">
                      <a:moveTo>
                        <a:pt x="0" y="0"/>
                      </a:moveTo>
                      <a:lnTo>
                        <a:pt x="0" y="253"/>
                      </a:lnTo>
                      <a:lnTo>
                        <a:pt x="5036" y="3135"/>
                      </a:lnTo>
                      <a:lnTo>
                        <a:pt x="5036" y="2914"/>
                      </a:lnTo>
                      <a:lnTo>
                        <a:pt x="0" y="0"/>
                      </a:lnTo>
                      <a:close/>
                    </a:path>
                  </a:pathLst>
                </a:custGeom>
                <a:solidFill>
                  <a:srgbClr val="22283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462" name="Google Shape;4231;p38">
                  <a:extLst>
                    <a:ext uri="{FF2B5EF4-FFF2-40B4-BE49-F238E27FC236}">
                      <a16:creationId xmlns:a16="http://schemas.microsoft.com/office/drawing/2014/main" id="{0F0B5B03-14BF-4CFA-A9E6-87D7B0A36F83}"/>
                    </a:ext>
                  </a:extLst>
                </p:cNvPr>
                <p:cNvSpPr/>
                <p:nvPr/>
              </p:nvSpPr>
              <p:spPr>
                <a:xfrm>
                  <a:off x="521377" y="2567886"/>
                  <a:ext cx="164539" cy="102461"/>
                </a:xfrm>
                <a:custGeom>
                  <a:avLst/>
                  <a:gdLst/>
                  <a:ahLst/>
                  <a:cxnLst/>
                  <a:rect l="l" t="t" r="r" b="b"/>
                  <a:pathLst>
                    <a:path w="5036" h="3136" extrusionOk="0">
                      <a:moveTo>
                        <a:pt x="0" y="0"/>
                      </a:moveTo>
                      <a:lnTo>
                        <a:pt x="0" y="222"/>
                      </a:lnTo>
                      <a:lnTo>
                        <a:pt x="5036" y="3136"/>
                      </a:lnTo>
                      <a:lnTo>
                        <a:pt x="5036" y="2882"/>
                      </a:lnTo>
                      <a:lnTo>
                        <a:pt x="0" y="0"/>
                      </a:lnTo>
                      <a:close/>
                    </a:path>
                  </a:pathLst>
                </a:custGeom>
                <a:solidFill>
                  <a:srgbClr val="22283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463" name="Google Shape;4232;p38">
                  <a:extLst>
                    <a:ext uri="{FF2B5EF4-FFF2-40B4-BE49-F238E27FC236}">
                      <a16:creationId xmlns:a16="http://schemas.microsoft.com/office/drawing/2014/main" id="{79BCAB76-03F1-3C91-03C7-E78B9D69B7AF}"/>
                    </a:ext>
                  </a:extLst>
                </p:cNvPr>
                <p:cNvSpPr/>
                <p:nvPr/>
              </p:nvSpPr>
              <p:spPr>
                <a:xfrm>
                  <a:off x="830753" y="2716513"/>
                  <a:ext cx="21760" cy="28490"/>
                </a:xfrm>
                <a:custGeom>
                  <a:avLst/>
                  <a:gdLst/>
                  <a:ahLst/>
                  <a:cxnLst/>
                  <a:rect l="l" t="t" r="r" b="b"/>
                  <a:pathLst>
                    <a:path w="666" h="872" extrusionOk="0">
                      <a:moveTo>
                        <a:pt x="165" y="1"/>
                      </a:moveTo>
                      <a:cubicBezTo>
                        <a:pt x="62" y="1"/>
                        <a:pt x="0" y="78"/>
                        <a:pt x="0" y="233"/>
                      </a:cubicBezTo>
                      <a:cubicBezTo>
                        <a:pt x="0" y="455"/>
                        <a:pt x="127" y="708"/>
                        <a:pt x="317" y="835"/>
                      </a:cubicBezTo>
                      <a:cubicBezTo>
                        <a:pt x="367" y="860"/>
                        <a:pt x="414" y="872"/>
                        <a:pt x="457" y="872"/>
                      </a:cubicBezTo>
                      <a:cubicBezTo>
                        <a:pt x="579" y="872"/>
                        <a:pt x="665" y="777"/>
                        <a:pt x="665" y="613"/>
                      </a:cubicBezTo>
                      <a:cubicBezTo>
                        <a:pt x="665" y="423"/>
                        <a:pt x="507" y="138"/>
                        <a:pt x="317" y="43"/>
                      </a:cubicBezTo>
                      <a:cubicBezTo>
                        <a:pt x="260" y="15"/>
                        <a:pt x="209" y="1"/>
                        <a:pt x="165" y="1"/>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464" name="Google Shape;4233;p38">
                  <a:extLst>
                    <a:ext uri="{FF2B5EF4-FFF2-40B4-BE49-F238E27FC236}">
                      <a16:creationId xmlns:a16="http://schemas.microsoft.com/office/drawing/2014/main" id="{D3C76240-A4DD-2505-B069-8C84434ABF0E}"/>
                    </a:ext>
                  </a:extLst>
                </p:cNvPr>
                <p:cNvSpPr/>
                <p:nvPr/>
              </p:nvSpPr>
              <p:spPr>
                <a:xfrm>
                  <a:off x="878357" y="2744448"/>
                  <a:ext cx="21760" cy="28131"/>
                </a:xfrm>
                <a:custGeom>
                  <a:avLst/>
                  <a:gdLst/>
                  <a:ahLst/>
                  <a:cxnLst/>
                  <a:rect l="l" t="t" r="r" b="b"/>
                  <a:pathLst>
                    <a:path w="666" h="861" extrusionOk="0">
                      <a:moveTo>
                        <a:pt x="189" y="1"/>
                      </a:moveTo>
                      <a:cubicBezTo>
                        <a:pt x="78" y="1"/>
                        <a:pt x="0" y="78"/>
                        <a:pt x="0" y="233"/>
                      </a:cubicBezTo>
                      <a:cubicBezTo>
                        <a:pt x="0" y="455"/>
                        <a:pt x="158" y="709"/>
                        <a:pt x="348" y="804"/>
                      </a:cubicBezTo>
                      <a:cubicBezTo>
                        <a:pt x="407" y="842"/>
                        <a:pt x="459" y="860"/>
                        <a:pt x="503" y="860"/>
                      </a:cubicBezTo>
                      <a:cubicBezTo>
                        <a:pt x="604" y="860"/>
                        <a:pt x="665" y="767"/>
                        <a:pt x="665" y="614"/>
                      </a:cubicBezTo>
                      <a:cubicBezTo>
                        <a:pt x="665" y="392"/>
                        <a:pt x="538" y="138"/>
                        <a:pt x="348" y="43"/>
                      </a:cubicBezTo>
                      <a:cubicBezTo>
                        <a:pt x="291" y="15"/>
                        <a:pt x="237" y="1"/>
                        <a:pt x="189" y="1"/>
                      </a:cubicBezTo>
                      <a:close/>
                    </a:path>
                  </a:pathLst>
                </a:custGeom>
                <a:solidFill>
                  <a:srgbClr val="30475E"/>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465" name="Google Shape;4234;p38">
                  <a:extLst>
                    <a:ext uri="{FF2B5EF4-FFF2-40B4-BE49-F238E27FC236}">
                      <a16:creationId xmlns:a16="http://schemas.microsoft.com/office/drawing/2014/main" id="{7FBAFEE1-E5E0-366B-4C38-B6F5C77B76DB}"/>
                    </a:ext>
                  </a:extLst>
                </p:cNvPr>
                <p:cNvSpPr/>
                <p:nvPr/>
              </p:nvSpPr>
              <p:spPr>
                <a:xfrm>
                  <a:off x="924915" y="2771730"/>
                  <a:ext cx="24864" cy="28490"/>
                </a:xfrm>
                <a:custGeom>
                  <a:avLst/>
                  <a:gdLst/>
                  <a:ahLst/>
                  <a:cxnLst/>
                  <a:rect l="l" t="t" r="r" b="b"/>
                  <a:pathLst>
                    <a:path w="761" h="872" extrusionOk="0">
                      <a:moveTo>
                        <a:pt x="253" y="0"/>
                      </a:moveTo>
                      <a:cubicBezTo>
                        <a:pt x="219" y="0"/>
                        <a:pt x="187" y="10"/>
                        <a:pt x="159" y="32"/>
                      </a:cubicBezTo>
                      <a:cubicBezTo>
                        <a:pt x="0" y="95"/>
                        <a:pt x="0" y="349"/>
                        <a:pt x="159" y="570"/>
                      </a:cubicBezTo>
                      <a:cubicBezTo>
                        <a:pt x="263" y="753"/>
                        <a:pt x="411" y="872"/>
                        <a:pt x="548" y="872"/>
                      </a:cubicBezTo>
                      <a:cubicBezTo>
                        <a:pt x="577" y="872"/>
                        <a:pt x="606" y="866"/>
                        <a:pt x="634" y="855"/>
                      </a:cubicBezTo>
                      <a:cubicBezTo>
                        <a:pt x="760" y="760"/>
                        <a:pt x="760" y="539"/>
                        <a:pt x="634" y="317"/>
                      </a:cubicBezTo>
                      <a:cubicBezTo>
                        <a:pt x="511" y="121"/>
                        <a:pt x="369" y="0"/>
                        <a:pt x="253" y="0"/>
                      </a:cubicBezTo>
                      <a:close/>
                    </a:path>
                  </a:pathLst>
                </a:custGeom>
                <a:solidFill>
                  <a:srgbClr val="22283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466" name="Google Shape;4235;p38">
                  <a:extLst>
                    <a:ext uri="{FF2B5EF4-FFF2-40B4-BE49-F238E27FC236}">
                      <a16:creationId xmlns:a16="http://schemas.microsoft.com/office/drawing/2014/main" id="{79F18B95-6841-400D-1257-E3A87E0DC413}"/>
                    </a:ext>
                  </a:extLst>
                </p:cNvPr>
                <p:cNvSpPr/>
                <p:nvPr/>
              </p:nvSpPr>
              <p:spPr>
                <a:xfrm>
                  <a:off x="497559" y="2616339"/>
                  <a:ext cx="488421" cy="387953"/>
                </a:xfrm>
                <a:custGeom>
                  <a:avLst/>
                  <a:gdLst/>
                  <a:ahLst/>
                  <a:cxnLst/>
                  <a:rect l="l" t="t" r="r" b="b"/>
                  <a:pathLst>
                    <a:path w="14949" h="11874" extrusionOk="0">
                      <a:moveTo>
                        <a:pt x="238" y="0"/>
                      </a:moveTo>
                      <a:cubicBezTo>
                        <a:pt x="95" y="0"/>
                        <a:pt x="1" y="122"/>
                        <a:pt x="1" y="323"/>
                      </a:cubicBezTo>
                      <a:lnTo>
                        <a:pt x="1" y="2951"/>
                      </a:lnTo>
                      <a:cubicBezTo>
                        <a:pt x="1" y="3204"/>
                        <a:pt x="191" y="3553"/>
                        <a:pt x="444" y="3679"/>
                      </a:cubicBezTo>
                      <a:lnTo>
                        <a:pt x="14505" y="11818"/>
                      </a:lnTo>
                      <a:cubicBezTo>
                        <a:pt x="14579" y="11855"/>
                        <a:pt x="14648" y="11873"/>
                        <a:pt x="14708" y="11873"/>
                      </a:cubicBezTo>
                      <a:cubicBezTo>
                        <a:pt x="14853" y="11873"/>
                        <a:pt x="14949" y="11767"/>
                        <a:pt x="14949" y="11565"/>
                      </a:cubicBezTo>
                      <a:lnTo>
                        <a:pt x="14949" y="8936"/>
                      </a:lnTo>
                      <a:cubicBezTo>
                        <a:pt x="14949" y="8651"/>
                        <a:pt x="14759" y="8335"/>
                        <a:pt x="14505" y="8176"/>
                      </a:cubicBezTo>
                      <a:lnTo>
                        <a:pt x="444" y="69"/>
                      </a:lnTo>
                      <a:cubicBezTo>
                        <a:pt x="369" y="22"/>
                        <a:pt x="299" y="0"/>
                        <a:pt x="238" y="0"/>
                      </a:cubicBezTo>
                      <a:close/>
                    </a:path>
                  </a:pathLst>
                </a:custGeom>
                <a:solidFill>
                  <a:schemeClr val="tx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467" name="Google Shape;4236;p38">
                  <a:extLst>
                    <a:ext uri="{FF2B5EF4-FFF2-40B4-BE49-F238E27FC236}">
                      <a16:creationId xmlns:a16="http://schemas.microsoft.com/office/drawing/2014/main" id="{75476838-DBC6-9EB9-2942-05DC9945EF8A}"/>
                    </a:ext>
                  </a:extLst>
                </p:cNvPr>
                <p:cNvSpPr/>
                <p:nvPr/>
              </p:nvSpPr>
              <p:spPr>
                <a:xfrm>
                  <a:off x="521377" y="2653749"/>
                  <a:ext cx="164539" cy="102494"/>
                </a:xfrm>
                <a:custGeom>
                  <a:avLst/>
                  <a:gdLst/>
                  <a:ahLst/>
                  <a:cxnLst/>
                  <a:rect l="l" t="t" r="r" b="b"/>
                  <a:pathLst>
                    <a:path w="5036" h="3137" extrusionOk="0">
                      <a:moveTo>
                        <a:pt x="0" y="1"/>
                      </a:moveTo>
                      <a:lnTo>
                        <a:pt x="0" y="223"/>
                      </a:lnTo>
                      <a:lnTo>
                        <a:pt x="5036" y="3136"/>
                      </a:lnTo>
                      <a:lnTo>
                        <a:pt x="5036" y="2883"/>
                      </a:lnTo>
                      <a:lnTo>
                        <a:pt x="0" y="1"/>
                      </a:lnTo>
                      <a:close/>
                    </a:path>
                  </a:pathLst>
                </a:custGeom>
                <a:solidFill>
                  <a:srgbClr val="22283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468" name="Google Shape;4237;p38">
                  <a:extLst>
                    <a:ext uri="{FF2B5EF4-FFF2-40B4-BE49-F238E27FC236}">
                      <a16:creationId xmlns:a16="http://schemas.microsoft.com/office/drawing/2014/main" id="{E102D266-8953-0195-02A0-D0548FE3296D}"/>
                    </a:ext>
                  </a:extLst>
                </p:cNvPr>
                <p:cNvSpPr/>
                <p:nvPr/>
              </p:nvSpPr>
              <p:spPr>
                <a:xfrm>
                  <a:off x="521377" y="2679626"/>
                  <a:ext cx="164539" cy="102461"/>
                </a:xfrm>
                <a:custGeom>
                  <a:avLst/>
                  <a:gdLst/>
                  <a:ahLst/>
                  <a:cxnLst/>
                  <a:rect l="l" t="t" r="r" b="b"/>
                  <a:pathLst>
                    <a:path w="5036" h="3136" extrusionOk="0">
                      <a:moveTo>
                        <a:pt x="0" y="1"/>
                      </a:moveTo>
                      <a:lnTo>
                        <a:pt x="0" y="222"/>
                      </a:lnTo>
                      <a:lnTo>
                        <a:pt x="5036" y="3136"/>
                      </a:lnTo>
                      <a:lnTo>
                        <a:pt x="5036" y="2914"/>
                      </a:lnTo>
                      <a:lnTo>
                        <a:pt x="0" y="1"/>
                      </a:lnTo>
                      <a:close/>
                    </a:path>
                  </a:pathLst>
                </a:custGeom>
                <a:solidFill>
                  <a:srgbClr val="22283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469" name="Google Shape;4238;p38">
                  <a:extLst>
                    <a:ext uri="{FF2B5EF4-FFF2-40B4-BE49-F238E27FC236}">
                      <a16:creationId xmlns:a16="http://schemas.microsoft.com/office/drawing/2014/main" id="{9D6048A7-579C-C9B8-4E53-1456D18E3850}"/>
                    </a:ext>
                  </a:extLst>
                </p:cNvPr>
                <p:cNvSpPr/>
                <p:nvPr/>
              </p:nvSpPr>
              <p:spPr>
                <a:xfrm>
                  <a:off x="521377" y="2706548"/>
                  <a:ext cx="164539" cy="102461"/>
                </a:xfrm>
                <a:custGeom>
                  <a:avLst/>
                  <a:gdLst/>
                  <a:ahLst/>
                  <a:cxnLst/>
                  <a:rect l="l" t="t" r="r" b="b"/>
                  <a:pathLst>
                    <a:path w="5036" h="3136" extrusionOk="0">
                      <a:moveTo>
                        <a:pt x="0" y="0"/>
                      </a:moveTo>
                      <a:lnTo>
                        <a:pt x="0" y="222"/>
                      </a:lnTo>
                      <a:lnTo>
                        <a:pt x="5036" y="3135"/>
                      </a:lnTo>
                      <a:lnTo>
                        <a:pt x="5036" y="2882"/>
                      </a:lnTo>
                      <a:lnTo>
                        <a:pt x="0" y="0"/>
                      </a:lnTo>
                      <a:close/>
                    </a:path>
                  </a:pathLst>
                </a:custGeom>
                <a:solidFill>
                  <a:srgbClr val="22283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470" name="Google Shape;4239;p38">
                  <a:extLst>
                    <a:ext uri="{FF2B5EF4-FFF2-40B4-BE49-F238E27FC236}">
                      <a16:creationId xmlns:a16="http://schemas.microsoft.com/office/drawing/2014/main" id="{A58F8B72-C822-9306-E6FD-725965A49FDF}"/>
                    </a:ext>
                  </a:extLst>
                </p:cNvPr>
                <p:cNvSpPr/>
                <p:nvPr/>
              </p:nvSpPr>
              <p:spPr>
                <a:xfrm>
                  <a:off x="830753" y="2854718"/>
                  <a:ext cx="21760" cy="28556"/>
                </a:xfrm>
                <a:custGeom>
                  <a:avLst/>
                  <a:gdLst/>
                  <a:ahLst/>
                  <a:cxnLst/>
                  <a:rect l="l" t="t" r="r" b="b"/>
                  <a:pathLst>
                    <a:path w="666" h="874" extrusionOk="0">
                      <a:moveTo>
                        <a:pt x="162" y="0"/>
                      </a:moveTo>
                      <a:cubicBezTo>
                        <a:pt x="61" y="0"/>
                        <a:pt x="0" y="93"/>
                        <a:pt x="0" y="247"/>
                      </a:cubicBezTo>
                      <a:cubicBezTo>
                        <a:pt x="0" y="469"/>
                        <a:pt x="127" y="722"/>
                        <a:pt x="317" y="817"/>
                      </a:cubicBezTo>
                      <a:cubicBezTo>
                        <a:pt x="375" y="856"/>
                        <a:pt x="430" y="874"/>
                        <a:pt x="479" y="874"/>
                      </a:cubicBezTo>
                      <a:cubicBezTo>
                        <a:pt x="589" y="874"/>
                        <a:pt x="665" y="781"/>
                        <a:pt x="665" y="627"/>
                      </a:cubicBezTo>
                      <a:cubicBezTo>
                        <a:pt x="665" y="405"/>
                        <a:pt x="507" y="152"/>
                        <a:pt x="317" y="57"/>
                      </a:cubicBezTo>
                      <a:cubicBezTo>
                        <a:pt x="259" y="18"/>
                        <a:pt x="207" y="0"/>
                        <a:pt x="162" y="0"/>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471" name="Google Shape;4240;p38">
                  <a:extLst>
                    <a:ext uri="{FF2B5EF4-FFF2-40B4-BE49-F238E27FC236}">
                      <a16:creationId xmlns:a16="http://schemas.microsoft.com/office/drawing/2014/main" id="{9A46313D-02BB-5C72-DB33-F6EC364D1272}"/>
                    </a:ext>
                  </a:extLst>
                </p:cNvPr>
                <p:cNvSpPr/>
                <p:nvPr/>
              </p:nvSpPr>
              <p:spPr>
                <a:xfrm>
                  <a:off x="878357" y="2882653"/>
                  <a:ext cx="21760" cy="28098"/>
                </a:xfrm>
                <a:custGeom>
                  <a:avLst/>
                  <a:gdLst/>
                  <a:ahLst/>
                  <a:cxnLst/>
                  <a:rect l="l" t="t" r="r" b="b"/>
                  <a:pathLst>
                    <a:path w="666" h="860" extrusionOk="0">
                      <a:moveTo>
                        <a:pt x="187" y="0"/>
                      </a:moveTo>
                      <a:cubicBezTo>
                        <a:pt x="76" y="0"/>
                        <a:pt x="0" y="93"/>
                        <a:pt x="0" y="247"/>
                      </a:cubicBezTo>
                      <a:cubicBezTo>
                        <a:pt x="0" y="437"/>
                        <a:pt x="158" y="722"/>
                        <a:pt x="348" y="817"/>
                      </a:cubicBezTo>
                      <a:cubicBezTo>
                        <a:pt x="405" y="846"/>
                        <a:pt x="457" y="860"/>
                        <a:pt x="501" y="860"/>
                      </a:cubicBezTo>
                      <a:cubicBezTo>
                        <a:pt x="603" y="860"/>
                        <a:pt x="665" y="782"/>
                        <a:pt x="665" y="627"/>
                      </a:cubicBezTo>
                      <a:cubicBezTo>
                        <a:pt x="665" y="405"/>
                        <a:pt x="538" y="152"/>
                        <a:pt x="348" y="57"/>
                      </a:cubicBezTo>
                      <a:cubicBezTo>
                        <a:pt x="290" y="18"/>
                        <a:pt x="235" y="0"/>
                        <a:pt x="187" y="0"/>
                      </a:cubicBezTo>
                      <a:close/>
                    </a:path>
                  </a:pathLst>
                </a:custGeom>
                <a:solidFill>
                  <a:srgbClr val="30475E"/>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472" name="Google Shape;4241;p38">
                  <a:extLst>
                    <a:ext uri="{FF2B5EF4-FFF2-40B4-BE49-F238E27FC236}">
                      <a16:creationId xmlns:a16="http://schemas.microsoft.com/office/drawing/2014/main" id="{CDE15D80-D21F-08D6-D4D5-B87C8F8D8A30}"/>
                    </a:ext>
                  </a:extLst>
                </p:cNvPr>
                <p:cNvSpPr/>
                <p:nvPr/>
              </p:nvSpPr>
              <p:spPr>
                <a:xfrm>
                  <a:off x="924915" y="2910359"/>
                  <a:ext cx="24864" cy="28523"/>
                </a:xfrm>
                <a:custGeom>
                  <a:avLst/>
                  <a:gdLst/>
                  <a:ahLst/>
                  <a:cxnLst/>
                  <a:rect l="l" t="t" r="r" b="b"/>
                  <a:pathLst>
                    <a:path w="761" h="873" extrusionOk="0">
                      <a:moveTo>
                        <a:pt x="255" y="1"/>
                      </a:moveTo>
                      <a:cubicBezTo>
                        <a:pt x="220" y="1"/>
                        <a:pt x="188" y="11"/>
                        <a:pt x="159" y="32"/>
                      </a:cubicBezTo>
                      <a:cubicBezTo>
                        <a:pt x="0" y="96"/>
                        <a:pt x="0" y="349"/>
                        <a:pt x="159" y="571"/>
                      </a:cubicBezTo>
                      <a:cubicBezTo>
                        <a:pt x="263" y="754"/>
                        <a:pt x="411" y="872"/>
                        <a:pt x="548" y="872"/>
                      </a:cubicBezTo>
                      <a:cubicBezTo>
                        <a:pt x="577" y="872"/>
                        <a:pt x="606" y="867"/>
                        <a:pt x="634" y="856"/>
                      </a:cubicBezTo>
                      <a:cubicBezTo>
                        <a:pt x="760" y="761"/>
                        <a:pt x="760" y="508"/>
                        <a:pt x="634" y="286"/>
                      </a:cubicBezTo>
                      <a:cubicBezTo>
                        <a:pt x="512" y="115"/>
                        <a:pt x="371" y="1"/>
                        <a:pt x="255" y="1"/>
                      </a:cubicBezTo>
                      <a:close/>
                    </a:path>
                  </a:pathLst>
                </a:custGeom>
                <a:solidFill>
                  <a:srgbClr val="22283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473" name="Google Shape;4242;p38">
                  <a:extLst>
                    <a:ext uri="{FF2B5EF4-FFF2-40B4-BE49-F238E27FC236}">
                      <a16:creationId xmlns:a16="http://schemas.microsoft.com/office/drawing/2014/main" id="{37E56F80-0BEE-2769-E86F-DE9FCC90F400}"/>
                    </a:ext>
                  </a:extLst>
                </p:cNvPr>
                <p:cNvSpPr/>
                <p:nvPr/>
              </p:nvSpPr>
              <p:spPr>
                <a:xfrm>
                  <a:off x="497559" y="2754936"/>
                  <a:ext cx="488421" cy="387823"/>
                </a:xfrm>
                <a:custGeom>
                  <a:avLst/>
                  <a:gdLst/>
                  <a:ahLst/>
                  <a:cxnLst/>
                  <a:rect l="l" t="t" r="r" b="b"/>
                  <a:pathLst>
                    <a:path w="14949" h="11870" extrusionOk="0">
                      <a:moveTo>
                        <a:pt x="235" y="1"/>
                      </a:moveTo>
                      <a:cubicBezTo>
                        <a:pt x="93" y="1"/>
                        <a:pt x="1" y="116"/>
                        <a:pt x="1" y="293"/>
                      </a:cubicBezTo>
                      <a:lnTo>
                        <a:pt x="1" y="2921"/>
                      </a:lnTo>
                      <a:cubicBezTo>
                        <a:pt x="1" y="3206"/>
                        <a:pt x="191" y="3554"/>
                        <a:pt x="444" y="3681"/>
                      </a:cubicBezTo>
                      <a:lnTo>
                        <a:pt x="14505" y="11820"/>
                      </a:lnTo>
                      <a:cubicBezTo>
                        <a:pt x="14573" y="11854"/>
                        <a:pt x="14637" y="11870"/>
                        <a:pt x="14693" y="11870"/>
                      </a:cubicBezTo>
                      <a:cubicBezTo>
                        <a:pt x="14847" y="11870"/>
                        <a:pt x="14949" y="11752"/>
                        <a:pt x="14949" y="11567"/>
                      </a:cubicBezTo>
                      <a:lnTo>
                        <a:pt x="14949" y="8938"/>
                      </a:lnTo>
                      <a:cubicBezTo>
                        <a:pt x="14949" y="8653"/>
                        <a:pt x="14759" y="8336"/>
                        <a:pt x="14505" y="8178"/>
                      </a:cubicBezTo>
                      <a:lnTo>
                        <a:pt x="444" y="71"/>
                      </a:lnTo>
                      <a:cubicBezTo>
                        <a:pt x="367" y="23"/>
                        <a:pt x="296" y="1"/>
                        <a:pt x="235" y="1"/>
                      </a:cubicBezTo>
                      <a:close/>
                    </a:path>
                  </a:pathLst>
                </a:custGeom>
                <a:solidFill>
                  <a:schemeClr val="tx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474" name="Google Shape;4243;p38">
                  <a:extLst>
                    <a:ext uri="{FF2B5EF4-FFF2-40B4-BE49-F238E27FC236}">
                      <a16:creationId xmlns:a16="http://schemas.microsoft.com/office/drawing/2014/main" id="{DC855549-3A0C-95D9-D90B-802C7F52343C}"/>
                    </a:ext>
                  </a:extLst>
                </p:cNvPr>
                <p:cNvSpPr/>
                <p:nvPr/>
              </p:nvSpPr>
              <p:spPr>
                <a:xfrm>
                  <a:off x="521377" y="2791366"/>
                  <a:ext cx="164539" cy="102494"/>
                </a:xfrm>
                <a:custGeom>
                  <a:avLst/>
                  <a:gdLst/>
                  <a:ahLst/>
                  <a:cxnLst/>
                  <a:rect l="l" t="t" r="r" b="b"/>
                  <a:pathLst>
                    <a:path w="5036" h="3137" extrusionOk="0">
                      <a:moveTo>
                        <a:pt x="0" y="1"/>
                      </a:moveTo>
                      <a:lnTo>
                        <a:pt x="0" y="254"/>
                      </a:lnTo>
                      <a:lnTo>
                        <a:pt x="5036" y="3136"/>
                      </a:lnTo>
                      <a:lnTo>
                        <a:pt x="5036" y="2914"/>
                      </a:lnTo>
                      <a:lnTo>
                        <a:pt x="0" y="1"/>
                      </a:lnTo>
                      <a:close/>
                    </a:path>
                  </a:pathLst>
                </a:custGeom>
                <a:solidFill>
                  <a:srgbClr val="22283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475" name="Google Shape;4244;p38">
                  <a:extLst>
                    <a:ext uri="{FF2B5EF4-FFF2-40B4-BE49-F238E27FC236}">
                      <a16:creationId xmlns:a16="http://schemas.microsoft.com/office/drawing/2014/main" id="{140BAA41-AE20-FA8E-8554-4CD258909102}"/>
                    </a:ext>
                  </a:extLst>
                </p:cNvPr>
                <p:cNvSpPr/>
                <p:nvPr/>
              </p:nvSpPr>
              <p:spPr>
                <a:xfrm>
                  <a:off x="521377" y="2818288"/>
                  <a:ext cx="164539" cy="102461"/>
                </a:xfrm>
                <a:custGeom>
                  <a:avLst/>
                  <a:gdLst/>
                  <a:ahLst/>
                  <a:cxnLst/>
                  <a:rect l="l" t="t" r="r" b="b"/>
                  <a:pathLst>
                    <a:path w="5036" h="3136" extrusionOk="0">
                      <a:moveTo>
                        <a:pt x="0" y="0"/>
                      </a:moveTo>
                      <a:lnTo>
                        <a:pt x="0" y="222"/>
                      </a:lnTo>
                      <a:lnTo>
                        <a:pt x="5036" y="3136"/>
                      </a:lnTo>
                      <a:lnTo>
                        <a:pt x="5036" y="2882"/>
                      </a:lnTo>
                      <a:lnTo>
                        <a:pt x="0" y="0"/>
                      </a:lnTo>
                      <a:close/>
                    </a:path>
                  </a:pathLst>
                </a:custGeom>
                <a:solidFill>
                  <a:srgbClr val="22283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476" name="Google Shape;4245;p38">
                  <a:extLst>
                    <a:ext uri="{FF2B5EF4-FFF2-40B4-BE49-F238E27FC236}">
                      <a16:creationId xmlns:a16="http://schemas.microsoft.com/office/drawing/2014/main" id="{BF5DCEC4-8EBE-081E-A6B7-0D19C4EC0906}"/>
                    </a:ext>
                  </a:extLst>
                </p:cNvPr>
                <p:cNvSpPr/>
                <p:nvPr/>
              </p:nvSpPr>
              <p:spPr>
                <a:xfrm>
                  <a:off x="521377" y="2844165"/>
                  <a:ext cx="164539" cy="102461"/>
                </a:xfrm>
                <a:custGeom>
                  <a:avLst/>
                  <a:gdLst/>
                  <a:ahLst/>
                  <a:cxnLst/>
                  <a:rect l="l" t="t" r="r" b="b"/>
                  <a:pathLst>
                    <a:path w="5036" h="3136" extrusionOk="0">
                      <a:moveTo>
                        <a:pt x="0" y="0"/>
                      </a:moveTo>
                      <a:lnTo>
                        <a:pt x="0" y="253"/>
                      </a:lnTo>
                      <a:lnTo>
                        <a:pt x="5036" y="3135"/>
                      </a:lnTo>
                      <a:lnTo>
                        <a:pt x="5036" y="2914"/>
                      </a:lnTo>
                      <a:lnTo>
                        <a:pt x="0" y="0"/>
                      </a:lnTo>
                      <a:close/>
                    </a:path>
                  </a:pathLst>
                </a:custGeom>
                <a:solidFill>
                  <a:srgbClr val="22283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477" name="Google Shape;4246;p38">
                  <a:extLst>
                    <a:ext uri="{FF2B5EF4-FFF2-40B4-BE49-F238E27FC236}">
                      <a16:creationId xmlns:a16="http://schemas.microsoft.com/office/drawing/2014/main" id="{44623CAB-F43B-76CC-1D2A-96979965C206}"/>
                    </a:ext>
                  </a:extLst>
                </p:cNvPr>
                <p:cNvSpPr/>
                <p:nvPr/>
              </p:nvSpPr>
              <p:spPr>
                <a:xfrm>
                  <a:off x="830753" y="2993347"/>
                  <a:ext cx="21760" cy="28131"/>
                </a:xfrm>
                <a:custGeom>
                  <a:avLst/>
                  <a:gdLst/>
                  <a:ahLst/>
                  <a:cxnLst/>
                  <a:rect l="l" t="t" r="r" b="b"/>
                  <a:pathLst>
                    <a:path w="666" h="861" extrusionOk="0">
                      <a:moveTo>
                        <a:pt x="162" y="1"/>
                      </a:moveTo>
                      <a:cubicBezTo>
                        <a:pt x="61" y="1"/>
                        <a:pt x="0" y="94"/>
                        <a:pt x="0" y="248"/>
                      </a:cubicBezTo>
                      <a:cubicBezTo>
                        <a:pt x="0" y="438"/>
                        <a:pt x="127" y="723"/>
                        <a:pt x="317" y="818"/>
                      </a:cubicBezTo>
                      <a:cubicBezTo>
                        <a:pt x="374" y="846"/>
                        <a:pt x="428" y="860"/>
                        <a:pt x="476" y="860"/>
                      </a:cubicBezTo>
                      <a:cubicBezTo>
                        <a:pt x="588" y="860"/>
                        <a:pt x="665" y="783"/>
                        <a:pt x="665" y="628"/>
                      </a:cubicBezTo>
                      <a:cubicBezTo>
                        <a:pt x="665" y="406"/>
                        <a:pt x="507" y="153"/>
                        <a:pt x="317" y="58"/>
                      </a:cubicBezTo>
                      <a:cubicBezTo>
                        <a:pt x="259" y="19"/>
                        <a:pt x="207" y="1"/>
                        <a:pt x="162" y="1"/>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478" name="Google Shape;4247;p38">
                  <a:extLst>
                    <a:ext uri="{FF2B5EF4-FFF2-40B4-BE49-F238E27FC236}">
                      <a16:creationId xmlns:a16="http://schemas.microsoft.com/office/drawing/2014/main" id="{DDCA89D6-15C1-9715-F229-2C50E9A7EBCC}"/>
                    </a:ext>
                  </a:extLst>
                </p:cNvPr>
                <p:cNvSpPr/>
                <p:nvPr/>
              </p:nvSpPr>
              <p:spPr>
                <a:xfrm>
                  <a:off x="877311" y="3020563"/>
                  <a:ext cx="23818" cy="28490"/>
                </a:xfrm>
                <a:custGeom>
                  <a:avLst/>
                  <a:gdLst/>
                  <a:ahLst/>
                  <a:cxnLst/>
                  <a:rect l="l" t="t" r="r" b="b"/>
                  <a:pathLst>
                    <a:path w="729" h="872" extrusionOk="0">
                      <a:moveTo>
                        <a:pt x="201" y="0"/>
                      </a:moveTo>
                      <a:cubicBezTo>
                        <a:pt x="174" y="0"/>
                        <a:pt x="149" y="5"/>
                        <a:pt x="127" y="16"/>
                      </a:cubicBezTo>
                      <a:cubicBezTo>
                        <a:pt x="0" y="111"/>
                        <a:pt x="0" y="365"/>
                        <a:pt x="127" y="586"/>
                      </a:cubicBezTo>
                      <a:cubicBezTo>
                        <a:pt x="225" y="757"/>
                        <a:pt x="379" y="872"/>
                        <a:pt x="502" y="872"/>
                      </a:cubicBezTo>
                      <a:cubicBezTo>
                        <a:pt x="539" y="872"/>
                        <a:pt x="573" y="862"/>
                        <a:pt x="602" y="840"/>
                      </a:cubicBezTo>
                      <a:cubicBezTo>
                        <a:pt x="729" y="776"/>
                        <a:pt x="729" y="523"/>
                        <a:pt x="602" y="301"/>
                      </a:cubicBezTo>
                      <a:cubicBezTo>
                        <a:pt x="498" y="118"/>
                        <a:pt x="328" y="0"/>
                        <a:pt x="201" y="0"/>
                      </a:cubicBezTo>
                      <a:close/>
                    </a:path>
                  </a:pathLst>
                </a:custGeom>
                <a:solidFill>
                  <a:srgbClr val="30475E"/>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479" name="Google Shape;4248;p38">
                  <a:extLst>
                    <a:ext uri="{FF2B5EF4-FFF2-40B4-BE49-F238E27FC236}">
                      <a16:creationId xmlns:a16="http://schemas.microsoft.com/office/drawing/2014/main" id="{55EB9442-C98C-970A-092B-FF4A9CA741C7}"/>
                    </a:ext>
                  </a:extLst>
                </p:cNvPr>
                <p:cNvSpPr/>
                <p:nvPr/>
              </p:nvSpPr>
              <p:spPr>
                <a:xfrm>
                  <a:off x="924915" y="3048498"/>
                  <a:ext cx="24864" cy="28490"/>
                </a:xfrm>
                <a:custGeom>
                  <a:avLst/>
                  <a:gdLst/>
                  <a:ahLst/>
                  <a:cxnLst/>
                  <a:rect l="l" t="t" r="r" b="b"/>
                  <a:pathLst>
                    <a:path w="761" h="872" extrusionOk="0">
                      <a:moveTo>
                        <a:pt x="230" y="0"/>
                      </a:moveTo>
                      <a:cubicBezTo>
                        <a:pt x="205" y="0"/>
                        <a:pt x="181" y="5"/>
                        <a:pt x="159" y="16"/>
                      </a:cubicBezTo>
                      <a:cubicBezTo>
                        <a:pt x="0" y="111"/>
                        <a:pt x="0" y="333"/>
                        <a:pt x="159" y="586"/>
                      </a:cubicBezTo>
                      <a:cubicBezTo>
                        <a:pt x="256" y="757"/>
                        <a:pt x="391" y="872"/>
                        <a:pt x="521" y="872"/>
                      </a:cubicBezTo>
                      <a:cubicBezTo>
                        <a:pt x="559" y="872"/>
                        <a:pt x="597" y="862"/>
                        <a:pt x="634" y="840"/>
                      </a:cubicBezTo>
                      <a:cubicBezTo>
                        <a:pt x="760" y="777"/>
                        <a:pt x="760" y="523"/>
                        <a:pt x="634" y="301"/>
                      </a:cubicBezTo>
                      <a:cubicBezTo>
                        <a:pt x="503" y="118"/>
                        <a:pt x="350" y="0"/>
                        <a:pt x="230" y="0"/>
                      </a:cubicBezTo>
                      <a:close/>
                    </a:path>
                  </a:pathLst>
                </a:custGeom>
                <a:solidFill>
                  <a:srgbClr val="22283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480" name="Google Shape;4249;p38">
                  <a:extLst>
                    <a:ext uri="{FF2B5EF4-FFF2-40B4-BE49-F238E27FC236}">
                      <a16:creationId xmlns:a16="http://schemas.microsoft.com/office/drawing/2014/main" id="{10ED674E-7673-06DA-B690-181CC27DD30C}"/>
                    </a:ext>
                  </a:extLst>
                </p:cNvPr>
                <p:cNvSpPr/>
                <p:nvPr/>
              </p:nvSpPr>
              <p:spPr>
                <a:xfrm>
                  <a:off x="497559" y="2893239"/>
                  <a:ext cx="488421" cy="387757"/>
                </a:xfrm>
                <a:custGeom>
                  <a:avLst/>
                  <a:gdLst/>
                  <a:ahLst/>
                  <a:cxnLst/>
                  <a:rect l="l" t="t" r="r" b="b"/>
                  <a:pathLst>
                    <a:path w="14949" h="11868" extrusionOk="0">
                      <a:moveTo>
                        <a:pt x="257" y="0"/>
                      </a:moveTo>
                      <a:cubicBezTo>
                        <a:pt x="103" y="0"/>
                        <a:pt x="1" y="118"/>
                        <a:pt x="1" y="303"/>
                      </a:cubicBezTo>
                      <a:lnTo>
                        <a:pt x="1" y="2932"/>
                      </a:lnTo>
                      <a:cubicBezTo>
                        <a:pt x="1" y="3217"/>
                        <a:pt x="191" y="3533"/>
                        <a:pt x="444" y="3692"/>
                      </a:cubicBezTo>
                      <a:lnTo>
                        <a:pt x="14505" y="11799"/>
                      </a:lnTo>
                      <a:cubicBezTo>
                        <a:pt x="14581" y="11846"/>
                        <a:pt x="14650" y="11868"/>
                        <a:pt x="14711" y="11868"/>
                      </a:cubicBezTo>
                      <a:cubicBezTo>
                        <a:pt x="14855" y="11868"/>
                        <a:pt x="14949" y="11746"/>
                        <a:pt x="14949" y="11546"/>
                      </a:cubicBezTo>
                      <a:lnTo>
                        <a:pt x="14949" y="8949"/>
                      </a:lnTo>
                      <a:cubicBezTo>
                        <a:pt x="14949" y="8664"/>
                        <a:pt x="14759" y="8315"/>
                        <a:pt x="14505" y="8189"/>
                      </a:cubicBezTo>
                      <a:lnTo>
                        <a:pt x="444" y="50"/>
                      </a:lnTo>
                      <a:cubicBezTo>
                        <a:pt x="376" y="16"/>
                        <a:pt x="313" y="0"/>
                        <a:pt x="257" y="0"/>
                      </a:cubicBezTo>
                      <a:close/>
                    </a:path>
                  </a:pathLst>
                </a:custGeom>
                <a:solidFill>
                  <a:schemeClr val="tx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481" name="Google Shape;4250;p38">
                  <a:extLst>
                    <a:ext uri="{FF2B5EF4-FFF2-40B4-BE49-F238E27FC236}">
                      <a16:creationId xmlns:a16="http://schemas.microsoft.com/office/drawing/2014/main" id="{00D48785-100B-5533-D1EE-B33A1630DD50}"/>
                    </a:ext>
                  </a:extLst>
                </p:cNvPr>
                <p:cNvSpPr/>
                <p:nvPr/>
              </p:nvSpPr>
              <p:spPr>
                <a:xfrm>
                  <a:off x="521377" y="2930028"/>
                  <a:ext cx="164539" cy="102461"/>
                </a:xfrm>
                <a:custGeom>
                  <a:avLst/>
                  <a:gdLst/>
                  <a:ahLst/>
                  <a:cxnLst/>
                  <a:rect l="l" t="t" r="r" b="b"/>
                  <a:pathLst>
                    <a:path w="5036" h="3136" extrusionOk="0">
                      <a:moveTo>
                        <a:pt x="0" y="1"/>
                      </a:moveTo>
                      <a:lnTo>
                        <a:pt x="0" y="222"/>
                      </a:lnTo>
                      <a:lnTo>
                        <a:pt x="5036" y="3136"/>
                      </a:lnTo>
                      <a:lnTo>
                        <a:pt x="5036" y="2914"/>
                      </a:lnTo>
                      <a:lnTo>
                        <a:pt x="0" y="1"/>
                      </a:lnTo>
                      <a:close/>
                    </a:path>
                  </a:pathLst>
                </a:custGeom>
                <a:solidFill>
                  <a:srgbClr val="22283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482" name="Google Shape;4251;p38">
                  <a:extLst>
                    <a:ext uri="{FF2B5EF4-FFF2-40B4-BE49-F238E27FC236}">
                      <a16:creationId xmlns:a16="http://schemas.microsoft.com/office/drawing/2014/main" id="{E165FA80-5414-EE70-054A-2083721A7FBF}"/>
                    </a:ext>
                  </a:extLst>
                </p:cNvPr>
                <p:cNvSpPr/>
                <p:nvPr/>
              </p:nvSpPr>
              <p:spPr>
                <a:xfrm>
                  <a:off x="521377" y="2956917"/>
                  <a:ext cx="164539" cy="102494"/>
                </a:xfrm>
                <a:custGeom>
                  <a:avLst/>
                  <a:gdLst/>
                  <a:ahLst/>
                  <a:cxnLst/>
                  <a:rect l="l" t="t" r="r" b="b"/>
                  <a:pathLst>
                    <a:path w="5036" h="3137" extrusionOk="0">
                      <a:moveTo>
                        <a:pt x="0" y="1"/>
                      </a:moveTo>
                      <a:lnTo>
                        <a:pt x="0" y="223"/>
                      </a:lnTo>
                      <a:lnTo>
                        <a:pt x="5036" y="3136"/>
                      </a:lnTo>
                      <a:lnTo>
                        <a:pt x="5036" y="2883"/>
                      </a:lnTo>
                      <a:lnTo>
                        <a:pt x="0" y="1"/>
                      </a:lnTo>
                      <a:close/>
                    </a:path>
                  </a:pathLst>
                </a:custGeom>
                <a:solidFill>
                  <a:srgbClr val="22283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483" name="Google Shape;4252;p38">
                  <a:extLst>
                    <a:ext uri="{FF2B5EF4-FFF2-40B4-BE49-F238E27FC236}">
                      <a16:creationId xmlns:a16="http://schemas.microsoft.com/office/drawing/2014/main" id="{8C3B51C5-647F-F41A-462A-D42662BE4405}"/>
                    </a:ext>
                  </a:extLst>
                </p:cNvPr>
                <p:cNvSpPr/>
                <p:nvPr/>
              </p:nvSpPr>
              <p:spPr>
                <a:xfrm>
                  <a:off x="521377" y="2982794"/>
                  <a:ext cx="164539" cy="102461"/>
                </a:xfrm>
                <a:custGeom>
                  <a:avLst/>
                  <a:gdLst/>
                  <a:ahLst/>
                  <a:cxnLst/>
                  <a:rect l="l" t="t" r="r" b="b"/>
                  <a:pathLst>
                    <a:path w="5036" h="3136" extrusionOk="0">
                      <a:moveTo>
                        <a:pt x="0" y="1"/>
                      </a:moveTo>
                      <a:lnTo>
                        <a:pt x="0" y="222"/>
                      </a:lnTo>
                      <a:lnTo>
                        <a:pt x="5036" y="3136"/>
                      </a:lnTo>
                      <a:lnTo>
                        <a:pt x="5036" y="2914"/>
                      </a:lnTo>
                      <a:lnTo>
                        <a:pt x="0" y="1"/>
                      </a:lnTo>
                      <a:close/>
                    </a:path>
                  </a:pathLst>
                </a:custGeom>
                <a:solidFill>
                  <a:srgbClr val="22283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484" name="Google Shape;4253;p38">
                  <a:extLst>
                    <a:ext uri="{FF2B5EF4-FFF2-40B4-BE49-F238E27FC236}">
                      <a16:creationId xmlns:a16="http://schemas.microsoft.com/office/drawing/2014/main" id="{69827474-242A-41C5-0F6D-D01B24C05F8D}"/>
                    </a:ext>
                  </a:extLst>
                </p:cNvPr>
                <p:cNvSpPr/>
                <p:nvPr/>
              </p:nvSpPr>
              <p:spPr>
                <a:xfrm>
                  <a:off x="830753" y="3131617"/>
                  <a:ext cx="21760" cy="28327"/>
                </a:xfrm>
                <a:custGeom>
                  <a:avLst/>
                  <a:gdLst/>
                  <a:ahLst/>
                  <a:cxnLst/>
                  <a:rect l="l" t="t" r="r" b="b"/>
                  <a:pathLst>
                    <a:path w="666" h="867" extrusionOk="0">
                      <a:moveTo>
                        <a:pt x="179" y="0"/>
                      </a:moveTo>
                      <a:cubicBezTo>
                        <a:pt x="68" y="0"/>
                        <a:pt x="0" y="89"/>
                        <a:pt x="0" y="228"/>
                      </a:cubicBezTo>
                      <a:cubicBezTo>
                        <a:pt x="0" y="449"/>
                        <a:pt x="127" y="703"/>
                        <a:pt x="317" y="829"/>
                      </a:cubicBezTo>
                      <a:cubicBezTo>
                        <a:pt x="368" y="855"/>
                        <a:pt x="417" y="867"/>
                        <a:pt x="460" y="867"/>
                      </a:cubicBezTo>
                      <a:cubicBezTo>
                        <a:pt x="581" y="867"/>
                        <a:pt x="665" y="778"/>
                        <a:pt x="665" y="639"/>
                      </a:cubicBezTo>
                      <a:cubicBezTo>
                        <a:pt x="665" y="418"/>
                        <a:pt x="507" y="164"/>
                        <a:pt x="317" y="38"/>
                      </a:cubicBezTo>
                      <a:cubicBezTo>
                        <a:pt x="266" y="12"/>
                        <a:pt x="220" y="0"/>
                        <a:pt x="179" y="0"/>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485" name="Google Shape;4254;p38">
                  <a:extLst>
                    <a:ext uri="{FF2B5EF4-FFF2-40B4-BE49-F238E27FC236}">
                      <a16:creationId xmlns:a16="http://schemas.microsoft.com/office/drawing/2014/main" id="{76EC6D0A-B1FC-7739-A795-F49C12F9FAA4}"/>
                    </a:ext>
                  </a:extLst>
                </p:cNvPr>
                <p:cNvSpPr/>
                <p:nvPr/>
              </p:nvSpPr>
              <p:spPr>
                <a:xfrm>
                  <a:off x="877311" y="3159193"/>
                  <a:ext cx="23818" cy="28523"/>
                </a:xfrm>
                <a:custGeom>
                  <a:avLst/>
                  <a:gdLst/>
                  <a:ahLst/>
                  <a:cxnLst/>
                  <a:rect l="l" t="t" r="r" b="b"/>
                  <a:pathLst>
                    <a:path w="729" h="873" extrusionOk="0">
                      <a:moveTo>
                        <a:pt x="201" y="1"/>
                      </a:moveTo>
                      <a:cubicBezTo>
                        <a:pt x="174" y="1"/>
                        <a:pt x="149" y="6"/>
                        <a:pt x="127" y="17"/>
                      </a:cubicBezTo>
                      <a:cubicBezTo>
                        <a:pt x="0" y="112"/>
                        <a:pt x="0" y="334"/>
                        <a:pt x="127" y="587"/>
                      </a:cubicBezTo>
                      <a:cubicBezTo>
                        <a:pt x="225" y="758"/>
                        <a:pt x="379" y="872"/>
                        <a:pt x="502" y="872"/>
                      </a:cubicBezTo>
                      <a:cubicBezTo>
                        <a:pt x="539" y="872"/>
                        <a:pt x="573" y="862"/>
                        <a:pt x="602" y="840"/>
                      </a:cubicBezTo>
                      <a:cubicBezTo>
                        <a:pt x="729" y="777"/>
                        <a:pt x="729" y="524"/>
                        <a:pt x="602" y="302"/>
                      </a:cubicBezTo>
                      <a:cubicBezTo>
                        <a:pt x="498" y="119"/>
                        <a:pt x="328" y="1"/>
                        <a:pt x="201" y="1"/>
                      </a:cubicBezTo>
                      <a:close/>
                    </a:path>
                  </a:pathLst>
                </a:custGeom>
                <a:solidFill>
                  <a:srgbClr val="30475E"/>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486" name="Google Shape;4255;p38">
                  <a:extLst>
                    <a:ext uri="{FF2B5EF4-FFF2-40B4-BE49-F238E27FC236}">
                      <a16:creationId xmlns:a16="http://schemas.microsoft.com/office/drawing/2014/main" id="{9CB91B2F-28EA-4C1F-124C-58A3131A67D3}"/>
                    </a:ext>
                  </a:extLst>
                </p:cNvPr>
                <p:cNvSpPr/>
                <p:nvPr/>
              </p:nvSpPr>
              <p:spPr>
                <a:xfrm>
                  <a:off x="926973" y="3187324"/>
                  <a:ext cx="21760" cy="28098"/>
                </a:xfrm>
                <a:custGeom>
                  <a:avLst/>
                  <a:gdLst/>
                  <a:ahLst/>
                  <a:cxnLst/>
                  <a:rect l="l" t="t" r="r" b="b"/>
                  <a:pathLst>
                    <a:path w="666" h="860" extrusionOk="0">
                      <a:moveTo>
                        <a:pt x="165" y="0"/>
                      </a:moveTo>
                      <a:cubicBezTo>
                        <a:pt x="63" y="0"/>
                        <a:pt x="1" y="78"/>
                        <a:pt x="1" y="233"/>
                      </a:cubicBezTo>
                      <a:cubicBezTo>
                        <a:pt x="1" y="454"/>
                        <a:pt x="127" y="708"/>
                        <a:pt x="317" y="803"/>
                      </a:cubicBezTo>
                      <a:cubicBezTo>
                        <a:pt x="375" y="842"/>
                        <a:pt x="430" y="860"/>
                        <a:pt x="479" y="860"/>
                      </a:cubicBezTo>
                      <a:cubicBezTo>
                        <a:pt x="589" y="860"/>
                        <a:pt x="666" y="767"/>
                        <a:pt x="666" y="613"/>
                      </a:cubicBezTo>
                      <a:cubicBezTo>
                        <a:pt x="666" y="423"/>
                        <a:pt x="507" y="138"/>
                        <a:pt x="317" y="43"/>
                      </a:cubicBezTo>
                      <a:cubicBezTo>
                        <a:pt x="260" y="14"/>
                        <a:pt x="209" y="0"/>
                        <a:pt x="165" y="0"/>
                      </a:cubicBezTo>
                      <a:close/>
                    </a:path>
                  </a:pathLst>
                </a:custGeom>
                <a:solidFill>
                  <a:srgbClr val="22283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487" name="Google Shape;4256;p38">
                  <a:extLst>
                    <a:ext uri="{FF2B5EF4-FFF2-40B4-BE49-F238E27FC236}">
                      <a16:creationId xmlns:a16="http://schemas.microsoft.com/office/drawing/2014/main" id="{5AA13892-4569-0C6D-F4EB-DD7B5F38C3AC}"/>
                    </a:ext>
                  </a:extLst>
                </p:cNvPr>
                <p:cNvSpPr/>
                <p:nvPr/>
              </p:nvSpPr>
              <p:spPr>
                <a:xfrm>
                  <a:off x="497559" y="3031705"/>
                  <a:ext cx="488421" cy="387496"/>
                </a:xfrm>
                <a:custGeom>
                  <a:avLst/>
                  <a:gdLst/>
                  <a:ahLst/>
                  <a:cxnLst/>
                  <a:rect l="l" t="t" r="r" b="b"/>
                  <a:pathLst>
                    <a:path w="14949" h="11860" extrusionOk="0">
                      <a:moveTo>
                        <a:pt x="242" y="0"/>
                      </a:moveTo>
                      <a:cubicBezTo>
                        <a:pt x="96" y="0"/>
                        <a:pt x="1" y="107"/>
                        <a:pt x="1" y="309"/>
                      </a:cubicBezTo>
                      <a:lnTo>
                        <a:pt x="1" y="2937"/>
                      </a:lnTo>
                      <a:cubicBezTo>
                        <a:pt x="1" y="3191"/>
                        <a:pt x="191" y="3539"/>
                        <a:pt x="444" y="3666"/>
                      </a:cubicBezTo>
                      <a:lnTo>
                        <a:pt x="14505" y="11805"/>
                      </a:lnTo>
                      <a:cubicBezTo>
                        <a:pt x="14579" y="11842"/>
                        <a:pt x="14648" y="11860"/>
                        <a:pt x="14708" y="11860"/>
                      </a:cubicBezTo>
                      <a:cubicBezTo>
                        <a:pt x="14853" y="11860"/>
                        <a:pt x="14949" y="11753"/>
                        <a:pt x="14949" y="11551"/>
                      </a:cubicBezTo>
                      <a:lnTo>
                        <a:pt x="14949" y="8923"/>
                      </a:lnTo>
                      <a:cubicBezTo>
                        <a:pt x="14949" y="8669"/>
                        <a:pt x="14759" y="8321"/>
                        <a:pt x="14505" y="8194"/>
                      </a:cubicBezTo>
                      <a:lnTo>
                        <a:pt x="444" y="55"/>
                      </a:lnTo>
                      <a:cubicBezTo>
                        <a:pt x="370" y="18"/>
                        <a:pt x="302" y="0"/>
                        <a:pt x="242" y="0"/>
                      </a:cubicBezTo>
                      <a:close/>
                    </a:path>
                  </a:pathLst>
                </a:custGeom>
                <a:solidFill>
                  <a:schemeClr val="tx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488" name="Google Shape;4257;p38">
                  <a:extLst>
                    <a:ext uri="{FF2B5EF4-FFF2-40B4-BE49-F238E27FC236}">
                      <a16:creationId xmlns:a16="http://schemas.microsoft.com/office/drawing/2014/main" id="{4A72B9E9-3865-0678-CA4F-9F421212D95B}"/>
                    </a:ext>
                  </a:extLst>
                </p:cNvPr>
                <p:cNvSpPr/>
                <p:nvPr/>
              </p:nvSpPr>
              <p:spPr>
                <a:xfrm>
                  <a:off x="521377" y="3068690"/>
                  <a:ext cx="164539" cy="102461"/>
                </a:xfrm>
                <a:custGeom>
                  <a:avLst/>
                  <a:gdLst/>
                  <a:ahLst/>
                  <a:cxnLst/>
                  <a:rect l="l" t="t" r="r" b="b"/>
                  <a:pathLst>
                    <a:path w="5036" h="3136" extrusionOk="0">
                      <a:moveTo>
                        <a:pt x="0" y="0"/>
                      </a:moveTo>
                      <a:lnTo>
                        <a:pt x="0" y="222"/>
                      </a:lnTo>
                      <a:lnTo>
                        <a:pt x="5036" y="3135"/>
                      </a:lnTo>
                      <a:lnTo>
                        <a:pt x="5036" y="2882"/>
                      </a:lnTo>
                      <a:lnTo>
                        <a:pt x="0" y="0"/>
                      </a:lnTo>
                      <a:close/>
                    </a:path>
                  </a:pathLst>
                </a:custGeom>
                <a:solidFill>
                  <a:srgbClr val="22283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489" name="Google Shape;4258;p38">
                  <a:extLst>
                    <a:ext uri="{FF2B5EF4-FFF2-40B4-BE49-F238E27FC236}">
                      <a16:creationId xmlns:a16="http://schemas.microsoft.com/office/drawing/2014/main" id="{09B218C5-C0FB-31E0-C581-EED91E809193}"/>
                    </a:ext>
                  </a:extLst>
                </p:cNvPr>
                <p:cNvSpPr/>
                <p:nvPr/>
              </p:nvSpPr>
              <p:spPr>
                <a:xfrm>
                  <a:off x="521377" y="3094534"/>
                  <a:ext cx="164539" cy="102494"/>
                </a:xfrm>
                <a:custGeom>
                  <a:avLst/>
                  <a:gdLst/>
                  <a:ahLst/>
                  <a:cxnLst/>
                  <a:rect l="l" t="t" r="r" b="b"/>
                  <a:pathLst>
                    <a:path w="5036" h="3137" extrusionOk="0">
                      <a:moveTo>
                        <a:pt x="0" y="1"/>
                      </a:moveTo>
                      <a:lnTo>
                        <a:pt x="0" y="254"/>
                      </a:lnTo>
                      <a:lnTo>
                        <a:pt x="5036" y="3136"/>
                      </a:lnTo>
                      <a:lnTo>
                        <a:pt x="5036" y="2914"/>
                      </a:lnTo>
                      <a:lnTo>
                        <a:pt x="0" y="1"/>
                      </a:lnTo>
                      <a:close/>
                    </a:path>
                  </a:pathLst>
                </a:custGeom>
                <a:solidFill>
                  <a:srgbClr val="22283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490" name="Google Shape;4259;p38">
                  <a:extLst>
                    <a:ext uri="{FF2B5EF4-FFF2-40B4-BE49-F238E27FC236}">
                      <a16:creationId xmlns:a16="http://schemas.microsoft.com/office/drawing/2014/main" id="{1F17BBE8-606E-CE8B-F9AE-C5E27DA59967}"/>
                    </a:ext>
                  </a:extLst>
                </p:cNvPr>
                <p:cNvSpPr/>
                <p:nvPr/>
              </p:nvSpPr>
              <p:spPr>
                <a:xfrm>
                  <a:off x="521377" y="3121456"/>
                  <a:ext cx="164539" cy="102461"/>
                </a:xfrm>
                <a:custGeom>
                  <a:avLst/>
                  <a:gdLst/>
                  <a:ahLst/>
                  <a:cxnLst/>
                  <a:rect l="l" t="t" r="r" b="b"/>
                  <a:pathLst>
                    <a:path w="5036" h="3136" extrusionOk="0">
                      <a:moveTo>
                        <a:pt x="0" y="0"/>
                      </a:moveTo>
                      <a:lnTo>
                        <a:pt x="0" y="222"/>
                      </a:lnTo>
                      <a:lnTo>
                        <a:pt x="5036" y="3136"/>
                      </a:lnTo>
                      <a:lnTo>
                        <a:pt x="5036" y="2882"/>
                      </a:lnTo>
                      <a:lnTo>
                        <a:pt x="0" y="0"/>
                      </a:lnTo>
                      <a:close/>
                    </a:path>
                  </a:pathLst>
                </a:custGeom>
                <a:solidFill>
                  <a:srgbClr val="22283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491" name="Google Shape;4260;p38">
                  <a:extLst>
                    <a:ext uri="{FF2B5EF4-FFF2-40B4-BE49-F238E27FC236}">
                      <a16:creationId xmlns:a16="http://schemas.microsoft.com/office/drawing/2014/main" id="{4568C27F-C1FE-6836-276D-DEAF8C95F7E7}"/>
                    </a:ext>
                  </a:extLst>
                </p:cNvPr>
                <p:cNvSpPr/>
                <p:nvPr/>
              </p:nvSpPr>
              <p:spPr>
                <a:xfrm>
                  <a:off x="830753" y="3270083"/>
                  <a:ext cx="21760" cy="28490"/>
                </a:xfrm>
                <a:custGeom>
                  <a:avLst/>
                  <a:gdLst/>
                  <a:ahLst/>
                  <a:cxnLst/>
                  <a:rect l="l" t="t" r="r" b="b"/>
                  <a:pathLst>
                    <a:path w="666" h="872" extrusionOk="0">
                      <a:moveTo>
                        <a:pt x="165" y="1"/>
                      </a:moveTo>
                      <a:cubicBezTo>
                        <a:pt x="62" y="1"/>
                        <a:pt x="0" y="78"/>
                        <a:pt x="0" y="233"/>
                      </a:cubicBezTo>
                      <a:cubicBezTo>
                        <a:pt x="0" y="455"/>
                        <a:pt x="127" y="708"/>
                        <a:pt x="317" y="835"/>
                      </a:cubicBezTo>
                      <a:cubicBezTo>
                        <a:pt x="367" y="860"/>
                        <a:pt x="414" y="872"/>
                        <a:pt x="457" y="872"/>
                      </a:cubicBezTo>
                      <a:cubicBezTo>
                        <a:pt x="579" y="872"/>
                        <a:pt x="665" y="777"/>
                        <a:pt x="665" y="613"/>
                      </a:cubicBezTo>
                      <a:cubicBezTo>
                        <a:pt x="665" y="423"/>
                        <a:pt x="507" y="138"/>
                        <a:pt x="317" y="43"/>
                      </a:cubicBezTo>
                      <a:cubicBezTo>
                        <a:pt x="260" y="15"/>
                        <a:pt x="209" y="1"/>
                        <a:pt x="165" y="1"/>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492" name="Google Shape;4261;p38">
                  <a:extLst>
                    <a:ext uri="{FF2B5EF4-FFF2-40B4-BE49-F238E27FC236}">
                      <a16:creationId xmlns:a16="http://schemas.microsoft.com/office/drawing/2014/main" id="{7414504A-CC61-8C4F-1616-D5AB2DC5060D}"/>
                    </a:ext>
                  </a:extLst>
                </p:cNvPr>
                <p:cNvSpPr/>
                <p:nvPr/>
              </p:nvSpPr>
              <p:spPr>
                <a:xfrm>
                  <a:off x="878357" y="3297561"/>
                  <a:ext cx="21760" cy="28588"/>
                </a:xfrm>
                <a:custGeom>
                  <a:avLst/>
                  <a:gdLst/>
                  <a:ahLst/>
                  <a:cxnLst/>
                  <a:rect l="l" t="t" r="r" b="b"/>
                  <a:pathLst>
                    <a:path w="666" h="875" extrusionOk="0">
                      <a:moveTo>
                        <a:pt x="187" y="1"/>
                      </a:moveTo>
                      <a:cubicBezTo>
                        <a:pt x="76" y="1"/>
                        <a:pt x="0" y="93"/>
                        <a:pt x="0" y="247"/>
                      </a:cubicBezTo>
                      <a:cubicBezTo>
                        <a:pt x="0" y="469"/>
                        <a:pt x="158" y="722"/>
                        <a:pt x="348" y="817"/>
                      </a:cubicBezTo>
                      <a:cubicBezTo>
                        <a:pt x="407" y="856"/>
                        <a:pt x="459" y="874"/>
                        <a:pt x="503" y="874"/>
                      </a:cubicBezTo>
                      <a:cubicBezTo>
                        <a:pt x="604" y="874"/>
                        <a:pt x="665" y="781"/>
                        <a:pt x="665" y="627"/>
                      </a:cubicBezTo>
                      <a:cubicBezTo>
                        <a:pt x="665" y="406"/>
                        <a:pt x="538" y="152"/>
                        <a:pt x="348" y="57"/>
                      </a:cubicBezTo>
                      <a:cubicBezTo>
                        <a:pt x="290" y="19"/>
                        <a:pt x="235" y="1"/>
                        <a:pt x="187" y="1"/>
                      </a:cubicBezTo>
                      <a:close/>
                    </a:path>
                  </a:pathLst>
                </a:custGeom>
                <a:solidFill>
                  <a:srgbClr val="30475E"/>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493" name="Google Shape;4262;p38">
                  <a:extLst>
                    <a:ext uri="{FF2B5EF4-FFF2-40B4-BE49-F238E27FC236}">
                      <a16:creationId xmlns:a16="http://schemas.microsoft.com/office/drawing/2014/main" id="{CD2B4A73-A87A-0979-A931-6EA7755E37B8}"/>
                    </a:ext>
                  </a:extLst>
                </p:cNvPr>
                <p:cNvSpPr/>
                <p:nvPr/>
              </p:nvSpPr>
              <p:spPr>
                <a:xfrm>
                  <a:off x="924915" y="3325267"/>
                  <a:ext cx="24864" cy="28523"/>
                </a:xfrm>
                <a:custGeom>
                  <a:avLst/>
                  <a:gdLst/>
                  <a:ahLst/>
                  <a:cxnLst/>
                  <a:rect l="l" t="t" r="r" b="b"/>
                  <a:pathLst>
                    <a:path w="761" h="873" extrusionOk="0">
                      <a:moveTo>
                        <a:pt x="255" y="1"/>
                      </a:moveTo>
                      <a:cubicBezTo>
                        <a:pt x="220" y="1"/>
                        <a:pt x="188" y="11"/>
                        <a:pt x="159" y="33"/>
                      </a:cubicBezTo>
                      <a:cubicBezTo>
                        <a:pt x="0" y="96"/>
                        <a:pt x="0" y="349"/>
                        <a:pt x="159" y="571"/>
                      </a:cubicBezTo>
                      <a:cubicBezTo>
                        <a:pt x="263" y="754"/>
                        <a:pt x="411" y="872"/>
                        <a:pt x="548" y="872"/>
                      </a:cubicBezTo>
                      <a:cubicBezTo>
                        <a:pt x="577" y="872"/>
                        <a:pt x="606" y="867"/>
                        <a:pt x="634" y="856"/>
                      </a:cubicBezTo>
                      <a:cubicBezTo>
                        <a:pt x="760" y="761"/>
                        <a:pt x="760" y="539"/>
                        <a:pt x="634" y="286"/>
                      </a:cubicBezTo>
                      <a:cubicBezTo>
                        <a:pt x="512" y="115"/>
                        <a:pt x="371" y="1"/>
                        <a:pt x="255" y="1"/>
                      </a:cubicBezTo>
                      <a:close/>
                    </a:path>
                  </a:pathLst>
                </a:custGeom>
                <a:solidFill>
                  <a:srgbClr val="22283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494" name="Google Shape;4263;p38">
                  <a:extLst>
                    <a:ext uri="{FF2B5EF4-FFF2-40B4-BE49-F238E27FC236}">
                      <a16:creationId xmlns:a16="http://schemas.microsoft.com/office/drawing/2014/main" id="{0E71C7AF-4253-BB19-C3AF-5857941C5A09}"/>
                    </a:ext>
                  </a:extLst>
                </p:cNvPr>
                <p:cNvSpPr/>
                <p:nvPr/>
              </p:nvSpPr>
              <p:spPr>
                <a:xfrm>
                  <a:off x="497559" y="3169909"/>
                  <a:ext cx="488421" cy="387953"/>
                </a:xfrm>
                <a:custGeom>
                  <a:avLst/>
                  <a:gdLst/>
                  <a:ahLst/>
                  <a:cxnLst/>
                  <a:rect l="l" t="t" r="r" b="b"/>
                  <a:pathLst>
                    <a:path w="14949" h="11874" extrusionOk="0">
                      <a:moveTo>
                        <a:pt x="238" y="0"/>
                      </a:moveTo>
                      <a:cubicBezTo>
                        <a:pt x="95" y="0"/>
                        <a:pt x="1" y="122"/>
                        <a:pt x="1" y="322"/>
                      </a:cubicBezTo>
                      <a:lnTo>
                        <a:pt x="1" y="2919"/>
                      </a:lnTo>
                      <a:cubicBezTo>
                        <a:pt x="1" y="3204"/>
                        <a:pt x="191" y="3553"/>
                        <a:pt x="444" y="3679"/>
                      </a:cubicBezTo>
                      <a:lnTo>
                        <a:pt x="14505" y="11818"/>
                      </a:lnTo>
                      <a:cubicBezTo>
                        <a:pt x="14579" y="11855"/>
                        <a:pt x="14648" y="11873"/>
                        <a:pt x="14708" y="11873"/>
                      </a:cubicBezTo>
                      <a:cubicBezTo>
                        <a:pt x="14853" y="11873"/>
                        <a:pt x="14949" y="11767"/>
                        <a:pt x="14949" y="11565"/>
                      </a:cubicBezTo>
                      <a:lnTo>
                        <a:pt x="14949" y="8936"/>
                      </a:lnTo>
                      <a:cubicBezTo>
                        <a:pt x="14949" y="8651"/>
                        <a:pt x="14759" y="8335"/>
                        <a:pt x="14505" y="8176"/>
                      </a:cubicBezTo>
                      <a:lnTo>
                        <a:pt x="444" y="69"/>
                      </a:lnTo>
                      <a:cubicBezTo>
                        <a:pt x="369" y="22"/>
                        <a:pt x="299" y="0"/>
                        <a:pt x="238" y="0"/>
                      </a:cubicBezTo>
                      <a:close/>
                    </a:path>
                  </a:pathLst>
                </a:custGeom>
                <a:solidFill>
                  <a:schemeClr val="tx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495" name="Google Shape;4264;p38">
                  <a:extLst>
                    <a:ext uri="{FF2B5EF4-FFF2-40B4-BE49-F238E27FC236}">
                      <a16:creationId xmlns:a16="http://schemas.microsoft.com/office/drawing/2014/main" id="{53E22A2E-710D-909C-75CA-2FD9FC405679}"/>
                    </a:ext>
                  </a:extLst>
                </p:cNvPr>
                <p:cNvSpPr/>
                <p:nvPr/>
              </p:nvSpPr>
              <p:spPr>
                <a:xfrm>
                  <a:off x="521377" y="3207320"/>
                  <a:ext cx="164539" cy="102494"/>
                </a:xfrm>
                <a:custGeom>
                  <a:avLst/>
                  <a:gdLst/>
                  <a:ahLst/>
                  <a:cxnLst/>
                  <a:rect l="l" t="t" r="r" b="b"/>
                  <a:pathLst>
                    <a:path w="5036" h="3137" extrusionOk="0">
                      <a:moveTo>
                        <a:pt x="0" y="1"/>
                      </a:moveTo>
                      <a:lnTo>
                        <a:pt x="0" y="222"/>
                      </a:lnTo>
                      <a:lnTo>
                        <a:pt x="5036" y="3136"/>
                      </a:lnTo>
                      <a:lnTo>
                        <a:pt x="5036" y="2883"/>
                      </a:lnTo>
                      <a:lnTo>
                        <a:pt x="0" y="1"/>
                      </a:lnTo>
                      <a:close/>
                    </a:path>
                  </a:pathLst>
                </a:custGeom>
                <a:solidFill>
                  <a:srgbClr val="22283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496" name="Google Shape;4265;p38">
                  <a:extLst>
                    <a:ext uri="{FF2B5EF4-FFF2-40B4-BE49-F238E27FC236}">
                      <a16:creationId xmlns:a16="http://schemas.microsoft.com/office/drawing/2014/main" id="{6CDEA8CC-7C7B-ECF5-8D81-30EA4BE7503C}"/>
                    </a:ext>
                  </a:extLst>
                </p:cNvPr>
                <p:cNvSpPr/>
                <p:nvPr/>
              </p:nvSpPr>
              <p:spPr>
                <a:xfrm>
                  <a:off x="521377" y="3233196"/>
                  <a:ext cx="164539" cy="102461"/>
                </a:xfrm>
                <a:custGeom>
                  <a:avLst/>
                  <a:gdLst/>
                  <a:ahLst/>
                  <a:cxnLst/>
                  <a:rect l="l" t="t" r="r" b="b"/>
                  <a:pathLst>
                    <a:path w="5036" h="3136" extrusionOk="0">
                      <a:moveTo>
                        <a:pt x="0" y="1"/>
                      </a:moveTo>
                      <a:lnTo>
                        <a:pt x="0" y="222"/>
                      </a:lnTo>
                      <a:lnTo>
                        <a:pt x="5036" y="3136"/>
                      </a:lnTo>
                      <a:lnTo>
                        <a:pt x="5036" y="2914"/>
                      </a:lnTo>
                      <a:lnTo>
                        <a:pt x="0" y="1"/>
                      </a:lnTo>
                      <a:close/>
                    </a:path>
                  </a:pathLst>
                </a:custGeom>
                <a:solidFill>
                  <a:srgbClr val="22283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497" name="Google Shape;4266;p38">
                  <a:extLst>
                    <a:ext uri="{FF2B5EF4-FFF2-40B4-BE49-F238E27FC236}">
                      <a16:creationId xmlns:a16="http://schemas.microsoft.com/office/drawing/2014/main" id="{F7305550-FA5B-3723-DE1F-25440CC01096}"/>
                    </a:ext>
                  </a:extLst>
                </p:cNvPr>
                <p:cNvSpPr/>
                <p:nvPr/>
              </p:nvSpPr>
              <p:spPr>
                <a:xfrm>
                  <a:off x="521377" y="3260086"/>
                  <a:ext cx="164539" cy="102494"/>
                </a:xfrm>
                <a:custGeom>
                  <a:avLst/>
                  <a:gdLst/>
                  <a:ahLst/>
                  <a:cxnLst/>
                  <a:rect l="l" t="t" r="r" b="b"/>
                  <a:pathLst>
                    <a:path w="5036" h="3137" extrusionOk="0">
                      <a:moveTo>
                        <a:pt x="0" y="1"/>
                      </a:moveTo>
                      <a:lnTo>
                        <a:pt x="0" y="223"/>
                      </a:lnTo>
                      <a:lnTo>
                        <a:pt x="5036" y="3136"/>
                      </a:lnTo>
                      <a:lnTo>
                        <a:pt x="5036" y="2883"/>
                      </a:lnTo>
                      <a:lnTo>
                        <a:pt x="0" y="1"/>
                      </a:lnTo>
                      <a:close/>
                    </a:path>
                  </a:pathLst>
                </a:custGeom>
                <a:solidFill>
                  <a:srgbClr val="22283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498" name="Google Shape;4267;p38">
                  <a:extLst>
                    <a:ext uri="{FF2B5EF4-FFF2-40B4-BE49-F238E27FC236}">
                      <a16:creationId xmlns:a16="http://schemas.microsoft.com/office/drawing/2014/main" id="{2DD900E6-3EFC-8134-6352-E604A691DFD4}"/>
                    </a:ext>
                  </a:extLst>
                </p:cNvPr>
                <p:cNvSpPr/>
                <p:nvPr/>
              </p:nvSpPr>
              <p:spPr>
                <a:xfrm>
                  <a:off x="830753" y="3408288"/>
                  <a:ext cx="21760" cy="28556"/>
                </a:xfrm>
                <a:custGeom>
                  <a:avLst/>
                  <a:gdLst/>
                  <a:ahLst/>
                  <a:cxnLst/>
                  <a:rect l="l" t="t" r="r" b="b"/>
                  <a:pathLst>
                    <a:path w="666" h="874" extrusionOk="0">
                      <a:moveTo>
                        <a:pt x="162" y="0"/>
                      </a:moveTo>
                      <a:cubicBezTo>
                        <a:pt x="61" y="0"/>
                        <a:pt x="0" y="93"/>
                        <a:pt x="0" y="247"/>
                      </a:cubicBezTo>
                      <a:cubicBezTo>
                        <a:pt x="0" y="469"/>
                        <a:pt x="127" y="722"/>
                        <a:pt x="317" y="817"/>
                      </a:cubicBezTo>
                      <a:cubicBezTo>
                        <a:pt x="375" y="856"/>
                        <a:pt x="430" y="874"/>
                        <a:pt x="479" y="874"/>
                      </a:cubicBezTo>
                      <a:cubicBezTo>
                        <a:pt x="589" y="874"/>
                        <a:pt x="665" y="781"/>
                        <a:pt x="665" y="627"/>
                      </a:cubicBezTo>
                      <a:cubicBezTo>
                        <a:pt x="665" y="405"/>
                        <a:pt x="507" y="152"/>
                        <a:pt x="317" y="57"/>
                      </a:cubicBezTo>
                      <a:cubicBezTo>
                        <a:pt x="259" y="18"/>
                        <a:pt x="207" y="0"/>
                        <a:pt x="162" y="0"/>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499" name="Google Shape;4268;p38">
                  <a:extLst>
                    <a:ext uri="{FF2B5EF4-FFF2-40B4-BE49-F238E27FC236}">
                      <a16:creationId xmlns:a16="http://schemas.microsoft.com/office/drawing/2014/main" id="{4F2A5185-B5C0-3C7C-C67F-A2E64B7CB4BF}"/>
                    </a:ext>
                  </a:extLst>
                </p:cNvPr>
                <p:cNvSpPr/>
                <p:nvPr/>
              </p:nvSpPr>
              <p:spPr>
                <a:xfrm>
                  <a:off x="878357" y="3436223"/>
                  <a:ext cx="21760" cy="28098"/>
                </a:xfrm>
                <a:custGeom>
                  <a:avLst/>
                  <a:gdLst/>
                  <a:ahLst/>
                  <a:cxnLst/>
                  <a:rect l="l" t="t" r="r" b="b"/>
                  <a:pathLst>
                    <a:path w="666" h="860" extrusionOk="0">
                      <a:moveTo>
                        <a:pt x="187" y="0"/>
                      </a:moveTo>
                      <a:cubicBezTo>
                        <a:pt x="76" y="0"/>
                        <a:pt x="0" y="93"/>
                        <a:pt x="0" y="247"/>
                      </a:cubicBezTo>
                      <a:cubicBezTo>
                        <a:pt x="0" y="437"/>
                        <a:pt x="158" y="722"/>
                        <a:pt x="348" y="817"/>
                      </a:cubicBezTo>
                      <a:cubicBezTo>
                        <a:pt x="405" y="846"/>
                        <a:pt x="457" y="860"/>
                        <a:pt x="501" y="860"/>
                      </a:cubicBezTo>
                      <a:cubicBezTo>
                        <a:pt x="603" y="860"/>
                        <a:pt x="665" y="782"/>
                        <a:pt x="665" y="627"/>
                      </a:cubicBezTo>
                      <a:cubicBezTo>
                        <a:pt x="665" y="405"/>
                        <a:pt x="538" y="152"/>
                        <a:pt x="348" y="57"/>
                      </a:cubicBezTo>
                      <a:cubicBezTo>
                        <a:pt x="290" y="18"/>
                        <a:pt x="235" y="0"/>
                        <a:pt x="187" y="0"/>
                      </a:cubicBezTo>
                      <a:close/>
                    </a:path>
                  </a:pathLst>
                </a:custGeom>
                <a:solidFill>
                  <a:srgbClr val="30475E"/>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500" name="Google Shape;4269;p38">
                  <a:extLst>
                    <a:ext uri="{FF2B5EF4-FFF2-40B4-BE49-F238E27FC236}">
                      <a16:creationId xmlns:a16="http://schemas.microsoft.com/office/drawing/2014/main" id="{CF57A96E-A580-C0C1-5818-E243C192F34A}"/>
                    </a:ext>
                  </a:extLst>
                </p:cNvPr>
                <p:cNvSpPr/>
                <p:nvPr/>
              </p:nvSpPr>
              <p:spPr>
                <a:xfrm>
                  <a:off x="924915" y="3463929"/>
                  <a:ext cx="24864" cy="28523"/>
                </a:xfrm>
                <a:custGeom>
                  <a:avLst/>
                  <a:gdLst/>
                  <a:ahLst/>
                  <a:cxnLst/>
                  <a:rect l="l" t="t" r="r" b="b"/>
                  <a:pathLst>
                    <a:path w="761" h="873" extrusionOk="0">
                      <a:moveTo>
                        <a:pt x="255" y="0"/>
                      </a:moveTo>
                      <a:cubicBezTo>
                        <a:pt x="220" y="0"/>
                        <a:pt x="188" y="11"/>
                        <a:pt x="159" y="32"/>
                      </a:cubicBezTo>
                      <a:cubicBezTo>
                        <a:pt x="0" y="96"/>
                        <a:pt x="0" y="349"/>
                        <a:pt x="159" y="571"/>
                      </a:cubicBezTo>
                      <a:cubicBezTo>
                        <a:pt x="263" y="754"/>
                        <a:pt x="411" y="872"/>
                        <a:pt x="548" y="872"/>
                      </a:cubicBezTo>
                      <a:cubicBezTo>
                        <a:pt x="577" y="872"/>
                        <a:pt x="606" y="867"/>
                        <a:pt x="634" y="856"/>
                      </a:cubicBezTo>
                      <a:cubicBezTo>
                        <a:pt x="760" y="761"/>
                        <a:pt x="760" y="507"/>
                        <a:pt x="634" y="286"/>
                      </a:cubicBezTo>
                      <a:cubicBezTo>
                        <a:pt x="512" y="115"/>
                        <a:pt x="371" y="0"/>
                        <a:pt x="255" y="0"/>
                      </a:cubicBezTo>
                      <a:close/>
                    </a:path>
                  </a:pathLst>
                </a:custGeom>
                <a:solidFill>
                  <a:srgbClr val="22283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501" name="Google Shape;4270;p38">
                  <a:extLst>
                    <a:ext uri="{FF2B5EF4-FFF2-40B4-BE49-F238E27FC236}">
                      <a16:creationId xmlns:a16="http://schemas.microsoft.com/office/drawing/2014/main" id="{76591DC8-F689-81E3-75BB-C7E180FBC14D}"/>
                    </a:ext>
                  </a:extLst>
                </p:cNvPr>
                <p:cNvSpPr/>
                <p:nvPr/>
              </p:nvSpPr>
              <p:spPr>
                <a:xfrm>
                  <a:off x="497559" y="3308506"/>
                  <a:ext cx="488421" cy="387463"/>
                </a:xfrm>
                <a:custGeom>
                  <a:avLst/>
                  <a:gdLst/>
                  <a:ahLst/>
                  <a:cxnLst/>
                  <a:rect l="l" t="t" r="r" b="b"/>
                  <a:pathLst>
                    <a:path w="14949" h="11859" extrusionOk="0">
                      <a:moveTo>
                        <a:pt x="235" y="1"/>
                      </a:moveTo>
                      <a:cubicBezTo>
                        <a:pt x="93" y="1"/>
                        <a:pt x="1" y="116"/>
                        <a:pt x="1" y="292"/>
                      </a:cubicBezTo>
                      <a:lnTo>
                        <a:pt x="1" y="2921"/>
                      </a:lnTo>
                      <a:cubicBezTo>
                        <a:pt x="1" y="3206"/>
                        <a:pt x="191" y="3523"/>
                        <a:pt x="444" y="3681"/>
                      </a:cubicBezTo>
                      <a:lnTo>
                        <a:pt x="14505" y="11788"/>
                      </a:lnTo>
                      <a:cubicBezTo>
                        <a:pt x="14582" y="11836"/>
                        <a:pt x="14653" y="11858"/>
                        <a:pt x="14715" y="11858"/>
                      </a:cubicBezTo>
                      <a:cubicBezTo>
                        <a:pt x="14856" y="11858"/>
                        <a:pt x="14949" y="11743"/>
                        <a:pt x="14949" y="11566"/>
                      </a:cubicBezTo>
                      <a:lnTo>
                        <a:pt x="14949" y="8938"/>
                      </a:lnTo>
                      <a:cubicBezTo>
                        <a:pt x="14949" y="8653"/>
                        <a:pt x="14759" y="8336"/>
                        <a:pt x="14505" y="8178"/>
                      </a:cubicBezTo>
                      <a:lnTo>
                        <a:pt x="444" y="71"/>
                      </a:lnTo>
                      <a:cubicBezTo>
                        <a:pt x="367" y="23"/>
                        <a:pt x="296" y="1"/>
                        <a:pt x="235" y="1"/>
                      </a:cubicBezTo>
                      <a:close/>
                    </a:path>
                  </a:pathLst>
                </a:custGeom>
                <a:solidFill>
                  <a:schemeClr val="tx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502" name="Google Shape;4271;p38">
                  <a:extLst>
                    <a:ext uri="{FF2B5EF4-FFF2-40B4-BE49-F238E27FC236}">
                      <a16:creationId xmlns:a16="http://schemas.microsoft.com/office/drawing/2014/main" id="{C5A11AD3-FBFE-247D-7EC9-6CC0C6D1F229}"/>
                    </a:ext>
                  </a:extLst>
                </p:cNvPr>
                <p:cNvSpPr/>
                <p:nvPr/>
              </p:nvSpPr>
              <p:spPr>
                <a:xfrm>
                  <a:off x="521377" y="3344936"/>
                  <a:ext cx="164539" cy="102461"/>
                </a:xfrm>
                <a:custGeom>
                  <a:avLst/>
                  <a:gdLst/>
                  <a:ahLst/>
                  <a:cxnLst/>
                  <a:rect l="l" t="t" r="r" b="b"/>
                  <a:pathLst>
                    <a:path w="5036" h="3136" extrusionOk="0">
                      <a:moveTo>
                        <a:pt x="0" y="1"/>
                      </a:moveTo>
                      <a:lnTo>
                        <a:pt x="0" y="254"/>
                      </a:lnTo>
                      <a:lnTo>
                        <a:pt x="5036" y="3136"/>
                      </a:lnTo>
                      <a:lnTo>
                        <a:pt x="5036" y="2914"/>
                      </a:lnTo>
                      <a:lnTo>
                        <a:pt x="0" y="1"/>
                      </a:lnTo>
                      <a:close/>
                    </a:path>
                  </a:pathLst>
                </a:custGeom>
                <a:solidFill>
                  <a:srgbClr val="22283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503" name="Google Shape;4272;p38">
                  <a:extLst>
                    <a:ext uri="{FF2B5EF4-FFF2-40B4-BE49-F238E27FC236}">
                      <a16:creationId xmlns:a16="http://schemas.microsoft.com/office/drawing/2014/main" id="{BF3B281E-771C-F245-D877-9A77272CD1C5}"/>
                    </a:ext>
                  </a:extLst>
                </p:cNvPr>
                <p:cNvSpPr/>
                <p:nvPr/>
              </p:nvSpPr>
              <p:spPr>
                <a:xfrm>
                  <a:off x="521377" y="3371858"/>
                  <a:ext cx="164539" cy="102461"/>
                </a:xfrm>
                <a:custGeom>
                  <a:avLst/>
                  <a:gdLst/>
                  <a:ahLst/>
                  <a:cxnLst/>
                  <a:rect l="l" t="t" r="r" b="b"/>
                  <a:pathLst>
                    <a:path w="5036" h="3136" extrusionOk="0">
                      <a:moveTo>
                        <a:pt x="0" y="0"/>
                      </a:moveTo>
                      <a:lnTo>
                        <a:pt x="0" y="222"/>
                      </a:lnTo>
                      <a:lnTo>
                        <a:pt x="5036" y="3135"/>
                      </a:lnTo>
                      <a:lnTo>
                        <a:pt x="5036" y="2882"/>
                      </a:lnTo>
                      <a:lnTo>
                        <a:pt x="0" y="0"/>
                      </a:lnTo>
                      <a:close/>
                    </a:path>
                  </a:pathLst>
                </a:custGeom>
                <a:solidFill>
                  <a:srgbClr val="22283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504" name="Google Shape;4273;p38">
                  <a:extLst>
                    <a:ext uri="{FF2B5EF4-FFF2-40B4-BE49-F238E27FC236}">
                      <a16:creationId xmlns:a16="http://schemas.microsoft.com/office/drawing/2014/main" id="{CAA122D7-1786-E26F-B033-549A40AE87B9}"/>
                    </a:ext>
                  </a:extLst>
                </p:cNvPr>
                <p:cNvSpPr/>
                <p:nvPr/>
              </p:nvSpPr>
              <p:spPr>
                <a:xfrm>
                  <a:off x="521377" y="3397702"/>
                  <a:ext cx="164539" cy="102494"/>
                </a:xfrm>
                <a:custGeom>
                  <a:avLst/>
                  <a:gdLst/>
                  <a:ahLst/>
                  <a:cxnLst/>
                  <a:rect l="l" t="t" r="r" b="b"/>
                  <a:pathLst>
                    <a:path w="5036" h="3137" extrusionOk="0">
                      <a:moveTo>
                        <a:pt x="0" y="1"/>
                      </a:moveTo>
                      <a:lnTo>
                        <a:pt x="0" y="254"/>
                      </a:lnTo>
                      <a:lnTo>
                        <a:pt x="5036" y="3136"/>
                      </a:lnTo>
                      <a:lnTo>
                        <a:pt x="5036" y="2914"/>
                      </a:lnTo>
                      <a:lnTo>
                        <a:pt x="0" y="1"/>
                      </a:lnTo>
                      <a:close/>
                    </a:path>
                  </a:pathLst>
                </a:custGeom>
                <a:solidFill>
                  <a:srgbClr val="22283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505" name="Google Shape;4274;p38">
                  <a:extLst>
                    <a:ext uri="{FF2B5EF4-FFF2-40B4-BE49-F238E27FC236}">
                      <a16:creationId xmlns:a16="http://schemas.microsoft.com/office/drawing/2014/main" id="{BFA1405C-DBB4-B451-5AD8-8A8498025B21}"/>
                    </a:ext>
                  </a:extLst>
                </p:cNvPr>
                <p:cNvSpPr/>
                <p:nvPr/>
              </p:nvSpPr>
              <p:spPr>
                <a:xfrm>
                  <a:off x="830753" y="3546917"/>
                  <a:ext cx="21760" cy="28131"/>
                </a:xfrm>
                <a:custGeom>
                  <a:avLst/>
                  <a:gdLst/>
                  <a:ahLst/>
                  <a:cxnLst/>
                  <a:rect l="l" t="t" r="r" b="b"/>
                  <a:pathLst>
                    <a:path w="666" h="861" extrusionOk="0">
                      <a:moveTo>
                        <a:pt x="162" y="1"/>
                      </a:moveTo>
                      <a:cubicBezTo>
                        <a:pt x="61" y="1"/>
                        <a:pt x="0" y="94"/>
                        <a:pt x="0" y="248"/>
                      </a:cubicBezTo>
                      <a:cubicBezTo>
                        <a:pt x="0" y="438"/>
                        <a:pt x="127" y="723"/>
                        <a:pt x="317" y="818"/>
                      </a:cubicBezTo>
                      <a:cubicBezTo>
                        <a:pt x="374" y="846"/>
                        <a:pt x="428" y="860"/>
                        <a:pt x="476" y="860"/>
                      </a:cubicBezTo>
                      <a:cubicBezTo>
                        <a:pt x="588" y="860"/>
                        <a:pt x="665" y="783"/>
                        <a:pt x="665" y="628"/>
                      </a:cubicBezTo>
                      <a:cubicBezTo>
                        <a:pt x="665" y="406"/>
                        <a:pt x="507" y="153"/>
                        <a:pt x="317" y="58"/>
                      </a:cubicBezTo>
                      <a:cubicBezTo>
                        <a:pt x="259" y="19"/>
                        <a:pt x="207" y="1"/>
                        <a:pt x="162" y="1"/>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506" name="Google Shape;4275;p38">
                  <a:extLst>
                    <a:ext uri="{FF2B5EF4-FFF2-40B4-BE49-F238E27FC236}">
                      <a16:creationId xmlns:a16="http://schemas.microsoft.com/office/drawing/2014/main" id="{FB9522CB-7811-0E80-26E5-084EEB16E77D}"/>
                    </a:ext>
                  </a:extLst>
                </p:cNvPr>
                <p:cNvSpPr/>
                <p:nvPr/>
              </p:nvSpPr>
              <p:spPr>
                <a:xfrm>
                  <a:off x="877311" y="3574101"/>
                  <a:ext cx="23818" cy="28523"/>
                </a:xfrm>
                <a:custGeom>
                  <a:avLst/>
                  <a:gdLst/>
                  <a:ahLst/>
                  <a:cxnLst/>
                  <a:rect l="l" t="t" r="r" b="b"/>
                  <a:pathLst>
                    <a:path w="729" h="873" extrusionOk="0">
                      <a:moveTo>
                        <a:pt x="201" y="1"/>
                      </a:moveTo>
                      <a:cubicBezTo>
                        <a:pt x="174" y="1"/>
                        <a:pt x="149" y="6"/>
                        <a:pt x="127" y="17"/>
                      </a:cubicBezTo>
                      <a:cubicBezTo>
                        <a:pt x="0" y="112"/>
                        <a:pt x="0" y="366"/>
                        <a:pt x="127" y="587"/>
                      </a:cubicBezTo>
                      <a:cubicBezTo>
                        <a:pt x="225" y="758"/>
                        <a:pt x="379" y="873"/>
                        <a:pt x="502" y="873"/>
                      </a:cubicBezTo>
                      <a:cubicBezTo>
                        <a:pt x="539" y="873"/>
                        <a:pt x="573" y="862"/>
                        <a:pt x="602" y="841"/>
                      </a:cubicBezTo>
                      <a:cubicBezTo>
                        <a:pt x="729" y="777"/>
                        <a:pt x="729" y="524"/>
                        <a:pt x="602" y="302"/>
                      </a:cubicBezTo>
                      <a:cubicBezTo>
                        <a:pt x="498" y="119"/>
                        <a:pt x="328" y="1"/>
                        <a:pt x="201" y="1"/>
                      </a:cubicBezTo>
                      <a:close/>
                    </a:path>
                  </a:pathLst>
                </a:custGeom>
                <a:solidFill>
                  <a:srgbClr val="30475E"/>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507" name="Google Shape;4276;p38">
                  <a:extLst>
                    <a:ext uri="{FF2B5EF4-FFF2-40B4-BE49-F238E27FC236}">
                      <a16:creationId xmlns:a16="http://schemas.microsoft.com/office/drawing/2014/main" id="{777468D1-3D4F-CC92-87C8-6CDA5D23C0EF}"/>
                    </a:ext>
                  </a:extLst>
                </p:cNvPr>
                <p:cNvSpPr/>
                <p:nvPr/>
              </p:nvSpPr>
              <p:spPr>
                <a:xfrm>
                  <a:off x="926973" y="3602232"/>
                  <a:ext cx="21760" cy="28490"/>
                </a:xfrm>
                <a:custGeom>
                  <a:avLst/>
                  <a:gdLst/>
                  <a:ahLst/>
                  <a:cxnLst/>
                  <a:rect l="l" t="t" r="r" b="b"/>
                  <a:pathLst>
                    <a:path w="666" h="872" extrusionOk="0">
                      <a:moveTo>
                        <a:pt x="165" y="0"/>
                      </a:moveTo>
                      <a:cubicBezTo>
                        <a:pt x="63" y="0"/>
                        <a:pt x="1" y="78"/>
                        <a:pt x="1" y="233"/>
                      </a:cubicBezTo>
                      <a:cubicBezTo>
                        <a:pt x="1" y="455"/>
                        <a:pt x="127" y="708"/>
                        <a:pt x="317" y="835"/>
                      </a:cubicBezTo>
                      <a:cubicBezTo>
                        <a:pt x="368" y="860"/>
                        <a:pt x="417" y="872"/>
                        <a:pt x="461" y="872"/>
                      </a:cubicBezTo>
                      <a:cubicBezTo>
                        <a:pt x="581" y="872"/>
                        <a:pt x="666" y="784"/>
                        <a:pt x="666" y="645"/>
                      </a:cubicBezTo>
                      <a:cubicBezTo>
                        <a:pt x="666" y="423"/>
                        <a:pt x="507" y="170"/>
                        <a:pt x="317" y="43"/>
                      </a:cubicBezTo>
                      <a:cubicBezTo>
                        <a:pt x="260" y="14"/>
                        <a:pt x="209" y="0"/>
                        <a:pt x="165" y="0"/>
                      </a:cubicBezTo>
                      <a:close/>
                    </a:path>
                  </a:pathLst>
                </a:custGeom>
                <a:solidFill>
                  <a:srgbClr val="22283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508" name="Google Shape;4277;p38">
                  <a:extLst>
                    <a:ext uri="{FF2B5EF4-FFF2-40B4-BE49-F238E27FC236}">
                      <a16:creationId xmlns:a16="http://schemas.microsoft.com/office/drawing/2014/main" id="{F3693ED8-EACA-0F9E-74AB-9344792956B1}"/>
                    </a:ext>
                  </a:extLst>
                </p:cNvPr>
                <p:cNvSpPr/>
                <p:nvPr/>
              </p:nvSpPr>
              <p:spPr>
                <a:xfrm>
                  <a:off x="497559" y="3446776"/>
                  <a:ext cx="488421" cy="387790"/>
                </a:xfrm>
                <a:custGeom>
                  <a:avLst/>
                  <a:gdLst/>
                  <a:ahLst/>
                  <a:cxnLst/>
                  <a:rect l="l" t="t" r="r" b="b"/>
                  <a:pathLst>
                    <a:path w="14949" h="11869" extrusionOk="0">
                      <a:moveTo>
                        <a:pt x="257" y="1"/>
                      </a:moveTo>
                      <a:cubicBezTo>
                        <a:pt x="103" y="1"/>
                        <a:pt x="1" y="119"/>
                        <a:pt x="1" y="304"/>
                      </a:cubicBezTo>
                      <a:lnTo>
                        <a:pt x="1" y="2933"/>
                      </a:lnTo>
                      <a:cubicBezTo>
                        <a:pt x="1" y="3218"/>
                        <a:pt x="191" y="3534"/>
                        <a:pt x="444" y="3693"/>
                      </a:cubicBezTo>
                      <a:lnTo>
                        <a:pt x="14505" y="11800"/>
                      </a:lnTo>
                      <a:cubicBezTo>
                        <a:pt x="14581" y="11847"/>
                        <a:pt x="14650" y="11869"/>
                        <a:pt x="14711" y="11869"/>
                      </a:cubicBezTo>
                      <a:cubicBezTo>
                        <a:pt x="14855" y="11869"/>
                        <a:pt x="14949" y="11747"/>
                        <a:pt x="14949" y="11546"/>
                      </a:cubicBezTo>
                      <a:lnTo>
                        <a:pt x="14949" y="8950"/>
                      </a:lnTo>
                      <a:cubicBezTo>
                        <a:pt x="14949" y="8665"/>
                        <a:pt x="14759" y="8316"/>
                        <a:pt x="14505" y="8190"/>
                      </a:cubicBezTo>
                      <a:lnTo>
                        <a:pt x="444" y="51"/>
                      </a:lnTo>
                      <a:cubicBezTo>
                        <a:pt x="376" y="17"/>
                        <a:pt x="313" y="1"/>
                        <a:pt x="257" y="1"/>
                      </a:cubicBezTo>
                      <a:close/>
                    </a:path>
                  </a:pathLst>
                </a:custGeom>
                <a:solidFill>
                  <a:schemeClr val="tx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509" name="Google Shape;4278;p38">
                  <a:extLst>
                    <a:ext uri="{FF2B5EF4-FFF2-40B4-BE49-F238E27FC236}">
                      <a16:creationId xmlns:a16="http://schemas.microsoft.com/office/drawing/2014/main" id="{D4BCBD20-2017-7035-6893-2EA68645493D}"/>
                    </a:ext>
                  </a:extLst>
                </p:cNvPr>
                <p:cNvSpPr/>
                <p:nvPr/>
              </p:nvSpPr>
              <p:spPr>
                <a:xfrm>
                  <a:off x="521377" y="3483598"/>
                  <a:ext cx="164539" cy="102461"/>
                </a:xfrm>
                <a:custGeom>
                  <a:avLst/>
                  <a:gdLst/>
                  <a:ahLst/>
                  <a:cxnLst/>
                  <a:rect l="l" t="t" r="r" b="b"/>
                  <a:pathLst>
                    <a:path w="5036" h="3136" extrusionOk="0">
                      <a:moveTo>
                        <a:pt x="0" y="0"/>
                      </a:moveTo>
                      <a:lnTo>
                        <a:pt x="0" y="222"/>
                      </a:lnTo>
                      <a:lnTo>
                        <a:pt x="5036" y="3136"/>
                      </a:lnTo>
                      <a:lnTo>
                        <a:pt x="5036" y="2914"/>
                      </a:lnTo>
                      <a:lnTo>
                        <a:pt x="0" y="0"/>
                      </a:lnTo>
                      <a:close/>
                    </a:path>
                  </a:pathLst>
                </a:custGeom>
                <a:solidFill>
                  <a:srgbClr val="22283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510" name="Google Shape;4279;p38">
                  <a:extLst>
                    <a:ext uri="{FF2B5EF4-FFF2-40B4-BE49-F238E27FC236}">
                      <a16:creationId xmlns:a16="http://schemas.microsoft.com/office/drawing/2014/main" id="{46F73B04-BDA2-DD0D-9027-A2F22A73F96A}"/>
                    </a:ext>
                  </a:extLst>
                </p:cNvPr>
                <p:cNvSpPr/>
                <p:nvPr/>
              </p:nvSpPr>
              <p:spPr>
                <a:xfrm>
                  <a:off x="521377" y="3510488"/>
                  <a:ext cx="164539" cy="101448"/>
                </a:xfrm>
                <a:custGeom>
                  <a:avLst/>
                  <a:gdLst/>
                  <a:ahLst/>
                  <a:cxnLst/>
                  <a:rect l="l" t="t" r="r" b="b"/>
                  <a:pathLst>
                    <a:path w="5036" h="3105" extrusionOk="0">
                      <a:moveTo>
                        <a:pt x="0" y="1"/>
                      </a:moveTo>
                      <a:lnTo>
                        <a:pt x="0" y="222"/>
                      </a:lnTo>
                      <a:lnTo>
                        <a:pt x="5036" y="3104"/>
                      </a:lnTo>
                      <a:lnTo>
                        <a:pt x="5036" y="2883"/>
                      </a:lnTo>
                      <a:lnTo>
                        <a:pt x="0" y="1"/>
                      </a:lnTo>
                      <a:close/>
                    </a:path>
                  </a:pathLst>
                </a:custGeom>
                <a:solidFill>
                  <a:srgbClr val="22283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511" name="Google Shape;4280;p38">
                  <a:extLst>
                    <a:ext uri="{FF2B5EF4-FFF2-40B4-BE49-F238E27FC236}">
                      <a16:creationId xmlns:a16="http://schemas.microsoft.com/office/drawing/2014/main" id="{3884F166-2950-CA2F-6686-DD2183EFBA89}"/>
                    </a:ext>
                  </a:extLst>
                </p:cNvPr>
                <p:cNvSpPr/>
                <p:nvPr/>
              </p:nvSpPr>
              <p:spPr>
                <a:xfrm>
                  <a:off x="521377" y="3536364"/>
                  <a:ext cx="164539" cy="102461"/>
                </a:xfrm>
                <a:custGeom>
                  <a:avLst/>
                  <a:gdLst/>
                  <a:ahLst/>
                  <a:cxnLst/>
                  <a:rect l="l" t="t" r="r" b="b"/>
                  <a:pathLst>
                    <a:path w="5036" h="3136" extrusionOk="0">
                      <a:moveTo>
                        <a:pt x="0" y="1"/>
                      </a:moveTo>
                      <a:lnTo>
                        <a:pt x="0" y="222"/>
                      </a:lnTo>
                      <a:lnTo>
                        <a:pt x="5036" y="3136"/>
                      </a:lnTo>
                      <a:lnTo>
                        <a:pt x="5036" y="2914"/>
                      </a:lnTo>
                      <a:lnTo>
                        <a:pt x="0" y="1"/>
                      </a:lnTo>
                      <a:close/>
                    </a:path>
                  </a:pathLst>
                </a:custGeom>
                <a:solidFill>
                  <a:srgbClr val="22283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512" name="Google Shape;4281;p38">
                  <a:extLst>
                    <a:ext uri="{FF2B5EF4-FFF2-40B4-BE49-F238E27FC236}">
                      <a16:creationId xmlns:a16="http://schemas.microsoft.com/office/drawing/2014/main" id="{66D26539-6044-B164-7B47-2152BA4868FC}"/>
                    </a:ext>
                  </a:extLst>
                </p:cNvPr>
                <p:cNvSpPr/>
                <p:nvPr/>
              </p:nvSpPr>
              <p:spPr>
                <a:xfrm>
                  <a:off x="829707" y="3684828"/>
                  <a:ext cx="23851" cy="28523"/>
                </a:xfrm>
                <a:custGeom>
                  <a:avLst/>
                  <a:gdLst/>
                  <a:ahLst/>
                  <a:cxnLst/>
                  <a:rect l="l" t="t" r="r" b="b"/>
                  <a:pathLst>
                    <a:path w="730" h="873" extrusionOk="0">
                      <a:moveTo>
                        <a:pt x="201" y="1"/>
                      </a:moveTo>
                      <a:cubicBezTo>
                        <a:pt x="174" y="1"/>
                        <a:pt x="149" y="6"/>
                        <a:pt x="127" y="17"/>
                      </a:cubicBezTo>
                      <a:cubicBezTo>
                        <a:pt x="1" y="112"/>
                        <a:pt x="1" y="365"/>
                        <a:pt x="127" y="587"/>
                      </a:cubicBezTo>
                      <a:cubicBezTo>
                        <a:pt x="225" y="758"/>
                        <a:pt x="379" y="872"/>
                        <a:pt x="503" y="872"/>
                      </a:cubicBezTo>
                      <a:cubicBezTo>
                        <a:pt x="539" y="872"/>
                        <a:pt x="573" y="862"/>
                        <a:pt x="602" y="840"/>
                      </a:cubicBezTo>
                      <a:cubicBezTo>
                        <a:pt x="729" y="777"/>
                        <a:pt x="729" y="524"/>
                        <a:pt x="602" y="302"/>
                      </a:cubicBezTo>
                      <a:cubicBezTo>
                        <a:pt x="498" y="119"/>
                        <a:pt x="328" y="1"/>
                        <a:pt x="201" y="1"/>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513" name="Google Shape;4282;p38">
                  <a:extLst>
                    <a:ext uri="{FF2B5EF4-FFF2-40B4-BE49-F238E27FC236}">
                      <a16:creationId xmlns:a16="http://schemas.microsoft.com/office/drawing/2014/main" id="{B494DE81-5734-C7D9-7267-6640AF47AD01}"/>
                    </a:ext>
                  </a:extLst>
                </p:cNvPr>
                <p:cNvSpPr/>
                <p:nvPr/>
              </p:nvSpPr>
              <p:spPr>
                <a:xfrm>
                  <a:off x="877311" y="3712763"/>
                  <a:ext cx="23818" cy="28490"/>
                </a:xfrm>
                <a:custGeom>
                  <a:avLst/>
                  <a:gdLst/>
                  <a:ahLst/>
                  <a:cxnLst/>
                  <a:rect l="l" t="t" r="r" b="b"/>
                  <a:pathLst>
                    <a:path w="729" h="872" extrusionOk="0">
                      <a:moveTo>
                        <a:pt x="201" y="1"/>
                      </a:moveTo>
                      <a:cubicBezTo>
                        <a:pt x="174" y="1"/>
                        <a:pt x="149" y="6"/>
                        <a:pt x="127" y="17"/>
                      </a:cubicBezTo>
                      <a:cubicBezTo>
                        <a:pt x="0" y="112"/>
                        <a:pt x="0" y="334"/>
                        <a:pt x="127" y="555"/>
                      </a:cubicBezTo>
                      <a:cubicBezTo>
                        <a:pt x="225" y="752"/>
                        <a:pt x="380" y="872"/>
                        <a:pt x="504" y="872"/>
                      </a:cubicBezTo>
                      <a:cubicBezTo>
                        <a:pt x="540" y="872"/>
                        <a:pt x="574" y="862"/>
                        <a:pt x="602" y="840"/>
                      </a:cubicBezTo>
                      <a:cubicBezTo>
                        <a:pt x="729" y="777"/>
                        <a:pt x="729" y="524"/>
                        <a:pt x="602" y="302"/>
                      </a:cubicBezTo>
                      <a:cubicBezTo>
                        <a:pt x="498" y="119"/>
                        <a:pt x="328" y="1"/>
                        <a:pt x="201" y="1"/>
                      </a:cubicBezTo>
                      <a:close/>
                    </a:path>
                  </a:pathLst>
                </a:custGeom>
                <a:solidFill>
                  <a:srgbClr val="30475E"/>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514" name="Google Shape;4283;p38">
                  <a:extLst>
                    <a:ext uri="{FF2B5EF4-FFF2-40B4-BE49-F238E27FC236}">
                      <a16:creationId xmlns:a16="http://schemas.microsoft.com/office/drawing/2014/main" id="{4255369C-255F-ABBC-8E9A-FEF08C40EA99}"/>
                    </a:ext>
                  </a:extLst>
                </p:cNvPr>
                <p:cNvSpPr/>
                <p:nvPr/>
              </p:nvSpPr>
              <p:spPr>
                <a:xfrm>
                  <a:off x="926973" y="3740404"/>
                  <a:ext cx="21760" cy="28588"/>
                </a:xfrm>
                <a:custGeom>
                  <a:avLst/>
                  <a:gdLst/>
                  <a:ahLst/>
                  <a:cxnLst/>
                  <a:rect l="l" t="t" r="r" b="b"/>
                  <a:pathLst>
                    <a:path w="666" h="875" extrusionOk="0">
                      <a:moveTo>
                        <a:pt x="163" y="1"/>
                      </a:moveTo>
                      <a:cubicBezTo>
                        <a:pt x="62" y="1"/>
                        <a:pt x="1" y="94"/>
                        <a:pt x="1" y="248"/>
                      </a:cubicBezTo>
                      <a:cubicBezTo>
                        <a:pt x="1" y="469"/>
                        <a:pt x="127" y="723"/>
                        <a:pt x="317" y="818"/>
                      </a:cubicBezTo>
                      <a:cubicBezTo>
                        <a:pt x="375" y="856"/>
                        <a:pt x="430" y="874"/>
                        <a:pt x="479" y="874"/>
                      </a:cubicBezTo>
                      <a:cubicBezTo>
                        <a:pt x="589" y="874"/>
                        <a:pt x="666" y="782"/>
                        <a:pt x="666" y="628"/>
                      </a:cubicBezTo>
                      <a:cubicBezTo>
                        <a:pt x="666" y="438"/>
                        <a:pt x="507" y="153"/>
                        <a:pt x="317" y="58"/>
                      </a:cubicBezTo>
                      <a:cubicBezTo>
                        <a:pt x="259" y="19"/>
                        <a:pt x="207" y="1"/>
                        <a:pt x="163" y="1"/>
                      </a:cubicBezTo>
                      <a:close/>
                    </a:path>
                  </a:pathLst>
                </a:custGeom>
                <a:solidFill>
                  <a:srgbClr val="22283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515" name="Google Shape;4284;p38">
                  <a:extLst>
                    <a:ext uri="{FF2B5EF4-FFF2-40B4-BE49-F238E27FC236}">
                      <a16:creationId xmlns:a16="http://schemas.microsoft.com/office/drawing/2014/main" id="{ACBC035D-EF45-C772-0AE2-D24105E9CFBC}"/>
                    </a:ext>
                  </a:extLst>
                </p:cNvPr>
                <p:cNvSpPr/>
                <p:nvPr/>
              </p:nvSpPr>
              <p:spPr>
                <a:xfrm>
                  <a:off x="1053220" y="1921657"/>
                  <a:ext cx="473915" cy="2076207"/>
                </a:xfrm>
                <a:custGeom>
                  <a:avLst/>
                  <a:gdLst/>
                  <a:ahLst/>
                  <a:cxnLst/>
                  <a:rect l="l" t="t" r="r" b="b"/>
                  <a:pathLst>
                    <a:path w="14505" h="63546" extrusionOk="0">
                      <a:moveTo>
                        <a:pt x="14191" y="0"/>
                      </a:moveTo>
                      <a:cubicBezTo>
                        <a:pt x="14114" y="0"/>
                        <a:pt x="14027" y="26"/>
                        <a:pt x="13935" y="81"/>
                      </a:cubicBezTo>
                      <a:lnTo>
                        <a:pt x="539" y="7809"/>
                      </a:lnTo>
                      <a:cubicBezTo>
                        <a:pt x="254" y="7967"/>
                        <a:pt x="0" y="8379"/>
                        <a:pt x="0" y="8727"/>
                      </a:cubicBezTo>
                      <a:lnTo>
                        <a:pt x="0" y="63546"/>
                      </a:lnTo>
                      <a:lnTo>
                        <a:pt x="14505" y="55185"/>
                      </a:lnTo>
                      <a:lnTo>
                        <a:pt x="14505" y="398"/>
                      </a:lnTo>
                      <a:cubicBezTo>
                        <a:pt x="14505" y="151"/>
                        <a:pt x="14378" y="0"/>
                        <a:pt x="14191" y="0"/>
                      </a:cubicBezTo>
                      <a:close/>
                    </a:path>
                  </a:pathLst>
                </a:custGeom>
                <a:solidFill>
                  <a:srgbClr val="22283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516" name="Google Shape;4285;p38">
                  <a:extLst>
                    <a:ext uri="{FF2B5EF4-FFF2-40B4-BE49-F238E27FC236}">
                      <a16:creationId xmlns:a16="http://schemas.microsoft.com/office/drawing/2014/main" id="{6C363106-D15D-BA74-5108-007401C8A39F}"/>
                    </a:ext>
                  </a:extLst>
                </p:cNvPr>
                <p:cNvSpPr/>
                <p:nvPr/>
              </p:nvSpPr>
              <p:spPr>
                <a:xfrm>
                  <a:off x="1068739" y="1948383"/>
                  <a:ext cx="442876" cy="361031"/>
                </a:xfrm>
                <a:custGeom>
                  <a:avLst/>
                  <a:gdLst/>
                  <a:ahLst/>
                  <a:cxnLst/>
                  <a:rect l="l" t="t" r="r" b="b"/>
                  <a:pathLst>
                    <a:path w="13555" h="11050" extrusionOk="0">
                      <a:moveTo>
                        <a:pt x="13300" y="0"/>
                      </a:moveTo>
                      <a:cubicBezTo>
                        <a:pt x="13241" y="0"/>
                        <a:pt x="13176" y="18"/>
                        <a:pt x="13111" y="55"/>
                      </a:cubicBezTo>
                      <a:lnTo>
                        <a:pt x="444" y="7371"/>
                      </a:lnTo>
                      <a:cubicBezTo>
                        <a:pt x="190" y="7497"/>
                        <a:pt x="0" y="7846"/>
                        <a:pt x="0" y="8099"/>
                      </a:cubicBezTo>
                      <a:lnTo>
                        <a:pt x="0" y="10728"/>
                      </a:lnTo>
                      <a:cubicBezTo>
                        <a:pt x="0" y="10928"/>
                        <a:pt x="94" y="11050"/>
                        <a:pt x="238" y="11050"/>
                      </a:cubicBezTo>
                      <a:cubicBezTo>
                        <a:pt x="298" y="11050"/>
                        <a:pt x="368" y="11028"/>
                        <a:pt x="444" y="10981"/>
                      </a:cubicBezTo>
                      <a:lnTo>
                        <a:pt x="13111" y="3665"/>
                      </a:lnTo>
                      <a:cubicBezTo>
                        <a:pt x="13333" y="3539"/>
                        <a:pt x="13555" y="3190"/>
                        <a:pt x="13555" y="2937"/>
                      </a:cubicBezTo>
                      <a:lnTo>
                        <a:pt x="13555" y="308"/>
                      </a:lnTo>
                      <a:cubicBezTo>
                        <a:pt x="13555" y="107"/>
                        <a:pt x="13443" y="0"/>
                        <a:pt x="13300" y="0"/>
                      </a:cubicBezTo>
                      <a:close/>
                    </a:path>
                  </a:pathLst>
                </a:custGeom>
                <a:solidFill>
                  <a:srgbClr val="DD915E"/>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517" name="Google Shape;4286;p38">
                  <a:extLst>
                    <a:ext uri="{FF2B5EF4-FFF2-40B4-BE49-F238E27FC236}">
                      <a16:creationId xmlns:a16="http://schemas.microsoft.com/office/drawing/2014/main" id="{9CD0B45B-6336-412F-7E41-738800BC732C}"/>
                    </a:ext>
                  </a:extLst>
                </p:cNvPr>
                <p:cNvSpPr/>
                <p:nvPr/>
              </p:nvSpPr>
              <p:spPr>
                <a:xfrm>
                  <a:off x="1068739" y="2086555"/>
                  <a:ext cx="442876" cy="361064"/>
                </a:xfrm>
                <a:custGeom>
                  <a:avLst/>
                  <a:gdLst/>
                  <a:ahLst/>
                  <a:cxnLst/>
                  <a:rect l="l" t="t" r="r" b="b"/>
                  <a:pathLst>
                    <a:path w="13555" h="11051" extrusionOk="0">
                      <a:moveTo>
                        <a:pt x="13303" y="1"/>
                      </a:moveTo>
                      <a:cubicBezTo>
                        <a:pt x="13243" y="1"/>
                        <a:pt x="13177" y="23"/>
                        <a:pt x="13111" y="70"/>
                      </a:cubicBezTo>
                      <a:lnTo>
                        <a:pt x="444" y="7385"/>
                      </a:lnTo>
                      <a:cubicBezTo>
                        <a:pt x="190" y="7512"/>
                        <a:pt x="0" y="7860"/>
                        <a:pt x="0" y="8114"/>
                      </a:cubicBezTo>
                      <a:lnTo>
                        <a:pt x="0" y="10742"/>
                      </a:lnTo>
                      <a:cubicBezTo>
                        <a:pt x="0" y="10944"/>
                        <a:pt x="95" y="11051"/>
                        <a:pt x="241" y="11051"/>
                      </a:cubicBezTo>
                      <a:cubicBezTo>
                        <a:pt x="301" y="11051"/>
                        <a:pt x="370" y="11032"/>
                        <a:pt x="444" y="10995"/>
                      </a:cubicBezTo>
                      <a:lnTo>
                        <a:pt x="13111" y="3680"/>
                      </a:lnTo>
                      <a:cubicBezTo>
                        <a:pt x="13333" y="3553"/>
                        <a:pt x="13555" y="3205"/>
                        <a:pt x="13555" y="2952"/>
                      </a:cubicBezTo>
                      <a:lnTo>
                        <a:pt x="13555" y="323"/>
                      </a:lnTo>
                      <a:cubicBezTo>
                        <a:pt x="13555" y="123"/>
                        <a:pt x="13445" y="1"/>
                        <a:pt x="13303" y="1"/>
                      </a:cubicBezTo>
                      <a:close/>
                    </a:path>
                  </a:pathLst>
                </a:custGeom>
                <a:solidFill>
                  <a:srgbClr val="DD915E"/>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518" name="Google Shape;4287;p38">
                  <a:extLst>
                    <a:ext uri="{FF2B5EF4-FFF2-40B4-BE49-F238E27FC236}">
                      <a16:creationId xmlns:a16="http://schemas.microsoft.com/office/drawing/2014/main" id="{89D03AF4-BD4C-F4DC-62A9-4D64263ECF5F}"/>
                    </a:ext>
                  </a:extLst>
                </p:cNvPr>
                <p:cNvSpPr/>
                <p:nvPr/>
              </p:nvSpPr>
              <p:spPr>
                <a:xfrm>
                  <a:off x="1068739" y="2225184"/>
                  <a:ext cx="442876" cy="360900"/>
                </a:xfrm>
                <a:custGeom>
                  <a:avLst/>
                  <a:gdLst/>
                  <a:ahLst/>
                  <a:cxnLst/>
                  <a:rect l="l" t="t" r="r" b="b"/>
                  <a:pathLst>
                    <a:path w="13555" h="11046" extrusionOk="0">
                      <a:moveTo>
                        <a:pt x="13307" y="1"/>
                      </a:moveTo>
                      <a:cubicBezTo>
                        <a:pt x="13246" y="1"/>
                        <a:pt x="13178" y="22"/>
                        <a:pt x="13111" y="70"/>
                      </a:cubicBezTo>
                      <a:lnTo>
                        <a:pt x="444" y="7354"/>
                      </a:lnTo>
                      <a:cubicBezTo>
                        <a:pt x="190" y="7513"/>
                        <a:pt x="0" y="7829"/>
                        <a:pt x="0" y="8114"/>
                      </a:cubicBezTo>
                      <a:lnTo>
                        <a:pt x="0" y="10743"/>
                      </a:lnTo>
                      <a:cubicBezTo>
                        <a:pt x="0" y="10928"/>
                        <a:pt x="102" y="11046"/>
                        <a:pt x="256" y="11046"/>
                      </a:cubicBezTo>
                      <a:cubicBezTo>
                        <a:pt x="312" y="11046"/>
                        <a:pt x="376" y="11030"/>
                        <a:pt x="444" y="10996"/>
                      </a:cubicBezTo>
                      <a:lnTo>
                        <a:pt x="13111" y="3681"/>
                      </a:lnTo>
                      <a:cubicBezTo>
                        <a:pt x="13333" y="3554"/>
                        <a:pt x="13555" y="3206"/>
                        <a:pt x="13555" y="2921"/>
                      </a:cubicBezTo>
                      <a:lnTo>
                        <a:pt x="13555" y="292"/>
                      </a:lnTo>
                      <a:cubicBezTo>
                        <a:pt x="13555" y="116"/>
                        <a:pt x="13447" y="1"/>
                        <a:pt x="13307" y="1"/>
                      </a:cubicBezTo>
                      <a:close/>
                    </a:path>
                  </a:pathLst>
                </a:custGeom>
                <a:solidFill>
                  <a:srgbClr val="DD915E"/>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519" name="Google Shape;4288;p38">
                  <a:extLst>
                    <a:ext uri="{FF2B5EF4-FFF2-40B4-BE49-F238E27FC236}">
                      <a16:creationId xmlns:a16="http://schemas.microsoft.com/office/drawing/2014/main" id="{CF0C2BA9-C490-4026-1CF5-A274936A55F9}"/>
                    </a:ext>
                  </a:extLst>
                </p:cNvPr>
                <p:cNvSpPr/>
                <p:nvPr/>
              </p:nvSpPr>
              <p:spPr>
                <a:xfrm>
                  <a:off x="1068739" y="2363454"/>
                  <a:ext cx="442876" cy="360900"/>
                </a:xfrm>
                <a:custGeom>
                  <a:avLst/>
                  <a:gdLst/>
                  <a:ahLst/>
                  <a:cxnLst/>
                  <a:rect l="l" t="t" r="r" b="b"/>
                  <a:pathLst>
                    <a:path w="13555" h="11046" extrusionOk="0">
                      <a:moveTo>
                        <a:pt x="13285" y="1"/>
                      </a:moveTo>
                      <a:cubicBezTo>
                        <a:pt x="13230" y="1"/>
                        <a:pt x="13171" y="16"/>
                        <a:pt x="13111" y="50"/>
                      </a:cubicBezTo>
                      <a:lnTo>
                        <a:pt x="444" y="7366"/>
                      </a:lnTo>
                      <a:cubicBezTo>
                        <a:pt x="190" y="7493"/>
                        <a:pt x="0" y="7841"/>
                        <a:pt x="0" y="8126"/>
                      </a:cubicBezTo>
                      <a:lnTo>
                        <a:pt x="0" y="10754"/>
                      </a:lnTo>
                      <a:cubicBezTo>
                        <a:pt x="0" y="10931"/>
                        <a:pt x="92" y="11046"/>
                        <a:pt x="234" y="11046"/>
                      </a:cubicBezTo>
                      <a:cubicBezTo>
                        <a:pt x="296" y="11046"/>
                        <a:pt x="367" y="11024"/>
                        <a:pt x="444" y="10976"/>
                      </a:cubicBezTo>
                      <a:lnTo>
                        <a:pt x="13111" y="3692"/>
                      </a:lnTo>
                      <a:cubicBezTo>
                        <a:pt x="13333" y="3534"/>
                        <a:pt x="13555" y="3217"/>
                        <a:pt x="13555" y="2932"/>
                      </a:cubicBezTo>
                      <a:lnTo>
                        <a:pt x="13555" y="304"/>
                      </a:lnTo>
                      <a:cubicBezTo>
                        <a:pt x="13555" y="118"/>
                        <a:pt x="13436" y="1"/>
                        <a:pt x="13285" y="1"/>
                      </a:cubicBezTo>
                      <a:close/>
                    </a:path>
                  </a:pathLst>
                </a:custGeom>
                <a:solidFill>
                  <a:srgbClr val="DD915E"/>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520" name="Google Shape;4289;p38">
                  <a:extLst>
                    <a:ext uri="{FF2B5EF4-FFF2-40B4-BE49-F238E27FC236}">
                      <a16:creationId xmlns:a16="http://schemas.microsoft.com/office/drawing/2014/main" id="{9C20ABA1-AE0D-D5A7-AF6D-5148F5041E28}"/>
                    </a:ext>
                  </a:extLst>
                </p:cNvPr>
                <p:cNvSpPr/>
                <p:nvPr/>
              </p:nvSpPr>
              <p:spPr>
                <a:xfrm>
                  <a:off x="1068739" y="2501920"/>
                  <a:ext cx="442876" cy="361064"/>
                </a:xfrm>
                <a:custGeom>
                  <a:avLst/>
                  <a:gdLst/>
                  <a:ahLst/>
                  <a:cxnLst/>
                  <a:rect l="l" t="t" r="r" b="b"/>
                  <a:pathLst>
                    <a:path w="13555" h="11051" extrusionOk="0">
                      <a:moveTo>
                        <a:pt x="13300" y="1"/>
                      </a:moveTo>
                      <a:cubicBezTo>
                        <a:pt x="13241" y="1"/>
                        <a:pt x="13176" y="19"/>
                        <a:pt x="13111" y="56"/>
                      </a:cubicBezTo>
                      <a:lnTo>
                        <a:pt x="444" y="7371"/>
                      </a:lnTo>
                      <a:cubicBezTo>
                        <a:pt x="190" y="7498"/>
                        <a:pt x="0" y="7847"/>
                        <a:pt x="0" y="8100"/>
                      </a:cubicBezTo>
                      <a:lnTo>
                        <a:pt x="0" y="10728"/>
                      </a:lnTo>
                      <a:cubicBezTo>
                        <a:pt x="0" y="10929"/>
                        <a:pt x="94" y="11051"/>
                        <a:pt x="238" y="11051"/>
                      </a:cubicBezTo>
                      <a:cubicBezTo>
                        <a:pt x="298" y="11051"/>
                        <a:pt x="368" y="11029"/>
                        <a:pt x="444" y="10982"/>
                      </a:cubicBezTo>
                      <a:lnTo>
                        <a:pt x="13111" y="3666"/>
                      </a:lnTo>
                      <a:cubicBezTo>
                        <a:pt x="13333" y="3540"/>
                        <a:pt x="13555" y="3191"/>
                        <a:pt x="13555" y="2938"/>
                      </a:cubicBezTo>
                      <a:lnTo>
                        <a:pt x="13555" y="309"/>
                      </a:lnTo>
                      <a:cubicBezTo>
                        <a:pt x="13555" y="107"/>
                        <a:pt x="13443" y="1"/>
                        <a:pt x="13300" y="1"/>
                      </a:cubicBezTo>
                      <a:close/>
                    </a:path>
                  </a:pathLst>
                </a:custGeom>
                <a:solidFill>
                  <a:srgbClr val="DD915E"/>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521" name="Google Shape;4290;p38">
                  <a:extLst>
                    <a:ext uri="{FF2B5EF4-FFF2-40B4-BE49-F238E27FC236}">
                      <a16:creationId xmlns:a16="http://schemas.microsoft.com/office/drawing/2014/main" id="{E890FA7A-9E9B-CA66-3194-336EE8E88D32}"/>
                    </a:ext>
                  </a:extLst>
                </p:cNvPr>
                <p:cNvSpPr/>
                <p:nvPr/>
              </p:nvSpPr>
              <p:spPr>
                <a:xfrm>
                  <a:off x="1068739" y="2640125"/>
                  <a:ext cx="442876" cy="361064"/>
                </a:xfrm>
                <a:custGeom>
                  <a:avLst/>
                  <a:gdLst/>
                  <a:ahLst/>
                  <a:cxnLst/>
                  <a:rect l="l" t="t" r="r" b="b"/>
                  <a:pathLst>
                    <a:path w="13555" h="11051" extrusionOk="0">
                      <a:moveTo>
                        <a:pt x="13303" y="1"/>
                      </a:moveTo>
                      <a:cubicBezTo>
                        <a:pt x="13243" y="1"/>
                        <a:pt x="13177" y="22"/>
                        <a:pt x="13111" y="70"/>
                      </a:cubicBezTo>
                      <a:lnTo>
                        <a:pt x="444" y="7385"/>
                      </a:lnTo>
                      <a:cubicBezTo>
                        <a:pt x="190" y="7512"/>
                        <a:pt x="0" y="7860"/>
                        <a:pt x="0" y="8113"/>
                      </a:cubicBezTo>
                      <a:lnTo>
                        <a:pt x="0" y="10742"/>
                      </a:lnTo>
                      <a:cubicBezTo>
                        <a:pt x="0" y="10944"/>
                        <a:pt x="95" y="11050"/>
                        <a:pt x="241" y="11050"/>
                      </a:cubicBezTo>
                      <a:cubicBezTo>
                        <a:pt x="301" y="11050"/>
                        <a:pt x="370" y="11032"/>
                        <a:pt x="444" y="10995"/>
                      </a:cubicBezTo>
                      <a:lnTo>
                        <a:pt x="13111" y="3680"/>
                      </a:lnTo>
                      <a:cubicBezTo>
                        <a:pt x="13333" y="3553"/>
                        <a:pt x="13555" y="3205"/>
                        <a:pt x="13555" y="2951"/>
                      </a:cubicBezTo>
                      <a:lnTo>
                        <a:pt x="13555" y="323"/>
                      </a:lnTo>
                      <a:cubicBezTo>
                        <a:pt x="13555" y="123"/>
                        <a:pt x="13445" y="1"/>
                        <a:pt x="13303" y="1"/>
                      </a:cubicBezTo>
                      <a:close/>
                    </a:path>
                  </a:pathLst>
                </a:custGeom>
                <a:solidFill>
                  <a:srgbClr val="DD915E"/>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522" name="Google Shape;4291;p38">
                  <a:extLst>
                    <a:ext uri="{FF2B5EF4-FFF2-40B4-BE49-F238E27FC236}">
                      <a16:creationId xmlns:a16="http://schemas.microsoft.com/office/drawing/2014/main" id="{B5D695E6-284B-B8F5-F3B9-2E92B6B4CF95}"/>
                    </a:ext>
                  </a:extLst>
                </p:cNvPr>
                <p:cNvSpPr/>
                <p:nvPr/>
              </p:nvSpPr>
              <p:spPr>
                <a:xfrm>
                  <a:off x="1068739" y="2778754"/>
                  <a:ext cx="442876" cy="360900"/>
                </a:xfrm>
                <a:custGeom>
                  <a:avLst/>
                  <a:gdLst/>
                  <a:ahLst/>
                  <a:cxnLst/>
                  <a:rect l="l" t="t" r="r" b="b"/>
                  <a:pathLst>
                    <a:path w="13555" h="11046" extrusionOk="0">
                      <a:moveTo>
                        <a:pt x="13307" y="0"/>
                      </a:moveTo>
                      <a:cubicBezTo>
                        <a:pt x="13246" y="0"/>
                        <a:pt x="13178" y="22"/>
                        <a:pt x="13111" y="70"/>
                      </a:cubicBezTo>
                      <a:lnTo>
                        <a:pt x="444" y="7354"/>
                      </a:lnTo>
                      <a:cubicBezTo>
                        <a:pt x="190" y="7512"/>
                        <a:pt x="0" y="7829"/>
                        <a:pt x="0" y="8114"/>
                      </a:cubicBezTo>
                      <a:lnTo>
                        <a:pt x="0" y="10743"/>
                      </a:lnTo>
                      <a:cubicBezTo>
                        <a:pt x="0" y="10928"/>
                        <a:pt x="102" y="11046"/>
                        <a:pt x="256" y="11046"/>
                      </a:cubicBezTo>
                      <a:cubicBezTo>
                        <a:pt x="312" y="11046"/>
                        <a:pt x="376" y="11030"/>
                        <a:pt x="444" y="10996"/>
                      </a:cubicBezTo>
                      <a:lnTo>
                        <a:pt x="13111" y="3680"/>
                      </a:lnTo>
                      <a:cubicBezTo>
                        <a:pt x="13333" y="3554"/>
                        <a:pt x="13555" y="3205"/>
                        <a:pt x="13555" y="2920"/>
                      </a:cubicBezTo>
                      <a:lnTo>
                        <a:pt x="13555" y="292"/>
                      </a:lnTo>
                      <a:cubicBezTo>
                        <a:pt x="13555" y="115"/>
                        <a:pt x="13447" y="0"/>
                        <a:pt x="13307" y="0"/>
                      </a:cubicBezTo>
                      <a:close/>
                    </a:path>
                  </a:pathLst>
                </a:custGeom>
                <a:solidFill>
                  <a:srgbClr val="DD915E"/>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523" name="Google Shape;4292;p38">
                  <a:extLst>
                    <a:ext uri="{FF2B5EF4-FFF2-40B4-BE49-F238E27FC236}">
                      <a16:creationId xmlns:a16="http://schemas.microsoft.com/office/drawing/2014/main" id="{BA8D32B6-D328-B50C-879F-659917864C14}"/>
                    </a:ext>
                  </a:extLst>
                </p:cNvPr>
                <p:cNvSpPr/>
                <p:nvPr/>
              </p:nvSpPr>
              <p:spPr>
                <a:xfrm>
                  <a:off x="1068739" y="2917024"/>
                  <a:ext cx="442876" cy="360900"/>
                </a:xfrm>
                <a:custGeom>
                  <a:avLst/>
                  <a:gdLst/>
                  <a:ahLst/>
                  <a:cxnLst/>
                  <a:rect l="l" t="t" r="r" b="b"/>
                  <a:pathLst>
                    <a:path w="13555" h="11046" extrusionOk="0">
                      <a:moveTo>
                        <a:pt x="13285" y="0"/>
                      </a:moveTo>
                      <a:cubicBezTo>
                        <a:pt x="13230" y="0"/>
                        <a:pt x="13171" y="16"/>
                        <a:pt x="13111" y="50"/>
                      </a:cubicBezTo>
                      <a:lnTo>
                        <a:pt x="444" y="7366"/>
                      </a:lnTo>
                      <a:cubicBezTo>
                        <a:pt x="190" y="7492"/>
                        <a:pt x="0" y="7841"/>
                        <a:pt x="0" y="8126"/>
                      </a:cubicBezTo>
                      <a:lnTo>
                        <a:pt x="0" y="10754"/>
                      </a:lnTo>
                      <a:cubicBezTo>
                        <a:pt x="0" y="10931"/>
                        <a:pt x="92" y="11046"/>
                        <a:pt x="234" y="11046"/>
                      </a:cubicBezTo>
                      <a:cubicBezTo>
                        <a:pt x="296" y="11046"/>
                        <a:pt x="367" y="11024"/>
                        <a:pt x="444" y="10976"/>
                      </a:cubicBezTo>
                      <a:lnTo>
                        <a:pt x="13111" y="3692"/>
                      </a:lnTo>
                      <a:cubicBezTo>
                        <a:pt x="13333" y="3534"/>
                        <a:pt x="13555" y="3217"/>
                        <a:pt x="13555" y="2932"/>
                      </a:cubicBezTo>
                      <a:lnTo>
                        <a:pt x="13555" y="304"/>
                      </a:lnTo>
                      <a:cubicBezTo>
                        <a:pt x="13555" y="118"/>
                        <a:pt x="13436" y="0"/>
                        <a:pt x="13285" y="0"/>
                      </a:cubicBezTo>
                      <a:close/>
                    </a:path>
                  </a:pathLst>
                </a:custGeom>
                <a:solidFill>
                  <a:srgbClr val="DD915E"/>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524" name="Google Shape;4293;p38">
                  <a:extLst>
                    <a:ext uri="{FF2B5EF4-FFF2-40B4-BE49-F238E27FC236}">
                      <a16:creationId xmlns:a16="http://schemas.microsoft.com/office/drawing/2014/main" id="{D5606820-F7B1-43F3-B0F0-6FF05964EE01}"/>
                    </a:ext>
                  </a:extLst>
                </p:cNvPr>
                <p:cNvSpPr/>
                <p:nvPr/>
              </p:nvSpPr>
              <p:spPr>
                <a:xfrm>
                  <a:off x="1068739" y="3055490"/>
                  <a:ext cx="442876" cy="360606"/>
                </a:xfrm>
                <a:custGeom>
                  <a:avLst/>
                  <a:gdLst/>
                  <a:ahLst/>
                  <a:cxnLst/>
                  <a:rect l="l" t="t" r="r" b="b"/>
                  <a:pathLst>
                    <a:path w="13555" h="11037" extrusionOk="0">
                      <a:moveTo>
                        <a:pt x="13300" y="1"/>
                      </a:moveTo>
                      <a:cubicBezTo>
                        <a:pt x="13241" y="1"/>
                        <a:pt x="13176" y="19"/>
                        <a:pt x="13111" y="56"/>
                      </a:cubicBezTo>
                      <a:lnTo>
                        <a:pt x="444" y="7371"/>
                      </a:lnTo>
                      <a:cubicBezTo>
                        <a:pt x="190" y="7498"/>
                        <a:pt x="0" y="7846"/>
                        <a:pt x="0" y="8100"/>
                      </a:cubicBezTo>
                      <a:lnTo>
                        <a:pt x="0" y="10728"/>
                      </a:lnTo>
                      <a:cubicBezTo>
                        <a:pt x="0" y="10930"/>
                        <a:pt x="95" y="11037"/>
                        <a:pt x="241" y="11037"/>
                      </a:cubicBezTo>
                      <a:cubicBezTo>
                        <a:pt x="301" y="11037"/>
                        <a:pt x="370" y="11019"/>
                        <a:pt x="444" y="10982"/>
                      </a:cubicBezTo>
                      <a:lnTo>
                        <a:pt x="13111" y="3666"/>
                      </a:lnTo>
                      <a:cubicBezTo>
                        <a:pt x="13333" y="3539"/>
                        <a:pt x="13555" y="3191"/>
                        <a:pt x="13555" y="2938"/>
                      </a:cubicBezTo>
                      <a:lnTo>
                        <a:pt x="13555" y="309"/>
                      </a:lnTo>
                      <a:cubicBezTo>
                        <a:pt x="13555" y="107"/>
                        <a:pt x="13443" y="1"/>
                        <a:pt x="13300" y="1"/>
                      </a:cubicBezTo>
                      <a:close/>
                    </a:path>
                  </a:pathLst>
                </a:custGeom>
                <a:solidFill>
                  <a:srgbClr val="DD915E"/>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525" name="Google Shape;4294;p38">
                  <a:extLst>
                    <a:ext uri="{FF2B5EF4-FFF2-40B4-BE49-F238E27FC236}">
                      <a16:creationId xmlns:a16="http://schemas.microsoft.com/office/drawing/2014/main" id="{02A60373-28AD-D103-2C8B-AFFCFCD37249}"/>
                    </a:ext>
                  </a:extLst>
                </p:cNvPr>
                <p:cNvSpPr/>
                <p:nvPr/>
              </p:nvSpPr>
              <p:spPr>
                <a:xfrm>
                  <a:off x="1068739" y="3193695"/>
                  <a:ext cx="442876" cy="361064"/>
                </a:xfrm>
                <a:custGeom>
                  <a:avLst/>
                  <a:gdLst/>
                  <a:ahLst/>
                  <a:cxnLst/>
                  <a:rect l="l" t="t" r="r" b="b"/>
                  <a:pathLst>
                    <a:path w="13555" h="11051" extrusionOk="0">
                      <a:moveTo>
                        <a:pt x="13303" y="0"/>
                      </a:moveTo>
                      <a:cubicBezTo>
                        <a:pt x="13243" y="0"/>
                        <a:pt x="13177" y="22"/>
                        <a:pt x="13111" y="69"/>
                      </a:cubicBezTo>
                      <a:lnTo>
                        <a:pt x="444" y="7385"/>
                      </a:lnTo>
                      <a:cubicBezTo>
                        <a:pt x="190" y="7512"/>
                        <a:pt x="0" y="7828"/>
                        <a:pt x="0" y="8113"/>
                      </a:cubicBezTo>
                      <a:lnTo>
                        <a:pt x="0" y="10742"/>
                      </a:lnTo>
                      <a:cubicBezTo>
                        <a:pt x="0" y="10944"/>
                        <a:pt x="95" y="11050"/>
                        <a:pt x="241" y="11050"/>
                      </a:cubicBezTo>
                      <a:cubicBezTo>
                        <a:pt x="301" y="11050"/>
                        <a:pt x="370" y="11032"/>
                        <a:pt x="444" y="10995"/>
                      </a:cubicBezTo>
                      <a:lnTo>
                        <a:pt x="13111" y="3680"/>
                      </a:lnTo>
                      <a:cubicBezTo>
                        <a:pt x="13333" y="3553"/>
                        <a:pt x="13555" y="3205"/>
                        <a:pt x="13555" y="2951"/>
                      </a:cubicBezTo>
                      <a:lnTo>
                        <a:pt x="13555" y="323"/>
                      </a:lnTo>
                      <a:cubicBezTo>
                        <a:pt x="13555" y="123"/>
                        <a:pt x="13445" y="0"/>
                        <a:pt x="13303" y="0"/>
                      </a:cubicBezTo>
                      <a:close/>
                    </a:path>
                  </a:pathLst>
                </a:custGeom>
                <a:solidFill>
                  <a:srgbClr val="DD915E"/>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526" name="Google Shape;4295;p38">
                  <a:extLst>
                    <a:ext uri="{FF2B5EF4-FFF2-40B4-BE49-F238E27FC236}">
                      <a16:creationId xmlns:a16="http://schemas.microsoft.com/office/drawing/2014/main" id="{A33002C3-124F-EA57-3544-0B1DBD8F0566}"/>
                    </a:ext>
                  </a:extLst>
                </p:cNvPr>
                <p:cNvSpPr/>
                <p:nvPr/>
              </p:nvSpPr>
              <p:spPr>
                <a:xfrm>
                  <a:off x="1068739" y="3332324"/>
                  <a:ext cx="442876" cy="360900"/>
                </a:xfrm>
                <a:custGeom>
                  <a:avLst/>
                  <a:gdLst/>
                  <a:ahLst/>
                  <a:cxnLst/>
                  <a:rect l="l" t="t" r="r" b="b"/>
                  <a:pathLst>
                    <a:path w="13555" h="11046" extrusionOk="0">
                      <a:moveTo>
                        <a:pt x="13307" y="0"/>
                      </a:moveTo>
                      <a:cubicBezTo>
                        <a:pt x="13246" y="0"/>
                        <a:pt x="13178" y="22"/>
                        <a:pt x="13111" y="70"/>
                      </a:cubicBezTo>
                      <a:lnTo>
                        <a:pt x="444" y="7354"/>
                      </a:lnTo>
                      <a:cubicBezTo>
                        <a:pt x="190" y="7512"/>
                        <a:pt x="0" y="7829"/>
                        <a:pt x="0" y="8114"/>
                      </a:cubicBezTo>
                      <a:lnTo>
                        <a:pt x="0" y="10742"/>
                      </a:lnTo>
                      <a:cubicBezTo>
                        <a:pt x="0" y="10928"/>
                        <a:pt x="102" y="11046"/>
                        <a:pt x="256" y="11046"/>
                      </a:cubicBezTo>
                      <a:cubicBezTo>
                        <a:pt x="312" y="11046"/>
                        <a:pt x="376" y="11030"/>
                        <a:pt x="444" y="10996"/>
                      </a:cubicBezTo>
                      <a:lnTo>
                        <a:pt x="13111" y="3680"/>
                      </a:lnTo>
                      <a:cubicBezTo>
                        <a:pt x="13333" y="3554"/>
                        <a:pt x="13555" y="3205"/>
                        <a:pt x="13555" y="2920"/>
                      </a:cubicBezTo>
                      <a:lnTo>
                        <a:pt x="13555" y="292"/>
                      </a:lnTo>
                      <a:cubicBezTo>
                        <a:pt x="13555" y="115"/>
                        <a:pt x="13447" y="0"/>
                        <a:pt x="13307" y="0"/>
                      </a:cubicBezTo>
                      <a:close/>
                    </a:path>
                  </a:pathLst>
                </a:custGeom>
                <a:solidFill>
                  <a:srgbClr val="DD915E"/>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527" name="Google Shape;4296;p38">
                  <a:extLst>
                    <a:ext uri="{FF2B5EF4-FFF2-40B4-BE49-F238E27FC236}">
                      <a16:creationId xmlns:a16="http://schemas.microsoft.com/office/drawing/2014/main" id="{3F397BAE-6F4B-5F0E-0DAF-3729D8B4E279}"/>
                    </a:ext>
                  </a:extLst>
                </p:cNvPr>
                <p:cNvSpPr/>
                <p:nvPr/>
              </p:nvSpPr>
              <p:spPr>
                <a:xfrm>
                  <a:off x="1068739" y="3470595"/>
                  <a:ext cx="442876" cy="360900"/>
                </a:xfrm>
                <a:custGeom>
                  <a:avLst/>
                  <a:gdLst/>
                  <a:ahLst/>
                  <a:cxnLst/>
                  <a:rect l="l" t="t" r="r" b="b"/>
                  <a:pathLst>
                    <a:path w="13555" h="11046" extrusionOk="0">
                      <a:moveTo>
                        <a:pt x="13285" y="0"/>
                      </a:moveTo>
                      <a:cubicBezTo>
                        <a:pt x="13230" y="0"/>
                        <a:pt x="13171" y="16"/>
                        <a:pt x="13111" y="50"/>
                      </a:cubicBezTo>
                      <a:lnTo>
                        <a:pt x="444" y="7366"/>
                      </a:lnTo>
                      <a:cubicBezTo>
                        <a:pt x="190" y="7492"/>
                        <a:pt x="0" y="7841"/>
                        <a:pt x="0" y="8126"/>
                      </a:cubicBezTo>
                      <a:lnTo>
                        <a:pt x="0" y="10754"/>
                      </a:lnTo>
                      <a:cubicBezTo>
                        <a:pt x="0" y="10931"/>
                        <a:pt x="92" y="11046"/>
                        <a:pt x="234" y="11046"/>
                      </a:cubicBezTo>
                      <a:cubicBezTo>
                        <a:pt x="296" y="11046"/>
                        <a:pt x="367" y="11024"/>
                        <a:pt x="444" y="10976"/>
                      </a:cubicBezTo>
                      <a:lnTo>
                        <a:pt x="13111" y="3692"/>
                      </a:lnTo>
                      <a:cubicBezTo>
                        <a:pt x="13333" y="3534"/>
                        <a:pt x="13555" y="3217"/>
                        <a:pt x="13555" y="2932"/>
                      </a:cubicBezTo>
                      <a:lnTo>
                        <a:pt x="13555" y="303"/>
                      </a:lnTo>
                      <a:cubicBezTo>
                        <a:pt x="13555" y="118"/>
                        <a:pt x="13436" y="0"/>
                        <a:pt x="13285" y="0"/>
                      </a:cubicBezTo>
                      <a:close/>
                    </a:path>
                  </a:pathLst>
                </a:custGeom>
                <a:solidFill>
                  <a:srgbClr val="DD915E"/>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528" name="Google Shape;4297;p38">
                  <a:extLst>
                    <a:ext uri="{FF2B5EF4-FFF2-40B4-BE49-F238E27FC236}">
                      <a16:creationId xmlns:a16="http://schemas.microsoft.com/office/drawing/2014/main" id="{D40C1542-E3F9-E927-90EC-B86B0480664C}"/>
                    </a:ext>
                  </a:extLst>
                </p:cNvPr>
                <p:cNvSpPr/>
                <p:nvPr/>
              </p:nvSpPr>
              <p:spPr>
                <a:xfrm>
                  <a:off x="457208" y="1487668"/>
                  <a:ext cx="1091654" cy="633258"/>
                </a:xfrm>
                <a:custGeom>
                  <a:avLst/>
                  <a:gdLst/>
                  <a:ahLst/>
                  <a:cxnLst/>
                  <a:rect l="l" t="t" r="r" b="b"/>
                  <a:pathLst>
                    <a:path w="33412" h="19382" extrusionOk="0">
                      <a:moveTo>
                        <a:pt x="16184" y="0"/>
                      </a:moveTo>
                      <a:lnTo>
                        <a:pt x="1" y="9342"/>
                      </a:lnTo>
                      <a:lnTo>
                        <a:pt x="17387" y="19381"/>
                      </a:lnTo>
                      <a:lnTo>
                        <a:pt x="33412" y="10134"/>
                      </a:lnTo>
                      <a:lnTo>
                        <a:pt x="16184" y="0"/>
                      </a:lnTo>
                      <a:close/>
                    </a:path>
                  </a:pathLst>
                </a:custGeom>
                <a:solidFill>
                  <a:schemeClr val="tx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529" name="Google Shape;4298;p38">
                  <a:extLst>
                    <a:ext uri="{FF2B5EF4-FFF2-40B4-BE49-F238E27FC236}">
                      <a16:creationId xmlns:a16="http://schemas.microsoft.com/office/drawing/2014/main" id="{738E2F72-F744-BFEC-D972-EB72EE13C923}"/>
                    </a:ext>
                  </a:extLst>
                </p:cNvPr>
                <p:cNvSpPr/>
                <p:nvPr/>
              </p:nvSpPr>
              <p:spPr>
                <a:xfrm>
                  <a:off x="631058" y="1608719"/>
                  <a:ext cx="533934" cy="429415"/>
                </a:xfrm>
                <a:custGeom>
                  <a:avLst/>
                  <a:gdLst/>
                  <a:ahLst/>
                  <a:cxnLst/>
                  <a:rect l="l" t="t" r="r" b="b"/>
                  <a:pathLst>
                    <a:path w="16342" h="13143" extrusionOk="0">
                      <a:moveTo>
                        <a:pt x="10229" y="0"/>
                      </a:moveTo>
                      <a:lnTo>
                        <a:pt x="0" y="5891"/>
                      </a:lnTo>
                      <a:lnTo>
                        <a:pt x="12509" y="13143"/>
                      </a:lnTo>
                      <a:lnTo>
                        <a:pt x="12509" y="11845"/>
                      </a:lnTo>
                      <a:lnTo>
                        <a:pt x="16341" y="3547"/>
                      </a:lnTo>
                      <a:lnTo>
                        <a:pt x="10229" y="0"/>
                      </a:lnTo>
                      <a:close/>
                    </a:path>
                  </a:pathLst>
                </a:custGeom>
                <a:solidFill>
                  <a:srgbClr val="22283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530" name="Google Shape;4299;p38">
                  <a:extLst>
                    <a:ext uri="{FF2B5EF4-FFF2-40B4-BE49-F238E27FC236}">
                      <a16:creationId xmlns:a16="http://schemas.microsoft.com/office/drawing/2014/main" id="{321D226B-4A35-920E-766F-B8022A502F5C}"/>
                    </a:ext>
                  </a:extLst>
                </p:cNvPr>
                <p:cNvSpPr/>
                <p:nvPr/>
              </p:nvSpPr>
              <p:spPr>
                <a:xfrm>
                  <a:off x="631058" y="1758752"/>
                  <a:ext cx="74526" cy="64169"/>
                </a:xfrm>
                <a:custGeom>
                  <a:avLst/>
                  <a:gdLst/>
                  <a:ahLst/>
                  <a:cxnLst/>
                  <a:rect l="l" t="t" r="r" b="b"/>
                  <a:pathLst>
                    <a:path w="2281" h="1964" extrusionOk="0">
                      <a:moveTo>
                        <a:pt x="0" y="0"/>
                      </a:moveTo>
                      <a:lnTo>
                        <a:pt x="0" y="1299"/>
                      </a:lnTo>
                      <a:lnTo>
                        <a:pt x="2090" y="1964"/>
                      </a:lnTo>
                      <a:lnTo>
                        <a:pt x="2280" y="855"/>
                      </a:lnTo>
                      <a:lnTo>
                        <a:pt x="1710" y="64"/>
                      </a:lnTo>
                      <a:lnTo>
                        <a:pt x="0" y="0"/>
                      </a:lnTo>
                      <a:close/>
                    </a:path>
                  </a:pathLst>
                </a:custGeom>
                <a:solidFill>
                  <a:srgbClr val="22283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531" name="Google Shape;4300;p38">
                  <a:extLst>
                    <a:ext uri="{FF2B5EF4-FFF2-40B4-BE49-F238E27FC236}">
                      <a16:creationId xmlns:a16="http://schemas.microsoft.com/office/drawing/2014/main" id="{F3EDD8FE-061C-F2C3-46EF-898D42F5FC11}"/>
                    </a:ext>
                  </a:extLst>
                </p:cNvPr>
                <p:cNvSpPr/>
                <p:nvPr/>
              </p:nvSpPr>
              <p:spPr>
                <a:xfrm>
                  <a:off x="1039759" y="1724609"/>
                  <a:ext cx="335285" cy="313525"/>
                </a:xfrm>
                <a:custGeom>
                  <a:avLst/>
                  <a:gdLst/>
                  <a:ahLst/>
                  <a:cxnLst/>
                  <a:rect l="l" t="t" r="r" b="b"/>
                  <a:pathLst>
                    <a:path w="10262" h="9596" extrusionOk="0">
                      <a:moveTo>
                        <a:pt x="3832" y="0"/>
                      </a:moveTo>
                      <a:lnTo>
                        <a:pt x="0" y="8298"/>
                      </a:lnTo>
                      <a:lnTo>
                        <a:pt x="0" y="9596"/>
                      </a:lnTo>
                      <a:lnTo>
                        <a:pt x="10261" y="3706"/>
                      </a:lnTo>
                      <a:lnTo>
                        <a:pt x="8678" y="2819"/>
                      </a:lnTo>
                      <a:lnTo>
                        <a:pt x="3832" y="0"/>
                      </a:lnTo>
                      <a:close/>
                    </a:path>
                  </a:pathLst>
                </a:custGeom>
                <a:solidFill>
                  <a:srgbClr val="1B1F26"/>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532" name="Google Shape;4301;p38">
                  <a:extLst>
                    <a:ext uri="{FF2B5EF4-FFF2-40B4-BE49-F238E27FC236}">
                      <a16:creationId xmlns:a16="http://schemas.microsoft.com/office/drawing/2014/main" id="{5DD9ECF9-E328-4067-C04B-7A4940D320AD}"/>
                    </a:ext>
                  </a:extLst>
                </p:cNvPr>
                <p:cNvSpPr/>
                <p:nvPr/>
              </p:nvSpPr>
              <p:spPr>
                <a:xfrm>
                  <a:off x="1213576" y="1800148"/>
                  <a:ext cx="161467" cy="111773"/>
                </a:xfrm>
                <a:custGeom>
                  <a:avLst/>
                  <a:gdLst/>
                  <a:ahLst/>
                  <a:cxnLst/>
                  <a:rect l="l" t="t" r="r" b="b"/>
                  <a:pathLst>
                    <a:path w="4942" h="3421" extrusionOk="0">
                      <a:moveTo>
                        <a:pt x="1204" y="0"/>
                      </a:moveTo>
                      <a:lnTo>
                        <a:pt x="1" y="3420"/>
                      </a:lnTo>
                      <a:lnTo>
                        <a:pt x="4941" y="1394"/>
                      </a:lnTo>
                      <a:lnTo>
                        <a:pt x="4941" y="95"/>
                      </a:lnTo>
                      <a:lnTo>
                        <a:pt x="1204" y="0"/>
                      </a:lnTo>
                      <a:close/>
                    </a:path>
                  </a:pathLst>
                </a:custGeom>
                <a:solidFill>
                  <a:srgbClr val="1B1F26"/>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533" name="Google Shape;4302;p38">
                  <a:extLst>
                    <a:ext uri="{FF2B5EF4-FFF2-40B4-BE49-F238E27FC236}">
                      <a16:creationId xmlns:a16="http://schemas.microsoft.com/office/drawing/2014/main" id="{69C33013-6C71-8C7C-A06A-C7C6D8CECEAD}"/>
                    </a:ext>
                  </a:extLst>
                </p:cNvPr>
                <p:cNvSpPr/>
                <p:nvPr/>
              </p:nvSpPr>
              <p:spPr>
                <a:xfrm>
                  <a:off x="631058" y="1565265"/>
                  <a:ext cx="743985" cy="430460"/>
                </a:xfrm>
                <a:custGeom>
                  <a:avLst/>
                  <a:gdLst/>
                  <a:ahLst/>
                  <a:cxnLst/>
                  <a:rect l="l" t="t" r="r" b="b"/>
                  <a:pathLst>
                    <a:path w="22771" h="13175" extrusionOk="0">
                      <a:moveTo>
                        <a:pt x="10229" y="0"/>
                      </a:moveTo>
                      <a:lnTo>
                        <a:pt x="0" y="5922"/>
                      </a:lnTo>
                      <a:lnTo>
                        <a:pt x="12509" y="13175"/>
                      </a:lnTo>
                      <a:lnTo>
                        <a:pt x="22770" y="7284"/>
                      </a:lnTo>
                      <a:lnTo>
                        <a:pt x="10229" y="0"/>
                      </a:lnTo>
                      <a:close/>
                    </a:path>
                  </a:pathLst>
                </a:custGeom>
                <a:solidFill>
                  <a:srgbClr val="EEEEEE"/>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534" name="Google Shape;4303;p38">
                  <a:extLst>
                    <a:ext uri="{FF2B5EF4-FFF2-40B4-BE49-F238E27FC236}">
                      <a16:creationId xmlns:a16="http://schemas.microsoft.com/office/drawing/2014/main" id="{75A357C0-8CF2-C220-F27F-7DD2FE6F0337}"/>
                    </a:ext>
                  </a:extLst>
                </p:cNvPr>
                <p:cNvSpPr/>
                <p:nvPr/>
              </p:nvSpPr>
              <p:spPr>
                <a:xfrm>
                  <a:off x="821441" y="1673901"/>
                  <a:ext cx="182149" cy="56948"/>
                </a:xfrm>
                <a:custGeom>
                  <a:avLst/>
                  <a:gdLst/>
                  <a:ahLst/>
                  <a:cxnLst/>
                  <a:rect l="l" t="t" r="r" b="b"/>
                  <a:pathLst>
                    <a:path w="5575" h="1743" extrusionOk="0">
                      <a:moveTo>
                        <a:pt x="2771" y="1"/>
                      </a:moveTo>
                      <a:cubicBezTo>
                        <a:pt x="2075" y="1"/>
                        <a:pt x="1378" y="159"/>
                        <a:pt x="855" y="476"/>
                      </a:cubicBezTo>
                      <a:cubicBezTo>
                        <a:pt x="254" y="824"/>
                        <a:pt x="0" y="1299"/>
                        <a:pt x="64" y="1742"/>
                      </a:cubicBezTo>
                      <a:cubicBezTo>
                        <a:pt x="127" y="1394"/>
                        <a:pt x="380" y="1046"/>
                        <a:pt x="855" y="792"/>
                      </a:cubicBezTo>
                      <a:cubicBezTo>
                        <a:pt x="1394" y="491"/>
                        <a:pt x="2090" y="341"/>
                        <a:pt x="2783" y="341"/>
                      </a:cubicBezTo>
                      <a:cubicBezTo>
                        <a:pt x="3476" y="341"/>
                        <a:pt x="4165" y="491"/>
                        <a:pt x="4687" y="792"/>
                      </a:cubicBezTo>
                      <a:cubicBezTo>
                        <a:pt x="5162" y="1046"/>
                        <a:pt x="5416" y="1394"/>
                        <a:pt x="5479" y="1742"/>
                      </a:cubicBezTo>
                      <a:cubicBezTo>
                        <a:pt x="5574" y="1299"/>
                        <a:pt x="5321" y="824"/>
                        <a:pt x="4687" y="476"/>
                      </a:cubicBezTo>
                      <a:cubicBezTo>
                        <a:pt x="4165" y="159"/>
                        <a:pt x="3468" y="1"/>
                        <a:pt x="2771" y="1"/>
                      </a:cubicBezTo>
                      <a:close/>
                    </a:path>
                  </a:pathLst>
                </a:custGeom>
                <a:solidFill>
                  <a:srgbClr val="1B1F26"/>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535" name="Google Shape;4304;p38">
                  <a:extLst>
                    <a:ext uri="{FF2B5EF4-FFF2-40B4-BE49-F238E27FC236}">
                      <a16:creationId xmlns:a16="http://schemas.microsoft.com/office/drawing/2014/main" id="{4B9808AA-50CC-AEBE-D0F0-8DAE9B6E28EF}"/>
                    </a:ext>
                  </a:extLst>
                </p:cNvPr>
                <p:cNvSpPr/>
                <p:nvPr/>
              </p:nvSpPr>
              <p:spPr>
                <a:xfrm>
                  <a:off x="823499" y="1685010"/>
                  <a:ext cx="176987" cy="91614"/>
                </a:xfrm>
                <a:custGeom>
                  <a:avLst/>
                  <a:gdLst/>
                  <a:ahLst/>
                  <a:cxnLst/>
                  <a:rect l="l" t="t" r="r" b="b"/>
                  <a:pathLst>
                    <a:path w="5417" h="2804" extrusionOk="0">
                      <a:moveTo>
                        <a:pt x="2708" y="1"/>
                      </a:moveTo>
                      <a:cubicBezTo>
                        <a:pt x="2012" y="1"/>
                        <a:pt x="1315" y="151"/>
                        <a:pt x="792" y="452"/>
                      </a:cubicBezTo>
                      <a:cubicBezTo>
                        <a:pt x="317" y="706"/>
                        <a:pt x="64" y="1054"/>
                        <a:pt x="1" y="1402"/>
                      </a:cubicBezTo>
                      <a:cubicBezTo>
                        <a:pt x="64" y="1751"/>
                        <a:pt x="317" y="2067"/>
                        <a:pt x="792" y="2352"/>
                      </a:cubicBezTo>
                      <a:cubicBezTo>
                        <a:pt x="1331" y="2653"/>
                        <a:pt x="2027" y="2804"/>
                        <a:pt x="2720" y="2804"/>
                      </a:cubicBezTo>
                      <a:cubicBezTo>
                        <a:pt x="3413" y="2804"/>
                        <a:pt x="4102" y="2653"/>
                        <a:pt x="4624" y="2352"/>
                      </a:cubicBezTo>
                      <a:cubicBezTo>
                        <a:pt x="5099" y="2067"/>
                        <a:pt x="5353" y="1751"/>
                        <a:pt x="5416" y="1402"/>
                      </a:cubicBezTo>
                      <a:cubicBezTo>
                        <a:pt x="5353" y="1054"/>
                        <a:pt x="5099" y="706"/>
                        <a:pt x="4624" y="452"/>
                      </a:cubicBezTo>
                      <a:cubicBezTo>
                        <a:pt x="4102" y="151"/>
                        <a:pt x="3405" y="1"/>
                        <a:pt x="2708" y="1"/>
                      </a:cubicBezTo>
                      <a:close/>
                    </a:path>
                  </a:pathLst>
                </a:custGeom>
                <a:solidFill>
                  <a:srgbClr val="22283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536" name="Google Shape;4305;p38">
                  <a:extLst>
                    <a:ext uri="{FF2B5EF4-FFF2-40B4-BE49-F238E27FC236}">
                      <a16:creationId xmlns:a16="http://schemas.microsoft.com/office/drawing/2014/main" id="{66ECC11E-F2B9-F7F7-A4CC-E4BB7FEC205B}"/>
                    </a:ext>
                  </a:extLst>
                </p:cNvPr>
                <p:cNvSpPr/>
                <p:nvPr/>
              </p:nvSpPr>
              <p:spPr>
                <a:xfrm>
                  <a:off x="758318" y="1733920"/>
                  <a:ext cx="142811" cy="81779"/>
                </a:xfrm>
                <a:custGeom>
                  <a:avLst/>
                  <a:gdLst/>
                  <a:ahLst/>
                  <a:cxnLst/>
                  <a:rect l="l" t="t" r="r" b="b"/>
                  <a:pathLst>
                    <a:path w="4371" h="2503" extrusionOk="0">
                      <a:moveTo>
                        <a:pt x="381" y="0"/>
                      </a:moveTo>
                      <a:lnTo>
                        <a:pt x="0" y="222"/>
                      </a:lnTo>
                      <a:lnTo>
                        <a:pt x="3991" y="2502"/>
                      </a:lnTo>
                      <a:lnTo>
                        <a:pt x="4371" y="2312"/>
                      </a:lnTo>
                      <a:lnTo>
                        <a:pt x="381" y="0"/>
                      </a:lnTo>
                      <a:close/>
                    </a:path>
                  </a:pathLst>
                </a:custGeom>
                <a:solidFill>
                  <a:srgbClr val="1B1F26"/>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537" name="Google Shape;4306;p38">
                  <a:extLst>
                    <a:ext uri="{FF2B5EF4-FFF2-40B4-BE49-F238E27FC236}">
                      <a16:creationId xmlns:a16="http://schemas.microsoft.com/office/drawing/2014/main" id="{AB4269D1-C8FA-D886-549C-6173C24D681F}"/>
                    </a:ext>
                  </a:extLst>
                </p:cNvPr>
                <p:cNvSpPr/>
                <p:nvPr/>
              </p:nvSpPr>
              <p:spPr>
                <a:xfrm>
                  <a:off x="735545" y="1747349"/>
                  <a:ext cx="142844" cy="81779"/>
                </a:xfrm>
                <a:custGeom>
                  <a:avLst/>
                  <a:gdLst/>
                  <a:ahLst/>
                  <a:cxnLst/>
                  <a:rect l="l" t="t" r="r" b="b"/>
                  <a:pathLst>
                    <a:path w="4372" h="2503" extrusionOk="0">
                      <a:moveTo>
                        <a:pt x="381" y="1"/>
                      </a:moveTo>
                      <a:lnTo>
                        <a:pt x="1" y="191"/>
                      </a:lnTo>
                      <a:lnTo>
                        <a:pt x="3991" y="2503"/>
                      </a:lnTo>
                      <a:lnTo>
                        <a:pt x="4371" y="2281"/>
                      </a:lnTo>
                      <a:lnTo>
                        <a:pt x="381" y="1"/>
                      </a:lnTo>
                      <a:close/>
                    </a:path>
                  </a:pathLst>
                </a:custGeom>
                <a:solidFill>
                  <a:srgbClr val="1B1F26"/>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538" name="Google Shape;4307;p38">
                  <a:extLst>
                    <a:ext uri="{FF2B5EF4-FFF2-40B4-BE49-F238E27FC236}">
                      <a16:creationId xmlns:a16="http://schemas.microsoft.com/office/drawing/2014/main" id="{9F709EEF-AF55-E178-CF78-7BC7CFF21720}"/>
                    </a:ext>
                  </a:extLst>
                </p:cNvPr>
                <p:cNvSpPr/>
                <p:nvPr/>
              </p:nvSpPr>
              <p:spPr>
                <a:xfrm>
                  <a:off x="712805" y="1759797"/>
                  <a:ext cx="142811" cy="82792"/>
                </a:xfrm>
                <a:custGeom>
                  <a:avLst/>
                  <a:gdLst/>
                  <a:ahLst/>
                  <a:cxnLst/>
                  <a:rect l="l" t="t" r="r" b="b"/>
                  <a:pathLst>
                    <a:path w="4371" h="2534" extrusionOk="0">
                      <a:moveTo>
                        <a:pt x="380" y="0"/>
                      </a:moveTo>
                      <a:lnTo>
                        <a:pt x="0" y="222"/>
                      </a:lnTo>
                      <a:lnTo>
                        <a:pt x="3990" y="2534"/>
                      </a:lnTo>
                      <a:lnTo>
                        <a:pt x="4370" y="2312"/>
                      </a:lnTo>
                      <a:lnTo>
                        <a:pt x="380" y="0"/>
                      </a:lnTo>
                      <a:close/>
                    </a:path>
                  </a:pathLst>
                </a:custGeom>
                <a:solidFill>
                  <a:srgbClr val="1B1F26"/>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539" name="Google Shape;4308;p38">
                  <a:extLst>
                    <a:ext uri="{FF2B5EF4-FFF2-40B4-BE49-F238E27FC236}">
                      <a16:creationId xmlns:a16="http://schemas.microsoft.com/office/drawing/2014/main" id="{B5C7C8B4-04A6-EA65-6FF1-D8B7BD5F349E}"/>
                    </a:ext>
                  </a:extLst>
                </p:cNvPr>
                <p:cNvSpPr/>
                <p:nvPr/>
              </p:nvSpPr>
              <p:spPr>
                <a:xfrm>
                  <a:off x="967324" y="1608719"/>
                  <a:ext cx="141799" cy="81779"/>
                </a:xfrm>
                <a:custGeom>
                  <a:avLst/>
                  <a:gdLst/>
                  <a:ahLst/>
                  <a:cxnLst/>
                  <a:rect l="l" t="t" r="r" b="b"/>
                  <a:pathLst>
                    <a:path w="4340" h="2503" extrusionOk="0">
                      <a:moveTo>
                        <a:pt x="349" y="0"/>
                      </a:moveTo>
                      <a:lnTo>
                        <a:pt x="1" y="190"/>
                      </a:lnTo>
                      <a:lnTo>
                        <a:pt x="3991" y="2502"/>
                      </a:lnTo>
                      <a:lnTo>
                        <a:pt x="4339" y="2281"/>
                      </a:lnTo>
                      <a:lnTo>
                        <a:pt x="349" y="0"/>
                      </a:lnTo>
                      <a:close/>
                    </a:path>
                  </a:pathLst>
                </a:custGeom>
                <a:solidFill>
                  <a:srgbClr val="1B1F26"/>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540" name="Google Shape;4309;p38">
                  <a:extLst>
                    <a:ext uri="{FF2B5EF4-FFF2-40B4-BE49-F238E27FC236}">
                      <a16:creationId xmlns:a16="http://schemas.microsoft.com/office/drawing/2014/main" id="{336B99C8-98C2-BCFA-B444-724E383039D9}"/>
                    </a:ext>
                  </a:extLst>
                </p:cNvPr>
                <p:cNvSpPr/>
                <p:nvPr/>
              </p:nvSpPr>
              <p:spPr>
                <a:xfrm>
                  <a:off x="944551" y="1621135"/>
                  <a:ext cx="141799" cy="82792"/>
                </a:xfrm>
                <a:custGeom>
                  <a:avLst/>
                  <a:gdLst/>
                  <a:ahLst/>
                  <a:cxnLst/>
                  <a:rect l="l" t="t" r="r" b="b"/>
                  <a:pathLst>
                    <a:path w="4340" h="2534" extrusionOk="0">
                      <a:moveTo>
                        <a:pt x="349" y="0"/>
                      </a:moveTo>
                      <a:lnTo>
                        <a:pt x="1" y="222"/>
                      </a:lnTo>
                      <a:lnTo>
                        <a:pt x="3960" y="2534"/>
                      </a:lnTo>
                      <a:lnTo>
                        <a:pt x="4340" y="2312"/>
                      </a:lnTo>
                      <a:lnTo>
                        <a:pt x="349" y="0"/>
                      </a:lnTo>
                      <a:close/>
                    </a:path>
                  </a:pathLst>
                </a:custGeom>
                <a:solidFill>
                  <a:srgbClr val="1B1F26"/>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541" name="Google Shape;4310;p38">
                  <a:extLst>
                    <a:ext uri="{FF2B5EF4-FFF2-40B4-BE49-F238E27FC236}">
                      <a16:creationId xmlns:a16="http://schemas.microsoft.com/office/drawing/2014/main" id="{9036B9EF-F213-9D67-40F4-16740EF1F757}"/>
                    </a:ext>
                  </a:extLst>
                </p:cNvPr>
                <p:cNvSpPr/>
                <p:nvPr/>
              </p:nvSpPr>
              <p:spPr>
                <a:xfrm>
                  <a:off x="921811" y="1634596"/>
                  <a:ext cx="141766" cy="82792"/>
                </a:xfrm>
                <a:custGeom>
                  <a:avLst/>
                  <a:gdLst/>
                  <a:ahLst/>
                  <a:cxnLst/>
                  <a:rect l="l" t="t" r="r" b="b"/>
                  <a:pathLst>
                    <a:path w="4339" h="2534" extrusionOk="0">
                      <a:moveTo>
                        <a:pt x="349" y="0"/>
                      </a:moveTo>
                      <a:lnTo>
                        <a:pt x="0" y="222"/>
                      </a:lnTo>
                      <a:lnTo>
                        <a:pt x="3959" y="2534"/>
                      </a:lnTo>
                      <a:lnTo>
                        <a:pt x="4339" y="2312"/>
                      </a:lnTo>
                      <a:lnTo>
                        <a:pt x="349" y="0"/>
                      </a:lnTo>
                      <a:close/>
                    </a:path>
                  </a:pathLst>
                </a:custGeom>
                <a:solidFill>
                  <a:srgbClr val="1B1F26"/>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542" name="Google Shape;4311;p38">
                  <a:extLst>
                    <a:ext uri="{FF2B5EF4-FFF2-40B4-BE49-F238E27FC236}">
                      <a16:creationId xmlns:a16="http://schemas.microsoft.com/office/drawing/2014/main" id="{CA214CE3-BE95-0005-F26D-1AB7474D30F0}"/>
                    </a:ext>
                  </a:extLst>
                </p:cNvPr>
                <p:cNvSpPr/>
                <p:nvPr/>
              </p:nvSpPr>
              <p:spPr>
                <a:xfrm>
                  <a:off x="1008720" y="1782537"/>
                  <a:ext cx="182149" cy="56948"/>
                </a:xfrm>
                <a:custGeom>
                  <a:avLst/>
                  <a:gdLst/>
                  <a:ahLst/>
                  <a:cxnLst/>
                  <a:rect l="l" t="t" r="r" b="b"/>
                  <a:pathLst>
                    <a:path w="5575" h="1743" extrusionOk="0">
                      <a:moveTo>
                        <a:pt x="2803" y="1"/>
                      </a:moveTo>
                      <a:cubicBezTo>
                        <a:pt x="2106" y="1"/>
                        <a:pt x="1410" y="159"/>
                        <a:pt x="887" y="476"/>
                      </a:cubicBezTo>
                      <a:cubicBezTo>
                        <a:pt x="285" y="824"/>
                        <a:pt x="0" y="1267"/>
                        <a:pt x="95" y="1743"/>
                      </a:cubicBezTo>
                      <a:cubicBezTo>
                        <a:pt x="159" y="1394"/>
                        <a:pt x="412" y="1046"/>
                        <a:pt x="887" y="792"/>
                      </a:cubicBezTo>
                      <a:cubicBezTo>
                        <a:pt x="1410" y="492"/>
                        <a:pt x="2106" y="341"/>
                        <a:pt x="2803" y="341"/>
                      </a:cubicBezTo>
                      <a:cubicBezTo>
                        <a:pt x="3500" y="341"/>
                        <a:pt x="4197" y="492"/>
                        <a:pt x="4719" y="792"/>
                      </a:cubicBezTo>
                      <a:cubicBezTo>
                        <a:pt x="5194" y="1046"/>
                        <a:pt x="5447" y="1394"/>
                        <a:pt x="5511" y="1743"/>
                      </a:cubicBezTo>
                      <a:cubicBezTo>
                        <a:pt x="5574" y="1267"/>
                        <a:pt x="5321" y="824"/>
                        <a:pt x="4719" y="476"/>
                      </a:cubicBezTo>
                      <a:cubicBezTo>
                        <a:pt x="4197" y="159"/>
                        <a:pt x="3500" y="1"/>
                        <a:pt x="2803" y="1"/>
                      </a:cubicBezTo>
                      <a:close/>
                    </a:path>
                  </a:pathLst>
                </a:custGeom>
                <a:solidFill>
                  <a:srgbClr val="1B1F26"/>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543" name="Google Shape;4312;p38">
                  <a:extLst>
                    <a:ext uri="{FF2B5EF4-FFF2-40B4-BE49-F238E27FC236}">
                      <a16:creationId xmlns:a16="http://schemas.microsoft.com/office/drawing/2014/main" id="{14860CBD-9809-2BFB-B6F7-51F01BEC69F4}"/>
                    </a:ext>
                  </a:extLst>
                </p:cNvPr>
                <p:cNvSpPr/>
                <p:nvPr/>
              </p:nvSpPr>
              <p:spPr>
                <a:xfrm>
                  <a:off x="1011824" y="1793678"/>
                  <a:ext cx="176954" cy="91581"/>
                </a:xfrm>
                <a:custGeom>
                  <a:avLst/>
                  <a:gdLst/>
                  <a:ahLst/>
                  <a:cxnLst/>
                  <a:rect l="l" t="t" r="r" b="b"/>
                  <a:pathLst>
                    <a:path w="5416" h="2803" extrusionOk="0">
                      <a:moveTo>
                        <a:pt x="2708" y="0"/>
                      </a:moveTo>
                      <a:cubicBezTo>
                        <a:pt x="2011" y="0"/>
                        <a:pt x="1315" y="151"/>
                        <a:pt x="792" y="451"/>
                      </a:cubicBezTo>
                      <a:cubicBezTo>
                        <a:pt x="317" y="705"/>
                        <a:pt x="64" y="1053"/>
                        <a:pt x="0" y="1402"/>
                      </a:cubicBezTo>
                      <a:cubicBezTo>
                        <a:pt x="64" y="1750"/>
                        <a:pt x="317" y="2067"/>
                        <a:pt x="792" y="2352"/>
                      </a:cubicBezTo>
                      <a:cubicBezTo>
                        <a:pt x="1315" y="2652"/>
                        <a:pt x="2011" y="2803"/>
                        <a:pt x="2708" y="2803"/>
                      </a:cubicBezTo>
                      <a:cubicBezTo>
                        <a:pt x="3405" y="2803"/>
                        <a:pt x="4102" y="2652"/>
                        <a:pt x="4624" y="2352"/>
                      </a:cubicBezTo>
                      <a:cubicBezTo>
                        <a:pt x="5099" y="2067"/>
                        <a:pt x="5352" y="1750"/>
                        <a:pt x="5416" y="1402"/>
                      </a:cubicBezTo>
                      <a:cubicBezTo>
                        <a:pt x="5352" y="1053"/>
                        <a:pt x="5099" y="705"/>
                        <a:pt x="4624" y="451"/>
                      </a:cubicBezTo>
                      <a:cubicBezTo>
                        <a:pt x="4102" y="151"/>
                        <a:pt x="3405" y="0"/>
                        <a:pt x="2708" y="0"/>
                      </a:cubicBezTo>
                      <a:close/>
                    </a:path>
                  </a:pathLst>
                </a:custGeom>
                <a:solidFill>
                  <a:srgbClr val="22283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544" name="Google Shape;4313;p38">
                  <a:extLst>
                    <a:ext uri="{FF2B5EF4-FFF2-40B4-BE49-F238E27FC236}">
                      <a16:creationId xmlns:a16="http://schemas.microsoft.com/office/drawing/2014/main" id="{819AC29B-E648-3E1B-7472-036D7E9CDAC3}"/>
                    </a:ext>
                  </a:extLst>
                </p:cNvPr>
                <p:cNvSpPr/>
                <p:nvPr/>
              </p:nvSpPr>
              <p:spPr>
                <a:xfrm>
                  <a:off x="946642" y="1842557"/>
                  <a:ext cx="141766" cy="81779"/>
                </a:xfrm>
                <a:custGeom>
                  <a:avLst/>
                  <a:gdLst/>
                  <a:ahLst/>
                  <a:cxnLst/>
                  <a:rect l="l" t="t" r="r" b="b"/>
                  <a:pathLst>
                    <a:path w="4339" h="2503" extrusionOk="0">
                      <a:moveTo>
                        <a:pt x="349" y="1"/>
                      </a:moveTo>
                      <a:lnTo>
                        <a:pt x="0" y="191"/>
                      </a:lnTo>
                      <a:lnTo>
                        <a:pt x="3991" y="2502"/>
                      </a:lnTo>
                      <a:lnTo>
                        <a:pt x="4339" y="2281"/>
                      </a:lnTo>
                      <a:lnTo>
                        <a:pt x="349" y="1"/>
                      </a:lnTo>
                      <a:close/>
                    </a:path>
                  </a:pathLst>
                </a:custGeom>
                <a:solidFill>
                  <a:srgbClr val="1B1F26"/>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545" name="Google Shape;4314;p38">
                  <a:extLst>
                    <a:ext uri="{FF2B5EF4-FFF2-40B4-BE49-F238E27FC236}">
                      <a16:creationId xmlns:a16="http://schemas.microsoft.com/office/drawing/2014/main" id="{D809DD5D-6CAD-0CBF-399C-06A100020690}"/>
                    </a:ext>
                  </a:extLst>
                </p:cNvPr>
                <p:cNvSpPr/>
                <p:nvPr/>
              </p:nvSpPr>
              <p:spPr>
                <a:xfrm>
                  <a:off x="923869" y="1856018"/>
                  <a:ext cx="141799" cy="81779"/>
                </a:xfrm>
                <a:custGeom>
                  <a:avLst/>
                  <a:gdLst/>
                  <a:ahLst/>
                  <a:cxnLst/>
                  <a:rect l="l" t="t" r="r" b="b"/>
                  <a:pathLst>
                    <a:path w="4340" h="2503" extrusionOk="0">
                      <a:moveTo>
                        <a:pt x="349" y="0"/>
                      </a:moveTo>
                      <a:lnTo>
                        <a:pt x="1" y="190"/>
                      </a:lnTo>
                      <a:lnTo>
                        <a:pt x="3991" y="2502"/>
                      </a:lnTo>
                      <a:lnTo>
                        <a:pt x="4339" y="2280"/>
                      </a:lnTo>
                      <a:lnTo>
                        <a:pt x="349" y="0"/>
                      </a:lnTo>
                      <a:close/>
                    </a:path>
                  </a:pathLst>
                </a:custGeom>
                <a:solidFill>
                  <a:srgbClr val="1B1F26"/>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546" name="Google Shape;4315;p38">
                  <a:extLst>
                    <a:ext uri="{FF2B5EF4-FFF2-40B4-BE49-F238E27FC236}">
                      <a16:creationId xmlns:a16="http://schemas.microsoft.com/office/drawing/2014/main" id="{9ED13E0B-17F0-D569-D343-4E5600EF997D}"/>
                    </a:ext>
                  </a:extLst>
                </p:cNvPr>
                <p:cNvSpPr/>
                <p:nvPr/>
              </p:nvSpPr>
              <p:spPr>
                <a:xfrm>
                  <a:off x="901097" y="1868433"/>
                  <a:ext cx="141799" cy="82792"/>
                </a:xfrm>
                <a:custGeom>
                  <a:avLst/>
                  <a:gdLst/>
                  <a:ahLst/>
                  <a:cxnLst/>
                  <a:rect l="l" t="t" r="r" b="b"/>
                  <a:pathLst>
                    <a:path w="4340" h="2534" extrusionOk="0">
                      <a:moveTo>
                        <a:pt x="349" y="0"/>
                      </a:moveTo>
                      <a:lnTo>
                        <a:pt x="1" y="222"/>
                      </a:lnTo>
                      <a:lnTo>
                        <a:pt x="3991" y="2534"/>
                      </a:lnTo>
                      <a:lnTo>
                        <a:pt x="4339" y="2312"/>
                      </a:lnTo>
                      <a:lnTo>
                        <a:pt x="349" y="0"/>
                      </a:lnTo>
                      <a:close/>
                    </a:path>
                  </a:pathLst>
                </a:custGeom>
                <a:solidFill>
                  <a:srgbClr val="1B1F26"/>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547" name="Google Shape;4316;p38">
                  <a:extLst>
                    <a:ext uri="{FF2B5EF4-FFF2-40B4-BE49-F238E27FC236}">
                      <a16:creationId xmlns:a16="http://schemas.microsoft.com/office/drawing/2014/main" id="{FF036CAC-E773-1476-BD57-A284914A167E}"/>
                    </a:ext>
                  </a:extLst>
                </p:cNvPr>
                <p:cNvSpPr/>
                <p:nvPr/>
              </p:nvSpPr>
              <p:spPr>
                <a:xfrm>
                  <a:off x="1154603" y="1717355"/>
                  <a:ext cx="142844" cy="81779"/>
                </a:xfrm>
                <a:custGeom>
                  <a:avLst/>
                  <a:gdLst/>
                  <a:ahLst/>
                  <a:cxnLst/>
                  <a:rect l="l" t="t" r="r" b="b"/>
                  <a:pathLst>
                    <a:path w="4372" h="2503" extrusionOk="0">
                      <a:moveTo>
                        <a:pt x="381" y="1"/>
                      </a:moveTo>
                      <a:lnTo>
                        <a:pt x="1" y="191"/>
                      </a:lnTo>
                      <a:lnTo>
                        <a:pt x="3991" y="2502"/>
                      </a:lnTo>
                      <a:lnTo>
                        <a:pt x="4371" y="2281"/>
                      </a:lnTo>
                      <a:lnTo>
                        <a:pt x="381" y="1"/>
                      </a:lnTo>
                      <a:close/>
                    </a:path>
                  </a:pathLst>
                </a:custGeom>
                <a:solidFill>
                  <a:srgbClr val="1B1F26"/>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548" name="Google Shape;4317;p38">
                  <a:extLst>
                    <a:ext uri="{FF2B5EF4-FFF2-40B4-BE49-F238E27FC236}">
                      <a16:creationId xmlns:a16="http://schemas.microsoft.com/office/drawing/2014/main" id="{E442B2D3-7759-D70D-F520-51D4FE7D35E0}"/>
                    </a:ext>
                  </a:extLst>
                </p:cNvPr>
                <p:cNvSpPr/>
                <p:nvPr/>
              </p:nvSpPr>
              <p:spPr>
                <a:xfrm>
                  <a:off x="1131862" y="1729771"/>
                  <a:ext cx="142811" cy="82825"/>
                </a:xfrm>
                <a:custGeom>
                  <a:avLst/>
                  <a:gdLst/>
                  <a:ahLst/>
                  <a:cxnLst/>
                  <a:rect l="l" t="t" r="r" b="b"/>
                  <a:pathLst>
                    <a:path w="4371" h="2535" extrusionOk="0">
                      <a:moveTo>
                        <a:pt x="380" y="1"/>
                      </a:moveTo>
                      <a:lnTo>
                        <a:pt x="0" y="222"/>
                      </a:lnTo>
                      <a:lnTo>
                        <a:pt x="3990" y="2534"/>
                      </a:lnTo>
                      <a:lnTo>
                        <a:pt x="4370" y="2312"/>
                      </a:lnTo>
                      <a:lnTo>
                        <a:pt x="380" y="1"/>
                      </a:lnTo>
                      <a:close/>
                    </a:path>
                  </a:pathLst>
                </a:custGeom>
                <a:solidFill>
                  <a:srgbClr val="1B1F26"/>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549" name="Google Shape;4318;p38">
                  <a:extLst>
                    <a:ext uri="{FF2B5EF4-FFF2-40B4-BE49-F238E27FC236}">
                      <a16:creationId xmlns:a16="http://schemas.microsoft.com/office/drawing/2014/main" id="{247A81C1-BD5C-563D-C308-BED324112224}"/>
                    </a:ext>
                  </a:extLst>
                </p:cNvPr>
                <p:cNvSpPr/>
                <p:nvPr/>
              </p:nvSpPr>
              <p:spPr>
                <a:xfrm>
                  <a:off x="1109090" y="1743232"/>
                  <a:ext cx="142811" cy="81779"/>
                </a:xfrm>
                <a:custGeom>
                  <a:avLst/>
                  <a:gdLst/>
                  <a:ahLst/>
                  <a:cxnLst/>
                  <a:rect l="l" t="t" r="r" b="b"/>
                  <a:pathLst>
                    <a:path w="4371" h="2503" extrusionOk="0">
                      <a:moveTo>
                        <a:pt x="380" y="0"/>
                      </a:moveTo>
                      <a:lnTo>
                        <a:pt x="0" y="222"/>
                      </a:lnTo>
                      <a:lnTo>
                        <a:pt x="3991" y="2502"/>
                      </a:lnTo>
                      <a:lnTo>
                        <a:pt x="4371" y="2312"/>
                      </a:lnTo>
                      <a:lnTo>
                        <a:pt x="380" y="0"/>
                      </a:lnTo>
                      <a:close/>
                    </a:path>
                  </a:pathLst>
                </a:custGeom>
                <a:solidFill>
                  <a:srgbClr val="1B1F26"/>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550" name="Google Shape;4319;p38">
                  <a:extLst>
                    <a:ext uri="{FF2B5EF4-FFF2-40B4-BE49-F238E27FC236}">
                      <a16:creationId xmlns:a16="http://schemas.microsoft.com/office/drawing/2014/main" id="{F3C28B42-0542-24F6-0820-9C0924EF007D}"/>
                    </a:ext>
                  </a:extLst>
                </p:cNvPr>
                <p:cNvSpPr/>
                <p:nvPr/>
              </p:nvSpPr>
              <p:spPr>
                <a:xfrm>
                  <a:off x="1615056" y="2159186"/>
                  <a:ext cx="522564" cy="2196703"/>
                </a:xfrm>
                <a:custGeom>
                  <a:avLst/>
                  <a:gdLst/>
                  <a:ahLst/>
                  <a:cxnLst/>
                  <a:rect l="l" t="t" r="r" b="b"/>
                  <a:pathLst>
                    <a:path w="15994" h="67234" extrusionOk="0">
                      <a:moveTo>
                        <a:pt x="15993" y="0"/>
                      </a:moveTo>
                      <a:lnTo>
                        <a:pt x="0" y="9248"/>
                      </a:lnTo>
                      <a:lnTo>
                        <a:pt x="0" y="67233"/>
                      </a:lnTo>
                      <a:lnTo>
                        <a:pt x="15993" y="57954"/>
                      </a:lnTo>
                      <a:lnTo>
                        <a:pt x="15993" y="0"/>
                      </a:lnTo>
                      <a:close/>
                    </a:path>
                  </a:pathLst>
                </a:custGeom>
                <a:solidFill>
                  <a:srgbClr val="990099"/>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551" name="Google Shape;4320;p38">
                  <a:extLst>
                    <a:ext uri="{FF2B5EF4-FFF2-40B4-BE49-F238E27FC236}">
                      <a16:creationId xmlns:a16="http://schemas.microsoft.com/office/drawing/2014/main" id="{1E13CE21-384C-AB7B-8220-18457D3B4388}"/>
                    </a:ext>
                  </a:extLst>
                </p:cNvPr>
                <p:cNvSpPr/>
                <p:nvPr/>
              </p:nvSpPr>
              <p:spPr>
                <a:xfrm>
                  <a:off x="1047012" y="2133309"/>
                  <a:ext cx="568077" cy="2222579"/>
                </a:xfrm>
                <a:custGeom>
                  <a:avLst/>
                  <a:gdLst/>
                  <a:ahLst/>
                  <a:cxnLst/>
                  <a:rect l="l" t="t" r="r" b="b"/>
                  <a:pathLst>
                    <a:path w="17387" h="68026" extrusionOk="0">
                      <a:moveTo>
                        <a:pt x="0" y="0"/>
                      </a:moveTo>
                      <a:lnTo>
                        <a:pt x="0" y="57986"/>
                      </a:lnTo>
                      <a:lnTo>
                        <a:pt x="17386" y="68025"/>
                      </a:lnTo>
                      <a:lnTo>
                        <a:pt x="17386" y="10040"/>
                      </a:lnTo>
                      <a:lnTo>
                        <a:pt x="0" y="0"/>
                      </a:lnTo>
                      <a:close/>
                    </a:path>
                  </a:pathLst>
                </a:custGeom>
                <a:solidFill>
                  <a:srgbClr val="990099"/>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552" name="Google Shape;4321;p38">
                  <a:extLst>
                    <a:ext uri="{FF2B5EF4-FFF2-40B4-BE49-F238E27FC236}">
                      <a16:creationId xmlns:a16="http://schemas.microsoft.com/office/drawing/2014/main" id="{4B0E4F3F-CEBA-DDA0-569E-B9BB7AB5CEE3}"/>
                    </a:ext>
                  </a:extLst>
                </p:cNvPr>
                <p:cNvSpPr/>
                <p:nvPr/>
              </p:nvSpPr>
              <p:spPr>
                <a:xfrm>
                  <a:off x="1071843" y="2238253"/>
                  <a:ext cx="518415" cy="2103129"/>
                </a:xfrm>
                <a:custGeom>
                  <a:avLst/>
                  <a:gdLst/>
                  <a:ahLst/>
                  <a:cxnLst/>
                  <a:rect l="l" t="t" r="r" b="b"/>
                  <a:pathLst>
                    <a:path w="15867" h="64370" extrusionOk="0">
                      <a:moveTo>
                        <a:pt x="289" y="1"/>
                      </a:moveTo>
                      <a:cubicBezTo>
                        <a:pt x="111" y="1"/>
                        <a:pt x="0" y="152"/>
                        <a:pt x="0" y="399"/>
                      </a:cubicBezTo>
                      <a:lnTo>
                        <a:pt x="0" y="55186"/>
                      </a:lnTo>
                      <a:lnTo>
                        <a:pt x="15866" y="64370"/>
                      </a:lnTo>
                      <a:lnTo>
                        <a:pt x="15866" y="9551"/>
                      </a:lnTo>
                      <a:cubicBezTo>
                        <a:pt x="15866" y="9203"/>
                        <a:pt x="15613" y="8791"/>
                        <a:pt x="15328" y="8601"/>
                      </a:cubicBezTo>
                      <a:lnTo>
                        <a:pt x="539" y="82"/>
                      </a:lnTo>
                      <a:cubicBezTo>
                        <a:pt x="446" y="27"/>
                        <a:pt x="362" y="1"/>
                        <a:pt x="289" y="1"/>
                      </a:cubicBezTo>
                      <a:close/>
                    </a:path>
                  </a:pathLst>
                </a:custGeom>
                <a:solidFill>
                  <a:srgbClr val="990099"/>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553" name="Google Shape;4322;p38">
                  <a:extLst>
                    <a:ext uri="{FF2B5EF4-FFF2-40B4-BE49-F238E27FC236}">
                      <a16:creationId xmlns:a16="http://schemas.microsoft.com/office/drawing/2014/main" id="{E960E868-FA45-F503-5E21-61C46B1EA97F}"/>
                    </a:ext>
                  </a:extLst>
                </p:cNvPr>
                <p:cNvSpPr/>
                <p:nvPr/>
              </p:nvSpPr>
              <p:spPr>
                <a:xfrm>
                  <a:off x="1087363" y="2264979"/>
                  <a:ext cx="487376" cy="387496"/>
                </a:xfrm>
                <a:custGeom>
                  <a:avLst/>
                  <a:gdLst/>
                  <a:ahLst/>
                  <a:cxnLst/>
                  <a:rect l="l" t="t" r="r" b="b"/>
                  <a:pathLst>
                    <a:path w="14917" h="11860" extrusionOk="0">
                      <a:moveTo>
                        <a:pt x="230" y="1"/>
                      </a:moveTo>
                      <a:cubicBezTo>
                        <a:pt x="96" y="1"/>
                        <a:pt x="0" y="107"/>
                        <a:pt x="0" y="309"/>
                      </a:cubicBezTo>
                      <a:lnTo>
                        <a:pt x="0" y="2938"/>
                      </a:lnTo>
                      <a:cubicBezTo>
                        <a:pt x="0" y="3191"/>
                        <a:pt x="190" y="3539"/>
                        <a:pt x="412" y="3666"/>
                      </a:cubicBezTo>
                      <a:lnTo>
                        <a:pt x="14505" y="11805"/>
                      </a:lnTo>
                      <a:cubicBezTo>
                        <a:pt x="14569" y="11842"/>
                        <a:pt x="14631" y="11860"/>
                        <a:pt x="14687" y="11860"/>
                      </a:cubicBezTo>
                      <a:cubicBezTo>
                        <a:pt x="14821" y="11860"/>
                        <a:pt x="14916" y="11753"/>
                        <a:pt x="14916" y="11552"/>
                      </a:cubicBezTo>
                      <a:lnTo>
                        <a:pt x="14916" y="8923"/>
                      </a:lnTo>
                      <a:cubicBezTo>
                        <a:pt x="14916" y="8670"/>
                        <a:pt x="14726" y="8321"/>
                        <a:pt x="14505" y="8195"/>
                      </a:cubicBezTo>
                      <a:lnTo>
                        <a:pt x="412" y="56"/>
                      </a:lnTo>
                      <a:cubicBezTo>
                        <a:pt x="347" y="19"/>
                        <a:pt x="285" y="1"/>
                        <a:pt x="230" y="1"/>
                      </a:cubicBezTo>
                      <a:close/>
                    </a:path>
                  </a:pathLst>
                </a:custGeom>
                <a:solidFill>
                  <a:schemeClr val="tx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554" name="Google Shape;4323;p38">
                  <a:extLst>
                    <a:ext uri="{FF2B5EF4-FFF2-40B4-BE49-F238E27FC236}">
                      <a16:creationId xmlns:a16="http://schemas.microsoft.com/office/drawing/2014/main" id="{D6ADFD50-3939-BFE2-E81F-4CC3D767B006}"/>
                    </a:ext>
                  </a:extLst>
                </p:cNvPr>
                <p:cNvSpPr/>
                <p:nvPr/>
              </p:nvSpPr>
              <p:spPr>
                <a:xfrm>
                  <a:off x="1111148" y="2301965"/>
                  <a:ext cx="164571" cy="102461"/>
                </a:xfrm>
                <a:custGeom>
                  <a:avLst/>
                  <a:gdLst/>
                  <a:ahLst/>
                  <a:cxnLst/>
                  <a:rect l="l" t="t" r="r" b="b"/>
                  <a:pathLst>
                    <a:path w="5037" h="3136" extrusionOk="0">
                      <a:moveTo>
                        <a:pt x="1" y="1"/>
                      </a:moveTo>
                      <a:lnTo>
                        <a:pt x="1" y="222"/>
                      </a:lnTo>
                      <a:lnTo>
                        <a:pt x="5036" y="3136"/>
                      </a:lnTo>
                      <a:lnTo>
                        <a:pt x="5036" y="2882"/>
                      </a:lnTo>
                      <a:lnTo>
                        <a:pt x="1" y="1"/>
                      </a:lnTo>
                      <a:close/>
                    </a:path>
                  </a:pathLst>
                </a:custGeom>
                <a:solidFill>
                  <a:srgbClr val="22283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555" name="Google Shape;4324;p38">
                  <a:extLst>
                    <a:ext uri="{FF2B5EF4-FFF2-40B4-BE49-F238E27FC236}">
                      <a16:creationId xmlns:a16="http://schemas.microsoft.com/office/drawing/2014/main" id="{D0927283-9BA5-B888-7DD8-EA6CACF48F53}"/>
                    </a:ext>
                  </a:extLst>
                </p:cNvPr>
                <p:cNvSpPr/>
                <p:nvPr/>
              </p:nvSpPr>
              <p:spPr>
                <a:xfrm>
                  <a:off x="1111148" y="2327841"/>
                  <a:ext cx="164571" cy="102461"/>
                </a:xfrm>
                <a:custGeom>
                  <a:avLst/>
                  <a:gdLst/>
                  <a:ahLst/>
                  <a:cxnLst/>
                  <a:rect l="l" t="t" r="r" b="b"/>
                  <a:pathLst>
                    <a:path w="5037" h="3136" extrusionOk="0">
                      <a:moveTo>
                        <a:pt x="1" y="0"/>
                      </a:moveTo>
                      <a:lnTo>
                        <a:pt x="1" y="254"/>
                      </a:lnTo>
                      <a:lnTo>
                        <a:pt x="5036" y="3135"/>
                      </a:lnTo>
                      <a:lnTo>
                        <a:pt x="5036" y="2914"/>
                      </a:lnTo>
                      <a:lnTo>
                        <a:pt x="1" y="0"/>
                      </a:lnTo>
                      <a:close/>
                    </a:path>
                  </a:pathLst>
                </a:custGeom>
                <a:solidFill>
                  <a:srgbClr val="22283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556" name="Google Shape;4325;p38">
                  <a:extLst>
                    <a:ext uri="{FF2B5EF4-FFF2-40B4-BE49-F238E27FC236}">
                      <a16:creationId xmlns:a16="http://schemas.microsoft.com/office/drawing/2014/main" id="{13A5A399-DF64-F559-8ECD-20A44F9BF6AA}"/>
                    </a:ext>
                  </a:extLst>
                </p:cNvPr>
                <p:cNvSpPr/>
                <p:nvPr/>
              </p:nvSpPr>
              <p:spPr>
                <a:xfrm>
                  <a:off x="1111148" y="2354731"/>
                  <a:ext cx="164571" cy="102461"/>
                </a:xfrm>
                <a:custGeom>
                  <a:avLst/>
                  <a:gdLst/>
                  <a:ahLst/>
                  <a:cxnLst/>
                  <a:rect l="l" t="t" r="r" b="b"/>
                  <a:pathLst>
                    <a:path w="5037" h="3136" extrusionOk="0">
                      <a:moveTo>
                        <a:pt x="1" y="1"/>
                      </a:moveTo>
                      <a:lnTo>
                        <a:pt x="1" y="222"/>
                      </a:lnTo>
                      <a:lnTo>
                        <a:pt x="5036" y="3136"/>
                      </a:lnTo>
                      <a:lnTo>
                        <a:pt x="5036" y="2883"/>
                      </a:lnTo>
                      <a:lnTo>
                        <a:pt x="1" y="1"/>
                      </a:lnTo>
                      <a:close/>
                    </a:path>
                  </a:pathLst>
                </a:custGeom>
                <a:solidFill>
                  <a:srgbClr val="22283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557" name="Google Shape;4326;p38">
                  <a:extLst>
                    <a:ext uri="{FF2B5EF4-FFF2-40B4-BE49-F238E27FC236}">
                      <a16:creationId xmlns:a16="http://schemas.microsoft.com/office/drawing/2014/main" id="{41D3AA73-4A94-2113-9B24-FE834BFEBA51}"/>
                    </a:ext>
                  </a:extLst>
                </p:cNvPr>
                <p:cNvSpPr/>
                <p:nvPr/>
              </p:nvSpPr>
              <p:spPr>
                <a:xfrm>
                  <a:off x="1418466" y="2503194"/>
                  <a:ext cx="23818" cy="28098"/>
                </a:xfrm>
                <a:custGeom>
                  <a:avLst/>
                  <a:gdLst/>
                  <a:ahLst/>
                  <a:cxnLst/>
                  <a:rect l="l" t="t" r="r" b="b"/>
                  <a:pathLst>
                    <a:path w="729" h="860" extrusionOk="0">
                      <a:moveTo>
                        <a:pt x="201" y="1"/>
                      </a:moveTo>
                      <a:cubicBezTo>
                        <a:pt x="174" y="1"/>
                        <a:pt x="149" y="6"/>
                        <a:pt x="127" y="17"/>
                      </a:cubicBezTo>
                      <a:cubicBezTo>
                        <a:pt x="0" y="80"/>
                        <a:pt x="0" y="334"/>
                        <a:pt x="127" y="555"/>
                      </a:cubicBezTo>
                      <a:cubicBezTo>
                        <a:pt x="228" y="758"/>
                        <a:pt x="391" y="859"/>
                        <a:pt x="516" y="859"/>
                      </a:cubicBezTo>
                      <a:cubicBezTo>
                        <a:pt x="548" y="859"/>
                        <a:pt x="577" y="853"/>
                        <a:pt x="602" y="840"/>
                      </a:cubicBezTo>
                      <a:cubicBezTo>
                        <a:pt x="729" y="777"/>
                        <a:pt x="729" y="524"/>
                        <a:pt x="602" y="302"/>
                      </a:cubicBezTo>
                      <a:cubicBezTo>
                        <a:pt x="497" y="119"/>
                        <a:pt x="328" y="1"/>
                        <a:pt x="201" y="1"/>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558" name="Google Shape;4327;p38">
                  <a:extLst>
                    <a:ext uri="{FF2B5EF4-FFF2-40B4-BE49-F238E27FC236}">
                      <a16:creationId xmlns:a16="http://schemas.microsoft.com/office/drawing/2014/main" id="{AD70F1B9-C923-9B6A-38AB-E9F58B00B2C7}"/>
                    </a:ext>
                  </a:extLst>
                </p:cNvPr>
                <p:cNvSpPr/>
                <p:nvPr/>
              </p:nvSpPr>
              <p:spPr>
                <a:xfrm>
                  <a:off x="1468128" y="2530835"/>
                  <a:ext cx="21760" cy="28588"/>
                </a:xfrm>
                <a:custGeom>
                  <a:avLst/>
                  <a:gdLst/>
                  <a:ahLst/>
                  <a:cxnLst/>
                  <a:rect l="l" t="t" r="r" b="b"/>
                  <a:pathLst>
                    <a:path w="666" h="875" extrusionOk="0">
                      <a:moveTo>
                        <a:pt x="162" y="1"/>
                      </a:moveTo>
                      <a:cubicBezTo>
                        <a:pt x="62" y="1"/>
                        <a:pt x="0" y="94"/>
                        <a:pt x="0" y="248"/>
                      </a:cubicBezTo>
                      <a:cubicBezTo>
                        <a:pt x="0" y="469"/>
                        <a:pt x="127" y="723"/>
                        <a:pt x="317" y="818"/>
                      </a:cubicBezTo>
                      <a:cubicBezTo>
                        <a:pt x="375" y="856"/>
                        <a:pt x="430" y="874"/>
                        <a:pt x="479" y="874"/>
                      </a:cubicBezTo>
                      <a:cubicBezTo>
                        <a:pt x="589" y="874"/>
                        <a:pt x="666" y="782"/>
                        <a:pt x="666" y="628"/>
                      </a:cubicBezTo>
                      <a:cubicBezTo>
                        <a:pt x="666" y="406"/>
                        <a:pt x="507" y="153"/>
                        <a:pt x="317" y="58"/>
                      </a:cubicBezTo>
                      <a:cubicBezTo>
                        <a:pt x="259" y="19"/>
                        <a:pt x="207" y="1"/>
                        <a:pt x="162" y="1"/>
                      </a:cubicBezTo>
                      <a:close/>
                    </a:path>
                  </a:pathLst>
                </a:custGeom>
                <a:solidFill>
                  <a:srgbClr val="30475E"/>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559" name="Google Shape;4328;p38">
                  <a:extLst>
                    <a:ext uri="{FF2B5EF4-FFF2-40B4-BE49-F238E27FC236}">
                      <a16:creationId xmlns:a16="http://schemas.microsoft.com/office/drawing/2014/main" id="{763A1C0B-F3DE-61FB-5785-F569204A1E7A}"/>
                    </a:ext>
                  </a:extLst>
                </p:cNvPr>
                <p:cNvSpPr/>
                <p:nvPr/>
              </p:nvSpPr>
              <p:spPr>
                <a:xfrm>
                  <a:off x="1514686" y="2558574"/>
                  <a:ext cx="23818" cy="28490"/>
                </a:xfrm>
                <a:custGeom>
                  <a:avLst/>
                  <a:gdLst/>
                  <a:ahLst/>
                  <a:cxnLst/>
                  <a:rect l="l" t="t" r="r" b="b"/>
                  <a:pathLst>
                    <a:path w="729" h="872" extrusionOk="0">
                      <a:moveTo>
                        <a:pt x="227" y="0"/>
                      </a:moveTo>
                      <a:cubicBezTo>
                        <a:pt x="190" y="0"/>
                        <a:pt x="156" y="10"/>
                        <a:pt x="127" y="32"/>
                      </a:cubicBezTo>
                      <a:cubicBezTo>
                        <a:pt x="1" y="95"/>
                        <a:pt x="1" y="349"/>
                        <a:pt x="127" y="570"/>
                      </a:cubicBezTo>
                      <a:cubicBezTo>
                        <a:pt x="232" y="753"/>
                        <a:pt x="401" y="872"/>
                        <a:pt x="528" y="872"/>
                      </a:cubicBezTo>
                      <a:cubicBezTo>
                        <a:pt x="555" y="872"/>
                        <a:pt x="580" y="867"/>
                        <a:pt x="602" y="855"/>
                      </a:cubicBezTo>
                      <a:cubicBezTo>
                        <a:pt x="729" y="760"/>
                        <a:pt x="729" y="539"/>
                        <a:pt x="602" y="285"/>
                      </a:cubicBezTo>
                      <a:cubicBezTo>
                        <a:pt x="505" y="115"/>
                        <a:pt x="351" y="0"/>
                        <a:pt x="227" y="0"/>
                      </a:cubicBezTo>
                      <a:close/>
                    </a:path>
                  </a:pathLst>
                </a:custGeom>
                <a:solidFill>
                  <a:srgbClr val="22283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560" name="Google Shape;4329;p38">
                  <a:extLst>
                    <a:ext uri="{FF2B5EF4-FFF2-40B4-BE49-F238E27FC236}">
                      <a16:creationId xmlns:a16="http://schemas.microsoft.com/office/drawing/2014/main" id="{99B1C6C5-49FA-FB0E-8ABC-CAE20EBAE152}"/>
                    </a:ext>
                  </a:extLst>
                </p:cNvPr>
                <p:cNvSpPr/>
                <p:nvPr/>
              </p:nvSpPr>
              <p:spPr>
                <a:xfrm>
                  <a:off x="1087363" y="2403184"/>
                  <a:ext cx="487376" cy="387953"/>
                </a:xfrm>
                <a:custGeom>
                  <a:avLst/>
                  <a:gdLst/>
                  <a:ahLst/>
                  <a:cxnLst/>
                  <a:rect l="l" t="t" r="r" b="b"/>
                  <a:pathLst>
                    <a:path w="14917" h="11874" extrusionOk="0">
                      <a:moveTo>
                        <a:pt x="227" y="0"/>
                      </a:moveTo>
                      <a:cubicBezTo>
                        <a:pt x="94" y="0"/>
                        <a:pt x="0" y="123"/>
                        <a:pt x="0" y="323"/>
                      </a:cubicBezTo>
                      <a:lnTo>
                        <a:pt x="0" y="2951"/>
                      </a:lnTo>
                      <a:cubicBezTo>
                        <a:pt x="0" y="3205"/>
                        <a:pt x="190" y="3553"/>
                        <a:pt x="412" y="3680"/>
                      </a:cubicBezTo>
                      <a:lnTo>
                        <a:pt x="14505" y="11819"/>
                      </a:lnTo>
                      <a:cubicBezTo>
                        <a:pt x="14569" y="11856"/>
                        <a:pt x="14631" y="11874"/>
                        <a:pt x="14687" y="11874"/>
                      </a:cubicBezTo>
                      <a:cubicBezTo>
                        <a:pt x="14821" y="11874"/>
                        <a:pt x="14916" y="11767"/>
                        <a:pt x="14916" y="11565"/>
                      </a:cubicBezTo>
                      <a:lnTo>
                        <a:pt x="14916" y="8937"/>
                      </a:lnTo>
                      <a:cubicBezTo>
                        <a:pt x="14916" y="8652"/>
                        <a:pt x="14726" y="8335"/>
                        <a:pt x="14505" y="8177"/>
                      </a:cubicBezTo>
                      <a:lnTo>
                        <a:pt x="412" y="69"/>
                      </a:lnTo>
                      <a:cubicBezTo>
                        <a:pt x="346" y="22"/>
                        <a:pt x="283" y="0"/>
                        <a:pt x="227" y="0"/>
                      </a:cubicBezTo>
                      <a:close/>
                    </a:path>
                  </a:pathLst>
                </a:custGeom>
                <a:solidFill>
                  <a:schemeClr val="tx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561" name="Google Shape;4330;p38">
                  <a:extLst>
                    <a:ext uri="{FF2B5EF4-FFF2-40B4-BE49-F238E27FC236}">
                      <a16:creationId xmlns:a16="http://schemas.microsoft.com/office/drawing/2014/main" id="{9A2DEE03-BA83-AB33-EF0A-79E031A8B0FA}"/>
                    </a:ext>
                  </a:extLst>
                </p:cNvPr>
                <p:cNvSpPr/>
                <p:nvPr/>
              </p:nvSpPr>
              <p:spPr>
                <a:xfrm>
                  <a:off x="1111148" y="2439581"/>
                  <a:ext cx="164571" cy="102461"/>
                </a:xfrm>
                <a:custGeom>
                  <a:avLst/>
                  <a:gdLst/>
                  <a:ahLst/>
                  <a:cxnLst/>
                  <a:rect l="l" t="t" r="r" b="b"/>
                  <a:pathLst>
                    <a:path w="5037" h="3136" extrusionOk="0">
                      <a:moveTo>
                        <a:pt x="1" y="0"/>
                      </a:moveTo>
                      <a:lnTo>
                        <a:pt x="1" y="254"/>
                      </a:lnTo>
                      <a:lnTo>
                        <a:pt x="5036" y="3136"/>
                      </a:lnTo>
                      <a:lnTo>
                        <a:pt x="5036" y="2914"/>
                      </a:lnTo>
                      <a:lnTo>
                        <a:pt x="1" y="0"/>
                      </a:lnTo>
                      <a:close/>
                    </a:path>
                  </a:pathLst>
                </a:custGeom>
                <a:solidFill>
                  <a:srgbClr val="22283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562" name="Google Shape;4331;p38">
                  <a:extLst>
                    <a:ext uri="{FF2B5EF4-FFF2-40B4-BE49-F238E27FC236}">
                      <a16:creationId xmlns:a16="http://schemas.microsoft.com/office/drawing/2014/main" id="{D7270AF2-24AC-698E-A97B-887B0A41C76B}"/>
                    </a:ext>
                  </a:extLst>
                </p:cNvPr>
                <p:cNvSpPr/>
                <p:nvPr/>
              </p:nvSpPr>
              <p:spPr>
                <a:xfrm>
                  <a:off x="1111148" y="2466471"/>
                  <a:ext cx="164571" cy="102494"/>
                </a:xfrm>
                <a:custGeom>
                  <a:avLst/>
                  <a:gdLst/>
                  <a:ahLst/>
                  <a:cxnLst/>
                  <a:rect l="l" t="t" r="r" b="b"/>
                  <a:pathLst>
                    <a:path w="5037" h="3137" extrusionOk="0">
                      <a:moveTo>
                        <a:pt x="1" y="1"/>
                      </a:moveTo>
                      <a:lnTo>
                        <a:pt x="1" y="223"/>
                      </a:lnTo>
                      <a:lnTo>
                        <a:pt x="5036" y="3136"/>
                      </a:lnTo>
                      <a:lnTo>
                        <a:pt x="5036" y="2914"/>
                      </a:lnTo>
                      <a:lnTo>
                        <a:pt x="1" y="1"/>
                      </a:lnTo>
                      <a:close/>
                    </a:path>
                  </a:pathLst>
                </a:custGeom>
                <a:solidFill>
                  <a:srgbClr val="22283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563" name="Google Shape;4332;p38">
                  <a:extLst>
                    <a:ext uri="{FF2B5EF4-FFF2-40B4-BE49-F238E27FC236}">
                      <a16:creationId xmlns:a16="http://schemas.microsoft.com/office/drawing/2014/main" id="{3467617D-0966-64A5-393B-58D0ED2675B3}"/>
                    </a:ext>
                  </a:extLst>
                </p:cNvPr>
                <p:cNvSpPr/>
                <p:nvPr/>
              </p:nvSpPr>
              <p:spPr>
                <a:xfrm>
                  <a:off x="1111148" y="2492347"/>
                  <a:ext cx="164571" cy="102461"/>
                </a:xfrm>
                <a:custGeom>
                  <a:avLst/>
                  <a:gdLst/>
                  <a:ahLst/>
                  <a:cxnLst/>
                  <a:rect l="l" t="t" r="r" b="b"/>
                  <a:pathLst>
                    <a:path w="5037" h="3136" extrusionOk="0">
                      <a:moveTo>
                        <a:pt x="1" y="1"/>
                      </a:moveTo>
                      <a:lnTo>
                        <a:pt x="1" y="254"/>
                      </a:lnTo>
                      <a:lnTo>
                        <a:pt x="5036" y="3136"/>
                      </a:lnTo>
                      <a:lnTo>
                        <a:pt x="5036" y="2914"/>
                      </a:lnTo>
                      <a:lnTo>
                        <a:pt x="1" y="1"/>
                      </a:lnTo>
                      <a:close/>
                    </a:path>
                  </a:pathLst>
                </a:custGeom>
                <a:solidFill>
                  <a:srgbClr val="22283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564" name="Google Shape;4333;p38">
                  <a:extLst>
                    <a:ext uri="{FF2B5EF4-FFF2-40B4-BE49-F238E27FC236}">
                      <a16:creationId xmlns:a16="http://schemas.microsoft.com/office/drawing/2014/main" id="{D80F40E8-3340-47E8-DF5E-745BB59E1ED3}"/>
                    </a:ext>
                  </a:extLst>
                </p:cNvPr>
                <p:cNvSpPr/>
                <p:nvPr/>
              </p:nvSpPr>
              <p:spPr>
                <a:xfrm>
                  <a:off x="1419511" y="2641562"/>
                  <a:ext cx="21760" cy="28131"/>
                </a:xfrm>
                <a:custGeom>
                  <a:avLst/>
                  <a:gdLst/>
                  <a:ahLst/>
                  <a:cxnLst/>
                  <a:rect l="l" t="t" r="r" b="b"/>
                  <a:pathLst>
                    <a:path w="666" h="861" extrusionOk="0">
                      <a:moveTo>
                        <a:pt x="187" y="1"/>
                      </a:moveTo>
                      <a:cubicBezTo>
                        <a:pt x="76" y="1"/>
                        <a:pt x="0" y="93"/>
                        <a:pt x="0" y="247"/>
                      </a:cubicBezTo>
                      <a:cubicBezTo>
                        <a:pt x="0" y="469"/>
                        <a:pt x="158" y="722"/>
                        <a:pt x="348" y="817"/>
                      </a:cubicBezTo>
                      <a:cubicBezTo>
                        <a:pt x="405" y="846"/>
                        <a:pt x="457" y="860"/>
                        <a:pt x="501" y="860"/>
                      </a:cubicBezTo>
                      <a:cubicBezTo>
                        <a:pt x="603" y="860"/>
                        <a:pt x="665" y="782"/>
                        <a:pt x="665" y="627"/>
                      </a:cubicBezTo>
                      <a:cubicBezTo>
                        <a:pt x="665" y="406"/>
                        <a:pt x="538" y="152"/>
                        <a:pt x="348" y="57"/>
                      </a:cubicBezTo>
                      <a:cubicBezTo>
                        <a:pt x="290" y="19"/>
                        <a:pt x="235" y="1"/>
                        <a:pt x="187" y="1"/>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565" name="Google Shape;4334;p38">
                  <a:extLst>
                    <a:ext uri="{FF2B5EF4-FFF2-40B4-BE49-F238E27FC236}">
                      <a16:creationId xmlns:a16="http://schemas.microsoft.com/office/drawing/2014/main" id="{E55579A0-A08D-DA1A-97E5-01A9BEE297A1}"/>
                    </a:ext>
                  </a:extLst>
                </p:cNvPr>
                <p:cNvSpPr/>
                <p:nvPr/>
              </p:nvSpPr>
              <p:spPr>
                <a:xfrm>
                  <a:off x="1467082" y="2669269"/>
                  <a:ext cx="23851" cy="28523"/>
                </a:xfrm>
                <a:custGeom>
                  <a:avLst/>
                  <a:gdLst/>
                  <a:ahLst/>
                  <a:cxnLst/>
                  <a:rect l="l" t="t" r="r" b="b"/>
                  <a:pathLst>
                    <a:path w="730" h="873" extrusionOk="0">
                      <a:moveTo>
                        <a:pt x="227" y="1"/>
                      </a:moveTo>
                      <a:cubicBezTo>
                        <a:pt x="191" y="1"/>
                        <a:pt x="157" y="11"/>
                        <a:pt x="127" y="33"/>
                      </a:cubicBezTo>
                      <a:cubicBezTo>
                        <a:pt x="1" y="96"/>
                        <a:pt x="1" y="349"/>
                        <a:pt x="127" y="571"/>
                      </a:cubicBezTo>
                      <a:cubicBezTo>
                        <a:pt x="232" y="754"/>
                        <a:pt x="401" y="872"/>
                        <a:pt x="529" y="872"/>
                      </a:cubicBezTo>
                      <a:cubicBezTo>
                        <a:pt x="555" y="872"/>
                        <a:pt x="580" y="867"/>
                        <a:pt x="602" y="856"/>
                      </a:cubicBezTo>
                      <a:cubicBezTo>
                        <a:pt x="729" y="761"/>
                        <a:pt x="729" y="539"/>
                        <a:pt x="602" y="286"/>
                      </a:cubicBezTo>
                      <a:cubicBezTo>
                        <a:pt x="505" y="115"/>
                        <a:pt x="351" y="1"/>
                        <a:pt x="227" y="1"/>
                      </a:cubicBezTo>
                      <a:close/>
                    </a:path>
                  </a:pathLst>
                </a:custGeom>
                <a:solidFill>
                  <a:srgbClr val="30475E"/>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566" name="Google Shape;4335;p38">
                  <a:extLst>
                    <a:ext uri="{FF2B5EF4-FFF2-40B4-BE49-F238E27FC236}">
                      <a16:creationId xmlns:a16="http://schemas.microsoft.com/office/drawing/2014/main" id="{E7D8C111-22FE-3CC8-E6B8-D7018DADFC51}"/>
                    </a:ext>
                  </a:extLst>
                </p:cNvPr>
                <p:cNvSpPr/>
                <p:nvPr/>
              </p:nvSpPr>
              <p:spPr>
                <a:xfrm>
                  <a:off x="1514686" y="2696681"/>
                  <a:ext cx="23818" cy="28523"/>
                </a:xfrm>
                <a:custGeom>
                  <a:avLst/>
                  <a:gdLst/>
                  <a:ahLst/>
                  <a:cxnLst/>
                  <a:rect l="l" t="t" r="r" b="b"/>
                  <a:pathLst>
                    <a:path w="729" h="873" extrusionOk="0">
                      <a:moveTo>
                        <a:pt x="201" y="1"/>
                      </a:moveTo>
                      <a:cubicBezTo>
                        <a:pt x="174" y="1"/>
                        <a:pt x="149" y="6"/>
                        <a:pt x="127" y="17"/>
                      </a:cubicBezTo>
                      <a:cubicBezTo>
                        <a:pt x="1" y="112"/>
                        <a:pt x="1" y="365"/>
                        <a:pt x="127" y="587"/>
                      </a:cubicBezTo>
                      <a:cubicBezTo>
                        <a:pt x="225" y="758"/>
                        <a:pt x="379" y="872"/>
                        <a:pt x="502" y="872"/>
                      </a:cubicBezTo>
                      <a:cubicBezTo>
                        <a:pt x="539" y="872"/>
                        <a:pt x="573" y="862"/>
                        <a:pt x="602" y="840"/>
                      </a:cubicBezTo>
                      <a:cubicBezTo>
                        <a:pt x="729" y="777"/>
                        <a:pt x="729" y="524"/>
                        <a:pt x="602" y="302"/>
                      </a:cubicBezTo>
                      <a:cubicBezTo>
                        <a:pt x="498" y="119"/>
                        <a:pt x="328" y="1"/>
                        <a:pt x="201" y="1"/>
                      </a:cubicBezTo>
                      <a:close/>
                    </a:path>
                  </a:pathLst>
                </a:custGeom>
                <a:solidFill>
                  <a:srgbClr val="22283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567" name="Google Shape;4336;p38">
                  <a:extLst>
                    <a:ext uri="{FF2B5EF4-FFF2-40B4-BE49-F238E27FC236}">
                      <a16:creationId xmlns:a16="http://schemas.microsoft.com/office/drawing/2014/main" id="{366B836C-E70A-B64F-968E-34FCBAB129BD}"/>
                    </a:ext>
                  </a:extLst>
                </p:cNvPr>
                <p:cNvSpPr/>
                <p:nvPr/>
              </p:nvSpPr>
              <p:spPr>
                <a:xfrm>
                  <a:off x="1087363" y="2541813"/>
                  <a:ext cx="487376" cy="387790"/>
                </a:xfrm>
                <a:custGeom>
                  <a:avLst/>
                  <a:gdLst/>
                  <a:ahLst/>
                  <a:cxnLst/>
                  <a:rect l="l" t="t" r="r" b="b"/>
                  <a:pathLst>
                    <a:path w="14917" h="11869" extrusionOk="0">
                      <a:moveTo>
                        <a:pt x="223" y="0"/>
                      </a:moveTo>
                      <a:cubicBezTo>
                        <a:pt x="92" y="0"/>
                        <a:pt x="0" y="115"/>
                        <a:pt x="0" y="292"/>
                      </a:cubicBezTo>
                      <a:lnTo>
                        <a:pt x="0" y="2920"/>
                      </a:lnTo>
                      <a:cubicBezTo>
                        <a:pt x="0" y="3205"/>
                        <a:pt x="190" y="3554"/>
                        <a:pt x="412" y="3680"/>
                      </a:cubicBezTo>
                      <a:lnTo>
                        <a:pt x="14505" y="11819"/>
                      </a:lnTo>
                      <a:cubicBezTo>
                        <a:pt x="14564" y="11853"/>
                        <a:pt x="14621" y="11869"/>
                        <a:pt x="14673" y="11869"/>
                      </a:cubicBezTo>
                      <a:cubicBezTo>
                        <a:pt x="14815" y="11869"/>
                        <a:pt x="14916" y="11751"/>
                        <a:pt x="14916" y="11566"/>
                      </a:cubicBezTo>
                      <a:lnTo>
                        <a:pt x="14916" y="8937"/>
                      </a:lnTo>
                      <a:cubicBezTo>
                        <a:pt x="14916" y="8652"/>
                        <a:pt x="14726" y="8336"/>
                        <a:pt x="14505" y="8177"/>
                      </a:cubicBezTo>
                      <a:lnTo>
                        <a:pt x="412" y="70"/>
                      </a:lnTo>
                      <a:cubicBezTo>
                        <a:pt x="345" y="22"/>
                        <a:pt x="280" y="0"/>
                        <a:pt x="223" y="0"/>
                      </a:cubicBezTo>
                      <a:close/>
                    </a:path>
                  </a:pathLst>
                </a:custGeom>
                <a:solidFill>
                  <a:schemeClr val="tx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568" name="Google Shape;4337;p38">
                  <a:extLst>
                    <a:ext uri="{FF2B5EF4-FFF2-40B4-BE49-F238E27FC236}">
                      <a16:creationId xmlns:a16="http://schemas.microsoft.com/office/drawing/2014/main" id="{DF7821CA-EBA6-A859-852C-CBD8615EED03}"/>
                    </a:ext>
                  </a:extLst>
                </p:cNvPr>
                <p:cNvSpPr/>
                <p:nvPr/>
              </p:nvSpPr>
              <p:spPr>
                <a:xfrm>
                  <a:off x="1111148" y="2578243"/>
                  <a:ext cx="164571" cy="102461"/>
                </a:xfrm>
                <a:custGeom>
                  <a:avLst/>
                  <a:gdLst/>
                  <a:ahLst/>
                  <a:cxnLst/>
                  <a:rect l="l" t="t" r="r" b="b"/>
                  <a:pathLst>
                    <a:path w="5037" h="3136" extrusionOk="0">
                      <a:moveTo>
                        <a:pt x="1" y="0"/>
                      </a:moveTo>
                      <a:lnTo>
                        <a:pt x="1" y="253"/>
                      </a:lnTo>
                      <a:lnTo>
                        <a:pt x="5036" y="3135"/>
                      </a:lnTo>
                      <a:lnTo>
                        <a:pt x="5036" y="2914"/>
                      </a:lnTo>
                      <a:lnTo>
                        <a:pt x="1" y="0"/>
                      </a:lnTo>
                      <a:close/>
                    </a:path>
                  </a:pathLst>
                </a:custGeom>
                <a:solidFill>
                  <a:srgbClr val="22283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569" name="Google Shape;4338;p38">
                  <a:extLst>
                    <a:ext uri="{FF2B5EF4-FFF2-40B4-BE49-F238E27FC236}">
                      <a16:creationId xmlns:a16="http://schemas.microsoft.com/office/drawing/2014/main" id="{0070787A-A1BA-F83E-3705-6B0F25839316}"/>
                    </a:ext>
                  </a:extLst>
                </p:cNvPr>
                <p:cNvSpPr/>
                <p:nvPr/>
              </p:nvSpPr>
              <p:spPr>
                <a:xfrm>
                  <a:off x="1111148" y="2605133"/>
                  <a:ext cx="164571" cy="102461"/>
                </a:xfrm>
                <a:custGeom>
                  <a:avLst/>
                  <a:gdLst/>
                  <a:ahLst/>
                  <a:cxnLst/>
                  <a:rect l="l" t="t" r="r" b="b"/>
                  <a:pathLst>
                    <a:path w="5037" h="3136" extrusionOk="0">
                      <a:moveTo>
                        <a:pt x="1" y="1"/>
                      </a:moveTo>
                      <a:lnTo>
                        <a:pt x="1" y="222"/>
                      </a:lnTo>
                      <a:lnTo>
                        <a:pt x="5036" y="3136"/>
                      </a:lnTo>
                      <a:lnTo>
                        <a:pt x="5036" y="2882"/>
                      </a:lnTo>
                      <a:lnTo>
                        <a:pt x="1" y="1"/>
                      </a:lnTo>
                      <a:close/>
                    </a:path>
                  </a:pathLst>
                </a:custGeom>
                <a:solidFill>
                  <a:srgbClr val="22283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570" name="Google Shape;4339;p38">
                  <a:extLst>
                    <a:ext uri="{FF2B5EF4-FFF2-40B4-BE49-F238E27FC236}">
                      <a16:creationId xmlns:a16="http://schemas.microsoft.com/office/drawing/2014/main" id="{6501477E-5205-84D2-7588-D1C41440ACA0}"/>
                    </a:ext>
                  </a:extLst>
                </p:cNvPr>
                <p:cNvSpPr/>
                <p:nvPr/>
              </p:nvSpPr>
              <p:spPr>
                <a:xfrm>
                  <a:off x="1111148" y="2631009"/>
                  <a:ext cx="164571" cy="102461"/>
                </a:xfrm>
                <a:custGeom>
                  <a:avLst/>
                  <a:gdLst/>
                  <a:ahLst/>
                  <a:cxnLst/>
                  <a:rect l="l" t="t" r="r" b="b"/>
                  <a:pathLst>
                    <a:path w="5037" h="3136" extrusionOk="0">
                      <a:moveTo>
                        <a:pt x="1" y="0"/>
                      </a:moveTo>
                      <a:lnTo>
                        <a:pt x="1" y="254"/>
                      </a:lnTo>
                      <a:lnTo>
                        <a:pt x="5036" y="3135"/>
                      </a:lnTo>
                      <a:lnTo>
                        <a:pt x="5036" y="2914"/>
                      </a:lnTo>
                      <a:lnTo>
                        <a:pt x="1" y="0"/>
                      </a:lnTo>
                      <a:close/>
                    </a:path>
                  </a:pathLst>
                </a:custGeom>
                <a:solidFill>
                  <a:srgbClr val="22283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571" name="Google Shape;4340;p38">
                  <a:extLst>
                    <a:ext uri="{FF2B5EF4-FFF2-40B4-BE49-F238E27FC236}">
                      <a16:creationId xmlns:a16="http://schemas.microsoft.com/office/drawing/2014/main" id="{71F6BDA7-963D-5E83-33F2-4E693E985BA5}"/>
                    </a:ext>
                  </a:extLst>
                </p:cNvPr>
                <p:cNvSpPr/>
                <p:nvPr/>
              </p:nvSpPr>
              <p:spPr>
                <a:xfrm>
                  <a:off x="1419511" y="2779833"/>
                  <a:ext cx="21760" cy="28490"/>
                </a:xfrm>
                <a:custGeom>
                  <a:avLst/>
                  <a:gdLst/>
                  <a:ahLst/>
                  <a:cxnLst/>
                  <a:rect l="l" t="t" r="r" b="b"/>
                  <a:pathLst>
                    <a:path w="666" h="872" extrusionOk="0">
                      <a:moveTo>
                        <a:pt x="208" y="1"/>
                      </a:moveTo>
                      <a:cubicBezTo>
                        <a:pt x="86" y="1"/>
                        <a:pt x="0" y="95"/>
                        <a:pt x="0" y="259"/>
                      </a:cubicBezTo>
                      <a:cubicBezTo>
                        <a:pt x="0" y="449"/>
                        <a:pt x="158" y="734"/>
                        <a:pt x="348" y="829"/>
                      </a:cubicBezTo>
                      <a:cubicBezTo>
                        <a:pt x="405" y="857"/>
                        <a:pt x="457" y="872"/>
                        <a:pt x="501" y="872"/>
                      </a:cubicBezTo>
                      <a:cubicBezTo>
                        <a:pt x="603" y="872"/>
                        <a:pt x="665" y="794"/>
                        <a:pt x="665" y="639"/>
                      </a:cubicBezTo>
                      <a:cubicBezTo>
                        <a:pt x="665" y="417"/>
                        <a:pt x="538" y="164"/>
                        <a:pt x="348" y="37"/>
                      </a:cubicBezTo>
                      <a:cubicBezTo>
                        <a:pt x="299" y="12"/>
                        <a:pt x="251" y="1"/>
                        <a:pt x="208" y="1"/>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572" name="Google Shape;4341;p38">
                  <a:extLst>
                    <a:ext uri="{FF2B5EF4-FFF2-40B4-BE49-F238E27FC236}">
                      <a16:creationId xmlns:a16="http://schemas.microsoft.com/office/drawing/2014/main" id="{97C672B1-C826-21FB-05EB-FBEDAD136A36}"/>
                    </a:ext>
                  </a:extLst>
                </p:cNvPr>
                <p:cNvSpPr/>
                <p:nvPr/>
              </p:nvSpPr>
              <p:spPr>
                <a:xfrm>
                  <a:off x="1467082" y="2807408"/>
                  <a:ext cx="23851" cy="28490"/>
                </a:xfrm>
                <a:custGeom>
                  <a:avLst/>
                  <a:gdLst/>
                  <a:ahLst/>
                  <a:cxnLst/>
                  <a:rect l="l" t="t" r="r" b="b"/>
                  <a:pathLst>
                    <a:path w="730" h="872" extrusionOk="0">
                      <a:moveTo>
                        <a:pt x="201" y="0"/>
                      </a:moveTo>
                      <a:cubicBezTo>
                        <a:pt x="174" y="0"/>
                        <a:pt x="150" y="6"/>
                        <a:pt x="127" y="17"/>
                      </a:cubicBezTo>
                      <a:cubicBezTo>
                        <a:pt x="1" y="112"/>
                        <a:pt x="1" y="365"/>
                        <a:pt x="127" y="587"/>
                      </a:cubicBezTo>
                      <a:cubicBezTo>
                        <a:pt x="225" y="757"/>
                        <a:pt x="379" y="872"/>
                        <a:pt x="503" y="872"/>
                      </a:cubicBezTo>
                      <a:cubicBezTo>
                        <a:pt x="539" y="872"/>
                        <a:pt x="573" y="862"/>
                        <a:pt x="602" y="840"/>
                      </a:cubicBezTo>
                      <a:cubicBezTo>
                        <a:pt x="729" y="777"/>
                        <a:pt x="729" y="523"/>
                        <a:pt x="602" y="302"/>
                      </a:cubicBezTo>
                      <a:cubicBezTo>
                        <a:pt x="498" y="119"/>
                        <a:pt x="329" y="0"/>
                        <a:pt x="201" y="0"/>
                      </a:cubicBezTo>
                      <a:close/>
                    </a:path>
                  </a:pathLst>
                </a:custGeom>
                <a:solidFill>
                  <a:srgbClr val="30475E"/>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573" name="Google Shape;4342;p38">
                  <a:extLst>
                    <a:ext uri="{FF2B5EF4-FFF2-40B4-BE49-F238E27FC236}">
                      <a16:creationId xmlns:a16="http://schemas.microsoft.com/office/drawing/2014/main" id="{1714ACAD-1D3E-7571-9BAB-1E67E1B2D138}"/>
                    </a:ext>
                  </a:extLst>
                </p:cNvPr>
                <p:cNvSpPr/>
                <p:nvPr/>
              </p:nvSpPr>
              <p:spPr>
                <a:xfrm>
                  <a:off x="1515732" y="2835506"/>
                  <a:ext cx="21760" cy="28490"/>
                </a:xfrm>
                <a:custGeom>
                  <a:avLst/>
                  <a:gdLst/>
                  <a:ahLst/>
                  <a:cxnLst/>
                  <a:rect l="l" t="t" r="r" b="b"/>
                  <a:pathLst>
                    <a:path w="666" h="872" extrusionOk="0">
                      <a:moveTo>
                        <a:pt x="190" y="1"/>
                      </a:moveTo>
                      <a:cubicBezTo>
                        <a:pt x="78" y="1"/>
                        <a:pt x="0" y="78"/>
                        <a:pt x="0" y="233"/>
                      </a:cubicBezTo>
                      <a:cubicBezTo>
                        <a:pt x="0" y="455"/>
                        <a:pt x="159" y="708"/>
                        <a:pt x="349" y="835"/>
                      </a:cubicBezTo>
                      <a:cubicBezTo>
                        <a:pt x="398" y="860"/>
                        <a:pt x="444" y="872"/>
                        <a:pt x="483" y="872"/>
                      </a:cubicBezTo>
                      <a:cubicBezTo>
                        <a:pt x="596" y="872"/>
                        <a:pt x="665" y="777"/>
                        <a:pt x="665" y="613"/>
                      </a:cubicBezTo>
                      <a:cubicBezTo>
                        <a:pt x="665" y="423"/>
                        <a:pt x="539" y="138"/>
                        <a:pt x="349" y="43"/>
                      </a:cubicBezTo>
                      <a:cubicBezTo>
                        <a:pt x="292" y="15"/>
                        <a:pt x="237" y="1"/>
                        <a:pt x="190" y="1"/>
                      </a:cubicBezTo>
                      <a:close/>
                    </a:path>
                  </a:pathLst>
                </a:custGeom>
                <a:solidFill>
                  <a:srgbClr val="22283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574" name="Google Shape;4343;p38">
                  <a:extLst>
                    <a:ext uri="{FF2B5EF4-FFF2-40B4-BE49-F238E27FC236}">
                      <a16:creationId xmlns:a16="http://schemas.microsoft.com/office/drawing/2014/main" id="{4F17A2E4-0230-2F9E-D8F0-E345BBF2D322}"/>
                    </a:ext>
                  </a:extLst>
                </p:cNvPr>
                <p:cNvSpPr/>
                <p:nvPr/>
              </p:nvSpPr>
              <p:spPr>
                <a:xfrm>
                  <a:off x="1087363" y="2679887"/>
                  <a:ext cx="487376" cy="387986"/>
                </a:xfrm>
                <a:custGeom>
                  <a:avLst/>
                  <a:gdLst/>
                  <a:ahLst/>
                  <a:cxnLst/>
                  <a:rect l="l" t="t" r="r" b="b"/>
                  <a:pathLst>
                    <a:path w="14917" h="11875" extrusionOk="0">
                      <a:moveTo>
                        <a:pt x="230" y="1"/>
                      </a:moveTo>
                      <a:cubicBezTo>
                        <a:pt x="96" y="1"/>
                        <a:pt x="0" y="108"/>
                        <a:pt x="0" y="309"/>
                      </a:cubicBezTo>
                      <a:lnTo>
                        <a:pt x="0" y="2938"/>
                      </a:lnTo>
                      <a:cubicBezTo>
                        <a:pt x="0" y="3223"/>
                        <a:pt x="190" y="3540"/>
                        <a:pt x="412" y="3698"/>
                      </a:cubicBezTo>
                      <a:lnTo>
                        <a:pt x="14505" y="11805"/>
                      </a:lnTo>
                      <a:cubicBezTo>
                        <a:pt x="14571" y="11852"/>
                        <a:pt x="14634" y="11874"/>
                        <a:pt x="14690" y="11874"/>
                      </a:cubicBezTo>
                      <a:cubicBezTo>
                        <a:pt x="14823" y="11874"/>
                        <a:pt x="14916" y="11752"/>
                        <a:pt x="14916" y="11552"/>
                      </a:cubicBezTo>
                      <a:lnTo>
                        <a:pt x="14916" y="8923"/>
                      </a:lnTo>
                      <a:cubicBezTo>
                        <a:pt x="14916" y="8670"/>
                        <a:pt x="14726" y="8322"/>
                        <a:pt x="14505" y="8195"/>
                      </a:cubicBezTo>
                      <a:lnTo>
                        <a:pt x="412" y="56"/>
                      </a:lnTo>
                      <a:cubicBezTo>
                        <a:pt x="347" y="19"/>
                        <a:pt x="285" y="1"/>
                        <a:pt x="230" y="1"/>
                      </a:cubicBezTo>
                      <a:close/>
                    </a:path>
                  </a:pathLst>
                </a:custGeom>
                <a:solidFill>
                  <a:schemeClr val="tx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575" name="Google Shape;4344;p38">
                  <a:extLst>
                    <a:ext uri="{FF2B5EF4-FFF2-40B4-BE49-F238E27FC236}">
                      <a16:creationId xmlns:a16="http://schemas.microsoft.com/office/drawing/2014/main" id="{0552E523-5C2B-4A32-6DA9-60B60DDD1E6B}"/>
                    </a:ext>
                  </a:extLst>
                </p:cNvPr>
                <p:cNvSpPr/>
                <p:nvPr/>
              </p:nvSpPr>
              <p:spPr>
                <a:xfrm>
                  <a:off x="1111148" y="2716873"/>
                  <a:ext cx="164571" cy="102461"/>
                </a:xfrm>
                <a:custGeom>
                  <a:avLst/>
                  <a:gdLst/>
                  <a:ahLst/>
                  <a:cxnLst/>
                  <a:rect l="l" t="t" r="r" b="b"/>
                  <a:pathLst>
                    <a:path w="5037" h="3136" extrusionOk="0">
                      <a:moveTo>
                        <a:pt x="1" y="1"/>
                      </a:moveTo>
                      <a:lnTo>
                        <a:pt x="1" y="222"/>
                      </a:lnTo>
                      <a:lnTo>
                        <a:pt x="5036" y="3136"/>
                      </a:lnTo>
                      <a:lnTo>
                        <a:pt x="5036" y="2914"/>
                      </a:lnTo>
                      <a:lnTo>
                        <a:pt x="1" y="1"/>
                      </a:lnTo>
                      <a:close/>
                    </a:path>
                  </a:pathLst>
                </a:custGeom>
                <a:solidFill>
                  <a:srgbClr val="22283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576" name="Google Shape;4345;p38">
                  <a:extLst>
                    <a:ext uri="{FF2B5EF4-FFF2-40B4-BE49-F238E27FC236}">
                      <a16:creationId xmlns:a16="http://schemas.microsoft.com/office/drawing/2014/main" id="{91FB2718-310A-5469-4A5F-9C522EF89941}"/>
                    </a:ext>
                  </a:extLst>
                </p:cNvPr>
                <p:cNvSpPr/>
                <p:nvPr/>
              </p:nvSpPr>
              <p:spPr>
                <a:xfrm>
                  <a:off x="1111148" y="2742749"/>
                  <a:ext cx="164571" cy="102461"/>
                </a:xfrm>
                <a:custGeom>
                  <a:avLst/>
                  <a:gdLst/>
                  <a:ahLst/>
                  <a:cxnLst/>
                  <a:rect l="l" t="t" r="r" b="b"/>
                  <a:pathLst>
                    <a:path w="5037" h="3136" extrusionOk="0">
                      <a:moveTo>
                        <a:pt x="1" y="0"/>
                      </a:moveTo>
                      <a:lnTo>
                        <a:pt x="1" y="254"/>
                      </a:lnTo>
                      <a:lnTo>
                        <a:pt x="5036" y="3136"/>
                      </a:lnTo>
                      <a:lnTo>
                        <a:pt x="5036" y="2914"/>
                      </a:lnTo>
                      <a:lnTo>
                        <a:pt x="1" y="0"/>
                      </a:lnTo>
                      <a:close/>
                    </a:path>
                  </a:pathLst>
                </a:custGeom>
                <a:solidFill>
                  <a:srgbClr val="22283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577" name="Google Shape;4346;p38">
                  <a:extLst>
                    <a:ext uri="{FF2B5EF4-FFF2-40B4-BE49-F238E27FC236}">
                      <a16:creationId xmlns:a16="http://schemas.microsoft.com/office/drawing/2014/main" id="{995FCD14-81EE-5DB5-B7BC-FE863D9A8FA3}"/>
                    </a:ext>
                  </a:extLst>
                </p:cNvPr>
                <p:cNvSpPr/>
                <p:nvPr/>
              </p:nvSpPr>
              <p:spPr>
                <a:xfrm>
                  <a:off x="1111148" y="2769639"/>
                  <a:ext cx="164571" cy="102494"/>
                </a:xfrm>
                <a:custGeom>
                  <a:avLst/>
                  <a:gdLst/>
                  <a:ahLst/>
                  <a:cxnLst/>
                  <a:rect l="l" t="t" r="r" b="b"/>
                  <a:pathLst>
                    <a:path w="5037" h="3137" extrusionOk="0">
                      <a:moveTo>
                        <a:pt x="1" y="1"/>
                      </a:moveTo>
                      <a:lnTo>
                        <a:pt x="1" y="223"/>
                      </a:lnTo>
                      <a:lnTo>
                        <a:pt x="5036" y="3136"/>
                      </a:lnTo>
                      <a:lnTo>
                        <a:pt x="5036" y="2914"/>
                      </a:lnTo>
                      <a:lnTo>
                        <a:pt x="1" y="1"/>
                      </a:lnTo>
                      <a:close/>
                    </a:path>
                  </a:pathLst>
                </a:custGeom>
                <a:solidFill>
                  <a:srgbClr val="22283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578" name="Google Shape;4347;p38">
                  <a:extLst>
                    <a:ext uri="{FF2B5EF4-FFF2-40B4-BE49-F238E27FC236}">
                      <a16:creationId xmlns:a16="http://schemas.microsoft.com/office/drawing/2014/main" id="{99781CA3-B14F-58D5-C492-300AF04B32C8}"/>
                    </a:ext>
                  </a:extLst>
                </p:cNvPr>
                <p:cNvSpPr/>
                <p:nvPr/>
              </p:nvSpPr>
              <p:spPr>
                <a:xfrm>
                  <a:off x="1418466" y="2918103"/>
                  <a:ext cx="23818" cy="28523"/>
                </a:xfrm>
                <a:custGeom>
                  <a:avLst/>
                  <a:gdLst/>
                  <a:ahLst/>
                  <a:cxnLst/>
                  <a:rect l="l" t="t" r="r" b="b"/>
                  <a:pathLst>
                    <a:path w="729" h="873" extrusionOk="0">
                      <a:moveTo>
                        <a:pt x="201" y="1"/>
                      </a:moveTo>
                      <a:cubicBezTo>
                        <a:pt x="174" y="1"/>
                        <a:pt x="149" y="6"/>
                        <a:pt x="127" y="17"/>
                      </a:cubicBezTo>
                      <a:cubicBezTo>
                        <a:pt x="0" y="112"/>
                        <a:pt x="0" y="334"/>
                        <a:pt x="127" y="587"/>
                      </a:cubicBezTo>
                      <a:cubicBezTo>
                        <a:pt x="225" y="758"/>
                        <a:pt x="379" y="872"/>
                        <a:pt x="502" y="872"/>
                      </a:cubicBezTo>
                      <a:cubicBezTo>
                        <a:pt x="539" y="872"/>
                        <a:pt x="573" y="862"/>
                        <a:pt x="602" y="841"/>
                      </a:cubicBezTo>
                      <a:cubicBezTo>
                        <a:pt x="729" y="777"/>
                        <a:pt x="729" y="524"/>
                        <a:pt x="602" y="302"/>
                      </a:cubicBezTo>
                      <a:cubicBezTo>
                        <a:pt x="497" y="119"/>
                        <a:pt x="328" y="1"/>
                        <a:pt x="201" y="1"/>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579" name="Google Shape;4348;p38">
                  <a:extLst>
                    <a:ext uri="{FF2B5EF4-FFF2-40B4-BE49-F238E27FC236}">
                      <a16:creationId xmlns:a16="http://schemas.microsoft.com/office/drawing/2014/main" id="{F4EAA93D-C139-5553-289A-639BBD2AE3D8}"/>
                    </a:ext>
                  </a:extLst>
                </p:cNvPr>
                <p:cNvSpPr/>
                <p:nvPr/>
              </p:nvSpPr>
              <p:spPr>
                <a:xfrm>
                  <a:off x="1468128" y="2946234"/>
                  <a:ext cx="21760" cy="28490"/>
                </a:xfrm>
                <a:custGeom>
                  <a:avLst/>
                  <a:gdLst/>
                  <a:ahLst/>
                  <a:cxnLst/>
                  <a:rect l="l" t="t" r="r" b="b"/>
                  <a:pathLst>
                    <a:path w="666" h="872" extrusionOk="0">
                      <a:moveTo>
                        <a:pt x="165" y="0"/>
                      </a:moveTo>
                      <a:cubicBezTo>
                        <a:pt x="63" y="0"/>
                        <a:pt x="0" y="78"/>
                        <a:pt x="0" y="233"/>
                      </a:cubicBezTo>
                      <a:cubicBezTo>
                        <a:pt x="0" y="455"/>
                        <a:pt x="127" y="708"/>
                        <a:pt x="317" y="835"/>
                      </a:cubicBezTo>
                      <a:cubicBezTo>
                        <a:pt x="367" y="859"/>
                        <a:pt x="414" y="871"/>
                        <a:pt x="457" y="871"/>
                      </a:cubicBezTo>
                      <a:cubicBezTo>
                        <a:pt x="579" y="871"/>
                        <a:pt x="666" y="777"/>
                        <a:pt x="666" y="613"/>
                      </a:cubicBezTo>
                      <a:cubicBezTo>
                        <a:pt x="666" y="423"/>
                        <a:pt x="507" y="138"/>
                        <a:pt x="317" y="43"/>
                      </a:cubicBezTo>
                      <a:cubicBezTo>
                        <a:pt x="260" y="14"/>
                        <a:pt x="209" y="0"/>
                        <a:pt x="165" y="0"/>
                      </a:cubicBezTo>
                      <a:close/>
                    </a:path>
                  </a:pathLst>
                </a:custGeom>
                <a:solidFill>
                  <a:srgbClr val="30475E"/>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580" name="Google Shape;4349;p38">
                  <a:extLst>
                    <a:ext uri="{FF2B5EF4-FFF2-40B4-BE49-F238E27FC236}">
                      <a16:creationId xmlns:a16="http://schemas.microsoft.com/office/drawing/2014/main" id="{10290FDE-41D4-7C56-FE19-601459682F4F}"/>
                    </a:ext>
                  </a:extLst>
                </p:cNvPr>
                <p:cNvSpPr/>
                <p:nvPr/>
              </p:nvSpPr>
              <p:spPr>
                <a:xfrm>
                  <a:off x="1514686" y="2973907"/>
                  <a:ext cx="23818" cy="28066"/>
                </a:xfrm>
                <a:custGeom>
                  <a:avLst/>
                  <a:gdLst/>
                  <a:ahLst/>
                  <a:cxnLst/>
                  <a:rect l="l" t="t" r="r" b="b"/>
                  <a:pathLst>
                    <a:path w="729" h="859" extrusionOk="0">
                      <a:moveTo>
                        <a:pt x="213" y="0"/>
                      </a:moveTo>
                      <a:cubicBezTo>
                        <a:pt x="182" y="0"/>
                        <a:pt x="153" y="7"/>
                        <a:pt x="127" y="19"/>
                      </a:cubicBezTo>
                      <a:cubicBezTo>
                        <a:pt x="1" y="83"/>
                        <a:pt x="1" y="336"/>
                        <a:pt x="127" y="558"/>
                      </a:cubicBezTo>
                      <a:cubicBezTo>
                        <a:pt x="232" y="741"/>
                        <a:pt x="401" y="859"/>
                        <a:pt x="528" y="859"/>
                      </a:cubicBezTo>
                      <a:cubicBezTo>
                        <a:pt x="555" y="859"/>
                        <a:pt x="580" y="854"/>
                        <a:pt x="602" y="843"/>
                      </a:cubicBezTo>
                      <a:cubicBezTo>
                        <a:pt x="729" y="779"/>
                        <a:pt x="729" y="526"/>
                        <a:pt x="602" y="304"/>
                      </a:cubicBezTo>
                      <a:cubicBezTo>
                        <a:pt x="501" y="102"/>
                        <a:pt x="339" y="0"/>
                        <a:pt x="213" y="0"/>
                      </a:cubicBezTo>
                      <a:close/>
                    </a:path>
                  </a:pathLst>
                </a:custGeom>
                <a:solidFill>
                  <a:srgbClr val="22283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581" name="Google Shape;4350;p38">
                  <a:extLst>
                    <a:ext uri="{FF2B5EF4-FFF2-40B4-BE49-F238E27FC236}">
                      <a16:creationId xmlns:a16="http://schemas.microsoft.com/office/drawing/2014/main" id="{88DF1C48-F600-2118-C1F9-98A846ED248A}"/>
                    </a:ext>
                  </a:extLst>
                </p:cNvPr>
                <p:cNvSpPr/>
                <p:nvPr/>
              </p:nvSpPr>
              <p:spPr>
                <a:xfrm>
                  <a:off x="1087363" y="2818549"/>
                  <a:ext cx="487376" cy="387496"/>
                </a:xfrm>
                <a:custGeom>
                  <a:avLst/>
                  <a:gdLst/>
                  <a:ahLst/>
                  <a:cxnLst/>
                  <a:rect l="l" t="t" r="r" b="b"/>
                  <a:pathLst>
                    <a:path w="14917" h="11860" extrusionOk="0">
                      <a:moveTo>
                        <a:pt x="230" y="1"/>
                      </a:moveTo>
                      <a:cubicBezTo>
                        <a:pt x="96" y="1"/>
                        <a:pt x="0" y="107"/>
                        <a:pt x="0" y="309"/>
                      </a:cubicBezTo>
                      <a:lnTo>
                        <a:pt x="0" y="2938"/>
                      </a:lnTo>
                      <a:cubicBezTo>
                        <a:pt x="0" y="3191"/>
                        <a:pt x="190" y="3539"/>
                        <a:pt x="412" y="3666"/>
                      </a:cubicBezTo>
                      <a:lnTo>
                        <a:pt x="14505" y="11805"/>
                      </a:lnTo>
                      <a:cubicBezTo>
                        <a:pt x="14569" y="11842"/>
                        <a:pt x="14631" y="11860"/>
                        <a:pt x="14687" y="11860"/>
                      </a:cubicBezTo>
                      <a:cubicBezTo>
                        <a:pt x="14821" y="11860"/>
                        <a:pt x="14916" y="11753"/>
                        <a:pt x="14916" y="11551"/>
                      </a:cubicBezTo>
                      <a:lnTo>
                        <a:pt x="14916" y="8923"/>
                      </a:lnTo>
                      <a:cubicBezTo>
                        <a:pt x="14916" y="8670"/>
                        <a:pt x="14726" y="8321"/>
                        <a:pt x="14505" y="8195"/>
                      </a:cubicBezTo>
                      <a:lnTo>
                        <a:pt x="412" y="56"/>
                      </a:lnTo>
                      <a:cubicBezTo>
                        <a:pt x="347" y="19"/>
                        <a:pt x="285" y="1"/>
                        <a:pt x="230" y="1"/>
                      </a:cubicBezTo>
                      <a:close/>
                    </a:path>
                  </a:pathLst>
                </a:custGeom>
                <a:solidFill>
                  <a:schemeClr val="tx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582" name="Google Shape;4351;p38">
                  <a:extLst>
                    <a:ext uri="{FF2B5EF4-FFF2-40B4-BE49-F238E27FC236}">
                      <a16:creationId xmlns:a16="http://schemas.microsoft.com/office/drawing/2014/main" id="{DB1D88C5-EDC1-D65E-78D8-BA153CEBB91B}"/>
                    </a:ext>
                  </a:extLst>
                </p:cNvPr>
                <p:cNvSpPr/>
                <p:nvPr/>
              </p:nvSpPr>
              <p:spPr>
                <a:xfrm>
                  <a:off x="1111148" y="2855535"/>
                  <a:ext cx="164571" cy="102461"/>
                </a:xfrm>
                <a:custGeom>
                  <a:avLst/>
                  <a:gdLst/>
                  <a:ahLst/>
                  <a:cxnLst/>
                  <a:rect l="l" t="t" r="r" b="b"/>
                  <a:pathLst>
                    <a:path w="5037" h="3136" extrusionOk="0">
                      <a:moveTo>
                        <a:pt x="1" y="0"/>
                      </a:moveTo>
                      <a:lnTo>
                        <a:pt x="1" y="222"/>
                      </a:lnTo>
                      <a:lnTo>
                        <a:pt x="5036" y="3136"/>
                      </a:lnTo>
                      <a:lnTo>
                        <a:pt x="5036" y="2882"/>
                      </a:lnTo>
                      <a:lnTo>
                        <a:pt x="1" y="0"/>
                      </a:lnTo>
                      <a:close/>
                    </a:path>
                  </a:pathLst>
                </a:custGeom>
                <a:solidFill>
                  <a:srgbClr val="22283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583" name="Google Shape;4352;p38">
                  <a:extLst>
                    <a:ext uri="{FF2B5EF4-FFF2-40B4-BE49-F238E27FC236}">
                      <a16:creationId xmlns:a16="http://schemas.microsoft.com/office/drawing/2014/main" id="{7F5240A9-907E-264A-A73E-931F7E07ACB8}"/>
                    </a:ext>
                  </a:extLst>
                </p:cNvPr>
                <p:cNvSpPr/>
                <p:nvPr/>
              </p:nvSpPr>
              <p:spPr>
                <a:xfrm>
                  <a:off x="1111148" y="2881411"/>
                  <a:ext cx="164571" cy="102461"/>
                </a:xfrm>
                <a:custGeom>
                  <a:avLst/>
                  <a:gdLst/>
                  <a:ahLst/>
                  <a:cxnLst/>
                  <a:rect l="l" t="t" r="r" b="b"/>
                  <a:pathLst>
                    <a:path w="5037" h="3136" extrusionOk="0">
                      <a:moveTo>
                        <a:pt x="1" y="0"/>
                      </a:moveTo>
                      <a:lnTo>
                        <a:pt x="1" y="253"/>
                      </a:lnTo>
                      <a:lnTo>
                        <a:pt x="5036" y="3135"/>
                      </a:lnTo>
                      <a:lnTo>
                        <a:pt x="5036" y="2914"/>
                      </a:lnTo>
                      <a:lnTo>
                        <a:pt x="1" y="0"/>
                      </a:lnTo>
                      <a:close/>
                    </a:path>
                  </a:pathLst>
                </a:custGeom>
                <a:solidFill>
                  <a:srgbClr val="22283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584" name="Google Shape;4353;p38">
                  <a:extLst>
                    <a:ext uri="{FF2B5EF4-FFF2-40B4-BE49-F238E27FC236}">
                      <a16:creationId xmlns:a16="http://schemas.microsoft.com/office/drawing/2014/main" id="{9ABB150D-4F79-6B26-DBD8-A5EE0412CFFF}"/>
                    </a:ext>
                  </a:extLst>
                </p:cNvPr>
                <p:cNvSpPr/>
                <p:nvPr/>
              </p:nvSpPr>
              <p:spPr>
                <a:xfrm>
                  <a:off x="1111148" y="2908301"/>
                  <a:ext cx="164571" cy="102461"/>
                </a:xfrm>
                <a:custGeom>
                  <a:avLst/>
                  <a:gdLst/>
                  <a:ahLst/>
                  <a:cxnLst/>
                  <a:rect l="l" t="t" r="r" b="b"/>
                  <a:pathLst>
                    <a:path w="5037" h="3136" extrusionOk="0">
                      <a:moveTo>
                        <a:pt x="1" y="0"/>
                      </a:moveTo>
                      <a:lnTo>
                        <a:pt x="1" y="222"/>
                      </a:lnTo>
                      <a:lnTo>
                        <a:pt x="5036" y="3136"/>
                      </a:lnTo>
                      <a:lnTo>
                        <a:pt x="5036" y="2882"/>
                      </a:lnTo>
                      <a:lnTo>
                        <a:pt x="1" y="0"/>
                      </a:lnTo>
                      <a:close/>
                    </a:path>
                  </a:pathLst>
                </a:custGeom>
                <a:solidFill>
                  <a:srgbClr val="22283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585" name="Google Shape;4354;p38">
                  <a:extLst>
                    <a:ext uri="{FF2B5EF4-FFF2-40B4-BE49-F238E27FC236}">
                      <a16:creationId xmlns:a16="http://schemas.microsoft.com/office/drawing/2014/main" id="{3843390C-97C6-F6B4-0EE6-3C0809E84B45}"/>
                    </a:ext>
                  </a:extLst>
                </p:cNvPr>
                <p:cNvSpPr/>
                <p:nvPr/>
              </p:nvSpPr>
              <p:spPr>
                <a:xfrm>
                  <a:off x="1418466" y="3056765"/>
                  <a:ext cx="23818" cy="28098"/>
                </a:xfrm>
                <a:custGeom>
                  <a:avLst/>
                  <a:gdLst/>
                  <a:ahLst/>
                  <a:cxnLst/>
                  <a:rect l="l" t="t" r="r" b="b"/>
                  <a:pathLst>
                    <a:path w="729" h="860" extrusionOk="0">
                      <a:moveTo>
                        <a:pt x="201" y="1"/>
                      </a:moveTo>
                      <a:cubicBezTo>
                        <a:pt x="174" y="1"/>
                        <a:pt x="149" y="6"/>
                        <a:pt x="127" y="17"/>
                      </a:cubicBezTo>
                      <a:cubicBezTo>
                        <a:pt x="0" y="80"/>
                        <a:pt x="0" y="333"/>
                        <a:pt x="127" y="555"/>
                      </a:cubicBezTo>
                      <a:cubicBezTo>
                        <a:pt x="228" y="758"/>
                        <a:pt x="391" y="859"/>
                        <a:pt x="516" y="859"/>
                      </a:cubicBezTo>
                      <a:cubicBezTo>
                        <a:pt x="548" y="859"/>
                        <a:pt x="577" y="853"/>
                        <a:pt x="602" y="840"/>
                      </a:cubicBezTo>
                      <a:cubicBezTo>
                        <a:pt x="729" y="777"/>
                        <a:pt x="729" y="524"/>
                        <a:pt x="602" y="302"/>
                      </a:cubicBezTo>
                      <a:cubicBezTo>
                        <a:pt x="497" y="119"/>
                        <a:pt x="328" y="1"/>
                        <a:pt x="201" y="1"/>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586" name="Google Shape;4355;p38">
                  <a:extLst>
                    <a:ext uri="{FF2B5EF4-FFF2-40B4-BE49-F238E27FC236}">
                      <a16:creationId xmlns:a16="http://schemas.microsoft.com/office/drawing/2014/main" id="{9713BDB6-BD72-43D5-25E4-9FB220001F77}"/>
                    </a:ext>
                  </a:extLst>
                </p:cNvPr>
                <p:cNvSpPr/>
                <p:nvPr/>
              </p:nvSpPr>
              <p:spPr>
                <a:xfrm>
                  <a:off x="1468128" y="3084406"/>
                  <a:ext cx="21760" cy="28588"/>
                </a:xfrm>
                <a:custGeom>
                  <a:avLst/>
                  <a:gdLst/>
                  <a:ahLst/>
                  <a:cxnLst/>
                  <a:rect l="l" t="t" r="r" b="b"/>
                  <a:pathLst>
                    <a:path w="666" h="875" extrusionOk="0">
                      <a:moveTo>
                        <a:pt x="162" y="1"/>
                      </a:moveTo>
                      <a:cubicBezTo>
                        <a:pt x="62" y="1"/>
                        <a:pt x="0" y="94"/>
                        <a:pt x="0" y="248"/>
                      </a:cubicBezTo>
                      <a:cubicBezTo>
                        <a:pt x="0" y="469"/>
                        <a:pt x="127" y="723"/>
                        <a:pt x="317" y="818"/>
                      </a:cubicBezTo>
                      <a:cubicBezTo>
                        <a:pt x="375" y="856"/>
                        <a:pt x="430" y="874"/>
                        <a:pt x="479" y="874"/>
                      </a:cubicBezTo>
                      <a:cubicBezTo>
                        <a:pt x="589" y="874"/>
                        <a:pt x="666" y="781"/>
                        <a:pt x="666" y="628"/>
                      </a:cubicBezTo>
                      <a:cubicBezTo>
                        <a:pt x="666" y="406"/>
                        <a:pt x="507" y="153"/>
                        <a:pt x="317" y="58"/>
                      </a:cubicBezTo>
                      <a:cubicBezTo>
                        <a:pt x="259" y="19"/>
                        <a:pt x="207" y="1"/>
                        <a:pt x="162" y="1"/>
                      </a:cubicBezTo>
                      <a:close/>
                    </a:path>
                  </a:pathLst>
                </a:custGeom>
                <a:solidFill>
                  <a:srgbClr val="30475E"/>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587" name="Google Shape;4356;p38">
                  <a:extLst>
                    <a:ext uri="{FF2B5EF4-FFF2-40B4-BE49-F238E27FC236}">
                      <a16:creationId xmlns:a16="http://schemas.microsoft.com/office/drawing/2014/main" id="{5A9EA310-173C-2B43-D4FA-3F26BA6FD510}"/>
                    </a:ext>
                  </a:extLst>
                </p:cNvPr>
                <p:cNvSpPr/>
                <p:nvPr/>
              </p:nvSpPr>
              <p:spPr>
                <a:xfrm>
                  <a:off x="1514686" y="3112145"/>
                  <a:ext cx="23818" cy="28490"/>
                </a:xfrm>
                <a:custGeom>
                  <a:avLst/>
                  <a:gdLst/>
                  <a:ahLst/>
                  <a:cxnLst/>
                  <a:rect l="l" t="t" r="r" b="b"/>
                  <a:pathLst>
                    <a:path w="729" h="872" extrusionOk="0">
                      <a:moveTo>
                        <a:pt x="227" y="0"/>
                      </a:moveTo>
                      <a:cubicBezTo>
                        <a:pt x="190" y="0"/>
                        <a:pt x="156" y="10"/>
                        <a:pt x="127" y="32"/>
                      </a:cubicBezTo>
                      <a:cubicBezTo>
                        <a:pt x="1" y="95"/>
                        <a:pt x="1" y="349"/>
                        <a:pt x="127" y="570"/>
                      </a:cubicBezTo>
                      <a:cubicBezTo>
                        <a:pt x="232" y="753"/>
                        <a:pt x="401" y="872"/>
                        <a:pt x="528" y="872"/>
                      </a:cubicBezTo>
                      <a:cubicBezTo>
                        <a:pt x="555" y="872"/>
                        <a:pt x="580" y="866"/>
                        <a:pt x="602" y="855"/>
                      </a:cubicBezTo>
                      <a:cubicBezTo>
                        <a:pt x="729" y="760"/>
                        <a:pt x="729" y="539"/>
                        <a:pt x="602" y="285"/>
                      </a:cubicBezTo>
                      <a:cubicBezTo>
                        <a:pt x="505" y="114"/>
                        <a:pt x="351" y="0"/>
                        <a:pt x="227" y="0"/>
                      </a:cubicBezTo>
                      <a:close/>
                    </a:path>
                  </a:pathLst>
                </a:custGeom>
                <a:solidFill>
                  <a:srgbClr val="22283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588" name="Google Shape;4357;p38">
                  <a:extLst>
                    <a:ext uri="{FF2B5EF4-FFF2-40B4-BE49-F238E27FC236}">
                      <a16:creationId xmlns:a16="http://schemas.microsoft.com/office/drawing/2014/main" id="{D525AA92-1C61-86AD-24A7-3578136E7149}"/>
                    </a:ext>
                  </a:extLst>
                </p:cNvPr>
                <p:cNvSpPr/>
                <p:nvPr/>
              </p:nvSpPr>
              <p:spPr>
                <a:xfrm>
                  <a:off x="1087363" y="2956754"/>
                  <a:ext cx="487376" cy="387953"/>
                </a:xfrm>
                <a:custGeom>
                  <a:avLst/>
                  <a:gdLst/>
                  <a:ahLst/>
                  <a:cxnLst/>
                  <a:rect l="l" t="t" r="r" b="b"/>
                  <a:pathLst>
                    <a:path w="14917" h="11874" extrusionOk="0">
                      <a:moveTo>
                        <a:pt x="227" y="0"/>
                      </a:moveTo>
                      <a:cubicBezTo>
                        <a:pt x="94" y="0"/>
                        <a:pt x="0" y="122"/>
                        <a:pt x="0" y="323"/>
                      </a:cubicBezTo>
                      <a:lnTo>
                        <a:pt x="0" y="2919"/>
                      </a:lnTo>
                      <a:cubicBezTo>
                        <a:pt x="0" y="3204"/>
                        <a:pt x="190" y="3553"/>
                        <a:pt x="412" y="3680"/>
                      </a:cubicBezTo>
                      <a:lnTo>
                        <a:pt x="14505" y="11818"/>
                      </a:lnTo>
                      <a:cubicBezTo>
                        <a:pt x="14569" y="11855"/>
                        <a:pt x="14631" y="11873"/>
                        <a:pt x="14687" y="11873"/>
                      </a:cubicBezTo>
                      <a:cubicBezTo>
                        <a:pt x="14821" y="11873"/>
                        <a:pt x="14916" y="11767"/>
                        <a:pt x="14916" y="11565"/>
                      </a:cubicBezTo>
                      <a:lnTo>
                        <a:pt x="14916" y="8937"/>
                      </a:lnTo>
                      <a:cubicBezTo>
                        <a:pt x="14916" y="8652"/>
                        <a:pt x="14726" y="8335"/>
                        <a:pt x="14505" y="8177"/>
                      </a:cubicBezTo>
                      <a:lnTo>
                        <a:pt x="412" y="69"/>
                      </a:lnTo>
                      <a:cubicBezTo>
                        <a:pt x="346" y="22"/>
                        <a:pt x="283" y="0"/>
                        <a:pt x="227" y="0"/>
                      </a:cubicBezTo>
                      <a:close/>
                    </a:path>
                  </a:pathLst>
                </a:custGeom>
                <a:solidFill>
                  <a:schemeClr val="tx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589" name="Google Shape;4358;p38">
                  <a:extLst>
                    <a:ext uri="{FF2B5EF4-FFF2-40B4-BE49-F238E27FC236}">
                      <a16:creationId xmlns:a16="http://schemas.microsoft.com/office/drawing/2014/main" id="{6BFB0631-65B0-AAD5-5025-6292D611CB80}"/>
                    </a:ext>
                  </a:extLst>
                </p:cNvPr>
                <p:cNvSpPr/>
                <p:nvPr/>
              </p:nvSpPr>
              <p:spPr>
                <a:xfrm>
                  <a:off x="1111148" y="2993151"/>
                  <a:ext cx="164571" cy="102461"/>
                </a:xfrm>
                <a:custGeom>
                  <a:avLst/>
                  <a:gdLst/>
                  <a:ahLst/>
                  <a:cxnLst/>
                  <a:rect l="l" t="t" r="r" b="b"/>
                  <a:pathLst>
                    <a:path w="5037" h="3136" extrusionOk="0">
                      <a:moveTo>
                        <a:pt x="1" y="0"/>
                      </a:moveTo>
                      <a:lnTo>
                        <a:pt x="1" y="254"/>
                      </a:lnTo>
                      <a:lnTo>
                        <a:pt x="5036" y="3136"/>
                      </a:lnTo>
                      <a:lnTo>
                        <a:pt x="5036" y="2914"/>
                      </a:lnTo>
                      <a:lnTo>
                        <a:pt x="1" y="0"/>
                      </a:lnTo>
                      <a:close/>
                    </a:path>
                  </a:pathLst>
                </a:custGeom>
                <a:solidFill>
                  <a:srgbClr val="22283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590" name="Google Shape;4359;p38">
                  <a:extLst>
                    <a:ext uri="{FF2B5EF4-FFF2-40B4-BE49-F238E27FC236}">
                      <a16:creationId xmlns:a16="http://schemas.microsoft.com/office/drawing/2014/main" id="{89840095-C60E-CA68-12F6-F6A5C2008253}"/>
                    </a:ext>
                  </a:extLst>
                </p:cNvPr>
                <p:cNvSpPr/>
                <p:nvPr/>
              </p:nvSpPr>
              <p:spPr>
                <a:xfrm>
                  <a:off x="1111148" y="3020041"/>
                  <a:ext cx="164571" cy="102461"/>
                </a:xfrm>
                <a:custGeom>
                  <a:avLst/>
                  <a:gdLst/>
                  <a:ahLst/>
                  <a:cxnLst/>
                  <a:rect l="l" t="t" r="r" b="b"/>
                  <a:pathLst>
                    <a:path w="5037" h="3136" extrusionOk="0">
                      <a:moveTo>
                        <a:pt x="1" y="1"/>
                      </a:moveTo>
                      <a:lnTo>
                        <a:pt x="1" y="222"/>
                      </a:lnTo>
                      <a:lnTo>
                        <a:pt x="5036" y="3136"/>
                      </a:lnTo>
                      <a:lnTo>
                        <a:pt x="5036" y="2914"/>
                      </a:lnTo>
                      <a:lnTo>
                        <a:pt x="1" y="1"/>
                      </a:lnTo>
                      <a:close/>
                    </a:path>
                  </a:pathLst>
                </a:custGeom>
                <a:solidFill>
                  <a:srgbClr val="22283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591" name="Google Shape;4360;p38">
                  <a:extLst>
                    <a:ext uri="{FF2B5EF4-FFF2-40B4-BE49-F238E27FC236}">
                      <a16:creationId xmlns:a16="http://schemas.microsoft.com/office/drawing/2014/main" id="{BBB4950B-AECF-DCCD-A144-6D3E55E90583}"/>
                    </a:ext>
                  </a:extLst>
                </p:cNvPr>
                <p:cNvSpPr/>
                <p:nvPr/>
              </p:nvSpPr>
              <p:spPr>
                <a:xfrm>
                  <a:off x="1111148" y="3045917"/>
                  <a:ext cx="164571" cy="102461"/>
                </a:xfrm>
                <a:custGeom>
                  <a:avLst/>
                  <a:gdLst/>
                  <a:ahLst/>
                  <a:cxnLst/>
                  <a:rect l="l" t="t" r="r" b="b"/>
                  <a:pathLst>
                    <a:path w="5037" h="3136" extrusionOk="0">
                      <a:moveTo>
                        <a:pt x="1" y="0"/>
                      </a:moveTo>
                      <a:lnTo>
                        <a:pt x="1" y="254"/>
                      </a:lnTo>
                      <a:lnTo>
                        <a:pt x="5036" y="3136"/>
                      </a:lnTo>
                      <a:lnTo>
                        <a:pt x="5036" y="2914"/>
                      </a:lnTo>
                      <a:lnTo>
                        <a:pt x="1" y="0"/>
                      </a:lnTo>
                      <a:close/>
                    </a:path>
                  </a:pathLst>
                </a:custGeom>
                <a:solidFill>
                  <a:srgbClr val="22283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592" name="Google Shape;4361;p38">
                  <a:extLst>
                    <a:ext uri="{FF2B5EF4-FFF2-40B4-BE49-F238E27FC236}">
                      <a16:creationId xmlns:a16="http://schemas.microsoft.com/office/drawing/2014/main" id="{6E7507B7-A922-4B62-9189-C6E7F78913C2}"/>
                    </a:ext>
                  </a:extLst>
                </p:cNvPr>
                <p:cNvSpPr/>
                <p:nvPr/>
              </p:nvSpPr>
              <p:spPr>
                <a:xfrm>
                  <a:off x="1419511" y="3195133"/>
                  <a:ext cx="21760" cy="28098"/>
                </a:xfrm>
                <a:custGeom>
                  <a:avLst/>
                  <a:gdLst/>
                  <a:ahLst/>
                  <a:cxnLst/>
                  <a:rect l="l" t="t" r="r" b="b"/>
                  <a:pathLst>
                    <a:path w="666" h="860" extrusionOk="0">
                      <a:moveTo>
                        <a:pt x="187" y="0"/>
                      </a:moveTo>
                      <a:cubicBezTo>
                        <a:pt x="76" y="0"/>
                        <a:pt x="0" y="93"/>
                        <a:pt x="0" y="247"/>
                      </a:cubicBezTo>
                      <a:cubicBezTo>
                        <a:pt x="0" y="437"/>
                        <a:pt x="158" y="722"/>
                        <a:pt x="348" y="817"/>
                      </a:cubicBezTo>
                      <a:cubicBezTo>
                        <a:pt x="405" y="846"/>
                        <a:pt x="457" y="860"/>
                        <a:pt x="501" y="860"/>
                      </a:cubicBezTo>
                      <a:cubicBezTo>
                        <a:pt x="603" y="860"/>
                        <a:pt x="665" y="782"/>
                        <a:pt x="665" y="627"/>
                      </a:cubicBezTo>
                      <a:cubicBezTo>
                        <a:pt x="665" y="405"/>
                        <a:pt x="538" y="152"/>
                        <a:pt x="348" y="57"/>
                      </a:cubicBezTo>
                      <a:cubicBezTo>
                        <a:pt x="290" y="18"/>
                        <a:pt x="235" y="0"/>
                        <a:pt x="187" y="0"/>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593" name="Google Shape;4362;p38">
                  <a:extLst>
                    <a:ext uri="{FF2B5EF4-FFF2-40B4-BE49-F238E27FC236}">
                      <a16:creationId xmlns:a16="http://schemas.microsoft.com/office/drawing/2014/main" id="{BFD0C08B-CF10-5E91-5BAF-0265F9392FAB}"/>
                    </a:ext>
                  </a:extLst>
                </p:cNvPr>
                <p:cNvSpPr/>
                <p:nvPr/>
              </p:nvSpPr>
              <p:spPr>
                <a:xfrm>
                  <a:off x="1467082" y="3222839"/>
                  <a:ext cx="23851" cy="28523"/>
                </a:xfrm>
                <a:custGeom>
                  <a:avLst/>
                  <a:gdLst/>
                  <a:ahLst/>
                  <a:cxnLst/>
                  <a:rect l="l" t="t" r="r" b="b"/>
                  <a:pathLst>
                    <a:path w="730" h="873" extrusionOk="0">
                      <a:moveTo>
                        <a:pt x="227" y="1"/>
                      </a:moveTo>
                      <a:cubicBezTo>
                        <a:pt x="191" y="1"/>
                        <a:pt x="157" y="11"/>
                        <a:pt x="127" y="33"/>
                      </a:cubicBezTo>
                      <a:cubicBezTo>
                        <a:pt x="1" y="96"/>
                        <a:pt x="1" y="349"/>
                        <a:pt x="127" y="571"/>
                      </a:cubicBezTo>
                      <a:cubicBezTo>
                        <a:pt x="232" y="754"/>
                        <a:pt x="401" y="872"/>
                        <a:pt x="529" y="872"/>
                      </a:cubicBezTo>
                      <a:cubicBezTo>
                        <a:pt x="555" y="872"/>
                        <a:pt x="580" y="867"/>
                        <a:pt x="602" y="856"/>
                      </a:cubicBezTo>
                      <a:cubicBezTo>
                        <a:pt x="729" y="761"/>
                        <a:pt x="729" y="539"/>
                        <a:pt x="602" y="286"/>
                      </a:cubicBezTo>
                      <a:cubicBezTo>
                        <a:pt x="505" y="115"/>
                        <a:pt x="351" y="1"/>
                        <a:pt x="227" y="1"/>
                      </a:cubicBezTo>
                      <a:close/>
                    </a:path>
                  </a:pathLst>
                </a:custGeom>
                <a:solidFill>
                  <a:srgbClr val="30475E"/>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594" name="Google Shape;4363;p38">
                  <a:extLst>
                    <a:ext uri="{FF2B5EF4-FFF2-40B4-BE49-F238E27FC236}">
                      <a16:creationId xmlns:a16="http://schemas.microsoft.com/office/drawing/2014/main" id="{68D09101-F840-1EC3-EC00-AE7A453F4609}"/>
                    </a:ext>
                  </a:extLst>
                </p:cNvPr>
                <p:cNvSpPr/>
                <p:nvPr/>
              </p:nvSpPr>
              <p:spPr>
                <a:xfrm>
                  <a:off x="1515732" y="3250611"/>
                  <a:ext cx="21760" cy="28327"/>
                </a:xfrm>
                <a:custGeom>
                  <a:avLst/>
                  <a:gdLst/>
                  <a:ahLst/>
                  <a:cxnLst/>
                  <a:rect l="l" t="t" r="r" b="b"/>
                  <a:pathLst>
                    <a:path w="666" h="867" extrusionOk="0">
                      <a:moveTo>
                        <a:pt x="205" y="0"/>
                      </a:moveTo>
                      <a:cubicBezTo>
                        <a:pt x="85" y="0"/>
                        <a:pt x="0" y="88"/>
                        <a:pt x="0" y="228"/>
                      </a:cubicBezTo>
                      <a:cubicBezTo>
                        <a:pt x="0" y="449"/>
                        <a:pt x="159" y="703"/>
                        <a:pt x="349" y="829"/>
                      </a:cubicBezTo>
                      <a:cubicBezTo>
                        <a:pt x="400" y="855"/>
                        <a:pt x="446" y="867"/>
                        <a:pt x="486" y="867"/>
                      </a:cubicBezTo>
                      <a:cubicBezTo>
                        <a:pt x="597" y="867"/>
                        <a:pt x="665" y="778"/>
                        <a:pt x="665" y="639"/>
                      </a:cubicBezTo>
                      <a:cubicBezTo>
                        <a:pt x="665" y="418"/>
                        <a:pt x="539" y="164"/>
                        <a:pt x="349" y="38"/>
                      </a:cubicBezTo>
                      <a:cubicBezTo>
                        <a:pt x="298" y="12"/>
                        <a:pt x="249" y="0"/>
                        <a:pt x="205" y="0"/>
                      </a:cubicBezTo>
                      <a:close/>
                    </a:path>
                  </a:pathLst>
                </a:custGeom>
                <a:solidFill>
                  <a:srgbClr val="22283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595" name="Google Shape;4364;p38">
                  <a:extLst>
                    <a:ext uri="{FF2B5EF4-FFF2-40B4-BE49-F238E27FC236}">
                      <a16:creationId xmlns:a16="http://schemas.microsoft.com/office/drawing/2014/main" id="{CF8E8609-AF2C-6C69-99F5-EFC8859A0431}"/>
                    </a:ext>
                  </a:extLst>
                </p:cNvPr>
                <p:cNvSpPr/>
                <p:nvPr/>
              </p:nvSpPr>
              <p:spPr>
                <a:xfrm>
                  <a:off x="1087363" y="3094991"/>
                  <a:ext cx="487376" cy="387790"/>
                </a:xfrm>
                <a:custGeom>
                  <a:avLst/>
                  <a:gdLst/>
                  <a:ahLst/>
                  <a:cxnLst/>
                  <a:rect l="l" t="t" r="r" b="b"/>
                  <a:pathLst>
                    <a:path w="14917" h="11869" extrusionOk="0">
                      <a:moveTo>
                        <a:pt x="244" y="1"/>
                      </a:moveTo>
                      <a:cubicBezTo>
                        <a:pt x="102" y="1"/>
                        <a:pt x="0" y="118"/>
                        <a:pt x="0" y="304"/>
                      </a:cubicBezTo>
                      <a:lnTo>
                        <a:pt x="0" y="2932"/>
                      </a:lnTo>
                      <a:cubicBezTo>
                        <a:pt x="0" y="3217"/>
                        <a:pt x="190" y="3534"/>
                        <a:pt x="412" y="3692"/>
                      </a:cubicBezTo>
                      <a:lnTo>
                        <a:pt x="14505" y="11799"/>
                      </a:lnTo>
                      <a:cubicBezTo>
                        <a:pt x="14571" y="11846"/>
                        <a:pt x="14634" y="11868"/>
                        <a:pt x="14690" y="11868"/>
                      </a:cubicBezTo>
                      <a:cubicBezTo>
                        <a:pt x="14823" y="11868"/>
                        <a:pt x="14916" y="11746"/>
                        <a:pt x="14916" y="11546"/>
                      </a:cubicBezTo>
                      <a:lnTo>
                        <a:pt x="14916" y="8949"/>
                      </a:lnTo>
                      <a:cubicBezTo>
                        <a:pt x="14916" y="8664"/>
                        <a:pt x="14726" y="8316"/>
                        <a:pt x="14505" y="8189"/>
                      </a:cubicBezTo>
                      <a:lnTo>
                        <a:pt x="412" y="50"/>
                      </a:lnTo>
                      <a:cubicBezTo>
                        <a:pt x="353" y="16"/>
                        <a:pt x="295" y="1"/>
                        <a:pt x="244" y="1"/>
                      </a:cubicBezTo>
                      <a:close/>
                    </a:path>
                  </a:pathLst>
                </a:custGeom>
                <a:solidFill>
                  <a:schemeClr val="tx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596" name="Google Shape;4365;p38">
                  <a:extLst>
                    <a:ext uri="{FF2B5EF4-FFF2-40B4-BE49-F238E27FC236}">
                      <a16:creationId xmlns:a16="http://schemas.microsoft.com/office/drawing/2014/main" id="{65B50B0B-A1CE-3A6F-F6AD-6806FF3FD4B3}"/>
                    </a:ext>
                  </a:extLst>
                </p:cNvPr>
                <p:cNvSpPr/>
                <p:nvPr/>
              </p:nvSpPr>
              <p:spPr>
                <a:xfrm>
                  <a:off x="1111148" y="3131781"/>
                  <a:ext cx="164571" cy="102494"/>
                </a:xfrm>
                <a:custGeom>
                  <a:avLst/>
                  <a:gdLst/>
                  <a:ahLst/>
                  <a:cxnLst/>
                  <a:rect l="l" t="t" r="r" b="b"/>
                  <a:pathLst>
                    <a:path w="5037" h="3137" extrusionOk="0">
                      <a:moveTo>
                        <a:pt x="1" y="1"/>
                      </a:moveTo>
                      <a:lnTo>
                        <a:pt x="1" y="254"/>
                      </a:lnTo>
                      <a:lnTo>
                        <a:pt x="5036" y="3136"/>
                      </a:lnTo>
                      <a:lnTo>
                        <a:pt x="5036" y="2915"/>
                      </a:lnTo>
                      <a:lnTo>
                        <a:pt x="1" y="1"/>
                      </a:lnTo>
                      <a:close/>
                    </a:path>
                  </a:pathLst>
                </a:custGeom>
                <a:solidFill>
                  <a:srgbClr val="22283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597" name="Google Shape;4366;p38">
                  <a:extLst>
                    <a:ext uri="{FF2B5EF4-FFF2-40B4-BE49-F238E27FC236}">
                      <a16:creationId xmlns:a16="http://schemas.microsoft.com/office/drawing/2014/main" id="{F50784DF-A688-E169-3860-DDAB1E59A19B}"/>
                    </a:ext>
                  </a:extLst>
                </p:cNvPr>
                <p:cNvSpPr/>
                <p:nvPr/>
              </p:nvSpPr>
              <p:spPr>
                <a:xfrm>
                  <a:off x="1111148" y="3158703"/>
                  <a:ext cx="164571" cy="102461"/>
                </a:xfrm>
                <a:custGeom>
                  <a:avLst/>
                  <a:gdLst/>
                  <a:ahLst/>
                  <a:cxnLst/>
                  <a:rect l="l" t="t" r="r" b="b"/>
                  <a:pathLst>
                    <a:path w="5037" h="3136" extrusionOk="0">
                      <a:moveTo>
                        <a:pt x="1" y="0"/>
                      </a:moveTo>
                      <a:lnTo>
                        <a:pt x="1" y="222"/>
                      </a:lnTo>
                      <a:lnTo>
                        <a:pt x="5036" y="3136"/>
                      </a:lnTo>
                      <a:lnTo>
                        <a:pt x="5036" y="2882"/>
                      </a:lnTo>
                      <a:lnTo>
                        <a:pt x="1" y="0"/>
                      </a:lnTo>
                      <a:close/>
                    </a:path>
                  </a:pathLst>
                </a:custGeom>
                <a:solidFill>
                  <a:srgbClr val="22283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598" name="Google Shape;4367;p38">
                  <a:extLst>
                    <a:ext uri="{FF2B5EF4-FFF2-40B4-BE49-F238E27FC236}">
                      <a16:creationId xmlns:a16="http://schemas.microsoft.com/office/drawing/2014/main" id="{09D0DE44-CEE5-44FF-CF94-9F16E4ACCCE3}"/>
                    </a:ext>
                  </a:extLst>
                </p:cNvPr>
                <p:cNvSpPr/>
                <p:nvPr/>
              </p:nvSpPr>
              <p:spPr>
                <a:xfrm>
                  <a:off x="1111148" y="3184579"/>
                  <a:ext cx="164571" cy="102461"/>
                </a:xfrm>
                <a:custGeom>
                  <a:avLst/>
                  <a:gdLst/>
                  <a:ahLst/>
                  <a:cxnLst/>
                  <a:rect l="l" t="t" r="r" b="b"/>
                  <a:pathLst>
                    <a:path w="5037" h="3136" extrusionOk="0">
                      <a:moveTo>
                        <a:pt x="1" y="0"/>
                      </a:moveTo>
                      <a:lnTo>
                        <a:pt x="1" y="253"/>
                      </a:lnTo>
                      <a:lnTo>
                        <a:pt x="5036" y="3135"/>
                      </a:lnTo>
                      <a:lnTo>
                        <a:pt x="5036" y="2914"/>
                      </a:lnTo>
                      <a:lnTo>
                        <a:pt x="1" y="0"/>
                      </a:lnTo>
                      <a:close/>
                    </a:path>
                  </a:pathLst>
                </a:custGeom>
                <a:solidFill>
                  <a:srgbClr val="22283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599" name="Google Shape;4368;p38">
                  <a:extLst>
                    <a:ext uri="{FF2B5EF4-FFF2-40B4-BE49-F238E27FC236}">
                      <a16:creationId xmlns:a16="http://schemas.microsoft.com/office/drawing/2014/main" id="{A0A115DB-32CE-0438-6653-63DF30B666EB}"/>
                    </a:ext>
                  </a:extLst>
                </p:cNvPr>
                <p:cNvSpPr/>
                <p:nvPr/>
              </p:nvSpPr>
              <p:spPr>
                <a:xfrm>
                  <a:off x="1418466" y="3333566"/>
                  <a:ext cx="23818" cy="28490"/>
                </a:xfrm>
                <a:custGeom>
                  <a:avLst/>
                  <a:gdLst/>
                  <a:ahLst/>
                  <a:cxnLst/>
                  <a:rect l="l" t="t" r="r" b="b"/>
                  <a:pathLst>
                    <a:path w="729" h="872" extrusionOk="0">
                      <a:moveTo>
                        <a:pt x="227" y="0"/>
                      </a:moveTo>
                      <a:cubicBezTo>
                        <a:pt x="190" y="0"/>
                        <a:pt x="156" y="10"/>
                        <a:pt x="127" y="32"/>
                      </a:cubicBezTo>
                      <a:cubicBezTo>
                        <a:pt x="0" y="95"/>
                        <a:pt x="0" y="349"/>
                        <a:pt x="127" y="570"/>
                      </a:cubicBezTo>
                      <a:cubicBezTo>
                        <a:pt x="258" y="753"/>
                        <a:pt x="410" y="872"/>
                        <a:pt x="531" y="872"/>
                      </a:cubicBezTo>
                      <a:cubicBezTo>
                        <a:pt x="556" y="872"/>
                        <a:pt x="580" y="867"/>
                        <a:pt x="602" y="855"/>
                      </a:cubicBezTo>
                      <a:cubicBezTo>
                        <a:pt x="729" y="760"/>
                        <a:pt x="729" y="507"/>
                        <a:pt x="602" y="285"/>
                      </a:cubicBezTo>
                      <a:cubicBezTo>
                        <a:pt x="504" y="115"/>
                        <a:pt x="350" y="0"/>
                        <a:pt x="227" y="0"/>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600" name="Google Shape;4369;p38">
                  <a:extLst>
                    <a:ext uri="{FF2B5EF4-FFF2-40B4-BE49-F238E27FC236}">
                      <a16:creationId xmlns:a16="http://schemas.microsoft.com/office/drawing/2014/main" id="{BBD07D40-DA38-F720-4E11-9BB55931333F}"/>
                    </a:ext>
                  </a:extLst>
                </p:cNvPr>
                <p:cNvSpPr/>
                <p:nvPr/>
              </p:nvSpPr>
              <p:spPr>
                <a:xfrm>
                  <a:off x="1467082" y="3360978"/>
                  <a:ext cx="23851" cy="28490"/>
                </a:xfrm>
                <a:custGeom>
                  <a:avLst/>
                  <a:gdLst/>
                  <a:ahLst/>
                  <a:cxnLst/>
                  <a:rect l="l" t="t" r="r" b="b"/>
                  <a:pathLst>
                    <a:path w="730" h="872" extrusionOk="0">
                      <a:moveTo>
                        <a:pt x="201" y="0"/>
                      </a:moveTo>
                      <a:cubicBezTo>
                        <a:pt x="174" y="0"/>
                        <a:pt x="150" y="5"/>
                        <a:pt x="127" y="16"/>
                      </a:cubicBezTo>
                      <a:cubicBezTo>
                        <a:pt x="1" y="111"/>
                        <a:pt x="1" y="365"/>
                        <a:pt x="127" y="587"/>
                      </a:cubicBezTo>
                      <a:cubicBezTo>
                        <a:pt x="225" y="757"/>
                        <a:pt x="379" y="872"/>
                        <a:pt x="503" y="872"/>
                      </a:cubicBezTo>
                      <a:cubicBezTo>
                        <a:pt x="539" y="872"/>
                        <a:pt x="573" y="862"/>
                        <a:pt x="602" y="840"/>
                      </a:cubicBezTo>
                      <a:cubicBezTo>
                        <a:pt x="729" y="777"/>
                        <a:pt x="729" y="523"/>
                        <a:pt x="602" y="301"/>
                      </a:cubicBezTo>
                      <a:cubicBezTo>
                        <a:pt x="498" y="118"/>
                        <a:pt x="329" y="0"/>
                        <a:pt x="201" y="0"/>
                      </a:cubicBezTo>
                      <a:close/>
                    </a:path>
                  </a:pathLst>
                </a:custGeom>
                <a:solidFill>
                  <a:srgbClr val="30475E"/>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601" name="Google Shape;4370;p38">
                  <a:extLst>
                    <a:ext uri="{FF2B5EF4-FFF2-40B4-BE49-F238E27FC236}">
                      <a16:creationId xmlns:a16="http://schemas.microsoft.com/office/drawing/2014/main" id="{2939D274-D7CC-5939-1A04-1618FA06FDE1}"/>
                    </a:ext>
                  </a:extLst>
                </p:cNvPr>
                <p:cNvSpPr/>
                <p:nvPr/>
              </p:nvSpPr>
              <p:spPr>
                <a:xfrm>
                  <a:off x="1515732" y="3389077"/>
                  <a:ext cx="21760" cy="28490"/>
                </a:xfrm>
                <a:custGeom>
                  <a:avLst/>
                  <a:gdLst/>
                  <a:ahLst/>
                  <a:cxnLst/>
                  <a:rect l="l" t="t" r="r" b="b"/>
                  <a:pathLst>
                    <a:path w="666" h="872" extrusionOk="0">
                      <a:moveTo>
                        <a:pt x="190" y="0"/>
                      </a:moveTo>
                      <a:cubicBezTo>
                        <a:pt x="78" y="0"/>
                        <a:pt x="0" y="78"/>
                        <a:pt x="0" y="233"/>
                      </a:cubicBezTo>
                      <a:cubicBezTo>
                        <a:pt x="0" y="455"/>
                        <a:pt x="159" y="708"/>
                        <a:pt x="349" y="835"/>
                      </a:cubicBezTo>
                      <a:cubicBezTo>
                        <a:pt x="398" y="860"/>
                        <a:pt x="444" y="872"/>
                        <a:pt x="483" y="872"/>
                      </a:cubicBezTo>
                      <a:cubicBezTo>
                        <a:pt x="596" y="872"/>
                        <a:pt x="665" y="777"/>
                        <a:pt x="665" y="613"/>
                      </a:cubicBezTo>
                      <a:cubicBezTo>
                        <a:pt x="665" y="423"/>
                        <a:pt x="539" y="138"/>
                        <a:pt x="349" y="43"/>
                      </a:cubicBezTo>
                      <a:cubicBezTo>
                        <a:pt x="292" y="15"/>
                        <a:pt x="237" y="0"/>
                        <a:pt x="190" y="0"/>
                      </a:cubicBezTo>
                      <a:close/>
                    </a:path>
                  </a:pathLst>
                </a:custGeom>
                <a:solidFill>
                  <a:srgbClr val="22283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602" name="Google Shape;4371;p38">
                  <a:extLst>
                    <a:ext uri="{FF2B5EF4-FFF2-40B4-BE49-F238E27FC236}">
                      <a16:creationId xmlns:a16="http://schemas.microsoft.com/office/drawing/2014/main" id="{155905CF-D29F-285B-0FB2-89CBA0BE74FB}"/>
                    </a:ext>
                  </a:extLst>
                </p:cNvPr>
                <p:cNvSpPr/>
                <p:nvPr/>
              </p:nvSpPr>
              <p:spPr>
                <a:xfrm>
                  <a:off x="1087363" y="3233458"/>
                  <a:ext cx="487376" cy="387529"/>
                </a:xfrm>
                <a:custGeom>
                  <a:avLst/>
                  <a:gdLst/>
                  <a:ahLst/>
                  <a:cxnLst/>
                  <a:rect l="l" t="t" r="r" b="b"/>
                  <a:pathLst>
                    <a:path w="14917" h="11861" extrusionOk="0">
                      <a:moveTo>
                        <a:pt x="230" y="1"/>
                      </a:moveTo>
                      <a:cubicBezTo>
                        <a:pt x="96" y="1"/>
                        <a:pt x="0" y="107"/>
                        <a:pt x="0" y="309"/>
                      </a:cubicBezTo>
                      <a:lnTo>
                        <a:pt x="0" y="2938"/>
                      </a:lnTo>
                      <a:cubicBezTo>
                        <a:pt x="0" y="3223"/>
                        <a:pt x="190" y="3539"/>
                        <a:pt x="412" y="3698"/>
                      </a:cubicBezTo>
                      <a:lnTo>
                        <a:pt x="14505" y="11805"/>
                      </a:lnTo>
                      <a:cubicBezTo>
                        <a:pt x="14569" y="11842"/>
                        <a:pt x="14631" y="11860"/>
                        <a:pt x="14687" y="11860"/>
                      </a:cubicBezTo>
                      <a:cubicBezTo>
                        <a:pt x="14821" y="11860"/>
                        <a:pt x="14916" y="11754"/>
                        <a:pt x="14916" y="11552"/>
                      </a:cubicBezTo>
                      <a:lnTo>
                        <a:pt x="14916" y="8923"/>
                      </a:lnTo>
                      <a:cubicBezTo>
                        <a:pt x="14916" y="8670"/>
                        <a:pt x="14726" y="8321"/>
                        <a:pt x="14505" y="8195"/>
                      </a:cubicBezTo>
                      <a:lnTo>
                        <a:pt x="412" y="56"/>
                      </a:lnTo>
                      <a:cubicBezTo>
                        <a:pt x="347" y="19"/>
                        <a:pt x="285" y="1"/>
                        <a:pt x="230" y="1"/>
                      </a:cubicBezTo>
                      <a:close/>
                    </a:path>
                  </a:pathLst>
                </a:custGeom>
                <a:solidFill>
                  <a:schemeClr val="tx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603" name="Google Shape;4372;p38">
                  <a:extLst>
                    <a:ext uri="{FF2B5EF4-FFF2-40B4-BE49-F238E27FC236}">
                      <a16:creationId xmlns:a16="http://schemas.microsoft.com/office/drawing/2014/main" id="{80C282CC-FF96-2729-68CA-5C1801FECDDA}"/>
                    </a:ext>
                  </a:extLst>
                </p:cNvPr>
                <p:cNvSpPr/>
                <p:nvPr/>
              </p:nvSpPr>
              <p:spPr>
                <a:xfrm>
                  <a:off x="1111148" y="3270443"/>
                  <a:ext cx="164571" cy="102461"/>
                </a:xfrm>
                <a:custGeom>
                  <a:avLst/>
                  <a:gdLst/>
                  <a:ahLst/>
                  <a:cxnLst/>
                  <a:rect l="l" t="t" r="r" b="b"/>
                  <a:pathLst>
                    <a:path w="5037" h="3136" extrusionOk="0">
                      <a:moveTo>
                        <a:pt x="1" y="1"/>
                      </a:moveTo>
                      <a:lnTo>
                        <a:pt x="1" y="222"/>
                      </a:lnTo>
                      <a:lnTo>
                        <a:pt x="5036" y="3136"/>
                      </a:lnTo>
                      <a:lnTo>
                        <a:pt x="5036" y="2882"/>
                      </a:lnTo>
                      <a:lnTo>
                        <a:pt x="1" y="1"/>
                      </a:lnTo>
                      <a:close/>
                    </a:path>
                  </a:pathLst>
                </a:custGeom>
                <a:solidFill>
                  <a:srgbClr val="22283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604" name="Google Shape;4373;p38">
                  <a:extLst>
                    <a:ext uri="{FF2B5EF4-FFF2-40B4-BE49-F238E27FC236}">
                      <a16:creationId xmlns:a16="http://schemas.microsoft.com/office/drawing/2014/main" id="{35D5EF63-379A-FFD2-1372-CCF059817AD1}"/>
                    </a:ext>
                  </a:extLst>
                </p:cNvPr>
                <p:cNvSpPr/>
                <p:nvPr/>
              </p:nvSpPr>
              <p:spPr>
                <a:xfrm>
                  <a:off x="1111148" y="3296319"/>
                  <a:ext cx="164571" cy="102461"/>
                </a:xfrm>
                <a:custGeom>
                  <a:avLst/>
                  <a:gdLst/>
                  <a:ahLst/>
                  <a:cxnLst/>
                  <a:rect l="l" t="t" r="r" b="b"/>
                  <a:pathLst>
                    <a:path w="5037" h="3136" extrusionOk="0">
                      <a:moveTo>
                        <a:pt x="1" y="0"/>
                      </a:moveTo>
                      <a:lnTo>
                        <a:pt x="1" y="254"/>
                      </a:lnTo>
                      <a:lnTo>
                        <a:pt x="5036" y="3136"/>
                      </a:lnTo>
                      <a:lnTo>
                        <a:pt x="5036" y="2914"/>
                      </a:lnTo>
                      <a:lnTo>
                        <a:pt x="1" y="0"/>
                      </a:lnTo>
                      <a:close/>
                    </a:path>
                  </a:pathLst>
                </a:custGeom>
                <a:solidFill>
                  <a:srgbClr val="22283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605" name="Google Shape;4374;p38">
                  <a:extLst>
                    <a:ext uri="{FF2B5EF4-FFF2-40B4-BE49-F238E27FC236}">
                      <a16:creationId xmlns:a16="http://schemas.microsoft.com/office/drawing/2014/main" id="{55330273-08EA-8C6A-F072-D89111BD6E30}"/>
                    </a:ext>
                  </a:extLst>
                </p:cNvPr>
                <p:cNvSpPr/>
                <p:nvPr/>
              </p:nvSpPr>
              <p:spPr>
                <a:xfrm>
                  <a:off x="1111148" y="3323209"/>
                  <a:ext cx="164571" cy="102461"/>
                </a:xfrm>
                <a:custGeom>
                  <a:avLst/>
                  <a:gdLst/>
                  <a:ahLst/>
                  <a:cxnLst/>
                  <a:rect l="l" t="t" r="r" b="b"/>
                  <a:pathLst>
                    <a:path w="5037" h="3136" extrusionOk="0">
                      <a:moveTo>
                        <a:pt x="1" y="1"/>
                      </a:moveTo>
                      <a:lnTo>
                        <a:pt x="1" y="222"/>
                      </a:lnTo>
                      <a:lnTo>
                        <a:pt x="5036" y="3136"/>
                      </a:lnTo>
                      <a:lnTo>
                        <a:pt x="5036" y="2914"/>
                      </a:lnTo>
                      <a:lnTo>
                        <a:pt x="1" y="1"/>
                      </a:lnTo>
                      <a:close/>
                    </a:path>
                  </a:pathLst>
                </a:custGeom>
                <a:solidFill>
                  <a:srgbClr val="22283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606" name="Google Shape;4375;p38">
                  <a:extLst>
                    <a:ext uri="{FF2B5EF4-FFF2-40B4-BE49-F238E27FC236}">
                      <a16:creationId xmlns:a16="http://schemas.microsoft.com/office/drawing/2014/main" id="{EE4214FE-21B0-FF65-E0C4-50061BC0B766}"/>
                    </a:ext>
                  </a:extLst>
                </p:cNvPr>
                <p:cNvSpPr/>
                <p:nvPr/>
              </p:nvSpPr>
              <p:spPr>
                <a:xfrm>
                  <a:off x="1418466" y="3471673"/>
                  <a:ext cx="23818" cy="28523"/>
                </a:xfrm>
                <a:custGeom>
                  <a:avLst/>
                  <a:gdLst/>
                  <a:ahLst/>
                  <a:cxnLst/>
                  <a:rect l="l" t="t" r="r" b="b"/>
                  <a:pathLst>
                    <a:path w="729" h="873" extrusionOk="0">
                      <a:moveTo>
                        <a:pt x="201" y="1"/>
                      </a:moveTo>
                      <a:cubicBezTo>
                        <a:pt x="174" y="1"/>
                        <a:pt x="149" y="6"/>
                        <a:pt x="127" y="17"/>
                      </a:cubicBezTo>
                      <a:cubicBezTo>
                        <a:pt x="0" y="112"/>
                        <a:pt x="0" y="334"/>
                        <a:pt x="127" y="587"/>
                      </a:cubicBezTo>
                      <a:cubicBezTo>
                        <a:pt x="249" y="758"/>
                        <a:pt x="390" y="872"/>
                        <a:pt x="506" y="872"/>
                      </a:cubicBezTo>
                      <a:cubicBezTo>
                        <a:pt x="541" y="872"/>
                        <a:pt x="573" y="862"/>
                        <a:pt x="602" y="840"/>
                      </a:cubicBezTo>
                      <a:cubicBezTo>
                        <a:pt x="729" y="777"/>
                        <a:pt x="729" y="524"/>
                        <a:pt x="602" y="302"/>
                      </a:cubicBezTo>
                      <a:cubicBezTo>
                        <a:pt x="497" y="119"/>
                        <a:pt x="328" y="1"/>
                        <a:pt x="201" y="1"/>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607" name="Google Shape;4376;p38">
                  <a:extLst>
                    <a:ext uri="{FF2B5EF4-FFF2-40B4-BE49-F238E27FC236}">
                      <a16:creationId xmlns:a16="http://schemas.microsoft.com/office/drawing/2014/main" id="{F0E90118-2F9F-E1EC-2E9A-F7971CF9F74C}"/>
                    </a:ext>
                  </a:extLst>
                </p:cNvPr>
                <p:cNvSpPr/>
                <p:nvPr/>
              </p:nvSpPr>
              <p:spPr>
                <a:xfrm>
                  <a:off x="1468128" y="3499804"/>
                  <a:ext cx="21760" cy="28098"/>
                </a:xfrm>
                <a:custGeom>
                  <a:avLst/>
                  <a:gdLst/>
                  <a:ahLst/>
                  <a:cxnLst/>
                  <a:rect l="l" t="t" r="r" b="b"/>
                  <a:pathLst>
                    <a:path w="666" h="860" extrusionOk="0">
                      <a:moveTo>
                        <a:pt x="165" y="0"/>
                      </a:moveTo>
                      <a:cubicBezTo>
                        <a:pt x="63" y="0"/>
                        <a:pt x="0" y="78"/>
                        <a:pt x="0" y="233"/>
                      </a:cubicBezTo>
                      <a:cubicBezTo>
                        <a:pt x="0" y="454"/>
                        <a:pt x="127" y="708"/>
                        <a:pt x="317" y="803"/>
                      </a:cubicBezTo>
                      <a:cubicBezTo>
                        <a:pt x="375" y="842"/>
                        <a:pt x="430" y="860"/>
                        <a:pt x="479" y="860"/>
                      </a:cubicBezTo>
                      <a:cubicBezTo>
                        <a:pt x="589" y="860"/>
                        <a:pt x="666" y="767"/>
                        <a:pt x="666" y="613"/>
                      </a:cubicBezTo>
                      <a:cubicBezTo>
                        <a:pt x="666" y="391"/>
                        <a:pt x="507" y="138"/>
                        <a:pt x="317" y="43"/>
                      </a:cubicBezTo>
                      <a:cubicBezTo>
                        <a:pt x="260" y="14"/>
                        <a:pt x="209" y="0"/>
                        <a:pt x="165" y="0"/>
                      </a:cubicBezTo>
                      <a:close/>
                    </a:path>
                  </a:pathLst>
                </a:custGeom>
                <a:solidFill>
                  <a:srgbClr val="30475E"/>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608" name="Google Shape;4377;p38">
                  <a:extLst>
                    <a:ext uri="{FF2B5EF4-FFF2-40B4-BE49-F238E27FC236}">
                      <a16:creationId xmlns:a16="http://schemas.microsoft.com/office/drawing/2014/main" id="{5D3399A4-0A8E-7065-9058-6B2D1F1EFBA6}"/>
                    </a:ext>
                  </a:extLst>
                </p:cNvPr>
                <p:cNvSpPr/>
                <p:nvPr/>
              </p:nvSpPr>
              <p:spPr>
                <a:xfrm>
                  <a:off x="1514686" y="3527477"/>
                  <a:ext cx="23818" cy="28066"/>
                </a:xfrm>
                <a:custGeom>
                  <a:avLst/>
                  <a:gdLst/>
                  <a:ahLst/>
                  <a:cxnLst/>
                  <a:rect l="l" t="t" r="r" b="b"/>
                  <a:pathLst>
                    <a:path w="729" h="859" extrusionOk="0">
                      <a:moveTo>
                        <a:pt x="213" y="0"/>
                      </a:moveTo>
                      <a:cubicBezTo>
                        <a:pt x="182" y="0"/>
                        <a:pt x="153" y="6"/>
                        <a:pt x="127" y="19"/>
                      </a:cubicBezTo>
                      <a:cubicBezTo>
                        <a:pt x="1" y="82"/>
                        <a:pt x="1" y="336"/>
                        <a:pt x="127" y="558"/>
                      </a:cubicBezTo>
                      <a:cubicBezTo>
                        <a:pt x="232" y="741"/>
                        <a:pt x="401" y="859"/>
                        <a:pt x="528" y="859"/>
                      </a:cubicBezTo>
                      <a:cubicBezTo>
                        <a:pt x="555" y="859"/>
                        <a:pt x="580" y="854"/>
                        <a:pt x="602" y="843"/>
                      </a:cubicBezTo>
                      <a:cubicBezTo>
                        <a:pt x="729" y="779"/>
                        <a:pt x="729" y="526"/>
                        <a:pt x="602" y="304"/>
                      </a:cubicBezTo>
                      <a:cubicBezTo>
                        <a:pt x="501" y="101"/>
                        <a:pt x="339" y="0"/>
                        <a:pt x="213" y="0"/>
                      </a:cubicBezTo>
                      <a:close/>
                    </a:path>
                  </a:pathLst>
                </a:custGeom>
                <a:solidFill>
                  <a:srgbClr val="22283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609" name="Google Shape;4378;p38">
                  <a:extLst>
                    <a:ext uri="{FF2B5EF4-FFF2-40B4-BE49-F238E27FC236}">
                      <a16:creationId xmlns:a16="http://schemas.microsoft.com/office/drawing/2014/main" id="{B721F25E-95DA-43F0-CB78-5E7C625C7BAA}"/>
                    </a:ext>
                  </a:extLst>
                </p:cNvPr>
                <p:cNvSpPr/>
                <p:nvPr/>
              </p:nvSpPr>
              <p:spPr>
                <a:xfrm>
                  <a:off x="1087363" y="3371662"/>
                  <a:ext cx="487376" cy="387953"/>
                </a:xfrm>
                <a:custGeom>
                  <a:avLst/>
                  <a:gdLst/>
                  <a:ahLst/>
                  <a:cxnLst/>
                  <a:rect l="l" t="t" r="r" b="b"/>
                  <a:pathLst>
                    <a:path w="14917" h="11874" extrusionOk="0">
                      <a:moveTo>
                        <a:pt x="227" y="1"/>
                      </a:moveTo>
                      <a:cubicBezTo>
                        <a:pt x="94" y="1"/>
                        <a:pt x="0" y="123"/>
                        <a:pt x="0" y="323"/>
                      </a:cubicBezTo>
                      <a:lnTo>
                        <a:pt x="0" y="2951"/>
                      </a:lnTo>
                      <a:cubicBezTo>
                        <a:pt x="0" y="3205"/>
                        <a:pt x="190" y="3553"/>
                        <a:pt x="412" y="3680"/>
                      </a:cubicBezTo>
                      <a:lnTo>
                        <a:pt x="14505" y="11819"/>
                      </a:lnTo>
                      <a:cubicBezTo>
                        <a:pt x="14569" y="11856"/>
                        <a:pt x="14631" y="11874"/>
                        <a:pt x="14687" y="11874"/>
                      </a:cubicBezTo>
                      <a:cubicBezTo>
                        <a:pt x="14821" y="11874"/>
                        <a:pt x="14916" y="11767"/>
                        <a:pt x="14916" y="11565"/>
                      </a:cubicBezTo>
                      <a:lnTo>
                        <a:pt x="14916" y="8937"/>
                      </a:lnTo>
                      <a:cubicBezTo>
                        <a:pt x="14916" y="8652"/>
                        <a:pt x="14726" y="8335"/>
                        <a:pt x="14505" y="8177"/>
                      </a:cubicBezTo>
                      <a:lnTo>
                        <a:pt x="412" y="69"/>
                      </a:lnTo>
                      <a:cubicBezTo>
                        <a:pt x="346" y="22"/>
                        <a:pt x="283" y="1"/>
                        <a:pt x="227" y="1"/>
                      </a:cubicBezTo>
                      <a:close/>
                    </a:path>
                  </a:pathLst>
                </a:custGeom>
                <a:solidFill>
                  <a:schemeClr val="tx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610" name="Google Shape;4379;p38">
                  <a:extLst>
                    <a:ext uri="{FF2B5EF4-FFF2-40B4-BE49-F238E27FC236}">
                      <a16:creationId xmlns:a16="http://schemas.microsoft.com/office/drawing/2014/main" id="{03E394FC-E762-35C3-399D-EFA22DCE3B27}"/>
                    </a:ext>
                  </a:extLst>
                </p:cNvPr>
                <p:cNvSpPr/>
                <p:nvPr/>
              </p:nvSpPr>
              <p:spPr>
                <a:xfrm>
                  <a:off x="1111148" y="3409105"/>
                  <a:ext cx="164571" cy="102461"/>
                </a:xfrm>
                <a:custGeom>
                  <a:avLst/>
                  <a:gdLst/>
                  <a:ahLst/>
                  <a:cxnLst/>
                  <a:rect l="l" t="t" r="r" b="b"/>
                  <a:pathLst>
                    <a:path w="5037" h="3136" extrusionOk="0">
                      <a:moveTo>
                        <a:pt x="1" y="0"/>
                      </a:moveTo>
                      <a:lnTo>
                        <a:pt x="1" y="222"/>
                      </a:lnTo>
                      <a:lnTo>
                        <a:pt x="5036" y="3135"/>
                      </a:lnTo>
                      <a:lnTo>
                        <a:pt x="5036" y="2882"/>
                      </a:lnTo>
                      <a:lnTo>
                        <a:pt x="1" y="0"/>
                      </a:lnTo>
                      <a:close/>
                    </a:path>
                  </a:pathLst>
                </a:custGeom>
                <a:solidFill>
                  <a:srgbClr val="22283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611" name="Google Shape;4380;p38">
                  <a:extLst>
                    <a:ext uri="{FF2B5EF4-FFF2-40B4-BE49-F238E27FC236}">
                      <a16:creationId xmlns:a16="http://schemas.microsoft.com/office/drawing/2014/main" id="{09004179-0576-C671-1D48-9A1A0CB191D9}"/>
                    </a:ext>
                  </a:extLst>
                </p:cNvPr>
                <p:cNvSpPr/>
                <p:nvPr/>
              </p:nvSpPr>
              <p:spPr>
                <a:xfrm>
                  <a:off x="1111148" y="3434949"/>
                  <a:ext cx="164571" cy="102494"/>
                </a:xfrm>
                <a:custGeom>
                  <a:avLst/>
                  <a:gdLst/>
                  <a:ahLst/>
                  <a:cxnLst/>
                  <a:rect l="l" t="t" r="r" b="b"/>
                  <a:pathLst>
                    <a:path w="5037" h="3137" extrusionOk="0">
                      <a:moveTo>
                        <a:pt x="1" y="1"/>
                      </a:moveTo>
                      <a:lnTo>
                        <a:pt x="1" y="223"/>
                      </a:lnTo>
                      <a:lnTo>
                        <a:pt x="5036" y="3136"/>
                      </a:lnTo>
                      <a:lnTo>
                        <a:pt x="5036" y="2914"/>
                      </a:lnTo>
                      <a:lnTo>
                        <a:pt x="1" y="1"/>
                      </a:lnTo>
                      <a:close/>
                    </a:path>
                  </a:pathLst>
                </a:custGeom>
                <a:solidFill>
                  <a:srgbClr val="22283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612" name="Google Shape;4381;p38">
                  <a:extLst>
                    <a:ext uri="{FF2B5EF4-FFF2-40B4-BE49-F238E27FC236}">
                      <a16:creationId xmlns:a16="http://schemas.microsoft.com/office/drawing/2014/main" id="{961B9B77-CBB0-6950-8880-77E10CB5F84F}"/>
                    </a:ext>
                  </a:extLst>
                </p:cNvPr>
                <p:cNvSpPr/>
                <p:nvPr/>
              </p:nvSpPr>
              <p:spPr>
                <a:xfrm>
                  <a:off x="1111148" y="3461871"/>
                  <a:ext cx="164571" cy="102461"/>
                </a:xfrm>
                <a:custGeom>
                  <a:avLst/>
                  <a:gdLst/>
                  <a:ahLst/>
                  <a:cxnLst/>
                  <a:rect l="l" t="t" r="r" b="b"/>
                  <a:pathLst>
                    <a:path w="5037" h="3136" extrusionOk="0">
                      <a:moveTo>
                        <a:pt x="1" y="0"/>
                      </a:moveTo>
                      <a:lnTo>
                        <a:pt x="1" y="222"/>
                      </a:lnTo>
                      <a:lnTo>
                        <a:pt x="5036" y="3136"/>
                      </a:lnTo>
                      <a:lnTo>
                        <a:pt x="5036" y="2882"/>
                      </a:lnTo>
                      <a:lnTo>
                        <a:pt x="1" y="0"/>
                      </a:lnTo>
                      <a:close/>
                    </a:path>
                  </a:pathLst>
                </a:custGeom>
                <a:solidFill>
                  <a:srgbClr val="22283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613" name="Google Shape;4382;p38">
                  <a:extLst>
                    <a:ext uri="{FF2B5EF4-FFF2-40B4-BE49-F238E27FC236}">
                      <a16:creationId xmlns:a16="http://schemas.microsoft.com/office/drawing/2014/main" id="{D3244069-0C47-5959-1E1A-073AFA597CD6}"/>
                    </a:ext>
                  </a:extLst>
                </p:cNvPr>
                <p:cNvSpPr/>
                <p:nvPr/>
              </p:nvSpPr>
              <p:spPr>
                <a:xfrm>
                  <a:off x="1418466" y="3610335"/>
                  <a:ext cx="23818" cy="28000"/>
                </a:xfrm>
                <a:custGeom>
                  <a:avLst/>
                  <a:gdLst/>
                  <a:ahLst/>
                  <a:cxnLst/>
                  <a:rect l="l" t="t" r="r" b="b"/>
                  <a:pathLst>
                    <a:path w="729" h="857" extrusionOk="0">
                      <a:moveTo>
                        <a:pt x="201" y="0"/>
                      </a:moveTo>
                      <a:cubicBezTo>
                        <a:pt x="174" y="0"/>
                        <a:pt x="149" y="6"/>
                        <a:pt x="127" y="17"/>
                      </a:cubicBezTo>
                      <a:cubicBezTo>
                        <a:pt x="0" y="80"/>
                        <a:pt x="0" y="333"/>
                        <a:pt x="127" y="555"/>
                      </a:cubicBezTo>
                      <a:cubicBezTo>
                        <a:pt x="258" y="738"/>
                        <a:pt x="410" y="856"/>
                        <a:pt x="531" y="856"/>
                      </a:cubicBezTo>
                      <a:cubicBezTo>
                        <a:pt x="556" y="856"/>
                        <a:pt x="580" y="851"/>
                        <a:pt x="602" y="840"/>
                      </a:cubicBezTo>
                      <a:cubicBezTo>
                        <a:pt x="729" y="777"/>
                        <a:pt x="729" y="523"/>
                        <a:pt x="602" y="302"/>
                      </a:cubicBezTo>
                      <a:cubicBezTo>
                        <a:pt x="497" y="119"/>
                        <a:pt x="328" y="0"/>
                        <a:pt x="201" y="0"/>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614" name="Google Shape;4383;p38">
                  <a:extLst>
                    <a:ext uri="{FF2B5EF4-FFF2-40B4-BE49-F238E27FC236}">
                      <a16:creationId xmlns:a16="http://schemas.microsoft.com/office/drawing/2014/main" id="{10D3CC39-6B7D-63B8-1808-5A3E1AEA28F5}"/>
                    </a:ext>
                  </a:extLst>
                </p:cNvPr>
                <p:cNvSpPr/>
                <p:nvPr/>
              </p:nvSpPr>
              <p:spPr>
                <a:xfrm>
                  <a:off x="1467082" y="3637747"/>
                  <a:ext cx="23851" cy="28523"/>
                </a:xfrm>
                <a:custGeom>
                  <a:avLst/>
                  <a:gdLst/>
                  <a:ahLst/>
                  <a:cxnLst/>
                  <a:rect l="l" t="t" r="r" b="b"/>
                  <a:pathLst>
                    <a:path w="730" h="873" extrusionOk="0">
                      <a:moveTo>
                        <a:pt x="227" y="1"/>
                      </a:moveTo>
                      <a:cubicBezTo>
                        <a:pt x="191" y="1"/>
                        <a:pt x="157" y="11"/>
                        <a:pt x="127" y="33"/>
                      </a:cubicBezTo>
                      <a:cubicBezTo>
                        <a:pt x="1" y="96"/>
                        <a:pt x="1" y="349"/>
                        <a:pt x="127" y="571"/>
                      </a:cubicBezTo>
                      <a:cubicBezTo>
                        <a:pt x="232" y="754"/>
                        <a:pt x="401" y="872"/>
                        <a:pt x="529" y="872"/>
                      </a:cubicBezTo>
                      <a:cubicBezTo>
                        <a:pt x="555" y="872"/>
                        <a:pt x="580" y="867"/>
                        <a:pt x="602" y="856"/>
                      </a:cubicBezTo>
                      <a:cubicBezTo>
                        <a:pt x="729" y="761"/>
                        <a:pt x="729" y="539"/>
                        <a:pt x="602" y="286"/>
                      </a:cubicBezTo>
                      <a:cubicBezTo>
                        <a:pt x="505" y="115"/>
                        <a:pt x="351" y="1"/>
                        <a:pt x="227" y="1"/>
                      </a:cubicBezTo>
                      <a:close/>
                    </a:path>
                  </a:pathLst>
                </a:custGeom>
                <a:solidFill>
                  <a:srgbClr val="30475E"/>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615" name="Google Shape;4384;p38">
                  <a:extLst>
                    <a:ext uri="{FF2B5EF4-FFF2-40B4-BE49-F238E27FC236}">
                      <a16:creationId xmlns:a16="http://schemas.microsoft.com/office/drawing/2014/main" id="{B2FB4DF4-6981-24FC-EE2B-7831F61A7E11}"/>
                    </a:ext>
                  </a:extLst>
                </p:cNvPr>
                <p:cNvSpPr/>
                <p:nvPr/>
              </p:nvSpPr>
              <p:spPr>
                <a:xfrm>
                  <a:off x="1514686" y="3665682"/>
                  <a:ext cx="23818" cy="28523"/>
                </a:xfrm>
                <a:custGeom>
                  <a:avLst/>
                  <a:gdLst/>
                  <a:ahLst/>
                  <a:cxnLst/>
                  <a:rect l="l" t="t" r="r" b="b"/>
                  <a:pathLst>
                    <a:path w="729" h="873" extrusionOk="0">
                      <a:moveTo>
                        <a:pt x="227" y="1"/>
                      </a:moveTo>
                      <a:cubicBezTo>
                        <a:pt x="190" y="1"/>
                        <a:pt x="156" y="11"/>
                        <a:pt x="127" y="33"/>
                      </a:cubicBezTo>
                      <a:cubicBezTo>
                        <a:pt x="1" y="96"/>
                        <a:pt x="1" y="349"/>
                        <a:pt x="127" y="571"/>
                      </a:cubicBezTo>
                      <a:cubicBezTo>
                        <a:pt x="232" y="754"/>
                        <a:pt x="401" y="872"/>
                        <a:pt x="528" y="872"/>
                      </a:cubicBezTo>
                      <a:cubicBezTo>
                        <a:pt x="555" y="872"/>
                        <a:pt x="580" y="867"/>
                        <a:pt x="602" y="856"/>
                      </a:cubicBezTo>
                      <a:cubicBezTo>
                        <a:pt x="729" y="761"/>
                        <a:pt x="729" y="539"/>
                        <a:pt x="602" y="286"/>
                      </a:cubicBezTo>
                      <a:cubicBezTo>
                        <a:pt x="505" y="115"/>
                        <a:pt x="351" y="1"/>
                        <a:pt x="227" y="1"/>
                      </a:cubicBezTo>
                      <a:close/>
                    </a:path>
                  </a:pathLst>
                </a:custGeom>
                <a:solidFill>
                  <a:srgbClr val="22283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616" name="Google Shape;4385;p38">
                  <a:extLst>
                    <a:ext uri="{FF2B5EF4-FFF2-40B4-BE49-F238E27FC236}">
                      <a16:creationId xmlns:a16="http://schemas.microsoft.com/office/drawing/2014/main" id="{D0BFFD9B-8E6B-8A4E-F811-955D3BD37E76}"/>
                    </a:ext>
                  </a:extLst>
                </p:cNvPr>
                <p:cNvSpPr/>
                <p:nvPr/>
              </p:nvSpPr>
              <p:spPr>
                <a:xfrm>
                  <a:off x="1087363" y="3510324"/>
                  <a:ext cx="487376" cy="387757"/>
                </a:xfrm>
                <a:custGeom>
                  <a:avLst/>
                  <a:gdLst/>
                  <a:ahLst/>
                  <a:cxnLst/>
                  <a:rect l="l" t="t" r="r" b="b"/>
                  <a:pathLst>
                    <a:path w="14917" h="11868" extrusionOk="0">
                      <a:moveTo>
                        <a:pt x="227" y="0"/>
                      </a:moveTo>
                      <a:cubicBezTo>
                        <a:pt x="94" y="0"/>
                        <a:pt x="0" y="122"/>
                        <a:pt x="0" y="322"/>
                      </a:cubicBezTo>
                      <a:lnTo>
                        <a:pt x="0" y="2919"/>
                      </a:lnTo>
                      <a:cubicBezTo>
                        <a:pt x="0" y="3204"/>
                        <a:pt x="190" y="3553"/>
                        <a:pt x="412" y="3679"/>
                      </a:cubicBezTo>
                      <a:lnTo>
                        <a:pt x="14505" y="11818"/>
                      </a:lnTo>
                      <a:cubicBezTo>
                        <a:pt x="14564" y="11852"/>
                        <a:pt x="14621" y="11868"/>
                        <a:pt x="14673" y="11868"/>
                      </a:cubicBezTo>
                      <a:cubicBezTo>
                        <a:pt x="14815" y="11868"/>
                        <a:pt x="14916" y="11750"/>
                        <a:pt x="14916" y="11565"/>
                      </a:cubicBezTo>
                      <a:lnTo>
                        <a:pt x="14916" y="8936"/>
                      </a:lnTo>
                      <a:cubicBezTo>
                        <a:pt x="14916" y="8651"/>
                        <a:pt x="14726" y="8335"/>
                        <a:pt x="14505" y="8176"/>
                      </a:cubicBezTo>
                      <a:lnTo>
                        <a:pt x="412" y="69"/>
                      </a:lnTo>
                      <a:cubicBezTo>
                        <a:pt x="346" y="22"/>
                        <a:pt x="283" y="0"/>
                        <a:pt x="227" y="0"/>
                      </a:cubicBezTo>
                      <a:close/>
                    </a:path>
                  </a:pathLst>
                </a:custGeom>
                <a:solidFill>
                  <a:schemeClr val="tx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617" name="Google Shape;4386;p38">
                  <a:extLst>
                    <a:ext uri="{FF2B5EF4-FFF2-40B4-BE49-F238E27FC236}">
                      <a16:creationId xmlns:a16="http://schemas.microsoft.com/office/drawing/2014/main" id="{592B29D8-527C-239B-DD9A-CC76C5C5267F}"/>
                    </a:ext>
                  </a:extLst>
                </p:cNvPr>
                <p:cNvSpPr/>
                <p:nvPr/>
              </p:nvSpPr>
              <p:spPr>
                <a:xfrm>
                  <a:off x="1111148" y="3546721"/>
                  <a:ext cx="164571" cy="102461"/>
                </a:xfrm>
                <a:custGeom>
                  <a:avLst/>
                  <a:gdLst/>
                  <a:ahLst/>
                  <a:cxnLst/>
                  <a:rect l="l" t="t" r="r" b="b"/>
                  <a:pathLst>
                    <a:path w="5037" h="3136" extrusionOk="0">
                      <a:moveTo>
                        <a:pt x="1" y="0"/>
                      </a:moveTo>
                      <a:lnTo>
                        <a:pt x="1" y="254"/>
                      </a:lnTo>
                      <a:lnTo>
                        <a:pt x="5036" y="3135"/>
                      </a:lnTo>
                      <a:lnTo>
                        <a:pt x="5036" y="2914"/>
                      </a:lnTo>
                      <a:lnTo>
                        <a:pt x="1" y="0"/>
                      </a:lnTo>
                      <a:close/>
                    </a:path>
                  </a:pathLst>
                </a:custGeom>
                <a:solidFill>
                  <a:srgbClr val="22283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618" name="Google Shape;4387;p38">
                  <a:extLst>
                    <a:ext uri="{FF2B5EF4-FFF2-40B4-BE49-F238E27FC236}">
                      <a16:creationId xmlns:a16="http://schemas.microsoft.com/office/drawing/2014/main" id="{8D6D5EB1-98F9-994F-6938-122E0D079B2D}"/>
                    </a:ext>
                  </a:extLst>
                </p:cNvPr>
                <p:cNvSpPr/>
                <p:nvPr/>
              </p:nvSpPr>
              <p:spPr>
                <a:xfrm>
                  <a:off x="1111148" y="3573611"/>
                  <a:ext cx="164571" cy="102461"/>
                </a:xfrm>
                <a:custGeom>
                  <a:avLst/>
                  <a:gdLst/>
                  <a:ahLst/>
                  <a:cxnLst/>
                  <a:rect l="l" t="t" r="r" b="b"/>
                  <a:pathLst>
                    <a:path w="5037" h="3136" extrusionOk="0">
                      <a:moveTo>
                        <a:pt x="1" y="1"/>
                      </a:moveTo>
                      <a:lnTo>
                        <a:pt x="1" y="222"/>
                      </a:lnTo>
                      <a:lnTo>
                        <a:pt x="5036" y="3136"/>
                      </a:lnTo>
                      <a:lnTo>
                        <a:pt x="5036" y="2882"/>
                      </a:lnTo>
                      <a:lnTo>
                        <a:pt x="1" y="1"/>
                      </a:lnTo>
                      <a:close/>
                    </a:path>
                  </a:pathLst>
                </a:custGeom>
                <a:solidFill>
                  <a:srgbClr val="22283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619" name="Google Shape;4388;p38">
                  <a:extLst>
                    <a:ext uri="{FF2B5EF4-FFF2-40B4-BE49-F238E27FC236}">
                      <a16:creationId xmlns:a16="http://schemas.microsoft.com/office/drawing/2014/main" id="{BE6EAD85-538D-7A3E-224F-6B627E2CF32A}"/>
                    </a:ext>
                  </a:extLst>
                </p:cNvPr>
                <p:cNvSpPr/>
                <p:nvPr/>
              </p:nvSpPr>
              <p:spPr>
                <a:xfrm>
                  <a:off x="1111148" y="3599488"/>
                  <a:ext cx="164571" cy="102461"/>
                </a:xfrm>
                <a:custGeom>
                  <a:avLst/>
                  <a:gdLst/>
                  <a:ahLst/>
                  <a:cxnLst/>
                  <a:rect l="l" t="t" r="r" b="b"/>
                  <a:pathLst>
                    <a:path w="5037" h="3136" extrusionOk="0">
                      <a:moveTo>
                        <a:pt x="1" y="0"/>
                      </a:moveTo>
                      <a:lnTo>
                        <a:pt x="1" y="254"/>
                      </a:lnTo>
                      <a:lnTo>
                        <a:pt x="5036" y="3136"/>
                      </a:lnTo>
                      <a:lnTo>
                        <a:pt x="5036" y="2914"/>
                      </a:lnTo>
                      <a:lnTo>
                        <a:pt x="1" y="0"/>
                      </a:lnTo>
                      <a:close/>
                    </a:path>
                  </a:pathLst>
                </a:custGeom>
                <a:solidFill>
                  <a:srgbClr val="22283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620" name="Google Shape;4389;p38">
                  <a:extLst>
                    <a:ext uri="{FF2B5EF4-FFF2-40B4-BE49-F238E27FC236}">
                      <a16:creationId xmlns:a16="http://schemas.microsoft.com/office/drawing/2014/main" id="{086BC608-4CD6-5359-C11D-A27F026D7261}"/>
                    </a:ext>
                  </a:extLst>
                </p:cNvPr>
                <p:cNvSpPr/>
                <p:nvPr/>
              </p:nvSpPr>
              <p:spPr>
                <a:xfrm>
                  <a:off x="1419511" y="3748703"/>
                  <a:ext cx="21760" cy="28098"/>
                </a:xfrm>
                <a:custGeom>
                  <a:avLst/>
                  <a:gdLst/>
                  <a:ahLst/>
                  <a:cxnLst/>
                  <a:rect l="l" t="t" r="r" b="b"/>
                  <a:pathLst>
                    <a:path w="666" h="860" extrusionOk="0">
                      <a:moveTo>
                        <a:pt x="187" y="0"/>
                      </a:moveTo>
                      <a:cubicBezTo>
                        <a:pt x="76" y="0"/>
                        <a:pt x="0" y="93"/>
                        <a:pt x="0" y="247"/>
                      </a:cubicBezTo>
                      <a:cubicBezTo>
                        <a:pt x="0" y="469"/>
                        <a:pt x="158" y="722"/>
                        <a:pt x="348" y="817"/>
                      </a:cubicBezTo>
                      <a:cubicBezTo>
                        <a:pt x="405" y="846"/>
                        <a:pt x="457" y="860"/>
                        <a:pt x="501" y="860"/>
                      </a:cubicBezTo>
                      <a:cubicBezTo>
                        <a:pt x="603" y="860"/>
                        <a:pt x="665" y="782"/>
                        <a:pt x="665" y="627"/>
                      </a:cubicBezTo>
                      <a:cubicBezTo>
                        <a:pt x="665" y="405"/>
                        <a:pt x="538" y="152"/>
                        <a:pt x="348" y="57"/>
                      </a:cubicBezTo>
                      <a:cubicBezTo>
                        <a:pt x="290" y="18"/>
                        <a:pt x="235" y="0"/>
                        <a:pt x="187" y="0"/>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621" name="Google Shape;4390;p38">
                  <a:extLst>
                    <a:ext uri="{FF2B5EF4-FFF2-40B4-BE49-F238E27FC236}">
                      <a16:creationId xmlns:a16="http://schemas.microsoft.com/office/drawing/2014/main" id="{C7EB5771-1095-45A3-1F8E-066710C4B85F}"/>
                    </a:ext>
                  </a:extLst>
                </p:cNvPr>
                <p:cNvSpPr/>
                <p:nvPr/>
              </p:nvSpPr>
              <p:spPr>
                <a:xfrm>
                  <a:off x="1467082" y="3776409"/>
                  <a:ext cx="23851" cy="28523"/>
                </a:xfrm>
                <a:custGeom>
                  <a:avLst/>
                  <a:gdLst/>
                  <a:ahLst/>
                  <a:cxnLst/>
                  <a:rect l="l" t="t" r="r" b="b"/>
                  <a:pathLst>
                    <a:path w="730" h="873" extrusionOk="0">
                      <a:moveTo>
                        <a:pt x="227" y="0"/>
                      </a:moveTo>
                      <a:cubicBezTo>
                        <a:pt x="191" y="0"/>
                        <a:pt x="157" y="11"/>
                        <a:pt x="127" y="32"/>
                      </a:cubicBezTo>
                      <a:cubicBezTo>
                        <a:pt x="1" y="96"/>
                        <a:pt x="1" y="349"/>
                        <a:pt x="127" y="571"/>
                      </a:cubicBezTo>
                      <a:cubicBezTo>
                        <a:pt x="232" y="754"/>
                        <a:pt x="401" y="872"/>
                        <a:pt x="529" y="872"/>
                      </a:cubicBezTo>
                      <a:cubicBezTo>
                        <a:pt x="555" y="872"/>
                        <a:pt x="580" y="867"/>
                        <a:pt x="602" y="856"/>
                      </a:cubicBezTo>
                      <a:cubicBezTo>
                        <a:pt x="729" y="761"/>
                        <a:pt x="729" y="507"/>
                        <a:pt x="602" y="286"/>
                      </a:cubicBezTo>
                      <a:cubicBezTo>
                        <a:pt x="505" y="115"/>
                        <a:pt x="351" y="0"/>
                        <a:pt x="227" y="0"/>
                      </a:cubicBezTo>
                      <a:close/>
                    </a:path>
                  </a:pathLst>
                </a:custGeom>
                <a:solidFill>
                  <a:srgbClr val="30475E"/>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622" name="Google Shape;4391;p38">
                  <a:extLst>
                    <a:ext uri="{FF2B5EF4-FFF2-40B4-BE49-F238E27FC236}">
                      <a16:creationId xmlns:a16="http://schemas.microsoft.com/office/drawing/2014/main" id="{7E3CCC77-4310-CF19-FC41-BDAAAF5B7C95}"/>
                    </a:ext>
                  </a:extLst>
                </p:cNvPr>
                <p:cNvSpPr/>
                <p:nvPr/>
              </p:nvSpPr>
              <p:spPr>
                <a:xfrm>
                  <a:off x="1515732" y="3804181"/>
                  <a:ext cx="21760" cy="28327"/>
                </a:xfrm>
                <a:custGeom>
                  <a:avLst/>
                  <a:gdLst/>
                  <a:ahLst/>
                  <a:cxnLst/>
                  <a:rect l="l" t="t" r="r" b="b"/>
                  <a:pathLst>
                    <a:path w="666" h="867" extrusionOk="0">
                      <a:moveTo>
                        <a:pt x="205" y="0"/>
                      </a:moveTo>
                      <a:cubicBezTo>
                        <a:pt x="85" y="0"/>
                        <a:pt x="0" y="88"/>
                        <a:pt x="0" y="227"/>
                      </a:cubicBezTo>
                      <a:cubicBezTo>
                        <a:pt x="0" y="449"/>
                        <a:pt x="159" y="702"/>
                        <a:pt x="349" y="829"/>
                      </a:cubicBezTo>
                      <a:cubicBezTo>
                        <a:pt x="400" y="855"/>
                        <a:pt x="446" y="866"/>
                        <a:pt x="486" y="866"/>
                      </a:cubicBezTo>
                      <a:cubicBezTo>
                        <a:pt x="597" y="866"/>
                        <a:pt x="665" y="778"/>
                        <a:pt x="665" y="639"/>
                      </a:cubicBezTo>
                      <a:cubicBezTo>
                        <a:pt x="665" y="417"/>
                        <a:pt x="539" y="164"/>
                        <a:pt x="349" y="37"/>
                      </a:cubicBezTo>
                      <a:cubicBezTo>
                        <a:pt x="298" y="12"/>
                        <a:pt x="249" y="0"/>
                        <a:pt x="205" y="0"/>
                      </a:cubicBezTo>
                      <a:close/>
                    </a:path>
                  </a:pathLst>
                </a:custGeom>
                <a:solidFill>
                  <a:srgbClr val="22283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623" name="Google Shape;4392;p38">
                  <a:extLst>
                    <a:ext uri="{FF2B5EF4-FFF2-40B4-BE49-F238E27FC236}">
                      <a16:creationId xmlns:a16="http://schemas.microsoft.com/office/drawing/2014/main" id="{C917A4C5-3320-F798-A2D1-AA599B3B60E2}"/>
                    </a:ext>
                  </a:extLst>
                </p:cNvPr>
                <p:cNvSpPr/>
                <p:nvPr/>
              </p:nvSpPr>
              <p:spPr>
                <a:xfrm>
                  <a:off x="1087363" y="3648562"/>
                  <a:ext cx="487376" cy="387790"/>
                </a:xfrm>
                <a:custGeom>
                  <a:avLst/>
                  <a:gdLst/>
                  <a:ahLst/>
                  <a:cxnLst/>
                  <a:rect l="l" t="t" r="r" b="b"/>
                  <a:pathLst>
                    <a:path w="14917" h="11869" extrusionOk="0">
                      <a:moveTo>
                        <a:pt x="244" y="0"/>
                      </a:moveTo>
                      <a:cubicBezTo>
                        <a:pt x="102" y="0"/>
                        <a:pt x="0" y="118"/>
                        <a:pt x="0" y="303"/>
                      </a:cubicBezTo>
                      <a:lnTo>
                        <a:pt x="0" y="2932"/>
                      </a:lnTo>
                      <a:cubicBezTo>
                        <a:pt x="0" y="3217"/>
                        <a:pt x="190" y="3534"/>
                        <a:pt x="412" y="3692"/>
                      </a:cubicBezTo>
                      <a:lnTo>
                        <a:pt x="14505" y="11799"/>
                      </a:lnTo>
                      <a:cubicBezTo>
                        <a:pt x="14571" y="11846"/>
                        <a:pt x="14634" y="11868"/>
                        <a:pt x="14690" y="11868"/>
                      </a:cubicBezTo>
                      <a:cubicBezTo>
                        <a:pt x="14823" y="11868"/>
                        <a:pt x="14916" y="11746"/>
                        <a:pt x="14916" y="11546"/>
                      </a:cubicBezTo>
                      <a:lnTo>
                        <a:pt x="14916" y="8949"/>
                      </a:lnTo>
                      <a:cubicBezTo>
                        <a:pt x="14916" y="8664"/>
                        <a:pt x="14726" y="8316"/>
                        <a:pt x="14505" y="8189"/>
                      </a:cubicBezTo>
                      <a:lnTo>
                        <a:pt x="412" y="50"/>
                      </a:lnTo>
                      <a:cubicBezTo>
                        <a:pt x="353" y="16"/>
                        <a:pt x="295" y="0"/>
                        <a:pt x="244" y="0"/>
                      </a:cubicBezTo>
                      <a:close/>
                    </a:path>
                  </a:pathLst>
                </a:custGeom>
                <a:solidFill>
                  <a:schemeClr val="tx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624" name="Google Shape;4393;p38">
                  <a:extLst>
                    <a:ext uri="{FF2B5EF4-FFF2-40B4-BE49-F238E27FC236}">
                      <a16:creationId xmlns:a16="http://schemas.microsoft.com/office/drawing/2014/main" id="{75457669-9FFA-66DA-2C78-57A7176950B2}"/>
                    </a:ext>
                  </a:extLst>
                </p:cNvPr>
                <p:cNvSpPr/>
                <p:nvPr/>
              </p:nvSpPr>
              <p:spPr>
                <a:xfrm>
                  <a:off x="1111148" y="3685351"/>
                  <a:ext cx="164571" cy="102494"/>
                </a:xfrm>
                <a:custGeom>
                  <a:avLst/>
                  <a:gdLst/>
                  <a:ahLst/>
                  <a:cxnLst/>
                  <a:rect l="l" t="t" r="r" b="b"/>
                  <a:pathLst>
                    <a:path w="5037" h="3137" extrusionOk="0">
                      <a:moveTo>
                        <a:pt x="1" y="1"/>
                      </a:moveTo>
                      <a:lnTo>
                        <a:pt x="1" y="254"/>
                      </a:lnTo>
                      <a:lnTo>
                        <a:pt x="5036" y="3136"/>
                      </a:lnTo>
                      <a:lnTo>
                        <a:pt x="5036" y="2914"/>
                      </a:lnTo>
                      <a:lnTo>
                        <a:pt x="1" y="1"/>
                      </a:lnTo>
                      <a:close/>
                    </a:path>
                  </a:pathLst>
                </a:custGeom>
                <a:solidFill>
                  <a:srgbClr val="22283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625" name="Google Shape;4394;p38">
                  <a:extLst>
                    <a:ext uri="{FF2B5EF4-FFF2-40B4-BE49-F238E27FC236}">
                      <a16:creationId xmlns:a16="http://schemas.microsoft.com/office/drawing/2014/main" id="{04074568-65E3-2899-B3CE-B26E6AC64B1E}"/>
                    </a:ext>
                  </a:extLst>
                </p:cNvPr>
                <p:cNvSpPr/>
                <p:nvPr/>
              </p:nvSpPr>
              <p:spPr>
                <a:xfrm>
                  <a:off x="1111148" y="3712273"/>
                  <a:ext cx="164571" cy="102461"/>
                </a:xfrm>
                <a:custGeom>
                  <a:avLst/>
                  <a:gdLst/>
                  <a:ahLst/>
                  <a:cxnLst/>
                  <a:rect l="l" t="t" r="r" b="b"/>
                  <a:pathLst>
                    <a:path w="5037" h="3136" extrusionOk="0">
                      <a:moveTo>
                        <a:pt x="1" y="0"/>
                      </a:moveTo>
                      <a:lnTo>
                        <a:pt x="1" y="222"/>
                      </a:lnTo>
                      <a:lnTo>
                        <a:pt x="5036" y="3135"/>
                      </a:lnTo>
                      <a:lnTo>
                        <a:pt x="5036" y="2882"/>
                      </a:lnTo>
                      <a:lnTo>
                        <a:pt x="1" y="0"/>
                      </a:lnTo>
                      <a:close/>
                    </a:path>
                  </a:pathLst>
                </a:custGeom>
                <a:solidFill>
                  <a:srgbClr val="22283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626" name="Google Shape;4395;p38">
                  <a:extLst>
                    <a:ext uri="{FF2B5EF4-FFF2-40B4-BE49-F238E27FC236}">
                      <a16:creationId xmlns:a16="http://schemas.microsoft.com/office/drawing/2014/main" id="{0D87F863-C6AF-59D5-D6E8-9E13E7E210F3}"/>
                    </a:ext>
                  </a:extLst>
                </p:cNvPr>
                <p:cNvSpPr/>
                <p:nvPr/>
              </p:nvSpPr>
              <p:spPr>
                <a:xfrm>
                  <a:off x="1111148" y="3738117"/>
                  <a:ext cx="164571" cy="102494"/>
                </a:xfrm>
                <a:custGeom>
                  <a:avLst/>
                  <a:gdLst/>
                  <a:ahLst/>
                  <a:cxnLst/>
                  <a:rect l="l" t="t" r="r" b="b"/>
                  <a:pathLst>
                    <a:path w="5037" h="3137" extrusionOk="0">
                      <a:moveTo>
                        <a:pt x="1" y="1"/>
                      </a:moveTo>
                      <a:lnTo>
                        <a:pt x="1" y="223"/>
                      </a:lnTo>
                      <a:lnTo>
                        <a:pt x="5036" y="3136"/>
                      </a:lnTo>
                      <a:lnTo>
                        <a:pt x="5036" y="2914"/>
                      </a:lnTo>
                      <a:lnTo>
                        <a:pt x="1" y="1"/>
                      </a:lnTo>
                      <a:close/>
                    </a:path>
                  </a:pathLst>
                </a:custGeom>
                <a:solidFill>
                  <a:srgbClr val="22283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627" name="Google Shape;4396;p38">
                  <a:extLst>
                    <a:ext uri="{FF2B5EF4-FFF2-40B4-BE49-F238E27FC236}">
                      <a16:creationId xmlns:a16="http://schemas.microsoft.com/office/drawing/2014/main" id="{8E32C631-F2E6-679E-604D-0AF35C50EF87}"/>
                    </a:ext>
                  </a:extLst>
                </p:cNvPr>
                <p:cNvSpPr/>
                <p:nvPr/>
              </p:nvSpPr>
              <p:spPr>
                <a:xfrm>
                  <a:off x="1418466" y="3887136"/>
                  <a:ext cx="23818" cy="27968"/>
                </a:xfrm>
                <a:custGeom>
                  <a:avLst/>
                  <a:gdLst/>
                  <a:ahLst/>
                  <a:cxnLst/>
                  <a:rect l="l" t="t" r="r" b="b"/>
                  <a:pathLst>
                    <a:path w="729" h="856" extrusionOk="0">
                      <a:moveTo>
                        <a:pt x="227" y="0"/>
                      </a:moveTo>
                      <a:cubicBezTo>
                        <a:pt x="190" y="0"/>
                        <a:pt x="156" y="10"/>
                        <a:pt x="127" y="32"/>
                      </a:cubicBezTo>
                      <a:cubicBezTo>
                        <a:pt x="0" y="95"/>
                        <a:pt x="0" y="349"/>
                        <a:pt x="127" y="570"/>
                      </a:cubicBezTo>
                      <a:cubicBezTo>
                        <a:pt x="249" y="741"/>
                        <a:pt x="390" y="856"/>
                        <a:pt x="506" y="856"/>
                      </a:cubicBezTo>
                      <a:cubicBezTo>
                        <a:pt x="541" y="856"/>
                        <a:pt x="573" y="845"/>
                        <a:pt x="602" y="824"/>
                      </a:cubicBezTo>
                      <a:cubicBezTo>
                        <a:pt x="729" y="760"/>
                        <a:pt x="729" y="507"/>
                        <a:pt x="602" y="285"/>
                      </a:cubicBezTo>
                      <a:cubicBezTo>
                        <a:pt x="504" y="114"/>
                        <a:pt x="350" y="0"/>
                        <a:pt x="227" y="0"/>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628" name="Google Shape;4397;p38">
                  <a:extLst>
                    <a:ext uri="{FF2B5EF4-FFF2-40B4-BE49-F238E27FC236}">
                      <a16:creationId xmlns:a16="http://schemas.microsoft.com/office/drawing/2014/main" id="{41C38397-06C7-B9BB-A52D-373078E46729}"/>
                    </a:ext>
                  </a:extLst>
                </p:cNvPr>
                <p:cNvSpPr/>
                <p:nvPr/>
              </p:nvSpPr>
              <p:spPr>
                <a:xfrm>
                  <a:off x="1467082" y="3914548"/>
                  <a:ext cx="23851" cy="28490"/>
                </a:xfrm>
                <a:custGeom>
                  <a:avLst/>
                  <a:gdLst/>
                  <a:ahLst/>
                  <a:cxnLst/>
                  <a:rect l="l" t="t" r="r" b="b"/>
                  <a:pathLst>
                    <a:path w="730" h="872" extrusionOk="0">
                      <a:moveTo>
                        <a:pt x="201" y="0"/>
                      </a:moveTo>
                      <a:cubicBezTo>
                        <a:pt x="174" y="0"/>
                        <a:pt x="150" y="5"/>
                        <a:pt x="127" y="16"/>
                      </a:cubicBezTo>
                      <a:cubicBezTo>
                        <a:pt x="1" y="111"/>
                        <a:pt x="1" y="333"/>
                        <a:pt x="127" y="586"/>
                      </a:cubicBezTo>
                      <a:cubicBezTo>
                        <a:pt x="225" y="757"/>
                        <a:pt x="379" y="872"/>
                        <a:pt x="503" y="872"/>
                      </a:cubicBezTo>
                      <a:cubicBezTo>
                        <a:pt x="539" y="872"/>
                        <a:pt x="573" y="861"/>
                        <a:pt x="602" y="840"/>
                      </a:cubicBezTo>
                      <a:cubicBezTo>
                        <a:pt x="729" y="776"/>
                        <a:pt x="729" y="523"/>
                        <a:pt x="602" y="301"/>
                      </a:cubicBezTo>
                      <a:cubicBezTo>
                        <a:pt x="498" y="118"/>
                        <a:pt x="329" y="0"/>
                        <a:pt x="201" y="0"/>
                      </a:cubicBezTo>
                      <a:close/>
                    </a:path>
                  </a:pathLst>
                </a:custGeom>
                <a:solidFill>
                  <a:srgbClr val="30475E"/>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629" name="Google Shape;4398;p38">
                  <a:extLst>
                    <a:ext uri="{FF2B5EF4-FFF2-40B4-BE49-F238E27FC236}">
                      <a16:creationId xmlns:a16="http://schemas.microsoft.com/office/drawing/2014/main" id="{AFD0DEAD-3ED1-4982-62F6-9FACB95AA39A}"/>
                    </a:ext>
                  </a:extLst>
                </p:cNvPr>
                <p:cNvSpPr/>
                <p:nvPr/>
              </p:nvSpPr>
              <p:spPr>
                <a:xfrm>
                  <a:off x="1515732" y="3942647"/>
                  <a:ext cx="21760" cy="28490"/>
                </a:xfrm>
                <a:custGeom>
                  <a:avLst/>
                  <a:gdLst/>
                  <a:ahLst/>
                  <a:cxnLst/>
                  <a:rect l="l" t="t" r="r" b="b"/>
                  <a:pathLst>
                    <a:path w="666" h="872" extrusionOk="0">
                      <a:moveTo>
                        <a:pt x="190" y="0"/>
                      </a:moveTo>
                      <a:cubicBezTo>
                        <a:pt x="78" y="0"/>
                        <a:pt x="0" y="78"/>
                        <a:pt x="0" y="233"/>
                      </a:cubicBezTo>
                      <a:cubicBezTo>
                        <a:pt x="0" y="455"/>
                        <a:pt x="159" y="708"/>
                        <a:pt x="349" y="835"/>
                      </a:cubicBezTo>
                      <a:cubicBezTo>
                        <a:pt x="398" y="860"/>
                        <a:pt x="444" y="871"/>
                        <a:pt x="483" y="871"/>
                      </a:cubicBezTo>
                      <a:cubicBezTo>
                        <a:pt x="596" y="871"/>
                        <a:pt x="665" y="777"/>
                        <a:pt x="665" y="613"/>
                      </a:cubicBezTo>
                      <a:cubicBezTo>
                        <a:pt x="665" y="423"/>
                        <a:pt x="539" y="138"/>
                        <a:pt x="349" y="43"/>
                      </a:cubicBezTo>
                      <a:cubicBezTo>
                        <a:pt x="292" y="15"/>
                        <a:pt x="237" y="0"/>
                        <a:pt x="190" y="0"/>
                      </a:cubicBezTo>
                      <a:close/>
                    </a:path>
                  </a:pathLst>
                </a:custGeom>
                <a:solidFill>
                  <a:srgbClr val="22283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630" name="Google Shape;4399;p38">
                  <a:extLst>
                    <a:ext uri="{FF2B5EF4-FFF2-40B4-BE49-F238E27FC236}">
                      <a16:creationId xmlns:a16="http://schemas.microsoft.com/office/drawing/2014/main" id="{BD424AAB-8663-675A-142F-BD9EF1242112}"/>
                    </a:ext>
                  </a:extLst>
                </p:cNvPr>
                <p:cNvSpPr/>
                <p:nvPr/>
              </p:nvSpPr>
              <p:spPr>
                <a:xfrm>
                  <a:off x="1087363" y="3787028"/>
                  <a:ext cx="487376" cy="387953"/>
                </a:xfrm>
                <a:custGeom>
                  <a:avLst/>
                  <a:gdLst/>
                  <a:ahLst/>
                  <a:cxnLst/>
                  <a:rect l="l" t="t" r="r" b="b"/>
                  <a:pathLst>
                    <a:path w="14917" h="11874" extrusionOk="0">
                      <a:moveTo>
                        <a:pt x="230" y="1"/>
                      </a:moveTo>
                      <a:cubicBezTo>
                        <a:pt x="96" y="1"/>
                        <a:pt x="0" y="107"/>
                        <a:pt x="0" y="309"/>
                      </a:cubicBezTo>
                      <a:lnTo>
                        <a:pt x="0" y="2938"/>
                      </a:lnTo>
                      <a:cubicBezTo>
                        <a:pt x="0" y="3223"/>
                        <a:pt x="190" y="3539"/>
                        <a:pt x="412" y="3698"/>
                      </a:cubicBezTo>
                      <a:lnTo>
                        <a:pt x="14505" y="11805"/>
                      </a:lnTo>
                      <a:cubicBezTo>
                        <a:pt x="14571" y="11852"/>
                        <a:pt x="14634" y="11874"/>
                        <a:pt x="14690" y="11874"/>
                      </a:cubicBezTo>
                      <a:cubicBezTo>
                        <a:pt x="14823" y="11874"/>
                        <a:pt x="14916" y="11752"/>
                        <a:pt x="14916" y="11552"/>
                      </a:cubicBezTo>
                      <a:lnTo>
                        <a:pt x="14916" y="8923"/>
                      </a:lnTo>
                      <a:cubicBezTo>
                        <a:pt x="14916" y="8670"/>
                        <a:pt x="14726" y="8321"/>
                        <a:pt x="14505" y="8195"/>
                      </a:cubicBezTo>
                      <a:lnTo>
                        <a:pt x="412" y="56"/>
                      </a:lnTo>
                      <a:cubicBezTo>
                        <a:pt x="347" y="19"/>
                        <a:pt x="285" y="1"/>
                        <a:pt x="230" y="1"/>
                      </a:cubicBezTo>
                      <a:close/>
                    </a:path>
                  </a:pathLst>
                </a:custGeom>
                <a:solidFill>
                  <a:schemeClr val="tx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631" name="Google Shape;4400;p38">
                  <a:extLst>
                    <a:ext uri="{FF2B5EF4-FFF2-40B4-BE49-F238E27FC236}">
                      <a16:creationId xmlns:a16="http://schemas.microsoft.com/office/drawing/2014/main" id="{0BF11975-F867-1CC5-6D79-E7524A6557E5}"/>
                    </a:ext>
                  </a:extLst>
                </p:cNvPr>
                <p:cNvSpPr/>
                <p:nvPr/>
              </p:nvSpPr>
              <p:spPr>
                <a:xfrm>
                  <a:off x="1111148" y="3824013"/>
                  <a:ext cx="164571" cy="102461"/>
                </a:xfrm>
                <a:custGeom>
                  <a:avLst/>
                  <a:gdLst/>
                  <a:ahLst/>
                  <a:cxnLst/>
                  <a:rect l="l" t="t" r="r" b="b"/>
                  <a:pathLst>
                    <a:path w="5037" h="3136" extrusionOk="0">
                      <a:moveTo>
                        <a:pt x="1" y="0"/>
                      </a:moveTo>
                      <a:lnTo>
                        <a:pt x="1" y="222"/>
                      </a:lnTo>
                      <a:lnTo>
                        <a:pt x="5036" y="3136"/>
                      </a:lnTo>
                      <a:lnTo>
                        <a:pt x="5036" y="2882"/>
                      </a:lnTo>
                      <a:lnTo>
                        <a:pt x="1" y="0"/>
                      </a:lnTo>
                      <a:close/>
                    </a:path>
                  </a:pathLst>
                </a:custGeom>
                <a:solidFill>
                  <a:srgbClr val="22283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632" name="Google Shape;4401;p38">
                  <a:extLst>
                    <a:ext uri="{FF2B5EF4-FFF2-40B4-BE49-F238E27FC236}">
                      <a16:creationId xmlns:a16="http://schemas.microsoft.com/office/drawing/2014/main" id="{E898F9CC-6BC7-2071-67B2-6138F043BE90}"/>
                    </a:ext>
                  </a:extLst>
                </p:cNvPr>
                <p:cNvSpPr/>
                <p:nvPr/>
              </p:nvSpPr>
              <p:spPr>
                <a:xfrm>
                  <a:off x="1111148" y="3849890"/>
                  <a:ext cx="164571" cy="102461"/>
                </a:xfrm>
                <a:custGeom>
                  <a:avLst/>
                  <a:gdLst/>
                  <a:ahLst/>
                  <a:cxnLst/>
                  <a:rect l="l" t="t" r="r" b="b"/>
                  <a:pathLst>
                    <a:path w="5037" h="3136" extrusionOk="0">
                      <a:moveTo>
                        <a:pt x="1" y="0"/>
                      </a:moveTo>
                      <a:lnTo>
                        <a:pt x="1" y="254"/>
                      </a:lnTo>
                      <a:lnTo>
                        <a:pt x="5036" y="3135"/>
                      </a:lnTo>
                      <a:lnTo>
                        <a:pt x="5036" y="2914"/>
                      </a:lnTo>
                      <a:lnTo>
                        <a:pt x="1" y="0"/>
                      </a:lnTo>
                      <a:close/>
                    </a:path>
                  </a:pathLst>
                </a:custGeom>
                <a:solidFill>
                  <a:srgbClr val="22283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633" name="Google Shape;4402;p38">
                  <a:extLst>
                    <a:ext uri="{FF2B5EF4-FFF2-40B4-BE49-F238E27FC236}">
                      <a16:creationId xmlns:a16="http://schemas.microsoft.com/office/drawing/2014/main" id="{656ED8B6-3FE0-01DB-5634-130DB00B2DD8}"/>
                    </a:ext>
                  </a:extLst>
                </p:cNvPr>
                <p:cNvSpPr/>
                <p:nvPr/>
              </p:nvSpPr>
              <p:spPr>
                <a:xfrm>
                  <a:off x="1111148" y="3876779"/>
                  <a:ext cx="164571" cy="102461"/>
                </a:xfrm>
                <a:custGeom>
                  <a:avLst/>
                  <a:gdLst/>
                  <a:ahLst/>
                  <a:cxnLst/>
                  <a:rect l="l" t="t" r="r" b="b"/>
                  <a:pathLst>
                    <a:path w="5037" h="3136" extrusionOk="0">
                      <a:moveTo>
                        <a:pt x="1" y="1"/>
                      </a:moveTo>
                      <a:lnTo>
                        <a:pt x="1" y="222"/>
                      </a:lnTo>
                      <a:lnTo>
                        <a:pt x="5036" y="3136"/>
                      </a:lnTo>
                      <a:lnTo>
                        <a:pt x="5036" y="2914"/>
                      </a:lnTo>
                      <a:lnTo>
                        <a:pt x="1" y="1"/>
                      </a:lnTo>
                      <a:close/>
                    </a:path>
                  </a:pathLst>
                </a:custGeom>
                <a:solidFill>
                  <a:srgbClr val="22283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634" name="Google Shape;4403;p38">
                  <a:extLst>
                    <a:ext uri="{FF2B5EF4-FFF2-40B4-BE49-F238E27FC236}">
                      <a16:creationId xmlns:a16="http://schemas.microsoft.com/office/drawing/2014/main" id="{0D0853CD-3B0E-A93B-0D53-AC9BEABADFE7}"/>
                    </a:ext>
                  </a:extLst>
                </p:cNvPr>
                <p:cNvSpPr/>
                <p:nvPr/>
              </p:nvSpPr>
              <p:spPr>
                <a:xfrm>
                  <a:off x="1418466" y="4025243"/>
                  <a:ext cx="23818" cy="28523"/>
                </a:xfrm>
                <a:custGeom>
                  <a:avLst/>
                  <a:gdLst/>
                  <a:ahLst/>
                  <a:cxnLst/>
                  <a:rect l="l" t="t" r="r" b="b"/>
                  <a:pathLst>
                    <a:path w="729" h="873" extrusionOk="0">
                      <a:moveTo>
                        <a:pt x="201" y="1"/>
                      </a:moveTo>
                      <a:cubicBezTo>
                        <a:pt x="174" y="1"/>
                        <a:pt x="149" y="6"/>
                        <a:pt x="127" y="17"/>
                      </a:cubicBezTo>
                      <a:cubicBezTo>
                        <a:pt x="0" y="112"/>
                        <a:pt x="0" y="334"/>
                        <a:pt x="127" y="587"/>
                      </a:cubicBezTo>
                      <a:cubicBezTo>
                        <a:pt x="249" y="758"/>
                        <a:pt x="390" y="872"/>
                        <a:pt x="506" y="872"/>
                      </a:cubicBezTo>
                      <a:cubicBezTo>
                        <a:pt x="541" y="872"/>
                        <a:pt x="573" y="862"/>
                        <a:pt x="602" y="840"/>
                      </a:cubicBezTo>
                      <a:cubicBezTo>
                        <a:pt x="729" y="777"/>
                        <a:pt x="729" y="524"/>
                        <a:pt x="602" y="302"/>
                      </a:cubicBezTo>
                      <a:cubicBezTo>
                        <a:pt x="497" y="119"/>
                        <a:pt x="328" y="1"/>
                        <a:pt x="201" y="1"/>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635" name="Google Shape;4404;p38">
                  <a:extLst>
                    <a:ext uri="{FF2B5EF4-FFF2-40B4-BE49-F238E27FC236}">
                      <a16:creationId xmlns:a16="http://schemas.microsoft.com/office/drawing/2014/main" id="{E381FCC1-4FF5-058E-893B-1973D4AE005C}"/>
                    </a:ext>
                  </a:extLst>
                </p:cNvPr>
                <p:cNvSpPr/>
                <p:nvPr/>
              </p:nvSpPr>
              <p:spPr>
                <a:xfrm>
                  <a:off x="1468128" y="4053341"/>
                  <a:ext cx="21760" cy="28131"/>
                </a:xfrm>
                <a:custGeom>
                  <a:avLst/>
                  <a:gdLst/>
                  <a:ahLst/>
                  <a:cxnLst/>
                  <a:rect l="l" t="t" r="r" b="b"/>
                  <a:pathLst>
                    <a:path w="666" h="861" extrusionOk="0">
                      <a:moveTo>
                        <a:pt x="165" y="1"/>
                      </a:moveTo>
                      <a:cubicBezTo>
                        <a:pt x="63" y="1"/>
                        <a:pt x="0" y="78"/>
                        <a:pt x="0" y="234"/>
                      </a:cubicBezTo>
                      <a:cubicBezTo>
                        <a:pt x="0" y="455"/>
                        <a:pt x="127" y="709"/>
                        <a:pt x="317" y="804"/>
                      </a:cubicBezTo>
                      <a:cubicBezTo>
                        <a:pt x="375" y="842"/>
                        <a:pt x="430" y="860"/>
                        <a:pt x="479" y="860"/>
                      </a:cubicBezTo>
                      <a:cubicBezTo>
                        <a:pt x="589" y="860"/>
                        <a:pt x="666" y="768"/>
                        <a:pt x="666" y="614"/>
                      </a:cubicBezTo>
                      <a:cubicBezTo>
                        <a:pt x="666" y="424"/>
                        <a:pt x="507" y="139"/>
                        <a:pt x="317" y="44"/>
                      </a:cubicBezTo>
                      <a:cubicBezTo>
                        <a:pt x="260" y="15"/>
                        <a:pt x="209" y="1"/>
                        <a:pt x="165" y="1"/>
                      </a:cubicBezTo>
                      <a:close/>
                    </a:path>
                  </a:pathLst>
                </a:custGeom>
                <a:solidFill>
                  <a:srgbClr val="30475E"/>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636" name="Google Shape;4405;p38">
                  <a:extLst>
                    <a:ext uri="{FF2B5EF4-FFF2-40B4-BE49-F238E27FC236}">
                      <a16:creationId xmlns:a16="http://schemas.microsoft.com/office/drawing/2014/main" id="{C202D5C7-B2AA-20A8-0CE4-F0CCCD77EA70}"/>
                    </a:ext>
                  </a:extLst>
                </p:cNvPr>
                <p:cNvSpPr/>
                <p:nvPr/>
              </p:nvSpPr>
              <p:spPr>
                <a:xfrm>
                  <a:off x="1514686" y="4081047"/>
                  <a:ext cx="23818" cy="28066"/>
                </a:xfrm>
                <a:custGeom>
                  <a:avLst/>
                  <a:gdLst/>
                  <a:ahLst/>
                  <a:cxnLst/>
                  <a:rect l="l" t="t" r="r" b="b"/>
                  <a:pathLst>
                    <a:path w="729" h="859" extrusionOk="0">
                      <a:moveTo>
                        <a:pt x="213" y="0"/>
                      </a:moveTo>
                      <a:cubicBezTo>
                        <a:pt x="182" y="0"/>
                        <a:pt x="153" y="6"/>
                        <a:pt x="127" y="19"/>
                      </a:cubicBezTo>
                      <a:cubicBezTo>
                        <a:pt x="1" y="82"/>
                        <a:pt x="1" y="336"/>
                        <a:pt x="127" y="557"/>
                      </a:cubicBezTo>
                      <a:cubicBezTo>
                        <a:pt x="232" y="740"/>
                        <a:pt x="401" y="859"/>
                        <a:pt x="528" y="859"/>
                      </a:cubicBezTo>
                      <a:cubicBezTo>
                        <a:pt x="555" y="859"/>
                        <a:pt x="580" y="853"/>
                        <a:pt x="602" y="842"/>
                      </a:cubicBezTo>
                      <a:cubicBezTo>
                        <a:pt x="729" y="779"/>
                        <a:pt x="729" y="526"/>
                        <a:pt x="602" y="304"/>
                      </a:cubicBezTo>
                      <a:cubicBezTo>
                        <a:pt x="501" y="101"/>
                        <a:pt x="339" y="0"/>
                        <a:pt x="213" y="0"/>
                      </a:cubicBezTo>
                      <a:close/>
                    </a:path>
                  </a:pathLst>
                </a:custGeom>
                <a:solidFill>
                  <a:srgbClr val="22283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637" name="Google Shape;4406;p38">
                  <a:extLst>
                    <a:ext uri="{FF2B5EF4-FFF2-40B4-BE49-F238E27FC236}">
                      <a16:creationId xmlns:a16="http://schemas.microsoft.com/office/drawing/2014/main" id="{CA985E6E-5959-F81B-838A-8B0D73E4B7F8}"/>
                    </a:ext>
                  </a:extLst>
                </p:cNvPr>
                <p:cNvSpPr/>
                <p:nvPr/>
              </p:nvSpPr>
              <p:spPr>
                <a:xfrm>
                  <a:off x="1642991" y="2262071"/>
                  <a:ext cx="472902" cy="2076207"/>
                </a:xfrm>
                <a:custGeom>
                  <a:avLst/>
                  <a:gdLst/>
                  <a:ahLst/>
                  <a:cxnLst/>
                  <a:rect l="l" t="t" r="r" b="b"/>
                  <a:pathLst>
                    <a:path w="14474" h="63546" extrusionOk="0">
                      <a:moveTo>
                        <a:pt x="14185" y="0"/>
                      </a:moveTo>
                      <a:cubicBezTo>
                        <a:pt x="14112" y="0"/>
                        <a:pt x="14027" y="26"/>
                        <a:pt x="13935" y="81"/>
                      </a:cubicBezTo>
                      <a:lnTo>
                        <a:pt x="539" y="7777"/>
                      </a:lnTo>
                      <a:cubicBezTo>
                        <a:pt x="254" y="7967"/>
                        <a:pt x="1" y="8379"/>
                        <a:pt x="1" y="8727"/>
                      </a:cubicBezTo>
                      <a:lnTo>
                        <a:pt x="1" y="63546"/>
                      </a:lnTo>
                      <a:lnTo>
                        <a:pt x="14473" y="55185"/>
                      </a:lnTo>
                      <a:lnTo>
                        <a:pt x="14473" y="398"/>
                      </a:lnTo>
                      <a:cubicBezTo>
                        <a:pt x="14473" y="152"/>
                        <a:pt x="14362" y="0"/>
                        <a:pt x="14185" y="0"/>
                      </a:cubicBezTo>
                      <a:close/>
                    </a:path>
                  </a:pathLst>
                </a:custGeom>
                <a:solidFill>
                  <a:srgbClr val="990099"/>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638" name="Google Shape;4407;p38">
                  <a:extLst>
                    <a:ext uri="{FF2B5EF4-FFF2-40B4-BE49-F238E27FC236}">
                      <a16:creationId xmlns:a16="http://schemas.microsoft.com/office/drawing/2014/main" id="{0B18328E-D414-9343-0C9F-6E46ECF6E617}"/>
                    </a:ext>
                  </a:extLst>
                </p:cNvPr>
                <p:cNvSpPr/>
                <p:nvPr/>
              </p:nvSpPr>
              <p:spPr>
                <a:xfrm>
                  <a:off x="1658511" y="2288798"/>
                  <a:ext cx="441863" cy="360574"/>
                </a:xfrm>
                <a:custGeom>
                  <a:avLst/>
                  <a:gdLst/>
                  <a:ahLst/>
                  <a:cxnLst/>
                  <a:rect l="l" t="t" r="r" b="b"/>
                  <a:pathLst>
                    <a:path w="13524" h="11036" extrusionOk="0">
                      <a:moveTo>
                        <a:pt x="13294" y="0"/>
                      </a:moveTo>
                      <a:cubicBezTo>
                        <a:pt x="13238" y="0"/>
                        <a:pt x="13176" y="18"/>
                        <a:pt x="13112" y="55"/>
                      </a:cubicBezTo>
                      <a:lnTo>
                        <a:pt x="444" y="7371"/>
                      </a:lnTo>
                      <a:cubicBezTo>
                        <a:pt x="191" y="7497"/>
                        <a:pt x="1" y="7846"/>
                        <a:pt x="1" y="8099"/>
                      </a:cubicBezTo>
                      <a:lnTo>
                        <a:pt x="1" y="10728"/>
                      </a:lnTo>
                      <a:cubicBezTo>
                        <a:pt x="1" y="10929"/>
                        <a:pt x="96" y="11036"/>
                        <a:pt x="241" y="11036"/>
                      </a:cubicBezTo>
                      <a:cubicBezTo>
                        <a:pt x="301" y="11036"/>
                        <a:pt x="370" y="11018"/>
                        <a:pt x="444" y="10981"/>
                      </a:cubicBezTo>
                      <a:lnTo>
                        <a:pt x="13112" y="3665"/>
                      </a:lnTo>
                      <a:cubicBezTo>
                        <a:pt x="13333" y="3539"/>
                        <a:pt x="13523" y="3190"/>
                        <a:pt x="13523" y="2937"/>
                      </a:cubicBezTo>
                      <a:lnTo>
                        <a:pt x="13523" y="309"/>
                      </a:lnTo>
                      <a:cubicBezTo>
                        <a:pt x="13523" y="107"/>
                        <a:pt x="13428" y="0"/>
                        <a:pt x="13294" y="0"/>
                      </a:cubicBezTo>
                      <a:close/>
                    </a:path>
                  </a:pathLst>
                </a:custGeom>
                <a:solidFill>
                  <a:schemeClr val="tx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639" name="Google Shape;4408;p38">
                  <a:extLst>
                    <a:ext uri="{FF2B5EF4-FFF2-40B4-BE49-F238E27FC236}">
                      <a16:creationId xmlns:a16="http://schemas.microsoft.com/office/drawing/2014/main" id="{4574A4C6-EBB3-05AB-6597-24083393F821}"/>
                    </a:ext>
                  </a:extLst>
                </p:cNvPr>
                <p:cNvSpPr/>
                <p:nvPr/>
              </p:nvSpPr>
              <p:spPr>
                <a:xfrm>
                  <a:off x="1658511" y="2426970"/>
                  <a:ext cx="441863" cy="361064"/>
                </a:xfrm>
                <a:custGeom>
                  <a:avLst/>
                  <a:gdLst/>
                  <a:ahLst/>
                  <a:cxnLst/>
                  <a:rect l="l" t="t" r="r" b="b"/>
                  <a:pathLst>
                    <a:path w="13524" h="11051" extrusionOk="0">
                      <a:moveTo>
                        <a:pt x="13297" y="1"/>
                      </a:moveTo>
                      <a:cubicBezTo>
                        <a:pt x="13241" y="1"/>
                        <a:pt x="13177" y="23"/>
                        <a:pt x="13112" y="70"/>
                      </a:cubicBezTo>
                      <a:lnTo>
                        <a:pt x="444" y="7354"/>
                      </a:lnTo>
                      <a:cubicBezTo>
                        <a:pt x="191" y="7512"/>
                        <a:pt x="1" y="7829"/>
                        <a:pt x="1" y="8114"/>
                      </a:cubicBezTo>
                      <a:lnTo>
                        <a:pt x="1" y="10742"/>
                      </a:lnTo>
                      <a:cubicBezTo>
                        <a:pt x="1" y="10944"/>
                        <a:pt x="96" y="11051"/>
                        <a:pt x="241" y="11051"/>
                      </a:cubicBezTo>
                      <a:cubicBezTo>
                        <a:pt x="301" y="11051"/>
                        <a:pt x="370" y="11033"/>
                        <a:pt x="444" y="10996"/>
                      </a:cubicBezTo>
                      <a:lnTo>
                        <a:pt x="13112" y="3680"/>
                      </a:lnTo>
                      <a:cubicBezTo>
                        <a:pt x="13333" y="3553"/>
                        <a:pt x="13523" y="3205"/>
                        <a:pt x="13523" y="2920"/>
                      </a:cubicBezTo>
                      <a:lnTo>
                        <a:pt x="13523" y="323"/>
                      </a:lnTo>
                      <a:cubicBezTo>
                        <a:pt x="13523" y="123"/>
                        <a:pt x="13429" y="1"/>
                        <a:pt x="13297" y="1"/>
                      </a:cubicBezTo>
                      <a:close/>
                    </a:path>
                  </a:pathLst>
                </a:custGeom>
                <a:solidFill>
                  <a:schemeClr val="tx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640" name="Google Shape;4409;p38">
                  <a:extLst>
                    <a:ext uri="{FF2B5EF4-FFF2-40B4-BE49-F238E27FC236}">
                      <a16:creationId xmlns:a16="http://schemas.microsoft.com/office/drawing/2014/main" id="{D4584391-C5C2-30FB-D179-681067EF2EF1}"/>
                    </a:ext>
                  </a:extLst>
                </p:cNvPr>
                <p:cNvSpPr/>
                <p:nvPr/>
              </p:nvSpPr>
              <p:spPr>
                <a:xfrm>
                  <a:off x="1658511" y="2565240"/>
                  <a:ext cx="441863" cy="361260"/>
                </a:xfrm>
                <a:custGeom>
                  <a:avLst/>
                  <a:gdLst/>
                  <a:ahLst/>
                  <a:cxnLst/>
                  <a:rect l="l" t="t" r="r" b="b"/>
                  <a:pathLst>
                    <a:path w="13524" h="11057" extrusionOk="0">
                      <a:moveTo>
                        <a:pt x="13280" y="0"/>
                      </a:moveTo>
                      <a:cubicBezTo>
                        <a:pt x="13228" y="0"/>
                        <a:pt x="13171" y="16"/>
                        <a:pt x="13112" y="50"/>
                      </a:cubicBezTo>
                      <a:lnTo>
                        <a:pt x="444" y="7365"/>
                      </a:lnTo>
                      <a:cubicBezTo>
                        <a:pt x="191" y="7524"/>
                        <a:pt x="1" y="7840"/>
                        <a:pt x="1" y="8125"/>
                      </a:cubicBezTo>
                      <a:lnTo>
                        <a:pt x="1" y="10754"/>
                      </a:lnTo>
                      <a:cubicBezTo>
                        <a:pt x="1" y="10939"/>
                        <a:pt x="102" y="11057"/>
                        <a:pt x="256" y="11057"/>
                      </a:cubicBezTo>
                      <a:cubicBezTo>
                        <a:pt x="313" y="11057"/>
                        <a:pt x="376" y="11041"/>
                        <a:pt x="444" y="11007"/>
                      </a:cubicBezTo>
                      <a:lnTo>
                        <a:pt x="13112" y="3692"/>
                      </a:lnTo>
                      <a:cubicBezTo>
                        <a:pt x="13333" y="3533"/>
                        <a:pt x="13523" y="3217"/>
                        <a:pt x="13523" y="2932"/>
                      </a:cubicBezTo>
                      <a:lnTo>
                        <a:pt x="13523" y="303"/>
                      </a:lnTo>
                      <a:cubicBezTo>
                        <a:pt x="13523" y="118"/>
                        <a:pt x="13421" y="0"/>
                        <a:pt x="13280" y="0"/>
                      </a:cubicBezTo>
                      <a:close/>
                    </a:path>
                  </a:pathLst>
                </a:custGeom>
                <a:solidFill>
                  <a:schemeClr val="tx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641" name="Google Shape;4410;p38">
                  <a:extLst>
                    <a:ext uri="{FF2B5EF4-FFF2-40B4-BE49-F238E27FC236}">
                      <a16:creationId xmlns:a16="http://schemas.microsoft.com/office/drawing/2014/main" id="{FF62AF04-9D51-04AC-FFCC-3B3F9FF0F2D6}"/>
                    </a:ext>
                  </a:extLst>
                </p:cNvPr>
                <p:cNvSpPr/>
                <p:nvPr/>
              </p:nvSpPr>
              <p:spPr>
                <a:xfrm>
                  <a:off x="1658511" y="2703706"/>
                  <a:ext cx="441863" cy="361064"/>
                </a:xfrm>
                <a:custGeom>
                  <a:avLst/>
                  <a:gdLst/>
                  <a:ahLst/>
                  <a:cxnLst/>
                  <a:rect l="l" t="t" r="r" b="b"/>
                  <a:pathLst>
                    <a:path w="13524" h="11051" extrusionOk="0">
                      <a:moveTo>
                        <a:pt x="13294" y="0"/>
                      </a:moveTo>
                      <a:cubicBezTo>
                        <a:pt x="13238" y="0"/>
                        <a:pt x="13176" y="18"/>
                        <a:pt x="13112" y="55"/>
                      </a:cubicBezTo>
                      <a:lnTo>
                        <a:pt x="444" y="7371"/>
                      </a:lnTo>
                      <a:cubicBezTo>
                        <a:pt x="191" y="7498"/>
                        <a:pt x="1" y="7846"/>
                        <a:pt x="1" y="8131"/>
                      </a:cubicBezTo>
                      <a:lnTo>
                        <a:pt x="1" y="10728"/>
                      </a:lnTo>
                      <a:cubicBezTo>
                        <a:pt x="1" y="10928"/>
                        <a:pt x="94" y="11050"/>
                        <a:pt x="238" y="11050"/>
                      </a:cubicBezTo>
                      <a:cubicBezTo>
                        <a:pt x="299" y="11050"/>
                        <a:pt x="369" y="11028"/>
                        <a:pt x="444" y="10981"/>
                      </a:cubicBezTo>
                      <a:lnTo>
                        <a:pt x="13112" y="3697"/>
                      </a:lnTo>
                      <a:cubicBezTo>
                        <a:pt x="13333" y="3539"/>
                        <a:pt x="13523" y="3222"/>
                        <a:pt x="13523" y="2937"/>
                      </a:cubicBezTo>
                      <a:lnTo>
                        <a:pt x="13523" y="309"/>
                      </a:lnTo>
                      <a:cubicBezTo>
                        <a:pt x="13523" y="107"/>
                        <a:pt x="13428" y="0"/>
                        <a:pt x="13294" y="0"/>
                      </a:cubicBezTo>
                      <a:close/>
                    </a:path>
                  </a:pathLst>
                </a:custGeom>
                <a:solidFill>
                  <a:schemeClr val="tx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642" name="Google Shape;4411;p38">
                  <a:extLst>
                    <a:ext uri="{FF2B5EF4-FFF2-40B4-BE49-F238E27FC236}">
                      <a16:creationId xmlns:a16="http://schemas.microsoft.com/office/drawing/2014/main" id="{957CE4B6-7A34-0CA2-CFA5-3573D0F53B34}"/>
                    </a:ext>
                  </a:extLst>
                </p:cNvPr>
                <p:cNvSpPr/>
                <p:nvPr/>
              </p:nvSpPr>
              <p:spPr>
                <a:xfrm>
                  <a:off x="1658511" y="2842335"/>
                  <a:ext cx="441863" cy="360606"/>
                </a:xfrm>
                <a:custGeom>
                  <a:avLst/>
                  <a:gdLst/>
                  <a:ahLst/>
                  <a:cxnLst/>
                  <a:rect l="l" t="t" r="r" b="b"/>
                  <a:pathLst>
                    <a:path w="13524" h="11037" extrusionOk="0">
                      <a:moveTo>
                        <a:pt x="13294" y="1"/>
                      </a:moveTo>
                      <a:cubicBezTo>
                        <a:pt x="13238" y="1"/>
                        <a:pt x="13176" y="19"/>
                        <a:pt x="13112" y="56"/>
                      </a:cubicBezTo>
                      <a:lnTo>
                        <a:pt x="444" y="7372"/>
                      </a:lnTo>
                      <a:cubicBezTo>
                        <a:pt x="191" y="7498"/>
                        <a:pt x="1" y="7847"/>
                        <a:pt x="1" y="8100"/>
                      </a:cubicBezTo>
                      <a:lnTo>
                        <a:pt x="1" y="10728"/>
                      </a:lnTo>
                      <a:cubicBezTo>
                        <a:pt x="1" y="10930"/>
                        <a:pt x="96" y="11037"/>
                        <a:pt x="241" y="11037"/>
                      </a:cubicBezTo>
                      <a:cubicBezTo>
                        <a:pt x="301" y="11037"/>
                        <a:pt x="370" y="11019"/>
                        <a:pt x="444" y="10982"/>
                      </a:cubicBezTo>
                      <a:lnTo>
                        <a:pt x="13112" y="3666"/>
                      </a:lnTo>
                      <a:cubicBezTo>
                        <a:pt x="13333" y="3540"/>
                        <a:pt x="13523" y="3191"/>
                        <a:pt x="13523" y="2938"/>
                      </a:cubicBezTo>
                      <a:lnTo>
                        <a:pt x="13523" y="309"/>
                      </a:lnTo>
                      <a:cubicBezTo>
                        <a:pt x="13523" y="108"/>
                        <a:pt x="13428" y="1"/>
                        <a:pt x="13294" y="1"/>
                      </a:cubicBezTo>
                      <a:close/>
                    </a:path>
                  </a:pathLst>
                </a:custGeom>
                <a:solidFill>
                  <a:schemeClr val="tx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643" name="Google Shape;4412;p38">
                  <a:extLst>
                    <a:ext uri="{FF2B5EF4-FFF2-40B4-BE49-F238E27FC236}">
                      <a16:creationId xmlns:a16="http://schemas.microsoft.com/office/drawing/2014/main" id="{D0035660-C08D-FB78-CF71-F76DE9DBCB98}"/>
                    </a:ext>
                  </a:extLst>
                </p:cNvPr>
                <p:cNvSpPr/>
                <p:nvPr/>
              </p:nvSpPr>
              <p:spPr>
                <a:xfrm>
                  <a:off x="1658511" y="2980540"/>
                  <a:ext cx="441863" cy="361064"/>
                </a:xfrm>
                <a:custGeom>
                  <a:avLst/>
                  <a:gdLst/>
                  <a:ahLst/>
                  <a:cxnLst/>
                  <a:rect l="l" t="t" r="r" b="b"/>
                  <a:pathLst>
                    <a:path w="13524" h="11051" extrusionOk="0">
                      <a:moveTo>
                        <a:pt x="13297" y="1"/>
                      </a:moveTo>
                      <a:cubicBezTo>
                        <a:pt x="13241" y="1"/>
                        <a:pt x="13177" y="23"/>
                        <a:pt x="13112" y="70"/>
                      </a:cubicBezTo>
                      <a:lnTo>
                        <a:pt x="444" y="7353"/>
                      </a:lnTo>
                      <a:cubicBezTo>
                        <a:pt x="191" y="7512"/>
                        <a:pt x="1" y="7829"/>
                        <a:pt x="1" y="8114"/>
                      </a:cubicBezTo>
                      <a:lnTo>
                        <a:pt x="1" y="10742"/>
                      </a:lnTo>
                      <a:cubicBezTo>
                        <a:pt x="1" y="10944"/>
                        <a:pt x="96" y="11050"/>
                        <a:pt x="241" y="11050"/>
                      </a:cubicBezTo>
                      <a:cubicBezTo>
                        <a:pt x="301" y="11050"/>
                        <a:pt x="370" y="11032"/>
                        <a:pt x="444" y="10995"/>
                      </a:cubicBezTo>
                      <a:lnTo>
                        <a:pt x="13112" y="3680"/>
                      </a:lnTo>
                      <a:cubicBezTo>
                        <a:pt x="13333" y="3553"/>
                        <a:pt x="13523" y="3205"/>
                        <a:pt x="13523" y="2920"/>
                      </a:cubicBezTo>
                      <a:lnTo>
                        <a:pt x="13523" y="323"/>
                      </a:lnTo>
                      <a:cubicBezTo>
                        <a:pt x="13523" y="123"/>
                        <a:pt x="13429" y="1"/>
                        <a:pt x="13297" y="1"/>
                      </a:cubicBezTo>
                      <a:close/>
                    </a:path>
                  </a:pathLst>
                </a:custGeom>
                <a:solidFill>
                  <a:schemeClr val="tx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644" name="Google Shape;4413;p38">
                  <a:extLst>
                    <a:ext uri="{FF2B5EF4-FFF2-40B4-BE49-F238E27FC236}">
                      <a16:creationId xmlns:a16="http://schemas.microsoft.com/office/drawing/2014/main" id="{7E1603DC-E9EF-AD82-A757-6D8CD4BCB6F4}"/>
                    </a:ext>
                  </a:extLst>
                </p:cNvPr>
                <p:cNvSpPr/>
                <p:nvPr/>
              </p:nvSpPr>
              <p:spPr>
                <a:xfrm>
                  <a:off x="1658511" y="3118777"/>
                  <a:ext cx="441863" cy="361293"/>
                </a:xfrm>
                <a:custGeom>
                  <a:avLst/>
                  <a:gdLst/>
                  <a:ahLst/>
                  <a:cxnLst/>
                  <a:rect l="l" t="t" r="r" b="b"/>
                  <a:pathLst>
                    <a:path w="13524" h="11058" extrusionOk="0">
                      <a:moveTo>
                        <a:pt x="13280" y="1"/>
                      </a:moveTo>
                      <a:cubicBezTo>
                        <a:pt x="13228" y="1"/>
                        <a:pt x="13171" y="17"/>
                        <a:pt x="13112" y="51"/>
                      </a:cubicBezTo>
                      <a:lnTo>
                        <a:pt x="444" y="7366"/>
                      </a:lnTo>
                      <a:cubicBezTo>
                        <a:pt x="191" y="7524"/>
                        <a:pt x="1" y="7841"/>
                        <a:pt x="1" y="8126"/>
                      </a:cubicBezTo>
                      <a:lnTo>
                        <a:pt x="1" y="10755"/>
                      </a:lnTo>
                      <a:cubicBezTo>
                        <a:pt x="1" y="10940"/>
                        <a:pt x="102" y="11058"/>
                        <a:pt x="256" y="11058"/>
                      </a:cubicBezTo>
                      <a:cubicBezTo>
                        <a:pt x="313" y="11058"/>
                        <a:pt x="376" y="11042"/>
                        <a:pt x="444" y="11008"/>
                      </a:cubicBezTo>
                      <a:lnTo>
                        <a:pt x="13112" y="3693"/>
                      </a:lnTo>
                      <a:cubicBezTo>
                        <a:pt x="13333" y="3534"/>
                        <a:pt x="13523" y="3218"/>
                        <a:pt x="13523" y="2932"/>
                      </a:cubicBezTo>
                      <a:lnTo>
                        <a:pt x="13523" y="304"/>
                      </a:lnTo>
                      <a:cubicBezTo>
                        <a:pt x="13523" y="119"/>
                        <a:pt x="13421" y="1"/>
                        <a:pt x="13280" y="1"/>
                      </a:cubicBezTo>
                      <a:close/>
                    </a:path>
                  </a:pathLst>
                </a:custGeom>
                <a:solidFill>
                  <a:schemeClr val="tx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645" name="Google Shape;4414;p38">
                  <a:extLst>
                    <a:ext uri="{FF2B5EF4-FFF2-40B4-BE49-F238E27FC236}">
                      <a16:creationId xmlns:a16="http://schemas.microsoft.com/office/drawing/2014/main" id="{73EDA47F-8063-B7C4-22D9-DBC037B96AD0}"/>
                    </a:ext>
                  </a:extLst>
                </p:cNvPr>
                <p:cNvSpPr/>
                <p:nvPr/>
              </p:nvSpPr>
              <p:spPr>
                <a:xfrm>
                  <a:off x="1658511" y="3257276"/>
                  <a:ext cx="441863" cy="361031"/>
                </a:xfrm>
                <a:custGeom>
                  <a:avLst/>
                  <a:gdLst/>
                  <a:ahLst/>
                  <a:cxnLst/>
                  <a:rect l="l" t="t" r="r" b="b"/>
                  <a:pathLst>
                    <a:path w="13524" h="11050" extrusionOk="0">
                      <a:moveTo>
                        <a:pt x="13294" y="0"/>
                      </a:moveTo>
                      <a:cubicBezTo>
                        <a:pt x="13238" y="0"/>
                        <a:pt x="13176" y="18"/>
                        <a:pt x="13112" y="55"/>
                      </a:cubicBezTo>
                      <a:lnTo>
                        <a:pt x="444" y="7371"/>
                      </a:lnTo>
                      <a:cubicBezTo>
                        <a:pt x="191" y="7497"/>
                        <a:pt x="1" y="7846"/>
                        <a:pt x="1" y="8131"/>
                      </a:cubicBezTo>
                      <a:lnTo>
                        <a:pt x="1" y="10728"/>
                      </a:lnTo>
                      <a:cubicBezTo>
                        <a:pt x="1" y="10928"/>
                        <a:pt x="94" y="11050"/>
                        <a:pt x="238" y="11050"/>
                      </a:cubicBezTo>
                      <a:cubicBezTo>
                        <a:pt x="299" y="11050"/>
                        <a:pt x="369" y="11028"/>
                        <a:pt x="444" y="10981"/>
                      </a:cubicBezTo>
                      <a:lnTo>
                        <a:pt x="13112" y="3697"/>
                      </a:lnTo>
                      <a:cubicBezTo>
                        <a:pt x="13333" y="3539"/>
                        <a:pt x="13523" y="3222"/>
                        <a:pt x="13523" y="2937"/>
                      </a:cubicBezTo>
                      <a:lnTo>
                        <a:pt x="13523" y="309"/>
                      </a:lnTo>
                      <a:cubicBezTo>
                        <a:pt x="13523" y="107"/>
                        <a:pt x="13428" y="0"/>
                        <a:pt x="13294" y="0"/>
                      </a:cubicBezTo>
                      <a:close/>
                    </a:path>
                  </a:pathLst>
                </a:custGeom>
                <a:solidFill>
                  <a:schemeClr val="tx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646" name="Google Shape;4415;p38">
                  <a:extLst>
                    <a:ext uri="{FF2B5EF4-FFF2-40B4-BE49-F238E27FC236}">
                      <a16:creationId xmlns:a16="http://schemas.microsoft.com/office/drawing/2014/main" id="{E4CD5EA1-7C32-F87A-6983-1E88EE9B139A}"/>
                    </a:ext>
                  </a:extLst>
                </p:cNvPr>
                <p:cNvSpPr/>
                <p:nvPr/>
              </p:nvSpPr>
              <p:spPr>
                <a:xfrm>
                  <a:off x="1658511" y="3395905"/>
                  <a:ext cx="441863" cy="360606"/>
                </a:xfrm>
                <a:custGeom>
                  <a:avLst/>
                  <a:gdLst/>
                  <a:ahLst/>
                  <a:cxnLst/>
                  <a:rect l="l" t="t" r="r" b="b"/>
                  <a:pathLst>
                    <a:path w="13524" h="11037" extrusionOk="0">
                      <a:moveTo>
                        <a:pt x="13294" y="1"/>
                      </a:moveTo>
                      <a:cubicBezTo>
                        <a:pt x="13238" y="1"/>
                        <a:pt x="13176" y="19"/>
                        <a:pt x="13112" y="56"/>
                      </a:cubicBezTo>
                      <a:lnTo>
                        <a:pt x="444" y="7371"/>
                      </a:lnTo>
                      <a:cubicBezTo>
                        <a:pt x="191" y="7498"/>
                        <a:pt x="1" y="7846"/>
                        <a:pt x="1" y="8100"/>
                      </a:cubicBezTo>
                      <a:lnTo>
                        <a:pt x="1" y="10728"/>
                      </a:lnTo>
                      <a:cubicBezTo>
                        <a:pt x="1" y="10930"/>
                        <a:pt x="96" y="11037"/>
                        <a:pt x="241" y="11037"/>
                      </a:cubicBezTo>
                      <a:cubicBezTo>
                        <a:pt x="301" y="11037"/>
                        <a:pt x="370" y="11019"/>
                        <a:pt x="444" y="10982"/>
                      </a:cubicBezTo>
                      <a:lnTo>
                        <a:pt x="13112" y="3666"/>
                      </a:lnTo>
                      <a:cubicBezTo>
                        <a:pt x="13333" y="3539"/>
                        <a:pt x="13523" y="3191"/>
                        <a:pt x="13523" y="2938"/>
                      </a:cubicBezTo>
                      <a:lnTo>
                        <a:pt x="13523" y="309"/>
                      </a:lnTo>
                      <a:cubicBezTo>
                        <a:pt x="13523" y="107"/>
                        <a:pt x="13428" y="1"/>
                        <a:pt x="13294" y="1"/>
                      </a:cubicBezTo>
                      <a:close/>
                    </a:path>
                  </a:pathLst>
                </a:custGeom>
                <a:solidFill>
                  <a:schemeClr val="tx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647" name="Google Shape;4416;p38">
                  <a:extLst>
                    <a:ext uri="{FF2B5EF4-FFF2-40B4-BE49-F238E27FC236}">
                      <a16:creationId xmlns:a16="http://schemas.microsoft.com/office/drawing/2014/main" id="{6D91CD4C-2815-6AD4-8B80-5E6C43D7C157}"/>
                    </a:ext>
                  </a:extLst>
                </p:cNvPr>
                <p:cNvSpPr/>
                <p:nvPr/>
              </p:nvSpPr>
              <p:spPr>
                <a:xfrm>
                  <a:off x="1658511" y="3534110"/>
                  <a:ext cx="441863" cy="361064"/>
                </a:xfrm>
                <a:custGeom>
                  <a:avLst/>
                  <a:gdLst/>
                  <a:ahLst/>
                  <a:cxnLst/>
                  <a:rect l="l" t="t" r="r" b="b"/>
                  <a:pathLst>
                    <a:path w="13524" h="11051" extrusionOk="0">
                      <a:moveTo>
                        <a:pt x="13297" y="1"/>
                      </a:moveTo>
                      <a:cubicBezTo>
                        <a:pt x="13241" y="1"/>
                        <a:pt x="13177" y="22"/>
                        <a:pt x="13112" y="70"/>
                      </a:cubicBezTo>
                      <a:lnTo>
                        <a:pt x="444" y="7353"/>
                      </a:lnTo>
                      <a:cubicBezTo>
                        <a:pt x="191" y="7512"/>
                        <a:pt x="1" y="7828"/>
                        <a:pt x="1" y="8113"/>
                      </a:cubicBezTo>
                      <a:lnTo>
                        <a:pt x="1" y="10742"/>
                      </a:lnTo>
                      <a:cubicBezTo>
                        <a:pt x="1" y="10944"/>
                        <a:pt x="96" y="11050"/>
                        <a:pt x="241" y="11050"/>
                      </a:cubicBezTo>
                      <a:cubicBezTo>
                        <a:pt x="301" y="11050"/>
                        <a:pt x="370" y="11032"/>
                        <a:pt x="444" y="10995"/>
                      </a:cubicBezTo>
                      <a:lnTo>
                        <a:pt x="13112" y="3680"/>
                      </a:lnTo>
                      <a:cubicBezTo>
                        <a:pt x="13333" y="3553"/>
                        <a:pt x="13523" y="3205"/>
                        <a:pt x="13523" y="2920"/>
                      </a:cubicBezTo>
                      <a:lnTo>
                        <a:pt x="13523" y="323"/>
                      </a:lnTo>
                      <a:cubicBezTo>
                        <a:pt x="13523" y="123"/>
                        <a:pt x="13429" y="1"/>
                        <a:pt x="13297" y="1"/>
                      </a:cubicBezTo>
                      <a:close/>
                    </a:path>
                  </a:pathLst>
                </a:custGeom>
                <a:solidFill>
                  <a:schemeClr val="tx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648" name="Google Shape;4417;p38">
                  <a:extLst>
                    <a:ext uri="{FF2B5EF4-FFF2-40B4-BE49-F238E27FC236}">
                      <a16:creationId xmlns:a16="http://schemas.microsoft.com/office/drawing/2014/main" id="{47BA5554-5031-1DFD-A395-6A6BDBAD53CA}"/>
                    </a:ext>
                  </a:extLst>
                </p:cNvPr>
                <p:cNvSpPr/>
                <p:nvPr/>
              </p:nvSpPr>
              <p:spPr>
                <a:xfrm>
                  <a:off x="1658511" y="3672347"/>
                  <a:ext cx="441863" cy="361293"/>
                </a:xfrm>
                <a:custGeom>
                  <a:avLst/>
                  <a:gdLst/>
                  <a:ahLst/>
                  <a:cxnLst/>
                  <a:rect l="l" t="t" r="r" b="b"/>
                  <a:pathLst>
                    <a:path w="13524" h="11058" extrusionOk="0">
                      <a:moveTo>
                        <a:pt x="13280" y="1"/>
                      </a:moveTo>
                      <a:cubicBezTo>
                        <a:pt x="13228" y="1"/>
                        <a:pt x="13171" y="17"/>
                        <a:pt x="13112" y="50"/>
                      </a:cubicBezTo>
                      <a:lnTo>
                        <a:pt x="444" y="7366"/>
                      </a:lnTo>
                      <a:cubicBezTo>
                        <a:pt x="191" y="7524"/>
                        <a:pt x="1" y="7841"/>
                        <a:pt x="1" y="8126"/>
                      </a:cubicBezTo>
                      <a:lnTo>
                        <a:pt x="1" y="10755"/>
                      </a:lnTo>
                      <a:cubicBezTo>
                        <a:pt x="1" y="10940"/>
                        <a:pt x="102" y="11058"/>
                        <a:pt x="256" y="11058"/>
                      </a:cubicBezTo>
                      <a:cubicBezTo>
                        <a:pt x="313" y="11058"/>
                        <a:pt x="376" y="11042"/>
                        <a:pt x="444" y="11008"/>
                      </a:cubicBezTo>
                      <a:lnTo>
                        <a:pt x="13112" y="3692"/>
                      </a:lnTo>
                      <a:cubicBezTo>
                        <a:pt x="13333" y="3534"/>
                        <a:pt x="13523" y="3217"/>
                        <a:pt x="13523" y="2932"/>
                      </a:cubicBezTo>
                      <a:lnTo>
                        <a:pt x="13523" y="304"/>
                      </a:lnTo>
                      <a:cubicBezTo>
                        <a:pt x="13523" y="118"/>
                        <a:pt x="13421" y="1"/>
                        <a:pt x="13280" y="1"/>
                      </a:cubicBezTo>
                      <a:close/>
                    </a:path>
                  </a:pathLst>
                </a:custGeom>
                <a:solidFill>
                  <a:schemeClr val="tx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649" name="Google Shape;4418;p38">
                  <a:extLst>
                    <a:ext uri="{FF2B5EF4-FFF2-40B4-BE49-F238E27FC236}">
                      <a16:creationId xmlns:a16="http://schemas.microsoft.com/office/drawing/2014/main" id="{671F30B2-47F7-1E03-B5EA-4218775C7A97}"/>
                    </a:ext>
                  </a:extLst>
                </p:cNvPr>
                <p:cNvSpPr/>
                <p:nvPr/>
              </p:nvSpPr>
              <p:spPr>
                <a:xfrm>
                  <a:off x="1658511" y="3810846"/>
                  <a:ext cx="441863" cy="361031"/>
                </a:xfrm>
                <a:custGeom>
                  <a:avLst/>
                  <a:gdLst/>
                  <a:ahLst/>
                  <a:cxnLst/>
                  <a:rect l="l" t="t" r="r" b="b"/>
                  <a:pathLst>
                    <a:path w="13524" h="11050" extrusionOk="0">
                      <a:moveTo>
                        <a:pt x="13294" y="0"/>
                      </a:moveTo>
                      <a:cubicBezTo>
                        <a:pt x="13238" y="0"/>
                        <a:pt x="13176" y="18"/>
                        <a:pt x="13112" y="55"/>
                      </a:cubicBezTo>
                      <a:lnTo>
                        <a:pt x="444" y="7371"/>
                      </a:lnTo>
                      <a:cubicBezTo>
                        <a:pt x="191" y="7497"/>
                        <a:pt x="1" y="7846"/>
                        <a:pt x="1" y="8131"/>
                      </a:cubicBezTo>
                      <a:lnTo>
                        <a:pt x="1" y="10728"/>
                      </a:lnTo>
                      <a:cubicBezTo>
                        <a:pt x="1" y="10928"/>
                        <a:pt x="94" y="11050"/>
                        <a:pt x="238" y="11050"/>
                      </a:cubicBezTo>
                      <a:cubicBezTo>
                        <a:pt x="299" y="11050"/>
                        <a:pt x="369" y="11028"/>
                        <a:pt x="444" y="10981"/>
                      </a:cubicBezTo>
                      <a:lnTo>
                        <a:pt x="13112" y="3697"/>
                      </a:lnTo>
                      <a:cubicBezTo>
                        <a:pt x="13333" y="3539"/>
                        <a:pt x="13523" y="3222"/>
                        <a:pt x="13523" y="2937"/>
                      </a:cubicBezTo>
                      <a:lnTo>
                        <a:pt x="13523" y="308"/>
                      </a:lnTo>
                      <a:cubicBezTo>
                        <a:pt x="13523" y="107"/>
                        <a:pt x="13428" y="0"/>
                        <a:pt x="13294" y="0"/>
                      </a:cubicBezTo>
                      <a:close/>
                    </a:path>
                  </a:pathLst>
                </a:custGeom>
                <a:solidFill>
                  <a:schemeClr val="tx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650" name="Google Shape;4419;p38">
                  <a:extLst>
                    <a:ext uri="{FF2B5EF4-FFF2-40B4-BE49-F238E27FC236}">
                      <a16:creationId xmlns:a16="http://schemas.microsoft.com/office/drawing/2014/main" id="{E29DD8D2-B66B-1483-6F96-C6792CA97E2E}"/>
                    </a:ext>
                  </a:extLst>
                </p:cNvPr>
                <p:cNvSpPr/>
                <p:nvPr/>
              </p:nvSpPr>
              <p:spPr>
                <a:xfrm>
                  <a:off x="1047012" y="1828083"/>
                  <a:ext cx="1090608" cy="633258"/>
                </a:xfrm>
                <a:custGeom>
                  <a:avLst/>
                  <a:gdLst/>
                  <a:ahLst/>
                  <a:cxnLst/>
                  <a:rect l="l" t="t" r="r" b="b"/>
                  <a:pathLst>
                    <a:path w="33380" h="19382" extrusionOk="0">
                      <a:moveTo>
                        <a:pt x="16151" y="0"/>
                      </a:moveTo>
                      <a:lnTo>
                        <a:pt x="0" y="9342"/>
                      </a:lnTo>
                      <a:lnTo>
                        <a:pt x="17386" y="19382"/>
                      </a:lnTo>
                      <a:lnTo>
                        <a:pt x="33379" y="10134"/>
                      </a:lnTo>
                      <a:lnTo>
                        <a:pt x="16151" y="0"/>
                      </a:lnTo>
                      <a:close/>
                    </a:path>
                  </a:pathLst>
                </a:custGeom>
                <a:solidFill>
                  <a:schemeClr val="tx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651" name="Google Shape;4420;p38">
                  <a:extLst>
                    <a:ext uri="{FF2B5EF4-FFF2-40B4-BE49-F238E27FC236}">
                      <a16:creationId xmlns:a16="http://schemas.microsoft.com/office/drawing/2014/main" id="{D62BD5C5-5419-C279-8790-CD682F7DB36E}"/>
                    </a:ext>
                  </a:extLst>
                </p:cNvPr>
                <p:cNvSpPr/>
                <p:nvPr/>
              </p:nvSpPr>
              <p:spPr>
                <a:xfrm>
                  <a:off x="1220830" y="1949134"/>
                  <a:ext cx="533934" cy="429447"/>
                </a:xfrm>
                <a:custGeom>
                  <a:avLst/>
                  <a:gdLst/>
                  <a:ahLst/>
                  <a:cxnLst/>
                  <a:rect l="l" t="t" r="r" b="b"/>
                  <a:pathLst>
                    <a:path w="16342" h="13144" extrusionOk="0">
                      <a:moveTo>
                        <a:pt x="10230" y="0"/>
                      </a:moveTo>
                      <a:lnTo>
                        <a:pt x="1" y="5891"/>
                      </a:lnTo>
                      <a:lnTo>
                        <a:pt x="12510" y="13143"/>
                      </a:lnTo>
                      <a:lnTo>
                        <a:pt x="12510" y="11845"/>
                      </a:lnTo>
                      <a:lnTo>
                        <a:pt x="16342" y="3516"/>
                      </a:lnTo>
                      <a:lnTo>
                        <a:pt x="10230" y="0"/>
                      </a:lnTo>
                      <a:close/>
                    </a:path>
                  </a:pathLst>
                </a:custGeom>
                <a:solidFill>
                  <a:srgbClr val="22283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652" name="Google Shape;4421;p38">
                  <a:extLst>
                    <a:ext uri="{FF2B5EF4-FFF2-40B4-BE49-F238E27FC236}">
                      <a16:creationId xmlns:a16="http://schemas.microsoft.com/office/drawing/2014/main" id="{6C5905AE-E854-13BB-21E3-7C29134E41B3}"/>
                    </a:ext>
                  </a:extLst>
                </p:cNvPr>
                <p:cNvSpPr/>
                <p:nvPr/>
              </p:nvSpPr>
              <p:spPr>
                <a:xfrm>
                  <a:off x="1220830" y="2099166"/>
                  <a:ext cx="74526" cy="64169"/>
                </a:xfrm>
                <a:custGeom>
                  <a:avLst/>
                  <a:gdLst/>
                  <a:ahLst/>
                  <a:cxnLst/>
                  <a:rect l="l" t="t" r="r" b="b"/>
                  <a:pathLst>
                    <a:path w="2281" h="1964" extrusionOk="0">
                      <a:moveTo>
                        <a:pt x="1" y="0"/>
                      </a:moveTo>
                      <a:lnTo>
                        <a:pt x="1" y="1299"/>
                      </a:lnTo>
                      <a:lnTo>
                        <a:pt x="2091" y="1964"/>
                      </a:lnTo>
                      <a:lnTo>
                        <a:pt x="2281" y="855"/>
                      </a:lnTo>
                      <a:lnTo>
                        <a:pt x="1711" y="64"/>
                      </a:lnTo>
                      <a:lnTo>
                        <a:pt x="1" y="0"/>
                      </a:lnTo>
                      <a:close/>
                    </a:path>
                  </a:pathLst>
                </a:custGeom>
                <a:solidFill>
                  <a:srgbClr val="22283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653" name="Google Shape;4422;p38">
                  <a:extLst>
                    <a:ext uri="{FF2B5EF4-FFF2-40B4-BE49-F238E27FC236}">
                      <a16:creationId xmlns:a16="http://schemas.microsoft.com/office/drawing/2014/main" id="{88C5698D-DBA6-5D8A-952E-5F6D4BB12B4C}"/>
                    </a:ext>
                  </a:extLst>
                </p:cNvPr>
                <p:cNvSpPr/>
                <p:nvPr/>
              </p:nvSpPr>
              <p:spPr>
                <a:xfrm>
                  <a:off x="1629530" y="2063978"/>
                  <a:ext cx="335285" cy="314604"/>
                </a:xfrm>
                <a:custGeom>
                  <a:avLst/>
                  <a:gdLst/>
                  <a:ahLst/>
                  <a:cxnLst/>
                  <a:rect l="l" t="t" r="r" b="b"/>
                  <a:pathLst>
                    <a:path w="10262" h="9629" extrusionOk="0">
                      <a:moveTo>
                        <a:pt x="3833" y="1"/>
                      </a:moveTo>
                      <a:lnTo>
                        <a:pt x="1" y="8330"/>
                      </a:lnTo>
                      <a:lnTo>
                        <a:pt x="1" y="9628"/>
                      </a:lnTo>
                      <a:lnTo>
                        <a:pt x="10262" y="3738"/>
                      </a:lnTo>
                      <a:lnTo>
                        <a:pt x="8678" y="2819"/>
                      </a:lnTo>
                      <a:lnTo>
                        <a:pt x="3833" y="1"/>
                      </a:lnTo>
                      <a:close/>
                    </a:path>
                  </a:pathLst>
                </a:custGeom>
                <a:solidFill>
                  <a:srgbClr val="1B1F26"/>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654" name="Google Shape;4423;p38">
                  <a:extLst>
                    <a:ext uri="{FF2B5EF4-FFF2-40B4-BE49-F238E27FC236}">
                      <a16:creationId xmlns:a16="http://schemas.microsoft.com/office/drawing/2014/main" id="{4C87B504-C1E1-685D-4F7B-A8D352149FDE}"/>
                    </a:ext>
                  </a:extLst>
                </p:cNvPr>
                <p:cNvSpPr/>
                <p:nvPr/>
              </p:nvSpPr>
              <p:spPr>
                <a:xfrm>
                  <a:off x="1803380" y="2140562"/>
                  <a:ext cx="161435" cy="111773"/>
                </a:xfrm>
                <a:custGeom>
                  <a:avLst/>
                  <a:gdLst/>
                  <a:ahLst/>
                  <a:cxnLst/>
                  <a:rect l="l" t="t" r="r" b="b"/>
                  <a:pathLst>
                    <a:path w="4941" h="3421" extrusionOk="0">
                      <a:moveTo>
                        <a:pt x="1172" y="0"/>
                      </a:moveTo>
                      <a:lnTo>
                        <a:pt x="0" y="3420"/>
                      </a:lnTo>
                      <a:lnTo>
                        <a:pt x="4941" y="1394"/>
                      </a:lnTo>
                      <a:lnTo>
                        <a:pt x="4941" y="95"/>
                      </a:lnTo>
                      <a:lnTo>
                        <a:pt x="1172" y="0"/>
                      </a:lnTo>
                      <a:close/>
                    </a:path>
                  </a:pathLst>
                </a:custGeom>
                <a:solidFill>
                  <a:srgbClr val="1B1F26"/>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655" name="Google Shape;4424;p38">
                  <a:extLst>
                    <a:ext uri="{FF2B5EF4-FFF2-40B4-BE49-F238E27FC236}">
                      <a16:creationId xmlns:a16="http://schemas.microsoft.com/office/drawing/2014/main" id="{F83B6827-1C62-8FE3-E4FC-107FAE54EC9A}"/>
                    </a:ext>
                  </a:extLst>
                </p:cNvPr>
                <p:cNvSpPr/>
                <p:nvPr/>
              </p:nvSpPr>
              <p:spPr>
                <a:xfrm>
                  <a:off x="1220830" y="1905680"/>
                  <a:ext cx="743985" cy="430460"/>
                </a:xfrm>
                <a:custGeom>
                  <a:avLst/>
                  <a:gdLst/>
                  <a:ahLst/>
                  <a:cxnLst/>
                  <a:rect l="l" t="t" r="r" b="b"/>
                  <a:pathLst>
                    <a:path w="22771" h="13175" extrusionOk="0">
                      <a:moveTo>
                        <a:pt x="10230" y="0"/>
                      </a:moveTo>
                      <a:lnTo>
                        <a:pt x="1" y="5922"/>
                      </a:lnTo>
                      <a:lnTo>
                        <a:pt x="12510" y="13175"/>
                      </a:lnTo>
                      <a:lnTo>
                        <a:pt x="22771" y="7284"/>
                      </a:lnTo>
                      <a:lnTo>
                        <a:pt x="10230" y="0"/>
                      </a:lnTo>
                      <a:close/>
                    </a:path>
                  </a:pathLst>
                </a:custGeom>
                <a:solidFill>
                  <a:srgbClr val="EEEEEE"/>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656" name="Google Shape;4425;p38">
                  <a:extLst>
                    <a:ext uri="{FF2B5EF4-FFF2-40B4-BE49-F238E27FC236}">
                      <a16:creationId xmlns:a16="http://schemas.microsoft.com/office/drawing/2014/main" id="{F563FF45-123E-CE49-EEE3-28A72449BFAB}"/>
                    </a:ext>
                  </a:extLst>
                </p:cNvPr>
                <p:cNvSpPr/>
                <p:nvPr/>
              </p:nvSpPr>
              <p:spPr>
                <a:xfrm>
                  <a:off x="1410167" y="2014316"/>
                  <a:ext cx="182149" cy="56948"/>
                </a:xfrm>
                <a:custGeom>
                  <a:avLst/>
                  <a:gdLst/>
                  <a:ahLst/>
                  <a:cxnLst/>
                  <a:rect l="l" t="t" r="r" b="b"/>
                  <a:pathLst>
                    <a:path w="5575" h="1743" extrusionOk="0">
                      <a:moveTo>
                        <a:pt x="2792" y="1"/>
                      </a:moveTo>
                      <a:cubicBezTo>
                        <a:pt x="2099" y="1"/>
                        <a:pt x="1410" y="159"/>
                        <a:pt x="888" y="476"/>
                      </a:cubicBezTo>
                      <a:cubicBezTo>
                        <a:pt x="254" y="824"/>
                        <a:pt x="1" y="1267"/>
                        <a:pt x="96" y="1742"/>
                      </a:cubicBezTo>
                      <a:cubicBezTo>
                        <a:pt x="159" y="1394"/>
                        <a:pt x="413" y="1046"/>
                        <a:pt x="888" y="792"/>
                      </a:cubicBezTo>
                      <a:cubicBezTo>
                        <a:pt x="1410" y="491"/>
                        <a:pt x="2107" y="341"/>
                        <a:pt x="2804" y="341"/>
                      </a:cubicBezTo>
                      <a:cubicBezTo>
                        <a:pt x="3500" y="341"/>
                        <a:pt x="4197" y="491"/>
                        <a:pt x="4720" y="792"/>
                      </a:cubicBezTo>
                      <a:cubicBezTo>
                        <a:pt x="5195" y="1046"/>
                        <a:pt x="5448" y="1394"/>
                        <a:pt x="5511" y="1742"/>
                      </a:cubicBezTo>
                      <a:cubicBezTo>
                        <a:pt x="5575" y="1267"/>
                        <a:pt x="5321" y="824"/>
                        <a:pt x="4720" y="476"/>
                      </a:cubicBezTo>
                      <a:cubicBezTo>
                        <a:pt x="4181" y="159"/>
                        <a:pt x="3485" y="1"/>
                        <a:pt x="2792" y="1"/>
                      </a:cubicBezTo>
                      <a:close/>
                    </a:path>
                  </a:pathLst>
                </a:custGeom>
                <a:solidFill>
                  <a:srgbClr val="1B1F26"/>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657" name="Google Shape;4426;p38">
                  <a:extLst>
                    <a:ext uri="{FF2B5EF4-FFF2-40B4-BE49-F238E27FC236}">
                      <a16:creationId xmlns:a16="http://schemas.microsoft.com/office/drawing/2014/main" id="{E5738A12-CD83-B01E-79A9-CD68FAD3527F}"/>
                    </a:ext>
                  </a:extLst>
                </p:cNvPr>
                <p:cNvSpPr/>
                <p:nvPr/>
              </p:nvSpPr>
              <p:spPr>
                <a:xfrm>
                  <a:off x="1413271" y="2025457"/>
                  <a:ext cx="176987" cy="91581"/>
                </a:xfrm>
                <a:custGeom>
                  <a:avLst/>
                  <a:gdLst/>
                  <a:ahLst/>
                  <a:cxnLst/>
                  <a:rect l="l" t="t" r="r" b="b"/>
                  <a:pathLst>
                    <a:path w="5417" h="2803" extrusionOk="0">
                      <a:moveTo>
                        <a:pt x="2697" y="0"/>
                      </a:moveTo>
                      <a:cubicBezTo>
                        <a:pt x="2004" y="0"/>
                        <a:pt x="1315" y="150"/>
                        <a:pt x="793" y="451"/>
                      </a:cubicBezTo>
                      <a:cubicBezTo>
                        <a:pt x="318" y="705"/>
                        <a:pt x="64" y="1053"/>
                        <a:pt x="1" y="1401"/>
                      </a:cubicBezTo>
                      <a:cubicBezTo>
                        <a:pt x="64" y="1750"/>
                        <a:pt x="318" y="2066"/>
                        <a:pt x="793" y="2351"/>
                      </a:cubicBezTo>
                      <a:cubicBezTo>
                        <a:pt x="1315" y="2652"/>
                        <a:pt x="2012" y="2803"/>
                        <a:pt x="2709" y="2803"/>
                      </a:cubicBezTo>
                      <a:cubicBezTo>
                        <a:pt x="3405" y="2803"/>
                        <a:pt x="4102" y="2652"/>
                        <a:pt x="4625" y="2351"/>
                      </a:cubicBezTo>
                      <a:cubicBezTo>
                        <a:pt x="5100" y="2066"/>
                        <a:pt x="5353" y="1750"/>
                        <a:pt x="5416" y="1401"/>
                      </a:cubicBezTo>
                      <a:cubicBezTo>
                        <a:pt x="5353" y="1053"/>
                        <a:pt x="5100" y="705"/>
                        <a:pt x="4625" y="451"/>
                      </a:cubicBezTo>
                      <a:cubicBezTo>
                        <a:pt x="4086" y="150"/>
                        <a:pt x="3390" y="0"/>
                        <a:pt x="2697" y="0"/>
                      </a:cubicBezTo>
                      <a:close/>
                    </a:path>
                  </a:pathLst>
                </a:custGeom>
                <a:solidFill>
                  <a:srgbClr val="1B1F26"/>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658" name="Google Shape;4427;p38">
                  <a:extLst>
                    <a:ext uri="{FF2B5EF4-FFF2-40B4-BE49-F238E27FC236}">
                      <a16:creationId xmlns:a16="http://schemas.microsoft.com/office/drawing/2014/main" id="{CC2B035B-007F-09DC-92C5-CAE6494D2535}"/>
                    </a:ext>
                  </a:extLst>
                </p:cNvPr>
                <p:cNvSpPr/>
                <p:nvPr/>
              </p:nvSpPr>
              <p:spPr>
                <a:xfrm>
                  <a:off x="1348089" y="2074335"/>
                  <a:ext cx="141799" cy="81779"/>
                </a:xfrm>
                <a:custGeom>
                  <a:avLst/>
                  <a:gdLst/>
                  <a:ahLst/>
                  <a:cxnLst/>
                  <a:rect l="l" t="t" r="r" b="b"/>
                  <a:pathLst>
                    <a:path w="4340" h="2503" extrusionOk="0">
                      <a:moveTo>
                        <a:pt x="349" y="0"/>
                      </a:moveTo>
                      <a:lnTo>
                        <a:pt x="1" y="222"/>
                      </a:lnTo>
                      <a:lnTo>
                        <a:pt x="3991" y="2502"/>
                      </a:lnTo>
                      <a:lnTo>
                        <a:pt x="4340" y="2312"/>
                      </a:lnTo>
                      <a:lnTo>
                        <a:pt x="349" y="0"/>
                      </a:lnTo>
                      <a:close/>
                    </a:path>
                  </a:pathLst>
                </a:custGeom>
                <a:solidFill>
                  <a:srgbClr val="1B1F26"/>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659" name="Google Shape;4428;p38">
                  <a:extLst>
                    <a:ext uri="{FF2B5EF4-FFF2-40B4-BE49-F238E27FC236}">
                      <a16:creationId xmlns:a16="http://schemas.microsoft.com/office/drawing/2014/main" id="{8D3FA168-2048-234F-6828-EED0D5CC5742}"/>
                    </a:ext>
                  </a:extLst>
                </p:cNvPr>
                <p:cNvSpPr/>
                <p:nvPr/>
              </p:nvSpPr>
              <p:spPr>
                <a:xfrm>
                  <a:off x="1325349" y="2087796"/>
                  <a:ext cx="141766" cy="81747"/>
                </a:xfrm>
                <a:custGeom>
                  <a:avLst/>
                  <a:gdLst/>
                  <a:ahLst/>
                  <a:cxnLst/>
                  <a:rect l="l" t="t" r="r" b="b"/>
                  <a:pathLst>
                    <a:path w="4339" h="2502" extrusionOk="0">
                      <a:moveTo>
                        <a:pt x="348" y="0"/>
                      </a:moveTo>
                      <a:lnTo>
                        <a:pt x="0" y="190"/>
                      </a:lnTo>
                      <a:lnTo>
                        <a:pt x="3990" y="2502"/>
                      </a:lnTo>
                      <a:lnTo>
                        <a:pt x="4339" y="2280"/>
                      </a:lnTo>
                      <a:lnTo>
                        <a:pt x="348" y="0"/>
                      </a:lnTo>
                      <a:close/>
                    </a:path>
                  </a:pathLst>
                </a:custGeom>
                <a:solidFill>
                  <a:srgbClr val="1B1F26"/>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660" name="Google Shape;4429;p38">
                  <a:extLst>
                    <a:ext uri="{FF2B5EF4-FFF2-40B4-BE49-F238E27FC236}">
                      <a16:creationId xmlns:a16="http://schemas.microsoft.com/office/drawing/2014/main" id="{825AADAC-75A7-351E-9E2B-92CA3BEB360C}"/>
                    </a:ext>
                  </a:extLst>
                </p:cNvPr>
                <p:cNvSpPr/>
                <p:nvPr/>
              </p:nvSpPr>
              <p:spPr>
                <a:xfrm>
                  <a:off x="1302576" y="2100212"/>
                  <a:ext cx="141799" cy="82792"/>
                </a:xfrm>
                <a:custGeom>
                  <a:avLst/>
                  <a:gdLst/>
                  <a:ahLst/>
                  <a:cxnLst/>
                  <a:rect l="l" t="t" r="r" b="b"/>
                  <a:pathLst>
                    <a:path w="4340" h="2534" extrusionOk="0">
                      <a:moveTo>
                        <a:pt x="349" y="0"/>
                      </a:moveTo>
                      <a:lnTo>
                        <a:pt x="0" y="222"/>
                      </a:lnTo>
                      <a:lnTo>
                        <a:pt x="3959" y="2534"/>
                      </a:lnTo>
                      <a:lnTo>
                        <a:pt x="4339" y="2312"/>
                      </a:lnTo>
                      <a:lnTo>
                        <a:pt x="349" y="0"/>
                      </a:lnTo>
                      <a:close/>
                    </a:path>
                  </a:pathLst>
                </a:custGeom>
                <a:solidFill>
                  <a:srgbClr val="1B1F26"/>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661" name="Google Shape;4430;p38">
                  <a:extLst>
                    <a:ext uri="{FF2B5EF4-FFF2-40B4-BE49-F238E27FC236}">
                      <a16:creationId xmlns:a16="http://schemas.microsoft.com/office/drawing/2014/main" id="{44DDB669-44F1-919F-1AB3-A38DF60DFAF7}"/>
                    </a:ext>
                  </a:extLst>
                </p:cNvPr>
                <p:cNvSpPr/>
                <p:nvPr/>
              </p:nvSpPr>
              <p:spPr>
                <a:xfrm>
                  <a:off x="1556082" y="1949134"/>
                  <a:ext cx="142811" cy="81779"/>
                </a:xfrm>
                <a:custGeom>
                  <a:avLst/>
                  <a:gdLst/>
                  <a:ahLst/>
                  <a:cxnLst/>
                  <a:rect l="l" t="t" r="r" b="b"/>
                  <a:pathLst>
                    <a:path w="4371" h="2503" extrusionOk="0">
                      <a:moveTo>
                        <a:pt x="380" y="0"/>
                      </a:moveTo>
                      <a:lnTo>
                        <a:pt x="0" y="190"/>
                      </a:lnTo>
                      <a:lnTo>
                        <a:pt x="3991" y="2502"/>
                      </a:lnTo>
                      <a:lnTo>
                        <a:pt x="4371" y="2281"/>
                      </a:lnTo>
                      <a:lnTo>
                        <a:pt x="380" y="0"/>
                      </a:lnTo>
                      <a:close/>
                    </a:path>
                  </a:pathLst>
                </a:custGeom>
                <a:solidFill>
                  <a:srgbClr val="1B1F26"/>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662" name="Google Shape;4431;p38">
                  <a:extLst>
                    <a:ext uri="{FF2B5EF4-FFF2-40B4-BE49-F238E27FC236}">
                      <a16:creationId xmlns:a16="http://schemas.microsoft.com/office/drawing/2014/main" id="{A1490BC0-559D-5AAB-7625-725161F61D07}"/>
                    </a:ext>
                  </a:extLst>
                </p:cNvPr>
                <p:cNvSpPr/>
                <p:nvPr/>
              </p:nvSpPr>
              <p:spPr>
                <a:xfrm>
                  <a:off x="1533310" y="1961550"/>
                  <a:ext cx="142811" cy="82792"/>
                </a:xfrm>
                <a:custGeom>
                  <a:avLst/>
                  <a:gdLst/>
                  <a:ahLst/>
                  <a:cxnLst/>
                  <a:rect l="l" t="t" r="r" b="b"/>
                  <a:pathLst>
                    <a:path w="4371" h="2534" extrusionOk="0">
                      <a:moveTo>
                        <a:pt x="381" y="0"/>
                      </a:moveTo>
                      <a:lnTo>
                        <a:pt x="1" y="222"/>
                      </a:lnTo>
                      <a:lnTo>
                        <a:pt x="3991" y="2534"/>
                      </a:lnTo>
                      <a:lnTo>
                        <a:pt x="4371" y="2312"/>
                      </a:lnTo>
                      <a:lnTo>
                        <a:pt x="381" y="0"/>
                      </a:lnTo>
                      <a:close/>
                    </a:path>
                  </a:pathLst>
                </a:custGeom>
                <a:solidFill>
                  <a:srgbClr val="1B1F26"/>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663" name="Google Shape;4432;p38">
                  <a:extLst>
                    <a:ext uri="{FF2B5EF4-FFF2-40B4-BE49-F238E27FC236}">
                      <a16:creationId xmlns:a16="http://schemas.microsoft.com/office/drawing/2014/main" id="{625880B8-43D2-D571-A3CE-3BB92D770CC3}"/>
                    </a:ext>
                  </a:extLst>
                </p:cNvPr>
                <p:cNvSpPr/>
                <p:nvPr/>
              </p:nvSpPr>
              <p:spPr>
                <a:xfrm>
                  <a:off x="1510537" y="1975011"/>
                  <a:ext cx="142844" cy="81747"/>
                </a:xfrm>
                <a:custGeom>
                  <a:avLst/>
                  <a:gdLst/>
                  <a:ahLst/>
                  <a:cxnLst/>
                  <a:rect l="l" t="t" r="r" b="b"/>
                  <a:pathLst>
                    <a:path w="4372" h="2502" extrusionOk="0">
                      <a:moveTo>
                        <a:pt x="381" y="0"/>
                      </a:moveTo>
                      <a:lnTo>
                        <a:pt x="1" y="222"/>
                      </a:lnTo>
                      <a:lnTo>
                        <a:pt x="3991" y="2502"/>
                      </a:lnTo>
                      <a:lnTo>
                        <a:pt x="4371" y="2312"/>
                      </a:lnTo>
                      <a:lnTo>
                        <a:pt x="381" y="0"/>
                      </a:lnTo>
                      <a:close/>
                    </a:path>
                  </a:pathLst>
                </a:custGeom>
                <a:solidFill>
                  <a:srgbClr val="1B1F26"/>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664" name="Google Shape;4433;p38">
                  <a:extLst>
                    <a:ext uri="{FF2B5EF4-FFF2-40B4-BE49-F238E27FC236}">
                      <a16:creationId xmlns:a16="http://schemas.microsoft.com/office/drawing/2014/main" id="{F945C413-00B1-76FE-70D1-B2E53A92CDF0}"/>
                    </a:ext>
                  </a:extLst>
                </p:cNvPr>
                <p:cNvSpPr/>
                <p:nvPr/>
              </p:nvSpPr>
              <p:spPr>
                <a:xfrm>
                  <a:off x="1598491" y="2122691"/>
                  <a:ext cx="182149" cy="57210"/>
                </a:xfrm>
                <a:custGeom>
                  <a:avLst/>
                  <a:gdLst/>
                  <a:ahLst/>
                  <a:cxnLst/>
                  <a:rect l="l" t="t" r="r" b="b"/>
                  <a:pathLst>
                    <a:path w="5575" h="1751" extrusionOk="0">
                      <a:moveTo>
                        <a:pt x="2788" y="1"/>
                      </a:moveTo>
                      <a:cubicBezTo>
                        <a:pt x="2091" y="1"/>
                        <a:pt x="1394" y="151"/>
                        <a:pt x="856" y="452"/>
                      </a:cubicBezTo>
                      <a:cubicBezTo>
                        <a:pt x="254" y="801"/>
                        <a:pt x="1" y="1276"/>
                        <a:pt x="96" y="1751"/>
                      </a:cubicBezTo>
                      <a:cubicBezTo>
                        <a:pt x="159" y="1402"/>
                        <a:pt x="412" y="1054"/>
                        <a:pt x="856" y="801"/>
                      </a:cubicBezTo>
                      <a:cubicBezTo>
                        <a:pt x="1394" y="484"/>
                        <a:pt x="2091" y="325"/>
                        <a:pt x="2788" y="325"/>
                      </a:cubicBezTo>
                      <a:cubicBezTo>
                        <a:pt x="3484" y="325"/>
                        <a:pt x="4181" y="484"/>
                        <a:pt x="4719" y="801"/>
                      </a:cubicBezTo>
                      <a:cubicBezTo>
                        <a:pt x="5163" y="1054"/>
                        <a:pt x="5448" y="1402"/>
                        <a:pt x="5511" y="1751"/>
                      </a:cubicBezTo>
                      <a:cubicBezTo>
                        <a:pt x="5575" y="1276"/>
                        <a:pt x="5321" y="801"/>
                        <a:pt x="4719" y="452"/>
                      </a:cubicBezTo>
                      <a:cubicBezTo>
                        <a:pt x="4181" y="151"/>
                        <a:pt x="3484" y="1"/>
                        <a:pt x="2788" y="1"/>
                      </a:cubicBezTo>
                      <a:close/>
                    </a:path>
                  </a:pathLst>
                </a:custGeom>
                <a:solidFill>
                  <a:srgbClr val="1B1F26"/>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665" name="Google Shape;4434;p38">
                  <a:extLst>
                    <a:ext uri="{FF2B5EF4-FFF2-40B4-BE49-F238E27FC236}">
                      <a16:creationId xmlns:a16="http://schemas.microsoft.com/office/drawing/2014/main" id="{3BA3E2D6-55BC-DF4C-7E53-5FDDB5568BA0}"/>
                    </a:ext>
                  </a:extLst>
                </p:cNvPr>
                <p:cNvSpPr/>
                <p:nvPr/>
              </p:nvSpPr>
              <p:spPr>
                <a:xfrm>
                  <a:off x="1601595" y="2133309"/>
                  <a:ext cx="176987" cy="92136"/>
                </a:xfrm>
                <a:custGeom>
                  <a:avLst/>
                  <a:gdLst/>
                  <a:ahLst/>
                  <a:cxnLst/>
                  <a:rect l="l" t="t" r="r" b="b"/>
                  <a:pathLst>
                    <a:path w="5417" h="2820" extrusionOk="0">
                      <a:moveTo>
                        <a:pt x="2693" y="0"/>
                      </a:moveTo>
                      <a:cubicBezTo>
                        <a:pt x="1996" y="0"/>
                        <a:pt x="1299" y="159"/>
                        <a:pt x="761" y="476"/>
                      </a:cubicBezTo>
                      <a:cubicBezTo>
                        <a:pt x="317" y="729"/>
                        <a:pt x="64" y="1077"/>
                        <a:pt x="1" y="1426"/>
                      </a:cubicBezTo>
                      <a:cubicBezTo>
                        <a:pt x="64" y="1742"/>
                        <a:pt x="317" y="2091"/>
                        <a:pt x="761" y="2344"/>
                      </a:cubicBezTo>
                      <a:cubicBezTo>
                        <a:pt x="1299" y="2661"/>
                        <a:pt x="1996" y="2819"/>
                        <a:pt x="2693" y="2819"/>
                      </a:cubicBezTo>
                      <a:cubicBezTo>
                        <a:pt x="3389" y="2819"/>
                        <a:pt x="4086" y="2661"/>
                        <a:pt x="4624" y="2344"/>
                      </a:cubicBezTo>
                      <a:cubicBezTo>
                        <a:pt x="5068" y="2091"/>
                        <a:pt x="5353" y="1774"/>
                        <a:pt x="5416" y="1426"/>
                      </a:cubicBezTo>
                      <a:cubicBezTo>
                        <a:pt x="5353" y="1077"/>
                        <a:pt x="5068" y="729"/>
                        <a:pt x="4624" y="476"/>
                      </a:cubicBezTo>
                      <a:cubicBezTo>
                        <a:pt x="4086" y="159"/>
                        <a:pt x="3389" y="0"/>
                        <a:pt x="2693" y="0"/>
                      </a:cubicBezTo>
                      <a:close/>
                    </a:path>
                  </a:pathLst>
                </a:custGeom>
                <a:solidFill>
                  <a:srgbClr val="22283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666" name="Google Shape;4435;p38">
                  <a:extLst>
                    <a:ext uri="{FF2B5EF4-FFF2-40B4-BE49-F238E27FC236}">
                      <a16:creationId xmlns:a16="http://schemas.microsoft.com/office/drawing/2014/main" id="{5EACD94F-3C03-EDA5-6B54-8436E736EFD7}"/>
                    </a:ext>
                  </a:extLst>
                </p:cNvPr>
                <p:cNvSpPr/>
                <p:nvPr/>
              </p:nvSpPr>
              <p:spPr>
                <a:xfrm>
                  <a:off x="1535368" y="2182971"/>
                  <a:ext cx="142844" cy="81779"/>
                </a:xfrm>
                <a:custGeom>
                  <a:avLst/>
                  <a:gdLst/>
                  <a:ahLst/>
                  <a:cxnLst/>
                  <a:rect l="l" t="t" r="r" b="b"/>
                  <a:pathLst>
                    <a:path w="4372" h="2503" extrusionOk="0">
                      <a:moveTo>
                        <a:pt x="381" y="1"/>
                      </a:moveTo>
                      <a:lnTo>
                        <a:pt x="1" y="191"/>
                      </a:lnTo>
                      <a:lnTo>
                        <a:pt x="3991" y="2502"/>
                      </a:lnTo>
                      <a:lnTo>
                        <a:pt x="4371" y="2281"/>
                      </a:lnTo>
                      <a:lnTo>
                        <a:pt x="381" y="1"/>
                      </a:lnTo>
                      <a:close/>
                    </a:path>
                  </a:pathLst>
                </a:custGeom>
                <a:solidFill>
                  <a:srgbClr val="1B1F26"/>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667" name="Google Shape;4436;p38">
                  <a:extLst>
                    <a:ext uri="{FF2B5EF4-FFF2-40B4-BE49-F238E27FC236}">
                      <a16:creationId xmlns:a16="http://schemas.microsoft.com/office/drawing/2014/main" id="{1BCECFC5-8679-4C0D-D539-613D0F1CB7A5}"/>
                    </a:ext>
                  </a:extLst>
                </p:cNvPr>
                <p:cNvSpPr/>
                <p:nvPr/>
              </p:nvSpPr>
              <p:spPr>
                <a:xfrm>
                  <a:off x="1512628" y="2195387"/>
                  <a:ext cx="142811" cy="82825"/>
                </a:xfrm>
                <a:custGeom>
                  <a:avLst/>
                  <a:gdLst/>
                  <a:ahLst/>
                  <a:cxnLst/>
                  <a:rect l="l" t="t" r="r" b="b"/>
                  <a:pathLst>
                    <a:path w="4371" h="2535" extrusionOk="0">
                      <a:moveTo>
                        <a:pt x="380" y="1"/>
                      </a:moveTo>
                      <a:lnTo>
                        <a:pt x="0" y="222"/>
                      </a:lnTo>
                      <a:lnTo>
                        <a:pt x="3991" y="2534"/>
                      </a:lnTo>
                      <a:lnTo>
                        <a:pt x="4371" y="2312"/>
                      </a:lnTo>
                      <a:lnTo>
                        <a:pt x="380" y="1"/>
                      </a:lnTo>
                      <a:close/>
                    </a:path>
                  </a:pathLst>
                </a:custGeom>
                <a:solidFill>
                  <a:srgbClr val="1B1F26"/>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668" name="Google Shape;4437;p38">
                  <a:extLst>
                    <a:ext uri="{FF2B5EF4-FFF2-40B4-BE49-F238E27FC236}">
                      <a16:creationId xmlns:a16="http://schemas.microsoft.com/office/drawing/2014/main" id="{0AE82475-59CF-B613-CE3B-FE6795D6D9AF}"/>
                    </a:ext>
                  </a:extLst>
                </p:cNvPr>
                <p:cNvSpPr/>
                <p:nvPr/>
              </p:nvSpPr>
              <p:spPr>
                <a:xfrm>
                  <a:off x="1489855" y="2208848"/>
                  <a:ext cx="142811" cy="82792"/>
                </a:xfrm>
                <a:custGeom>
                  <a:avLst/>
                  <a:gdLst/>
                  <a:ahLst/>
                  <a:cxnLst/>
                  <a:rect l="l" t="t" r="r" b="b"/>
                  <a:pathLst>
                    <a:path w="4371" h="2534" extrusionOk="0">
                      <a:moveTo>
                        <a:pt x="381" y="0"/>
                      </a:moveTo>
                      <a:lnTo>
                        <a:pt x="1" y="222"/>
                      </a:lnTo>
                      <a:lnTo>
                        <a:pt x="3991" y="2534"/>
                      </a:lnTo>
                      <a:lnTo>
                        <a:pt x="4371" y="2312"/>
                      </a:lnTo>
                      <a:lnTo>
                        <a:pt x="381" y="0"/>
                      </a:lnTo>
                      <a:close/>
                    </a:path>
                  </a:pathLst>
                </a:custGeom>
                <a:solidFill>
                  <a:srgbClr val="1B1F26"/>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669" name="Google Shape;4438;p38">
                  <a:extLst>
                    <a:ext uri="{FF2B5EF4-FFF2-40B4-BE49-F238E27FC236}">
                      <a16:creationId xmlns:a16="http://schemas.microsoft.com/office/drawing/2014/main" id="{C8271F6D-1C3A-F26B-801A-A7A22355F737}"/>
                    </a:ext>
                  </a:extLst>
                </p:cNvPr>
                <p:cNvSpPr/>
                <p:nvPr/>
              </p:nvSpPr>
              <p:spPr>
                <a:xfrm>
                  <a:off x="1744407" y="2056725"/>
                  <a:ext cx="142811" cy="82825"/>
                </a:xfrm>
                <a:custGeom>
                  <a:avLst/>
                  <a:gdLst/>
                  <a:ahLst/>
                  <a:cxnLst/>
                  <a:rect l="l" t="t" r="r" b="b"/>
                  <a:pathLst>
                    <a:path w="4371" h="2535" extrusionOk="0">
                      <a:moveTo>
                        <a:pt x="380" y="1"/>
                      </a:moveTo>
                      <a:lnTo>
                        <a:pt x="0" y="223"/>
                      </a:lnTo>
                      <a:lnTo>
                        <a:pt x="3990" y="2535"/>
                      </a:lnTo>
                      <a:lnTo>
                        <a:pt x="4370" y="2313"/>
                      </a:lnTo>
                      <a:lnTo>
                        <a:pt x="380" y="1"/>
                      </a:lnTo>
                      <a:close/>
                    </a:path>
                  </a:pathLst>
                </a:custGeom>
                <a:solidFill>
                  <a:srgbClr val="1B1F26"/>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670" name="Google Shape;4439;p38">
                  <a:extLst>
                    <a:ext uri="{FF2B5EF4-FFF2-40B4-BE49-F238E27FC236}">
                      <a16:creationId xmlns:a16="http://schemas.microsoft.com/office/drawing/2014/main" id="{CA19B1AE-C4A8-C816-6A6F-04B6491AA992}"/>
                    </a:ext>
                  </a:extLst>
                </p:cNvPr>
                <p:cNvSpPr/>
                <p:nvPr/>
              </p:nvSpPr>
              <p:spPr>
                <a:xfrm>
                  <a:off x="1721634" y="2070186"/>
                  <a:ext cx="141799" cy="82825"/>
                </a:xfrm>
                <a:custGeom>
                  <a:avLst/>
                  <a:gdLst/>
                  <a:ahLst/>
                  <a:cxnLst/>
                  <a:rect l="l" t="t" r="r" b="b"/>
                  <a:pathLst>
                    <a:path w="4340" h="2535" extrusionOk="0">
                      <a:moveTo>
                        <a:pt x="380" y="1"/>
                      </a:moveTo>
                      <a:lnTo>
                        <a:pt x="0" y="222"/>
                      </a:lnTo>
                      <a:lnTo>
                        <a:pt x="3991" y="2534"/>
                      </a:lnTo>
                      <a:lnTo>
                        <a:pt x="4339" y="2313"/>
                      </a:lnTo>
                      <a:lnTo>
                        <a:pt x="380" y="1"/>
                      </a:lnTo>
                      <a:close/>
                    </a:path>
                  </a:pathLst>
                </a:custGeom>
                <a:solidFill>
                  <a:srgbClr val="1B1F26"/>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671" name="Google Shape;4440;p38">
                  <a:extLst>
                    <a:ext uri="{FF2B5EF4-FFF2-40B4-BE49-F238E27FC236}">
                      <a16:creationId xmlns:a16="http://schemas.microsoft.com/office/drawing/2014/main" id="{6611F0DB-D465-2BC3-7DDF-A909970FDCE7}"/>
                    </a:ext>
                  </a:extLst>
                </p:cNvPr>
                <p:cNvSpPr/>
                <p:nvPr/>
              </p:nvSpPr>
              <p:spPr>
                <a:xfrm>
                  <a:off x="1698861" y="2083647"/>
                  <a:ext cx="141799" cy="81779"/>
                </a:xfrm>
                <a:custGeom>
                  <a:avLst/>
                  <a:gdLst/>
                  <a:ahLst/>
                  <a:cxnLst/>
                  <a:rect l="l" t="t" r="r" b="b"/>
                  <a:pathLst>
                    <a:path w="4340" h="2503" extrusionOk="0">
                      <a:moveTo>
                        <a:pt x="381" y="0"/>
                      </a:moveTo>
                      <a:lnTo>
                        <a:pt x="1" y="222"/>
                      </a:lnTo>
                      <a:lnTo>
                        <a:pt x="3991" y="2502"/>
                      </a:lnTo>
                      <a:lnTo>
                        <a:pt x="4339" y="2312"/>
                      </a:lnTo>
                      <a:lnTo>
                        <a:pt x="381" y="0"/>
                      </a:lnTo>
                      <a:close/>
                    </a:path>
                  </a:pathLst>
                </a:custGeom>
                <a:solidFill>
                  <a:srgbClr val="1B1F26"/>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grpSp>
        </p:grpSp>
        <p:sp>
          <p:nvSpPr>
            <p:cNvPr id="4" name="Google Shape;3927;p38">
              <a:extLst>
                <a:ext uri="{FF2B5EF4-FFF2-40B4-BE49-F238E27FC236}">
                  <a16:creationId xmlns:a16="http://schemas.microsoft.com/office/drawing/2014/main" id="{67268A61-614F-D68B-3D21-0BF3BFC79EEA}"/>
                </a:ext>
              </a:extLst>
            </p:cNvPr>
            <p:cNvSpPr/>
            <p:nvPr/>
          </p:nvSpPr>
          <p:spPr>
            <a:xfrm>
              <a:off x="6874382" y="4140192"/>
              <a:ext cx="3129703" cy="391982"/>
            </a:xfrm>
            <a:custGeom>
              <a:avLst/>
              <a:gdLst/>
              <a:ahLst/>
              <a:cxnLst/>
              <a:rect l="l" t="t" r="r" b="b"/>
              <a:pathLst>
                <a:path w="143652" h="19066" extrusionOk="0">
                  <a:moveTo>
                    <a:pt x="9533" y="1"/>
                  </a:moveTo>
                  <a:cubicBezTo>
                    <a:pt x="4276" y="1"/>
                    <a:pt x="1" y="4276"/>
                    <a:pt x="1" y="9533"/>
                  </a:cubicBezTo>
                  <a:cubicBezTo>
                    <a:pt x="1" y="14758"/>
                    <a:pt x="4276" y="19065"/>
                    <a:pt x="9533" y="19065"/>
                  </a:cubicBezTo>
                  <a:lnTo>
                    <a:pt x="134119" y="19065"/>
                  </a:lnTo>
                  <a:cubicBezTo>
                    <a:pt x="139345" y="19065"/>
                    <a:pt x="143652" y="14758"/>
                    <a:pt x="143652" y="9533"/>
                  </a:cubicBezTo>
                  <a:cubicBezTo>
                    <a:pt x="143652" y="4276"/>
                    <a:pt x="139345" y="1"/>
                    <a:pt x="134119" y="1"/>
                  </a:cubicBezTo>
                  <a:close/>
                </a:path>
              </a:pathLst>
            </a:custGeom>
            <a:solidFill>
              <a:schemeClr val="tx2"/>
            </a:solidFill>
            <a:ln>
              <a:noFill/>
            </a:ln>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Tx/>
                <a:buNone/>
                <a:tabLst/>
                <a:defRPr/>
              </a:pPr>
              <a:r>
                <a:rPr kumimoji="0" lang="ar-LY" sz="800" b="1" i="0" u="none" strike="noStrike" kern="1200" cap="none" spc="0" normalizeH="0" baseline="0" noProof="0">
                  <a:ln>
                    <a:noFill/>
                  </a:ln>
                  <a:solidFill>
                    <a:prstClr val="white"/>
                  </a:solidFill>
                  <a:effectLst/>
                  <a:uLnTx/>
                  <a:uFillTx/>
                  <a:latin typeface="29LT Bukra Bold" panose="000B0903020204020204" pitchFamily="34" charset="-78"/>
                  <a:ea typeface="Fira Sans"/>
                  <a:cs typeface="29LT Bukra Bold" panose="000B0903020204020204" pitchFamily="34" charset="-78"/>
                  <a:sym typeface="Fira Sans"/>
                </a:rPr>
                <a:t>13 غيغابايت هوا متوسط استهلاك المستخدم خلال الشهر من الانترنت</a:t>
              </a:r>
            </a:p>
          </p:txBody>
        </p:sp>
        <p:sp>
          <p:nvSpPr>
            <p:cNvPr id="5" name="Google Shape;3930;p38">
              <a:extLst>
                <a:ext uri="{FF2B5EF4-FFF2-40B4-BE49-F238E27FC236}">
                  <a16:creationId xmlns:a16="http://schemas.microsoft.com/office/drawing/2014/main" id="{C12914DF-5370-95BA-B356-33C08541D94D}"/>
                </a:ext>
              </a:extLst>
            </p:cNvPr>
            <p:cNvSpPr/>
            <p:nvPr/>
          </p:nvSpPr>
          <p:spPr>
            <a:xfrm>
              <a:off x="6874382" y="4637622"/>
              <a:ext cx="3129703" cy="391982"/>
            </a:xfrm>
            <a:custGeom>
              <a:avLst/>
              <a:gdLst/>
              <a:ahLst/>
              <a:cxnLst/>
              <a:rect l="l" t="t" r="r" b="b"/>
              <a:pathLst>
                <a:path w="143652" h="19066" extrusionOk="0">
                  <a:moveTo>
                    <a:pt x="9533" y="1"/>
                  </a:moveTo>
                  <a:cubicBezTo>
                    <a:pt x="4276" y="1"/>
                    <a:pt x="1" y="4276"/>
                    <a:pt x="1" y="9533"/>
                  </a:cubicBezTo>
                  <a:cubicBezTo>
                    <a:pt x="1" y="14758"/>
                    <a:pt x="4276" y="19065"/>
                    <a:pt x="9533" y="19065"/>
                  </a:cubicBezTo>
                  <a:lnTo>
                    <a:pt x="134119" y="19065"/>
                  </a:lnTo>
                  <a:cubicBezTo>
                    <a:pt x="139345" y="19065"/>
                    <a:pt x="143652" y="14758"/>
                    <a:pt x="143652" y="9533"/>
                  </a:cubicBezTo>
                  <a:cubicBezTo>
                    <a:pt x="143652" y="4276"/>
                    <a:pt x="139345" y="1"/>
                    <a:pt x="134119" y="1"/>
                  </a:cubicBezTo>
                  <a:close/>
                </a:path>
              </a:pathLst>
            </a:custGeom>
            <a:solidFill>
              <a:schemeClr val="tx2"/>
            </a:solidFill>
            <a:ln>
              <a:noFill/>
            </a:ln>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kumimoji="0" lang="ar-LY" sz="800" b="1" i="0" u="none" strike="noStrike" kern="1200" cap="none" spc="0" normalizeH="0" baseline="0" noProof="0">
                  <a:ln>
                    <a:noFill/>
                  </a:ln>
                  <a:solidFill>
                    <a:prstClr val="white"/>
                  </a:solidFill>
                  <a:effectLst/>
                  <a:uLnTx/>
                  <a:uFillTx/>
                  <a:latin typeface="29LT Bukra Bold" panose="000B0903020204020204" pitchFamily="34" charset="-78"/>
                  <a:ea typeface="+mn-ea"/>
                  <a:cs typeface="29LT Bukra Bold" panose="000B0903020204020204" pitchFamily="34" charset="-78"/>
                  <a:sym typeface="Arial"/>
                </a:rPr>
                <a:t>171 دقيقة هوا متوسط عدد الدقائق المستخدمة عن طريق خدمات الصوت</a:t>
              </a:r>
              <a:r>
                <a:rPr kumimoji="0" lang="ar-LY" sz="800" b="1" i="0" u="none" strike="noStrike" kern="0" cap="none" spc="0" normalizeH="0" baseline="0" noProof="0">
                  <a:ln>
                    <a:noFill/>
                  </a:ln>
                  <a:solidFill>
                    <a:prstClr val="white"/>
                  </a:solidFill>
                  <a:effectLst/>
                  <a:uLnTx/>
                  <a:uFillTx/>
                  <a:latin typeface="Arial"/>
                  <a:ea typeface="+mn-ea"/>
                  <a:cs typeface="Arial"/>
                  <a:sym typeface="Arial"/>
                </a:rPr>
                <a:t> </a:t>
              </a:r>
              <a:endParaRPr kumimoji="0" lang="en-US" sz="800" b="1" i="0" u="none" strike="noStrike" kern="0" cap="none" spc="0" normalizeH="0" baseline="0" noProof="0">
                <a:ln>
                  <a:noFill/>
                </a:ln>
                <a:solidFill>
                  <a:prstClr val="white"/>
                </a:solidFill>
                <a:effectLst/>
                <a:uLnTx/>
                <a:uFillTx/>
                <a:latin typeface="Arial"/>
                <a:ea typeface="+mn-ea"/>
                <a:cs typeface="Arial"/>
                <a:sym typeface="Arial"/>
              </a:endParaRPr>
            </a:p>
          </p:txBody>
        </p:sp>
        <p:sp>
          <p:nvSpPr>
            <p:cNvPr id="6" name="Google Shape;3933;p38">
              <a:extLst>
                <a:ext uri="{FF2B5EF4-FFF2-40B4-BE49-F238E27FC236}">
                  <a16:creationId xmlns:a16="http://schemas.microsoft.com/office/drawing/2014/main" id="{DD6932DE-C11B-6B5B-EBE3-828243E4014D}"/>
                </a:ext>
              </a:extLst>
            </p:cNvPr>
            <p:cNvSpPr/>
            <p:nvPr/>
          </p:nvSpPr>
          <p:spPr>
            <a:xfrm>
              <a:off x="6874382" y="5135052"/>
              <a:ext cx="3129703" cy="391982"/>
            </a:xfrm>
            <a:custGeom>
              <a:avLst/>
              <a:gdLst/>
              <a:ahLst/>
              <a:cxnLst/>
              <a:rect l="l" t="t" r="r" b="b"/>
              <a:pathLst>
                <a:path w="143652" h="19066" extrusionOk="0">
                  <a:moveTo>
                    <a:pt x="9533" y="1"/>
                  </a:moveTo>
                  <a:cubicBezTo>
                    <a:pt x="4276" y="1"/>
                    <a:pt x="1" y="4276"/>
                    <a:pt x="1" y="9533"/>
                  </a:cubicBezTo>
                  <a:cubicBezTo>
                    <a:pt x="1" y="14758"/>
                    <a:pt x="4276" y="19065"/>
                    <a:pt x="9533" y="19065"/>
                  </a:cubicBezTo>
                  <a:lnTo>
                    <a:pt x="134119" y="19065"/>
                  </a:lnTo>
                  <a:cubicBezTo>
                    <a:pt x="139345" y="19065"/>
                    <a:pt x="143652" y="14790"/>
                    <a:pt x="143652" y="9533"/>
                  </a:cubicBezTo>
                  <a:cubicBezTo>
                    <a:pt x="143652" y="4276"/>
                    <a:pt x="139345" y="1"/>
                    <a:pt x="134119" y="1"/>
                  </a:cubicBezTo>
                  <a:close/>
                </a:path>
              </a:pathLst>
            </a:custGeom>
            <a:solidFill>
              <a:schemeClr val="tx2"/>
            </a:solidFill>
            <a:ln>
              <a:noFill/>
            </a:ln>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kumimoji="0" lang="ar-LY" sz="800" b="1" i="0" u="none" strike="noStrike" kern="1200" cap="none" spc="0" normalizeH="0" baseline="0" noProof="0">
                  <a:ln>
                    <a:noFill/>
                  </a:ln>
                  <a:solidFill>
                    <a:prstClr val="white"/>
                  </a:solidFill>
                  <a:effectLst/>
                  <a:uLnTx/>
                  <a:uFillTx/>
                  <a:latin typeface="29LT Bukra Bold" panose="000B0903020204020204" pitchFamily="34" charset="-78"/>
                  <a:ea typeface="+mn-ea"/>
                  <a:cs typeface="29LT Bukra Bold" panose="000B0903020204020204" pitchFamily="34" charset="-78"/>
                  <a:sym typeface="Arial"/>
                </a:rPr>
                <a:t>12 رسائل هوا متوسط عدد الرسائل المستخدمة عن طريق خدمات الرسائل</a:t>
              </a:r>
              <a:endParaRPr kumimoji="0" lang="en-US" sz="800" b="1" i="0" u="none" strike="noStrike" kern="1200" cap="none" spc="0" normalizeH="0" baseline="0" noProof="0">
                <a:ln>
                  <a:noFill/>
                </a:ln>
                <a:solidFill>
                  <a:prstClr val="white"/>
                </a:solidFill>
                <a:effectLst/>
                <a:uLnTx/>
                <a:uFillTx/>
                <a:latin typeface="29LT Bukra Bold" panose="000B0903020204020204" pitchFamily="34" charset="-78"/>
                <a:ea typeface="+mn-ea"/>
                <a:cs typeface="29LT Bukra Bold" panose="000B0903020204020204" pitchFamily="34" charset="-78"/>
                <a:sym typeface="Arial"/>
              </a:endParaRPr>
            </a:p>
          </p:txBody>
        </p:sp>
        <p:sp>
          <p:nvSpPr>
            <p:cNvPr id="7" name="Google Shape;3936;p38">
              <a:extLst>
                <a:ext uri="{FF2B5EF4-FFF2-40B4-BE49-F238E27FC236}">
                  <a16:creationId xmlns:a16="http://schemas.microsoft.com/office/drawing/2014/main" id="{70F745B2-CD62-943C-9835-2E5BA44DBEA9}"/>
                </a:ext>
              </a:extLst>
            </p:cNvPr>
            <p:cNvSpPr/>
            <p:nvPr/>
          </p:nvSpPr>
          <p:spPr>
            <a:xfrm>
              <a:off x="6874382" y="5632482"/>
              <a:ext cx="3129703" cy="391982"/>
            </a:xfrm>
            <a:custGeom>
              <a:avLst/>
              <a:gdLst/>
              <a:ahLst/>
              <a:cxnLst/>
              <a:rect l="l" t="t" r="r" b="b"/>
              <a:pathLst>
                <a:path w="143652" h="19066" extrusionOk="0">
                  <a:moveTo>
                    <a:pt x="9533" y="1"/>
                  </a:moveTo>
                  <a:cubicBezTo>
                    <a:pt x="4276" y="1"/>
                    <a:pt x="1" y="4308"/>
                    <a:pt x="1" y="9533"/>
                  </a:cubicBezTo>
                  <a:cubicBezTo>
                    <a:pt x="1" y="14790"/>
                    <a:pt x="4276" y="19065"/>
                    <a:pt x="9533" y="19065"/>
                  </a:cubicBezTo>
                  <a:lnTo>
                    <a:pt x="134119" y="19065"/>
                  </a:lnTo>
                  <a:cubicBezTo>
                    <a:pt x="139345" y="19065"/>
                    <a:pt x="143652" y="14790"/>
                    <a:pt x="143652" y="9533"/>
                  </a:cubicBezTo>
                  <a:cubicBezTo>
                    <a:pt x="143652" y="4308"/>
                    <a:pt x="139345" y="1"/>
                    <a:pt x="134119" y="1"/>
                  </a:cubicBezTo>
                  <a:close/>
                </a:path>
              </a:pathLst>
            </a:custGeom>
            <a:solidFill>
              <a:schemeClr val="tx2"/>
            </a:solidFill>
            <a:ln>
              <a:noFill/>
            </a:ln>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kumimoji="0" lang="ar-LY" sz="800" b="1" i="0" u="none" strike="noStrike" kern="1200" cap="none" spc="0" normalizeH="0" baseline="0" noProof="0">
                  <a:ln>
                    <a:noFill/>
                  </a:ln>
                  <a:solidFill>
                    <a:prstClr val="white"/>
                  </a:solidFill>
                  <a:effectLst/>
                  <a:uLnTx/>
                  <a:uFillTx/>
                  <a:latin typeface="29LT Bukra Bold" panose="000B0903020204020204" pitchFamily="34" charset="-78"/>
                  <a:ea typeface="+mn-ea"/>
                  <a:cs typeface="29LT Bukra Bold" panose="000B0903020204020204" pitchFamily="34" charset="-78"/>
                  <a:sym typeface="Arial"/>
                </a:rPr>
                <a:t>31 دينار هوا مقدار متوسط التعبئة الكلية من قبل المشترك</a:t>
              </a:r>
              <a:endParaRPr kumimoji="0" sz="800" b="1" i="0" u="none" strike="noStrike" kern="1200" cap="none" spc="0" normalizeH="0" baseline="0" noProof="0">
                <a:ln>
                  <a:noFill/>
                </a:ln>
                <a:solidFill>
                  <a:prstClr val="white"/>
                </a:solidFill>
                <a:effectLst/>
                <a:uLnTx/>
                <a:uFillTx/>
                <a:latin typeface="29LT Bukra Bold" panose="000B0903020204020204" pitchFamily="34" charset="-78"/>
                <a:ea typeface="+mn-ea"/>
                <a:cs typeface="29LT Bukra Bold" panose="000B0903020204020204" pitchFamily="34" charset="-78"/>
                <a:sym typeface="Arial"/>
              </a:endParaRPr>
            </a:p>
          </p:txBody>
        </p:sp>
        <p:sp>
          <p:nvSpPr>
            <p:cNvPr id="8" name="Google Shape;3939;p38">
              <a:extLst>
                <a:ext uri="{FF2B5EF4-FFF2-40B4-BE49-F238E27FC236}">
                  <a16:creationId xmlns:a16="http://schemas.microsoft.com/office/drawing/2014/main" id="{D57F18AF-9C70-40AB-EC7A-A416D09C2EA6}"/>
                </a:ext>
              </a:extLst>
            </p:cNvPr>
            <p:cNvSpPr/>
            <p:nvPr/>
          </p:nvSpPr>
          <p:spPr>
            <a:xfrm>
              <a:off x="6874382" y="6129912"/>
              <a:ext cx="3129703" cy="391982"/>
            </a:xfrm>
            <a:custGeom>
              <a:avLst/>
              <a:gdLst/>
              <a:ahLst/>
              <a:cxnLst/>
              <a:rect l="l" t="t" r="r" b="b"/>
              <a:pathLst>
                <a:path w="143652" h="19066" extrusionOk="0">
                  <a:moveTo>
                    <a:pt x="9533" y="1"/>
                  </a:moveTo>
                  <a:cubicBezTo>
                    <a:pt x="4276" y="1"/>
                    <a:pt x="1" y="4308"/>
                    <a:pt x="1" y="9533"/>
                  </a:cubicBezTo>
                  <a:cubicBezTo>
                    <a:pt x="1" y="14790"/>
                    <a:pt x="4276" y="19065"/>
                    <a:pt x="9533" y="19065"/>
                  </a:cubicBezTo>
                  <a:lnTo>
                    <a:pt x="134119" y="19065"/>
                  </a:lnTo>
                  <a:cubicBezTo>
                    <a:pt x="139345" y="19065"/>
                    <a:pt x="143652" y="14790"/>
                    <a:pt x="143652" y="9533"/>
                  </a:cubicBezTo>
                  <a:cubicBezTo>
                    <a:pt x="143652" y="4308"/>
                    <a:pt x="139345" y="1"/>
                    <a:pt x="134119" y="1"/>
                  </a:cubicBezTo>
                  <a:close/>
                </a:path>
              </a:pathLst>
            </a:custGeom>
            <a:solidFill>
              <a:schemeClr val="tx2"/>
            </a:solidFill>
            <a:ln>
              <a:noFill/>
            </a:ln>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kumimoji="0" lang="ar-LY" sz="800" b="1" i="0" u="none" strike="noStrike" kern="1200" cap="none" spc="0" normalizeH="0" baseline="0" noProof="0" dirty="0">
                  <a:ln>
                    <a:noFill/>
                  </a:ln>
                  <a:solidFill>
                    <a:prstClr val="white"/>
                  </a:solidFill>
                  <a:effectLst/>
                  <a:uLnTx/>
                  <a:uFillTx/>
                  <a:latin typeface="29LT Bukra Bold" panose="000B0903020204020204" pitchFamily="34" charset="-78"/>
                  <a:ea typeface="+mn-ea"/>
                  <a:cs typeface="29LT Bukra Bold" panose="000B0903020204020204" pitchFamily="34" charset="-78"/>
                  <a:sym typeface="Arial"/>
                </a:rPr>
                <a:t>عدد مشتركي الجيل الرابع وصل الى 2.5 مليون مشترك أي ما يعادل 79% من اجمالي مشتركي خدمة الانترنت</a:t>
              </a:r>
              <a:endParaRPr kumimoji="0" sz="800" b="1" i="0" u="none" strike="noStrike" kern="1200" cap="none" spc="0" normalizeH="0" baseline="0" noProof="0" dirty="0">
                <a:ln>
                  <a:noFill/>
                </a:ln>
                <a:solidFill>
                  <a:prstClr val="white"/>
                </a:solidFill>
                <a:effectLst/>
                <a:uLnTx/>
                <a:uFillTx/>
                <a:latin typeface="29LT Bukra Bold" panose="000B0903020204020204" pitchFamily="34" charset="-78"/>
                <a:ea typeface="+mn-ea"/>
                <a:cs typeface="29LT Bukra Bold" panose="000B0903020204020204" pitchFamily="34" charset="-78"/>
                <a:sym typeface="Arial"/>
              </a:endParaRPr>
            </a:p>
          </p:txBody>
        </p:sp>
        <p:sp>
          <p:nvSpPr>
            <p:cNvPr id="9" name="Google Shape;2815;p31">
              <a:extLst>
                <a:ext uri="{FF2B5EF4-FFF2-40B4-BE49-F238E27FC236}">
                  <a16:creationId xmlns:a16="http://schemas.microsoft.com/office/drawing/2014/main" id="{4FF30E22-5AEB-76AD-F124-426A38C31572}"/>
                </a:ext>
              </a:extLst>
            </p:cNvPr>
            <p:cNvSpPr/>
            <p:nvPr/>
          </p:nvSpPr>
          <p:spPr>
            <a:xfrm>
              <a:off x="6629186" y="4336182"/>
              <a:ext cx="314722" cy="45719"/>
            </a:xfrm>
            <a:custGeom>
              <a:avLst/>
              <a:gdLst/>
              <a:ahLst/>
              <a:cxnLst/>
              <a:rect l="l" t="t" r="r" b="b"/>
              <a:pathLst>
                <a:path w="9249" h="286" extrusionOk="0">
                  <a:moveTo>
                    <a:pt x="1" y="0"/>
                  </a:moveTo>
                  <a:lnTo>
                    <a:pt x="1" y="285"/>
                  </a:lnTo>
                  <a:lnTo>
                    <a:pt x="9248" y="285"/>
                  </a:lnTo>
                  <a:lnTo>
                    <a:pt x="9248" y="0"/>
                  </a:lnTo>
                  <a:close/>
                </a:path>
              </a:pathLst>
            </a:custGeom>
            <a:solidFill>
              <a:schemeClr val="tx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Google Shape;2815;p31">
              <a:extLst>
                <a:ext uri="{FF2B5EF4-FFF2-40B4-BE49-F238E27FC236}">
                  <a16:creationId xmlns:a16="http://schemas.microsoft.com/office/drawing/2014/main" id="{40D49F14-B85E-DB2A-EC46-DCE4C282D96A}"/>
                </a:ext>
              </a:extLst>
            </p:cNvPr>
            <p:cNvSpPr/>
            <p:nvPr/>
          </p:nvSpPr>
          <p:spPr>
            <a:xfrm>
              <a:off x="6629186" y="4835745"/>
              <a:ext cx="352239" cy="45719"/>
            </a:xfrm>
            <a:custGeom>
              <a:avLst/>
              <a:gdLst/>
              <a:ahLst/>
              <a:cxnLst/>
              <a:rect l="l" t="t" r="r" b="b"/>
              <a:pathLst>
                <a:path w="9249" h="286" extrusionOk="0">
                  <a:moveTo>
                    <a:pt x="1" y="0"/>
                  </a:moveTo>
                  <a:lnTo>
                    <a:pt x="1" y="285"/>
                  </a:lnTo>
                  <a:lnTo>
                    <a:pt x="9248" y="285"/>
                  </a:lnTo>
                  <a:lnTo>
                    <a:pt x="9248" y="0"/>
                  </a:lnTo>
                  <a:close/>
                </a:path>
              </a:pathLst>
            </a:custGeom>
            <a:solidFill>
              <a:schemeClr val="tx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Google Shape;2815;p31">
              <a:extLst>
                <a:ext uri="{FF2B5EF4-FFF2-40B4-BE49-F238E27FC236}">
                  <a16:creationId xmlns:a16="http://schemas.microsoft.com/office/drawing/2014/main" id="{F697EF80-BEAA-9785-BEAB-37CC2BE94C08}"/>
                </a:ext>
              </a:extLst>
            </p:cNvPr>
            <p:cNvSpPr/>
            <p:nvPr/>
          </p:nvSpPr>
          <p:spPr>
            <a:xfrm>
              <a:off x="6571873" y="5336429"/>
              <a:ext cx="352239" cy="45719"/>
            </a:xfrm>
            <a:custGeom>
              <a:avLst/>
              <a:gdLst/>
              <a:ahLst/>
              <a:cxnLst/>
              <a:rect l="l" t="t" r="r" b="b"/>
              <a:pathLst>
                <a:path w="9249" h="286" extrusionOk="0">
                  <a:moveTo>
                    <a:pt x="1" y="0"/>
                  </a:moveTo>
                  <a:lnTo>
                    <a:pt x="1" y="285"/>
                  </a:lnTo>
                  <a:lnTo>
                    <a:pt x="9248" y="285"/>
                  </a:lnTo>
                  <a:lnTo>
                    <a:pt x="9248" y="0"/>
                  </a:lnTo>
                  <a:close/>
                </a:path>
              </a:pathLst>
            </a:custGeom>
            <a:solidFill>
              <a:schemeClr val="tx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Google Shape;2815;p31">
              <a:extLst>
                <a:ext uri="{FF2B5EF4-FFF2-40B4-BE49-F238E27FC236}">
                  <a16:creationId xmlns:a16="http://schemas.microsoft.com/office/drawing/2014/main" id="{669650D5-A87D-B9CE-019A-EE8263B93B64}"/>
                </a:ext>
              </a:extLst>
            </p:cNvPr>
            <p:cNvSpPr/>
            <p:nvPr/>
          </p:nvSpPr>
          <p:spPr>
            <a:xfrm flipV="1">
              <a:off x="6571871" y="5783108"/>
              <a:ext cx="352241" cy="45719"/>
            </a:xfrm>
            <a:custGeom>
              <a:avLst/>
              <a:gdLst/>
              <a:ahLst/>
              <a:cxnLst/>
              <a:rect l="l" t="t" r="r" b="b"/>
              <a:pathLst>
                <a:path w="9249" h="286" extrusionOk="0">
                  <a:moveTo>
                    <a:pt x="1" y="0"/>
                  </a:moveTo>
                  <a:lnTo>
                    <a:pt x="1" y="285"/>
                  </a:lnTo>
                  <a:lnTo>
                    <a:pt x="9248" y="285"/>
                  </a:lnTo>
                  <a:lnTo>
                    <a:pt x="9248" y="0"/>
                  </a:lnTo>
                  <a:close/>
                </a:path>
              </a:pathLst>
            </a:custGeom>
            <a:solidFill>
              <a:schemeClr val="tx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Google Shape;2815;p31">
              <a:extLst>
                <a:ext uri="{FF2B5EF4-FFF2-40B4-BE49-F238E27FC236}">
                  <a16:creationId xmlns:a16="http://schemas.microsoft.com/office/drawing/2014/main" id="{4BC7F619-87E9-38EE-80E7-47316FD9C404}"/>
                </a:ext>
              </a:extLst>
            </p:cNvPr>
            <p:cNvSpPr/>
            <p:nvPr/>
          </p:nvSpPr>
          <p:spPr>
            <a:xfrm>
              <a:off x="6571871" y="6332552"/>
              <a:ext cx="352242" cy="45719"/>
            </a:xfrm>
            <a:custGeom>
              <a:avLst/>
              <a:gdLst/>
              <a:ahLst/>
              <a:cxnLst/>
              <a:rect l="l" t="t" r="r" b="b"/>
              <a:pathLst>
                <a:path w="9249" h="286" extrusionOk="0">
                  <a:moveTo>
                    <a:pt x="1" y="0"/>
                  </a:moveTo>
                  <a:lnTo>
                    <a:pt x="1" y="285"/>
                  </a:lnTo>
                  <a:lnTo>
                    <a:pt x="9248" y="285"/>
                  </a:lnTo>
                  <a:lnTo>
                    <a:pt x="9248" y="0"/>
                  </a:lnTo>
                  <a:close/>
                </a:path>
              </a:pathLst>
            </a:custGeom>
            <a:solidFill>
              <a:schemeClr val="tx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1672" name="Google Shape;1541;p18">
            <a:extLst>
              <a:ext uri="{FF2B5EF4-FFF2-40B4-BE49-F238E27FC236}">
                <a16:creationId xmlns:a16="http://schemas.microsoft.com/office/drawing/2014/main" id="{94813E53-47D4-6941-EBC9-3430ABA834A1}"/>
              </a:ext>
            </a:extLst>
          </p:cNvPr>
          <p:cNvSpPr txBox="1"/>
          <p:nvPr/>
        </p:nvSpPr>
        <p:spPr>
          <a:xfrm>
            <a:off x="4869503" y="3815196"/>
            <a:ext cx="2311869" cy="342768"/>
          </a:xfrm>
          <a:prstGeom prst="rect">
            <a:avLst/>
          </a:prstGeom>
          <a:noFill/>
          <a:ln>
            <a:noFill/>
          </a:ln>
        </p:spPr>
        <p:txBody>
          <a:bodyPr spcFirstLastPara="1" wrap="square" lIns="34820" tIns="34820" rIns="34820" bIns="3482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LY" sz="1067" b="1" i="0" u="none" strike="noStrike" kern="1200" cap="none" spc="0" normalizeH="0" baseline="0" noProof="0">
                <a:ln>
                  <a:noFill/>
                </a:ln>
                <a:solidFill>
                  <a:prstClr val="white"/>
                </a:solidFill>
                <a:effectLst/>
                <a:uLnTx/>
                <a:uFillTx/>
                <a:latin typeface="29LT Bukra Bold" panose="000B0903020204020204" pitchFamily="34" charset="-78"/>
                <a:ea typeface="Fira Sans Medium"/>
                <a:cs typeface="29LT Bukra Bold" panose="000B0903020204020204" pitchFamily="34" charset="-78"/>
                <a:sym typeface="Fira Sans Medium"/>
              </a:rPr>
              <a:t>الاستهلاك</a:t>
            </a:r>
            <a:endParaRPr kumimoji="0" sz="1067" b="1" i="0" u="none" strike="noStrike" kern="1200" cap="none" spc="0" normalizeH="0" baseline="0" noProof="0">
              <a:ln>
                <a:noFill/>
              </a:ln>
              <a:solidFill>
                <a:prstClr val="white"/>
              </a:solidFill>
              <a:effectLst/>
              <a:uLnTx/>
              <a:uFillTx/>
              <a:latin typeface="29LT Bukra Bold" panose="000B0903020204020204" pitchFamily="34" charset="-78"/>
              <a:ea typeface="Fira Sans Medium"/>
              <a:cs typeface="29LT Bukra Bold" panose="000B0903020204020204" pitchFamily="34" charset="-78"/>
              <a:sym typeface="Fira Sans Medium"/>
            </a:endParaRPr>
          </a:p>
        </p:txBody>
      </p:sp>
      <p:grpSp>
        <p:nvGrpSpPr>
          <p:cNvPr id="1912" name="Group 1911">
            <a:extLst>
              <a:ext uri="{FF2B5EF4-FFF2-40B4-BE49-F238E27FC236}">
                <a16:creationId xmlns:a16="http://schemas.microsoft.com/office/drawing/2014/main" id="{95DA57DF-4638-4070-4A4A-0F693B94BB3D}"/>
              </a:ext>
            </a:extLst>
          </p:cNvPr>
          <p:cNvGrpSpPr/>
          <p:nvPr/>
        </p:nvGrpSpPr>
        <p:grpSpPr>
          <a:xfrm>
            <a:off x="2917221" y="623273"/>
            <a:ext cx="6213764" cy="2770018"/>
            <a:chOff x="533400" y="1324001"/>
            <a:chExt cx="8077207" cy="3381106"/>
          </a:xfrm>
        </p:grpSpPr>
        <p:grpSp>
          <p:nvGrpSpPr>
            <p:cNvPr id="1913" name="Google Shape;1558;p19">
              <a:extLst>
                <a:ext uri="{FF2B5EF4-FFF2-40B4-BE49-F238E27FC236}">
                  <a16:creationId xmlns:a16="http://schemas.microsoft.com/office/drawing/2014/main" id="{17D23974-C238-926C-42EF-22BA346F7515}"/>
                </a:ext>
              </a:extLst>
            </p:cNvPr>
            <p:cNvGrpSpPr/>
            <p:nvPr/>
          </p:nvGrpSpPr>
          <p:grpSpPr>
            <a:xfrm>
              <a:off x="2830659" y="1324001"/>
              <a:ext cx="3496983" cy="3381106"/>
              <a:chOff x="2205550" y="1416550"/>
              <a:chExt cx="3190675" cy="3084950"/>
            </a:xfrm>
          </p:grpSpPr>
          <p:sp>
            <p:nvSpPr>
              <p:cNvPr id="1932" name="Google Shape;1559;p19">
                <a:extLst>
                  <a:ext uri="{FF2B5EF4-FFF2-40B4-BE49-F238E27FC236}">
                    <a16:creationId xmlns:a16="http://schemas.microsoft.com/office/drawing/2014/main" id="{448860EA-82CE-C8F6-2935-92D64DBB1CEB}"/>
                  </a:ext>
                </a:extLst>
              </p:cNvPr>
              <p:cNvSpPr/>
              <p:nvPr/>
            </p:nvSpPr>
            <p:spPr>
              <a:xfrm>
                <a:off x="3142175" y="2075650"/>
                <a:ext cx="630225" cy="296925"/>
              </a:xfrm>
              <a:custGeom>
                <a:avLst/>
                <a:gdLst/>
                <a:ahLst/>
                <a:cxnLst/>
                <a:rect l="l" t="t" r="r" b="b"/>
                <a:pathLst>
                  <a:path w="25209" h="11877" extrusionOk="0">
                    <a:moveTo>
                      <a:pt x="8741" y="0"/>
                    </a:moveTo>
                    <a:lnTo>
                      <a:pt x="0" y="11876"/>
                    </a:lnTo>
                    <a:lnTo>
                      <a:pt x="11369" y="11845"/>
                    </a:lnTo>
                    <a:cubicBezTo>
                      <a:pt x="14030" y="11845"/>
                      <a:pt x="16563" y="10768"/>
                      <a:pt x="18400" y="8836"/>
                    </a:cubicBezTo>
                    <a:lnTo>
                      <a:pt x="25209" y="1711"/>
                    </a:lnTo>
                    <a:lnTo>
                      <a:pt x="8741" y="0"/>
                    </a:lnTo>
                    <a:close/>
                  </a:path>
                </a:pathLst>
              </a:custGeom>
              <a:solidFill>
                <a:srgbClr val="F2A365"/>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33" name="Google Shape;1560;p19">
                <a:extLst>
                  <a:ext uri="{FF2B5EF4-FFF2-40B4-BE49-F238E27FC236}">
                    <a16:creationId xmlns:a16="http://schemas.microsoft.com/office/drawing/2014/main" id="{BFFB8A7F-F73A-7CB9-2B34-E8F1F0C0BE08}"/>
                  </a:ext>
                </a:extLst>
              </p:cNvPr>
              <p:cNvSpPr/>
              <p:nvPr/>
            </p:nvSpPr>
            <p:spPr>
              <a:xfrm>
                <a:off x="2647325" y="1417225"/>
                <a:ext cx="1125875" cy="893600"/>
              </a:xfrm>
              <a:custGeom>
                <a:avLst/>
                <a:gdLst/>
                <a:ahLst/>
                <a:cxnLst/>
                <a:rect l="l" t="t" r="r" b="b"/>
                <a:pathLst>
                  <a:path w="45035" h="35744" extrusionOk="0">
                    <a:moveTo>
                      <a:pt x="40371" y="0"/>
                    </a:moveTo>
                    <a:cubicBezTo>
                      <a:pt x="40227" y="0"/>
                      <a:pt x="40082" y="7"/>
                      <a:pt x="39936" y="21"/>
                    </a:cubicBezTo>
                    <a:cubicBezTo>
                      <a:pt x="25241" y="1256"/>
                      <a:pt x="12320" y="7748"/>
                      <a:pt x="2091" y="17280"/>
                    </a:cubicBezTo>
                    <a:cubicBezTo>
                      <a:pt x="1" y="19212"/>
                      <a:pt x="159" y="22569"/>
                      <a:pt x="2408" y="24342"/>
                    </a:cubicBezTo>
                    <a:lnTo>
                      <a:pt x="16849" y="35743"/>
                    </a:lnTo>
                    <a:cubicBezTo>
                      <a:pt x="26668" y="24267"/>
                      <a:pt x="43920" y="24089"/>
                      <a:pt x="44983" y="24089"/>
                    </a:cubicBezTo>
                    <a:cubicBezTo>
                      <a:pt x="45017" y="24089"/>
                      <a:pt x="45034" y="24089"/>
                      <a:pt x="45034" y="24089"/>
                    </a:cubicBezTo>
                    <a:lnTo>
                      <a:pt x="45034" y="4676"/>
                    </a:lnTo>
                    <a:cubicBezTo>
                      <a:pt x="45034" y="2069"/>
                      <a:pt x="42908" y="0"/>
                      <a:pt x="40371" y="0"/>
                    </a:cubicBezTo>
                    <a:close/>
                  </a:path>
                </a:pathLst>
              </a:custGeom>
              <a:solidFill>
                <a:srgbClr val="F2A365"/>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34" name="Google Shape;1561;p19">
                <a:extLst>
                  <a:ext uri="{FF2B5EF4-FFF2-40B4-BE49-F238E27FC236}">
                    <a16:creationId xmlns:a16="http://schemas.microsoft.com/office/drawing/2014/main" id="{C8736817-9A97-2A15-6F68-52600B14E577}"/>
                  </a:ext>
                </a:extLst>
              </p:cNvPr>
              <p:cNvSpPr/>
              <p:nvPr/>
            </p:nvSpPr>
            <p:spPr>
              <a:xfrm>
                <a:off x="3050325" y="2004400"/>
                <a:ext cx="722075" cy="368175"/>
              </a:xfrm>
              <a:custGeom>
                <a:avLst/>
                <a:gdLst/>
                <a:ahLst/>
                <a:cxnLst/>
                <a:rect l="l" t="t" r="r" b="b"/>
                <a:pathLst>
                  <a:path w="28883" h="14727" extrusionOk="0">
                    <a:moveTo>
                      <a:pt x="28845" y="0"/>
                    </a:moveTo>
                    <a:cubicBezTo>
                      <a:pt x="27910" y="0"/>
                      <a:pt x="9870" y="150"/>
                      <a:pt x="1" y="11654"/>
                    </a:cubicBezTo>
                    <a:lnTo>
                      <a:pt x="32" y="11686"/>
                    </a:lnTo>
                    <a:lnTo>
                      <a:pt x="3674" y="14726"/>
                    </a:lnTo>
                    <a:cubicBezTo>
                      <a:pt x="10230" y="8424"/>
                      <a:pt x="19097" y="4561"/>
                      <a:pt x="28883" y="4561"/>
                    </a:cubicBezTo>
                    <a:lnTo>
                      <a:pt x="28883" y="64"/>
                    </a:lnTo>
                    <a:lnTo>
                      <a:pt x="28883" y="0"/>
                    </a:lnTo>
                    <a:cubicBezTo>
                      <a:pt x="28883" y="0"/>
                      <a:pt x="28870" y="0"/>
                      <a:pt x="28845" y="0"/>
                    </a:cubicBezTo>
                    <a:close/>
                  </a:path>
                </a:pathLst>
              </a:custGeom>
              <a:solidFill>
                <a:srgbClr val="DD915E"/>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35" name="Google Shape;1562;p19">
                <a:extLst>
                  <a:ext uri="{FF2B5EF4-FFF2-40B4-BE49-F238E27FC236}">
                    <a16:creationId xmlns:a16="http://schemas.microsoft.com/office/drawing/2014/main" id="{440F3DA3-B9A4-E01A-1068-5D05E8E3D1A2}"/>
                  </a:ext>
                </a:extLst>
              </p:cNvPr>
              <p:cNvSpPr/>
              <p:nvPr/>
            </p:nvSpPr>
            <p:spPr>
              <a:xfrm>
                <a:off x="2951350" y="3125475"/>
                <a:ext cx="395900" cy="552650"/>
              </a:xfrm>
              <a:custGeom>
                <a:avLst/>
                <a:gdLst/>
                <a:ahLst/>
                <a:cxnLst/>
                <a:rect l="l" t="t" r="r" b="b"/>
                <a:pathLst>
                  <a:path w="15836" h="22106" extrusionOk="0">
                    <a:moveTo>
                      <a:pt x="1" y="0"/>
                    </a:moveTo>
                    <a:lnTo>
                      <a:pt x="3675" y="15075"/>
                    </a:lnTo>
                    <a:lnTo>
                      <a:pt x="15835" y="22105"/>
                    </a:lnTo>
                    <a:lnTo>
                      <a:pt x="14347" y="11211"/>
                    </a:lnTo>
                    <a:cubicBezTo>
                      <a:pt x="13872" y="7791"/>
                      <a:pt x="11623" y="4877"/>
                      <a:pt x="8457" y="3547"/>
                    </a:cubicBezTo>
                    <a:lnTo>
                      <a:pt x="1" y="0"/>
                    </a:lnTo>
                    <a:close/>
                  </a:path>
                </a:pathLst>
              </a:custGeom>
              <a:solidFill>
                <a:srgbClr val="990099"/>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36" name="Google Shape;1563;p19">
                <a:extLst>
                  <a:ext uri="{FF2B5EF4-FFF2-40B4-BE49-F238E27FC236}">
                    <a16:creationId xmlns:a16="http://schemas.microsoft.com/office/drawing/2014/main" id="{CF31EBE7-6FBA-1890-C531-59C276D6DB23}"/>
                  </a:ext>
                </a:extLst>
              </p:cNvPr>
              <p:cNvSpPr/>
              <p:nvPr/>
            </p:nvSpPr>
            <p:spPr>
              <a:xfrm>
                <a:off x="2277600" y="3149225"/>
                <a:ext cx="1018975" cy="1122400"/>
              </a:xfrm>
              <a:custGeom>
                <a:avLst/>
                <a:gdLst/>
                <a:ahLst/>
                <a:cxnLst/>
                <a:rect l="l" t="t" r="r" b="b"/>
                <a:pathLst>
                  <a:path w="40759" h="44896" extrusionOk="0">
                    <a:moveTo>
                      <a:pt x="22866" y="0"/>
                    </a:moveTo>
                    <a:lnTo>
                      <a:pt x="4181" y="4561"/>
                    </a:lnTo>
                    <a:cubicBezTo>
                      <a:pt x="1521" y="5226"/>
                      <a:pt x="1" y="7981"/>
                      <a:pt x="856" y="10578"/>
                    </a:cubicBezTo>
                    <a:cubicBezTo>
                      <a:pt x="5479" y="24702"/>
                      <a:pt x="14600" y="36261"/>
                      <a:pt x="26191" y="44115"/>
                    </a:cubicBezTo>
                    <a:cubicBezTo>
                      <a:pt x="26986" y="44646"/>
                      <a:pt x="27878" y="44895"/>
                      <a:pt x="28757" y="44895"/>
                    </a:cubicBezTo>
                    <a:cubicBezTo>
                      <a:pt x="30502" y="44895"/>
                      <a:pt x="32199" y="43911"/>
                      <a:pt x="33000" y="42183"/>
                    </a:cubicBezTo>
                    <a:lnTo>
                      <a:pt x="40759" y="25526"/>
                    </a:lnTo>
                    <a:cubicBezTo>
                      <a:pt x="26856" y="18463"/>
                      <a:pt x="22834" y="32"/>
                      <a:pt x="22834" y="32"/>
                    </a:cubicBezTo>
                    <a:lnTo>
                      <a:pt x="22897" y="32"/>
                    </a:lnTo>
                    <a:lnTo>
                      <a:pt x="22866" y="0"/>
                    </a:lnTo>
                    <a:close/>
                  </a:path>
                </a:pathLst>
              </a:custGeom>
              <a:solidFill>
                <a:srgbClr val="990099"/>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37" name="Google Shape;1564;p19">
                <a:extLst>
                  <a:ext uri="{FF2B5EF4-FFF2-40B4-BE49-F238E27FC236}">
                    <a16:creationId xmlns:a16="http://schemas.microsoft.com/office/drawing/2014/main" id="{6BAF879E-015E-D7D9-4EE5-E029485B00D8}"/>
                  </a:ext>
                </a:extLst>
              </p:cNvPr>
              <p:cNvSpPr/>
              <p:nvPr/>
            </p:nvSpPr>
            <p:spPr>
              <a:xfrm>
                <a:off x="2848425" y="3125475"/>
                <a:ext cx="498025" cy="661900"/>
              </a:xfrm>
              <a:custGeom>
                <a:avLst/>
                <a:gdLst/>
                <a:ahLst/>
                <a:cxnLst/>
                <a:rect l="l" t="t" r="r" b="b"/>
                <a:pathLst>
                  <a:path w="19921" h="26476" extrusionOk="0">
                    <a:moveTo>
                      <a:pt x="4118" y="0"/>
                    </a:moveTo>
                    <a:lnTo>
                      <a:pt x="64" y="982"/>
                    </a:lnTo>
                    <a:lnTo>
                      <a:pt x="1" y="982"/>
                    </a:lnTo>
                    <a:cubicBezTo>
                      <a:pt x="1" y="982"/>
                      <a:pt x="4023" y="19413"/>
                      <a:pt x="17926" y="26476"/>
                    </a:cubicBezTo>
                    <a:lnTo>
                      <a:pt x="17926" y="26444"/>
                    </a:lnTo>
                    <a:lnTo>
                      <a:pt x="19921" y="22105"/>
                    </a:lnTo>
                    <a:cubicBezTo>
                      <a:pt x="12289" y="17228"/>
                      <a:pt x="6461" y="9501"/>
                      <a:pt x="4118" y="0"/>
                    </a:cubicBezTo>
                    <a:close/>
                  </a:path>
                </a:pathLst>
              </a:custGeom>
              <a:solidFill>
                <a:srgbClr val="263C4C"/>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38" name="Google Shape;1565;p19">
                <a:extLst>
                  <a:ext uri="{FF2B5EF4-FFF2-40B4-BE49-F238E27FC236}">
                    <a16:creationId xmlns:a16="http://schemas.microsoft.com/office/drawing/2014/main" id="{41309720-5170-FEAF-EAC0-52B3D5B31EA0}"/>
                  </a:ext>
                </a:extLst>
              </p:cNvPr>
              <p:cNvSpPr/>
              <p:nvPr/>
            </p:nvSpPr>
            <p:spPr>
              <a:xfrm>
                <a:off x="3820675" y="1416550"/>
                <a:ext cx="1144075" cy="886350"/>
              </a:xfrm>
              <a:custGeom>
                <a:avLst/>
                <a:gdLst/>
                <a:ahLst/>
                <a:cxnLst/>
                <a:rect l="l" t="t" r="r" b="b"/>
                <a:pathLst>
                  <a:path w="45763" h="35454" extrusionOk="0">
                    <a:moveTo>
                      <a:pt x="4651" y="0"/>
                    </a:moveTo>
                    <a:cubicBezTo>
                      <a:pt x="2098" y="0"/>
                      <a:pt x="1" y="2077"/>
                      <a:pt x="1" y="4671"/>
                    </a:cubicBezTo>
                    <a:lnTo>
                      <a:pt x="1" y="23546"/>
                    </a:lnTo>
                    <a:lnTo>
                      <a:pt x="32" y="23546"/>
                    </a:lnTo>
                    <a:lnTo>
                      <a:pt x="32" y="23514"/>
                    </a:lnTo>
                    <a:cubicBezTo>
                      <a:pt x="32" y="23514"/>
                      <a:pt x="18559" y="23641"/>
                      <a:pt x="28756" y="35453"/>
                    </a:cubicBezTo>
                    <a:lnTo>
                      <a:pt x="43387" y="23736"/>
                    </a:lnTo>
                    <a:cubicBezTo>
                      <a:pt x="45636" y="21963"/>
                      <a:pt x="45762" y="18574"/>
                      <a:pt x="43641" y="16674"/>
                    </a:cubicBezTo>
                    <a:cubicBezTo>
                      <a:pt x="33285" y="7236"/>
                      <a:pt x="19857" y="1156"/>
                      <a:pt x="5036" y="16"/>
                    </a:cubicBezTo>
                    <a:cubicBezTo>
                      <a:pt x="4906" y="5"/>
                      <a:pt x="4778" y="0"/>
                      <a:pt x="4651" y="0"/>
                    </a:cubicBezTo>
                    <a:close/>
                  </a:path>
                </a:pathLst>
              </a:custGeom>
              <a:solidFill>
                <a:srgbClr val="22283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39" name="Google Shape;1566;p19">
                <a:extLst>
                  <a:ext uri="{FF2B5EF4-FFF2-40B4-BE49-F238E27FC236}">
                    <a16:creationId xmlns:a16="http://schemas.microsoft.com/office/drawing/2014/main" id="{F9F8FADA-A91D-9414-8BED-99CB955275F4}"/>
                  </a:ext>
                </a:extLst>
              </p:cNvPr>
              <p:cNvSpPr/>
              <p:nvPr/>
            </p:nvSpPr>
            <p:spPr>
              <a:xfrm>
                <a:off x="3821475" y="2075650"/>
                <a:ext cx="631825" cy="296125"/>
              </a:xfrm>
              <a:custGeom>
                <a:avLst/>
                <a:gdLst/>
                <a:ahLst/>
                <a:cxnLst/>
                <a:rect l="l" t="t" r="r" b="b"/>
                <a:pathLst>
                  <a:path w="25273" h="11845" extrusionOk="0">
                    <a:moveTo>
                      <a:pt x="16468" y="0"/>
                    </a:moveTo>
                    <a:lnTo>
                      <a:pt x="0" y="1742"/>
                    </a:lnTo>
                    <a:lnTo>
                      <a:pt x="6809" y="8836"/>
                    </a:lnTo>
                    <a:cubicBezTo>
                      <a:pt x="8646" y="10768"/>
                      <a:pt x="11179" y="11845"/>
                      <a:pt x="13840" y="11845"/>
                    </a:cubicBezTo>
                    <a:lnTo>
                      <a:pt x="25272" y="11845"/>
                    </a:lnTo>
                    <a:lnTo>
                      <a:pt x="16468" y="0"/>
                    </a:lnTo>
                    <a:close/>
                  </a:path>
                </a:pathLst>
              </a:custGeom>
              <a:solidFill>
                <a:srgbClr val="22283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40" name="Google Shape;1567;p19">
                <a:extLst>
                  <a:ext uri="{FF2B5EF4-FFF2-40B4-BE49-F238E27FC236}">
                    <a16:creationId xmlns:a16="http://schemas.microsoft.com/office/drawing/2014/main" id="{1CE37FFB-20F0-CD72-AD58-7322BB0E78EA}"/>
                  </a:ext>
                </a:extLst>
              </p:cNvPr>
              <p:cNvSpPr/>
              <p:nvPr/>
            </p:nvSpPr>
            <p:spPr>
              <a:xfrm>
                <a:off x="3820675" y="2002850"/>
                <a:ext cx="727625" cy="368925"/>
              </a:xfrm>
              <a:custGeom>
                <a:avLst/>
                <a:gdLst/>
                <a:ahLst/>
                <a:cxnLst/>
                <a:rect l="l" t="t" r="r" b="b"/>
                <a:pathLst>
                  <a:path w="29105" h="14757" extrusionOk="0">
                    <a:moveTo>
                      <a:pt x="1205" y="1"/>
                    </a:moveTo>
                    <a:cubicBezTo>
                      <a:pt x="432" y="1"/>
                      <a:pt x="1" y="31"/>
                      <a:pt x="1" y="31"/>
                    </a:cubicBezTo>
                    <a:lnTo>
                      <a:pt x="1" y="94"/>
                    </a:lnTo>
                    <a:lnTo>
                      <a:pt x="1" y="4654"/>
                    </a:lnTo>
                    <a:cubicBezTo>
                      <a:pt x="9786" y="4654"/>
                      <a:pt x="18685" y="8486"/>
                      <a:pt x="25241" y="14757"/>
                    </a:cubicBezTo>
                    <a:lnTo>
                      <a:pt x="29073" y="11716"/>
                    </a:lnTo>
                    <a:lnTo>
                      <a:pt x="29104" y="11685"/>
                    </a:lnTo>
                    <a:cubicBezTo>
                      <a:pt x="19208" y="855"/>
                      <a:pt x="5334" y="1"/>
                      <a:pt x="1205" y="1"/>
                    </a:cubicBezTo>
                    <a:close/>
                  </a:path>
                </a:pathLst>
              </a:custGeom>
              <a:solidFill>
                <a:srgbClr val="1B1F26"/>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41" name="Google Shape;1568;p19">
                <a:extLst>
                  <a:ext uri="{FF2B5EF4-FFF2-40B4-BE49-F238E27FC236}">
                    <a16:creationId xmlns:a16="http://schemas.microsoft.com/office/drawing/2014/main" id="{09BF0D2E-F891-B66F-B0EE-08E459FEDF72}"/>
                  </a:ext>
                </a:extLst>
              </p:cNvPr>
              <p:cNvSpPr/>
              <p:nvPr/>
            </p:nvSpPr>
            <p:spPr>
              <a:xfrm>
                <a:off x="2853975" y="2412125"/>
                <a:ext cx="308800" cy="654000"/>
              </a:xfrm>
              <a:custGeom>
                <a:avLst/>
                <a:gdLst/>
                <a:ahLst/>
                <a:cxnLst/>
                <a:rect l="l" t="t" r="r" b="b"/>
                <a:pathLst>
                  <a:path w="12352" h="26160" extrusionOk="0">
                    <a:moveTo>
                      <a:pt x="10831" y="1"/>
                    </a:moveTo>
                    <a:lnTo>
                      <a:pt x="1" y="9945"/>
                    </a:lnTo>
                    <a:lnTo>
                      <a:pt x="3453" y="26159"/>
                    </a:lnTo>
                    <a:lnTo>
                      <a:pt x="9818" y="18590"/>
                    </a:lnTo>
                    <a:cubicBezTo>
                      <a:pt x="11528" y="16564"/>
                      <a:pt x="12352" y="13935"/>
                      <a:pt x="12067" y="11275"/>
                    </a:cubicBezTo>
                    <a:lnTo>
                      <a:pt x="10831" y="1"/>
                    </a:lnTo>
                    <a:close/>
                  </a:path>
                </a:pathLst>
              </a:custGeom>
              <a:solidFill>
                <a:srgbClr val="30475E"/>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42" name="Google Shape;1569;p19">
                <a:extLst>
                  <a:ext uri="{FF2B5EF4-FFF2-40B4-BE49-F238E27FC236}">
                    <a16:creationId xmlns:a16="http://schemas.microsoft.com/office/drawing/2014/main" id="{46FCFEA3-98E4-794E-06BF-C9D584E4CD8C}"/>
                  </a:ext>
                </a:extLst>
              </p:cNvPr>
              <p:cNvSpPr/>
              <p:nvPr/>
            </p:nvSpPr>
            <p:spPr>
              <a:xfrm>
                <a:off x="2205550" y="2031350"/>
                <a:ext cx="820250" cy="1178150"/>
              </a:xfrm>
              <a:custGeom>
                <a:avLst/>
                <a:gdLst/>
                <a:ahLst/>
                <a:cxnLst/>
                <a:rect l="l" t="t" r="r" b="b"/>
                <a:pathLst>
                  <a:path w="32810" h="47126" extrusionOk="0">
                    <a:moveTo>
                      <a:pt x="15440" y="0"/>
                    </a:moveTo>
                    <a:cubicBezTo>
                      <a:pt x="13919" y="0"/>
                      <a:pt x="12428" y="742"/>
                      <a:pt x="11528" y="2121"/>
                    </a:cubicBezTo>
                    <a:cubicBezTo>
                      <a:pt x="3358" y="14535"/>
                      <a:pt x="1" y="28913"/>
                      <a:pt x="1141" y="42847"/>
                    </a:cubicBezTo>
                    <a:cubicBezTo>
                      <a:pt x="1333" y="45320"/>
                      <a:pt x="3433" y="47126"/>
                      <a:pt x="5785" y="47126"/>
                    </a:cubicBezTo>
                    <a:cubicBezTo>
                      <a:pt x="6144" y="47126"/>
                      <a:pt x="6508" y="47084"/>
                      <a:pt x="6873" y="46996"/>
                    </a:cubicBezTo>
                    <a:lnTo>
                      <a:pt x="25209" y="42530"/>
                    </a:lnTo>
                    <a:cubicBezTo>
                      <a:pt x="27204" y="37178"/>
                      <a:pt x="28249" y="32460"/>
                      <a:pt x="29516" y="27773"/>
                    </a:cubicBezTo>
                    <a:cubicBezTo>
                      <a:pt x="31828" y="19190"/>
                      <a:pt x="32778" y="12160"/>
                      <a:pt x="32778" y="12160"/>
                    </a:cubicBezTo>
                    <a:lnTo>
                      <a:pt x="32810" y="12192"/>
                    </a:lnTo>
                    <a:lnTo>
                      <a:pt x="32810" y="12160"/>
                    </a:lnTo>
                    <a:lnTo>
                      <a:pt x="18305" y="981"/>
                    </a:lnTo>
                    <a:cubicBezTo>
                      <a:pt x="17442" y="317"/>
                      <a:pt x="16434" y="0"/>
                      <a:pt x="15440" y="0"/>
                    </a:cubicBezTo>
                    <a:close/>
                  </a:path>
                </a:pathLst>
              </a:custGeom>
              <a:solidFill>
                <a:srgbClr val="30475E"/>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43" name="Google Shape;1570;p19">
                <a:extLst>
                  <a:ext uri="{FF2B5EF4-FFF2-40B4-BE49-F238E27FC236}">
                    <a16:creationId xmlns:a16="http://schemas.microsoft.com/office/drawing/2014/main" id="{7DA54B83-CE2D-C683-691F-F0591C23CD97}"/>
                  </a:ext>
                </a:extLst>
              </p:cNvPr>
              <p:cNvSpPr/>
              <p:nvPr/>
            </p:nvSpPr>
            <p:spPr>
              <a:xfrm>
                <a:off x="2757375" y="2335325"/>
                <a:ext cx="368975" cy="759300"/>
              </a:xfrm>
              <a:custGeom>
                <a:avLst/>
                <a:gdLst/>
                <a:ahLst/>
                <a:cxnLst/>
                <a:rect l="l" t="t" r="r" b="b"/>
                <a:pathLst>
                  <a:path w="14759" h="30372" extrusionOk="0">
                    <a:moveTo>
                      <a:pt x="10705" y="1"/>
                    </a:moveTo>
                    <a:cubicBezTo>
                      <a:pt x="10705" y="1"/>
                      <a:pt x="1" y="15107"/>
                      <a:pt x="3136" y="30371"/>
                    </a:cubicBezTo>
                    <a:lnTo>
                      <a:pt x="3168" y="30371"/>
                    </a:lnTo>
                    <a:lnTo>
                      <a:pt x="7348" y="29326"/>
                    </a:lnTo>
                    <a:cubicBezTo>
                      <a:pt x="6398" y="20301"/>
                      <a:pt x="8773" y="10927"/>
                      <a:pt x="14759" y="3168"/>
                    </a:cubicBezTo>
                    <a:lnTo>
                      <a:pt x="10737" y="33"/>
                    </a:lnTo>
                    <a:lnTo>
                      <a:pt x="10705" y="1"/>
                    </a:lnTo>
                    <a:close/>
                  </a:path>
                </a:pathLst>
              </a:custGeom>
              <a:solidFill>
                <a:srgbClr val="263C4C"/>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44" name="Google Shape;1571;p19">
                <a:extLst>
                  <a:ext uri="{FF2B5EF4-FFF2-40B4-BE49-F238E27FC236}">
                    <a16:creationId xmlns:a16="http://schemas.microsoft.com/office/drawing/2014/main" id="{E8CD2395-3C89-0741-2A1E-3FDF85980B36}"/>
                  </a:ext>
                </a:extLst>
              </p:cNvPr>
              <p:cNvSpPr/>
              <p:nvPr/>
            </p:nvSpPr>
            <p:spPr>
              <a:xfrm>
                <a:off x="4439800" y="2415300"/>
                <a:ext cx="308800" cy="653200"/>
              </a:xfrm>
              <a:custGeom>
                <a:avLst/>
                <a:gdLst/>
                <a:ahLst/>
                <a:cxnLst/>
                <a:rect l="l" t="t" r="r" b="b"/>
                <a:pathLst>
                  <a:path w="12352" h="26128" extrusionOk="0">
                    <a:moveTo>
                      <a:pt x="1426" y="0"/>
                    </a:moveTo>
                    <a:lnTo>
                      <a:pt x="286" y="11148"/>
                    </a:lnTo>
                    <a:cubicBezTo>
                      <a:pt x="1" y="13808"/>
                      <a:pt x="792" y="16437"/>
                      <a:pt x="2503" y="18463"/>
                    </a:cubicBezTo>
                    <a:lnTo>
                      <a:pt x="8836" y="26127"/>
                    </a:lnTo>
                    <a:lnTo>
                      <a:pt x="12352" y="9818"/>
                    </a:lnTo>
                    <a:lnTo>
                      <a:pt x="1426" y="0"/>
                    </a:lnTo>
                    <a:close/>
                  </a:path>
                </a:pathLst>
              </a:custGeom>
              <a:solidFill>
                <a:srgbClr val="990099"/>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45" name="Google Shape;1572;p19">
                <a:extLst>
                  <a:ext uri="{FF2B5EF4-FFF2-40B4-BE49-F238E27FC236}">
                    <a16:creationId xmlns:a16="http://schemas.microsoft.com/office/drawing/2014/main" id="{28C6A5C8-F174-4E36-8110-3575DC7CBCCF}"/>
                  </a:ext>
                </a:extLst>
              </p:cNvPr>
              <p:cNvSpPr/>
              <p:nvPr/>
            </p:nvSpPr>
            <p:spPr>
              <a:xfrm>
                <a:off x="4570450" y="2031675"/>
                <a:ext cx="825775" cy="1177825"/>
              </a:xfrm>
              <a:custGeom>
                <a:avLst/>
                <a:gdLst/>
                <a:ahLst/>
                <a:cxnLst/>
                <a:rect l="l" t="t" r="r" b="b"/>
                <a:pathLst>
                  <a:path w="33031" h="47113" extrusionOk="0">
                    <a:moveTo>
                      <a:pt x="17599" y="1"/>
                    </a:moveTo>
                    <a:cubicBezTo>
                      <a:pt x="16602" y="1"/>
                      <a:pt x="15592" y="315"/>
                      <a:pt x="14726" y="968"/>
                    </a:cubicBezTo>
                    <a:lnTo>
                      <a:pt x="0" y="12369"/>
                    </a:lnTo>
                    <a:lnTo>
                      <a:pt x="0" y="12400"/>
                    </a:lnTo>
                    <a:lnTo>
                      <a:pt x="32" y="12369"/>
                    </a:lnTo>
                    <a:cubicBezTo>
                      <a:pt x="32" y="12369"/>
                      <a:pt x="11971" y="27475"/>
                      <a:pt x="8836" y="42739"/>
                    </a:cubicBezTo>
                    <a:lnTo>
                      <a:pt x="26159" y="46983"/>
                    </a:lnTo>
                    <a:cubicBezTo>
                      <a:pt x="26523" y="47071"/>
                      <a:pt x="26888" y="47113"/>
                      <a:pt x="27247" y="47113"/>
                    </a:cubicBezTo>
                    <a:cubicBezTo>
                      <a:pt x="29599" y="47113"/>
                      <a:pt x="31703" y="45307"/>
                      <a:pt x="31923" y="42834"/>
                    </a:cubicBezTo>
                    <a:cubicBezTo>
                      <a:pt x="33031" y="28900"/>
                      <a:pt x="29674" y="14522"/>
                      <a:pt x="21503" y="2108"/>
                    </a:cubicBezTo>
                    <a:cubicBezTo>
                      <a:pt x="20605" y="731"/>
                      <a:pt x="19117" y="1"/>
                      <a:pt x="17599" y="1"/>
                    </a:cubicBezTo>
                    <a:close/>
                  </a:path>
                </a:pathLst>
              </a:custGeom>
              <a:solidFill>
                <a:srgbClr val="990099"/>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46" name="Google Shape;1573;p19">
                <a:extLst>
                  <a:ext uri="{FF2B5EF4-FFF2-40B4-BE49-F238E27FC236}">
                    <a16:creationId xmlns:a16="http://schemas.microsoft.com/office/drawing/2014/main" id="{0D82CA66-8926-A5AD-68A4-030F16C66073}"/>
                  </a:ext>
                </a:extLst>
              </p:cNvPr>
              <p:cNvSpPr/>
              <p:nvPr/>
            </p:nvSpPr>
            <p:spPr>
              <a:xfrm>
                <a:off x="4475425" y="2340075"/>
                <a:ext cx="394325" cy="760100"/>
              </a:xfrm>
              <a:custGeom>
                <a:avLst/>
                <a:gdLst/>
                <a:ahLst/>
                <a:cxnLst/>
                <a:rect l="l" t="t" r="r" b="b"/>
                <a:pathLst>
                  <a:path w="15773" h="30404" extrusionOk="0">
                    <a:moveTo>
                      <a:pt x="3833" y="1"/>
                    </a:moveTo>
                    <a:lnTo>
                      <a:pt x="3801" y="33"/>
                    </a:lnTo>
                    <a:lnTo>
                      <a:pt x="1" y="2978"/>
                    </a:lnTo>
                    <a:cubicBezTo>
                      <a:pt x="5986" y="10705"/>
                      <a:pt x="8361" y="20111"/>
                      <a:pt x="7411" y="29136"/>
                    </a:cubicBezTo>
                    <a:lnTo>
                      <a:pt x="12605" y="30403"/>
                    </a:lnTo>
                    <a:lnTo>
                      <a:pt x="12637" y="30403"/>
                    </a:lnTo>
                    <a:cubicBezTo>
                      <a:pt x="15772" y="15139"/>
                      <a:pt x="3833" y="1"/>
                      <a:pt x="3833" y="1"/>
                    </a:cubicBezTo>
                    <a:close/>
                  </a:path>
                </a:pathLst>
              </a:custGeom>
              <a:solidFill>
                <a:srgbClr val="263C4C"/>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47" name="Google Shape;1574;p19">
                <a:extLst>
                  <a:ext uri="{FF2B5EF4-FFF2-40B4-BE49-F238E27FC236}">
                    <a16:creationId xmlns:a16="http://schemas.microsoft.com/office/drawing/2014/main" id="{7F13EA11-B326-DB5D-15EA-B9D5429EDCD4}"/>
                  </a:ext>
                </a:extLst>
              </p:cNvPr>
              <p:cNvSpPr/>
              <p:nvPr/>
            </p:nvSpPr>
            <p:spPr>
              <a:xfrm>
                <a:off x="4247425" y="3125475"/>
                <a:ext cx="394300" cy="551850"/>
              </a:xfrm>
              <a:custGeom>
                <a:avLst/>
                <a:gdLst/>
                <a:ahLst/>
                <a:cxnLst/>
                <a:rect l="l" t="t" r="r" b="b"/>
                <a:pathLst>
                  <a:path w="15772" h="22074" extrusionOk="0">
                    <a:moveTo>
                      <a:pt x="15771" y="0"/>
                    </a:moveTo>
                    <a:lnTo>
                      <a:pt x="7316" y="3547"/>
                    </a:lnTo>
                    <a:cubicBezTo>
                      <a:pt x="4149" y="4877"/>
                      <a:pt x="1900" y="7791"/>
                      <a:pt x="1457" y="11211"/>
                    </a:cubicBezTo>
                    <a:lnTo>
                      <a:pt x="0" y="22074"/>
                    </a:lnTo>
                    <a:lnTo>
                      <a:pt x="12129" y="15075"/>
                    </a:lnTo>
                    <a:lnTo>
                      <a:pt x="15771" y="0"/>
                    </a:lnTo>
                    <a:close/>
                  </a:path>
                </a:pathLst>
              </a:custGeom>
              <a:solidFill>
                <a:srgbClr val="30475E"/>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48" name="Google Shape;1575;p19">
                <a:extLst>
                  <a:ext uri="{FF2B5EF4-FFF2-40B4-BE49-F238E27FC236}">
                    <a16:creationId xmlns:a16="http://schemas.microsoft.com/office/drawing/2014/main" id="{1826CB0E-FFCB-A71B-3DDE-9862ECDCF3B5}"/>
                  </a:ext>
                </a:extLst>
              </p:cNvPr>
              <p:cNvSpPr/>
              <p:nvPr/>
            </p:nvSpPr>
            <p:spPr>
              <a:xfrm>
                <a:off x="4299675" y="3155550"/>
                <a:ext cx="1016600" cy="1116075"/>
              </a:xfrm>
              <a:custGeom>
                <a:avLst/>
                <a:gdLst/>
                <a:ahLst/>
                <a:cxnLst/>
                <a:rect l="l" t="t" r="r" b="b"/>
                <a:pathLst>
                  <a:path w="40664" h="44643" extrusionOk="0">
                    <a:moveTo>
                      <a:pt x="18780" y="1"/>
                    </a:moveTo>
                    <a:lnTo>
                      <a:pt x="18748" y="33"/>
                    </a:lnTo>
                    <a:lnTo>
                      <a:pt x="18780" y="33"/>
                    </a:lnTo>
                    <a:cubicBezTo>
                      <a:pt x="18780" y="33"/>
                      <a:pt x="12763" y="4308"/>
                      <a:pt x="8044" y="11465"/>
                    </a:cubicBezTo>
                    <a:cubicBezTo>
                      <a:pt x="5162" y="15804"/>
                      <a:pt x="5257" y="22802"/>
                      <a:pt x="0" y="25463"/>
                    </a:cubicBezTo>
                    <a:lnTo>
                      <a:pt x="7633" y="41930"/>
                    </a:lnTo>
                    <a:cubicBezTo>
                      <a:pt x="8433" y="43658"/>
                      <a:pt x="10144" y="44642"/>
                      <a:pt x="11899" y="44642"/>
                    </a:cubicBezTo>
                    <a:cubicBezTo>
                      <a:pt x="12783" y="44642"/>
                      <a:pt x="13678" y="44393"/>
                      <a:pt x="14473" y="43862"/>
                    </a:cubicBezTo>
                    <a:cubicBezTo>
                      <a:pt x="26064" y="36008"/>
                      <a:pt x="35185" y="24449"/>
                      <a:pt x="39808" y="10325"/>
                    </a:cubicBezTo>
                    <a:cubicBezTo>
                      <a:pt x="40663" y="7728"/>
                      <a:pt x="39112" y="4973"/>
                      <a:pt x="36483" y="4308"/>
                    </a:cubicBezTo>
                    <a:lnTo>
                      <a:pt x="18780" y="1"/>
                    </a:lnTo>
                    <a:close/>
                  </a:path>
                </a:pathLst>
              </a:custGeom>
              <a:solidFill>
                <a:srgbClr val="30475E"/>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49" name="Google Shape;1576;p19">
                <a:extLst>
                  <a:ext uri="{FF2B5EF4-FFF2-40B4-BE49-F238E27FC236}">
                    <a16:creationId xmlns:a16="http://schemas.microsoft.com/office/drawing/2014/main" id="{2FEBFAC2-8514-4900-A974-29DEE0E2831F}"/>
                  </a:ext>
                </a:extLst>
              </p:cNvPr>
              <p:cNvSpPr/>
              <p:nvPr/>
            </p:nvSpPr>
            <p:spPr>
              <a:xfrm>
                <a:off x="4247425" y="3124675"/>
                <a:ext cx="522550" cy="675375"/>
              </a:xfrm>
              <a:custGeom>
                <a:avLst/>
                <a:gdLst/>
                <a:ahLst/>
                <a:cxnLst/>
                <a:rect l="l" t="t" r="r" b="b"/>
                <a:pathLst>
                  <a:path w="20902" h="27015" extrusionOk="0">
                    <a:moveTo>
                      <a:pt x="15803" y="1"/>
                    </a:moveTo>
                    <a:cubicBezTo>
                      <a:pt x="13491" y="9501"/>
                      <a:pt x="7632" y="17229"/>
                      <a:pt x="0" y="22106"/>
                    </a:cubicBezTo>
                    <a:lnTo>
                      <a:pt x="2217" y="27014"/>
                    </a:lnTo>
                    <a:cubicBezTo>
                      <a:pt x="16120" y="19920"/>
                      <a:pt x="20902" y="1236"/>
                      <a:pt x="20902" y="1236"/>
                    </a:cubicBezTo>
                    <a:lnTo>
                      <a:pt x="20870" y="1236"/>
                    </a:lnTo>
                    <a:lnTo>
                      <a:pt x="15803" y="1"/>
                    </a:lnTo>
                    <a:close/>
                  </a:path>
                </a:pathLst>
              </a:custGeom>
              <a:solidFill>
                <a:srgbClr val="263C4C"/>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50" name="Google Shape;1577;p19">
                <a:extLst>
                  <a:ext uri="{FF2B5EF4-FFF2-40B4-BE49-F238E27FC236}">
                    <a16:creationId xmlns:a16="http://schemas.microsoft.com/office/drawing/2014/main" id="{D03A246D-5599-1504-00CB-8EE6931B2048}"/>
                  </a:ext>
                </a:extLst>
              </p:cNvPr>
              <p:cNvSpPr/>
              <p:nvPr/>
            </p:nvSpPr>
            <p:spPr>
              <a:xfrm>
                <a:off x="3405800" y="2900625"/>
                <a:ext cx="781475" cy="1600875"/>
              </a:xfrm>
              <a:custGeom>
                <a:avLst/>
                <a:gdLst/>
                <a:ahLst/>
                <a:cxnLst/>
                <a:rect l="l" t="t" r="r" b="b"/>
                <a:pathLst>
                  <a:path w="31259" h="64035" extrusionOk="0">
                    <a:moveTo>
                      <a:pt x="4693" y="0"/>
                    </a:moveTo>
                    <a:cubicBezTo>
                      <a:pt x="2092" y="0"/>
                      <a:pt x="1" y="2110"/>
                      <a:pt x="1" y="4719"/>
                    </a:cubicBezTo>
                    <a:lnTo>
                      <a:pt x="1" y="59285"/>
                    </a:lnTo>
                    <a:cubicBezTo>
                      <a:pt x="1" y="61913"/>
                      <a:pt x="2123" y="64035"/>
                      <a:pt x="4751" y="64035"/>
                    </a:cubicBezTo>
                    <a:lnTo>
                      <a:pt x="26508" y="64035"/>
                    </a:lnTo>
                    <a:cubicBezTo>
                      <a:pt x="29105" y="64035"/>
                      <a:pt x="31227" y="61913"/>
                      <a:pt x="31227" y="59285"/>
                    </a:cubicBezTo>
                    <a:lnTo>
                      <a:pt x="31258" y="4751"/>
                    </a:lnTo>
                    <a:cubicBezTo>
                      <a:pt x="31258" y="2122"/>
                      <a:pt x="29136" y="0"/>
                      <a:pt x="26508" y="0"/>
                    </a:cubicBezTo>
                    <a:lnTo>
                      <a:pt x="4751" y="0"/>
                    </a:lnTo>
                    <a:cubicBezTo>
                      <a:pt x="4732" y="0"/>
                      <a:pt x="4713" y="0"/>
                      <a:pt x="4693" y="0"/>
                    </a:cubicBezTo>
                    <a:close/>
                  </a:path>
                </a:pathLst>
              </a:custGeom>
              <a:solidFill>
                <a:srgbClr val="22283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51" name="Google Shape;1578;p19">
                <a:extLst>
                  <a:ext uri="{FF2B5EF4-FFF2-40B4-BE49-F238E27FC236}">
                    <a16:creationId xmlns:a16="http://schemas.microsoft.com/office/drawing/2014/main" id="{74BCEC18-990F-7A48-F9E9-EAEFFC3139FF}"/>
                  </a:ext>
                </a:extLst>
              </p:cNvPr>
              <p:cNvSpPr/>
              <p:nvPr/>
            </p:nvSpPr>
            <p:spPr>
              <a:xfrm>
                <a:off x="3441450" y="2948125"/>
                <a:ext cx="709400" cy="1497975"/>
              </a:xfrm>
              <a:custGeom>
                <a:avLst/>
                <a:gdLst/>
                <a:ahLst/>
                <a:cxnLst/>
                <a:rect l="l" t="t" r="r" b="b"/>
                <a:pathLst>
                  <a:path w="28376" h="59919" extrusionOk="0">
                    <a:moveTo>
                      <a:pt x="3325" y="1"/>
                    </a:moveTo>
                    <a:cubicBezTo>
                      <a:pt x="1520" y="1"/>
                      <a:pt x="32" y="1489"/>
                      <a:pt x="32" y="3326"/>
                    </a:cubicBezTo>
                    <a:lnTo>
                      <a:pt x="0" y="56593"/>
                    </a:lnTo>
                    <a:cubicBezTo>
                      <a:pt x="0" y="58398"/>
                      <a:pt x="1489" y="59886"/>
                      <a:pt x="3325" y="59886"/>
                    </a:cubicBezTo>
                    <a:lnTo>
                      <a:pt x="25050" y="59918"/>
                    </a:lnTo>
                    <a:cubicBezTo>
                      <a:pt x="26887" y="59918"/>
                      <a:pt x="28376" y="58430"/>
                      <a:pt x="28376" y="56593"/>
                    </a:cubicBezTo>
                    <a:lnTo>
                      <a:pt x="28376" y="3326"/>
                    </a:lnTo>
                    <a:cubicBezTo>
                      <a:pt x="28376" y="1521"/>
                      <a:pt x="26887" y="32"/>
                      <a:pt x="25050" y="32"/>
                    </a:cubicBezTo>
                    <a:lnTo>
                      <a:pt x="20838" y="32"/>
                    </a:lnTo>
                    <a:cubicBezTo>
                      <a:pt x="20268" y="32"/>
                      <a:pt x="19825" y="507"/>
                      <a:pt x="19825" y="1077"/>
                    </a:cubicBezTo>
                    <a:lnTo>
                      <a:pt x="19825" y="1869"/>
                    </a:lnTo>
                    <a:cubicBezTo>
                      <a:pt x="19825" y="2439"/>
                      <a:pt x="19350" y="2914"/>
                      <a:pt x="18780" y="2914"/>
                    </a:cubicBezTo>
                    <a:lnTo>
                      <a:pt x="10578" y="2914"/>
                    </a:lnTo>
                    <a:cubicBezTo>
                      <a:pt x="10007" y="2914"/>
                      <a:pt x="9532" y="2439"/>
                      <a:pt x="9532" y="1837"/>
                    </a:cubicBezTo>
                    <a:lnTo>
                      <a:pt x="9532" y="1077"/>
                    </a:lnTo>
                    <a:cubicBezTo>
                      <a:pt x="9532" y="476"/>
                      <a:pt x="9089" y="1"/>
                      <a:pt x="8519" y="1"/>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52" name="Google Shape;1579;p19">
                <a:extLst>
                  <a:ext uri="{FF2B5EF4-FFF2-40B4-BE49-F238E27FC236}">
                    <a16:creationId xmlns:a16="http://schemas.microsoft.com/office/drawing/2014/main" id="{E855C195-EB32-67AB-C280-D02080D68A0A}"/>
                  </a:ext>
                </a:extLst>
              </p:cNvPr>
              <p:cNvSpPr/>
              <p:nvPr/>
            </p:nvSpPr>
            <p:spPr>
              <a:xfrm>
                <a:off x="3569700" y="3242650"/>
                <a:ext cx="23775" cy="29325"/>
              </a:xfrm>
              <a:custGeom>
                <a:avLst/>
                <a:gdLst/>
                <a:ahLst/>
                <a:cxnLst/>
                <a:rect l="l" t="t" r="r" b="b"/>
                <a:pathLst>
                  <a:path w="951" h="1173" extrusionOk="0">
                    <a:moveTo>
                      <a:pt x="0" y="0"/>
                    </a:moveTo>
                    <a:lnTo>
                      <a:pt x="0" y="95"/>
                    </a:lnTo>
                    <a:lnTo>
                      <a:pt x="412" y="95"/>
                    </a:lnTo>
                    <a:lnTo>
                      <a:pt x="412" y="1172"/>
                    </a:lnTo>
                    <a:lnTo>
                      <a:pt x="539" y="1172"/>
                    </a:lnTo>
                    <a:lnTo>
                      <a:pt x="539" y="95"/>
                    </a:lnTo>
                    <a:lnTo>
                      <a:pt x="951" y="95"/>
                    </a:lnTo>
                    <a:lnTo>
                      <a:pt x="951" y="0"/>
                    </a:lnTo>
                    <a:close/>
                  </a:path>
                </a:pathLst>
              </a:custGeom>
              <a:solidFill>
                <a:srgbClr val="E0E0E0"/>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53" name="Google Shape;1580;p19">
                <a:extLst>
                  <a:ext uri="{FF2B5EF4-FFF2-40B4-BE49-F238E27FC236}">
                    <a16:creationId xmlns:a16="http://schemas.microsoft.com/office/drawing/2014/main" id="{649F48F8-7C62-C13E-D43F-A61FE18213EF}"/>
                  </a:ext>
                </a:extLst>
              </p:cNvPr>
              <p:cNvSpPr/>
              <p:nvPr/>
            </p:nvSpPr>
            <p:spPr>
              <a:xfrm>
                <a:off x="3593450" y="3249775"/>
                <a:ext cx="21400" cy="22200"/>
              </a:xfrm>
              <a:custGeom>
                <a:avLst/>
                <a:gdLst/>
                <a:ahLst/>
                <a:cxnLst/>
                <a:rect l="l" t="t" r="r" b="b"/>
                <a:pathLst>
                  <a:path w="856" h="888" extrusionOk="0">
                    <a:moveTo>
                      <a:pt x="444" y="95"/>
                    </a:moveTo>
                    <a:cubicBezTo>
                      <a:pt x="602" y="95"/>
                      <a:pt x="729" y="222"/>
                      <a:pt x="729" y="380"/>
                    </a:cubicBezTo>
                    <a:lnTo>
                      <a:pt x="127" y="380"/>
                    </a:lnTo>
                    <a:cubicBezTo>
                      <a:pt x="127" y="222"/>
                      <a:pt x="254" y="95"/>
                      <a:pt x="444" y="95"/>
                    </a:cubicBezTo>
                    <a:close/>
                    <a:moveTo>
                      <a:pt x="412" y="0"/>
                    </a:moveTo>
                    <a:cubicBezTo>
                      <a:pt x="191" y="0"/>
                      <a:pt x="1" y="190"/>
                      <a:pt x="1" y="444"/>
                    </a:cubicBezTo>
                    <a:cubicBezTo>
                      <a:pt x="1" y="697"/>
                      <a:pt x="191" y="887"/>
                      <a:pt x="476" y="887"/>
                    </a:cubicBezTo>
                    <a:cubicBezTo>
                      <a:pt x="602" y="887"/>
                      <a:pt x="729" y="855"/>
                      <a:pt x="792" y="760"/>
                    </a:cubicBezTo>
                    <a:lnTo>
                      <a:pt x="729" y="665"/>
                    </a:lnTo>
                    <a:cubicBezTo>
                      <a:pt x="666" y="760"/>
                      <a:pt x="571" y="792"/>
                      <a:pt x="476" y="792"/>
                    </a:cubicBezTo>
                    <a:cubicBezTo>
                      <a:pt x="286" y="792"/>
                      <a:pt x="127" y="665"/>
                      <a:pt x="127" y="475"/>
                    </a:cubicBezTo>
                    <a:lnTo>
                      <a:pt x="856" y="475"/>
                    </a:lnTo>
                    <a:cubicBezTo>
                      <a:pt x="856" y="475"/>
                      <a:pt x="856" y="444"/>
                      <a:pt x="856" y="444"/>
                    </a:cubicBezTo>
                    <a:cubicBezTo>
                      <a:pt x="856" y="190"/>
                      <a:pt x="666" y="0"/>
                      <a:pt x="412" y="0"/>
                    </a:cubicBezTo>
                    <a:close/>
                  </a:path>
                </a:pathLst>
              </a:custGeom>
              <a:solidFill>
                <a:srgbClr val="E0E0E0"/>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54" name="Google Shape;1581;p19">
                <a:extLst>
                  <a:ext uri="{FF2B5EF4-FFF2-40B4-BE49-F238E27FC236}">
                    <a16:creationId xmlns:a16="http://schemas.microsoft.com/office/drawing/2014/main" id="{A74D43F3-A448-C087-DFE6-68470237D604}"/>
                  </a:ext>
                </a:extLst>
              </p:cNvPr>
              <p:cNvSpPr/>
              <p:nvPr/>
            </p:nvSpPr>
            <p:spPr>
              <a:xfrm>
                <a:off x="3617200" y="3249775"/>
                <a:ext cx="20600" cy="22200"/>
              </a:xfrm>
              <a:custGeom>
                <a:avLst/>
                <a:gdLst/>
                <a:ahLst/>
                <a:cxnLst/>
                <a:rect l="l" t="t" r="r" b="b"/>
                <a:pathLst>
                  <a:path w="824" h="888" extrusionOk="0">
                    <a:moveTo>
                      <a:pt x="1" y="0"/>
                    </a:moveTo>
                    <a:lnTo>
                      <a:pt x="349" y="412"/>
                    </a:lnTo>
                    <a:lnTo>
                      <a:pt x="1" y="887"/>
                    </a:lnTo>
                    <a:lnTo>
                      <a:pt x="127" y="887"/>
                    </a:lnTo>
                    <a:lnTo>
                      <a:pt x="412" y="507"/>
                    </a:lnTo>
                    <a:lnTo>
                      <a:pt x="697" y="887"/>
                    </a:lnTo>
                    <a:lnTo>
                      <a:pt x="824" y="887"/>
                    </a:lnTo>
                    <a:lnTo>
                      <a:pt x="476" y="412"/>
                    </a:lnTo>
                    <a:lnTo>
                      <a:pt x="792" y="0"/>
                    </a:lnTo>
                    <a:lnTo>
                      <a:pt x="666" y="0"/>
                    </a:lnTo>
                    <a:lnTo>
                      <a:pt x="412" y="349"/>
                    </a:lnTo>
                    <a:lnTo>
                      <a:pt x="159" y="0"/>
                    </a:lnTo>
                    <a:close/>
                  </a:path>
                </a:pathLst>
              </a:custGeom>
              <a:solidFill>
                <a:srgbClr val="E0E0E0"/>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55" name="Google Shape;1582;p19">
                <a:extLst>
                  <a:ext uri="{FF2B5EF4-FFF2-40B4-BE49-F238E27FC236}">
                    <a16:creationId xmlns:a16="http://schemas.microsoft.com/office/drawing/2014/main" id="{D2FABF2E-FFDF-BD48-FDCA-0F5A5169EF37}"/>
                  </a:ext>
                </a:extLst>
              </p:cNvPr>
              <p:cNvSpPr/>
              <p:nvPr/>
            </p:nvSpPr>
            <p:spPr>
              <a:xfrm>
                <a:off x="3639375" y="3245025"/>
                <a:ext cx="15075" cy="26950"/>
              </a:xfrm>
              <a:custGeom>
                <a:avLst/>
                <a:gdLst/>
                <a:ahLst/>
                <a:cxnLst/>
                <a:rect l="l" t="t" r="r" b="b"/>
                <a:pathLst>
                  <a:path w="603" h="1078" extrusionOk="0">
                    <a:moveTo>
                      <a:pt x="159" y="0"/>
                    </a:moveTo>
                    <a:lnTo>
                      <a:pt x="159" y="190"/>
                    </a:lnTo>
                    <a:lnTo>
                      <a:pt x="0" y="190"/>
                    </a:lnTo>
                    <a:lnTo>
                      <a:pt x="0" y="285"/>
                    </a:lnTo>
                    <a:lnTo>
                      <a:pt x="159" y="285"/>
                    </a:lnTo>
                    <a:lnTo>
                      <a:pt x="159" y="824"/>
                    </a:lnTo>
                    <a:cubicBezTo>
                      <a:pt x="159" y="982"/>
                      <a:pt x="254" y="1077"/>
                      <a:pt x="412" y="1077"/>
                    </a:cubicBezTo>
                    <a:cubicBezTo>
                      <a:pt x="475" y="1077"/>
                      <a:pt x="570" y="1077"/>
                      <a:pt x="602" y="1014"/>
                    </a:cubicBezTo>
                    <a:lnTo>
                      <a:pt x="570" y="950"/>
                    </a:lnTo>
                    <a:cubicBezTo>
                      <a:pt x="539" y="950"/>
                      <a:pt x="475" y="982"/>
                      <a:pt x="444" y="982"/>
                    </a:cubicBezTo>
                    <a:cubicBezTo>
                      <a:pt x="349" y="982"/>
                      <a:pt x="285" y="919"/>
                      <a:pt x="285" y="824"/>
                    </a:cubicBezTo>
                    <a:lnTo>
                      <a:pt x="285" y="285"/>
                    </a:lnTo>
                    <a:lnTo>
                      <a:pt x="539" y="285"/>
                    </a:lnTo>
                    <a:lnTo>
                      <a:pt x="539" y="190"/>
                    </a:lnTo>
                    <a:lnTo>
                      <a:pt x="285" y="190"/>
                    </a:lnTo>
                    <a:lnTo>
                      <a:pt x="285" y="0"/>
                    </a:lnTo>
                    <a:close/>
                  </a:path>
                </a:pathLst>
              </a:custGeom>
              <a:solidFill>
                <a:srgbClr val="E0E0E0"/>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56" name="Google Shape;1583;p19">
                <a:extLst>
                  <a:ext uri="{FF2B5EF4-FFF2-40B4-BE49-F238E27FC236}">
                    <a16:creationId xmlns:a16="http://schemas.microsoft.com/office/drawing/2014/main" id="{A57E53CA-E38D-DBA3-E587-D67939B6361F}"/>
                  </a:ext>
                </a:extLst>
              </p:cNvPr>
              <p:cNvSpPr/>
              <p:nvPr/>
            </p:nvSpPr>
            <p:spPr>
              <a:xfrm>
                <a:off x="3526150" y="3394650"/>
                <a:ext cx="126700" cy="126700"/>
              </a:xfrm>
              <a:custGeom>
                <a:avLst/>
                <a:gdLst/>
                <a:ahLst/>
                <a:cxnLst/>
                <a:rect l="l" t="t" r="r" b="b"/>
                <a:pathLst>
                  <a:path w="5068" h="5068" extrusionOk="0">
                    <a:moveTo>
                      <a:pt x="1" y="1"/>
                    </a:moveTo>
                    <a:lnTo>
                      <a:pt x="1" y="5068"/>
                    </a:lnTo>
                    <a:lnTo>
                      <a:pt x="5068" y="5068"/>
                    </a:lnTo>
                    <a:lnTo>
                      <a:pt x="5068" y="1"/>
                    </a:lnTo>
                    <a:close/>
                  </a:path>
                </a:pathLst>
              </a:custGeom>
              <a:solidFill>
                <a:srgbClr val="990099"/>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57" name="Google Shape;1584;p19">
                <a:extLst>
                  <a:ext uri="{FF2B5EF4-FFF2-40B4-BE49-F238E27FC236}">
                    <a16:creationId xmlns:a16="http://schemas.microsoft.com/office/drawing/2014/main" id="{17740872-C7C9-BFFB-D40A-47A318FE1ED6}"/>
                  </a:ext>
                </a:extLst>
              </p:cNvPr>
              <p:cNvSpPr/>
              <p:nvPr/>
            </p:nvSpPr>
            <p:spPr>
              <a:xfrm>
                <a:off x="3526150" y="3606050"/>
                <a:ext cx="126700" cy="126700"/>
              </a:xfrm>
              <a:custGeom>
                <a:avLst/>
                <a:gdLst/>
                <a:ahLst/>
                <a:cxnLst/>
                <a:rect l="l" t="t" r="r" b="b"/>
                <a:pathLst>
                  <a:path w="5068" h="5068" extrusionOk="0">
                    <a:moveTo>
                      <a:pt x="1" y="0"/>
                    </a:moveTo>
                    <a:lnTo>
                      <a:pt x="1" y="5067"/>
                    </a:lnTo>
                    <a:lnTo>
                      <a:pt x="5068" y="5067"/>
                    </a:lnTo>
                    <a:lnTo>
                      <a:pt x="5068" y="0"/>
                    </a:lnTo>
                    <a:close/>
                  </a:path>
                </a:pathLst>
              </a:custGeom>
              <a:solidFill>
                <a:srgbClr val="E8505B"/>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58" name="Google Shape;1585;p19">
                <a:extLst>
                  <a:ext uri="{FF2B5EF4-FFF2-40B4-BE49-F238E27FC236}">
                    <a16:creationId xmlns:a16="http://schemas.microsoft.com/office/drawing/2014/main" id="{D82FA81A-F714-7456-EA22-85B4C75A5AAC}"/>
                  </a:ext>
                </a:extLst>
              </p:cNvPr>
              <p:cNvSpPr/>
              <p:nvPr/>
            </p:nvSpPr>
            <p:spPr>
              <a:xfrm>
                <a:off x="3526150" y="3817450"/>
                <a:ext cx="126700" cy="126700"/>
              </a:xfrm>
              <a:custGeom>
                <a:avLst/>
                <a:gdLst/>
                <a:ahLst/>
                <a:cxnLst/>
                <a:rect l="l" t="t" r="r" b="b"/>
                <a:pathLst>
                  <a:path w="5068" h="5068" extrusionOk="0">
                    <a:moveTo>
                      <a:pt x="1" y="0"/>
                    </a:moveTo>
                    <a:lnTo>
                      <a:pt x="1" y="5067"/>
                    </a:lnTo>
                    <a:lnTo>
                      <a:pt x="5068" y="5067"/>
                    </a:lnTo>
                    <a:lnTo>
                      <a:pt x="5068" y="0"/>
                    </a:lnTo>
                    <a:close/>
                  </a:path>
                </a:pathLst>
              </a:custGeom>
              <a:solidFill>
                <a:srgbClr val="F2A365"/>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59" name="Google Shape;1586;p19">
                <a:extLst>
                  <a:ext uri="{FF2B5EF4-FFF2-40B4-BE49-F238E27FC236}">
                    <a16:creationId xmlns:a16="http://schemas.microsoft.com/office/drawing/2014/main" id="{93A8E15C-07EC-6C97-95B4-0C3ACD750DE5}"/>
                  </a:ext>
                </a:extLst>
              </p:cNvPr>
              <p:cNvSpPr/>
              <p:nvPr/>
            </p:nvSpPr>
            <p:spPr>
              <a:xfrm>
                <a:off x="3526150" y="4028025"/>
                <a:ext cx="126700" cy="126700"/>
              </a:xfrm>
              <a:custGeom>
                <a:avLst/>
                <a:gdLst/>
                <a:ahLst/>
                <a:cxnLst/>
                <a:rect l="l" t="t" r="r" b="b"/>
                <a:pathLst>
                  <a:path w="5068" h="5068" extrusionOk="0">
                    <a:moveTo>
                      <a:pt x="1" y="1"/>
                    </a:moveTo>
                    <a:lnTo>
                      <a:pt x="1" y="5068"/>
                    </a:lnTo>
                    <a:lnTo>
                      <a:pt x="5068" y="5068"/>
                    </a:lnTo>
                    <a:lnTo>
                      <a:pt x="5068" y="1"/>
                    </a:lnTo>
                    <a:close/>
                  </a:path>
                </a:pathLst>
              </a:custGeom>
              <a:solidFill>
                <a:srgbClr val="E8505B"/>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60" name="Google Shape;1587;p19">
                <a:extLst>
                  <a:ext uri="{FF2B5EF4-FFF2-40B4-BE49-F238E27FC236}">
                    <a16:creationId xmlns:a16="http://schemas.microsoft.com/office/drawing/2014/main" id="{B31791A2-5F07-5DFA-ADE2-73EE77879377}"/>
                  </a:ext>
                </a:extLst>
              </p:cNvPr>
              <p:cNvSpPr/>
              <p:nvPr/>
            </p:nvSpPr>
            <p:spPr>
              <a:xfrm>
                <a:off x="3526150" y="4239425"/>
                <a:ext cx="126700" cy="126700"/>
              </a:xfrm>
              <a:custGeom>
                <a:avLst/>
                <a:gdLst/>
                <a:ahLst/>
                <a:cxnLst/>
                <a:rect l="l" t="t" r="r" b="b"/>
                <a:pathLst>
                  <a:path w="5068" h="5068" extrusionOk="0">
                    <a:moveTo>
                      <a:pt x="1" y="1"/>
                    </a:moveTo>
                    <a:lnTo>
                      <a:pt x="1" y="5068"/>
                    </a:lnTo>
                    <a:lnTo>
                      <a:pt x="5068" y="5068"/>
                    </a:lnTo>
                    <a:lnTo>
                      <a:pt x="5068" y="1"/>
                    </a:lnTo>
                    <a:close/>
                  </a:path>
                </a:pathLst>
              </a:custGeom>
              <a:solidFill>
                <a:srgbClr val="990099"/>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61" name="Google Shape;1588;p19">
                <a:extLst>
                  <a:ext uri="{FF2B5EF4-FFF2-40B4-BE49-F238E27FC236}">
                    <a16:creationId xmlns:a16="http://schemas.microsoft.com/office/drawing/2014/main" id="{75FFBD94-08E5-9338-9D7D-B37554EE7670}"/>
                  </a:ext>
                </a:extLst>
              </p:cNvPr>
              <p:cNvSpPr/>
              <p:nvPr/>
            </p:nvSpPr>
            <p:spPr>
              <a:xfrm>
                <a:off x="3526150" y="4028025"/>
                <a:ext cx="126700" cy="126700"/>
              </a:xfrm>
              <a:custGeom>
                <a:avLst/>
                <a:gdLst/>
                <a:ahLst/>
                <a:cxnLst/>
                <a:rect l="l" t="t" r="r" b="b"/>
                <a:pathLst>
                  <a:path w="5068" h="5068" extrusionOk="0">
                    <a:moveTo>
                      <a:pt x="1" y="1"/>
                    </a:moveTo>
                    <a:lnTo>
                      <a:pt x="1" y="5068"/>
                    </a:lnTo>
                    <a:lnTo>
                      <a:pt x="5068" y="5068"/>
                    </a:lnTo>
                    <a:lnTo>
                      <a:pt x="5068" y="1"/>
                    </a:lnTo>
                    <a:close/>
                  </a:path>
                </a:pathLst>
              </a:custGeom>
              <a:solidFill>
                <a:srgbClr val="22283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62" name="Google Shape;1589;p19">
                <a:extLst>
                  <a:ext uri="{FF2B5EF4-FFF2-40B4-BE49-F238E27FC236}">
                    <a16:creationId xmlns:a16="http://schemas.microsoft.com/office/drawing/2014/main" id="{7CA928BC-BE72-C3D9-66D3-6A03C1E3601A}"/>
                  </a:ext>
                </a:extLst>
              </p:cNvPr>
              <p:cNvSpPr/>
              <p:nvPr/>
            </p:nvSpPr>
            <p:spPr>
              <a:xfrm>
                <a:off x="3526150" y="3606050"/>
                <a:ext cx="126700" cy="126700"/>
              </a:xfrm>
              <a:custGeom>
                <a:avLst/>
                <a:gdLst/>
                <a:ahLst/>
                <a:cxnLst/>
                <a:rect l="l" t="t" r="r" b="b"/>
                <a:pathLst>
                  <a:path w="5068" h="5068" extrusionOk="0">
                    <a:moveTo>
                      <a:pt x="1" y="0"/>
                    </a:moveTo>
                    <a:lnTo>
                      <a:pt x="1" y="5067"/>
                    </a:lnTo>
                    <a:lnTo>
                      <a:pt x="5068" y="5067"/>
                    </a:lnTo>
                    <a:lnTo>
                      <a:pt x="5068" y="0"/>
                    </a:lnTo>
                    <a:close/>
                  </a:path>
                </a:pathLst>
              </a:custGeom>
              <a:solidFill>
                <a:srgbClr val="30475E"/>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63" name="Google Shape;1590;p19">
                <a:extLst>
                  <a:ext uri="{FF2B5EF4-FFF2-40B4-BE49-F238E27FC236}">
                    <a16:creationId xmlns:a16="http://schemas.microsoft.com/office/drawing/2014/main" id="{8B55EDC0-A712-EDF3-2980-47B3BB5D21F9}"/>
                  </a:ext>
                </a:extLst>
              </p:cNvPr>
              <p:cNvSpPr/>
              <p:nvPr/>
            </p:nvSpPr>
            <p:spPr>
              <a:xfrm>
                <a:off x="3708250" y="3408900"/>
                <a:ext cx="189250" cy="25"/>
              </a:xfrm>
              <a:custGeom>
                <a:avLst/>
                <a:gdLst/>
                <a:ahLst/>
                <a:cxnLst/>
                <a:rect l="l" t="t" r="r" b="b"/>
                <a:pathLst>
                  <a:path w="7570" h="1" fill="none" extrusionOk="0">
                    <a:moveTo>
                      <a:pt x="1" y="1"/>
                    </a:moveTo>
                    <a:lnTo>
                      <a:pt x="7569" y="1"/>
                    </a:lnTo>
                  </a:path>
                </a:pathLst>
              </a:custGeom>
              <a:noFill/>
              <a:ln w="3175" cap="rnd" cmpd="sng">
                <a:solidFill>
                  <a:srgbClr val="222831"/>
                </a:solidFill>
                <a:prstDash val="solid"/>
                <a:miter lim="31669"/>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64" name="Google Shape;1591;p19">
                <a:extLst>
                  <a:ext uri="{FF2B5EF4-FFF2-40B4-BE49-F238E27FC236}">
                    <a16:creationId xmlns:a16="http://schemas.microsoft.com/office/drawing/2014/main" id="{A9AD0BD7-7D31-4C75-BBD2-9BA21A537DF2}"/>
                  </a:ext>
                </a:extLst>
              </p:cNvPr>
              <p:cNvSpPr/>
              <p:nvPr/>
            </p:nvSpPr>
            <p:spPr>
              <a:xfrm>
                <a:off x="3708250" y="3500750"/>
                <a:ext cx="197950" cy="25"/>
              </a:xfrm>
              <a:custGeom>
                <a:avLst/>
                <a:gdLst/>
                <a:ahLst/>
                <a:cxnLst/>
                <a:rect l="l" t="t" r="r" b="b"/>
                <a:pathLst>
                  <a:path w="7918" h="1" fill="none" extrusionOk="0">
                    <a:moveTo>
                      <a:pt x="1" y="0"/>
                    </a:moveTo>
                    <a:lnTo>
                      <a:pt x="7918" y="0"/>
                    </a:lnTo>
                  </a:path>
                </a:pathLst>
              </a:custGeom>
              <a:noFill/>
              <a:ln w="3175" cap="rnd" cmpd="sng">
                <a:solidFill>
                  <a:srgbClr val="222831"/>
                </a:solidFill>
                <a:prstDash val="solid"/>
                <a:miter lim="31669"/>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65" name="Google Shape;1592;p19">
                <a:extLst>
                  <a:ext uri="{FF2B5EF4-FFF2-40B4-BE49-F238E27FC236}">
                    <a16:creationId xmlns:a16="http://schemas.microsoft.com/office/drawing/2014/main" id="{4AF7084F-9896-6F2A-304C-65429A30600D}"/>
                  </a:ext>
                </a:extLst>
              </p:cNvPr>
              <p:cNvSpPr/>
              <p:nvPr/>
            </p:nvSpPr>
            <p:spPr>
              <a:xfrm>
                <a:off x="3708250" y="3447700"/>
                <a:ext cx="338875" cy="25"/>
              </a:xfrm>
              <a:custGeom>
                <a:avLst/>
                <a:gdLst/>
                <a:ahLst/>
                <a:cxnLst/>
                <a:rect l="l" t="t" r="r" b="b"/>
                <a:pathLst>
                  <a:path w="13555" h="1" fill="none" extrusionOk="0">
                    <a:moveTo>
                      <a:pt x="1" y="1"/>
                    </a:moveTo>
                    <a:lnTo>
                      <a:pt x="13555" y="1"/>
                    </a:lnTo>
                  </a:path>
                </a:pathLst>
              </a:custGeom>
              <a:noFill/>
              <a:ln w="3175" cap="rnd" cmpd="sng">
                <a:solidFill>
                  <a:srgbClr val="222831"/>
                </a:solidFill>
                <a:prstDash val="solid"/>
                <a:miter lim="31669"/>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66" name="Google Shape;1593;p19">
                <a:extLst>
                  <a:ext uri="{FF2B5EF4-FFF2-40B4-BE49-F238E27FC236}">
                    <a16:creationId xmlns:a16="http://schemas.microsoft.com/office/drawing/2014/main" id="{5E487939-EAFC-63FB-C356-0F719C51E9FA}"/>
                  </a:ext>
                </a:extLst>
              </p:cNvPr>
              <p:cNvSpPr/>
              <p:nvPr/>
            </p:nvSpPr>
            <p:spPr>
              <a:xfrm>
                <a:off x="3708250" y="3475425"/>
                <a:ext cx="338875" cy="25"/>
              </a:xfrm>
              <a:custGeom>
                <a:avLst/>
                <a:gdLst/>
                <a:ahLst/>
                <a:cxnLst/>
                <a:rect l="l" t="t" r="r" b="b"/>
                <a:pathLst>
                  <a:path w="13555" h="1" fill="none" extrusionOk="0">
                    <a:moveTo>
                      <a:pt x="1" y="0"/>
                    </a:moveTo>
                    <a:lnTo>
                      <a:pt x="13555" y="0"/>
                    </a:lnTo>
                  </a:path>
                </a:pathLst>
              </a:custGeom>
              <a:noFill/>
              <a:ln w="3175" cap="rnd" cmpd="sng">
                <a:solidFill>
                  <a:srgbClr val="222831"/>
                </a:solidFill>
                <a:prstDash val="solid"/>
                <a:miter lim="31669"/>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67" name="Google Shape;1594;p19">
                <a:extLst>
                  <a:ext uri="{FF2B5EF4-FFF2-40B4-BE49-F238E27FC236}">
                    <a16:creationId xmlns:a16="http://schemas.microsoft.com/office/drawing/2014/main" id="{88E9C742-9812-9009-A6F2-3CB4ABA58A5C}"/>
                  </a:ext>
                </a:extLst>
              </p:cNvPr>
              <p:cNvSpPr/>
              <p:nvPr/>
            </p:nvSpPr>
            <p:spPr>
              <a:xfrm>
                <a:off x="3708250" y="3620300"/>
                <a:ext cx="189250" cy="25"/>
              </a:xfrm>
              <a:custGeom>
                <a:avLst/>
                <a:gdLst/>
                <a:ahLst/>
                <a:cxnLst/>
                <a:rect l="l" t="t" r="r" b="b"/>
                <a:pathLst>
                  <a:path w="7570" h="1" fill="none" extrusionOk="0">
                    <a:moveTo>
                      <a:pt x="1" y="0"/>
                    </a:moveTo>
                    <a:lnTo>
                      <a:pt x="7569" y="0"/>
                    </a:lnTo>
                  </a:path>
                </a:pathLst>
              </a:custGeom>
              <a:noFill/>
              <a:ln w="3175" cap="rnd" cmpd="sng">
                <a:solidFill>
                  <a:srgbClr val="222831"/>
                </a:solidFill>
                <a:prstDash val="solid"/>
                <a:miter lim="31669"/>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68" name="Google Shape;1595;p19">
                <a:extLst>
                  <a:ext uri="{FF2B5EF4-FFF2-40B4-BE49-F238E27FC236}">
                    <a16:creationId xmlns:a16="http://schemas.microsoft.com/office/drawing/2014/main" id="{BEE1F63D-1BE0-7451-C3B8-7471E9123FEE}"/>
                  </a:ext>
                </a:extLst>
              </p:cNvPr>
              <p:cNvSpPr/>
              <p:nvPr/>
            </p:nvSpPr>
            <p:spPr>
              <a:xfrm>
                <a:off x="3708250" y="3712150"/>
                <a:ext cx="197950" cy="25"/>
              </a:xfrm>
              <a:custGeom>
                <a:avLst/>
                <a:gdLst/>
                <a:ahLst/>
                <a:cxnLst/>
                <a:rect l="l" t="t" r="r" b="b"/>
                <a:pathLst>
                  <a:path w="7918" h="1" fill="none" extrusionOk="0">
                    <a:moveTo>
                      <a:pt x="1" y="0"/>
                    </a:moveTo>
                    <a:lnTo>
                      <a:pt x="7918" y="0"/>
                    </a:lnTo>
                  </a:path>
                </a:pathLst>
              </a:custGeom>
              <a:noFill/>
              <a:ln w="3175" cap="rnd" cmpd="sng">
                <a:solidFill>
                  <a:srgbClr val="222831"/>
                </a:solidFill>
                <a:prstDash val="solid"/>
                <a:miter lim="31669"/>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69" name="Google Shape;1596;p19">
                <a:extLst>
                  <a:ext uri="{FF2B5EF4-FFF2-40B4-BE49-F238E27FC236}">
                    <a16:creationId xmlns:a16="http://schemas.microsoft.com/office/drawing/2014/main" id="{AED9A6A8-5777-797D-6DC5-F514A7B4F762}"/>
                  </a:ext>
                </a:extLst>
              </p:cNvPr>
              <p:cNvSpPr/>
              <p:nvPr/>
            </p:nvSpPr>
            <p:spPr>
              <a:xfrm>
                <a:off x="3708250" y="3659100"/>
                <a:ext cx="338875" cy="25"/>
              </a:xfrm>
              <a:custGeom>
                <a:avLst/>
                <a:gdLst/>
                <a:ahLst/>
                <a:cxnLst/>
                <a:rect l="l" t="t" r="r" b="b"/>
                <a:pathLst>
                  <a:path w="13555" h="1" fill="none" extrusionOk="0">
                    <a:moveTo>
                      <a:pt x="1" y="0"/>
                    </a:moveTo>
                    <a:lnTo>
                      <a:pt x="13555" y="0"/>
                    </a:lnTo>
                  </a:path>
                </a:pathLst>
              </a:custGeom>
              <a:noFill/>
              <a:ln w="3175" cap="rnd" cmpd="sng">
                <a:solidFill>
                  <a:srgbClr val="222831"/>
                </a:solidFill>
                <a:prstDash val="solid"/>
                <a:miter lim="31669"/>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70" name="Google Shape;1597;p19">
                <a:extLst>
                  <a:ext uri="{FF2B5EF4-FFF2-40B4-BE49-F238E27FC236}">
                    <a16:creationId xmlns:a16="http://schemas.microsoft.com/office/drawing/2014/main" id="{F4D58ED8-6E97-E95F-0449-65CC89BBBCEF}"/>
                  </a:ext>
                </a:extLst>
              </p:cNvPr>
              <p:cNvSpPr/>
              <p:nvPr/>
            </p:nvSpPr>
            <p:spPr>
              <a:xfrm>
                <a:off x="3708250" y="3686800"/>
                <a:ext cx="338875" cy="25"/>
              </a:xfrm>
              <a:custGeom>
                <a:avLst/>
                <a:gdLst/>
                <a:ahLst/>
                <a:cxnLst/>
                <a:rect l="l" t="t" r="r" b="b"/>
                <a:pathLst>
                  <a:path w="13555" h="1" fill="none" extrusionOk="0">
                    <a:moveTo>
                      <a:pt x="1" y="1"/>
                    </a:moveTo>
                    <a:lnTo>
                      <a:pt x="13555" y="1"/>
                    </a:lnTo>
                  </a:path>
                </a:pathLst>
              </a:custGeom>
              <a:noFill/>
              <a:ln w="3175" cap="rnd" cmpd="sng">
                <a:solidFill>
                  <a:srgbClr val="222831"/>
                </a:solidFill>
                <a:prstDash val="solid"/>
                <a:miter lim="31669"/>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71" name="Google Shape;1598;p19">
                <a:extLst>
                  <a:ext uri="{FF2B5EF4-FFF2-40B4-BE49-F238E27FC236}">
                    <a16:creationId xmlns:a16="http://schemas.microsoft.com/office/drawing/2014/main" id="{2EAF5D18-15A0-92B1-ABAB-2312E586B7A1}"/>
                  </a:ext>
                </a:extLst>
              </p:cNvPr>
              <p:cNvSpPr/>
              <p:nvPr/>
            </p:nvSpPr>
            <p:spPr>
              <a:xfrm>
                <a:off x="3708250" y="3830100"/>
                <a:ext cx="189250" cy="25"/>
              </a:xfrm>
              <a:custGeom>
                <a:avLst/>
                <a:gdLst/>
                <a:ahLst/>
                <a:cxnLst/>
                <a:rect l="l" t="t" r="r" b="b"/>
                <a:pathLst>
                  <a:path w="7570" h="1" fill="none" extrusionOk="0">
                    <a:moveTo>
                      <a:pt x="1" y="1"/>
                    </a:moveTo>
                    <a:lnTo>
                      <a:pt x="7569" y="1"/>
                    </a:lnTo>
                  </a:path>
                </a:pathLst>
              </a:custGeom>
              <a:noFill/>
              <a:ln w="3175" cap="rnd" cmpd="sng">
                <a:solidFill>
                  <a:srgbClr val="222831"/>
                </a:solidFill>
                <a:prstDash val="solid"/>
                <a:miter lim="31669"/>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72" name="Google Shape;1599;p19">
                <a:extLst>
                  <a:ext uri="{FF2B5EF4-FFF2-40B4-BE49-F238E27FC236}">
                    <a16:creationId xmlns:a16="http://schemas.microsoft.com/office/drawing/2014/main" id="{833700C0-8958-3A16-D39E-461AB15F6A7C}"/>
                  </a:ext>
                </a:extLst>
              </p:cNvPr>
              <p:cNvSpPr/>
              <p:nvPr/>
            </p:nvSpPr>
            <p:spPr>
              <a:xfrm>
                <a:off x="3708250" y="3922725"/>
                <a:ext cx="197950" cy="25"/>
              </a:xfrm>
              <a:custGeom>
                <a:avLst/>
                <a:gdLst/>
                <a:ahLst/>
                <a:cxnLst/>
                <a:rect l="l" t="t" r="r" b="b"/>
                <a:pathLst>
                  <a:path w="7918" h="1" fill="none" extrusionOk="0">
                    <a:moveTo>
                      <a:pt x="1" y="1"/>
                    </a:moveTo>
                    <a:lnTo>
                      <a:pt x="7918" y="1"/>
                    </a:lnTo>
                  </a:path>
                </a:pathLst>
              </a:custGeom>
              <a:noFill/>
              <a:ln w="3175" cap="rnd" cmpd="sng">
                <a:solidFill>
                  <a:srgbClr val="222831"/>
                </a:solidFill>
                <a:prstDash val="solid"/>
                <a:miter lim="31669"/>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73" name="Google Shape;1600;p19">
                <a:extLst>
                  <a:ext uri="{FF2B5EF4-FFF2-40B4-BE49-F238E27FC236}">
                    <a16:creationId xmlns:a16="http://schemas.microsoft.com/office/drawing/2014/main" id="{B5011D26-AB84-DCBA-1269-83543E014D8F}"/>
                  </a:ext>
                </a:extLst>
              </p:cNvPr>
              <p:cNvSpPr/>
              <p:nvPr/>
            </p:nvSpPr>
            <p:spPr>
              <a:xfrm>
                <a:off x="3708250" y="3869700"/>
                <a:ext cx="338875" cy="25"/>
              </a:xfrm>
              <a:custGeom>
                <a:avLst/>
                <a:gdLst/>
                <a:ahLst/>
                <a:cxnLst/>
                <a:rect l="l" t="t" r="r" b="b"/>
                <a:pathLst>
                  <a:path w="13555" h="1" fill="none" extrusionOk="0">
                    <a:moveTo>
                      <a:pt x="1" y="0"/>
                    </a:moveTo>
                    <a:lnTo>
                      <a:pt x="13555" y="0"/>
                    </a:lnTo>
                  </a:path>
                </a:pathLst>
              </a:custGeom>
              <a:noFill/>
              <a:ln w="3175" cap="rnd" cmpd="sng">
                <a:solidFill>
                  <a:srgbClr val="222831"/>
                </a:solidFill>
                <a:prstDash val="solid"/>
                <a:miter lim="31669"/>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74" name="Google Shape;1601;p19">
                <a:extLst>
                  <a:ext uri="{FF2B5EF4-FFF2-40B4-BE49-F238E27FC236}">
                    <a16:creationId xmlns:a16="http://schemas.microsoft.com/office/drawing/2014/main" id="{A5B58DD7-22F8-3D1D-28C5-13D781FECC82}"/>
                  </a:ext>
                </a:extLst>
              </p:cNvPr>
              <p:cNvSpPr/>
              <p:nvPr/>
            </p:nvSpPr>
            <p:spPr>
              <a:xfrm>
                <a:off x="3708250" y="3897400"/>
                <a:ext cx="338875" cy="25"/>
              </a:xfrm>
              <a:custGeom>
                <a:avLst/>
                <a:gdLst/>
                <a:ahLst/>
                <a:cxnLst/>
                <a:rect l="l" t="t" r="r" b="b"/>
                <a:pathLst>
                  <a:path w="13555" h="1" fill="none" extrusionOk="0">
                    <a:moveTo>
                      <a:pt x="1" y="1"/>
                    </a:moveTo>
                    <a:lnTo>
                      <a:pt x="13555" y="1"/>
                    </a:lnTo>
                  </a:path>
                </a:pathLst>
              </a:custGeom>
              <a:noFill/>
              <a:ln w="3175" cap="rnd" cmpd="sng">
                <a:solidFill>
                  <a:srgbClr val="222831"/>
                </a:solidFill>
                <a:prstDash val="solid"/>
                <a:miter lim="31669"/>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75" name="Google Shape;1602;p19">
                <a:extLst>
                  <a:ext uri="{FF2B5EF4-FFF2-40B4-BE49-F238E27FC236}">
                    <a16:creationId xmlns:a16="http://schemas.microsoft.com/office/drawing/2014/main" id="{FC1E9A24-846C-9FF7-66DC-15407EDBB9E2}"/>
                  </a:ext>
                </a:extLst>
              </p:cNvPr>
              <p:cNvSpPr/>
              <p:nvPr/>
            </p:nvSpPr>
            <p:spPr>
              <a:xfrm>
                <a:off x="3708250" y="4041500"/>
                <a:ext cx="189250" cy="25"/>
              </a:xfrm>
              <a:custGeom>
                <a:avLst/>
                <a:gdLst/>
                <a:ahLst/>
                <a:cxnLst/>
                <a:rect l="l" t="t" r="r" b="b"/>
                <a:pathLst>
                  <a:path w="7570" h="1" fill="none" extrusionOk="0">
                    <a:moveTo>
                      <a:pt x="1" y="0"/>
                    </a:moveTo>
                    <a:lnTo>
                      <a:pt x="7569" y="0"/>
                    </a:lnTo>
                  </a:path>
                </a:pathLst>
              </a:custGeom>
              <a:noFill/>
              <a:ln w="3175" cap="rnd" cmpd="sng">
                <a:solidFill>
                  <a:srgbClr val="222831"/>
                </a:solidFill>
                <a:prstDash val="solid"/>
                <a:miter lim="31669"/>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76" name="Google Shape;1603;p19">
                <a:extLst>
                  <a:ext uri="{FF2B5EF4-FFF2-40B4-BE49-F238E27FC236}">
                    <a16:creationId xmlns:a16="http://schemas.microsoft.com/office/drawing/2014/main" id="{DAA46ACB-DB6C-578E-D004-3F210EB81EF9}"/>
                  </a:ext>
                </a:extLst>
              </p:cNvPr>
              <p:cNvSpPr/>
              <p:nvPr/>
            </p:nvSpPr>
            <p:spPr>
              <a:xfrm>
                <a:off x="3708250" y="4134125"/>
                <a:ext cx="197950" cy="25"/>
              </a:xfrm>
              <a:custGeom>
                <a:avLst/>
                <a:gdLst/>
                <a:ahLst/>
                <a:cxnLst/>
                <a:rect l="l" t="t" r="r" b="b"/>
                <a:pathLst>
                  <a:path w="7918" h="1" fill="none" extrusionOk="0">
                    <a:moveTo>
                      <a:pt x="1" y="1"/>
                    </a:moveTo>
                    <a:lnTo>
                      <a:pt x="7918" y="1"/>
                    </a:lnTo>
                  </a:path>
                </a:pathLst>
              </a:custGeom>
              <a:noFill/>
              <a:ln w="3175" cap="rnd" cmpd="sng">
                <a:solidFill>
                  <a:srgbClr val="222831"/>
                </a:solidFill>
                <a:prstDash val="solid"/>
                <a:miter lim="31669"/>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77" name="Google Shape;1604;p19">
                <a:extLst>
                  <a:ext uri="{FF2B5EF4-FFF2-40B4-BE49-F238E27FC236}">
                    <a16:creationId xmlns:a16="http://schemas.microsoft.com/office/drawing/2014/main" id="{22DB588C-2578-1BF3-38BA-BD6269A0A230}"/>
                  </a:ext>
                </a:extLst>
              </p:cNvPr>
              <p:cNvSpPr/>
              <p:nvPr/>
            </p:nvSpPr>
            <p:spPr>
              <a:xfrm>
                <a:off x="3708250" y="4081075"/>
                <a:ext cx="338875" cy="25"/>
              </a:xfrm>
              <a:custGeom>
                <a:avLst/>
                <a:gdLst/>
                <a:ahLst/>
                <a:cxnLst/>
                <a:rect l="l" t="t" r="r" b="b"/>
                <a:pathLst>
                  <a:path w="13555" h="1" fill="none" extrusionOk="0">
                    <a:moveTo>
                      <a:pt x="1" y="1"/>
                    </a:moveTo>
                    <a:lnTo>
                      <a:pt x="13555" y="1"/>
                    </a:lnTo>
                  </a:path>
                </a:pathLst>
              </a:custGeom>
              <a:noFill/>
              <a:ln w="3175" cap="rnd" cmpd="sng">
                <a:solidFill>
                  <a:srgbClr val="222831"/>
                </a:solidFill>
                <a:prstDash val="solid"/>
                <a:miter lim="31669"/>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78" name="Google Shape;1605;p19">
                <a:extLst>
                  <a:ext uri="{FF2B5EF4-FFF2-40B4-BE49-F238E27FC236}">
                    <a16:creationId xmlns:a16="http://schemas.microsoft.com/office/drawing/2014/main" id="{AB73D9CD-F2AB-11A5-A717-906A8599782E}"/>
                  </a:ext>
                </a:extLst>
              </p:cNvPr>
              <p:cNvSpPr/>
              <p:nvPr/>
            </p:nvSpPr>
            <p:spPr>
              <a:xfrm>
                <a:off x="3708250" y="4108800"/>
                <a:ext cx="338875" cy="25"/>
              </a:xfrm>
              <a:custGeom>
                <a:avLst/>
                <a:gdLst/>
                <a:ahLst/>
                <a:cxnLst/>
                <a:rect l="l" t="t" r="r" b="b"/>
                <a:pathLst>
                  <a:path w="13555" h="1" fill="none" extrusionOk="0">
                    <a:moveTo>
                      <a:pt x="1" y="0"/>
                    </a:moveTo>
                    <a:lnTo>
                      <a:pt x="13555" y="0"/>
                    </a:lnTo>
                  </a:path>
                </a:pathLst>
              </a:custGeom>
              <a:noFill/>
              <a:ln w="3175" cap="rnd" cmpd="sng">
                <a:solidFill>
                  <a:srgbClr val="222831"/>
                </a:solidFill>
                <a:prstDash val="solid"/>
                <a:miter lim="31669"/>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79" name="Google Shape;1606;p19">
                <a:extLst>
                  <a:ext uri="{FF2B5EF4-FFF2-40B4-BE49-F238E27FC236}">
                    <a16:creationId xmlns:a16="http://schemas.microsoft.com/office/drawing/2014/main" id="{83FC2E81-CDA6-0017-73E8-3BA565B46D86}"/>
                  </a:ext>
                </a:extLst>
              </p:cNvPr>
              <p:cNvSpPr/>
              <p:nvPr/>
            </p:nvSpPr>
            <p:spPr>
              <a:xfrm>
                <a:off x="3708250" y="4252100"/>
                <a:ext cx="189250" cy="25"/>
              </a:xfrm>
              <a:custGeom>
                <a:avLst/>
                <a:gdLst/>
                <a:ahLst/>
                <a:cxnLst/>
                <a:rect l="l" t="t" r="r" b="b"/>
                <a:pathLst>
                  <a:path w="7570" h="1" fill="none" extrusionOk="0">
                    <a:moveTo>
                      <a:pt x="1" y="0"/>
                    </a:moveTo>
                    <a:lnTo>
                      <a:pt x="7569" y="0"/>
                    </a:lnTo>
                  </a:path>
                </a:pathLst>
              </a:custGeom>
              <a:noFill/>
              <a:ln w="3175" cap="rnd" cmpd="sng">
                <a:solidFill>
                  <a:srgbClr val="222831"/>
                </a:solidFill>
                <a:prstDash val="solid"/>
                <a:miter lim="31669"/>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80" name="Google Shape;1607;p19">
                <a:extLst>
                  <a:ext uri="{FF2B5EF4-FFF2-40B4-BE49-F238E27FC236}">
                    <a16:creationId xmlns:a16="http://schemas.microsoft.com/office/drawing/2014/main" id="{B67F5C74-D25B-DFE4-4BA3-0A14E2CD358A}"/>
                  </a:ext>
                </a:extLst>
              </p:cNvPr>
              <p:cNvSpPr/>
              <p:nvPr/>
            </p:nvSpPr>
            <p:spPr>
              <a:xfrm>
                <a:off x="3708250" y="4343925"/>
                <a:ext cx="197950" cy="25"/>
              </a:xfrm>
              <a:custGeom>
                <a:avLst/>
                <a:gdLst/>
                <a:ahLst/>
                <a:cxnLst/>
                <a:rect l="l" t="t" r="r" b="b"/>
                <a:pathLst>
                  <a:path w="7918" h="1" fill="none" extrusionOk="0">
                    <a:moveTo>
                      <a:pt x="1" y="1"/>
                    </a:moveTo>
                    <a:lnTo>
                      <a:pt x="7918" y="1"/>
                    </a:lnTo>
                  </a:path>
                </a:pathLst>
              </a:custGeom>
              <a:noFill/>
              <a:ln w="3175" cap="rnd" cmpd="sng">
                <a:solidFill>
                  <a:srgbClr val="222831"/>
                </a:solidFill>
                <a:prstDash val="solid"/>
                <a:miter lim="31669"/>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81" name="Google Shape;1608;p19">
                <a:extLst>
                  <a:ext uri="{FF2B5EF4-FFF2-40B4-BE49-F238E27FC236}">
                    <a16:creationId xmlns:a16="http://schemas.microsoft.com/office/drawing/2014/main" id="{E39D8FFB-2A43-1E33-9D9F-B84AB9B13099}"/>
                  </a:ext>
                </a:extLst>
              </p:cNvPr>
              <p:cNvSpPr/>
              <p:nvPr/>
            </p:nvSpPr>
            <p:spPr>
              <a:xfrm>
                <a:off x="3708250" y="4291675"/>
                <a:ext cx="338875" cy="25"/>
              </a:xfrm>
              <a:custGeom>
                <a:avLst/>
                <a:gdLst/>
                <a:ahLst/>
                <a:cxnLst/>
                <a:rect l="l" t="t" r="r" b="b"/>
                <a:pathLst>
                  <a:path w="13555" h="1" fill="none" extrusionOk="0">
                    <a:moveTo>
                      <a:pt x="1" y="1"/>
                    </a:moveTo>
                    <a:lnTo>
                      <a:pt x="13555" y="1"/>
                    </a:lnTo>
                  </a:path>
                </a:pathLst>
              </a:custGeom>
              <a:noFill/>
              <a:ln w="3175" cap="rnd" cmpd="sng">
                <a:solidFill>
                  <a:srgbClr val="222831"/>
                </a:solidFill>
                <a:prstDash val="solid"/>
                <a:miter lim="31669"/>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82" name="Google Shape;1609;p19">
                <a:extLst>
                  <a:ext uri="{FF2B5EF4-FFF2-40B4-BE49-F238E27FC236}">
                    <a16:creationId xmlns:a16="http://schemas.microsoft.com/office/drawing/2014/main" id="{5F147703-418A-6AA6-CBF3-AE7FE24B0660}"/>
                  </a:ext>
                </a:extLst>
              </p:cNvPr>
              <p:cNvSpPr/>
              <p:nvPr/>
            </p:nvSpPr>
            <p:spPr>
              <a:xfrm>
                <a:off x="3708250" y="4318600"/>
                <a:ext cx="338875" cy="25"/>
              </a:xfrm>
              <a:custGeom>
                <a:avLst/>
                <a:gdLst/>
                <a:ahLst/>
                <a:cxnLst/>
                <a:rect l="l" t="t" r="r" b="b"/>
                <a:pathLst>
                  <a:path w="13555" h="1" fill="none" extrusionOk="0">
                    <a:moveTo>
                      <a:pt x="1" y="0"/>
                    </a:moveTo>
                    <a:lnTo>
                      <a:pt x="13555" y="0"/>
                    </a:lnTo>
                  </a:path>
                </a:pathLst>
              </a:custGeom>
              <a:noFill/>
              <a:ln w="3175" cap="rnd" cmpd="sng">
                <a:solidFill>
                  <a:srgbClr val="222831"/>
                </a:solidFill>
                <a:prstDash val="solid"/>
                <a:miter lim="31669"/>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83" name="Google Shape;1610;p19">
                <a:extLst>
                  <a:ext uri="{FF2B5EF4-FFF2-40B4-BE49-F238E27FC236}">
                    <a16:creationId xmlns:a16="http://schemas.microsoft.com/office/drawing/2014/main" id="{8DAEB431-986B-AC91-FEF3-A861DF4EA13B}"/>
                  </a:ext>
                </a:extLst>
              </p:cNvPr>
              <p:cNvSpPr/>
              <p:nvPr/>
            </p:nvSpPr>
            <p:spPr>
              <a:xfrm>
                <a:off x="4022575" y="3070850"/>
                <a:ext cx="61775" cy="25"/>
              </a:xfrm>
              <a:custGeom>
                <a:avLst/>
                <a:gdLst/>
                <a:ahLst/>
                <a:cxnLst/>
                <a:rect l="l" t="t" r="r" b="b"/>
                <a:pathLst>
                  <a:path w="2471" h="1" fill="none" extrusionOk="0">
                    <a:moveTo>
                      <a:pt x="0" y="0"/>
                    </a:moveTo>
                    <a:lnTo>
                      <a:pt x="2470" y="0"/>
                    </a:lnTo>
                  </a:path>
                </a:pathLst>
              </a:custGeom>
              <a:noFill/>
              <a:ln w="3175" cap="rnd" cmpd="sng">
                <a:solidFill>
                  <a:srgbClr val="222831"/>
                </a:solidFill>
                <a:prstDash val="solid"/>
                <a:miter lim="31669"/>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84" name="Google Shape;1611;p19">
                <a:extLst>
                  <a:ext uri="{FF2B5EF4-FFF2-40B4-BE49-F238E27FC236}">
                    <a16:creationId xmlns:a16="http://schemas.microsoft.com/office/drawing/2014/main" id="{3FD18971-7FCE-5DC8-E27E-FC60573E5C1C}"/>
                  </a:ext>
                </a:extLst>
              </p:cNvPr>
              <p:cNvSpPr/>
              <p:nvPr/>
            </p:nvSpPr>
            <p:spPr>
              <a:xfrm>
                <a:off x="4022575" y="3086675"/>
                <a:ext cx="61775" cy="25"/>
              </a:xfrm>
              <a:custGeom>
                <a:avLst/>
                <a:gdLst/>
                <a:ahLst/>
                <a:cxnLst/>
                <a:rect l="l" t="t" r="r" b="b"/>
                <a:pathLst>
                  <a:path w="2471" h="1" fill="none" extrusionOk="0">
                    <a:moveTo>
                      <a:pt x="0" y="1"/>
                    </a:moveTo>
                    <a:lnTo>
                      <a:pt x="2470" y="1"/>
                    </a:lnTo>
                  </a:path>
                </a:pathLst>
              </a:custGeom>
              <a:noFill/>
              <a:ln w="3175" cap="rnd" cmpd="sng">
                <a:solidFill>
                  <a:srgbClr val="222831"/>
                </a:solidFill>
                <a:prstDash val="solid"/>
                <a:miter lim="31669"/>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85" name="Google Shape;1612;p19">
                <a:extLst>
                  <a:ext uri="{FF2B5EF4-FFF2-40B4-BE49-F238E27FC236}">
                    <a16:creationId xmlns:a16="http://schemas.microsoft.com/office/drawing/2014/main" id="{4950A9E9-8057-7D74-DD40-F4D572951057}"/>
                  </a:ext>
                </a:extLst>
              </p:cNvPr>
              <p:cNvSpPr/>
              <p:nvPr/>
            </p:nvSpPr>
            <p:spPr>
              <a:xfrm>
                <a:off x="4022575" y="3102525"/>
                <a:ext cx="61775" cy="25"/>
              </a:xfrm>
              <a:custGeom>
                <a:avLst/>
                <a:gdLst/>
                <a:ahLst/>
                <a:cxnLst/>
                <a:rect l="l" t="t" r="r" b="b"/>
                <a:pathLst>
                  <a:path w="2471" h="1" fill="none" extrusionOk="0">
                    <a:moveTo>
                      <a:pt x="0" y="0"/>
                    </a:moveTo>
                    <a:lnTo>
                      <a:pt x="2470" y="0"/>
                    </a:lnTo>
                  </a:path>
                </a:pathLst>
              </a:custGeom>
              <a:noFill/>
              <a:ln w="3175" cap="rnd" cmpd="sng">
                <a:solidFill>
                  <a:srgbClr val="222831"/>
                </a:solidFill>
                <a:prstDash val="solid"/>
                <a:miter lim="31669"/>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86" name="Google Shape;1613;p19">
                <a:extLst>
                  <a:ext uri="{FF2B5EF4-FFF2-40B4-BE49-F238E27FC236}">
                    <a16:creationId xmlns:a16="http://schemas.microsoft.com/office/drawing/2014/main" id="{B301C140-E194-3A89-5C93-1D0A5FE46A26}"/>
                  </a:ext>
                </a:extLst>
              </p:cNvPr>
              <p:cNvSpPr/>
              <p:nvPr/>
            </p:nvSpPr>
            <p:spPr>
              <a:xfrm>
                <a:off x="3991700" y="3227600"/>
                <a:ext cx="55425" cy="56050"/>
              </a:xfrm>
              <a:custGeom>
                <a:avLst/>
                <a:gdLst/>
                <a:ahLst/>
                <a:cxnLst/>
                <a:rect l="l" t="t" r="r" b="b"/>
                <a:pathLst>
                  <a:path w="2217" h="2242" extrusionOk="0">
                    <a:moveTo>
                      <a:pt x="855" y="191"/>
                    </a:moveTo>
                    <a:cubicBezTo>
                      <a:pt x="1203" y="191"/>
                      <a:pt x="1520" y="476"/>
                      <a:pt x="1520" y="856"/>
                    </a:cubicBezTo>
                    <a:cubicBezTo>
                      <a:pt x="1520" y="1236"/>
                      <a:pt x="1203" y="1552"/>
                      <a:pt x="855" y="1552"/>
                    </a:cubicBezTo>
                    <a:cubicBezTo>
                      <a:pt x="475" y="1552"/>
                      <a:pt x="158" y="1236"/>
                      <a:pt x="158" y="856"/>
                    </a:cubicBezTo>
                    <a:cubicBezTo>
                      <a:pt x="158" y="476"/>
                      <a:pt x="475" y="191"/>
                      <a:pt x="855" y="191"/>
                    </a:cubicBezTo>
                    <a:close/>
                    <a:moveTo>
                      <a:pt x="855" y="1"/>
                    </a:moveTo>
                    <a:cubicBezTo>
                      <a:pt x="380" y="1"/>
                      <a:pt x="0" y="381"/>
                      <a:pt x="0" y="856"/>
                    </a:cubicBezTo>
                    <a:cubicBezTo>
                      <a:pt x="0" y="1331"/>
                      <a:pt x="380" y="1711"/>
                      <a:pt x="855" y="1711"/>
                    </a:cubicBezTo>
                    <a:cubicBezTo>
                      <a:pt x="1045" y="1711"/>
                      <a:pt x="1235" y="1647"/>
                      <a:pt x="1393" y="1521"/>
                    </a:cubicBezTo>
                    <a:lnTo>
                      <a:pt x="2090" y="2218"/>
                    </a:lnTo>
                    <a:cubicBezTo>
                      <a:pt x="2106" y="2233"/>
                      <a:pt x="2122" y="2241"/>
                      <a:pt x="2138" y="2241"/>
                    </a:cubicBezTo>
                    <a:cubicBezTo>
                      <a:pt x="2154" y="2241"/>
                      <a:pt x="2169" y="2233"/>
                      <a:pt x="2185" y="2218"/>
                    </a:cubicBezTo>
                    <a:cubicBezTo>
                      <a:pt x="2217" y="2186"/>
                      <a:pt x="2217" y="2123"/>
                      <a:pt x="2185" y="2091"/>
                    </a:cubicBezTo>
                    <a:lnTo>
                      <a:pt x="1489" y="1394"/>
                    </a:lnTo>
                    <a:cubicBezTo>
                      <a:pt x="1615" y="1236"/>
                      <a:pt x="1679" y="1046"/>
                      <a:pt x="1679" y="856"/>
                    </a:cubicBezTo>
                    <a:cubicBezTo>
                      <a:pt x="1679" y="381"/>
                      <a:pt x="1298" y="1"/>
                      <a:pt x="855" y="1"/>
                    </a:cubicBezTo>
                    <a:close/>
                  </a:path>
                </a:pathLst>
              </a:custGeom>
              <a:solidFill>
                <a:srgbClr val="22283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87" name="Google Shape;1614;p19">
                <a:extLst>
                  <a:ext uri="{FF2B5EF4-FFF2-40B4-BE49-F238E27FC236}">
                    <a16:creationId xmlns:a16="http://schemas.microsoft.com/office/drawing/2014/main" id="{DF2A15A0-E8CD-0206-BF38-103497EB88F0}"/>
                  </a:ext>
                </a:extLst>
              </p:cNvPr>
              <p:cNvSpPr/>
              <p:nvPr/>
            </p:nvSpPr>
            <p:spPr>
              <a:xfrm>
                <a:off x="3502400" y="3202275"/>
                <a:ext cx="580350" cy="107700"/>
              </a:xfrm>
              <a:custGeom>
                <a:avLst/>
                <a:gdLst/>
                <a:ahLst/>
                <a:cxnLst/>
                <a:rect l="l" t="t" r="r" b="b"/>
                <a:pathLst>
                  <a:path w="23214" h="4308" fill="none" extrusionOk="0">
                    <a:moveTo>
                      <a:pt x="21536" y="4307"/>
                    </a:moveTo>
                    <a:lnTo>
                      <a:pt x="1679" y="4307"/>
                    </a:lnTo>
                    <a:cubicBezTo>
                      <a:pt x="761" y="4307"/>
                      <a:pt x="1" y="3547"/>
                      <a:pt x="1" y="2629"/>
                    </a:cubicBezTo>
                    <a:lnTo>
                      <a:pt x="1" y="1710"/>
                    </a:lnTo>
                    <a:cubicBezTo>
                      <a:pt x="1" y="760"/>
                      <a:pt x="761" y="0"/>
                      <a:pt x="1679" y="0"/>
                    </a:cubicBezTo>
                    <a:lnTo>
                      <a:pt x="21536" y="0"/>
                    </a:lnTo>
                    <a:cubicBezTo>
                      <a:pt x="22454" y="0"/>
                      <a:pt x="23214" y="760"/>
                      <a:pt x="23214" y="1710"/>
                    </a:cubicBezTo>
                    <a:lnTo>
                      <a:pt x="23214" y="2629"/>
                    </a:lnTo>
                    <a:cubicBezTo>
                      <a:pt x="23214" y="3547"/>
                      <a:pt x="22454" y="4307"/>
                      <a:pt x="21536" y="4307"/>
                    </a:cubicBezTo>
                    <a:close/>
                  </a:path>
                </a:pathLst>
              </a:custGeom>
              <a:noFill/>
              <a:ln w="3175" cap="rnd" cmpd="sng">
                <a:solidFill>
                  <a:srgbClr val="222831"/>
                </a:solidFill>
                <a:prstDash val="solid"/>
                <a:miter lim="31669"/>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88" name="Google Shape;1615;p19">
                <a:extLst>
                  <a:ext uri="{FF2B5EF4-FFF2-40B4-BE49-F238E27FC236}">
                    <a16:creationId xmlns:a16="http://schemas.microsoft.com/office/drawing/2014/main" id="{0B783432-2708-A242-DC0E-B713D0DD8EF7}"/>
                  </a:ext>
                </a:extLst>
              </p:cNvPr>
              <p:cNvSpPr/>
              <p:nvPr/>
            </p:nvSpPr>
            <p:spPr>
              <a:xfrm>
                <a:off x="3528525" y="3070250"/>
                <a:ext cx="42775" cy="48925"/>
              </a:xfrm>
              <a:custGeom>
                <a:avLst/>
                <a:gdLst/>
                <a:ahLst/>
                <a:cxnLst/>
                <a:rect l="l" t="t" r="r" b="b"/>
                <a:pathLst>
                  <a:path w="1711" h="1957" extrusionOk="0">
                    <a:moveTo>
                      <a:pt x="856" y="183"/>
                    </a:moveTo>
                    <a:lnTo>
                      <a:pt x="1584" y="848"/>
                    </a:lnTo>
                    <a:lnTo>
                      <a:pt x="1584" y="1798"/>
                    </a:lnTo>
                    <a:lnTo>
                      <a:pt x="1172" y="1798"/>
                    </a:lnTo>
                    <a:lnTo>
                      <a:pt x="1172" y="1323"/>
                    </a:lnTo>
                    <a:cubicBezTo>
                      <a:pt x="1172" y="1291"/>
                      <a:pt x="1141" y="1259"/>
                      <a:pt x="1109" y="1259"/>
                    </a:cubicBezTo>
                    <a:lnTo>
                      <a:pt x="634" y="1259"/>
                    </a:lnTo>
                    <a:cubicBezTo>
                      <a:pt x="602" y="1259"/>
                      <a:pt x="571" y="1291"/>
                      <a:pt x="571" y="1323"/>
                    </a:cubicBezTo>
                    <a:lnTo>
                      <a:pt x="571" y="1798"/>
                    </a:lnTo>
                    <a:lnTo>
                      <a:pt x="159" y="1798"/>
                    </a:lnTo>
                    <a:lnTo>
                      <a:pt x="159" y="848"/>
                    </a:lnTo>
                    <a:lnTo>
                      <a:pt x="856" y="183"/>
                    </a:lnTo>
                    <a:close/>
                    <a:moveTo>
                      <a:pt x="840" y="1"/>
                    </a:moveTo>
                    <a:cubicBezTo>
                      <a:pt x="824" y="1"/>
                      <a:pt x="808" y="8"/>
                      <a:pt x="792" y="24"/>
                    </a:cubicBezTo>
                    <a:lnTo>
                      <a:pt x="32" y="784"/>
                    </a:lnTo>
                    <a:cubicBezTo>
                      <a:pt x="32" y="784"/>
                      <a:pt x="1" y="784"/>
                      <a:pt x="1" y="816"/>
                    </a:cubicBezTo>
                    <a:lnTo>
                      <a:pt x="1" y="1893"/>
                    </a:lnTo>
                    <a:cubicBezTo>
                      <a:pt x="1" y="1924"/>
                      <a:pt x="64" y="1956"/>
                      <a:pt x="96" y="1956"/>
                    </a:cubicBezTo>
                    <a:lnTo>
                      <a:pt x="634" y="1956"/>
                    </a:lnTo>
                    <a:cubicBezTo>
                      <a:pt x="697" y="1956"/>
                      <a:pt x="729" y="1924"/>
                      <a:pt x="729" y="1893"/>
                    </a:cubicBezTo>
                    <a:lnTo>
                      <a:pt x="729" y="1386"/>
                    </a:lnTo>
                    <a:lnTo>
                      <a:pt x="1014" y="1386"/>
                    </a:lnTo>
                    <a:lnTo>
                      <a:pt x="1014" y="1893"/>
                    </a:lnTo>
                    <a:cubicBezTo>
                      <a:pt x="1014" y="1924"/>
                      <a:pt x="1046" y="1956"/>
                      <a:pt x="1109" y="1956"/>
                    </a:cubicBezTo>
                    <a:lnTo>
                      <a:pt x="1647" y="1956"/>
                    </a:lnTo>
                    <a:cubicBezTo>
                      <a:pt x="1679" y="1956"/>
                      <a:pt x="1711" y="1924"/>
                      <a:pt x="1711" y="1893"/>
                    </a:cubicBezTo>
                    <a:lnTo>
                      <a:pt x="1711" y="816"/>
                    </a:lnTo>
                    <a:cubicBezTo>
                      <a:pt x="1711" y="816"/>
                      <a:pt x="1711" y="784"/>
                      <a:pt x="1711" y="784"/>
                    </a:cubicBezTo>
                    <a:lnTo>
                      <a:pt x="887" y="24"/>
                    </a:lnTo>
                    <a:cubicBezTo>
                      <a:pt x="872" y="8"/>
                      <a:pt x="856" y="1"/>
                      <a:pt x="840" y="1"/>
                    </a:cubicBezTo>
                    <a:close/>
                  </a:path>
                </a:pathLst>
              </a:custGeom>
              <a:solidFill>
                <a:srgbClr val="22283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1914" name="Google Shape;1616;p19">
              <a:extLst>
                <a:ext uri="{FF2B5EF4-FFF2-40B4-BE49-F238E27FC236}">
                  <a16:creationId xmlns:a16="http://schemas.microsoft.com/office/drawing/2014/main" id="{D9E1FA67-2C2E-0339-CE1C-D991DE22B86D}"/>
                </a:ext>
              </a:extLst>
            </p:cNvPr>
            <p:cNvSpPr txBox="1"/>
            <p:nvPr/>
          </p:nvSpPr>
          <p:spPr>
            <a:xfrm>
              <a:off x="533400" y="1324625"/>
              <a:ext cx="2033100" cy="299100"/>
            </a:xfrm>
            <a:prstGeom prst="rect">
              <a:avLst/>
            </a:prstGeom>
            <a:noFill/>
            <a:ln>
              <a:noFill/>
            </a:ln>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ar-LY" sz="1200" b="1" i="0" u="none" strike="noStrike" kern="1200" cap="none" spc="0" normalizeH="0" baseline="0" noProof="0">
                  <a:ln>
                    <a:noFill/>
                  </a:ln>
                  <a:solidFill>
                    <a:srgbClr val="CCCCCC"/>
                  </a:solidFill>
                  <a:effectLst/>
                  <a:uLnTx/>
                  <a:uFillTx/>
                  <a:latin typeface="Fira Sans Extra Condensed Medium"/>
                  <a:ea typeface="Fira Sans Extra Condensed Medium"/>
                  <a:cs typeface="Fira Sans Extra Condensed Medium"/>
                  <a:sym typeface="Fira Sans Extra Condensed Medium"/>
                </a:rPr>
                <a:t>03</a:t>
              </a:r>
              <a:endParaRPr kumimoji="0" lang="en" sz="1200" b="1" i="0" u="none" strike="noStrike" kern="1200" cap="none" spc="0" normalizeH="0" baseline="0" noProof="0">
                <a:ln>
                  <a:noFill/>
                </a:ln>
                <a:solidFill>
                  <a:srgbClr val="CCCCCC"/>
                </a:solidFill>
                <a:effectLst/>
                <a:uLnTx/>
                <a:uFillTx/>
                <a:latin typeface="Fira Sans Extra Condensed Medium"/>
                <a:ea typeface="Fira Sans Extra Condensed Medium"/>
                <a:cs typeface="Fira Sans Extra Condensed Medium"/>
                <a:sym typeface="Fira Sans Extra Condensed Medium"/>
              </a:endParaRPr>
            </a:p>
          </p:txBody>
        </p:sp>
        <p:sp>
          <p:nvSpPr>
            <p:cNvPr id="1915" name="Google Shape;1617;p19">
              <a:extLst>
                <a:ext uri="{FF2B5EF4-FFF2-40B4-BE49-F238E27FC236}">
                  <a16:creationId xmlns:a16="http://schemas.microsoft.com/office/drawing/2014/main" id="{1DE1C88E-1F34-9B0D-FB3E-B9A461B3E546}"/>
                </a:ext>
              </a:extLst>
            </p:cNvPr>
            <p:cNvSpPr txBox="1"/>
            <p:nvPr/>
          </p:nvSpPr>
          <p:spPr>
            <a:xfrm>
              <a:off x="533400" y="1540876"/>
              <a:ext cx="2033100" cy="532800"/>
            </a:xfrm>
            <a:prstGeom prst="rect">
              <a:avLst/>
            </a:prstGeom>
            <a:noFill/>
            <a:ln>
              <a:noFill/>
            </a:ln>
          </p:spPr>
          <p:txBody>
            <a:bodyPr spcFirstLastPara="1" wrap="square" lIns="91425" tIns="91425" rIns="91425" bIns="91425" anchor="t"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ar-LY" sz="1100" b="1" i="0" u="none" strike="noStrike" kern="1200" cap="none" spc="0" normalizeH="0" baseline="0" noProof="0">
                  <a:ln>
                    <a:noFill/>
                  </a:ln>
                  <a:solidFill>
                    <a:prstClr val="white"/>
                  </a:solidFill>
                  <a:effectLst/>
                  <a:uLnTx/>
                  <a:uFillTx/>
                  <a:latin typeface="Calibri" panose="020F0502020204030204"/>
                  <a:ea typeface="+mn-ea"/>
                  <a:cs typeface="29LT Bukra Bold" panose="000B0903020204020204"/>
                  <a:sym typeface="Fira Sans"/>
                </a:rPr>
                <a:t>إعادة هيكلة باقات نت للكل اكسترا جعل الايراد يزيد بمعدل 20 ضعف من هذه الباقات</a:t>
              </a:r>
              <a:endParaRPr kumimoji="0" sz="1100" b="1" i="0" u="none" strike="noStrike" kern="1200" cap="none" spc="0" normalizeH="0" baseline="0" noProof="0">
                <a:ln>
                  <a:noFill/>
                </a:ln>
                <a:solidFill>
                  <a:prstClr val="white"/>
                </a:solidFill>
                <a:effectLst/>
                <a:uLnTx/>
                <a:uFillTx/>
                <a:latin typeface="Calibri" panose="020F0502020204030204"/>
                <a:ea typeface="+mn-ea"/>
                <a:cs typeface="29LT Bukra Bold" panose="000B0903020204020204"/>
                <a:sym typeface="Fira Sans"/>
              </a:endParaRPr>
            </a:p>
          </p:txBody>
        </p:sp>
        <p:sp>
          <p:nvSpPr>
            <p:cNvPr id="1916" name="Google Shape;1618;p19">
              <a:extLst>
                <a:ext uri="{FF2B5EF4-FFF2-40B4-BE49-F238E27FC236}">
                  <a16:creationId xmlns:a16="http://schemas.microsoft.com/office/drawing/2014/main" id="{4F91467D-88C8-14B4-4ACC-0188C7430A74}"/>
                </a:ext>
              </a:extLst>
            </p:cNvPr>
            <p:cNvSpPr txBox="1"/>
            <p:nvPr/>
          </p:nvSpPr>
          <p:spPr>
            <a:xfrm>
              <a:off x="533400" y="2473062"/>
              <a:ext cx="2033100" cy="299100"/>
            </a:xfrm>
            <a:prstGeom prst="rect">
              <a:avLst/>
            </a:prstGeom>
            <a:noFill/>
            <a:ln>
              <a:noFill/>
            </a:ln>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ar-LY" sz="1200" b="1" i="0" u="none" strike="noStrike" kern="1200" cap="none" spc="0" normalizeH="0" baseline="0" noProof="0">
                  <a:ln>
                    <a:noFill/>
                  </a:ln>
                  <a:solidFill>
                    <a:srgbClr val="CCCCCC"/>
                  </a:solidFill>
                  <a:effectLst/>
                  <a:uLnTx/>
                  <a:uFillTx/>
                  <a:latin typeface="Fira Sans Extra Condensed Medium"/>
                  <a:ea typeface="Fira Sans Extra Condensed Medium"/>
                  <a:cs typeface="Fira Sans Extra Condensed Medium"/>
                  <a:sym typeface="Fira Sans Extra Condensed Medium"/>
                </a:rPr>
                <a:t>02</a:t>
              </a:r>
              <a:endParaRPr kumimoji="0" lang="en" sz="1200" b="1" i="0" u="none" strike="noStrike" kern="1200" cap="none" spc="0" normalizeH="0" baseline="0" noProof="0">
                <a:ln>
                  <a:noFill/>
                </a:ln>
                <a:solidFill>
                  <a:srgbClr val="CCCCCC"/>
                </a:solidFill>
                <a:effectLst/>
                <a:uLnTx/>
                <a:uFillTx/>
                <a:latin typeface="Fira Sans Extra Condensed Medium"/>
                <a:ea typeface="Fira Sans Extra Condensed Medium"/>
                <a:cs typeface="Fira Sans Extra Condensed Medium"/>
                <a:sym typeface="Fira Sans Extra Condensed Medium"/>
              </a:endParaRPr>
            </a:p>
          </p:txBody>
        </p:sp>
        <p:sp>
          <p:nvSpPr>
            <p:cNvPr id="1917" name="Google Shape;1619;p19">
              <a:extLst>
                <a:ext uri="{FF2B5EF4-FFF2-40B4-BE49-F238E27FC236}">
                  <a16:creationId xmlns:a16="http://schemas.microsoft.com/office/drawing/2014/main" id="{555C7A81-D73F-3DCF-1034-084BF9EC6591}"/>
                </a:ext>
              </a:extLst>
            </p:cNvPr>
            <p:cNvSpPr txBox="1"/>
            <p:nvPr/>
          </p:nvSpPr>
          <p:spPr>
            <a:xfrm>
              <a:off x="533400" y="2689413"/>
              <a:ext cx="2033100" cy="532800"/>
            </a:xfrm>
            <a:prstGeom prst="rect">
              <a:avLst/>
            </a:prstGeom>
            <a:noFill/>
            <a:ln>
              <a:noFill/>
            </a:ln>
          </p:spPr>
          <p:txBody>
            <a:bodyPr spcFirstLastPara="1" wrap="square" lIns="91425" tIns="91425" rIns="91425" bIns="91425" anchor="t"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ar-LY" sz="1100" b="1" i="0" u="none" strike="noStrike" kern="1200" cap="none" spc="0" normalizeH="0" baseline="0" noProof="0" dirty="0">
                  <a:ln>
                    <a:noFill/>
                  </a:ln>
                  <a:solidFill>
                    <a:prstClr val="white"/>
                  </a:solidFill>
                  <a:effectLst/>
                  <a:uLnTx/>
                  <a:uFillTx/>
                  <a:latin typeface="Calibri" panose="020F0502020204030204"/>
                  <a:ea typeface="+mn-ea"/>
                  <a:cs typeface="29LT Bukra Bold" panose="000B0903020204020204"/>
                  <a:sym typeface="Fira Sans"/>
                </a:rPr>
                <a:t>عدد مشتركي خدمات الانترنت وصل الى 3.2 مليون مشترك</a:t>
              </a:r>
              <a:endParaRPr kumimoji="0" sz="1100" b="1" i="0" u="none" strike="noStrike" kern="1200" cap="none" spc="0" normalizeH="0" baseline="0" noProof="0" dirty="0">
                <a:ln>
                  <a:noFill/>
                </a:ln>
                <a:solidFill>
                  <a:prstClr val="white"/>
                </a:solidFill>
                <a:effectLst/>
                <a:uLnTx/>
                <a:uFillTx/>
                <a:latin typeface="Calibri" panose="020F0502020204030204"/>
                <a:ea typeface="+mn-ea"/>
                <a:cs typeface="29LT Bukra Bold" panose="000B0903020204020204"/>
                <a:sym typeface="Fira Sans"/>
              </a:endParaRPr>
            </a:p>
          </p:txBody>
        </p:sp>
        <p:sp>
          <p:nvSpPr>
            <p:cNvPr id="1918" name="Google Shape;1620;p19">
              <a:extLst>
                <a:ext uri="{FF2B5EF4-FFF2-40B4-BE49-F238E27FC236}">
                  <a16:creationId xmlns:a16="http://schemas.microsoft.com/office/drawing/2014/main" id="{E4F15B87-1CBC-723A-AF7D-748125CCF3F3}"/>
                </a:ext>
              </a:extLst>
            </p:cNvPr>
            <p:cNvSpPr txBox="1"/>
            <p:nvPr/>
          </p:nvSpPr>
          <p:spPr>
            <a:xfrm>
              <a:off x="533409" y="3621599"/>
              <a:ext cx="2033100" cy="299100"/>
            </a:xfrm>
            <a:prstGeom prst="rect">
              <a:avLst/>
            </a:prstGeom>
            <a:noFill/>
            <a:ln>
              <a:noFill/>
            </a:ln>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 sz="1200" b="1" i="0" u="none" strike="noStrike" kern="1200" cap="none" spc="0" normalizeH="0" baseline="0" noProof="0">
                  <a:ln>
                    <a:noFill/>
                  </a:ln>
                  <a:solidFill>
                    <a:srgbClr val="CCCCCC"/>
                  </a:solidFill>
                  <a:effectLst/>
                  <a:uLnTx/>
                  <a:uFillTx/>
                  <a:latin typeface="Fira Sans Extra Condensed Medium"/>
                  <a:ea typeface="Fira Sans Extra Condensed Medium"/>
                  <a:cs typeface="Fira Sans Extra Condensed Medium"/>
                  <a:sym typeface="Fira Sans Extra Condensed Medium"/>
                </a:rPr>
                <a:t>01</a:t>
              </a:r>
            </a:p>
          </p:txBody>
        </p:sp>
        <p:sp>
          <p:nvSpPr>
            <p:cNvPr id="1919" name="Google Shape;1621;p19">
              <a:extLst>
                <a:ext uri="{FF2B5EF4-FFF2-40B4-BE49-F238E27FC236}">
                  <a16:creationId xmlns:a16="http://schemas.microsoft.com/office/drawing/2014/main" id="{1D19BE5E-5E69-A1F0-B4E6-82439872677C}"/>
                </a:ext>
              </a:extLst>
            </p:cNvPr>
            <p:cNvSpPr txBox="1"/>
            <p:nvPr/>
          </p:nvSpPr>
          <p:spPr>
            <a:xfrm>
              <a:off x="533409" y="3837950"/>
              <a:ext cx="2033100" cy="532800"/>
            </a:xfrm>
            <a:prstGeom prst="rect">
              <a:avLst/>
            </a:prstGeom>
            <a:noFill/>
            <a:ln>
              <a:noFill/>
            </a:ln>
          </p:spPr>
          <p:txBody>
            <a:bodyPr spcFirstLastPara="1" wrap="square" lIns="91425" tIns="91425" rIns="91425" bIns="91425" anchor="t"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ar-LY" sz="1100" b="1" i="0" u="none" strike="noStrike" kern="1200" cap="none" spc="0" normalizeH="0" baseline="0" noProof="0">
                  <a:ln>
                    <a:noFill/>
                  </a:ln>
                  <a:solidFill>
                    <a:prstClr val="white"/>
                  </a:solidFill>
                  <a:effectLst/>
                  <a:uLnTx/>
                  <a:uFillTx/>
                  <a:latin typeface="29LT Bukra Bold" panose="000B0903020204020204"/>
                  <a:ea typeface="Fira Sans"/>
                  <a:cs typeface="29LT Bukra Bold" panose="000B0903020204020204"/>
                  <a:sym typeface="Fira Sans"/>
                </a:rPr>
                <a:t>جميع باقات الانترنت التي توفرها الشركة أصبحت تعمل بتقنية الجيل الرابع</a:t>
              </a:r>
              <a:endParaRPr kumimoji="0" sz="1100" b="1" i="0" u="none" strike="noStrike" kern="1200" cap="none" spc="0" normalizeH="0" baseline="0" noProof="0">
                <a:ln>
                  <a:noFill/>
                </a:ln>
                <a:solidFill>
                  <a:prstClr val="white"/>
                </a:solidFill>
                <a:effectLst/>
                <a:uLnTx/>
                <a:uFillTx/>
                <a:latin typeface="29LT Bukra Bold" panose="000B0903020204020204"/>
                <a:ea typeface="Fira Sans"/>
                <a:cs typeface="29LT Bukra Bold" panose="000B0903020204020204"/>
                <a:sym typeface="Fira Sans"/>
              </a:endParaRPr>
            </a:p>
          </p:txBody>
        </p:sp>
        <p:sp>
          <p:nvSpPr>
            <p:cNvPr id="1920" name="Google Shape;1623;p19">
              <a:extLst>
                <a:ext uri="{FF2B5EF4-FFF2-40B4-BE49-F238E27FC236}">
                  <a16:creationId xmlns:a16="http://schemas.microsoft.com/office/drawing/2014/main" id="{A1C66E05-1D6F-24BA-6BD1-35251BFA2D24}"/>
                </a:ext>
              </a:extLst>
            </p:cNvPr>
            <p:cNvSpPr txBox="1"/>
            <p:nvPr/>
          </p:nvSpPr>
          <p:spPr>
            <a:xfrm>
              <a:off x="6577498" y="1324625"/>
              <a:ext cx="2033100" cy="299100"/>
            </a:xfrm>
            <a:prstGeom prst="rect">
              <a:avLst/>
            </a:prstGeom>
            <a:noFill/>
            <a:ln>
              <a:noFill/>
            </a:ln>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ar-LY" sz="1200" b="1" i="0" u="none" strike="noStrike" kern="1200" cap="none" spc="0" normalizeH="0" baseline="0" noProof="0">
                  <a:ln>
                    <a:noFill/>
                  </a:ln>
                  <a:solidFill>
                    <a:srgbClr val="CCCCCC"/>
                  </a:solidFill>
                  <a:effectLst/>
                  <a:uLnTx/>
                  <a:uFillTx/>
                  <a:latin typeface="Fira Sans Extra Condensed Medium"/>
                  <a:ea typeface="Fira Sans Extra Condensed Medium"/>
                  <a:cs typeface="Fira Sans Extra Condensed Medium"/>
                  <a:sym typeface="Fira Sans Extra Condensed Medium"/>
                </a:rPr>
                <a:t>04</a:t>
              </a:r>
              <a:endParaRPr kumimoji="0" lang="en" sz="1200" b="1" i="0" u="none" strike="noStrike" kern="1200" cap="none" spc="0" normalizeH="0" baseline="0" noProof="0">
                <a:ln>
                  <a:noFill/>
                </a:ln>
                <a:solidFill>
                  <a:srgbClr val="CCCCCC"/>
                </a:solidFill>
                <a:effectLst/>
                <a:uLnTx/>
                <a:uFillTx/>
                <a:latin typeface="Fira Sans Extra Condensed Medium"/>
                <a:ea typeface="Fira Sans Extra Condensed Medium"/>
                <a:cs typeface="Fira Sans Extra Condensed Medium"/>
                <a:sym typeface="Fira Sans Extra Condensed Medium"/>
              </a:endParaRPr>
            </a:p>
          </p:txBody>
        </p:sp>
        <p:sp>
          <p:nvSpPr>
            <p:cNvPr id="1921" name="Google Shape;1624;p19">
              <a:extLst>
                <a:ext uri="{FF2B5EF4-FFF2-40B4-BE49-F238E27FC236}">
                  <a16:creationId xmlns:a16="http://schemas.microsoft.com/office/drawing/2014/main" id="{EA5CFD7D-F117-70A5-0D9D-FCAF827AE771}"/>
                </a:ext>
              </a:extLst>
            </p:cNvPr>
            <p:cNvSpPr txBox="1"/>
            <p:nvPr/>
          </p:nvSpPr>
          <p:spPr>
            <a:xfrm>
              <a:off x="6577498" y="1540876"/>
              <a:ext cx="2033100" cy="532800"/>
            </a:xfrm>
            <a:prstGeom prst="rect">
              <a:avLst/>
            </a:prstGeom>
            <a:noFill/>
            <a:ln>
              <a:noFill/>
            </a:ln>
          </p:spPr>
          <p:txBody>
            <a:bodyPr spcFirstLastPara="1" wrap="square" lIns="91425" tIns="91425" rIns="91425" bIns="91425" anchor="t"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ar-LY" sz="1100" b="1" i="0" u="none" strike="noStrike" kern="1200" cap="none" spc="0" normalizeH="0" baseline="0" noProof="0">
                  <a:ln>
                    <a:noFill/>
                  </a:ln>
                  <a:solidFill>
                    <a:prstClr val="white"/>
                  </a:solidFill>
                  <a:effectLst/>
                  <a:uLnTx/>
                  <a:uFillTx/>
                  <a:latin typeface="Calibri" panose="020F0502020204030204"/>
                  <a:ea typeface="+mn-ea"/>
                  <a:cs typeface="29LT Bukra Bold" panose="000B0903020204020204"/>
                  <a:sym typeface="Fira Sans"/>
                </a:rPr>
                <a:t>لاتزال خدمة هلا ليبيانا المقدمة من شركة ربيانا هي الأعلى من ناحية الايراد من الخدمات المضافة</a:t>
              </a:r>
            </a:p>
          </p:txBody>
        </p:sp>
        <p:sp>
          <p:nvSpPr>
            <p:cNvPr id="1922" name="Google Shape;1625;p19">
              <a:extLst>
                <a:ext uri="{FF2B5EF4-FFF2-40B4-BE49-F238E27FC236}">
                  <a16:creationId xmlns:a16="http://schemas.microsoft.com/office/drawing/2014/main" id="{E8011B1F-A644-F140-6DA9-2B429C7C4081}"/>
                </a:ext>
              </a:extLst>
            </p:cNvPr>
            <p:cNvSpPr txBox="1"/>
            <p:nvPr/>
          </p:nvSpPr>
          <p:spPr>
            <a:xfrm>
              <a:off x="6577498" y="2473062"/>
              <a:ext cx="2033100" cy="299100"/>
            </a:xfrm>
            <a:prstGeom prst="rect">
              <a:avLst/>
            </a:prstGeom>
            <a:noFill/>
            <a:ln>
              <a:noFill/>
            </a:ln>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ar-LY" sz="1200" b="1" i="0" u="none" strike="noStrike" kern="1200" cap="none" spc="0" normalizeH="0" baseline="0" noProof="0">
                  <a:ln>
                    <a:noFill/>
                  </a:ln>
                  <a:solidFill>
                    <a:srgbClr val="CCCCCC"/>
                  </a:solidFill>
                  <a:effectLst/>
                  <a:uLnTx/>
                  <a:uFillTx/>
                  <a:latin typeface="Fira Sans Extra Condensed Medium"/>
                  <a:ea typeface="Fira Sans Extra Condensed Medium"/>
                  <a:cs typeface="Fira Sans Extra Condensed Medium"/>
                  <a:sym typeface="Fira Sans Extra Condensed Medium"/>
                </a:rPr>
                <a:t>05</a:t>
              </a:r>
              <a:endParaRPr kumimoji="0" lang="en" sz="1200" b="1" i="0" u="none" strike="noStrike" kern="1200" cap="none" spc="0" normalizeH="0" baseline="0" noProof="0">
                <a:ln>
                  <a:noFill/>
                </a:ln>
                <a:solidFill>
                  <a:srgbClr val="CCCCCC"/>
                </a:solidFill>
                <a:effectLst/>
                <a:uLnTx/>
                <a:uFillTx/>
                <a:latin typeface="Fira Sans Extra Condensed Medium"/>
                <a:ea typeface="Fira Sans Extra Condensed Medium"/>
                <a:cs typeface="Fira Sans Extra Condensed Medium"/>
                <a:sym typeface="Fira Sans Extra Condensed Medium"/>
              </a:endParaRPr>
            </a:p>
          </p:txBody>
        </p:sp>
        <p:sp>
          <p:nvSpPr>
            <p:cNvPr id="1923" name="Google Shape;1626;p19">
              <a:extLst>
                <a:ext uri="{FF2B5EF4-FFF2-40B4-BE49-F238E27FC236}">
                  <a16:creationId xmlns:a16="http://schemas.microsoft.com/office/drawing/2014/main" id="{29B50580-CB4D-E100-853C-0C488531E62E}"/>
                </a:ext>
              </a:extLst>
            </p:cNvPr>
            <p:cNvSpPr txBox="1"/>
            <p:nvPr/>
          </p:nvSpPr>
          <p:spPr>
            <a:xfrm>
              <a:off x="6577498" y="2689413"/>
              <a:ext cx="2033100" cy="532800"/>
            </a:xfrm>
            <a:prstGeom prst="rect">
              <a:avLst/>
            </a:prstGeom>
            <a:noFill/>
            <a:ln>
              <a:noFill/>
            </a:ln>
          </p:spPr>
          <p:txBody>
            <a:bodyPr spcFirstLastPara="1" wrap="square" lIns="91425" tIns="91425" rIns="91425" bIns="91425" anchor="t"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ar-LY" sz="1100" b="1" i="0" u="none" strike="noStrike" kern="1200" cap="none" spc="0" normalizeH="0" baseline="0" noProof="0">
                  <a:ln>
                    <a:noFill/>
                  </a:ln>
                  <a:solidFill>
                    <a:prstClr val="white"/>
                  </a:solidFill>
                  <a:effectLst/>
                  <a:uLnTx/>
                  <a:uFillTx/>
                  <a:latin typeface="Calibri" panose="020F0502020204030204"/>
                  <a:ea typeface="+mn-ea"/>
                  <a:cs typeface="29LT Bukra Bold" panose="000B0903020204020204"/>
                </a:rPr>
                <a:t>بقاء عدد المشتركين فوق حاجز 6.3 مليون مشترك خلال سنة 2023</a:t>
              </a:r>
              <a:endParaRPr kumimoji="0" lang="ar-LY" sz="1100" b="1" i="0" u="none" strike="noStrike" kern="1200" cap="none" spc="0" normalizeH="0" baseline="0" noProof="0">
                <a:ln>
                  <a:noFill/>
                </a:ln>
                <a:solidFill>
                  <a:prstClr val="white"/>
                </a:solidFill>
                <a:effectLst/>
                <a:uLnTx/>
                <a:uFillTx/>
                <a:latin typeface="Calibri" panose="020F0502020204030204"/>
                <a:ea typeface="+mn-ea"/>
                <a:cs typeface="29LT Bukra Bold" panose="000B0903020204020204"/>
                <a:sym typeface="Fira Sans"/>
              </a:endParaRPr>
            </a:p>
          </p:txBody>
        </p:sp>
        <p:sp>
          <p:nvSpPr>
            <p:cNvPr id="1924" name="Google Shape;1627;p19">
              <a:extLst>
                <a:ext uri="{FF2B5EF4-FFF2-40B4-BE49-F238E27FC236}">
                  <a16:creationId xmlns:a16="http://schemas.microsoft.com/office/drawing/2014/main" id="{26352EAF-5310-1C9F-70F9-885EDED26D58}"/>
                </a:ext>
              </a:extLst>
            </p:cNvPr>
            <p:cNvSpPr txBox="1"/>
            <p:nvPr/>
          </p:nvSpPr>
          <p:spPr>
            <a:xfrm>
              <a:off x="6577507" y="3621599"/>
              <a:ext cx="2033100" cy="299100"/>
            </a:xfrm>
            <a:prstGeom prst="rect">
              <a:avLst/>
            </a:prstGeom>
            <a:noFill/>
            <a:ln>
              <a:noFill/>
            </a:ln>
          </p:spPr>
          <p:txBody>
            <a:bodyPr spcFirstLastPara="1" wrap="square" lIns="91425" tIns="91425" rIns="91425" bIns="91425"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ar-LY" sz="1200" b="1" i="0" u="none" strike="noStrike" kern="1200" cap="none" spc="0" normalizeH="0" baseline="0" noProof="0">
                  <a:ln>
                    <a:noFill/>
                  </a:ln>
                  <a:solidFill>
                    <a:srgbClr val="CCCCCC"/>
                  </a:solidFill>
                  <a:effectLst/>
                  <a:uLnTx/>
                  <a:uFillTx/>
                  <a:latin typeface="Fira Sans Extra Condensed Medium"/>
                  <a:ea typeface="Fira Sans Extra Condensed Medium"/>
                  <a:cs typeface="Fira Sans Extra Condensed Medium"/>
                  <a:sym typeface="Fira Sans Extra Condensed Medium"/>
                </a:rPr>
                <a:t>06</a:t>
              </a:r>
              <a:endParaRPr kumimoji="0" lang="en" sz="1200" b="1" i="0" u="none" strike="noStrike" kern="1200" cap="none" spc="0" normalizeH="0" baseline="0" noProof="0">
                <a:ln>
                  <a:noFill/>
                </a:ln>
                <a:solidFill>
                  <a:srgbClr val="CCCCCC"/>
                </a:solidFill>
                <a:effectLst/>
                <a:uLnTx/>
                <a:uFillTx/>
                <a:latin typeface="Fira Sans Extra Condensed Medium"/>
                <a:ea typeface="Fira Sans Extra Condensed Medium"/>
                <a:cs typeface="Fira Sans Extra Condensed Medium"/>
                <a:sym typeface="Fira Sans Extra Condensed Medium"/>
              </a:endParaRPr>
            </a:p>
          </p:txBody>
        </p:sp>
        <p:sp>
          <p:nvSpPr>
            <p:cNvPr id="1925" name="Google Shape;1628;p19">
              <a:extLst>
                <a:ext uri="{FF2B5EF4-FFF2-40B4-BE49-F238E27FC236}">
                  <a16:creationId xmlns:a16="http://schemas.microsoft.com/office/drawing/2014/main" id="{8A8E9C96-A6E6-04A8-89D2-51043D3FA744}"/>
                </a:ext>
              </a:extLst>
            </p:cNvPr>
            <p:cNvSpPr txBox="1"/>
            <p:nvPr/>
          </p:nvSpPr>
          <p:spPr>
            <a:xfrm>
              <a:off x="6577507" y="3837950"/>
              <a:ext cx="2033100" cy="532800"/>
            </a:xfrm>
            <a:prstGeom prst="rect">
              <a:avLst/>
            </a:prstGeom>
            <a:noFill/>
            <a:ln>
              <a:noFill/>
            </a:ln>
          </p:spPr>
          <p:txBody>
            <a:bodyPr spcFirstLastPara="1" wrap="square" lIns="91425" tIns="91425" rIns="91425" bIns="91425" anchor="t"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ar-LY" sz="1100" b="1" i="0" u="none" strike="noStrike" kern="1200" cap="none" spc="0" normalizeH="0" baseline="0" noProof="0" dirty="0">
                  <a:ln>
                    <a:noFill/>
                  </a:ln>
                  <a:solidFill>
                    <a:prstClr val="white"/>
                  </a:solidFill>
                  <a:effectLst/>
                  <a:uLnTx/>
                  <a:uFillTx/>
                  <a:latin typeface="Calibri" panose="020F0502020204030204"/>
                  <a:ea typeface="+mn-ea"/>
                  <a:cs typeface="29LT Bukra Bold" panose="000B0903020204020204"/>
                  <a:sym typeface="Fira Sans"/>
                </a:rPr>
                <a:t>تقدر نسبة نزوح المشتركين بمعدل 6% خلال سنة 2023.</a:t>
              </a: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ar-LY" sz="1100" b="1" i="0" u="none" strike="noStrike" kern="1200" cap="none" spc="0" normalizeH="0" baseline="0" noProof="0" dirty="0">
                <a:ln>
                  <a:noFill/>
                </a:ln>
                <a:solidFill>
                  <a:prstClr val="white"/>
                </a:solidFill>
                <a:effectLst/>
                <a:uLnTx/>
                <a:uFillTx/>
                <a:latin typeface="Calibri" panose="020F0502020204030204"/>
                <a:ea typeface="+mn-ea"/>
                <a:cs typeface="29LT Bukra Bold" panose="000B0903020204020204"/>
                <a:sym typeface="Fira Sans"/>
              </a:endParaRPr>
            </a:p>
          </p:txBody>
        </p:sp>
        <p:sp>
          <p:nvSpPr>
            <p:cNvPr id="1926" name="Google Shape;1629;p19">
              <a:extLst>
                <a:ext uri="{FF2B5EF4-FFF2-40B4-BE49-F238E27FC236}">
                  <a16:creationId xmlns:a16="http://schemas.microsoft.com/office/drawing/2014/main" id="{EF22D79E-65E2-F149-81E5-C56F77CA78F7}"/>
                </a:ext>
              </a:extLst>
            </p:cNvPr>
            <p:cNvSpPr txBox="1"/>
            <p:nvPr/>
          </p:nvSpPr>
          <p:spPr>
            <a:xfrm>
              <a:off x="3204950" y="3533400"/>
              <a:ext cx="558900" cy="475500"/>
            </a:xfrm>
            <a:prstGeom prst="rect">
              <a:avLst/>
            </a:prstGeom>
            <a:noFill/>
            <a:ln>
              <a:noFill/>
            </a:ln>
          </p:spPr>
          <p:txBody>
            <a:bodyPr spcFirstLastPara="1" wrap="square" lIns="91425" tIns="91425" rIns="91425" bIns="91425" anchor="t"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 sz="1000" b="0" i="0" u="none" strike="noStrike" kern="1200" cap="none" spc="0" normalizeH="0" baseline="0" noProof="0">
                  <a:ln>
                    <a:noFill/>
                  </a:ln>
                  <a:solidFill>
                    <a:srgbClr val="FFFFFF"/>
                  </a:solidFill>
                  <a:effectLst/>
                  <a:uLnTx/>
                  <a:uFillTx/>
                  <a:latin typeface="Fira Sans"/>
                  <a:ea typeface="Fira Sans"/>
                  <a:cs typeface="Fira Sans"/>
                  <a:sym typeface="Fira Sans"/>
                </a:rPr>
                <a:t>01</a:t>
              </a:r>
              <a:endParaRPr kumimoji="0" sz="1000" b="0" i="0" u="none" strike="noStrike" kern="1200" cap="none" spc="0" normalizeH="0" baseline="0" noProof="0">
                <a:ln>
                  <a:noFill/>
                </a:ln>
                <a:solidFill>
                  <a:srgbClr val="FFFFFF"/>
                </a:solidFill>
                <a:effectLst/>
                <a:uLnTx/>
                <a:uFillTx/>
                <a:latin typeface="Fira Sans"/>
                <a:ea typeface="Fira Sans"/>
                <a:cs typeface="Fira Sans"/>
                <a:sym typeface="Fira Sans"/>
              </a:endParaRPr>
            </a:p>
          </p:txBody>
        </p:sp>
        <p:sp>
          <p:nvSpPr>
            <p:cNvPr id="1927" name="Google Shape;1630;p19">
              <a:extLst>
                <a:ext uri="{FF2B5EF4-FFF2-40B4-BE49-F238E27FC236}">
                  <a16:creationId xmlns:a16="http://schemas.microsoft.com/office/drawing/2014/main" id="{E60E1D00-A381-71FC-AF11-1387CAA39CC0}"/>
                </a:ext>
              </a:extLst>
            </p:cNvPr>
            <p:cNvSpPr txBox="1"/>
            <p:nvPr/>
          </p:nvSpPr>
          <p:spPr>
            <a:xfrm>
              <a:off x="2947000" y="2419400"/>
              <a:ext cx="558900" cy="475500"/>
            </a:xfrm>
            <a:prstGeom prst="rect">
              <a:avLst/>
            </a:prstGeom>
            <a:noFill/>
            <a:ln>
              <a:noFill/>
            </a:ln>
          </p:spPr>
          <p:txBody>
            <a:bodyPr spcFirstLastPara="1" wrap="square" lIns="91425" tIns="91425" rIns="91425" bIns="91425" anchor="t"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 sz="1000" b="0" i="0" u="none" strike="noStrike" kern="1200" cap="none" spc="0" normalizeH="0" baseline="0" noProof="0">
                  <a:ln>
                    <a:noFill/>
                  </a:ln>
                  <a:solidFill>
                    <a:srgbClr val="FFFFFF"/>
                  </a:solidFill>
                  <a:effectLst/>
                  <a:uLnTx/>
                  <a:uFillTx/>
                  <a:latin typeface="Fira Sans"/>
                  <a:ea typeface="Fira Sans"/>
                  <a:cs typeface="Fira Sans"/>
                  <a:sym typeface="Fira Sans"/>
                </a:rPr>
                <a:t>02</a:t>
              </a:r>
              <a:endParaRPr kumimoji="0" sz="1000" b="0" i="0" u="none" strike="noStrike" kern="1200" cap="none" spc="0" normalizeH="0" baseline="0" noProof="0">
                <a:ln>
                  <a:noFill/>
                </a:ln>
                <a:solidFill>
                  <a:srgbClr val="FFFFFF"/>
                </a:solidFill>
                <a:effectLst/>
                <a:uLnTx/>
                <a:uFillTx/>
                <a:latin typeface="Fira Sans"/>
                <a:ea typeface="Fira Sans"/>
                <a:cs typeface="Fira Sans"/>
                <a:sym typeface="Fira Sans"/>
              </a:endParaRPr>
            </a:p>
          </p:txBody>
        </p:sp>
        <p:sp>
          <p:nvSpPr>
            <p:cNvPr id="1928" name="Google Shape;1631;p19">
              <a:extLst>
                <a:ext uri="{FF2B5EF4-FFF2-40B4-BE49-F238E27FC236}">
                  <a16:creationId xmlns:a16="http://schemas.microsoft.com/office/drawing/2014/main" id="{E401D43D-E350-5785-FDB3-7144D4C495C7}"/>
                </a:ext>
              </a:extLst>
            </p:cNvPr>
            <p:cNvSpPr txBox="1"/>
            <p:nvPr/>
          </p:nvSpPr>
          <p:spPr>
            <a:xfrm>
              <a:off x="3707850" y="1540875"/>
              <a:ext cx="558900" cy="475500"/>
            </a:xfrm>
            <a:prstGeom prst="rect">
              <a:avLst/>
            </a:prstGeom>
            <a:noFill/>
            <a:ln>
              <a:noFill/>
            </a:ln>
          </p:spPr>
          <p:txBody>
            <a:bodyPr spcFirstLastPara="1" wrap="square" lIns="91425" tIns="91425" rIns="91425" bIns="91425" anchor="t"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 sz="1000" b="0" i="0" u="none" strike="noStrike" kern="1200" cap="none" spc="0" normalizeH="0" baseline="0" noProof="0">
                  <a:ln>
                    <a:noFill/>
                  </a:ln>
                  <a:solidFill>
                    <a:srgbClr val="FFFFFF"/>
                  </a:solidFill>
                  <a:effectLst/>
                  <a:uLnTx/>
                  <a:uFillTx/>
                  <a:latin typeface="Fira Sans"/>
                  <a:ea typeface="Fira Sans"/>
                  <a:cs typeface="Fira Sans"/>
                  <a:sym typeface="Fira Sans"/>
                </a:rPr>
                <a:t>03</a:t>
              </a:r>
              <a:endParaRPr kumimoji="0" sz="1000" b="0" i="0" u="none" strike="noStrike" kern="1200" cap="none" spc="0" normalizeH="0" baseline="0" noProof="0">
                <a:ln>
                  <a:noFill/>
                </a:ln>
                <a:solidFill>
                  <a:srgbClr val="FFFFFF"/>
                </a:solidFill>
                <a:effectLst/>
                <a:uLnTx/>
                <a:uFillTx/>
                <a:latin typeface="Fira Sans"/>
                <a:ea typeface="Fira Sans"/>
                <a:cs typeface="Fira Sans"/>
                <a:sym typeface="Fira Sans"/>
              </a:endParaRPr>
            </a:p>
          </p:txBody>
        </p:sp>
        <p:sp>
          <p:nvSpPr>
            <p:cNvPr id="1929" name="Google Shape;1632;p19">
              <a:extLst>
                <a:ext uri="{FF2B5EF4-FFF2-40B4-BE49-F238E27FC236}">
                  <a16:creationId xmlns:a16="http://schemas.microsoft.com/office/drawing/2014/main" id="{52DC16AF-422D-1826-B203-83A2B7931353}"/>
                </a:ext>
              </a:extLst>
            </p:cNvPr>
            <p:cNvSpPr txBox="1"/>
            <p:nvPr/>
          </p:nvSpPr>
          <p:spPr>
            <a:xfrm>
              <a:off x="4879050" y="1540875"/>
              <a:ext cx="558900" cy="475500"/>
            </a:xfrm>
            <a:prstGeom prst="rect">
              <a:avLst/>
            </a:prstGeom>
            <a:noFill/>
            <a:ln>
              <a:noFill/>
            </a:ln>
          </p:spPr>
          <p:txBody>
            <a:bodyPr spcFirstLastPara="1" wrap="square" lIns="91425" tIns="91425" rIns="91425" bIns="91425" anchor="t"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 sz="1000" b="0" i="0" u="none" strike="noStrike" kern="1200" cap="none" spc="0" normalizeH="0" baseline="0" noProof="0">
                  <a:ln>
                    <a:noFill/>
                  </a:ln>
                  <a:solidFill>
                    <a:srgbClr val="FFFFFF"/>
                  </a:solidFill>
                  <a:effectLst/>
                  <a:uLnTx/>
                  <a:uFillTx/>
                  <a:latin typeface="Fira Sans"/>
                  <a:ea typeface="Fira Sans"/>
                  <a:cs typeface="Fira Sans"/>
                  <a:sym typeface="Fira Sans"/>
                </a:rPr>
                <a:t>04</a:t>
              </a:r>
              <a:endParaRPr kumimoji="0" sz="1000" b="0" i="0" u="none" strike="noStrike" kern="1200" cap="none" spc="0" normalizeH="0" baseline="0" noProof="0">
                <a:ln>
                  <a:noFill/>
                </a:ln>
                <a:solidFill>
                  <a:srgbClr val="FFFFFF"/>
                </a:solidFill>
                <a:effectLst/>
                <a:uLnTx/>
                <a:uFillTx/>
                <a:latin typeface="Fira Sans"/>
                <a:ea typeface="Fira Sans"/>
                <a:cs typeface="Fira Sans"/>
                <a:sym typeface="Fira Sans"/>
              </a:endParaRPr>
            </a:p>
          </p:txBody>
        </p:sp>
        <p:sp>
          <p:nvSpPr>
            <p:cNvPr id="1930" name="Google Shape;1633;p19">
              <a:extLst>
                <a:ext uri="{FF2B5EF4-FFF2-40B4-BE49-F238E27FC236}">
                  <a16:creationId xmlns:a16="http://schemas.microsoft.com/office/drawing/2014/main" id="{577119BD-8E3D-20AE-38CC-75F95A3CE374}"/>
                </a:ext>
              </a:extLst>
            </p:cNvPr>
            <p:cNvSpPr txBox="1"/>
            <p:nvPr/>
          </p:nvSpPr>
          <p:spPr>
            <a:xfrm>
              <a:off x="5660550" y="2419400"/>
              <a:ext cx="558900" cy="475500"/>
            </a:xfrm>
            <a:prstGeom prst="rect">
              <a:avLst/>
            </a:prstGeom>
            <a:noFill/>
            <a:ln>
              <a:noFill/>
            </a:ln>
          </p:spPr>
          <p:txBody>
            <a:bodyPr spcFirstLastPara="1" wrap="square" lIns="91425" tIns="91425" rIns="91425" bIns="91425" anchor="t"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 sz="1000" b="0" i="0" u="none" strike="noStrike" kern="1200" cap="none" spc="0" normalizeH="0" baseline="0" noProof="0">
                  <a:ln>
                    <a:noFill/>
                  </a:ln>
                  <a:solidFill>
                    <a:srgbClr val="FFFFFF"/>
                  </a:solidFill>
                  <a:effectLst/>
                  <a:uLnTx/>
                  <a:uFillTx/>
                  <a:latin typeface="Fira Sans"/>
                  <a:ea typeface="Fira Sans"/>
                  <a:cs typeface="Fira Sans"/>
                  <a:sym typeface="Fira Sans"/>
                </a:rPr>
                <a:t>05</a:t>
              </a:r>
              <a:endParaRPr kumimoji="0" sz="1000" b="0" i="0" u="none" strike="noStrike" kern="1200" cap="none" spc="0" normalizeH="0" baseline="0" noProof="0">
                <a:ln>
                  <a:noFill/>
                </a:ln>
                <a:solidFill>
                  <a:srgbClr val="FFFFFF"/>
                </a:solidFill>
                <a:effectLst/>
                <a:uLnTx/>
                <a:uFillTx/>
                <a:latin typeface="Fira Sans"/>
                <a:ea typeface="Fira Sans"/>
                <a:cs typeface="Fira Sans"/>
                <a:sym typeface="Fira Sans"/>
              </a:endParaRPr>
            </a:p>
          </p:txBody>
        </p:sp>
        <p:sp>
          <p:nvSpPr>
            <p:cNvPr id="1931" name="Google Shape;1634;p19">
              <a:extLst>
                <a:ext uri="{FF2B5EF4-FFF2-40B4-BE49-F238E27FC236}">
                  <a16:creationId xmlns:a16="http://schemas.microsoft.com/office/drawing/2014/main" id="{8C5ECA06-8F57-3048-626F-F5BECB3C1D32}"/>
                </a:ext>
              </a:extLst>
            </p:cNvPr>
            <p:cNvSpPr txBox="1"/>
            <p:nvPr/>
          </p:nvSpPr>
          <p:spPr>
            <a:xfrm>
              <a:off x="5402575" y="3533400"/>
              <a:ext cx="558900" cy="475500"/>
            </a:xfrm>
            <a:prstGeom prst="rect">
              <a:avLst/>
            </a:prstGeom>
            <a:noFill/>
            <a:ln>
              <a:noFill/>
            </a:ln>
          </p:spPr>
          <p:txBody>
            <a:bodyPr spcFirstLastPara="1" wrap="square" lIns="91425" tIns="91425" rIns="91425" bIns="91425" anchor="t"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 sz="1000" b="0" i="0" u="none" strike="noStrike" kern="1200" cap="none" spc="0" normalizeH="0" baseline="0" noProof="0">
                  <a:ln>
                    <a:noFill/>
                  </a:ln>
                  <a:solidFill>
                    <a:srgbClr val="FFFFFF"/>
                  </a:solidFill>
                  <a:effectLst/>
                  <a:uLnTx/>
                  <a:uFillTx/>
                  <a:latin typeface="Fira Sans"/>
                  <a:ea typeface="Fira Sans"/>
                  <a:cs typeface="Fira Sans"/>
                  <a:sym typeface="Fira Sans"/>
                </a:rPr>
                <a:t>06</a:t>
              </a:r>
              <a:endParaRPr kumimoji="0" sz="1000" b="0" i="0" u="none" strike="noStrike" kern="1200" cap="none" spc="0" normalizeH="0" baseline="0" noProof="0">
                <a:ln>
                  <a:noFill/>
                </a:ln>
                <a:solidFill>
                  <a:srgbClr val="FFFFFF"/>
                </a:solidFill>
                <a:effectLst/>
                <a:uLnTx/>
                <a:uFillTx/>
                <a:latin typeface="Fira Sans"/>
                <a:ea typeface="Fira Sans"/>
                <a:cs typeface="Fira Sans"/>
                <a:sym typeface="Fira Sans"/>
              </a:endParaRPr>
            </a:p>
          </p:txBody>
        </p:sp>
      </p:grpSp>
      <p:cxnSp>
        <p:nvCxnSpPr>
          <p:cNvPr id="1989" name="Straight Connector 1988">
            <a:extLst>
              <a:ext uri="{FF2B5EF4-FFF2-40B4-BE49-F238E27FC236}">
                <a16:creationId xmlns:a16="http://schemas.microsoft.com/office/drawing/2014/main" id="{E57AAAD9-62D8-A866-550E-E3456738BF10}"/>
              </a:ext>
            </a:extLst>
          </p:cNvPr>
          <p:cNvCxnSpPr>
            <a:cxnSpLocks/>
          </p:cNvCxnSpPr>
          <p:nvPr/>
        </p:nvCxnSpPr>
        <p:spPr>
          <a:xfrm>
            <a:off x="5244325" y="3811023"/>
            <a:ext cx="213518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505928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0" name="Graphic 189">
            <a:extLst>
              <a:ext uri="{FF2B5EF4-FFF2-40B4-BE49-F238E27FC236}">
                <a16:creationId xmlns:a16="http://schemas.microsoft.com/office/drawing/2014/main" id="{E2987C13-96EB-D1E7-3E92-CFE8E46138F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6322" y="864111"/>
            <a:ext cx="6054062" cy="3489989"/>
          </a:xfrm>
          <a:prstGeom prst="rect">
            <a:avLst/>
          </a:prstGeom>
        </p:spPr>
      </p:pic>
      <p:grpSp>
        <p:nvGrpSpPr>
          <p:cNvPr id="35" name="Group 34">
            <a:extLst>
              <a:ext uri="{FF2B5EF4-FFF2-40B4-BE49-F238E27FC236}">
                <a16:creationId xmlns:a16="http://schemas.microsoft.com/office/drawing/2014/main" id="{563C1EB4-103E-4A90-83C1-34A89707DA7A}"/>
              </a:ext>
            </a:extLst>
          </p:cNvPr>
          <p:cNvGrpSpPr/>
          <p:nvPr/>
        </p:nvGrpSpPr>
        <p:grpSpPr>
          <a:xfrm flipV="1">
            <a:off x="6154647" y="-924853"/>
            <a:ext cx="7930822" cy="8415472"/>
            <a:chOff x="5153622" y="-751598"/>
            <a:chExt cx="7930822" cy="8415472"/>
          </a:xfrm>
          <a:effectLst/>
        </p:grpSpPr>
        <p:sp>
          <p:nvSpPr>
            <p:cNvPr id="36" name="Freeform: Shape 35">
              <a:extLst>
                <a:ext uri="{FF2B5EF4-FFF2-40B4-BE49-F238E27FC236}">
                  <a16:creationId xmlns:a16="http://schemas.microsoft.com/office/drawing/2014/main" id="{5000817D-A614-9C34-D7FE-EDF64014479C}"/>
                </a:ext>
              </a:extLst>
            </p:cNvPr>
            <p:cNvSpPr/>
            <p:nvPr/>
          </p:nvSpPr>
          <p:spPr>
            <a:xfrm>
              <a:off x="5153622" y="-26849"/>
              <a:ext cx="7930822" cy="7690723"/>
            </a:xfrm>
            <a:custGeom>
              <a:avLst/>
              <a:gdLst>
                <a:gd name="connsiteX0" fmla="*/ 7930823 w 7930822"/>
                <a:gd name="connsiteY0" fmla="*/ 0 h 7690723"/>
                <a:gd name="connsiteX1" fmla="*/ 217325 w 7930822"/>
                <a:gd name="connsiteY1" fmla="*/ 4416298 h 7690723"/>
                <a:gd name="connsiteX2" fmla="*/ 217325 w 7930822"/>
                <a:gd name="connsiteY2" fmla="*/ 4895260 h 7690723"/>
                <a:gd name="connsiteX3" fmla="*/ 5232938 w 7930822"/>
                <a:gd name="connsiteY3" fmla="*/ 7690723 h 7690723"/>
              </a:gdLst>
              <a:ahLst/>
              <a:cxnLst>
                <a:cxn ang="0">
                  <a:pos x="connsiteX0" y="connsiteY0"/>
                </a:cxn>
                <a:cxn ang="0">
                  <a:pos x="connsiteX1" y="connsiteY1"/>
                </a:cxn>
                <a:cxn ang="0">
                  <a:pos x="connsiteX2" y="connsiteY2"/>
                </a:cxn>
                <a:cxn ang="0">
                  <a:pos x="connsiteX3" y="connsiteY3"/>
                </a:cxn>
              </a:cxnLst>
              <a:rect l="l" t="t" r="r" b="b"/>
              <a:pathLst>
                <a:path w="7930822" h="7690723">
                  <a:moveTo>
                    <a:pt x="7930823" y="0"/>
                  </a:moveTo>
                  <a:lnTo>
                    <a:pt x="217325" y="4416298"/>
                  </a:lnTo>
                  <a:cubicBezTo>
                    <a:pt x="-75238" y="4589382"/>
                    <a:pt x="-69632" y="4748803"/>
                    <a:pt x="217325" y="4895260"/>
                  </a:cubicBezTo>
                  <a:lnTo>
                    <a:pt x="5232938" y="7690723"/>
                  </a:lnTo>
                </a:path>
              </a:pathLst>
            </a:custGeom>
            <a:noFill/>
            <a:ln w="6350" cap="flat">
              <a:solidFill>
                <a:srgbClr val="D31C5B">
                  <a:alpha val="42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7" name="Freeform: Shape 36">
              <a:extLst>
                <a:ext uri="{FF2B5EF4-FFF2-40B4-BE49-F238E27FC236}">
                  <a16:creationId xmlns:a16="http://schemas.microsoft.com/office/drawing/2014/main" id="{82D9ECEC-D171-0B56-CFF4-085D5D65EF1F}"/>
                </a:ext>
              </a:extLst>
            </p:cNvPr>
            <p:cNvSpPr/>
            <p:nvPr/>
          </p:nvSpPr>
          <p:spPr>
            <a:xfrm>
              <a:off x="5153622" y="-130384"/>
              <a:ext cx="7930822" cy="7690723"/>
            </a:xfrm>
            <a:custGeom>
              <a:avLst/>
              <a:gdLst>
                <a:gd name="connsiteX0" fmla="*/ 7930823 w 7930822"/>
                <a:gd name="connsiteY0" fmla="*/ 0 h 7690723"/>
                <a:gd name="connsiteX1" fmla="*/ 217325 w 7930822"/>
                <a:gd name="connsiteY1" fmla="*/ 4416298 h 7690723"/>
                <a:gd name="connsiteX2" fmla="*/ 217325 w 7930822"/>
                <a:gd name="connsiteY2" fmla="*/ 4895260 h 7690723"/>
                <a:gd name="connsiteX3" fmla="*/ 5232938 w 7930822"/>
                <a:gd name="connsiteY3" fmla="*/ 7690724 h 7690723"/>
              </a:gdLst>
              <a:ahLst/>
              <a:cxnLst>
                <a:cxn ang="0">
                  <a:pos x="connsiteX0" y="connsiteY0"/>
                </a:cxn>
                <a:cxn ang="0">
                  <a:pos x="connsiteX1" y="connsiteY1"/>
                </a:cxn>
                <a:cxn ang="0">
                  <a:pos x="connsiteX2" y="connsiteY2"/>
                </a:cxn>
                <a:cxn ang="0">
                  <a:pos x="connsiteX3" y="connsiteY3"/>
                </a:cxn>
              </a:cxnLst>
              <a:rect l="l" t="t" r="r" b="b"/>
              <a:pathLst>
                <a:path w="7930822" h="7690723">
                  <a:moveTo>
                    <a:pt x="7930823" y="0"/>
                  </a:moveTo>
                  <a:lnTo>
                    <a:pt x="217325" y="4416298"/>
                  </a:lnTo>
                  <a:cubicBezTo>
                    <a:pt x="-75238" y="4589382"/>
                    <a:pt x="-69632" y="4748803"/>
                    <a:pt x="217325" y="4895260"/>
                  </a:cubicBezTo>
                  <a:lnTo>
                    <a:pt x="5232938" y="7690724"/>
                  </a:lnTo>
                </a:path>
              </a:pathLst>
            </a:custGeom>
            <a:noFill/>
            <a:ln w="6350" cap="flat">
              <a:solidFill>
                <a:srgbClr val="D31C5B">
                  <a:alpha val="42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8" name="Freeform: Shape 37">
              <a:extLst>
                <a:ext uri="{FF2B5EF4-FFF2-40B4-BE49-F238E27FC236}">
                  <a16:creationId xmlns:a16="http://schemas.microsoft.com/office/drawing/2014/main" id="{CA081A63-3141-2739-0D8B-D246A532B58D}"/>
                </a:ext>
              </a:extLst>
            </p:cNvPr>
            <p:cNvSpPr/>
            <p:nvPr/>
          </p:nvSpPr>
          <p:spPr>
            <a:xfrm>
              <a:off x="5153622" y="-233920"/>
              <a:ext cx="7930822" cy="7690723"/>
            </a:xfrm>
            <a:custGeom>
              <a:avLst/>
              <a:gdLst>
                <a:gd name="connsiteX0" fmla="*/ 7930823 w 7930822"/>
                <a:gd name="connsiteY0" fmla="*/ 0 h 7690723"/>
                <a:gd name="connsiteX1" fmla="*/ 217325 w 7930822"/>
                <a:gd name="connsiteY1" fmla="*/ 4416297 h 7690723"/>
                <a:gd name="connsiteX2" fmla="*/ 217325 w 7930822"/>
                <a:gd name="connsiteY2" fmla="*/ 4895260 h 7690723"/>
                <a:gd name="connsiteX3" fmla="*/ 5232938 w 7930822"/>
                <a:gd name="connsiteY3" fmla="*/ 7690724 h 7690723"/>
              </a:gdLst>
              <a:ahLst/>
              <a:cxnLst>
                <a:cxn ang="0">
                  <a:pos x="connsiteX0" y="connsiteY0"/>
                </a:cxn>
                <a:cxn ang="0">
                  <a:pos x="connsiteX1" y="connsiteY1"/>
                </a:cxn>
                <a:cxn ang="0">
                  <a:pos x="connsiteX2" y="connsiteY2"/>
                </a:cxn>
                <a:cxn ang="0">
                  <a:pos x="connsiteX3" y="connsiteY3"/>
                </a:cxn>
              </a:cxnLst>
              <a:rect l="l" t="t" r="r" b="b"/>
              <a:pathLst>
                <a:path w="7930822" h="7690723">
                  <a:moveTo>
                    <a:pt x="7930823" y="0"/>
                  </a:moveTo>
                  <a:lnTo>
                    <a:pt x="217325" y="4416297"/>
                  </a:lnTo>
                  <a:cubicBezTo>
                    <a:pt x="-75238" y="4589383"/>
                    <a:pt x="-69632" y="4748803"/>
                    <a:pt x="217325" y="4895260"/>
                  </a:cubicBezTo>
                  <a:lnTo>
                    <a:pt x="5232938" y="7690724"/>
                  </a:lnTo>
                </a:path>
              </a:pathLst>
            </a:custGeom>
            <a:noFill/>
            <a:ln w="6350" cap="flat">
              <a:solidFill>
                <a:srgbClr val="D31C5B">
                  <a:alpha val="42000"/>
                </a:srgbClr>
              </a:solidFill>
              <a:prstDash val="solid"/>
              <a:miter/>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9" name="Freeform: Shape 38">
              <a:extLst>
                <a:ext uri="{FF2B5EF4-FFF2-40B4-BE49-F238E27FC236}">
                  <a16:creationId xmlns:a16="http://schemas.microsoft.com/office/drawing/2014/main" id="{3BCD86BC-EF6E-6E98-7869-6503C9433E5C}"/>
                </a:ext>
              </a:extLst>
            </p:cNvPr>
            <p:cNvSpPr/>
            <p:nvPr/>
          </p:nvSpPr>
          <p:spPr>
            <a:xfrm>
              <a:off x="5153622" y="-337456"/>
              <a:ext cx="7930822" cy="7690898"/>
            </a:xfrm>
            <a:custGeom>
              <a:avLst/>
              <a:gdLst>
                <a:gd name="connsiteX0" fmla="*/ 7930823 w 7930822"/>
                <a:gd name="connsiteY0" fmla="*/ 0 h 7690898"/>
                <a:gd name="connsiteX1" fmla="*/ 217325 w 7930822"/>
                <a:gd name="connsiteY1" fmla="*/ 4416473 h 7690898"/>
                <a:gd name="connsiteX2" fmla="*/ 217325 w 7930822"/>
                <a:gd name="connsiteY2" fmla="*/ 4895435 h 7690898"/>
                <a:gd name="connsiteX3" fmla="*/ 5232938 w 7930822"/>
                <a:gd name="connsiteY3" fmla="*/ 7690898 h 7690898"/>
              </a:gdLst>
              <a:ahLst/>
              <a:cxnLst>
                <a:cxn ang="0">
                  <a:pos x="connsiteX0" y="connsiteY0"/>
                </a:cxn>
                <a:cxn ang="0">
                  <a:pos x="connsiteX1" y="connsiteY1"/>
                </a:cxn>
                <a:cxn ang="0">
                  <a:pos x="connsiteX2" y="connsiteY2"/>
                </a:cxn>
                <a:cxn ang="0">
                  <a:pos x="connsiteX3" y="connsiteY3"/>
                </a:cxn>
              </a:cxnLst>
              <a:rect l="l" t="t" r="r" b="b"/>
              <a:pathLst>
                <a:path w="7930822" h="7690898">
                  <a:moveTo>
                    <a:pt x="7930823" y="0"/>
                  </a:moveTo>
                  <a:lnTo>
                    <a:pt x="217325" y="4416473"/>
                  </a:lnTo>
                  <a:cubicBezTo>
                    <a:pt x="-75238" y="4589557"/>
                    <a:pt x="-69632" y="4748978"/>
                    <a:pt x="217325" y="4895435"/>
                  </a:cubicBezTo>
                  <a:lnTo>
                    <a:pt x="5232938" y="7690898"/>
                  </a:lnTo>
                </a:path>
              </a:pathLst>
            </a:custGeom>
            <a:noFill/>
            <a:ln w="6350" cap="flat">
              <a:solidFill>
                <a:srgbClr val="D31C5B">
                  <a:alpha val="42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0" name="Freeform: Shape 39">
              <a:extLst>
                <a:ext uri="{FF2B5EF4-FFF2-40B4-BE49-F238E27FC236}">
                  <a16:creationId xmlns:a16="http://schemas.microsoft.com/office/drawing/2014/main" id="{D4DB3A4D-1DBF-4708-DCF6-725E5E488E96}"/>
                </a:ext>
              </a:extLst>
            </p:cNvPr>
            <p:cNvSpPr/>
            <p:nvPr/>
          </p:nvSpPr>
          <p:spPr>
            <a:xfrm>
              <a:off x="5153622" y="-440991"/>
              <a:ext cx="7930822" cy="7690898"/>
            </a:xfrm>
            <a:custGeom>
              <a:avLst/>
              <a:gdLst>
                <a:gd name="connsiteX0" fmla="*/ 7930823 w 7930822"/>
                <a:gd name="connsiteY0" fmla="*/ 0 h 7690898"/>
                <a:gd name="connsiteX1" fmla="*/ 217325 w 7930822"/>
                <a:gd name="connsiteY1" fmla="*/ 4416473 h 7690898"/>
                <a:gd name="connsiteX2" fmla="*/ 217325 w 7930822"/>
                <a:gd name="connsiteY2" fmla="*/ 4895435 h 7690898"/>
                <a:gd name="connsiteX3" fmla="*/ 5232938 w 7930822"/>
                <a:gd name="connsiteY3" fmla="*/ 7690899 h 7690898"/>
              </a:gdLst>
              <a:ahLst/>
              <a:cxnLst>
                <a:cxn ang="0">
                  <a:pos x="connsiteX0" y="connsiteY0"/>
                </a:cxn>
                <a:cxn ang="0">
                  <a:pos x="connsiteX1" y="connsiteY1"/>
                </a:cxn>
                <a:cxn ang="0">
                  <a:pos x="connsiteX2" y="connsiteY2"/>
                </a:cxn>
                <a:cxn ang="0">
                  <a:pos x="connsiteX3" y="connsiteY3"/>
                </a:cxn>
              </a:cxnLst>
              <a:rect l="l" t="t" r="r" b="b"/>
              <a:pathLst>
                <a:path w="7930822" h="7690898">
                  <a:moveTo>
                    <a:pt x="7930823" y="0"/>
                  </a:moveTo>
                  <a:lnTo>
                    <a:pt x="217325" y="4416473"/>
                  </a:lnTo>
                  <a:cubicBezTo>
                    <a:pt x="-75238" y="4589558"/>
                    <a:pt x="-69632" y="4748978"/>
                    <a:pt x="217325" y="4895435"/>
                  </a:cubicBezTo>
                  <a:lnTo>
                    <a:pt x="5232938" y="7690899"/>
                  </a:lnTo>
                </a:path>
              </a:pathLst>
            </a:custGeom>
            <a:noFill/>
            <a:ln w="6350" cap="flat">
              <a:solidFill>
                <a:srgbClr val="D31C5B">
                  <a:alpha val="42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1" name="Freeform: Shape 40">
              <a:extLst>
                <a:ext uri="{FF2B5EF4-FFF2-40B4-BE49-F238E27FC236}">
                  <a16:creationId xmlns:a16="http://schemas.microsoft.com/office/drawing/2014/main" id="{3550C393-FF53-45E9-E132-E0F7F857C34A}"/>
                </a:ext>
              </a:extLst>
            </p:cNvPr>
            <p:cNvSpPr/>
            <p:nvPr/>
          </p:nvSpPr>
          <p:spPr>
            <a:xfrm>
              <a:off x="5153622" y="-544527"/>
              <a:ext cx="7930822" cy="7690898"/>
            </a:xfrm>
            <a:custGeom>
              <a:avLst/>
              <a:gdLst>
                <a:gd name="connsiteX0" fmla="*/ 7930823 w 7930822"/>
                <a:gd name="connsiteY0" fmla="*/ 0 h 7690898"/>
                <a:gd name="connsiteX1" fmla="*/ 217325 w 7930822"/>
                <a:gd name="connsiteY1" fmla="*/ 4416473 h 7690898"/>
                <a:gd name="connsiteX2" fmla="*/ 217325 w 7930822"/>
                <a:gd name="connsiteY2" fmla="*/ 4895435 h 7690898"/>
                <a:gd name="connsiteX3" fmla="*/ 5232938 w 7930822"/>
                <a:gd name="connsiteY3" fmla="*/ 7690899 h 7690898"/>
              </a:gdLst>
              <a:ahLst/>
              <a:cxnLst>
                <a:cxn ang="0">
                  <a:pos x="connsiteX0" y="connsiteY0"/>
                </a:cxn>
                <a:cxn ang="0">
                  <a:pos x="connsiteX1" y="connsiteY1"/>
                </a:cxn>
                <a:cxn ang="0">
                  <a:pos x="connsiteX2" y="connsiteY2"/>
                </a:cxn>
                <a:cxn ang="0">
                  <a:pos x="connsiteX3" y="connsiteY3"/>
                </a:cxn>
              </a:cxnLst>
              <a:rect l="l" t="t" r="r" b="b"/>
              <a:pathLst>
                <a:path w="7930822" h="7690898">
                  <a:moveTo>
                    <a:pt x="7930823" y="0"/>
                  </a:moveTo>
                  <a:lnTo>
                    <a:pt x="217325" y="4416473"/>
                  </a:lnTo>
                  <a:cubicBezTo>
                    <a:pt x="-75238" y="4589558"/>
                    <a:pt x="-69632" y="4748978"/>
                    <a:pt x="217325" y="4895435"/>
                  </a:cubicBezTo>
                  <a:lnTo>
                    <a:pt x="5232938" y="7690899"/>
                  </a:lnTo>
                </a:path>
              </a:pathLst>
            </a:custGeom>
            <a:noFill/>
            <a:ln w="6350" cap="flat">
              <a:solidFill>
                <a:srgbClr val="D31C5B">
                  <a:alpha val="42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2" name="Freeform: Shape 41">
              <a:extLst>
                <a:ext uri="{FF2B5EF4-FFF2-40B4-BE49-F238E27FC236}">
                  <a16:creationId xmlns:a16="http://schemas.microsoft.com/office/drawing/2014/main" id="{60B22D0E-0489-DDC7-A6B2-9F3E17A46F84}"/>
                </a:ext>
              </a:extLst>
            </p:cNvPr>
            <p:cNvSpPr/>
            <p:nvPr/>
          </p:nvSpPr>
          <p:spPr>
            <a:xfrm>
              <a:off x="5153622" y="-648063"/>
              <a:ext cx="7930822" cy="7690898"/>
            </a:xfrm>
            <a:custGeom>
              <a:avLst/>
              <a:gdLst>
                <a:gd name="connsiteX0" fmla="*/ 7930823 w 7930822"/>
                <a:gd name="connsiteY0" fmla="*/ 0 h 7690898"/>
                <a:gd name="connsiteX1" fmla="*/ 217325 w 7930822"/>
                <a:gd name="connsiteY1" fmla="*/ 4416473 h 7690898"/>
                <a:gd name="connsiteX2" fmla="*/ 217325 w 7930822"/>
                <a:gd name="connsiteY2" fmla="*/ 4895435 h 7690898"/>
                <a:gd name="connsiteX3" fmla="*/ 5232938 w 7930822"/>
                <a:gd name="connsiteY3" fmla="*/ 7690899 h 7690898"/>
              </a:gdLst>
              <a:ahLst/>
              <a:cxnLst>
                <a:cxn ang="0">
                  <a:pos x="connsiteX0" y="connsiteY0"/>
                </a:cxn>
                <a:cxn ang="0">
                  <a:pos x="connsiteX1" y="connsiteY1"/>
                </a:cxn>
                <a:cxn ang="0">
                  <a:pos x="connsiteX2" y="connsiteY2"/>
                </a:cxn>
                <a:cxn ang="0">
                  <a:pos x="connsiteX3" y="connsiteY3"/>
                </a:cxn>
              </a:cxnLst>
              <a:rect l="l" t="t" r="r" b="b"/>
              <a:pathLst>
                <a:path w="7930822" h="7690898">
                  <a:moveTo>
                    <a:pt x="7930823" y="0"/>
                  </a:moveTo>
                  <a:lnTo>
                    <a:pt x="217325" y="4416473"/>
                  </a:lnTo>
                  <a:cubicBezTo>
                    <a:pt x="-75238" y="4589558"/>
                    <a:pt x="-69632" y="4748978"/>
                    <a:pt x="217325" y="4895435"/>
                  </a:cubicBezTo>
                  <a:lnTo>
                    <a:pt x="5232938" y="7690899"/>
                  </a:lnTo>
                </a:path>
              </a:pathLst>
            </a:custGeom>
            <a:noFill/>
            <a:ln w="6350" cap="flat">
              <a:solidFill>
                <a:srgbClr val="D31C5B">
                  <a:alpha val="42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3" name="Freeform: Shape 42">
              <a:extLst>
                <a:ext uri="{FF2B5EF4-FFF2-40B4-BE49-F238E27FC236}">
                  <a16:creationId xmlns:a16="http://schemas.microsoft.com/office/drawing/2014/main" id="{D358DFAF-8B90-0D61-66AF-1735D08184CE}"/>
                </a:ext>
              </a:extLst>
            </p:cNvPr>
            <p:cNvSpPr/>
            <p:nvPr/>
          </p:nvSpPr>
          <p:spPr>
            <a:xfrm>
              <a:off x="5153622" y="-751598"/>
              <a:ext cx="7930822" cy="7690898"/>
            </a:xfrm>
            <a:custGeom>
              <a:avLst/>
              <a:gdLst>
                <a:gd name="connsiteX0" fmla="*/ 7930823 w 7930822"/>
                <a:gd name="connsiteY0" fmla="*/ 0 h 7690898"/>
                <a:gd name="connsiteX1" fmla="*/ 217325 w 7930822"/>
                <a:gd name="connsiteY1" fmla="*/ 4416473 h 7690898"/>
                <a:gd name="connsiteX2" fmla="*/ 217325 w 7930822"/>
                <a:gd name="connsiteY2" fmla="*/ 4895435 h 7690898"/>
                <a:gd name="connsiteX3" fmla="*/ 5232938 w 7930822"/>
                <a:gd name="connsiteY3" fmla="*/ 7690899 h 7690898"/>
              </a:gdLst>
              <a:ahLst/>
              <a:cxnLst>
                <a:cxn ang="0">
                  <a:pos x="connsiteX0" y="connsiteY0"/>
                </a:cxn>
                <a:cxn ang="0">
                  <a:pos x="connsiteX1" y="connsiteY1"/>
                </a:cxn>
                <a:cxn ang="0">
                  <a:pos x="connsiteX2" y="connsiteY2"/>
                </a:cxn>
                <a:cxn ang="0">
                  <a:pos x="connsiteX3" y="connsiteY3"/>
                </a:cxn>
              </a:cxnLst>
              <a:rect l="l" t="t" r="r" b="b"/>
              <a:pathLst>
                <a:path w="7930822" h="7690898">
                  <a:moveTo>
                    <a:pt x="7930823" y="0"/>
                  </a:moveTo>
                  <a:lnTo>
                    <a:pt x="217325" y="4416473"/>
                  </a:lnTo>
                  <a:cubicBezTo>
                    <a:pt x="-75238" y="4589558"/>
                    <a:pt x="-69632" y="4748978"/>
                    <a:pt x="217325" y="4895435"/>
                  </a:cubicBezTo>
                  <a:lnTo>
                    <a:pt x="5232938" y="7690899"/>
                  </a:lnTo>
                </a:path>
              </a:pathLst>
            </a:custGeom>
            <a:noFill/>
            <a:ln w="6350" cap="flat">
              <a:solidFill>
                <a:srgbClr val="D31C5B">
                  <a:alpha val="42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aphicFrame>
        <p:nvGraphicFramePr>
          <p:cNvPr id="33" name="Table 32">
            <a:extLst>
              <a:ext uri="{FF2B5EF4-FFF2-40B4-BE49-F238E27FC236}">
                <a16:creationId xmlns:a16="http://schemas.microsoft.com/office/drawing/2014/main" id="{DB1CA191-0254-EEDD-7F01-4272FA63FD71}"/>
              </a:ext>
            </a:extLst>
          </p:cNvPr>
          <p:cNvGraphicFramePr>
            <a:graphicFrameLocks noGrp="1"/>
          </p:cNvGraphicFramePr>
          <p:nvPr/>
        </p:nvGraphicFramePr>
        <p:xfrm>
          <a:off x="52926" y="4711380"/>
          <a:ext cx="11656788" cy="917754"/>
        </p:xfrm>
        <a:graphic>
          <a:graphicData uri="http://schemas.openxmlformats.org/drawingml/2006/table">
            <a:tbl>
              <a:tblPr rtl="1">
                <a:effectLst/>
                <a:tableStyleId>{5C22544A-7EE6-4342-B048-85BDC9FD1C3A}</a:tableStyleId>
              </a:tblPr>
              <a:tblGrid>
                <a:gridCol w="3963912">
                  <a:extLst>
                    <a:ext uri="{9D8B030D-6E8A-4147-A177-3AD203B41FA5}">
                      <a16:colId xmlns:a16="http://schemas.microsoft.com/office/drawing/2014/main" val="1382239943"/>
                    </a:ext>
                  </a:extLst>
                </a:gridCol>
                <a:gridCol w="1414536">
                  <a:extLst>
                    <a:ext uri="{9D8B030D-6E8A-4147-A177-3AD203B41FA5}">
                      <a16:colId xmlns:a16="http://schemas.microsoft.com/office/drawing/2014/main" val="1913485594"/>
                    </a:ext>
                  </a:extLst>
                </a:gridCol>
                <a:gridCol w="523195">
                  <a:extLst>
                    <a:ext uri="{9D8B030D-6E8A-4147-A177-3AD203B41FA5}">
                      <a16:colId xmlns:a16="http://schemas.microsoft.com/office/drawing/2014/main" val="2891155337"/>
                    </a:ext>
                  </a:extLst>
                </a:gridCol>
                <a:gridCol w="523195">
                  <a:extLst>
                    <a:ext uri="{9D8B030D-6E8A-4147-A177-3AD203B41FA5}">
                      <a16:colId xmlns:a16="http://schemas.microsoft.com/office/drawing/2014/main" val="1599633925"/>
                    </a:ext>
                  </a:extLst>
                </a:gridCol>
                <a:gridCol w="523195">
                  <a:extLst>
                    <a:ext uri="{9D8B030D-6E8A-4147-A177-3AD203B41FA5}">
                      <a16:colId xmlns:a16="http://schemas.microsoft.com/office/drawing/2014/main" val="119062619"/>
                    </a:ext>
                  </a:extLst>
                </a:gridCol>
                <a:gridCol w="523195">
                  <a:extLst>
                    <a:ext uri="{9D8B030D-6E8A-4147-A177-3AD203B41FA5}">
                      <a16:colId xmlns:a16="http://schemas.microsoft.com/office/drawing/2014/main" val="3883244156"/>
                    </a:ext>
                  </a:extLst>
                </a:gridCol>
                <a:gridCol w="523195">
                  <a:extLst>
                    <a:ext uri="{9D8B030D-6E8A-4147-A177-3AD203B41FA5}">
                      <a16:colId xmlns:a16="http://schemas.microsoft.com/office/drawing/2014/main" val="1777407749"/>
                    </a:ext>
                  </a:extLst>
                </a:gridCol>
                <a:gridCol w="523195">
                  <a:extLst>
                    <a:ext uri="{9D8B030D-6E8A-4147-A177-3AD203B41FA5}">
                      <a16:colId xmlns:a16="http://schemas.microsoft.com/office/drawing/2014/main" val="671349694"/>
                    </a:ext>
                  </a:extLst>
                </a:gridCol>
                <a:gridCol w="523195">
                  <a:extLst>
                    <a:ext uri="{9D8B030D-6E8A-4147-A177-3AD203B41FA5}">
                      <a16:colId xmlns:a16="http://schemas.microsoft.com/office/drawing/2014/main" val="2226284846"/>
                    </a:ext>
                  </a:extLst>
                </a:gridCol>
                <a:gridCol w="523195">
                  <a:extLst>
                    <a:ext uri="{9D8B030D-6E8A-4147-A177-3AD203B41FA5}">
                      <a16:colId xmlns:a16="http://schemas.microsoft.com/office/drawing/2014/main" val="599784901"/>
                    </a:ext>
                  </a:extLst>
                </a:gridCol>
                <a:gridCol w="523195">
                  <a:extLst>
                    <a:ext uri="{9D8B030D-6E8A-4147-A177-3AD203B41FA5}">
                      <a16:colId xmlns:a16="http://schemas.microsoft.com/office/drawing/2014/main" val="1625180260"/>
                    </a:ext>
                  </a:extLst>
                </a:gridCol>
                <a:gridCol w="523195">
                  <a:extLst>
                    <a:ext uri="{9D8B030D-6E8A-4147-A177-3AD203B41FA5}">
                      <a16:colId xmlns:a16="http://schemas.microsoft.com/office/drawing/2014/main" val="1579536190"/>
                    </a:ext>
                  </a:extLst>
                </a:gridCol>
                <a:gridCol w="523195">
                  <a:extLst>
                    <a:ext uri="{9D8B030D-6E8A-4147-A177-3AD203B41FA5}">
                      <a16:colId xmlns:a16="http://schemas.microsoft.com/office/drawing/2014/main" val="3321952283"/>
                    </a:ext>
                  </a:extLst>
                </a:gridCol>
                <a:gridCol w="523195">
                  <a:extLst>
                    <a:ext uri="{9D8B030D-6E8A-4147-A177-3AD203B41FA5}">
                      <a16:colId xmlns:a16="http://schemas.microsoft.com/office/drawing/2014/main" val="2286448250"/>
                    </a:ext>
                  </a:extLst>
                </a:gridCol>
              </a:tblGrid>
              <a:tr h="305918">
                <a:tc>
                  <a:txBody>
                    <a:bodyPr/>
                    <a:lstStyle/>
                    <a:p>
                      <a:pPr marL="1371600" lvl="4" algn="r" defTabSz="914400" rtl="1" eaLnBrk="1" latinLnBrk="0" hangingPunct="1">
                        <a:tabLst/>
                        <a:defRPr sz="1400" b="0" i="0" u="none" strike="noStrike" kern="1200" spc="0" baseline="0">
                          <a:solidFill>
                            <a:prstClr val="black">
                              <a:lumMod val="65000"/>
                              <a:lumOff val="35000"/>
                            </a:prstClr>
                          </a:solidFill>
                          <a:latin typeface="+mn-lt"/>
                          <a:ea typeface="+mn-ea"/>
                          <a:cs typeface="+mn-cs"/>
                        </a:defRPr>
                      </a:pPr>
                      <a:r>
                        <a:rPr lang="ar-LY" sz="1200" b="1" i="0" u="none" strike="noStrike" kern="1200" spc="0" baseline="0" dirty="0">
                          <a:solidFill>
                            <a:schemeClr val="bg1"/>
                          </a:solidFill>
                          <a:latin typeface="+mn-lt"/>
                          <a:ea typeface="+mn-ea"/>
                          <a:cs typeface="+mn-cs"/>
                        </a:rPr>
                        <a:t>الإيرادات من المشتركين الأفراد</a:t>
                      </a:r>
                      <a:endParaRPr lang="en-US" sz="1200" b="1" i="0" u="none" strike="noStrike" kern="1200" spc="0" baseline="0" dirty="0">
                        <a:solidFill>
                          <a:schemeClr val="bg1"/>
                        </a:solidFill>
                        <a:latin typeface="+mn-lt"/>
                        <a:ea typeface="+mn-ea"/>
                        <a:cs typeface="+mn-cs"/>
                      </a:endParaRPr>
                    </a:p>
                  </a:txBody>
                  <a:tcPr marL="8545" marR="8545" marT="854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50000"/>
                      </a:schemeClr>
                    </a:solidFill>
                  </a:tcPr>
                </a:tc>
                <a:tc>
                  <a:txBody>
                    <a:bodyPr/>
                    <a:lstStyle/>
                    <a:p>
                      <a:pPr algn="ctr" rtl="1" fontAlgn="b"/>
                      <a:r>
                        <a:rPr lang="en-US" sz="1800" b="1" u="none" strike="noStrike" kern="1200" dirty="0">
                          <a:solidFill>
                            <a:schemeClr val="bg1"/>
                          </a:solidFill>
                          <a:effectLst/>
                          <a:latin typeface="+mn-lt"/>
                          <a:ea typeface="+mn-ea"/>
                          <a:cs typeface="+mn-cs"/>
                        </a:rPr>
                        <a:t>2,135</a:t>
                      </a:r>
                      <a:r>
                        <a:rPr lang="en-US" sz="1200" b="1" i="0" u="none" strike="noStrike" dirty="0">
                          <a:solidFill>
                            <a:srgbClr val="FFFFFF"/>
                          </a:solidFill>
                          <a:effectLst/>
                          <a:latin typeface="Tajawal" panose="00000500000000000000" pitchFamily="2" charset="-78"/>
                          <a:cs typeface="Tajawal" panose="00000500000000000000" pitchFamily="2" charset="-78"/>
                        </a:rPr>
                        <a:t>.950</a:t>
                      </a:r>
                    </a:p>
                  </a:txBody>
                  <a:tcPr marL="9525" marR="9525" marT="9525" marB="0" anchor="b">
                    <a:lnL w="12700" cap="flat" cmpd="sng" algn="ctr">
                      <a:solidFill>
                        <a:schemeClr val="bg1">
                          <a:lumMod val="6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rgbClr val="551C50"/>
                    </a:solidFill>
                  </a:tcPr>
                </a:tc>
                <a:tc>
                  <a:txBody>
                    <a:bodyPr/>
                    <a:lstStyle/>
                    <a:p>
                      <a:pPr algn="ctr" rtl="1" fontAlgn="b"/>
                      <a:r>
                        <a:rPr lang="en-US" sz="1200" b="1" i="0" u="none" strike="noStrike">
                          <a:solidFill>
                            <a:srgbClr val="290D26"/>
                          </a:solidFill>
                          <a:effectLst/>
                          <a:latin typeface="Tajawal" panose="00000500000000000000" pitchFamily="2" charset="-78"/>
                          <a:cs typeface="Tajawal" panose="00000500000000000000" pitchFamily="2" charset="-78"/>
                        </a:rPr>
                        <a:t>167.0</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algn="ctr" rtl="1" fontAlgn="b"/>
                      <a:r>
                        <a:rPr lang="en-US" sz="1200" b="1" i="0" u="none" strike="noStrike">
                          <a:solidFill>
                            <a:srgbClr val="290D26"/>
                          </a:solidFill>
                          <a:effectLst/>
                          <a:latin typeface="Tajawal" panose="00000500000000000000" pitchFamily="2" charset="-78"/>
                          <a:cs typeface="Tajawal" panose="00000500000000000000" pitchFamily="2" charset="-78"/>
                        </a:rPr>
                        <a:t>162.0</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algn="ctr" rtl="1" fontAlgn="b"/>
                      <a:r>
                        <a:rPr lang="en-US" sz="1200" b="1" i="0" u="none" strike="noStrike">
                          <a:solidFill>
                            <a:srgbClr val="290D26"/>
                          </a:solidFill>
                          <a:effectLst/>
                          <a:latin typeface="Tajawal" panose="00000500000000000000" pitchFamily="2" charset="-78"/>
                          <a:cs typeface="Tajawal" panose="00000500000000000000" pitchFamily="2" charset="-78"/>
                        </a:rPr>
                        <a:t>170.7</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algn="ctr" rtl="1" fontAlgn="b"/>
                      <a:r>
                        <a:rPr lang="en-US" sz="1200" b="1" i="0" u="none" strike="noStrike">
                          <a:solidFill>
                            <a:srgbClr val="290D26"/>
                          </a:solidFill>
                          <a:effectLst/>
                          <a:latin typeface="Tajawal" panose="00000500000000000000" pitchFamily="2" charset="-78"/>
                          <a:cs typeface="Tajawal" panose="00000500000000000000" pitchFamily="2" charset="-78"/>
                        </a:rPr>
                        <a:t>173.0</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algn="ctr" rtl="1" fontAlgn="b"/>
                      <a:r>
                        <a:rPr lang="en-US" sz="1200" b="1" i="0" u="none" strike="noStrike">
                          <a:solidFill>
                            <a:srgbClr val="290D26"/>
                          </a:solidFill>
                          <a:effectLst/>
                          <a:latin typeface="Tajawal" panose="00000500000000000000" pitchFamily="2" charset="-78"/>
                          <a:cs typeface="Tajawal" panose="00000500000000000000" pitchFamily="2" charset="-78"/>
                        </a:rPr>
                        <a:t>174.5</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algn="ctr" rtl="1" fontAlgn="b"/>
                      <a:r>
                        <a:rPr lang="en-US" sz="1200" b="1" i="0" u="none" strike="noStrike">
                          <a:solidFill>
                            <a:srgbClr val="290D26"/>
                          </a:solidFill>
                          <a:effectLst/>
                          <a:latin typeface="Tajawal" panose="00000500000000000000" pitchFamily="2" charset="-78"/>
                          <a:cs typeface="Tajawal" panose="00000500000000000000" pitchFamily="2" charset="-78"/>
                        </a:rPr>
                        <a:t>176.1</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algn="ctr" rtl="1" fontAlgn="b"/>
                      <a:r>
                        <a:rPr lang="en-US" sz="1200" b="1" i="0" u="none" strike="noStrike">
                          <a:solidFill>
                            <a:srgbClr val="290D26"/>
                          </a:solidFill>
                          <a:effectLst/>
                          <a:latin typeface="Tajawal" panose="00000500000000000000" pitchFamily="2" charset="-78"/>
                          <a:cs typeface="Tajawal" panose="00000500000000000000" pitchFamily="2" charset="-78"/>
                        </a:rPr>
                        <a:t>178.0</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algn="ctr" rtl="1" fontAlgn="b"/>
                      <a:r>
                        <a:rPr lang="en-US" sz="1200" b="1" i="0" u="none" strike="noStrike">
                          <a:solidFill>
                            <a:srgbClr val="290D26"/>
                          </a:solidFill>
                          <a:effectLst/>
                          <a:latin typeface="Tajawal" panose="00000500000000000000" pitchFamily="2" charset="-78"/>
                          <a:cs typeface="Tajawal" panose="00000500000000000000" pitchFamily="2" charset="-78"/>
                        </a:rPr>
                        <a:t>181.2</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algn="ctr" rtl="1" fontAlgn="b"/>
                      <a:r>
                        <a:rPr lang="en-US" sz="1200" b="1" i="0" u="none" strike="noStrike">
                          <a:solidFill>
                            <a:srgbClr val="290D26"/>
                          </a:solidFill>
                          <a:effectLst/>
                          <a:latin typeface="Tajawal" panose="00000500000000000000" pitchFamily="2" charset="-78"/>
                          <a:cs typeface="Tajawal" panose="00000500000000000000" pitchFamily="2" charset="-78"/>
                        </a:rPr>
                        <a:t>184.1</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algn="ctr" rtl="1" fontAlgn="b"/>
                      <a:r>
                        <a:rPr lang="en-US" sz="1200" b="1" i="0" u="none" strike="noStrike" dirty="0">
                          <a:solidFill>
                            <a:srgbClr val="290D26"/>
                          </a:solidFill>
                          <a:effectLst/>
                          <a:latin typeface="Tajawal" panose="00000500000000000000" pitchFamily="2" charset="-78"/>
                          <a:cs typeface="Tajawal" panose="00000500000000000000" pitchFamily="2" charset="-78"/>
                        </a:rPr>
                        <a:t>186.9</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algn="ctr" rtl="1" fontAlgn="b"/>
                      <a:r>
                        <a:rPr lang="en-US" sz="1200" b="1" i="0" u="none" strike="noStrike">
                          <a:solidFill>
                            <a:srgbClr val="290D26"/>
                          </a:solidFill>
                          <a:effectLst/>
                          <a:latin typeface="Tajawal" panose="00000500000000000000" pitchFamily="2" charset="-78"/>
                          <a:cs typeface="Tajawal" panose="00000500000000000000" pitchFamily="2" charset="-78"/>
                        </a:rPr>
                        <a:t>190.5</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algn="ctr" rtl="1" fontAlgn="b"/>
                      <a:r>
                        <a:rPr lang="en-US" sz="1200" b="1" i="0" u="none" strike="noStrike" dirty="0">
                          <a:solidFill>
                            <a:srgbClr val="290D26"/>
                          </a:solidFill>
                          <a:effectLst/>
                          <a:latin typeface="Tajawal" panose="00000500000000000000" pitchFamily="2" charset="-78"/>
                          <a:cs typeface="Tajawal" panose="00000500000000000000" pitchFamily="2" charset="-78"/>
                        </a:rPr>
                        <a:t>192.1</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535000567"/>
                  </a:ext>
                </a:extLst>
              </a:tr>
              <a:tr h="305918">
                <a:tc>
                  <a:txBody>
                    <a:bodyPr/>
                    <a:lstStyle/>
                    <a:p>
                      <a:pPr marL="1371600" lvl="3" algn="r" defTabSz="914400" rtl="1" eaLnBrk="1" latinLnBrk="0" hangingPunct="1">
                        <a:defRPr sz="1400" b="0" i="0" u="none" strike="noStrike" kern="1200" spc="0" baseline="0">
                          <a:solidFill>
                            <a:prstClr val="black">
                              <a:lumMod val="65000"/>
                              <a:lumOff val="35000"/>
                            </a:prstClr>
                          </a:solidFill>
                          <a:latin typeface="+mn-lt"/>
                          <a:ea typeface="+mn-ea"/>
                          <a:cs typeface="+mn-cs"/>
                        </a:defRPr>
                      </a:pPr>
                      <a:r>
                        <a:rPr lang="ar-LY" sz="1200" b="1" i="0" u="none" strike="noStrike" kern="1200" spc="0" baseline="0" dirty="0">
                          <a:solidFill>
                            <a:schemeClr val="bg1"/>
                          </a:solidFill>
                          <a:latin typeface="+mn-lt"/>
                          <a:ea typeface="+mn-ea"/>
                          <a:cs typeface="+mn-cs"/>
                        </a:rPr>
                        <a:t>الإيرادات من المؤسسات</a:t>
                      </a:r>
                      <a:endParaRPr lang="en-US" sz="1200" b="1" i="0" u="none" strike="noStrike" kern="1200" spc="0" baseline="0" dirty="0">
                        <a:solidFill>
                          <a:schemeClr val="bg1"/>
                        </a:solidFill>
                        <a:latin typeface="+mn-lt"/>
                        <a:ea typeface="+mn-ea"/>
                        <a:cs typeface="+mn-cs"/>
                      </a:endParaRPr>
                    </a:p>
                  </a:txBody>
                  <a:tcPr marL="153803" marR="8545" marT="854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50000"/>
                      </a:schemeClr>
                    </a:solidFill>
                  </a:tcPr>
                </a:tc>
                <a:tc>
                  <a:txBody>
                    <a:bodyPr/>
                    <a:lstStyle/>
                    <a:p>
                      <a:pPr algn="ctr" rtl="1" fontAlgn="b"/>
                      <a:r>
                        <a:rPr lang="en-US" sz="1800" b="1" u="none" strike="noStrike" kern="1200" dirty="0">
                          <a:solidFill>
                            <a:schemeClr val="bg1"/>
                          </a:solidFill>
                          <a:effectLst/>
                          <a:latin typeface="+mn-lt"/>
                          <a:ea typeface="+mn-ea"/>
                          <a:cs typeface="+mn-cs"/>
                        </a:rPr>
                        <a:t>148</a:t>
                      </a:r>
                      <a:r>
                        <a:rPr lang="en-US" sz="1200" b="1" i="0" u="none" strike="noStrike" dirty="0">
                          <a:solidFill>
                            <a:srgbClr val="FFFFFF"/>
                          </a:solidFill>
                          <a:effectLst/>
                          <a:latin typeface="Tajawal" panose="00000500000000000000" pitchFamily="2" charset="-78"/>
                          <a:cs typeface="Tajawal" panose="00000500000000000000" pitchFamily="2" charset="-78"/>
                        </a:rPr>
                        <a:t>.550</a:t>
                      </a:r>
                      <a:endParaRPr lang="en-US" sz="1800" b="1" u="none" strike="noStrike" kern="1200" dirty="0">
                        <a:solidFill>
                          <a:schemeClr val="bg1"/>
                        </a:solidFill>
                        <a:effectLst/>
                        <a:latin typeface="+mn-lt"/>
                        <a:ea typeface="+mn-ea"/>
                        <a:cs typeface="+mn-cs"/>
                      </a:endParaRPr>
                    </a:p>
                  </a:txBody>
                  <a:tcPr marL="9525" marR="9525" marT="9525" marB="0" anchor="b">
                    <a:lnL w="12700" cap="flat" cmpd="sng" algn="ctr">
                      <a:solidFill>
                        <a:schemeClr val="bg1">
                          <a:lumMod val="6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rgbClr val="551C50"/>
                    </a:solidFill>
                  </a:tcPr>
                </a:tc>
                <a:tc>
                  <a:txBody>
                    <a:bodyPr/>
                    <a:lstStyle/>
                    <a:p>
                      <a:pPr algn="ctr" rtl="1" fontAlgn="b"/>
                      <a:r>
                        <a:rPr lang="en-US" sz="1200" b="1" i="0" u="none" strike="noStrike">
                          <a:solidFill>
                            <a:srgbClr val="290D26"/>
                          </a:solidFill>
                          <a:effectLst/>
                          <a:latin typeface="Tajawal" panose="00000500000000000000" pitchFamily="2" charset="-78"/>
                          <a:cs typeface="Tajawal" panose="00000500000000000000" pitchFamily="2" charset="-78"/>
                        </a:rPr>
                        <a:t>5.6</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algn="ctr" rtl="1" fontAlgn="b"/>
                      <a:r>
                        <a:rPr lang="en-US" sz="1200" b="1" i="0" u="none" strike="noStrike">
                          <a:solidFill>
                            <a:srgbClr val="290D26"/>
                          </a:solidFill>
                          <a:effectLst/>
                          <a:latin typeface="Tajawal" panose="00000500000000000000" pitchFamily="2" charset="-78"/>
                          <a:cs typeface="Tajawal" panose="00000500000000000000" pitchFamily="2" charset="-78"/>
                        </a:rPr>
                        <a:t>6.1</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algn="ctr" rtl="1" fontAlgn="b"/>
                      <a:r>
                        <a:rPr lang="en-US" sz="1200" b="1" i="0" u="none" strike="noStrike">
                          <a:solidFill>
                            <a:srgbClr val="290D26"/>
                          </a:solidFill>
                          <a:effectLst/>
                          <a:latin typeface="Tajawal" panose="00000500000000000000" pitchFamily="2" charset="-78"/>
                          <a:cs typeface="Tajawal" panose="00000500000000000000" pitchFamily="2" charset="-78"/>
                        </a:rPr>
                        <a:t>6.7</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algn="ctr" rtl="1" fontAlgn="b"/>
                      <a:r>
                        <a:rPr lang="en-US" sz="1200" b="1" i="0" u="none" strike="noStrike" dirty="0">
                          <a:solidFill>
                            <a:srgbClr val="290D26"/>
                          </a:solidFill>
                          <a:effectLst/>
                          <a:latin typeface="Tajawal" panose="00000500000000000000" pitchFamily="2" charset="-78"/>
                          <a:cs typeface="Tajawal" panose="00000500000000000000" pitchFamily="2" charset="-78"/>
                        </a:rPr>
                        <a:t>7.5</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algn="ctr" rtl="1" fontAlgn="b"/>
                      <a:r>
                        <a:rPr lang="en-US" sz="1200" b="1" i="0" u="none" strike="noStrike">
                          <a:solidFill>
                            <a:srgbClr val="290D26"/>
                          </a:solidFill>
                          <a:effectLst/>
                          <a:latin typeface="Tajawal" panose="00000500000000000000" pitchFamily="2" charset="-78"/>
                          <a:cs typeface="Tajawal" panose="00000500000000000000" pitchFamily="2" charset="-78"/>
                        </a:rPr>
                        <a:t>8.8</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algn="ctr" rtl="1" fontAlgn="b"/>
                      <a:r>
                        <a:rPr lang="en-US" sz="1200" b="1" i="0" u="none" strike="noStrike">
                          <a:solidFill>
                            <a:srgbClr val="290D26"/>
                          </a:solidFill>
                          <a:effectLst/>
                          <a:latin typeface="Tajawal" panose="00000500000000000000" pitchFamily="2" charset="-78"/>
                          <a:cs typeface="Tajawal" panose="00000500000000000000" pitchFamily="2" charset="-78"/>
                        </a:rPr>
                        <a:t>11.2</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algn="ctr" rtl="1" fontAlgn="b"/>
                      <a:r>
                        <a:rPr lang="en-US" sz="1200" b="1" i="0" u="none" strike="noStrike">
                          <a:solidFill>
                            <a:srgbClr val="290D26"/>
                          </a:solidFill>
                          <a:effectLst/>
                          <a:latin typeface="Tajawal" panose="00000500000000000000" pitchFamily="2" charset="-78"/>
                          <a:cs typeface="Tajawal" panose="00000500000000000000" pitchFamily="2" charset="-78"/>
                        </a:rPr>
                        <a:t>11.8</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algn="ctr" rtl="1" fontAlgn="b"/>
                      <a:r>
                        <a:rPr lang="en-US" sz="1200" b="1" i="0" u="none" strike="noStrike">
                          <a:solidFill>
                            <a:srgbClr val="290D26"/>
                          </a:solidFill>
                          <a:effectLst/>
                          <a:latin typeface="Tajawal" panose="00000500000000000000" pitchFamily="2" charset="-78"/>
                          <a:cs typeface="Tajawal" panose="00000500000000000000" pitchFamily="2" charset="-78"/>
                        </a:rPr>
                        <a:t>14.9</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algn="ctr" rtl="1" fontAlgn="b"/>
                      <a:r>
                        <a:rPr lang="en-US" sz="1200" b="1" i="0" u="none" strike="noStrike">
                          <a:solidFill>
                            <a:srgbClr val="290D26"/>
                          </a:solidFill>
                          <a:effectLst/>
                          <a:latin typeface="Tajawal" panose="00000500000000000000" pitchFamily="2" charset="-78"/>
                          <a:cs typeface="Tajawal" panose="00000500000000000000" pitchFamily="2" charset="-78"/>
                        </a:rPr>
                        <a:t>16.9</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algn="ctr" rtl="1" fontAlgn="b"/>
                      <a:r>
                        <a:rPr lang="en-US" sz="1200" b="1" i="0" u="none" strike="noStrike">
                          <a:solidFill>
                            <a:srgbClr val="290D26"/>
                          </a:solidFill>
                          <a:effectLst/>
                          <a:latin typeface="Tajawal" panose="00000500000000000000" pitchFamily="2" charset="-78"/>
                          <a:cs typeface="Tajawal" panose="00000500000000000000" pitchFamily="2" charset="-78"/>
                        </a:rPr>
                        <a:t>18.5</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algn="ctr" rtl="1" fontAlgn="b"/>
                      <a:r>
                        <a:rPr lang="en-US" sz="1200" b="1" i="0" u="none" strike="noStrike">
                          <a:solidFill>
                            <a:srgbClr val="290D26"/>
                          </a:solidFill>
                          <a:effectLst/>
                          <a:latin typeface="Tajawal" panose="00000500000000000000" pitchFamily="2" charset="-78"/>
                          <a:cs typeface="Tajawal" panose="00000500000000000000" pitchFamily="2" charset="-78"/>
                        </a:rPr>
                        <a:t>19.9</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algn="ctr" rtl="1" fontAlgn="b"/>
                      <a:r>
                        <a:rPr lang="en-US" sz="1200" b="1" i="0" u="none" strike="noStrike" dirty="0">
                          <a:solidFill>
                            <a:srgbClr val="290D26"/>
                          </a:solidFill>
                          <a:effectLst/>
                          <a:latin typeface="Tajawal" panose="00000500000000000000" pitchFamily="2" charset="-78"/>
                          <a:cs typeface="Tajawal" panose="00000500000000000000" pitchFamily="2" charset="-78"/>
                        </a:rPr>
                        <a:t>20.8</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672675086"/>
                  </a:ext>
                </a:extLst>
              </a:tr>
              <a:tr h="305918">
                <a:tc>
                  <a:txBody>
                    <a:bodyPr/>
                    <a:lstStyle/>
                    <a:p>
                      <a:pPr marL="1371600" marR="0" lvl="3" indent="0" algn="r" defTabSz="914400" rtl="1" eaLnBrk="1" fontAlgn="auto" latinLnBrk="0" hangingPunct="1">
                        <a:lnSpc>
                          <a:spcPct val="100000"/>
                        </a:lnSpc>
                        <a:spcBef>
                          <a:spcPts val="0"/>
                        </a:spcBef>
                        <a:spcAft>
                          <a:spcPts val="0"/>
                        </a:spcAft>
                        <a:buClrTx/>
                        <a:buSzTx/>
                        <a:buFontTx/>
                        <a:buNone/>
                        <a:tabLst/>
                        <a:defRPr sz="1400" b="0" i="0" u="none" strike="noStrike" kern="1200" spc="0" baseline="0">
                          <a:solidFill>
                            <a:prstClr val="black">
                              <a:lumMod val="65000"/>
                              <a:lumOff val="35000"/>
                            </a:prstClr>
                          </a:solidFill>
                          <a:latin typeface="+mn-lt"/>
                          <a:ea typeface="+mn-ea"/>
                          <a:cs typeface="+mn-cs"/>
                        </a:defRPr>
                      </a:pPr>
                      <a:r>
                        <a:rPr lang="ar-LY" sz="1200" b="1" i="0" u="none" strike="noStrike" kern="1200" spc="0" baseline="0" dirty="0">
                          <a:solidFill>
                            <a:schemeClr val="bg1"/>
                          </a:solidFill>
                          <a:latin typeface="+mn-lt"/>
                          <a:ea typeface="+mn-ea"/>
                          <a:cs typeface="+mn-cs"/>
                        </a:rPr>
                        <a:t>الإيرادات من الخدمات الرقمية</a:t>
                      </a:r>
                      <a:endParaRPr lang="en-US" sz="1200" b="1" i="0" u="none" strike="noStrike" kern="1200" spc="0" baseline="0" dirty="0">
                        <a:solidFill>
                          <a:schemeClr val="bg1"/>
                        </a:solidFill>
                        <a:latin typeface="+mn-lt"/>
                        <a:ea typeface="+mn-ea"/>
                        <a:cs typeface="+mn-cs"/>
                      </a:endParaRPr>
                    </a:p>
                  </a:txBody>
                  <a:tcPr marL="153803" marR="8545" marT="854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50000"/>
                      </a:schemeClr>
                    </a:solidFill>
                  </a:tcPr>
                </a:tc>
                <a:tc>
                  <a:txBody>
                    <a:bodyPr/>
                    <a:lstStyle/>
                    <a:p>
                      <a:pPr algn="ctr" rtl="1" fontAlgn="b"/>
                      <a:r>
                        <a:rPr lang="en-US" sz="1800" b="1" u="none" strike="noStrike" kern="1200" dirty="0">
                          <a:solidFill>
                            <a:schemeClr val="bg1"/>
                          </a:solidFill>
                          <a:effectLst/>
                          <a:latin typeface="+mn-lt"/>
                          <a:ea typeface="+mn-ea"/>
                          <a:cs typeface="+mn-cs"/>
                        </a:rPr>
                        <a:t>516</a:t>
                      </a:r>
                      <a:r>
                        <a:rPr lang="en-US" sz="1200" b="1" i="0" u="none" strike="noStrike" dirty="0">
                          <a:solidFill>
                            <a:srgbClr val="FFFFFF"/>
                          </a:solidFill>
                          <a:effectLst/>
                          <a:latin typeface="Tajawal" panose="00000500000000000000" pitchFamily="2" charset="-78"/>
                          <a:cs typeface="Tajawal" panose="00000500000000000000" pitchFamily="2" charset="-78"/>
                        </a:rPr>
                        <a:t>.200</a:t>
                      </a:r>
                    </a:p>
                  </a:txBody>
                  <a:tcPr marL="9525" marR="9525" marT="9525" marB="0" anchor="b">
                    <a:lnL w="12700" cap="flat" cmpd="sng" algn="ctr">
                      <a:solidFill>
                        <a:schemeClr val="bg1">
                          <a:lumMod val="6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rgbClr val="551C50"/>
                    </a:solidFill>
                  </a:tcPr>
                </a:tc>
                <a:tc>
                  <a:txBody>
                    <a:bodyPr/>
                    <a:lstStyle/>
                    <a:p>
                      <a:pPr algn="ctr" rtl="1" fontAlgn="b"/>
                      <a:r>
                        <a:rPr lang="en-US" sz="1200" b="1" i="0" u="none" strike="noStrike" dirty="0">
                          <a:solidFill>
                            <a:srgbClr val="290D26"/>
                          </a:solidFill>
                          <a:effectLst/>
                          <a:latin typeface="Tajawal" panose="00000500000000000000" pitchFamily="2" charset="-78"/>
                          <a:cs typeface="Tajawal" panose="00000500000000000000" pitchFamily="2" charset="-78"/>
                        </a:rPr>
                        <a:t>0.0</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algn="ctr" rtl="1" fontAlgn="b"/>
                      <a:r>
                        <a:rPr lang="en-US" sz="1200" b="1" i="0" u="none" strike="noStrike" dirty="0">
                          <a:solidFill>
                            <a:srgbClr val="290D26"/>
                          </a:solidFill>
                          <a:effectLst/>
                          <a:latin typeface="Tajawal" panose="00000500000000000000" pitchFamily="2" charset="-78"/>
                          <a:cs typeface="Tajawal" panose="00000500000000000000" pitchFamily="2" charset="-78"/>
                        </a:rPr>
                        <a:t>0.0</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algn="ctr" rtl="1" fontAlgn="b"/>
                      <a:r>
                        <a:rPr lang="en-US" sz="1200" b="1" i="0" u="none" strike="noStrike">
                          <a:solidFill>
                            <a:srgbClr val="290D26"/>
                          </a:solidFill>
                          <a:effectLst/>
                          <a:latin typeface="Tajawal" panose="00000500000000000000" pitchFamily="2" charset="-78"/>
                          <a:cs typeface="Tajawal" panose="00000500000000000000" pitchFamily="2" charset="-78"/>
                        </a:rPr>
                        <a:t>0.0</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algn="ctr" rtl="1" fontAlgn="b"/>
                      <a:r>
                        <a:rPr lang="en-US" sz="1200" b="1" i="0" u="none" strike="noStrike" dirty="0">
                          <a:solidFill>
                            <a:srgbClr val="290D26"/>
                          </a:solidFill>
                          <a:effectLst/>
                          <a:latin typeface="Tajawal" panose="00000500000000000000" pitchFamily="2" charset="-78"/>
                          <a:cs typeface="Tajawal" panose="00000500000000000000" pitchFamily="2" charset="-78"/>
                        </a:rPr>
                        <a:t>0.0</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algn="ctr" rtl="1" fontAlgn="b"/>
                      <a:r>
                        <a:rPr lang="en-US" sz="1200" b="1" i="0" u="none" strike="noStrike" dirty="0">
                          <a:solidFill>
                            <a:srgbClr val="290D26"/>
                          </a:solidFill>
                          <a:effectLst/>
                          <a:latin typeface="Tajawal" panose="00000500000000000000" pitchFamily="2" charset="-78"/>
                          <a:cs typeface="Tajawal" panose="00000500000000000000" pitchFamily="2" charset="-78"/>
                        </a:rPr>
                        <a:t>0.0</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algn="ctr" rtl="1" fontAlgn="b"/>
                      <a:r>
                        <a:rPr lang="en-US" sz="1200" b="1" i="0" u="none" strike="noStrike" dirty="0">
                          <a:solidFill>
                            <a:srgbClr val="290D26"/>
                          </a:solidFill>
                          <a:effectLst/>
                          <a:latin typeface="Tajawal" panose="00000500000000000000" pitchFamily="2" charset="-78"/>
                          <a:cs typeface="Tajawal" panose="00000500000000000000" pitchFamily="2" charset="-78"/>
                        </a:rPr>
                        <a:t>37.9</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algn="ctr" rtl="1" fontAlgn="b"/>
                      <a:r>
                        <a:rPr lang="en-US" sz="1200" b="1" i="0" u="none" strike="noStrike" dirty="0">
                          <a:solidFill>
                            <a:srgbClr val="290D26"/>
                          </a:solidFill>
                          <a:effectLst/>
                          <a:latin typeface="Tajawal" panose="00000500000000000000" pitchFamily="2" charset="-78"/>
                          <a:cs typeface="Tajawal" panose="00000500000000000000" pitchFamily="2" charset="-78"/>
                        </a:rPr>
                        <a:t>45.8</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algn="ctr" rtl="1" fontAlgn="b"/>
                      <a:r>
                        <a:rPr lang="en-US" sz="1200" b="1" i="0" u="none" strike="noStrike" dirty="0">
                          <a:solidFill>
                            <a:srgbClr val="290D26"/>
                          </a:solidFill>
                          <a:effectLst/>
                          <a:latin typeface="Tajawal" panose="00000500000000000000" pitchFamily="2" charset="-78"/>
                          <a:cs typeface="Tajawal" panose="00000500000000000000" pitchFamily="2" charset="-78"/>
                        </a:rPr>
                        <a:t>61.9</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algn="ctr" rtl="1" fontAlgn="b"/>
                      <a:r>
                        <a:rPr lang="en-US" sz="1200" b="1" i="0" u="none" strike="noStrike" dirty="0">
                          <a:solidFill>
                            <a:srgbClr val="290D26"/>
                          </a:solidFill>
                          <a:effectLst/>
                          <a:latin typeface="Tajawal" panose="00000500000000000000" pitchFamily="2" charset="-78"/>
                          <a:cs typeface="Tajawal" panose="00000500000000000000" pitchFamily="2" charset="-78"/>
                        </a:rPr>
                        <a:t>72.1</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algn="ctr" rtl="1" fontAlgn="b"/>
                      <a:r>
                        <a:rPr lang="en-US" sz="1200" b="1" i="0" u="none" strike="noStrike" dirty="0">
                          <a:solidFill>
                            <a:srgbClr val="290D26"/>
                          </a:solidFill>
                          <a:effectLst/>
                          <a:latin typeface="Tajawal" panose="00000500000000000000" pitchFamily="2" charset="-78"/>
                          <a:cs typeface="Tajawal" panose="00000500000000000000" pitchFamily="2" charset="-78"/>
                        </a:rPr>
                        <a:t>84.1</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algn="ctr" rtl="1" fontAlgn="b"/>
                      <a:r>
                        <a:rPr lang="en-US" sz="1200" b="1" i="0" u="none" strike="noStrike" dirty="0">
                          <a:solidFill>
                            <a:srgbClr val="290D26"/>
                          </a:solidFill>
                          <a:effectLst/>
                          <a:latin typeface="Tajawal" panose="00000500000000000000" pitchFamily="2" charset="-78"/>
                          <a:cs typeface="Tajawal" panose="00000500000000000000" pitchFamily="2" charset="-78"/>
                        </a:rPr>
                        <a:t>97.8</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algn="ctr" rtl="1" fontAlgn="b"/>
                      <a:r>
                        <a:rPr lang="en-US" sz="1200" b="1" i="0" u="none" strike="noStrike" dirty="0">
                          <a:solidFill>
                            <a:srgbClr val="290D26"/>
                          </a:solidFill>
                          <a:effectLst/>
                          <a:latin typeface="Tajawal" panose="00000500000000000000" pitchFamily="2" charset="-78"/>
                          <a:cs typeface="Tajawal" panose="00000500000000000000" pitchFamily="2" charset="-78"/>
                        </a:rPr>
                        <a:t>116.7</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589585986"/>
                  </a:ext>
                </a:extLst>
              </a:tr>
            </a:tbl>
          </a:graphicData>
        </a:graphic>
      </p:graphicFrame>
      <p:sp>
        <p:nvSpPr>
          <p:cNvPr id="49" name="Rectangle 48">
            <a:extLst>
              <a:ext uri="{FF2B5EF4-FFF2-40B4-BE49-F238E27FC236}">
                <a16:creationId xmlns:a16="http://schemas.microsoft.com/office/drawing/2014/main" id="{8F33442B-A90C-18CA-7238-BA4530C54D09}"/>
              </a:ext>
            </a:extLst>
          </p:cNvPr>
          <p:cNvSpPr/>
          <p:nvPr/>
        </p:nvSpPr>
        <p:spPr>
          <a:xfrm>
            <a:off x="0" y="0"/>
            <a:ext cx="9578741" cy="614011"/>
          </a:xfrm>
          <a:custGeom>
            <a:avLst/>
            <a:gdLst>
              <a:gd name="connsiteX0" fmla="*/ 0 w 8991600"/>
              <a:gd name="connsiteY0" fmla="*/ 0 h 614011"/>
              <a:gd name="connsiteX1" fmla="*/ 8991600 w 8991600"/>
              <a:gd name="connsiteY1" fmla="*/ 0 h 614011"/>
              <a:gd name="connsiteX2" fmla="*/ 8991600 w 8991600"/>
              <a:gd name="connsiteY2" fmla="*/ 614011 h 614011"/>
              <a:gd name="connsiteX3" fmla="*/ 0 w 8991600"/>
              <a:gd name="connsiteY3" fmla="*/ 614011 h 614011"/>
              <a:gd name="connsiteX4" fmla="*/ 0 w 8991600"/>
              <a:gd name="connsiteY4" fmla="*/ 0 h 614011"/>
              <a:gd name="connsiteX0" fmla="*/ 0 w 9578741"/>
              <a:gd name="connsiteY0" fmla="*/ 0 h 614011"/>
              <a:gd name="connsiteX1" fmla="*/ 9578741 w 9578741"/>
              <a:gd name="connsiteY1" fmla="*/ 0 h 614011"/>
              <a:gd name="connsiteX2" fmla="*/ 8991600 w 9578741"/>
              <a:gd name="connsiteY2" fmla="*/ 614011 h 614011"/>
              <a:gd name="connsiteX3" fmla="*/ 0 w 9578741"/>
              <a:gd name="connsiteY3" fmla="*/ 614011 h 614011"/>
              <a:gd name="connsiteX4" fmla="*/ 0 w 9578741"/>
              <a:gd name="connsiteY4" fmla="*/ 0 h 614011"/>
              <a:gd name="connsiteX0" fmla="*/ 0 w 9578741"/>
              <a:gd name="connsiteY0" fmla="*/ 0 h 614011"/>
              <a:gd name="connsiteX1" fmla="*/ 9578741 w 9578741"/>
              <a:gd name="connsiteY1" fmla="*/ 0 h 614011"/>
              <a:gd name="connsiteX2" fmla="*/ 8433335 w 9578741"/>
              <a:gd name="connsiteY2" fmla="*/ 614011 h 614011"/>
              <a:gd name="connsiteX3" fmla="*/ 0 w 9578741"/>
              <a:gd name="connsiteY3" fmla="*/ 614011 h 614011"/>
              <a:gd name="connsiteX4" fmla="*/ 0 w 9578741"/>
              <a:gd name="connsiteY4" fmla="*/ 0 h 6140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78741" h="614011">
                <a:moveTo>
                  <a:pt x="0" y="0"/>
                </a:moveTo>
                <a:lnTo>
                  <a:pt x="9578741" y="0"/>
                </a:lnTo>
                <a:lnTo>
                  <a:pt x="8433335" y="614011"/>
                </a:lnTo>
                <a:lnTo>
                  <a:pt x="0" y="614011"/>
                </a:lnTo>
                <a:lnTo>
                  <a:pt x="0" y="0"/>
                </a:lnTo>
                <a:close/>
              </a:path>
            </a:pathLst>
          </a:custGeom>
          <a:gradFill>
            <a:gsLst>
              <a:gs pos="0">
                <a:srgbClr val="D4145A"/>
              </a:gs>
              <a:gs pos="100000">
                <a:srgbClr val="551C50"/>
              </a:gs>
            </a:gsLst>
            <a:lin ang="72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45" name="Rectangle 16">
            <a:extLst>
              <a:ext uri="{FF2B5EF4-FFF2-40B4-BE49-F238E27FC236}">
                <a16:creationId xmlns:a16="http://schemas.microsoft.com/office/drawing/2014/main" id="{33743FA1-FCAC-7096-6BEA-6D599BAA69D9}"/>
              </a:ext>
            </a:extLst>
          </p:cNvPr>
          <p:cNvSpPr/>
          <p:nvPr/>
        </p:nvSpPr>
        <p:spPr>
          <a:xfrm>
            <a:off x="6682736" y="-1347170"/>
            <a:ext cx="6903019" cy="7045981"/>
          </a:xfrm>
          <a:custGeom>
            <a:avLst/>
            <a:gdLst>
              <a:gd name="connsiteX0" fmla="*/ 0 w 3647975"/>
              <a:gd name="connsiteY0" fmla="*/ 0 h 2139671"/>
              <a:gd name="connsiteX1" fmla="*/ 3647975 w 3647975"/>
              <a:gd name="connsiteY1" fmla="*/ 0 h 2139671"/>
              <a:gd name="connsiteX2" fmla="*/ 3647975 w 3647975"/>
              <a:gd name="connsiteY2" fmla="*/ 2139671 h 2139671"/>
              <a:gd name="connsiteX3" fmla="*/ 0 w 3647975"/>
              <a:gd name="connsiteY3" fmla="*/ 2139671 h 2139671"/>
              <a:gd name="connsiteX4" fmla="*/ 0 w 3647975"/>
              <a:gd name="connsiteY4" fmla="*/ 0 h 2139671"/>
              <a:gd name="connsiteX0" fmla="*/ 0 w 8778241"/>
              <a:gd name="connsiteY0" fmla="*/ 413886 h 2553557"/>
              <a:gd name="connsiteX1" fmla="*/ 8778241 w 8778241"/>
              <a:gd name="connsiteY1" fmla="*/ 0 h 2553557"/>
              <a:gd name="connsiteX2" fmla="*/ 3647975 w 8778241"/>
              <a:gd name="connsiteY2" fmla="*/ 2553557 h 2553557"/>
              <a:gd name="connsiteX3" fmla="*/ 0 w 8778241"/>
              <a:gd name="connsiteY3" fmla="*/ 2553557 h 2553557"/>
              <a:gd name="connsiteX4" fmla="*/ 0 w 8778241"/>
              <a:gd name="connsiteY4" fmla="*/ 413886 h 2553557"/>
              <a:gd name="connsiteX0" fmla="*/ 0 w 8778241"/>
              <a:gd name="connsiteY0" fmla="*/ 413886 h 6692421"/>
              <a:gd name="connsiteX1" fmla="*/ 8778241 w 8778241"/>
              <a:gd name="connsiteY1" fmla="*/ 0 h 6692421"/>
              <a:gd name="connsiteX2" fmla="*/ 8758990 w 8778241"/>
              <a:gd name="connsiteY2" fmla="*/ 6692421 h 6692421"/>
              <a:gd name="connsiteX3" fmla="*/ 0 w 8778241"/>
              <a:gd name="connsiteY3" fmla="*/ 2553557 h 6692421"/>
              <a:gd name="connsiteX4" fmla="*/ 0 w 8778241"/>
              <a:gd name="connsiteY4" fmla="*/ 413886 h 6692421"/>
              <a:gd name="connsiteX0" fmla="*/ 0 w 8778241"/>
              <a:gd name="connsiteY0" fmla="*/ 413886 h 6779047"/>
              <a:gd name="connsiteX1" fmla="*/ 8778241 w 8778241"/>
              <a:gd name="connsiteY1" fmla="*/ 0 h 6779047"/>
              <a:gd name="connsiteX2" fmla="*/ 8758990 w 8778241"/>
              <a:gd name="connsiteY2" fmla="*/ 6692421 h 6779047"/>
              <a:gd name="connsiteX3" fmla="*/ 6054291 w 8778241"/>
              <a:gd name="connsiteY3" fmla="*/ 6779047 h 6779047"/>
              <a:gd name="connsiteX4" fmla="*/ 0 w 8778241"/>
              <a:gd name="connsiteY4" fmla="*/ 413886 h 6779047"/>
              <a:gd name="connsiteX0" fmla="*/ 0 w 7064944"/>
              <a:gd name="connsiteY0" fmla="*/ 4167739 h 6779047"/>
              <a:gd name="connsiteX1" fmla="*/ 7064944 w 7064944"/>
              <a:gd name="connsiteY1" fmla="*/ 0 h 6779047"/>
              <a:gd name="connsiteX2" fmla="*/ 7045693 w 7064944"/>
              <a:gd name="connsiteY2" fmla="*/ 6692421 h 6779047"/>
              <a:gd name="connsiteX3" fmla="*/ 4340994 w 7064944"/>
              <a:gd name="connsiteY3" fmla="*/ 6779047 h 6779047"/>
              <a:gd name="connsiteX4" fmla="*/ 0 w 7064944"/>
              <a:gd name="connsiteY4" fmla="*/ 4167739 h 6779047"/>
              <a:gd name="connsiteX0" fmla="*/ 0 w 6588694"/>
              <a:gd name="connsiteY0" fmla="*/ 3945489 h 6779047"/>
              <a:gd name="connsiteX1" fmla="*/ 6588694 w 6588694"/>
              <a:gd name="connsiteY1" fmla="*/ 0 h 6779047"/>
              <a:gd name="connsiteX2" fmla="*/ 6569443 w 6588694"/>
              <a:gd name="connsiteY2" fmla="*/ 6692421 h 6779047"/>
              <a:gd name="connsiteX3" fmla="*/ 3864744 w 6588694"/>
              <a:gd name="connsiteY3" fmla="*/ 6779047 h 6779047"/>
              <a:gd name="connsiteX4" fmla="*/ 0 w 6588694"/>
              <a:gd name="connsiteY4" fmla="*/ 3945489 h 6779047"/>
              <a:gd name="connsiteX0" fmla="*/ 0 w 6734744"/>
              <a:gd name="connsiteY0" fmla="*/ 3996289 h 6779047"/>
              <a:gd name="connsiteX1" fmla="*/ 6734744 w 6734744"/>
              <a:gd name="connsiteY1" fmla="*/ 0 h 6779047"/>
              <a:gd name="connsiteX2" fmla="*/ 6715493 w 6734744"/>
              <a:gd name="connsiteY2" fmla="*/ 6692421 h 6779047"/>
              <a:gd name="connsiteX3" fmla="*/ 4010794 w 6734744"/>
              <a:gd name="connsiteY3" fmla="*/ 6779047 h 6779047"/>
              <a:gd name="connsiteX4" fmla="*/ 0 w 6734744"/>
              <a:gd name="connsiteY4" fmla="*/ 3996289 h 6779047"/>
              <a:gd name="connsiteX0" fmla="*/ 0 w 6734744"/>
              <a:gd name="connsiteY0" fmla="*/ 3996289 h 6692421"/>
              <a:gd name="connsiteX1" fmla="*/ 6734744 w 6734744"/>
              <a:gd name="connsiteY1" fmla="*/ 0 h 6692421"/>
              <a:gd name="connsiteX2" fmla="*/ 6715493 w 6734744"/>
              <a:gd name="connsiteY2" fmla="*/ 6692421 h 6692421"/>
              <a:gd name="connsiteX3" fmla="*/ 5172844 w 6734744"/>
              <a:gd name="connsiteY3" fmla="*/ 6480597 h 6692421"/>
              <a:gd name="connsiteX4" fmla="*/ 0 w 6734744"/>
              <a:gd name="connsiteY4" fmla="*/ 3996289 h 6692421"/>
              <a:gd name="connsiteX0" fmla="*/ 0 w 6734744"/>
              <a:gd name="connsiteY0" fmla="*/ 3996289 h 6842547"/>
              <a:gd name="connsiteX1" fmla="*/ 6734744 w 6734744"/>
              <a:gd name="connsiteY1" fmla="*/ 0 h 6842547"/>
              <a:gd name="connsiteX2" fmla="*/ 6715493 w 6734744"/>
              <a:gd name="connsiteY2" fmla="*/ 6692421 h 6842547"/>
              <a:gd name="connsiteX3" fmla="*/ 5122044 w 6734744"/>
              <a:gd name="connsiteY3" fmla="*/ 6842547 h 6842547"/>
              <a:gd name="connsiteX4" fmla="*/ 0 w 6734744"/>
              <a:gd name="connsiteY4" fmla="*/ 3996289 h 6842547"/>
              <a:gd name="connsiteX0" fmla="*/ 0 w 6893494"/>
              <a:gd name="connsiteY0" fmla="*/ 3939139 h 6785397"/>
              <a:gd name="connsiteX1" fmla="*/ 6893494 w 6893494"/>
              <a:gd name="connsiteY1" fmla="*/ 0 h 6785397"/>
              <a:gd name="connsiteX2" fmla="*/ 6715493 w 6893494"/>
              <a:gd name="connsiteY2" fmla="*/ 6635271 h 6785397"/>
              <a:gd name="connsiteX3" fmla="*/ 5122044 w 6893494"/>
              <a:gd name="connsiteY3" fmla="*/ 6785397 h 6785397"/>
              <a:gd name="connsiteX4" fmla="*/ 0 w 6893494"/>
              <a:gd name="connsiteY4" fmla="*/ 3939139 h 6785397"/>
              <a:gd name="connsiteX0" fmla="*/ 0 w 6893494"/>
              <a:gd name="connsiteY0" fmla="*/ 3939139 h 7112656"/>
              <a:gd name="connsiteX1" fmla="*/ 6893494 w 6893494"/>
              <a:gd name="connsiteY1" fmla="*/ 0 h 7112656"/>
              <a:gd name="connsiteX2" fmla="*/ 6715493 w 6893494"/>
              <a:gd name="connsiteY2" fmla="*/ 6635271 h 7112656"/>
              <a:gd name="connsiteX3" fmla="*/ 5709185 w 6893494"/>
              <a:gd name="connsiteY3" fmla="*/ 7112656 h 7112656"/>
              <a:gd name="connsiteX4" fmla="*/ 0 w 6893494"/>
              <a:gd name="connsiteY4" fmla="*/ 3939139 h 7112656"/>
              <a:gd name="connsiteX0" fmla="*/ 0 w 6903019"/>
              <a:gd name="connsiteY0" fmla="*/ 3796264 h 6969781"/>
              <a:gd name="connsiteX1" fmla="*/ 6903019 w 6903019"/>
              <a:gd name="connsiteY1" fmla="*/ 0 h 6969781"/>
              <a:gd name="connsiteX2" fmla="*/ 6715493 w 6903019"/>
              <a:gd name="connsiteY2" fmla="*/ 6492396 h 6969781"/>
              <a:gd name="connsiteX3" fmla="*/ 5709185 w 6903019"/>
              <a:gd name="connsiteY3" fmla="*/ 6969781 h 6969781"/>
              <a:gd name="connsiteX4" fmla="*/ 0 w 6903019"/>
              <a:gd name="connsiteY4" fmla="*/ 3796264 h 6969781"/>
              <a:gd name="connsiteX0" fmla="*/ 0 w 6903019"/>
              <a:gd name="connsiteY0" fmla="*/ 3824839 h 6998356"/>
              <a:gd name="connsiteX1" fmla="*/ 6903019 w 6903019"/>
              <a:gd name="connsiteY1" fmla="*/ 0 h 6998356"/>
              <a:gd name="connsiteX2" fmla="*/ 6715493 w 6903019"/>
              <a:gd name="connsiteY2" fmla="*/ 6520971 h 6998356"/>
              <a:gd name="connsiteX3" fmla="*/ 5709185 w 6903019"/>
              <a:gd name="connsiteY3" fmla="*/ 6998356 h 6998356"/>
              <a:gd name="connsiteX4" fmla="*/ 0 w 6903019"/>
              <a:gd name="connsiteY4" fmla="*/ 3824839 h 6998356"/>
              <a:gd name="connsiteX0" fmla="*/ 0 w 6903019"/>
              <a:gd name="connsiteY0" fmla="*/ 3824839 h 7045981"/>
              <a:gd name="connsiteX1" fmla="*/ 6903019 w 6903019"/>
              <a:gd name="connsiteY1" fmla="*/ 0 h 7045981"/>
              <a:gd name="connsiteX2" fmla="*/ 6715493 w 6903019"/>
              <a:gd name="connsiteY2" fmla="*/ 6520971 h 7045981"/>
              <a:gd name="connsiteX3" fmla="*/ 5699660 w 6903019"/>
              <a:gd name="connsiteY3" fmla="*/ 7045981 h 7045981"/>
              <a:gd name="connsiteX4" fmla="*/ 0 w 6903019"/>
              <a:gd name="connsiteY4" fmla="*/ 3824839 h 70459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03019" h="7045981">
                <a:moveTo>
                  <a:pt x="0" y="3824839"/>
                </a:moveTo>
                <a:lnTo>
                  <a:pt x="6903019" y="0"/>
                </a:lnTo>
                <a:lnTo>
                  <a:pt x="6715493" y="6520971"/>
                </a:lnTo>
                <a:lnTo>
                  <a:pt x="5699660" y="7045981"/>
                </a:lnTo>
                <a:lnTo>
                  <a:pt x="0" y="3824839"/>
                </a:lnTo>
                <a:close/>
              </a:path>
            </a:pathLst>
          </a:custGeom>
          <a:gradFill flip="none" rotWithShape="1">
            <a:gsLst>
              <a:gs pos="100000">
                <a:schemeClr val="bg1">
                  <a:lumMod val="95000"/>
                </a:schemeClr>
              </a:gs>
              <a:gs pos="0">
                <a:schemeClr val="bg1">
                  <a:lumMod val="5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Footer Placeholder 1">
            <a:extLst>
              <a:ext uri="{FF2B5EF4-FFF2-40B4-BE49-F238E27FC236}">
                <a16:creationId xmlns:a16="http://schemas.microsoft.com/office/drawing/2014/main" id="{712F4933-35AF-C568-BFF4-388D72E6B144}"/>
              </a:ext>
            </a:extLst>
          </p:cNvPr>
          <p:cNvSpPr>
            <a:spLocks noGrp="1"/>
          </p:cNvSpPr>
          <p:nvPr>
            <p:ph type="ftr" sz="quarter" idx="11"/>
          </p:nvPr>
        </p:nvSpPr>
        <p:spPr>
          <a:xfrm>
            <a:off x="4038600" y="6479156"/>
            <a:ext cx="41148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LY"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Arial" panose="020B0604020202020204" pitchFamily="34" charset="0"/>
              </a:rPr>
              <a:t>نشاط شركة ليبيانا للهاتف المحمول عن النصف الأول 2023</a:t>
            </a:r>
          </a:p>
        </p:txBody>
      </p:sp>
      <p:sp>
        <p:nvSpPr>
          <p:cNvPr id="3" name="Slide Number Placeholder 2">
            <a:extLst>
              <a:ext uri="{FF2B5EF4-FFF2-40B4-BE49-F238E27FC236}">
                <a16:creationId xmlns:a16="http://schemas.microsoft.com/office/drawing/2014/main" id="{D5B5E8A9-D47C-F158-D86E-AFE7D37C7AD5}"/>
              </a:ext>
            </a:extLst>
          </p:cNvPr>
          <p:cNvSpPr>
            <a:spLocks noGrp="1"/>
          </p:cNvSpPr>
          <p:nvPr>
            <p:ph type="sldNum" sz="quarter" idx="12"/>
          </p:nvPr>
        </p:nvSpPr>
        <p:spPr>
          <a:xfrm>
            <a:off x="8614377" y="6479615"/>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CC7D455-F52C-4FC9-9275-B24EC676747A}"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14" name="TextBox 13">
            <a:extLst>
              <a:ext uri="{FF2B5EF4-FFF2-40B4-BE49-F238E27FC236}">
                <a16:creationId xmlns:a16="http://schemas.microsoft.com/office/drawing/2014/main" id="{633C7408-B4E0-AA77-9699-DF8F19EB4F2D}"/>
              </a:ext>
            </a:extLst>
          </p:cNvPr>
          <p:cNvSpPr txBox="1"/>
          <p:nvPr/>
        </p:nvSpPr>
        <p:spPr>
          <a:xfrm>
            <a:off x="9221336" y="688396"/>
            <a:ext cx="2589664" cy="1200329"/>
          </a:xfrm>
          <a:prstGeom prst="rect">
            <a:avLst/>
          </a:prstGeom>
          <a:noFill/>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en-US" sz="4400" b="1" i="0" u="none" strike="noStrike" kern="1200" cap="none" spc="0" normalizeH="0" baseline="0" noProof="0" dirty="0">
                <a:ln>
                  <a:noFill/>
                </a:ln>
                <a:solidFill>
                  <a:srgbClr val="551C50"/>
                </a:solidFill>
                <a:effectLst/>
                <a:uLnTx/>
                <a:uFillTx/>
                <a:latin typeface="Calibri" panose="020F0502020204030204"/>
                <a:ea typeface="+mn-ea"/>
                <a:cs typeface="+mn-cs"/>
              </a:rPr>
              <a:t>2,800</a:t>
            </a:r>
            <a:r>
              <a:rPr kumimoji="0" lang="en-US" sz="2800" b="0" i="0" u="none" strike="noStrike" kern="1200" cap="none" spc="0" normalizeH="0" baseline="0" noProof="0" dirty="0">
                <a:ln>
                  <a:noFill/>
                </a:ln>
                <a:solidFill>
                  <a:srgbClr val="551C50"/>
                </a:solidFill>
                <a:effectLst/>
                <a:uLnTx/>
                <a:uFillTx/>
                <a:latin typeface="Calibri" panose="020F0502020204030204"/>
                <a:ea typeface="+mn-ea"/>
                <a:cs typeface="+mn-cs"/>
              </a:rPr>
              <a:t>.7</a:t>
            </a:r>
            <a:r>
              <a:rPr kumimoji="0" lang="ar-LY" sz="2800" b="0" i="0" u="none" strike="noStrike" kern="1200" cap="none" spc="0" normalizeH="0" baseline="0" noProof="0" dirty="0">
                <a:ln>
                  <a:noFill/>
                </a:ln>
                <a:solidFill>
                  <a:srgbClr val="551C50"/>
                </a:solidFill>
                <a:effectLst/>
                <a:uLnTx/>
                <a:uFillTx/>
                <a:latin typeface="Calibri" panose="020F0502020204030204"/>
                <a:ea typeface="+mn-ea"/>
                <a:cs typeface="Arial" panose="020B0604020202020204" pitchFamily="34" charset="0"/>
              </a:rPr>
              <a:t> </a:t>
            </a:r>
            <a:r>
              <a:rPr kumimoji="0" lang="ar-LY" sz="1100" b="0" i="0" u="none" strike="noStrike" kern="1200" cap="none" spc="0" normalizeH="0" baseline="0" noProof="0" dirty="0">
                <a:ln>
                  <a:noFill/>
                </a:ln>
                <a:solidFill>
                  <a:srgbClr val="551C50"/>
                </a:solidFill>
                <a:effectLst/>
                <a:uLnTx/>
                <a:uFillTx/>
                <a:latin typeface="Calibri" panose="020F0502020204030204"/>
                <a:ea typeface="+mn-ea"/>
                <a:cs typeface="Arial" panose="020B0604020202020204" pitchFamily="34" charset="0"/>
              </a:rPr>
              <a:t>مليون دينار </a:t>
            </a:r>
            <a:endParaRPr kumimoji="0" lang="en-US" sz="1100" b="0" i="0" u="none" strike="noStrike" kern="1200" cap="none" spc="0" normalizeH="0" baseline="0" noProof="0" dirty="0">
              <a:ln>
                <a:noFill/>
              </a:ln>
              <a:solidFill>
                <a:srgbClr val="551C50"/>
              </a:solidFill>
              <a:effectLst/>
              <a:uLnTx/>
              <a:uFillTx/>
              <a:latin typeface="Calibri" panose="020F0502020204030204"/>
              <a:ea typeface="+mn-ea"/>
              <a:cs typeface="+mn-cs"/>
            </a:endParaRP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ar-LY" sz="1400" b="0" i="0" u="none" strike="noStrike" kern="1200" cap="none" spc="0" normalizeH="0" baseline="0" noProof="0" dirty="0">
                <a:ln>
                  <a:noFill/>
                </a:ln>
                <a:solidFill>
                  <a:srgbClr val="551C50"/>
                </a:solidFill>
                <a:effectLst/>
                <a:uLnTx/>
                <a:uFillTx/>
                <a:latin typeface="Calibri" panose="020F0502020204030204"/>
                <a:ea typeface="+mn-ea"/>
                <a:cs typeface="Arial" panose="020B0604020202020204" pitchFamily="34" charset="0"/>
              </a:rPr>
              <a:t>رفع الإيراد السنوية من خلال توسعة الشبكة وتنويع الإيرادات</a:t>
            </a:r>
            <a:endParaRPr kumimoji="0" lang="en-US" sz="1400" b="0" i="0" u="none" strike="noStrike" kern="1200" cap="none" spc="0" normalizeH="0" baseline="0" noProof="0" dirty="0">
              <a:ln>
                <a:noFill/>
              </a:ln>
              <a:solidFill>
                <a:srgbClr val="551C50"/>
              </a:solidFill>
              <a:effectLst/>
              <a:uLnTx/>
              <a:uFillTx/>
              <a:latin typeface="Calibri" panose="020F0502020204030204"/>
              <a:ea typeface="+mn-ea"/>
              <a:cs typeface="+mn-cs"/>
            </a:endParaRPr>
          </a:p>
        </p:txBody>
      </p:sp>
      <p:graphicFrame>
        <p:nvGraphicFramePr>
          <p:cNvPr id="26" name="Table 25">
            <a:extLst>
              <a:ext uri="{FF2B5EF4-FFF2-40B4-BE49-F238E27FC236}">
                <a16:creationId xmlns:a16="http://schemas.microsoft.com/office/drawing/2014/main" id="{01094425-C56D-A428-4256-AEC8D1E13BEF}"/>
              </a:ext>
            </a:extLst>
          </p:cNvPr>
          <p:cNvGraphicFramePr>
            <a:graphicFrameLocks noGrp="1"/>
          </p:cNvGraphicFramePr>
          <p:nvPr/>
        </p:nvGraphicFramePr>
        <p:xfrm>
          <a:off x="52926" y="4390568"/>
          <a:ext cx="6277416" cy="242127"/>
        </p:xfrm>
        <a:graphic>
          <a:graphicData uri="http://schemas.openxmlformats.org/drawingml/2006/table">
            <a:tbl>
              <a:tblPr rtl="1">
                <a:effectLst>
                  <a:outerShdw blurRad="50800" dist="38100" dir="16200000" rotWithShape="0">
                    <a:prstClr val="black">
                      <a:alpha val="40000"/>
                    </a:prstClr>
                  </a:outerShdw>
                </a:effectLst>
                <a:tableStyleId>{5C22544A-7EE6-4342-B048-85BDC9FD1C3A}</a:tableStyleId>
              </a:tblPr>
              <a:tblGrid>
                <a:gridCol w="523118">
                  <a:extLst>
                    <a:ext uri="{9D8B030D-6E8A-4147-A177-3AD203B41FA5}">
                      <a16:colId xmlns:a16="http://schemas.microsoft.com/office/drawing/2014/main" val="2891155337"/>
                    </a:ext>
                  </a:extLst>
                </a:gridCol>
                <a:gridCol w="523118">
                  <a:extLst>
                    <a:ext uri="{9D8B030D-6E8A-4147-A177-3AD203B41FA5}">
                      <a16:colId xmlns:a16="http://schemas.microsoft.com/office/drawing/2014/main" val="1599633925"/>
                    </a:ext>
                  </a:extLst>
                </a:gridCol>
                <a:gridCol w="523118">
                  <a:extLst>
                    <a:ext uri="{9D8B030D-6E8A-4147-A177-3AD203B41FA5}">
                      <a16:colId xmlns:a16="http://schemas.microsoft.com/office/drawing/2014/main" val="119062619"/>
                    </a:ext>
                  </a:extLst>
                </a:gridCol>
                <a:gridCol w="523118">
                  <a:extLst>
                    <a:ext uri="{9D8B030D-6E8A-4147-A177-3AD203B41FA5}">
                      <a16:colId xmlns:a16="http://schemas.microsoft.com/office/drawing/2014/main" val="3883244156"/>
                    </a:ext>
                  </a:extLst>
                </a:gridCol>
                <a:gridCol w="523118">
                  <a:extLst>
                    <a:ext uri="{9D8B030D-6E8A-4147-A177-3AD203B41FA5}">
                      <a16:colId xmlns:a16="http://schemas.microsoft.com/office/drawing/2014/main" val="1777407749"/>
                    </a:ext>
                  </a:extLst>
                </a:gridCol>
                <a:gridCol w="523118">
                  <a:extLst>
                    <a:ext uri="{9D8B030D-6E8A-4147-A177-3AD203B41FA5}">
                      <a16:colId xmlns:a16="http://schemas.microsoft.com/office/drawing/2014/main" val="671349694"/>
                    </a:ext>
                  </a:extLst>
                </a:gridCol>
                <a:gridCol w="523118">
                  <a:extLst>
                    <a:ext uri="{9D8B030D-6E8A-4147-A177-3AD203B41FA5}">
                      <a16:colId xmlns:a16="http://schemas.microsoft.com/office/drawing/2014/main" val="2226284846"/>
                    </a:ext>
                  </a:extLst>
                </a:gridCol>
                <a:gridCol w="523118">
                  <a:extLst>
                    <a:ext uri="{9D8B030D-6E8A-4147-A177-3AD203B41FA5}">
                      <a16:colId xmlns:a16="http://schemas.microsoft.com/office/drawing/2014/main" val="599784901"/>
                    </a:ext>
                  </a:extLst>
                </a:gridCol>
                <a:gridCol w="523118">
                  <a:extLst>
                    <a:ext uri="{9D8B030D-6E8A-4147-A177-3AD203B41FA5}">
                      <a16:colId xmlns:a16="http://schemas.microsoft.com/office/drawing/2014/main" val="1625180260"/>
                    </a:ext>
                  </a:extLst>
                </a:gridCol>
                <a:gridCol w="523118">
                  <a:extLst>
                    <a:ext uri="{9D8B030D-6E8A-4147-A177-3AD203B41FA5}">
                      <a16:colId xmlns:a16="http://schemas.microsoft.com/office/drawing/2014/main" val="1579536190"/>
                    </a:ext>
                  </a:extLst>
                </a:gridCol>
                <a:gridCol w="523118">
                  <a:extLst>
                    <a:ext uri="{9D8B030D-6E8A-4147-A177-3AD203B41FA5}">
                      <a16:colId xmlns:a16="http://schemas.microsoft.com/office/drawing/2014/main" val="3321952283"/>
                    </a:ext>
                  </a:extLst>
                </a:gridCol>
                <a:gridCol w="523118">
                  <a:extLst>
                    <a:ext uri="{9D8B030D-6E8A-4147-A177-3AD203B41FA5}">
                      <a16:colId xmlns:a16="http://schemas.microsoft.com/office/drawing/2014/main" val="2286448250"/>
                    </a:ext>
                  </a:extLst>
                </a:gridCol>
              </a:tblGrid>
              <a:tr h="242127">
                <a:tc>
                  <a:txBody>
                    <a:bodyPr/>
                    <a:lstStyle/>
                    <a:p>
                      <a:pPr algn="ctr" rtl="0" fontAlgn="b"/>
                      <a:r>
                        <a:rPr lang="ar-LY" sz="700" b="1" u="none" strike="noStrike" kern="1200" dirty="0">
                          <a:solidFill>
                            <a:srgbClr val="290D26"/>
                          </a:solidFill>
                          <a:effectLst/>
                          <a:latin typeface="+mn-lt"/>
                          <a:ea typeface="+mn-ea"/>
                          <a:cs typeface="+mn-cs"/>
                        </a:rPr>
                        <a:t>يناير</a:t>
                      </a:r>
                      <a:endParaRPr lang="en-US" sz="700" b="1" u="none" strike="noStrike" kern="1200" dirty="0">
                        <a:solidFill>
                          <a:srgbClr val="290D26"/>
                        </a:solidFill>
                        <a:effectLst/>
                        <a:latin typeface="+mn-lt"/>
                        <a:ea typeface="+mn-ea"/>
                        <a:cs typeface="+mn-cs"/>
                      </a:endParaRPr>
                    </a:p>
                  </a:txBody>
                  <a:tcPr marL="8200" marR="8200" marT="820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b"/>
                      <a:r>
                        <a:rPr lang="ar-LY" sz="700" b="1" u="none" strike="noStrike" kern="1200" dirty="0">
                          <a:solidFill>
                            <a:srgbClr val="290D26"/>
                          </a:solidFill>
                          <a:effectLst/>
                          <a:latin typeface="+mn-lt"/>
                          <a:ea typeface="+mn-ea"/>
                          <a:cs typeface="+mn-cs"/>
                        </a:rPr>
                        <a:t>فبراير</a:t>
                      </a:r>
                      <a:endParaRPr lang="en-US" sz="700" b="1" u="none" strike="noStrike" kern="1200" dirty="0">
                        <a:solidFill>
                          <a:srgbClr val="290D26"/>
                        </a:solidFill>
                        <a:effectLst/>
                        <a:latin typeface="+mn-lt"/>
                        <a:ea typeface="+mn-ea"/>
                        <a:cs typeface="+mn-cs"/>
                      </a:endParaRPr>
                    </a:p>
                  </a:txBody>
                  <a:tcPr marL="8200" marR="8200" marT="820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b"/>
                      <a:r>
                        <a:rPr lang="ar-LY" sz="700" b="1" u="none" strike="noStrike" kern="1200" dirty="0">
                          <a:solidFill>
                            <a:srgbClr val="290D26"/>
                          </a:solidFill>
                          <a:effectLst/>
                          <a:latin typeface="+mn-lt"/>
                          <a:ea typeface="+mn-ea"/>
                          <a:cs typeface="+mn-cs"/>
                        </a:rPr>
                        <a:t>مارس</a:t>
                      </a:r>
                      <a:endParaRPr lang="en-US" sz="700" b="1" u="none" strike="noStrike" kern="1200" dirty="0">
                        <a:solidFill>
                          <a:srgbClr val="290D26"/>
                        </a:solidFill>
                        <a:effectLst/>
                        <a:latin typeface="+mn-lt"/>
                        <a:ea typeface="+mn-ea"/>
                        <a:cs typeface="+mn-cs"/>
                      </a:endParaRPr>
                    </a:p>
                  </a:txBody>
                  <a:tcPr marL="8200" marR="8200" marT="820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b"/>
                      <a:r>
                        <a:rPr lang="ar-LY" sz="700" b="1" u="none" strike="noStrike" kern="1200" dirty="0">
                          <a:solidFill>
                            <a:srgbClr val="290D26"/>
                          </a:solidFill>
                          <a:effectLst/>
                          <a:latin typeface="+mn-lt"/>
                          <a:ea typeface="+mn-ea"/>
                          <a:cs typeface="+mn-cs"/>
                        </a:rPr>
                        <a:t>أبريل</a:t>
                      </a:r>
                      <a:endParaRPr lang="en-US" sz="700" b="1" u="none" strike="noStrike" kern="1200" dirty="0">
                        <a:solidFill>
                          <a:srgbClr val="290D26"/>
                        </a:solidFill>
                        <a:effectLst/>
                        <a:latin typeface="+mn-lt"/>
                        <a:ea typeface="+mn-ea"/>
                        <a:cs typeface="+mn-cs"/>
                      </a:endParaRPr>
                    </a:p>
                  </a:txBody>
                  <a:tcPr marL="8200" marR="8200" marT="820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b"/>
                      <a:r>
                        <a:rPr lang="ar-LY" sz="700" b="1" u="none" strike="noStrike" kern="1200" dirty="0">
                          <a:solidFill>
                            <a:srgbClr val="290D26"/>
                          </a:solidFill>
                          <a:effectLst/>
                          <a:latin typeface="+mn-lt"/>
                          <a:ea typeface="+mn-ea"/>
                          <a:cs typeface="+mn-cs"/>
                        </a:rPr>
                        <a:t>مايو</a:t>
                      </a:r>
                      <a:endParaRPr lang="en-US" sz="700" b="1" u="none" strike="noStrike" kern="1200" dirty="0">
                        <a:solidFill>
                          <a:srgbClr val="290D26"/>
                        </a:solidFill>
                        <a:effectLst/>
                        <a:latin typeface="+mn-lt"/>
                        <a:ea typeface="+mn-ea"/>
                        <a:cs typeface="+mn-cs"/>
                      </a:endParaRPr>
                    </a:p>
                  </a:txBody>
                  <a:tcPr marL="8200" marR="8200" marT="820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b"/>
                      <a:r>
                        <a:rPr lang="ar-LY" sz="700" b="1" u="none" strike="noStrike" kern="1200" dirty="0">
                          <a:solidFill>
                            <a:srgbClr val="290D26"/>
                          </a:solidFill>
                          <a:effectLst/>
                          <a:latin typeface="+mn-lt"/>
                          <a:ea typeface="+mn-ea"/>
                          <a:cs typeface="+mn-cs"/>
                        </a:rPr>
                        <a:t>يونيو</a:t>
                      </a:r>
                      <a:endParaRPr lang="en-US" sz="700" b="1" u="none" strike="noStrike" kern="1200" dirty="0">
                        <a:solidFill>
                          <a:srgbClr val="290D26"/>
                        </a:solidFill>
                        <a:effectLst/>
                        <a:latin typeface="+mn-lt"/>
                        <a:ea typeface="+mn-ea"/>
                        <a:cs typeface="+mn-cs"/>
                      </a:endParaRPr>
                    </a:p>
                  </a:txBody>
                  <a:tcPr marL="8200" marR="8200" marT="820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b"/>
                      <a:r>
                        <a:rPr lang="ar-LY" sz="700" b="1" u="none" strike="noStrike" kern="1200" dirty="0">
                          <a:solidFill>
                            <a:srgbClr val="290D26"/>
                          </a:solidFill>
                          <a:effectLst/>
                          <a:latin typeface="+mn-lt"/>
                          <a:ea typeface="+mn-ea"/>
                          <a:cs typeface="+mn-cs"/>
                        </a:rPr>
                        <a:t>يوليو</a:t>
                      </a:r>
                      <a:endParaRPr lang="en-US" sz="700" b="1" u="none" strike="noStrike" kern="1200" dirty="0">
                        <a:solidFill>
                          <a:srgbClr val="290D26"/>
                        </a:solidFill>
                        <a:effectLst/>
                        <a:latin typeface="+mn-lt"/>
                        <a:ea typeface="+mn-ea"/>
                        <a:cs typeface="+mn-cs"/>
                      </a:endParaRPr>
                    </a:p>
                  </a:txBody>
                  <a:tcPr marL="8200" marR="8200" marT="820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b"/>
                      <a:r>
                        <a:rPr lang="ar-LY" sz="700" b="1" u="none" strike="noStrike" kern="1200" dirty="0">
                          <a:solidFill>
                            <a:srgbClr val="290D26"/>
                          </a:solidFill>
                          <a:effectLst/>
                          <a:latin typeface="+mn-lt"/>
                          <a:ea typeface="+mn-ea"/>
                          <a:cs typeface="+mn-cs"/>
                        </a:rPr>
                        <a:t>أغسطس</a:t>
                      </a:r>
                      <a:endParaRPr lang="en-US" sz="700" b="1" u="none" strike="noStrike" kern="1200" dirty="0">
                        <a:solidFill>
                          <a:srgbClr val="290D26"/>
                        </a:solidFill>
                        <a:effectLst/>
                        <a:latin typeface="+mn-lt"/>
                        <a:ea typeface="+mn-ea"/>
                        <a:cs typeface="+mn-cs"/>
                      </a:endParaRPr>
                    </a:p>
                  </a:txBody>
                  <a:tcPr marL="8200" marR="8200" marT="820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b"/>
                      <a:r>
                        <a:rPr lang="ar-LY" sz="700" b="1" u="none" strike="noStrike" kern="1200" dirty="0">
                          <a:solidFill>
                            <a:srgbClr val="290D26"/>
                          </a:solidFill>
                          <a:effectLst/>
                          <a:latin typeface="+mn-lt"/>
                          <a:ea typeface="+mn-ea"/>
                          <a:cs typeface="+mn-cs"/>
                        </a:rPr>
                        <a:t>سبتمبر</a:t>
                      </a:r>
                      <a:endParaRPr lang="en-US" sz="700" b="1" u="none" strike="noStrike" kern="1200" dirty="0">
                        <a:solidFill>
                          <a:srgbClr val="290D26"/>
                        </a:solidFill>
                        <a:effectLst/>
                        <a:latin typeface="+mn-lt"/>
                        <a:ea typeface="+mn-ea"/>
                        <a:cs typeface="+mn-cs"/>
                      </a:endParaRPr>
                    </a:p>
                  </a:txBody>
                  <a:tcPr marL="8200" marR="8200" marT="820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b"/>
                      <a:r>
                        <a:rPr lang="ar-LY" sz="700" b="1" u="none" strike="noStrike" kern="1200" dirty="0">
                          <a:solidFill>
                            <a:srgbClr val="290D26"/>
                          </a:solidFill>
                          <a:effectLst/>
                          <a:latin typeface="+mn-lt"/>
                          <a:ea typeface="+mn-ea"/>
                          <a:cs typeface="+mn-cs"/>
                        </a:rPr>
                        <a:t>أكتوبر</a:t>
                      </a:r>
                      <a:endParaRPr lang="en-US" sz="700" b="1" u="none" strike="noStrike" kern="1200" dirty="0">
                        <a:solidFill>
                          <a:srgbClr val="290D26"/>
                        </a:solidFill>
                        <a:effectLst/>
                        <a:latin typeface="+mn-lt"/>
                        <a:ea typeface="+mn-ea"/>
                        <a:cs typeface="+mn-cs"/>
                      </a:endParaRPr>
                    </a:p>
                  </a:txBody>
                  <a:tcPr marL="8200" marR="8200" marT="820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b"/>
                      <a:r>
                        <a:rPr lang="ar-LY" sz="700" b="1" u="none" strike="noStrike" kern="1200" dirty="0">
                          <a:solidFill>
                            <a:srgbClr val="290D26"/>
                          </a:solidFill>
                          <a:effectLst/>
                          <a:latin typeface="+mn-lt"/>
                          <a:ea typeface="+mn-ea"/>
                          <a:cs typeface="+mn-cs"/>
                        </a:rPr>
                        <a:t>نوفمبر</a:t>
                      </a:r>
                      <a:endParaRPr lang="en-US" sz="700" b="1" u="none" strike="noStrike" kern="1200" dirty="0">
                        <a:solidFill>
                          <a:srgbClr val="290D26"/>
                        </a:solidFill>
                        <a:effectLst/>
                        <a:latin typeface="+mn-lt"/>
                        <a:ea typeface="+mn-ea"/>
                        <a:cs typeface="+mn-cs"/>
                      </a:endParaRPr>
                    </a:p>
                  </a:txBody>
                  <a:tcPr marL="8200" marR="8200" marT="820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rtl="0" fontAlgn="b"/>
                      <a:r>
                        <a:rPr lang="ar-LY" sz="700" b="1" u="none" strike="noStrike" kern="1200" dirty="0">
                          <a:solidFill>
                            <a:srgbClr val="290D26"/>
                          </a:solidFill>
                          <a:effectLst/>
                          <a:latin typeface="+mn-lt"/>
                          <a:ea typeface="+mn-ea"/>
                          <a:cs typeface="+mn-cs"/>
                        </a:rPr>
                        <a:t>ديسمبر</a:t>
                      </a:r>
                      <a:endParaRPr lang="en-US" sz="700" b="1" u="none" strike="noStrike" kern="1200" dirty="0">
                        <a:solidFill>
                          <a:srgbClr val="290D26"/>
                        </a:solidFill>
                        <a:effectLst/>
                        <a:latin typeface="+mn-lt"/>
                        <a:ea typeface="+mn-ea"/>
                        <a:cs typeface="+mn-cs"/>
                      </a:endParaRPr>
                    </a:p>
                  </a:txBody>
                  <a:tcPr marL="8200" marR="8200" marT="820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259643354"/>
                  </a:ext>
                </a:extLst>
              </a:tr>
            </a:tbl>
          </a:graphicData>
        </a:graphic>
      </p:graphicFrame>
      <p:graphicFrame>
        <p:nvGraphicFramePr>
          <p:cNvPr id="30" name="Table 29">
            <a:extLst>
              <a:ext uri="{FF2B5EF4-FFF2-40B4-BE49-F238E27FC236}">
                <a16:creationId xmlns:a16="http://schemas.microsoft.com/office/drawing/2014/main" id="{FC1ECBE2-C6E9-EB9D-B6FF-70BDD28C9015}"/>
              </a:ext>
            </a:extLst>
          </p:cNvPr>
          <p:cNvGraphicFramePr>
            <a:graphicFrameLocks noGrp="1"/>
          </p:cNvGraphicFramePr>
          <p:nvPr/>
        </p:nvGraphicFramePr>
        <p:xfrm>
          <a:off x="52926" y="5647451"/>
          <a:ext cx="7709816" cy="389433"/>
        </p:xfrm>
        <a:graphic>
          <a:graphicData uri="http://schemas.openxmlformats.org/drawingml/2006/table">
            <a:tbl>
              <a:tblPr rtl="1">
                <a:effectLst>
                  <a:outerShdw blurRad="50800" dist="38100" dir="16200000" rotWithShape="0">
                    <a:prstClr val="black">
                      <a:alpha val="40000"/>
                    </a:prstClr>
                  </a:outerShdw>
                </a:effectLst>
                <a:tableStyleId>{5C22544A-7EE6-4342-B048-85BDC9FD1C3A}</a:tableStyleId>
              </a:tblPr>
              <a:tblGrid>
                <a:gridCol w="1399544">
                  <a:extLst>
                    <a:ext uri="{9D8B030D-6E8A-4147-A177-3AD203B41FA5}">
                      <a16:colId xmlns:a16="http://schemas.microsoft.com/office/drawing/2014/main" val="1614523362"/>
                    </a:ext>
                  </a:extLst>
                </a:gridCol>
                <a:gridCol w="525856">
                  <a:extLst>
                    <a:ext uri="{9D8B030D-6E8A-4147-A177-3AD203B41FA5}">
                      <a16:colId xmlns:a16="http://schemas.microsoft.com/office/drawing/2014/main" val="1768494418"/>
                    </a:ext>
                  </a:extLst>
                </a:gridCol>
                <a:gridCol w="525856">
                  <a:extLst>
                    <a:ext uri="{9D8B030D-6E8A-4147-A177-3AD203B41FA5}">
                      <a16:colId xmlns:a16="http://schemas.microsoft.com/office/drawing/2014/main" val="2916018946"/>
                    </a:ext>
                  </a:extLst>
                </a:gridCol>
                <a:gridCol w="525856">
                  <a:extLst>
                    <a:ext uri="{9D8B030D-6E8A-4147-A177-3AD203B41FA5}">
                      <a16:colId xmlns:a16="http://schemas.microsoft.com/office/drawing/2014/main" val="408241811"/>
                    </a:ext>
                  </a:extLst>
                </a:gridCol>
                <a:gridCol w="525856">
                  <a:extLst>
                    <a:ext uri="{9D8B030D-6E8A-4147-A177-3AD203B41FA5}">
                      <a16:colId xmlns:a16="http://schemas.microsoft.com/office/drawing/2014/main" val="251897262"/>
                    </a:ext>
                  </a:extLst>
                </a:gridCol>
                <a:gridCol w="525856">
                  <a:extLst>
                    <a:ext uri="{9D8B030D-6E8A-4147-A177-3AD203B41FA5}">
                      <a16:colId xmlns:a16="http://schemas.microsoft.com/office/drawing/2014/main" val="2171096717"/>
                    </a:ext>
                  </a:extLst>
                </a:gridCol>
                <a:gridCol w="525856">
                  <a:extLst>
                    <a:ext uri="{9D8B030D-6E8A-4147-A177-3AD203B41FA5}">
                      <a16:colId xmlns:a16="http://schemas.microsoft.com/office/drawing/2014/main" val="4157756188"/>
                    </a:ext>
                  </a:extLst>
                </a:gridCol>
                <a:gridCol w="525856">
                  <a:extLst>
                    <a:ext uri="{9D8B030D-6E8A-4147-A177-3AD203B41FA5}">
                      <a16:colId xmlns:a16="http://schemas.microsoft.com/office/drawing/2014/main" val="2043878437"/>
                    </a:ext>
                  </a:extLst>
                </a:gridCol>
                <a:gridCol w="525856">
                  <a:extLst>
                    <a:ext uri="{9D8B030D-6E8A-4147-A177-3AD203B41FA5}">
                      <a16:colId xmlns:a16="http://schemas.microsoft.com/office/drawing/2014/main" val="2061357565"/>
                    </a:ext>
                  </a:extLst>
                </a:gridCol>
                <a:gridCol w="525856">
                  <a:extLst>
                    <a:ext uri="{9D8B030D-6E8A-4147-A177-3AD203B41FA5}">
                      <a16:colId xmlns:a16="http://schemas.microsoft.com/office/drawing/2014/main" val="668118932"/>
                    </a:ext>
                  </a:extLst>
                </a:gridCol>
                <a:gridCol w="525856">
                  <a:extLst>
                    <a:ext uri="{9D8B030D-6E8A-4147-A177-3AD203B41FA5}">
                      <a16:colId xmlns:a16="http://schemas.microsoft.com/office/drawing/2014/main" val="3411381672"/>
                    </a:ext>
                  </a:extLst>
                </a:gridCol>
                <a:gridCol w="525856">
                  <a:extLst>
                    <a:ext uri="{9D8B030D-6E8A-4147-A177-3AD203B41FA5}">
                      <a16:colId xmlns:a16="http://schemas.microsoft.com/office/drawing/2014/main" val="215545981"/>
                    </a:ext>
                  </a:extLst>
                </a:gridCol>
                <a:gridCol w="525856">
                  <a:extLst>
                    <a:ext uri="{9D8B030D-6E8A-4147-A177-3AD203B41FA5}">
                      <a16:colId xmlns:a16="http://schemas.microsoft.com/office/drawing/2014/main" val="3742267642"/>
                    </a:ext>
                  </a:extLst>
                </a:gridCol>
              </a:tblGrid>
              <a:tr h="389433">
                <a:tc>
                  <a:txBody>
                    <a:bodyPr/>
                    <a:lstStyle/>
                    <a:p>
                      <a:pPr marL="0" algn="ctr" defTabSz="914400" rtl="1" eaLnBrk="1" fontAlgn="b" latinLnBrk="0" hangingPunct="1"/>
                      <a:r>
                        <a:rPr lang="en-US" sz="1800" b="1" u="none" strike="noStrike" kern="1200" dirty="0">
                          <a:solidFill>
                            <a:schemeClr val="bg1"/>
                          </a:solidFill>
                          <a:effectLst/>
                          <a:latin typeface="+mn-lt"/>
                          <a:ea typeface="+mn-ea"/>
                          <a:cs typeface="+mn-cs"/>
                        </a:rPr>
                        <a:t>2,800</a:t>
                      </a:r>
                      <a:r>
                        <a:rPr lang="en-US" sz="1100" b="0" u="none" strike="noStrike" kern="1200" dirty="0">
                          <a:solidFill>
                            <a:schemeClr val="bg1"/>
                          </a:solidFill>
                          <a:effectLst/>
                          <a:latin typeface="+mn-lt"/>
                          <a:ea typeface="+mn-ea"/>
                          <a:cs typeface="+mn-cs"/>
                        </a:rPr>
                        <a:t>.7</a:t>
                      </a:r>
                      <a:endParaRPr lang="en-US" sz="1800" b="0" u="none" strike="noStrike" kern="1200" dirty="0">
                        <a:solidFill>
                          <a:schemeClr val="bg1"/>
                        </a:solidFill>
                        <a:effectLst/>
                        <a:latin typeface="+mn-lt"/>
                        <a:ea typeface="+mn-ea"/>
                        <a:cs typeface="+mn-cs"/>
                      </a:endParaRPr>
                    </a:p>
                  </a:txBody>
                  <a:tcPr marL="8200" marR="8200" marT="820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rgbClr val="290D26"/>
                    </a:solidFill>
                  </a:tcPr>
                </a:tc>
                <a:tc>
                  <a:txBody>
                    <a:bodyPr/>
                    <a:lstStyle/>
                    <a:p>
                      <a:pPr algn="ctr" rtl="1" fontAlgn="b"/>
                      <a:r>
                        <a:rPr lang="en-US" sz="1200" b="1" i="0" u="none" strike="noStrike">
                          <a:solidFill>
                            <a:srgbClr val="FFFFFF"/>
                          </a:solidFill>
                          <a:effectLst/>
                          <a:latin typeface="Tajawal" panose="00000500000000000000" pitchFamily="2" charset="-78"/>
                          <a:cs typeface="Tajawal" panose="00000500000000000000" pitchFamily="2" charset="-78"/>
                        </a:rPr>
                        <a:t>172.6</a:t>
                      </a: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rgbClr val="290D26"/>
                    </a:solidFill>
                  </a:tcPr>
                </a:tc>
                <a:tc>
                  <a:txBody>
                    <a:bodyPr/>
                    <a:lstStyle/>
                    <a:p>
                      <a:pPr algn="ctr" rtl="1" fontAlgn="b"/>
                      <a:r>
                        <a:rPr lang="en-US" sz="1200" b="1" i="0" u="none" strike="noStrike">
                          <a:solidFill>
                            <a:srgbClr val="FFFFFF"/>
                          </a:solidFill>
                          <a:effectLst/>
                          <a:latin typeface="Tajawal" panose="00000500000000000000" pitchFamily="2" charset="-78"/>
                          <a:cs typeface="Tajawal" panose="00000500000000000000" pitchFamily="2" charset="-78"/>
                        </a:rPr>
                        <a:t>168.1</a:t>
                      </a: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rgbClr val="290D26"/>
                    </a:solidFill>
                  </a:tcPr>
                </a:tc>
                <a:tc>
                  <a:txBody>
                    <a:bodyPr/>
                    <a:lstStyle/>
                    <a:p>
                      <a:pPr algn="ctr" rtl="1" fontAlgn="b"/>
                      <a:r>
                        <a:rPr lang="en-US" sz="1200" b="1" i="0" u="none" strike="noStrike" dirty="0">
                          <a:solidFill>
                            <a:srgbClr val="FFFFFF"/>
                          </a:solidFill>
                          <a:effectLst/>
                          <a:latin typeface="Tajawal" panose="00000500000000000000" pitchFamily="2" charset="-78"/>
                          <a:cs typeface="Tajawal" panose="00000500000000000000" pitchFamily="2" charset="-78"/>
                        </a:rPr>
                        <a:t>177.4</a:t>
                      </a: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rgbClr val="290D26"/>
                    </a:solidFill>
                  </a:tcPr>
                </a:tc>
                <a:tc>
                  <a:txBody>
                    <a:bodyPr/>
                    <a:lstStyle/>
                    <a:p>
                      <a:pPr algn="ctr" rtl="1" fontAlgn="b"/>
                      <a:r>
                        <a:rPr lang="en-US" sz="1200" b="1" i="0" u="none" strike="noStrike">
                          <a:solidFill>
                            <a:srgbClr val="FFFFFF"/>
                          </a:solidFill>
                          <a:effectLst/>
                          <a:latin typeface="Tajawal" panose="00000500000000000000" pitchFamily="2" charset="-78"/>
                          <a:cs typeface="Tajawal" panose="00000500000000000000" pitchFamily="2" charset="-78"/>
                        </a:rPr>
                        <a:t>180.5</a:t>
                      </a: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rgbClr val="290D26"/>
                    </a:solidFill>
                  </a:tcPr>
                </a:tc>
                <a:tc>
                  <a:txBody>
                    <a:bodyPr/>
                    <a:lstStyle/>
                    <a:p>
                      <a:pPr algn="ctr" rtl="1" fontAlgn="b"/>
                      <a:r>
                        <a:rPr lang="en-US" sz="1200" b="1" i="0" u="none" strike="noStrike">
                          <a:solidFill>
                            <a:srgbClr val="FFFFFF"/>
                          </a:solidFill>
                          <a:effectLst/>
                          <a:latin typeface="Tajawal" panose="00000500000000000000" pitchFamily="2" charset="-78"/>
                          <a:cs typeface="Tajawal" panose="00000500000000000000" pitchFamily="2" charset="-78"/>
                        </a:rPr>
                        <a:t>183.3</a:t>
                      </a: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rgbClr val="290D26"/>
                    </a:solidFill>
                  </a:tcPr>
                </a:tc>
                <a:tc>
                  <a:txBody>
                    <a:bodyPr/>
                    <a:lstStyle/>
                    <a:p>
                      <a:pPr algn="ctr" rtl="1" fontAlgn="b"/>
                      <a:r>
                        <a:rPr lang="en-US" sz="1200" b="1" i="0" u="none" strike="noStrike" dirty="0">
                          <a:solidFill>
                            <a:srgbClr val="FFFFFF"/>
                          </a:solidFill>
                          <a:effectLst/>
                          <a:latin typeface="Tajawal" panose="00000500000000000000" pitchFamily="2" charset="-78"/>
                          <a:cs typeface="Tajawal" panose="00000500000000000000" pitchFamily="2" charset="-78"/>
                        </a:rPr>
                        <a:t>225.1</a:t>
                      </a: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rgbClr val="290D26"/>
                    </a:solidFill>
                  </a:tcPr>
                </a:tc>
                <a:tc>
                  <a:txBody>
                    <a:bodyPr/>
                    <a:lstStyle/>
                    <a:p>
                      <a:pPr algn="ctr" rtl="1" fontAlgn="b"/>
                      <a:r>
                        <a:rPr lang="en-US" sz="1200" b="1" i="0" u="none" strike="noStrike">
                          <a:solidFill>
                            <a:srgbClr val="FFFFFF"/>
                          </a:solidFill>
                          <a:effectLst/>
                          <a:latin typeface="Tajawal" panose="00000500000000000000" pitchFamily="2" charset="-78"/>
                          <a:cs typeface="Tajawal" panose="00000500000000000000" pitchFamily="2" charset="-78"/>
                        </a:rPr>
                        <a:t>235.5</a:t>
                      </a: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rgbClr val="290D26"/>
                    </a:solidFill>
                  </a:tcPr>
                </a:tc>
                <a:tc>
                  <a:txBody>
                    <a:bodyPr/>
                    <a:lstStyle/>
                    <a:p>
                      <a:pPr algn="ctr" rtl="1" fontAlgn="b"/>
                      <a:r>
                        <a:rPr lang="en-US" sz="1200" b="1" i="0" u="none" strike="noStrike">
                          <a:solidFill>
                            <a:srgbClr val="FFFFFF"/>
                          </a:solidFill>
                          <a:effectLst/>
                          <a:latin typeface="Tajawal" panose="00000500000000000000" pitchFamily="2" charset="-78"/>
                          <a:cs typeface="Tajawal" panose="00000500000000000000" pitchFamily="2" charset="-78"/>
                        </a:rPr>
                        <a:t>258.0</a:t>
                      </a: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rgbClr val="290D26"/>
                    </a:solidFill>
                  </a:tcPr>
                </a:tc>
                <a:tc>
                  <a:txBody>
                    <a:bodyPr/>
                    <a:lstStyle/>
                    <a:p>
                      <a:pPr algn="ctr" rtl="1" fontAlgn="b"/>
                      <a:r>
                        <a:rPr lang="en-US" sz="1200" b="1" i="0" u="none" strike="noStrike">
                          <a:solidFill>
                            <a:srgbClr val="FFFFFF"/>
                          </a:solidFill>
                          <a:effectLst/>
                          <a:latin typeface="Tajawal" panose="00000500000000000000" pitchFamily="2" charset="-78"/>
                          <a:cs typeface="Tajawal" panose="00000500000000000000" pitchFamily="2" charset="-78"/>
                        </a:rPr>
                        <a:t>273.0</a:t>
                      </a: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rgbClr val="290D26"/>
                    </a:solidFill>
                  </a:tcPr>
                </a:tc>
                <a:tc>
                  <a:txBody>
                    <a:bodyPr/>
                    <a:lstStyle/>
                    <a:p>
                      <a:pPr algn="ctr" rtl="1" fontAlgn="b"/>
                      <a:r>
                        <a:rPr lang="en-US" sz="1200" b="1" i="0" u="none" strike="noStrike">
                          <a:solidFill>
                            <a:srgbClr val="FFFFFF"/>
                          </a:solidFill>
                          <a:effectLst/>
                          <a:latin typeface="Tajawal" panose="00000500000000000000" pitchFamily="2" charset="-78"/>
                          <a:cs typeface="Tajawal" panose="00000500000000000000" pitchFamily="2" charset="-78"/>
                        </a:rPr>
                        <a:t>289.4</a:t>
                      </a: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rgbClr val="290D26"/>
                    </a:solidFill>
                  </a:tcPr>
                </a:tc>
                <a:tc>
                  <a:txBody>
                    <a:bodyPr/>
                    <a:lstStyle/>
                    <a:p>
                      <a:pPr algn="ctr" rtl="1" fontAlgn="b"/>
                      <a:r>
                        <a:rPr lang="en-US" sz="1200" b="1" i="0" u="none" strike="noStrike">
                          <a:solidFill>
                            <a:srgbClr val="FFFFFF"/>
                          </a:solidFill>
                          <a:effectLst/>
                          <a:latin typeface="Tajawal" panose="00000500000000000000" pitchFamily="2" charset="-78"/>
                          <a:cs typeface="Tajawal" panose="00000500000000000000" pitchFamily="2" charset="-78"/>
                        </a:rPr>
                        <a:t>308.2</a:t>
                      </a: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rgbClr val="290D26"/>
                    </a:solidFill>
                  </a:tcPr>
                </a:tc>
                <a:tc>
                  <a:txBody>
                    <a:bodyPr/>
                    <a:lstStyle/>
                    <a:p>
                      <a:pPr algn="ctr" rtl="1" fontAlgn="b"/>
                      <a:r>
                        <a:rPr lang="en-US" sz="1200" b="1" i="0" u="none" strike="noStrike" dirty="0">
                          <a:solidFill>
                            <a:srgbClr val="FFFFFF"/>
                          </a:solidFill>
                          <a:effectLst/>
                          <a:latin typeface="Tajawal" panose="00000500000000000000" pitchFamily="2" charset="-78"/>
                          <a:cs typeface="Tajawal" panose="00000500000000000000" pitchFamily="2" charset="-78"/>
                        </a:rPr>
                        <a:t>329.6</a:t>
                      </a: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rgbClr val="290D26"/>
                    </a:solidFill>
                  </a:tcPr>
                </a:tc>
                <a:extLst>
                  <a:ext uri="{0D108BD9-81ED-4DB2-BD59-A6C34878D82A}">
                    <a16:rowId xmlns:a16="http://schemas.microsoft.com/office/drawing/2014/main" val="752244465"/>
                  </a:ext>
                </a:extLst>
              </a:tr>
            </a:tbl>
          </a:graphicData>
        </a:graphic>
      </p:graphicFrame>
      <p:cxnSp>
        <p:nvCxnSpPr>
          <p:cNvPr id="48" name="Straight Connector 47">
            <a:extLst>
              <a:ext uri="{FF2B5EF4-FFF2-40B4-BE49-F238E27FC236}">
                <a16:creationId xmlns:a16="http://schemas.microsoft.com/office/drawing/2014/main" id="{89B911F1-EC42-E62E-9194-6B2618DA7645}"/>
              </a:ext>
            </a:extLst>
          </p:cNvPr>
          <p:cNvCxnSpPr/>
          <p:nvPr/>
        </p:nvCxnSpPr>
        <p:spPr>
          <a:xfrm>
            <a:off x="0" y="6479156"/>
            <a:ext cx="12192000" cy="0"/>
          </a:xfrm>
          <a:prstGeom prst="line">
            <a:avLst/>
          </a:prstGeom>
          <a:ln>
            <a:solidFill>
              <a:srgbClr val="D4145A"/>
            </a:solidFill>
          </a:ln>
        </p:spPr>
        <p:style>
          <a:lnRef idx="1">
            <a:schemeClr val="accent1"/>
          </a:lnRef>
          <a:fillRef idx="0">
            <a:schemeClr val="accent1"/>
          </a:fillRef>
          <a:effectRef idx="0">
            <a:schemeClr val="accent1"/>
          </a:effectRef>
          <a:fontRef idx="minor">
            <a:schemeClr val="tx1"/>
          </a:fontRef>
        </p:style>
      </p:cxnSp>
      <p:sp>
        <p:nvSpPr>
          <p:cNvPr id="86" name="TextBox 85">
            <a:extLst>
              <a:ext uri="{FF2B5EF4-FFF2-40B4-BE49-F238E27FC236}">
                <a16:creationId xmlns:a16="http://schemas.microsoft.com/office/drawing/2014/main" id="{21B4E4F0-1D8B-1B40-75DE-E343453F2B6D}"/>
              </a:ext>
            </a:extLst>
          </p:cNvPr>
          <p:cNvSpPr txBox="1"/>
          <p:nvPr/>
        </p:nvSpPr>
        <p:spPr>
          <a:xfrm>
            <a:off x="2818220" y="741266"/>
            <a:ext cx="2645489" cy="253916"/>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1200"/>
              </a:spcAft>
              <a:buClrTx/>
              <a:buSzTx/>
              <a:buFontTx/>
              <a:buNone/>
              <a:tabLst/>
              <a:defRPr/>
            </a:pPr>
            <a:r>
              <a:rPr kumimoji="0" lang="ar-LY" sz="1050" b="0" i="0" u="none" strike="noStrike" kern="1200" cap="none" spc="0" normalizeH="0" baseline="0" noProof="0" dirty="0">
                <a:ln>
                  <a:noFill/>
                </a:ln>
                <a:solidFill>
                  <a:srgbClr val="551C50"/>
                </a:solidFill>
                <a:effectLst/>
                <a:uLnTx/>
                <a:uFillTx/>
                <a:latin typeface="Calibri" panose="020F0502020204030204"/>
                <a:ea typeface="+mn-ea"/>
                <a:cs typeface="Arial" panose="020B0604020202020204" pitchFamily="34" charset="0"/>
              </a:rPr>
              <a:t>توسعة وتطوير الشبكة ابتداءً من شهر يونيو</a:t>
            </a:r>
          </a:p>
        </p:txBody>
      </p:sp>
      <p:sp>
        <p:nvSpPr>
          <p:cNvPr id="87" name="TextBox 86">
            <a:extLst>
              <a:ext uri="{FF2B5EF4-FFF2-40B4-BE49-F238E27FC236}">
                <a16:creationId xmlns:a16="http://schemas.microsoft.com/office/drawing/2014/main" id="{25C13D86-35E8-5FF3-C723-17687427947C}"/>
              </a:ext>
            </a:extLst>
          </p:cNvPr>
          <p:cNvSpPr txBox="1"/>
          <p:nvPr/>
        </p:nvSpPr>
        <p:spPr>
          <a:xfrm>
            <a:off x="2776944" y="1067954"/>
            <a:ext cx="2728039" cy="253916"/>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1200"/>
              </a:spcAft>
              <a:buClrTx/>
              <a:buSzTx/>
              <a:buFontTx/>
              <a:buNone/>
              <a:tabLst/>
              <a:defRPr/>
            </a:pPr>
            <a:r>
              <a:rPr kumimoji="0" lang="ar-LY" sz="1050" b="0" i="0" u="none" strike="noStrike" kern="1200" cap="none" spc="0" normalizeH="0" baseline="0" noProof="0" dirty="0">
                <a:ln>
                  <a:noFill/>
                </a:ln>
                <a:solidFill>
                  <a:srgbClr val="551C50"/>
                </a:solidFill>
                <a:effectLst/>
                <a:uLnTx/>
                <a:uFillTx/>
                <a:latin typeface="Calibri" panose="020F0502020204030204"/>
                <a:ea typeface="+mn-ea"/>
                <a:cs typeface="Arial" panose="020B0604020202020204" pitchFamily="34" charset="0"/>
              </a:rPr>
              <a:t>إطلاق خدمات المؤسسات ابتداءً من شهر مايو</a:t>
            </a:r>
          </a:p>
        </p:txBody>
      </p:sp>
      <p:sp>
        <p:nvSpPr>
          <p:cNvPr id="88" name="TextBox 87">
            <a:extLst>
              <a:ext uri="{FF2B5EF4-FFF2-40B4-BE49-F238E27FC236}">
                <a16:creationId xmlns:a16="http://schemas.microsoft.com/office/drawing/2014/main" id="{CDA5C423-D8AA-F8F3-BD37-027B896190D6}"/>
              </a:ext>
            </a:extLst>
          </p:cNvPr>
          <p:cNvSpPr txBox="1"/>
          <p:nvPr/>
        </p:nvSpPr>
        <p:spPr>
          <a:xfrm>
            <a:off x="3250822" y="1328325"/>
            <a:ext cx="2258139" cy="415498"/>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1200"/>
              </a:spcAft>
              <a:buClrTx/>
              <a:buSzTx/>
              <a:buFontTx/>
              <a:buNone/>
              <a:tabLst/>
              <a:defRPr/>
            </a:pPr>
            <a:r>
              <a:rPr kumimoji="0" lang="ar-LY" sz="1050" b="0" i="0" u="none" strike="noStrike" kern="1200" cap="none" spc="0" normalizeH="0" baseline="0" noProof="0" dirty="0">
                <a:ln>
                  <a:noFill/>
                </a:ln>
                <a:solidFill>
                  <a:srgbClr val="551C50"/>
                </a:solidFill>
                <a:effectLst/>
                <a:uLnTx/>
                <a:uFillTx/>
                <a:latin typeface="Calibri" panose="020F0502020204030204"/>
                <a:ea typeface="+mn-ea"/>
                <a:cs typeface="Arial" panose="020B0604020202020204" pitchFamily="34" charset="0"/>
              </a:rPr>
              <a:t>نشر حزمة من الخدمات الرقمية والاستثمار في الشبكات الافتراضية</a:t>
            </a:r>
          </a:p>
        </p:txBody>
      </p:sp>
      <p:sp>
        <p:nvSpPr>
          <p:cNvPr id="89" name="Oval 88">
            <a:extLst>
              <a:ext uri="{FF2B5EF4-FFF2-40B4-BE49-F238E27FC236}">
                <a16:creationId xmlns:a16="http://schemas.microsoft.com/office/drawing/2014/main" id="{0EB8528D-89FA-56A3-CCB2-01A03CDE109E}"/>
              </a:ext>
            </a:extLst>
          </p:cNvPr>
          <p:cNvSpPr/>
          <p:nvPr/>
        </p:nvSpPr>
        <p:spPr>
          <a:xfrm>
            <a:off x="5432874" y="772030"/>
            <a:ext cx="207413" cy="203960"/>
          </a:xfrm>
          <a:prstGeom prst="ellipse">
            <a:avLst/>
          </a:prstGeom>
          <a:gradFill flip="none" rotWithShape="1">
            <a:gsLst>
              <a:gs pos="0">
                <a:srgbClr val="551C50">
                  <a:shade val="30000"/>
                  <a:satMod val="115000"/>
                </a:srgbClr>
              </a:gs>
              <a:gs pos="50000">
                <a:srgbClr val="551C50">
                  <a:shade val="67500"/>
                  <a:satMod val="115000"/>
                </a:srgbClr>
              </a:gs>
              <a:gs pos="100000">
                <a:srgbClr val="551C50">
                  <a:shade val="100000"/>
                  <a:satMod val="115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LY" sz="1200" b="0" i="0" u="none" strike="noStrike" kern="1200" cap="none" spc="0" normalizeH="0" baseline="0" noProof="0" dirty="0">
                <a:ln>
                  <a:noFill/>
                </a:ln>
                <a:solidFill>
                  <a:prstClr val="white"/>
                </a:solidFill>
                <a:effectLst/>
                <a:uLnTx/>
                <a:uFillTx/>
                <a:latin typeface="Calibri" panose="020F0502020204030204"/>
                <a:ea typeface="+mn-ea"/>
                <a:cs typeface="Arial" panose="020B0604020202020204" pitchFamily="34" charset="0"/>
              </a:rPr>
              <a:t>1</a:t>
            </a:r>
            <a:endParaRPr kumimoji="0" lang="en-US" sz="12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90" name="Oval 89">
            <a:extLst>
              <a:ext uri="{FF2B5EF4-FFF2-40B4-BE49-F238E27FC236}">
                <a16:creationId xmlns:a16="http://schemas.microsoft.com/office/drawing/2014/main" id="{D3201925-67E9-A1ED-0B52-8FFBE0221D02}"/>
              </a:ext>
            </a:extLst>
          </p:cNvPr>
          <p:cNvSpPr/>
          <p:nvPr/>
        </p:nvSpPr>
        <p:spPr>
          <a:xfrm>
            <a:off x="5463709" y="1093643"/>
            <a:ext cx="207413" cy="203960"/>
          </a:xfrm>
          <a:prstGeom prst="ellipse">
            <a:avLst/>
          </a:prstGeom>
          <a:gradFill flip="none" rotWithShape="1">
            <a:gsLst>
              <a:gs pos="0">
                <a:srgbClr val="551C50">
                  <a:shade val="30000"/>
                  <a:satMod val="115000"/>
                </a:srgbClr>
              </a:gs>
              <a:gs pos="50000">
                <a:srgbClr val="551C50">
                  <a:shade val="67500"/>
                  <a:satMod val="115000"/>
                </a:srgbClr>
              </a:gs>
              <a:gs pos="100000">
                <a:srgbClr val="551C50">
                  <a:shade val="100000"/>
                  <a:satMod val="115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LY" sz="1200" b="0" i="0" u="none" strike="noStrike" kern="1200" cap="none" spc="0" normalizeH="0" baseline="0" noProof="0" dirty="0">
                <a:ln>
                  <a:noFill/>
                </a:ln>
                <a:solidFill>
                  <a:prstClr val="white"/>
                </a:solidFill>
                <a:effectLst/>
                <a:uLnTx/>
                <a:uFillTx/>
                <a:latin typeface="Calibri" panose="020F0502020204030204"/>
                <a:ea typeface="+mn-ea"/>
                <a:cs typeface="Arial" panose="020B0604020202020204" pitchFamily="34" charset="0"/>
              </a:rPr>
              <a:t>2</a:t>
            </a:r>
            <a:endParaRPr kumimoji="0" lang="en-US" sz="12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91" name="Oval 90">
            <a:extLst>
              <a:ext uri="{FF2B5EF4-FFF2-40B4-BE49-F238E27FC236}">
                <a16:creationId xmlns:a16="http://schemas.microsoft.com/office/drawing/2014/main" id="{58F684AC-50FA-7F76-F916-E845CDD044EE}"/>
              </a:ext>
            </a:extLst>
          </p:cNvPr>
          <p:cNvSpPr/>
          <p:nvPr/>
        </p:nvSpPr>
        <p:spPr>
          <a:xfrm>
            <a:off x="5488344" y="1441079"/>
            <a:ext cx="207413" cy="203960"/>
          </a:xfrm>
          <a:prstGeom prst="ellipse">
            <a:avLst/>
          </a:prstGeom>
          <a:gradFill flip="none" rotWithShape="1">
            <a:gsLst>
              <a:gs pos="0">
                <a:srgbClr val="551C50">
                  <a:shade val="30000"/>
                  <a:satMod val="115000"/>
                </a:srgbClr>
              </a:gs>
              <a:gs pos="50000">
                <a:srgbClr val="551C50">
                  <a:shade val="67500"/>
                  <a:satMod val="115000"/>
                </a:srgbClr>
              </a:gs>
              <a:gs pos="100000">
                <a:srgbClr val="551C50">
                  <a:shade val="100000"/>
                  <a:satMod val="115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LY" sz="1200" b="0" i="0" u="none" strike="noStrike" kern="1200" cap="none" spc="0" normalizeH="0" baseline="0" noProof="0" dirty="0">
                <a:ln>
                  <a:noFill/>
                </a:ln>
                <a:solidFill>
                  <a:prstClr val="white"/>
                </a:solidFill>
                <a:effectLst/>
                <a:uLnTx/>
                <a:uFillTx/>
                <a:latin typeface="Calibri" panose="020F0502020204030204"/>
                <a:ea typeface="+mn-ea"/>
                <a:cs typeface="Arial" panose="020B0604020202020204" pitchFamily="34" charset="0"/>
              </a:rPr>
              <a:t>3</a:t>
            </a:r>
            <a:endParaRPr kumimoji="0" lang="en-US" sz="12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92" name="Rectangle 91">
            <a:extLst>
              <a:ext uri="{FF2B5EF4-FFF2-40B4-BE49-F238E27FC236}">
                <a16:creationId xmlns:a16="http://schemas.microsoft.com/office/drawing/2014/main" id="{4669EC99-CCD4-62B3-693D-14C853FE01BE}"/>
              </a:ext>
            </a:extLst>
          </p:cNvPr>
          <p:cNvSpPr/>
          <p:nvPr/>
        </p:nvSpPr>
        <p:spPr>
          <a:xfrm>
            <a:off x="9851689" y="2268483"/>
            <a:ext cx="134288" cy="134288"/>
          </a:xfrm>
          <a:prstGeom prst="rect">
            <a:avLst/>
          </a:prstGeom>
          <a:solidFill>
            <a:srgbClr val="9E006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3" name="Rectangle 92">
            <a:extLst>
              <a:ext uri="{FF2B5EF4-FFF2-40B4-BE49-F238E27FC236}">
                <a16:creationId xmlns:a16="http://schemas.microsoft.com/office/drawing/2014/main" id="{DF3CD416-A970-2BAB-44B5-21FAC234D2C6}"/>
              </a:ext>
            </a:extLst>
          </p:cNvPr>
          <p:cNvSpPr/>
          <p:nvPr/>
        </p:nvSpPr>
        <p:spPr>
          <a:xfrm>
            <a:off x="9851689" y="2719348"/>
            <a:ext cx="134288" cy="134288"/>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4" name="Rectangle 93">
            <a:extLst>
              <a:ext uri="{FF2B5EF4-FFF2-40B4-BE49-F238E27FC236}">
                <a16:creationId xmlns:a16="http://schemas.microsoft.com/office/drawing/2014/main" id="{74411632-373B-8C6B-95B6-7CB170D95D18}"/>
              </a:ext>
            </a:extLst>
          </p:cNvPr>
          <p:cNvSpPr/>
          <p:nvPr/>
        </p:nvSpPr>
        <p:spPr>
          <a:xfrm>
            <a:off x="9852145" y="3198557"/>
            <a:ext cx="134288" cy="134288"/>
          </a:xfrm>
          <a:prstGeom prst="rect">
            <a:avLst/>
          </a:prstGeom>
          <a:solidFill>
            <a:srgbClr val="551C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5" name="TextBox 94">
            <a:extLst>
              <a:ext uri="{FF2B5EF4-FFF2-40B4-BE49-F238E27FC236}">
                <a16:creationId xmlns:a16="http://schemas.microsoft.com/office/drawing/2014/main" id="{BA37BCD2-58EB-D529-1BA3-F801B3C48026}"/>
              </a:ext>
            </a:extLst>
          </p:cNvPr>
          <p:cNvSpPr txBox="1"/>
          <p:nvPr/>
        </p:nvSpPr>
        <p:spPr>
          <a:xfrm>
            <a:off x="8219067" y="2105754"/>
            <a:ext cx="1659725" cy="43088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ar-LY" sz="1100" b="0" i="0" u="none" strike="noStrike" kern="1200" cap="none" spc="0" normalizeH="0" baseline="0" noProof="0" dirty="0">
                <a:ln>
                  <a:noFill/>
                </a:ln>
                <a:solidFill>
                  <a:srgbClr val="D4145A"/>
                </a:solidFill>
                <a:effectLst/>
                <a:uLnTx/>
                <a:uFillTx/>
                <a:latin typeface="Calibri" panose="020F0502020204030204"/>
                <a:ea typeface="+mn-ea"/>
                <a:cs typeface="Arial" panose="020B0604020202020204" pitchFamily="34" charset="0"/>
              </a:rPr>
              <a:t>إيرادات الخدمات الرقمية والشبكات الافتراضية</a:t>
            </a:r>
            <a:endParaRPr kumimoji="0" lang="en-US" sz="1100" b="0" i="0" u="none" strike="noStrike" kern="1200" cap="none" spc="0" normalizeH="0" baseline="0" noProof="0" dirty="0">
              <a:ln>
                <a:noFill/>
              </a:ln>
              <a:solidFill>
                <a:srgbClr val="D4145A"/>
              </a:solidFill>
              <a:effectLst/>
              <a:uLnTx/>
              <a:uFillTx/>
              <a:latin typeface="Calibri" panose="020F0502020204030204"/>
              <a:ea typeface="+mn-ea"/>
              <a:cs typeface="+mn-cs"/>
            </a:endParaRPr>
          </a:p>
        </p:txBody>
      </p:sp>
      <p:sp>
        <p:nvSpPr>
          <p:cNvPr id="96" name="TextBox 95">
            <a:extLst>
              <a:ext uri="{FF2B5EF4-FFF2-40B4-BE49-F238E27FC236}">
                <a16:creationId xmlns:a16="http://schemas.microsoft.com/office/drawing/2014/main" id="{CD7331F8-1AC9-68DC-6825-246C2A7804BE}"/>
              </a:ext>
            </a:extLst>
          </p:cNvPr>
          <p:cNvSpPr txBox="1"/>
          <p:nvPr/>
        </p:nvSpPr>
        <p:spPr>
          <a:xfrm>
            <a:off x="8299451" y="2667404"/>
            <a:ext cx="1592426" cy="261610"/>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ar-LY" sz="1100" b="0" i="0" u="none" strike="noStrike" kern="1200" cap="none" spc="0" normalizeH="0" baseline="0" noProof="0" dirty="0">
                <a:ln>
                  <a:noFill/>
                </a:ln>
                <a:solidFill>
                  <a:srgbClr val="ED7D31">
                    <a:lumMod val="75000"/>
                  </a:srgbClr>
                </a:solidFill>
                <a:effectLst/>
                <a:uLnTx/>
                <a:uFillTx/>
                <a:latin typeface="Calibri" panose="020F0502020204030204"/>
                <a:ea typeface="+mn-ea"/>
                <a:cs typeface="Arial" panose="020B0604020202020204" pitchFamily="34" charset="0"/>
              </a:rPr>
              <a:t>الإيرادات من المؤسسات</a:t>
            </a:r>
            <a:endParaRPr kumimoji="0" lang="en-US" sz="1100" b="0" i="0" u="none" strike="noStrike" kern="1200" cap="none" spc="0" normalizeH="0" baseline="0" noProof="0" dirty="0">
              <a:ln>
                <a:noFill/>
              </a:ln>
              <a:solidFill>
                <a:srgbClr val="ED7D31">
                  <a:lumMod val="75000"/>
                </a:srgbClr>
              </a:solidFill>
              <a:effectLst/>
              <a:uLnTx/>
              <a:uFillTx/>
              <a:latin typeface="Calibri" panose="020F0502020204030204"/>
              <a:ea typeface="+mn-ea"/>
              <a:cs typeface="+mn-cs"/>
            </a:endParaRPr>
          </a:p>
        </p:txBody>
      </p:sp>
      <p:sp>
        <p:nvSpPr>
          <p:cNvPr id="97" name="TextBox 96">
            <a:extLst>
              <a:ext uri="{FF2B5EF4-FFF2-40B4-BE49-F238E27FC236}">
                <a16:creationId xmlns:a16="http://schemas.microsoft.com/office/drawing/2014/main" id="{F0EFC9D1-CE59-B53B-7CF0-F41C47F366C9}"/>
              </a:ext>
            </a:extLst>
          </p:cNvPr>
          <p:cNvSpPr txBox="1"/>
          <p:nvPr/>
        </p:nvSpPr>
        <p:spPr>
          <a:xfrm>
            <a:off x="8299452" y="3071170"/>
            <a:ext cx="1574584" cy="43088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ar-LY" sz="1100" b="0" i="0" u="none" strike="noStrike" kern="1200" cap="none" spc="0" normalizeH="0" baseline="0" noProof="0" dirty="0">
                <a:ln>
                  <a:noFill/>
                </a:ln>
                <a:solidFill>
                  <a:srgbClr val="551C50"/>
                </a:solidFill>
                <a:effectLst/>
                <a:uLnTx/>
                <a:uFillTx/>
                <a:latin typeface="Calibri" panose="020F0502020204030204"/>
                <a:ea typeface="+mn-ea"/>
                <a:cs typeface="Arial" panose="020B0604020202020204" pitchFamily="34" charset="0"/>
              </a:rPr>
              <a:t>الإيرادات من المشتركين الأفراد</a:t>
            </a:r>
            <a:endParaRPr kumimoji="0" lang="en-US" sz="1100" b="0" i="0" u="none" strike="noStrike" kern="1200" cap="none" spc="0" normalizeH="0" baseline="0" noProof="0" dirty="0">
              <a:ln>
                <a:noFill/>
              </a:ln>
              <a:solidFill>
                <a:srgbClr val="551C50"/>
              </a:solidFill>
              <a:effectLst/>
              <a:uLnTx/>
              <a:uFillTx/>
              <a:latin typeface="Calibri" panose="020F0502020204030204"/>
              <a:ea typeface="+mn-ea"/>
              <a:cs typeface="+mn-cs"/>
            </a:endParaRPr>
          </a:p>
        </p:txBody>
      </p:sp>
      <p:sp>
        <p:nvSpPr>
          <p:cNvPr id="181" name="TextBox 180">
            <a:extLst>
              <a:ext uri="{FF2B5EF4-FFF2-40B4-BE49-F238E27FC236}">
                <a16:creationId xmlns:a16="http://schemas.microsoft.com/office/drawing/2014/main" id="{BF85421B-64E1-29C2-CFF6-F110F2CD5C16}"/>
              </a:ext>
            </a:extLst>
          </p:cNvPr>
          <p:cNvSpPr txBox="1"/>
          <p:nvPr/>
        </p:nvSpPr>
        <p:spPr>
          <a:xfrm>
            <a:off x="1168400" y="103121"/>
            <a:ext cx="7385785" cy="369332"/>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ar-LY" sz="1800" b="1" i="0" u="none" strike="noStrike" kern="1200" cap="none" spc="0" normalizeH="0" baseline="0" noProof="0" dirty="0">
                <a:ln>
                  <a:noFill/>
                </a:ln>
                <a:solidFill>
                  <a:prstClr val="white"/>
                </a:solidFill>
                <a:effectLst/>
                <a:uLnTx/>
                <a:uFillTx/>
                <a:latin typeface="Calibri" panose="020F0502020204030204"/>
                <a:ea typeface="+mn-ea"/>
                <a:cs typeface="Arial" panose="020B0604020202020204" pitchFamily="34" charset="0"/>
              </a:rPr>
              <a:t>توزيع المستهدفات من الإيرادات</a:t>
            </a:r>
            <a:endParaRPr kumimoji="0" lang="en-US" sz="1800" b="1"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pic>
        <p:nvPicPr>
          <p:cNvPr id="183" name="Graphic 182">
            <a:extLst>
              <a:ext uri="{FF2B5EF4-FFF2-40B4-BE49-F238E27FC236}">
                <a16:creationId xmlns:a16="http://schemas.microsoft.com/office/drawing/2014/main" id="{356281C4-6561-7B11-9EA2-D396450480DD}"/>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220907" y="2062595"/>
            <a:ext cx="2491015" cy="2468162"/>
          </a:xfrm>
          <a:prstGeom prst="rect">
            <a:avLst/>
          </a:prstGeom>
          <a:effectLst>
            <a:outerShdw blurRad="63500" sx="102000" sy="102000" algn="ctr" rotWithShape="0">
              <a:prstClr val="black">
                <a:alpha val="40000"/>
              </a:prstClr>
            </a:outerShdw>
          </a:effectLst>
        </p:spPr>
      </p:pic>
      <p:graphicFrame>
        <p:nvGraphicFramePr>
          <p:cNvPr id="4" name="Table 3">
            <a:extLst>
              <a:ext uri="{FF2B5EF4-FFF2-40B4-BE49-F238E27FC236}">
                <a16:creationId xmlns:a16="http://schemas.microsoft.com/office/drawing/2014/main" id="{770151B4-B29D-8A39-6CBE-DA2EEFBF93E6}"/>
              </a:ext>
            </a:extLst>
          </p:cNvPr>
          <p:cNvGraphicFramePr>
            <a:graphicFrameLocks noGrp="1"/>
          </p:cNvGraphicFramePr>
          <p:nvPr>
            <p:extLst>
              <p:ext uri="{D42A27DB-BD31-4B8C-83A1-F6EECF244321}">
                <p14:modId xmlns:p14="http://schemas.microsoft.com/office/powerpoint/2010/main" val="2081001964"/>
              </p:ext>
            </p:extLst>
          </p:nvPr>
        </p:nvGraphicFramePr>
        <p:xfrm>
          <a:off x="69073" y="6042617"/>
          <a:ext cx="11656788" cy="305918"/>
        </p:xfrm>
        <a:graphic>
          <a:graphicData uri="http://schemas.openxmlformats.org/drawingml/2006/table">
            <a:tbl>
              <a:tblPr rtl="1">
                <a:effectLst/>
                <a:tableStyleId>{5C22544A-7EE6-4342-B048-85BDC9FD1C3A}</a:tableStyleId>
              </a:tblPr>
              <a:tblGrid>
                <a:gridCol w="3963912">
                  <a:extLst>
                    <a:ext uri="{9D8B030D-6E8A-4147-A177-3AD203B41FA5}">
                      <a16:colId xmlns:a16="http://schemas.microsoft.com/office/drawing/2014/main" val="2245410111"/>
                    </a:ext>
                  </a:extLst>
                </a:gridCol>
                <a:gridCol w="1414536">
                  <a:extLst>
                    <a:ext uri="{9D8B030D-6E8A-4147-A177-3AD203B41FA5}">
                      <a16:colId xmlns:a16="http://schemas.microsoft.com/office/drawing/2014/main" val="3792355626"/>
                    </a:ext>
                  </a:extLst>
                </a:gridCol>
                <a:gridCol w="523195">
                  <a:extLst>
                    <a:ext uri="{9D8B030D-6E8A-4147-A177-3AD203B41FA5}">
                      <a16:colId xmlns:a16="http://schemas.microsoft.com/office/drawing/2014/main" val="3314038812"/>
                    </a:ext>
                  </a:extLst>
                </a:gridCol>
                <a:gridCol w="523195">
                  <a:extLst>
                    <a:ext uri="{9D8B030D-6E8A-4147-A177-3AD203B41FA5}">
                      <a16:colId xmlns:a16="http://schemas.microsoft.com/office/drawing/2014/main" val="1991907452"/>
                    </a:ext>
                  </a:extLst>
                </a:gridCol>
                <a:gridCol w="523195">
                  <a:extLst>
                    <a:ext uri="{9D8B030D-6E8A-4147-A177-3AD203B41FA5}">
                      <a16:colId xmlns:a16="http://schemas.microsoft.com/office/drawing/2014/main" val="3852937784"/>
                    </a:ext>
                  </a:extLst>
                </a:gridCol>
                <a:gridCol w="523195">
                  <a:extLst>
                    <a:ext uri="{9D8B030D-6E8A-4147-A177-3AD203B41FA5}">
                      <a16:colId xmlns:a16="http://schemas.microsoft.com/office/drawing/2014/main" val="3601371476"/>
                    </a:ext>
                  </a:extLst>
                </a:gridCol>
                <a:gridCol w="523195">
                  <a:extLst>
                    <a:ext uri="{9D8B030D-6E8A-4147-A177-3AD203B41FA5}">
                      <a16:colId xmlns:a16="http://schemas.microsoft.com/office/drawing/2014/main" val="1772512043"/>
                    </a:ext>
                  </a:extLst>
                </a:gridCol>
                <a:gridCol w="523195">
                  <a:extLst>
                    <a:ext uri="{9D8B030D-6E8A-4147-A177-3AD203B41FA5}">
                      <a16:colId xmlns:a16="http://schemas.microsoft.com/office/drawing/2014/main" val="1577321831"/>
                    </a:ext>
                  </a:extLst>
                </a:gridCol>
                <a:gridCol w="523195">
                  <a:extLst>
                    <a:ext uri="{9D8B030D-6E8A-4147-A177-3AD203B41FA5}">
                      <a16:colId xmlns:a16="http://schemas.microsoft.com/office/drawing/2014/main" val="2475469651"/>
                    </a:ext>
                  </a:extLst>
                </a:gridCol>
                <a:gridCol w="523195">
                  <a:extLst>
                    <a:ext uri="{9D8B030D-6E8A-4147-A177-3AD203B41FA5}">
                      <a16:colId xmlns:a16="http://schemas.microsoft.com/office/drawing/2014/main" val="423559984"/>
                    </a:ext>
                  </a:extLst>
                </a:gridCol>
                <a:gridCol w="523195">
                  <a:extLst>
                    <a:ext uri="{9D8B030D-6E8A-4147-A177-3AD203B41FA5}">
                      <a16:colId xmlns:a16="http://schemas.microsoft.com/office/drawing/2014/main" val="1948403535"/>
                    </a:ext>
                  </a:extLst>
                </a:gridCol>
                <a:gridCol w="523195">
                  <a:extLst>
                    <a:ext uri="{9D8B030D-6E8A-4147-A177-3AD203B41FA5}">
                      <a16:colId xmlns:a16="http://schemas.microsoft.com/office/drawing/2014/main" val="1665801237"/>
                    </a:ext>
                  </a:extLst>
                </a:gridCol>
                <a:gridCol w="523195">
                  <a:extLst>
                    <a:ext uri="{9D8B030D-6E8A-4147-A177-3AD203B41FA5}">
                      <a16:colId xmlns:a16="http://schemas.microsoft.com/office/drawing/2014/main" val="1214422785"/>
                    </a:ext>
                  </a:extLst>
                </a:gridCol>
                <a:gridCol w="523195">
                  <a:extLst>
                    <a:ext uri="{9D8B030D-6E8A-4147-A177-3AD203B41FA5}">
                      <a16:colId xmlns:a16="http://schemas.microsoft.com/office/drawing/2014/main" val="1491855724"/>
                    </a:ext>
                  </a:extLst>
                </a:gridCol>
              </a:tblGrid>
              <a:tr h="305918">
                <a:tc>
                  <a:txBody>
                    <a:bodyPr/>
                    <a:lstStyle/>
                    <a:p>
                      <a:pPr marL="1371600" marR="0" lvl="3" indent="0" algn="r" defTabSz="914400" rtl="1" eaLnBrk="1" fontAlgn="auto" latinLnBrk="0" hangingPunct="1">
                        <a:lnSpc>
                          <a:spcPct val="100000"/>
                        </a:lnSpc>
                        <a:spcBef>
                          <a:spcPts val="0"/>
                        </a:spcBef>
                        <a:spcAft>
                          <a:spcPts val="0"/>
                        </a:spcAft>
                        <a:buClrTx/>
                        <a:buSzTx/>
                        <a:buFontTx/>
                        <a:buNone/>
                        <a:tabLst/>
                        <a:defRPr sz="1400" b="0" i="0" u="none" strike="noStrike" kern="1200" spc="0" baseline="0">
                          <a:solidFill>
                            <a:prstClr val="black">
                              <a:lumMod val="65000"/>
                              <a:lumOff val="35000"/>
                            </a:prstClr>
                          </a:solidFill>
                          <a:latin typeface="+mn-lt"/>
                          <a:ea typeface="+mn-ea"/>
                          <a:cs typeface="+mn-cs"/>
                        </a:defRPr>
                      </a:pPr>
                      <a:r>
                        <a:rPr lang="ar-LY" sz="1200" b="1" i="0" u="none" strike="noStrike" kern="1200" spc="0" baseline="0" dirty="0">
                          <a:solidFill>
                            <a:schemeClr val="bg1"/>
                          </a:solidFill>
                          <a:latin typeface="+mn-lt"/>
                          <a:ea typeface="+mn-ea"/>
                          <a:cs typeface="+mn-cs"/>
                        </a:rPr>
                        <a:t>الإيرادات المحققة</a:t>
                      </a:r>
                      <a:endParaRPr lang="en-US" sz="1200" b="1" i="0" u="none" strike="noStrike" kern="1200" spc="0" baseline="0" dirty="0">
                        <a:solidFill>
                          <a:schemeClr val="bg1"/>
                        </a:solidFill>
                        <a:latin typeface="+mn-lt"/>
                        <a:ea typeface="+mn-ea"/>
                        <a:cs typeface="+mn-cs"/>
                      </a:endParaRPr>
                    </a:p>
                  </a:txBody>
                  <a:tcPr marL="153803" marR="8545" marT="854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50000"/>
                      </a:schemeClr>
                    </a:solidFill>
                  </a:tcPr>
                </a:tc>
                <a:tc>
                  <a:txBody>
                    <a:bodyPr/>
                    <a:lstStyle/>
                    <a:p>
                      <a:pPr algn="ctr" rtl="1" fontAlgn="b"/>
                      <a:r>
                        <a:rPr lang="ar-LY" sz="1800" b="1" u="none" strike="noStrike" kern="1200">
                          <a:solidFill>
                            <a:schemeClr val="bg1"/>
                          </a:solidFill>
                          <a:effectLst/>
                          <a:latin typeface="+mn-lt"/>
                          <a:ea typeface="+mn-ea"/>
                          <a:cs typeface="+mn-cs"/>
                        </a:rPr>
                        <a:t>1,318.8</a:t>
                      </a:r>
                      <a:endParaRPr lang="en-US" sz="1200" b="1" i="0" u="none" strike="noStrike" dirty="0">
                        <a:solidFill>
                          <a:srgbClr val="FFFFFF"/>
                        </a:solidFill>
                        <a:effectLst/>
                        <a:latin typeface="Tajawal" panose="00000500000000000000" pitchFamily="2" charset="-78"/>
                        <a:cs typeface="Tajawal" panose="00000500000000000000" pitchFamily="2" charset="-78"/>
                      </a:endParaRPr>
                    </a:p>
                  </a:txBody>
                  <a:tcPr marL="9525" marR="9525" marT="9525" marB="0" anchor="b">
                    <a:lnL w="12700" cap="flat" cmpd="sng" algn="ctr">
                      <a:solidFill>
                        <a:schemeClr val="bg1">
                          <a:lumMod val="6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rgbClr val="D36307"/>
                    </a:solidFill>
                  </a:tcPr>
                </a:tc>
                <a:tc>
                  <a:txBody>
                    <a:bodyPr/>
                    <a:lstStyle/>
                    <a:p>
                      <a:pPr algn="ctr" rtl="1" fontAlgn="b"/>
                      <a:r>
                        <a:rPr lang="ar-LY" sz="1200" b="1" i="0" u="none" strike="noStrike" dirty="0">
                          <a:solidFill>
                            <a:srgbClr val="290D26"/>
                          </a:solidFill>
                          <a:effectLst/>
                          <a:latin typeface="Tajawal" panose="00000500000000000000" pitchFamily="2" charset="-78"/>
                          <a:cs typeface="Tajawal" panose="00000500000000000000" pitchFamily="2" charset="-78"/>
                        </a:rPr>
                        <a:t>151.3</a:t>
                      </a:r>
                      <a:endParaRPr lang="en-US" sz="1200" b="1" i="0" u="none" strike="noStrike" dirty="0">
                        <a:solidFill>
                          <a:srgbClr val="290D26"/>
                        </a:solidFill>
                        <a:effectLst/>
                        <a:latin typeface="Tajawal" panose="00000500000000000000" pitchFamily="2" charset="-78"/>
                        <a:cs typeface="Tajawal" panose="00000500000000000000" pitchFamily="2" charset="-78"/>
                      </a:endParaRP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algn="ctr" rtl="1" fontAlgn="b"/>
                      <a:r>
                        <a:rPr lang="ar-LY" sz="1200" b="1" i="0" u="none" strike="noStrike" dirty="0">
                          <a:solidFill>
                            <a:srgbClr val="290D26"/>
                          </a:solidFill>
                          <a:effectLst/>
                          <a:latin typeface="Tajawal" panose="00000500000000000000" pitchFamily="2" charset="-78"/>
                          <a:cs typeface="Tajawal" panose="00000500000000000000" pitchFamily="2" charset="-78"/>
                        </a:rPr>
                        <a:t>131.0</a:t>
                      </a:r>
                      <a:endParaRPr lang="en-US" sz="1200" b="1" i="0" u="none" strike="noStrike" dirty="0">
                        <a:solidFill>
                          <a:srgbClr val="290D26"/>
                        </a:solidFill>
                        <a:effectLst/>
                        <a:latin typeface="Tajawal" panose="00000500000000000000" pitchFamily="2" charset="-78"/>
                        <a:cs typeface="Tajawal" panose="00000500000000000000" pitchFamily="2" charset="-78"/>
                      </a:endParaRP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algn="ctr" rtl="1" fontAlgn="b"/>
                      <a:r>
                        <a:rPr lang="ar-LY" sz="1200" b="1" i="0" u="none" strike="noStrike" dirty="0">
                          <a:solidFill>
                            <a:srgbClr val="290D26"/>
                          </a:solidFill>
                          <a:effectLst/>
                          <a:latin typeface="Tajawal" panose="00000500000000000000" pitchFamily="2" charset="-78"/>
                          <a:cs typeface="Tajawal" panose="00000500000000000000" pitchFamily="2" charset="-78"/>
                        </a:rPr>
                        <a:t>152.3</a:t>
                      </a:r>
                      <a:endParaRPr lang="en-US" sz="1200" b="1" i="0" u="none" strike="noStrike" dirty="0">
                        <a:solidFill>
                          <a:srgbClr val="290D26"/>
                        </a:solidFill>
                        <a:effectLst/>
                        <a:latin typeface="Tajawal" panose="00000500000000000000" pitchFamily="2" charset="-78"/>
                        <a:cs typeface="Tajawal" panose="00000500000000000000" pitchFamily="2" charset="-78"/>
                      </a:endParaRP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algn="ctr" rtl="1" fontAlgn="b"/>
                      <a:r>
                        <a:rPr lang="ar-LY" sz="1200" b="1" i="0" u="none" strike="noStrike" dirty="0">
                          <a:solidFill>
                            <a:srgbClr val="290D26"/>
                          </a:solidFill>
                          <a:effectLst/>
                          <a:latin typeface="Tajawal" panose="00000500000000000000" pitchFamily="2" charset="-78"/>
                          <a:cs typeface="Tajawal" panose="00000500000000000000" pitchFamily="2" charset="-78"/>
                        </a:rPr>
                        <a:t>146.2</a:t>
                      </a:r>
                      <a:endParaRPr lang="en-US" sz="1200" b="1" i="0" u="none" strike="noStrike" dirty="0">
                        <a:solidFill>
                          <a:srgbClr val="290D26"/>
                        </a:solidFill>
                        <a:effectLst/>
                        <a:latin typeface="Tajawal" panose="00000500000000000000" pitchFamily="2" charset="-78"/>
                        <a:cs typeface="Tajawal" panose="00000500000000000000" pitchFamily="2" charset="-78"/>
                      </a:endParaRP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algn="ctr" rtl="1" fontAlgn="b"/>
                      <a:r>
                        <a:rPr lang="ar-LY" sz="1200" b="1" i="0" u="none" strike="noStrike" dirty="0">
                          <a:solidFill>
                            <a:srgbClr val="290D26"/>
                          </a:solidFill>
                          <a:effectLst/>
                          <a:latin typeface="Tajawal" panose="00000500000000000000" pitchFamily="2" charset="-78"/>
                          <a:cs typeface="Tajawal" panose="00000500000000000000" pitchFamily="2" charset="-78"/>
                        </a:rPr>
                        <a:t>155.6</a:t>
                      </a:r>
                      <a:endParaRPr lang="en-US" sz="1200" b="1" i="0" u="none" strike="noStrike" dirty="0">
                        <a:solidFill>
                          <a:srgbClr val="290D26"/>
                        </a:solidFill>
                        <a:effectLst/>
                        <a:latin typeface="Tajawal" panose="00000500000000000000" pitchFamily="2" charset="-78"/>
                        <a:cs typeface="Tajawal" panose="00000500000000000000" pitchFamily="2" charset="-78"/>
                      </a:endParaRP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algn="ctr" rtl="1" fontAlgn="b"/>
                      <a:r>
                        <a:rPr lang="ar-LY" sz="1200" b="1" i="0" u="none" strike="noStrike" dirty="0">
                          <a:solidFill>
                            <a:srgbClr val="290D26"/>
                          </a:solidFill>
                          <a:effectLst/>
                          <a:latin typeface="Tajawal" panose="00000500000000000000" pitchFamily="2" charset="-78"/>
                          <a:cs typeface="Tajawal" panose="00000500000000000000" pitchFamily="2" charset="-78"/>
                        </a:rPr>
                        <a:t>154.1</a:t>
                      </a:r>
                      <a:endParaRPr lang="en-US" sz="1200" b="1" i="0" u="none" strike="noStrike" dirty="0">
                        <a:solidFill>
                          <a:srgbClr val="290D26"/>
                        </a:solidFill>
                        <a:effectLst/>
                        <a:latin typeface="Tajawal" panose="00000500000000000000" pitchFamily="2" charset="-78"/>
                        <a:cs typeface="Tajawal" panose="00000500000000000000" pitchFamily="2" charset="-78"/>
                      </a:endParaRP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algn="ctr" rtl="1" fontAlgn="b"/>
                      <a:r>
                        <a:rPr lang="ar-LY" sz="1200" b="1" i="0" u="none" strike="noStrike" dirty="0">
                          <a:solidFill>
                            <a:srgbClr val="290D26"/>
                          </a:solidFill>
                          <a:effectLst/>
                          <a:latin typeface="Tajawal" panose="00000500000000000000" pitchFamily="2" charset="-78"/>
                          <a:cs typeface="Tajawal" panose="00000500000000000000" pitchFamily="2" charset="-78"/>
                        </a:rPr>
                        <a:t>155.5</a:t>
                      </a:r>
                      <a:endParaRPr lang="en-US" sz="1200" b="1" i="0" u="none" strike="noStrike" dirty="0">
                        <a:solidFill>
                          <a:srgbClr val="290D26"/>
                        </a:solidFill>
                        <a:effectLst/>
                        <a:latin typeface="Tajawal" panose="00000500000000000000" pitchFamily="2" charset="-78"/>
                        <a:cs typeface="Tajawal" panose="00000500000000000000" pitchFamily="2" charset="-78"/>
                      </a:endParaRP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algn="ctr" rtl="1" fontAlgn="b"/>
                      <a:r>
                        <a:rPr lang="ar-LY" sz="1200" b="1" i="0" u="none" strike="noStrike" dirty="0">
                          <a:solidFill>
                            <a:srgbClr val="290D26"/>
                          </a:solidFill>
                          <a:effectLst/>
                          <a:latin typeface="Tajawal" panose="00000500000000000000" pitchFamily="2" charset="-78"/>
                          <a:cs typeface="Tajawal" panose="00000500000000000000" pitchFamily="2" charset="-78"/>
                        </a:rPr>
                        <a:t>157.8</a:t>
                      </a:r>
                      <a:endParaRPr lang="en-US" sz="1200" b="1" i="0" u="none" strike="noStrike" dirty="0">
                        <a:solidFill>
                          <a:srgbClr val="290D26"/>
                        </a:solidFill>
                        <a:effectLst/>
                        <a:latin typeface="Tajawal" panose="00000500000000000000" pitchFamily="2" charset="-78"/>
                        <a:cs typeface="Tajawal" panose="00000500000000000000" pitchFamily="2" charset="-78"/>
                      </a:endParaRP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algn="ctr" rtl="1" fontAlgn="b"/>
                      <a:r>
                        <a:rPr lang="ar-LY" sz="1200" b="1" i="0" u="none" strike="noStrike" dirty="0">
                          <a:solidFill>
                            <a:srgbClr val="290D26"/>
                          </a:solidFill>
                          <a:effectLst/>
                          <a:latin typeface="Tajawal" panose="00000500000000000000" pitchFamily="2" charset="-78"/>
                          <a:cs typeface="Tajawal" panose="00000500000000000000" pitchFamily="2" charset="-78"/>
                        </a:rPr>
                        <a:t>115.0</a:t>
                      </a:r>
                      <a:endParaRPr lang="en-US" sz="1200" b="1" i="0" u="none" strike="noStrike" dirty="0">
                        <a:solidFill>
                          <a:srgbClr val="290D26"/>
                        </a:solidFill>
                        <a:effectLst/>
                        <a:latin typeface="Tajawal" panose="00000500000000000000" pitchFamily="2" charset="-78"/>
                        <a:cs typeface="Tajawal" panose="00000500000000000000" pitchFamily="2" charset="-78"/>
                      </a:endParaRP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algn="ctr" rtl="1" fontAlgn="b"/>
                      <a:r>
                        <a:rPr lang="en-US" sz="1200" b="1" i="0" u="none" strike="noStrike" dirty="0">
                          <a:solidFill>
                            <a:srgbClr val="290D26"/>
                          </a:solidFill>
                          <a:effectLst/>
                          <a:highlight>
                            <a:srgbClr val="FFFF00"/>
                          </a:highlight>
                          <a:latin typeface="Tajawal" panose="00000500000000000000" pitchFamily="2" charset="-78"/>
                          <a:cs typeface="Tajawal" panose="00000500000000000000" pitchFamily="2" charset="-78"/>
                        </a:rPr>
                        <a:t>0.00</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algn="ctr" rtl="1" fontAlgn="b"/>
                      <a:r>
                        <a:rPr lang="en-US" sz="1200" b="1" i="0" u="none" strike="noStrike" dirty="0">
                          <a:solidFill>
                            <a:srgbClr val="290D26"/>
                          </a:solidFill>
                          <a:effectLst/>
                          <a:highlight>
                            <a:srgbClr val="FFFF00"/>
                          </a:highlight>
                          <a:latin typeface="Tajawal" panose="00000500000000000000" pitchFamily="2" charset="-78"/>
                          <a:cs typeface="Tajawal" panose="00000500000000000000" pitchFamily="2" charset="-78"/>
                        </a:rPr>
                        <a:t>0.00</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marL="0" marR="0" lvl="0" indent="0" algn="ctr" defTabSz="914400" rtl="1" eaLnBrk="1" fontAlgn="b" latinLnBrk="0" hangingPunct="1">
                        <a:lnSpc>
                          <a:spcPct val="100000"/>
                        </a:lnSpc>
                        <a:spcBef>
                          <a:spcPts val="0"/>
                        </a:spcBef>
                        <a:spcAft>
                          <a:spcPts val="0"/>
                        </a:spcAft>
                        <a:buClrTx/>
                        <a:buSzTx/>
                        <a:buFontTx/>
                        <a:buNone/>
                        <a:tabLst/>
                        <a:defRPr/>
                      </a:pPr>
                      <a:r>
                        <a:rPr lang="en-US" sz="1200" b="1" i="0" u="none" strike="noStrike" dirty="0">
                          <a:solidFill>
                            <a:srgbClr val="290D26"/>
                          </a:solidFill>
                          <a:effectLst/>
                          <a:highlight>
                            <a:srgbClr val="FFFF00"/>
                          </a:highlight>
                          <a:latin typeface="Tajawal" panose="00000500000000000000" pitchFamily="2" charset="-78"/>
                          <a:cs typeface="Tajawal" panose="00000500000000000000" pitchFamily="2" charset="-78"/>
                        </a:rPr>
                        <a:t>0.00</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620272527"/>
                  </a:ext>
                </a:extLst>
              </a:tr>
            </a:tbl>
          </a:graphicData>
        </a:graphic>
      </p:graphicFrame>
      <p:sp>
        <p:nvSpPr>
          <p:cNvPr id="5" name="TextBox 4">
            <a:extLst>
              <a:ext uri="{FF2B5EF4-FFF2-40B4-BE49-F238E27FC236}">
                <a16:creationId xmlns:a16="http://schemas.microsoft.com/office/drawing/2014/main" id="{1F2F973E-5EAE-C52D-93C5-68160311B28F}"/>
              </a:ext>
            </a:extLst>
          </p:cNvPr>
          <p:cNvSpPr txBox="1"/>
          <p:nvPr/>
        </p:nvSpPr>
        <p:spPr>
          <a:xfrm>
            <a:off x="6682736" y="3960891"/>
            <a:ext cx="3655870" cy="646331"/>
          </a:xfrm>
          <a:prstGeom prst="rect">
            <a:avLst/>
          </a:prstGeom>
          <a:solidFill>
            <a:srgbClr val="FFFF00"/>
          </a:solid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ar-LY" sz="12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يرجى ملاحظ ان شهر سبتمبر حقق ايراد منخفض نظرا </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ar-LY" sz="12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لي احداث </a:t>
            </a:r>
            <a:r>
              <a:rPr kumimoji="0" lang="ar-LY" sz="12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rPr>
              <a:t>مدينة درنة </a:t>
            </a:r>
            <a:r>
              <a:rPr kumimoji="0" lang="ar-LY" sz="12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وجعل جميع الخدمات الأساسية مجانية خلال النصف الأخير من الشهر.</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Google Shape;2311;p26">
            <a:extLst>
              <a:ext uri="{FF2B5EF4-FFF2-40B4-BE49-F238E27FC236}">
                <a16:creationId xmlns:a16="http://schemas.microsoft.com/office/drawing/2014/main" id="{6C154C98-C63A-08CD-2501-530FE6AF6D6F}"/>
              </a:ext>
            </a:extLst>
          </p:cNvPr>
          <p:cNvSpPr txBox="1"/>
          <p:nvPr/>
        </p:nvSpPr>
        <p:spPr>
          <a:xfrm>
            <a:off x="6028596" y="619078"/>
            <a:ext cx="2645489" cy="1731826"/>
          </a:xfrm>
          <a:prstGeom prst="roundRect">
            <a:avLst/>
          </a:prstGeom>
          <a:solidFill>
            <a:schemeClr val="tx2"/>
          </a:solidFill>
          <a:ln>
            <a:noFill/>
          </a:ln>
        </p:spPr>
        <p:txBody>
          <a:bodyPr spcFirstLastPara="1" wrap="square" lIns="91425" tIns="91425" rIns="91425" bIns="91425" anchor="t"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ar-LY" sz="800" b="1" dirty="0">
                <a:solidFill>
                  <a:prstClr val="white"/>
                </a:solidFill>
                <a:latin typeface="29LT Bukra Bold" panose="000B0903020204020204" pitchFamily="34" charset="-78"/>
                <a:ea typeface="Roboto"/>
                <a:cs typeface="29LT Bukra Bold" panose="000B0903020204020204" pitchFamily="34" charset="-78"/>
                <a:sym typeface="Roboto"/>
              </a:rPr>
              <a:t>حدوث عدة احداث خلال سنة 2023 ادت الى عدم تحقيق الايراد المستهدف للسنة ومنها:</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LY" sz="800" b="1" i="0" u="none" strike="noStrike" kern="1200" cap="none" spc="0" normalizeH="0" baseline="0" noProof="0" dirty="0">
                <a:ln>
                  <a:noFill/>
                </a:ln>
                <a:solidFill>
                  <a:prstClr val="white"/>
                </a:solidFill>
                <a:effectLst/>
                <a:uLnTx/>
                <a:uFillTx/>
                <a:latin typeface="29LT Bukra Bold" panose="000B0903020204020204" pitchFamily="34" charset="-78"/>
                <a:ea typeface="Roboto"/>
                <a:cs typeface="29LT Bukra Bold" panose="000B0903020204020204" pitchFamily="34" charset="-78"/>
                <a:sym typeface="Roboto"/>
              </a:rPr>
              <a:t>1- </a:t>
            </a:r>
            <a:r>
              <a:rPr lang="ar-LY" sz="800" b="1" dirty="0">
                <a:solidFill>
                  <a:prstClr val="white"/>
                </a:solidFill>
                <a:latin typeface="29LT Bukra Bold" panose="000B0903020204020204" pitchFamily="34" charset="-78"/>
                <a:ea typeface="Roboto"/>
                <a:cs typeface="29LT Bukra Bold" panose="000B0903020204020204" pitchFamily="34" charset="-78"/>
                <a:sym typeface="Roboto"/>
              </a:rPr>
              <a:t>حدوث عدة انقطاعات من مزودي خدمات الانترنت نتيجة لي حدوث انقطاعات في الكوابل المغذية.</a:t>
            </a:r>
          </a:p>
          <a:p>
            <a:pPr marL="0" marR="0" lvl="0" indent="0" algn="ctr" defTabSz="914400" rtl="0" eaLnBrk="1" fontAlgn="auto" latinLnBrk="0" hangingPunct="1">
              <a:lnSpc>
                <a:spcPct val="100000"/>
              </a:lnSpc>
              <a:spcBef>
                <a:spcPts val="0"/>
              </a:spcBef>
              <a:spcAft>
                <a:spcPts val="0"/>
              </a:spcAft>
              <a:buClrTx/>
              <a:buSzTx/>
              <a:buFontTx/>
              <a:buNone/>
              <a:tabLst/>
              <a:defRPr/>
            </a:pPr>
            <a:r>
              <a:rPr lang="ar-LY" sz="800" b="1" dirty="0">
                <a:solidFill>
                  <a:prstClr val="white"/>
                </a:solidFill>
                <a:latin typeface="29LT Bukra Bold" panose="000B0903020204020204" pitchFamily="34" charset="-78"/>
                <a:ea typeface="Roboto"/>
                <a:cs typeface="29LT Bukra Bold" panose="000B0903020204020204" pitchFamily="34" charset="-78"/>
                <a:sym typeface="Roboto"/>
              </a:rPr>
              <a:t>2- حدوث فياضات في مدينة درنة وفتح الخدمات بشكل مجاني خلال شهر سبتمبر مراعاة للظروف أدت الى حدوث تدني كبير في إيرادات الاستخدام خلال هذا الشهر</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LY" sz="800" b="1" i="0" u="none" strike="noStrike" kern="1200" cap="none" spc="0" normalizeH="0" baseline="0" noProof="0" dirty="0">
                <a:ln>
                  <a:noFill/>
                </a:ln>
                <a:solidFill>
                  <a:prstClr val="white"/>
                </a:solidFill>
                <a:effectLst/>
                <a:uLnTx/>
                <a:uFillTx/>
                <a:latin typeface="29LT Bukra Bold" panose="000B0903020204020204" pitchFamily="34" charset="-78"/>
                <a:ea typeface="Roboto"/>
                <a:cs typeface="29LT Bukra Bold" panose="000B0903020204020204" pitchFamily="34" charset="-78"/>
                <a:sym typeface="Roboto"/>
              </a:rPr>
              <a:t>3- حدوث عدة إضرابات سياسية خلال السنة.</a:t>
            </a:r>
          </a:p>
          <a:p>
            <a:pPr marL="0" marR="0" lvl="0" indent="0" algn="ctr" defTabSz="914400" rtl="0" eaLnBrk="1" fontAlgn="auto" latinLnBrk="0" hangingPunct="1">
              <a:lnSpc>
                <a:spcPct val="100000"/>
              </a:lnSpc>
              <a:spcBef>
                <a:spcPts val="0"/>
              </a:spcBef>
              <a:spcAft>
                <a:spcPts val="0"/>
              </a:spcAft>
              <a:buClrTx/>
              <a:buSzTx/>
              <a:buFontTx/>
              <a:buNone/>
              <a:tabLst/>
              <a:defRPr/>
            </a:pPr>
            <a:r>
              <a:rPr lang="ar-LY" sz="800" b="1" dirty="0">
                <a:solidFill>
                  <a:prstClr val="white"/>
                </a:solidFill>
                <a:latin typeface="29LT Bukra Bold" panose="000B0903020204020204" pitchFamily="34" charset="-78"/>
                <a:ea typeface="Roboto"/>
                <a:cs typeface="29LT Bukra Bold" panose="000B0903020204020204" pitchFamily="34" charset="-78"/>
                <a:sym typeface="Roboto"/>
              </a:rPr>
              <a:t>4- تزامن العطلات الرسمية معا بدايات ونهايات الأسبوع.</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ar-LY" sz="800" b="1" i="0" u="none" strike="noStrike" kern="1200" cap="none" spc="0" normalizeH="0" baseline="0" noProof="0" dirty="0">
                <a:ln>
                  <a:noFill/>
                </a:ln>
                <a:solidFill>
                  <a:prstClr val="white"/>
                </a:solidFill>
                <a:effectLst/>
                <a:uLnTx/>
                <a:uFillTx/>
                <a:latin typeface="29LT Bukra Bold" panose="000B0903020204020204" pitchFamily="34" charset="-78"/>
                <a:ea typeface="Roboto"/>
                <a:cs typeface="29LT Bukra Bold" panose="000B0903020204020204" pitchFamily="34" charset="-78"/>
                <a:sym typeface="Roboto"/>
              </a:rPr>
              <a:t>5- حدوث اختراق </a:t>
            </a:r>
            <a:r>
              <a:rPr lang="ar-LY" sz="800" b="1" dirty="0">
                <a:solidFill>
                  <a:prstClr val="white"/>
                </a:solidFill>
                <a:latin typeface="29LT Bukra Bold" panose="000B0903020204020204" pitchFamily="34" charset="-78"/>
                <a:ea typeface="Roboto"/>
                <a:cs typeface="29LT Bukra Bold" panose="000B0903020204020204" pitchFamily="34" charset="-78"/>
                <a:sym typeface="Roboto"/>
              </a:rPr>
              <a:t>سيبراني للشركة خلال شهر مايو أدت الى توقف بعد الخدمات عن العمل.</a:t>
            </a:r>
          </a:p>
          <a:p>
            <a:pPr marL="0" marR="0" lvl="0" indent="0" algn="ctr" defTabSz="914400" rtl="0" eaLnBrk="1" fontAlgn="auto" latinLnBrk="0" hangingPunct="1">
              <a:lnSpc>
                <a:spcPct val="100000"/>
              </a:lnSpc>
              <a:spcBef>
                <a:spcPts val="0"/>
              </a:spcBef>
              <a:spcAft>
                <a:spcPts val="0"/>
              </a:spcAft>
              <a:buClrTx/>
              <a:buSzTx/>
              <a:buFontTx/>
              <a:buNone/>
              <a:tabLst/>
              <a:defRPr/>
            </a:pPr>
            <a:r>
              <a:rPr lang="ar-LY" sz="800" b="1" dirty="0">
                <a:solidFill>
                  <a:prstClr val="white"/>
                </a:solidFill>
                <a:latin typeface="29LT Bukra Bold" panose="000B0903020204020204" pitchFamily="34" charset="-78"/>
                <a:ea typeface="Roboto"/>
                <a:cs typeface="29LT Bukra Bold" panose="000B0903020204020204" pitchFamily="34" charset="-78"/>
                <a:sym typeface="Roboto"/>
              </a:rPr>
              <a:t>وغيرها.</a:t>
            </a:r>
            <a:endParaRPr kumimoji="0" lang="ar-LY" sz="800" b="1" i="0" u="none" strike="noStrike" kern="1200" cap="none" spc="0" normalizeH="0" baseline="0" noProof="0" dirty="0">
              <a:ln>
                <a:noFill/>
              </a:ln>
              <a:solidFill>
                <a:prstClr val="white"/>
              </a:solidFill>
              <a:effectLst/>
              <a:uLnTx/>
              <a:uFillTx/>
              <a:latin typeface="29LT Bukra Bold" panose="000B0903020204020204" pitchFamily="34" charset="-78"/>
              <a:ea typeface="Roboto"/>
              <a:cs typeface="29LT Bukra Bold" panose="000B0903020204020204" pitchFamily="34" charset="-78"/>
              <a:sym typeface="Roboto"/>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ar-LY" sz="800" b="0" i="0" u="none" strike="noStrike" kern="1200" cap="none" spc="0" normalizeH="0" baseline="0" noProof="0" dirty="0">
              <a:ln>
                <a:noFill/>
              </a:ln>
              <a:solidFill>
                <a:prstClr val="white"/>
              </a:solidFill>
              <a:effectLst/>
              <a:uLnTx/>
              <a:uFillTx/>
              <a:latin typeface="29LT Bukra Bold" panose="000B0903020204020204" pitchFamily="34" charset="-78"/>
              <a:ea typeface="Roboto"/>
              <a:cs typeface="29LT Bukra Bold" panose="000B0903020204020204" pitchFamily="34" charset="-78"/>
              <a:sym typeface="Roboto"/>
            </a:endParaRPr>
          </a:p>
        </p:txBody>
      </p:sp>
      <p:sp>
        <p:nvSpPr>
          <p:cNvPr id="8" name="Google Shape;2311;p26">
            <a:extLst>
              <a:ext uri="{FF2B5EF4-FFF2-40B4-BE49-F238E27FC236}">
                <a16:creationId xmlns:a16="http://schemas.microsoft.com/office/drawing/2014/main" id="{CE2AF308-F693-C69C-83BB-256F349B5FAE}"/>
              </a:ext>
            </a:extLst>
          </p:cNvPr>
          <p:cNvSpPr txBox="1"/>
          <p:nvPr/>
        </p:nvSpPr>
        <p:spPr>
          <a:xfrm>
            <a:off x="6342641" y="2438180"/>
            <a:ext cx="2031850" cy="742366"/>
          </a:xfrm>
          <a:prstGeom prst="roundRect">
            <a:avLst/>
          </a:prstGeom>
          <a:solidFill>
            <a:schemeClr val="tx2"/>
          </a:solidFill>
          <a:ln>
            <a:noFill/>
          </a:ln>
        </p:spPr>
        <p:txBody>
          <a:bodyPr spcFirstLastPara="1" wrap="square" lIns="91425" tIns="91425" rIns="91425" bIns="91425" anchor="t"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ar-LY" sz="800" b="1" dirty="0">
                <a:solidFill>
                  <a:prstClr val="white"/>
                </a:solidFill>
                <a:latin typeface="29LT Bukra Bold" panose="000B0903020204020204" pitchFamily="34" charset="-78"/>
                <a:ea typeface="Roboto"/>
                <a:cs typeface="29LT Bukra Bold" panose="000B0903020204020204" pitchFamily="34" charset="-78"/>
                <a:sym typeface="Roboto"/>
              </a:rPr>
              <a:t>من المتوقع ان يتم تحقيق ايراد يتجاوز 1.8 مليار دينار معا نهاية سنة 2023 حسب المعطيات الحالية وفي حالة عدم حدوث أي احداث قد تؤدي بشكل سلبي على الخدمات المقدمة من قبل الشركة.</a:t>
            </a:r>
            <a:endParaRPr kumimoji="0" lang="ar-LY" sz="800" b="1" i="0" u="none" strike="noStrike" kern="1200" cap="none" spc="0" normalizeH="0" baseline="0" noProof="0" dirty="0">
              <a:ln>
                <a:noFill/>
              </a:ln>
              <a:solidFill>
                <a:prstClr val="white"/>
              </a:solidFill>
              <a:effectLst/>
              <a:uLnTx/>
              <a:uFillTx/>
              <a:latin typeface="29LT Bukra Bold" panose="000B0903020204020204" pitchFamily="34" charset="-78"/>
              <a:ea typeface="Roboto"/>
              <a:cs typeface="29LT Bukra Bold" panose="000B0903020204020204" pitchFamily="34" charset="-78"/>
              <a:sym typeface="Roboto"/>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ar-LY" sz="800" b="0" i="0" u="none" strike="noStrike" kern="1200" cap="none" spc="0" normalizeH="0" baseline="0" noProof="0" dirty="0">
              <a:ln>
                <a:noFill/>
              </a:ln>
              <a:solidFill>
                <a:prstClr val="white"/>
              </a:solidFill>
              <a:effectLst/>
              <a:uLnTx/>
              <a:uFillTx/>
              <a:latin typeface="29LT Bukra Bold" panose="000B0903020204020204" pitchFamily="34" charset="-78"/>
              <a:ea typeface="Roboto"/>
              <a:cs typeface="29LT Bukra Bold" panose="000B0903020204020204" pitchFamily="34" charset="-78"/>
              <a:sym typeface="Roboto"/>
            </a:endParaRPr>
          </a:p>
        </p:txBody>
      </p:sp>
    </p:spTree>
    <p:extLst>
      <p:ext uri="{BB962C8B-B14F-4D97-AF65-F5344CB8AC3E}">
        <p14:creationId xmlns:p14="http://schemas.microsoft.com/office/powerpoint/2010/main" val="5576648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bg>
      <p:bgPr>
        <a:gradFill flip="none" rotWithShape="1">
          <a:gsLst>
            <a:gs pos="55000">
              <a:srgbClr val="990099"/>
            </a:gs>
            <a:gs pos="100000">
              <a:schemeClr val="accent2">
                <a:lumMod val="89000"/>
              </a:schemeClr>
            </a:gs>
            <a:gs pos="100000">
              <a:schemeClr val="accent2">
                <a:lumMod val="75000"/>
              </a:schemeClr>
            </a:gs>
            <a:gs pos="97000">
              <a:schemeClr val="accent2">
                <a:lumMod val="70000"/>
              </a:scheme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4" name="Text Placeholder 1">
            <a:extLst>
              <a:ext uri="{FF2B5EF4-FFF2-40B4-BE49-F238E27FC236}">
                <a16:creationId xmlns:a16="http://schemas.microsoft.com/office/drawing/2014/main" id="{6481D668-CC6A-95F2-D4AC-8955823230EB}"/>
              </a:ext>
            </a:extLst>
          </p:cNvPr>
          <p:cNvSpPr txBox="1">
            <a:spLocks/>
          </p:cNvSpPr>
          <p:nvPr/>
        </p:nvSpPr>
        <p:spPr bwMode="auto">
          <a:xfrm>
            <a:off x="836178" y="235947"/>
            <a:ext cx="9954771" cy="5587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indent="0" algn="r" rtl="1" eaLnBrk="0" fontAlgn="base" hangingPunct="0">
              <a:spcBef>
                <a:spcPct val="0"/>
              </a:spcBef>
              <a:spcAft>
                <a:spcPct val="0"/>
              </a:spcAft>
              <a:tabLst>
                <a:tab pos="0" algn="l"/>
              </a:tabLst>
              <a:defRPr sz="2000" b="1">
                <a:solidFill>
                  <a:srgbClr val="800080"/>
                </a:solidFill>
                <a:latin typeface="+mj-lt"/>
                <a:ea typeface="+mj-ea"/>
                <a:cs typeface="+mj-cs"/>
              </a:defRPr>
            </a:lvl1pPr>
            <a:lvl2pPr algn="r" rtl="1" eaLnBrk="0" fontAlgn="base" hangingPunct="0">
              <a:spcBef>
                <a:spcPct val="0"/>
              </a:spcBef>
              <a:spcAft>
                <a:spcPct val="0"/>
              </a:spcAft>
              <a:tabLst>
                <a:tab pos="403622" algn="l"/>
              </a:tabLst>
              <a:defRPr sz="1500" b="1">
                <a:solidFill>
                  <a:srgbClr val="800080"/>
                </a:solidFill>
                <a:latin typeface="Arial" charset="0"/>
                <a:cs typeface="Times New Roman" pitchFamily="18" charset="0"/>
              </a:defRPr>
            </a:lvl2pPr>
            <a:lvl3pPr algn="r" rtl="1" eaLnBrk="0" fontAlgn="base" hangingPunct="0">
              <a:spcBef>
                <a:spcPct val="0"/>
              </a:spcBef>
              <a:spcAft>
                <a:spcPct val="0"/>
              </a:spcAft>
              <a:tabLst>
                <a:tab pos="403622" algn="l"/>
              </a:tabLst>
              <a:defRPr sz="1500" b="1">
                <a:solidFill>
                  <a:srgbClr val="800080"/>
                </a:solidFill>
                <a:latin typeface="Arial" charset="0"/>
                <a:cs typeface="Times New Roman" pitchFamily="18" charset="0"/>
              </a:defRPr>
            </a:lvl3pPr>
            <a:lvl4pPr algn="r" rtl="1" eaLnBrk="0" fontAlgn="base" hangingPunct="0">
              <a:spcBef>
                <a:spcPct val="0"/>
              </a:spcBef>
              <a:spcAft>
                <a:spcPct val="0"/>
              </a:spcAft>
              <a:tabLst>
                <a:tab pos="403622" algn="l"/>
              </a:tabLst>
              <a:defRPr sz="1500" b="1">
                <a:solidFill>
                  <a:srgbClr val="800080"/>
                </a:solidFill>
                <a:latin typeface="Arial" charset="0"/>
                <a:cs typeface="Times New Roman" pitchFamily="18" charset="0"/>
              </a:defRPr>
            </a:lvl4pPr>
            <a:lvl5pPr algn="r" rtl="1" eaLnBrk="0" fontAlgn="base" hangingPunct="0">
              <a:spcBef>
                <a:spcPct val="0"/>
              </a:spcBef>
              <a:spcAft>
                <a:spcPct val="0"/>
              </a:spcAft>
              <a:tabLst>
                <a:tab pos="403622" algn="l"/>
              </a:tabLst>
              <a:defRPr sz="1500" b="1">
                <a:solidFill>
                  <a:srgbClr val="800080"/>
                </a:solidFill>
                <a:latin typeface="Arial" charset="0"/>
                <a:cs typeface="Times New Roman" pitchFamily="18" charset="0"/>
              </a:defRPr>
            </a:lvl5pPr>
            <a:lvl6pPr marL="342900" algn="r" rtl="1" fontAlgn="base">
              <a:spcBef>
                <a:spcPct val="0"/>
              </a:spcBef>
              <a:spcAft>
                <a:spcPct val="0"/>
              </a:spcAft>
              <a:tabLst>
                <a:tab pos="403622" algn="l"/>
              </a:tabLst>
              <a:defRPr sz="1500" b="1">
                <a:solidFill>
                  <a:srgbClr val="800080"/>
                </a:solidFill>
                <a:latin typeface="Arial" charset="0"/>
                <a:cs typeface="Times New Roman" pitchFamily="18" charset="0"/>
              </a:defRPr>
            </a:lvl6pPr>
            <a:lvl7pPr marL="685800" algn="r" rtl="1" fontAlgn="base">
              <a:spcBef>
                <a:spcPct val="0"/>
              </a:spcBef>
              <a:spcAft>
                <a:spcPct val="0"/>
              </a:spcAft>
              <a:tabLst>
                <a:tab pos="403622" algn="l"/>
              </a:tabLst>
              <a:defRPr sz="1500" b="1">
                <a:solidFill>
                  <a:srgbClr val="800080"/>
                </a:solidFill>
                <a:latin typeface="Arial" charset="0"/>
                <a:cs typeface="Times New Roman" pitchFamily="18" charset="0"/>
              </a:defRPr>
            </a:lvl7pPr>
            <a:lvl8pPr marL="1028700" algn="r" rtl="1" fontAlgn="base">
              <a:spcBef>
                <a:spcPct val="0"/>
              </a:spcBef>
              <a:spcAft>
                <a:spcPct val="0"/>
              </a:spcAft>
              <a:tabLst>
                <a:tab pos="403622" algn="l"/>
              </a:tabLst>
              <a:defRPr sz="1500" b="1">
                <a:solidFill>
                  <a:srgbClr val="800080"/>
                </a:solidFill>
                <a:latin typeface="Arial" charset="0"/>
                <a:cs typeface="Times New Roman" pitchFamily="18" charset="0"/>
              </a:defRPr>
            </a:lvl8pPr>
            <a:lvl9pPr marL="1371600" algn="r" rtl="1" fontAlgn="base">
              <a:spcBef>
                <a:spcPct val="0"/>
              </a:spcBef>
              <a:spcAft>
                <a:spcPct val="0"/>
              </a:spcAft>
              <a:tabLst>
                <a:tab pos="403622" algn="l"/>
              </a:tabLst>
              <a:defRPr sz="1500" b="1">
                <a:solidFill>
                  <a:srgbClr val="800080"/>
                </a:solidFill>
                <a:latin typeface="Arial" charset="0"/>
                <a:cs typeface="Times New Roman" pitchFamily="18" charset="0"/>
              </a:defRPr>
            </a:lvl9pPr>
          </a:lstStyle>
          <a:p>
            <a:r>
              <a:rPr lang="ar-LY" sz="2400" dirty="0">
                <a:solidFill>
                  <a:schemeClr val="bg1">
                    <a:lumMod val="95000"/>
                  </a:schemeClr>
                </a:solidFill>
              </a:rPr>
              <a:t>نقاط البيع والتوزيع ، الإيرادات، نسبة كل منتج من الايراد ، الانجازات</a:t>
            </a:r>
            <a:endParaRPr lang="ar-SA" sz="2400" dirty="0">
              <a:solidFill>
                <a:schemeClr val="bg1">
                  <a:lumMod val="95000"/>
                </a:schemeClr>
              </a:solidFill>
            </a:endParaRPr>
          </a:p>
        </p:txBody>
      </p:sp>
      <p:sp>
        <p:nvSpPr>
          <p:cNvPr id="11" name="TextBox 10">
            <a:extLst>
              <a:ext uri="{FF2B5EF4-FFF2-40B4-BE49-F238E27FC236}">
                <a16:creationId xmlns:a16="http://schemas.microsoft.com/office/drawing/2014/main" id="{FE6B1FBF-BD9B-D976-3A82-4884F8D30ED6}"/>
              </a:ext>
            </a:extLst>
          </p:cNvPr>
          <p:cNvSpPr txBox="1"/>
          <p:nvPr/>
        </p:nvSpPr>
        <p:spPr>
          <a:xfrm>
            <a:off x="7265999" y="1779200"/>
            <a:ext cx="2068707" cy="1181734"/>
          </a:xfrm>
          <a:prstGeom prst="rect">
            <a:avLst/>
          </a:prstGeom>
          <a:noFill/>
        </p:spPr>
        <p:txBody>
          <a:bodyPr wrap="square" lIns="0" tIns="0" rIns="0" bIns="0" rtlCol="1">
            <a:spAutoFit/>
          </a:bodyPr>
          <a:lstStyle>
            <a:defPPr>
              <a:defRPr lang="en-US"/>
            </a:defPPr>
            <a:lvl1pPr marL="171450" indent="-171450" algn="r" defTabSz="914377" rtl="1">
              <a:lnSpc>
                <a:spcPts val="1733"/>
              </a:lnSpc>
              <a:spcAft>
                <a:spcPts val="400"/>
              </a:spcAft>
              <a:buFont typeface="Wingdings" panose="05000000000000000000" pitchFamily="2" charset="2"/>
              <a:buChar char="§"/>
              <a:defRPr sz="1133">
                <a:latin typeface="Calibri" panose="020F0502020204030204" pitchFamily="34" charset="0"/>
                <a:ea typeface="Open Sans" pitchFamily="34" charset="0"/>
                <a:cs typeface="Calibri" panose="020F0502020204030204" pitchFamily="34" charset="0"/>
              </a:defRPr>
            </a:lvl1pPr>
          </a:lstStyle>
          <a:p>
            <a:r>
              <a:rPr lang="ar-LY" dirty="0">
                <a:solidFill>
                  <a:schemeClr val="bg1">
                    <a:lumMod val="95000"/>
                  </a:schemeClr>
                </a:solidFill>
                <a:cs typeface="+mj-cs"/>
              </a:rPr>
              <a:t>عدد 9 مركز مبيعات شركة </a:t>
            </a:r>
            <a:r>
              <a:rPr lang="ar-LY" dirty="0" err="1">
                <a:solidFill>
                  <a:schemeClr val="bg1">
                    <a:lumMod val="95000"/>
                  </a:schemeClr>
                </a:solidFill>
                <a:cs typeface="+mj-cs"/>
              </a:rPr>
              <a:t>ليبيانا</a:t>
            </a:r>
            <a:r>
              <a:rPr lang="ar-LY" dirty="0">
                <a:solidFill>
                  <a:schemeClr val="bg1">
                    <a:lumMod val="95000"/>
                  </a:schemeClr>
                </a:solidFill>
                <a:cs typeface="+mj-cs"/>
              </a:rPr>
              <a:t>.</a:t>
            </a:r>
          </a:p>
          <a:p>
            <a:r>
              <a:rPr lang="ar-LY" dirty="0">
                <a:solidFill>
                  <a:schemeClr val="bg1">
                    <a:lumMod val="95000"/>
                  </a:schemeClr>
                </a:solidFill>
                <a:cs typeface="+mj-cs"/>
              </a:rPr>
              <a:t>عدد 392 نقطة بيع الغير مباشرة (الموزعين).</a:t>
            </a:r>
          </a:p>
          <a:p>
            <a:r>
              <a:rPr lang="ar-LY" dirty="0">
                <a:solidFill>
                  <a:schemeClr val="bg1">
                    <a:lumMod val="95000"/>
                  </a:schemeClr>
                </a:solidFill>
                <a:cs typeface="+mj-cs"/>
              </a:rPr>
              <a:t>عدد 44 بائع متجول .</a:t>
            </a:r>
            <a:endParaRPr lang="en-US" dirty="0">
              <a:solidFill>
                <a:schemeClr val="bg1">
                  <a:lumMod val="95000"/>
                </a:schemeClr>
              </a:solidFill>
              <a:cs typeface="+mj-cs"/>
            </a:endParaRPr>
          </a:p>
        </p:txBody>
      </p:sp>
      <p:sp>
        <p:nvSpPr>
          <p:cNvPr id="15" name="TextBox 14">
            <a:extLst>
              <a:ext uri="{FF2B5EF4-FFF2-40B4-BE49-F238E27FC236}">
                <a16:creationId xmlns:a16="http://schemas.microsoft.com/office/drawing/2014/main" id="{2076E88E-8D50-3493-9E86-42EBEA2F0338}"/>
              </a:ext>
            </a:extLst>
          </p:cNvPr>
          <p:cNvSpPr txBox="1"/>
          <p:nvPr/>
        </p:nvSpPr>
        <p:spPr>
          <a:xfrm>
            <a:off x="9786006" y="4475753"/>
            <a:ext cx="2111240" cy="1669047"/>
          </a:xfrm>
          <a:prstGeom prst="rect">
            <a:avLst/>
          </a:prstGeom>
          <a:noFill/>
        </p:spPr>
        <p:txBody>
          <a:bodyPr wrap="square" lIns="0" tIns="0" rIns="0" bIns="0" rtlCol="1">
            <a:spAutoFit/>
          </a:bodyPr>
          <a:lstStyle>
            <a:defPPr>
              <a:defRPr lang="en-US"/>
            </a:defPPr>
            <a:lvl1pPr marL="171450" indent="-171450" algn="r" defTabSz="914377" rtl="1">
              <a:lnSpc>
                <a:spcPts val="1733"/>
              </a:lnSpc>
              <a:spcAft>
                <a:spcPts val="400"/>
              </a:spcAft>
              <a:buFont typeface="Wingdings" panose="05000000000000000000" pitchFamily="2" charset="2"/>
              <a:buChar char="§"/>
              <a:defRPr sz="1133">
                <a:latin typeface="Calibri" panose="020F0502020204030204" pitchFamily="34" charset="0"/>
                <a:ea typeface="Open Sans" pitchFamily="34" charset="0"/>
                <a:cs typeface="Calibri" panose="020F0502020204030204" pitchFamily="34" charset="0"/>
              </a:defRPr>
            </a:lvl1pPr>
          </a:lstStyle>
          <a:p>
            <a:r>
              <a:rPr lang="ar-LY" dirty="0">
                <a:solidFill>
                  <a:schemeClr val="bg1">
                    <a:lumMod val="95000"/>
                  </a:schemeClr>
                </a:solidFill>
                <a:cs typeface="+mj-cs"/>
              </a:rPr>
              <a:t>عدد 3 مركز مبيعات شركة </a:t>
            </a:r>
            <a:r>
              <a:rPr lang="ar-LY" dirty="0" err="1">
                <a:solidFill>
                  <a:schemeClr val="bg1">
                    <a:lumMod val="95000"/>
                  </a:schemeClr>
                </a:solidFill>
                <a:cs typeface="+mj-cs"/>
              </a:rPr>
              <a:t>ليبيانا</a:t>
            </a:r>
            <a:r>
              <a:rPr lang="ar-LY" dirty="0">
                <a:solidFill>
                  <a:schemeClr val="bg1">
                    <a:lumMod val="95000"/>
                  </a:schemeClr>
                </a:solidFill>
                <a:cs typeface="+mj-cs"/>
              </a:rPr>
              <a:t>.</a:t>
            </a:r>
          </a:p>
          <a:p>
            <a:r>
              <a:rPr lang="ar-LY" dirty="0">
                <a:solidFill>
                  <a:schemeClr val="bg1">
                    <a:lumMod val="95000"/>
                  </a:schemeClr>
                </a:solidFill>
                <a:cs typeface="+mj-cs"/>
              </a:rPr>
              <a:t>عدد 137 نقطة بيع الغير مباشرة (الموزعين).</a:t>
            </a:r>
          </a:p>
          <a:p>
            <a:r>
              <a:rPr lang="ar-LY" dirty="0">
                <a:solidFill>
                  <a:schemeClr val="bg1">
                    <a:lumMod val="95000"/>
                  </a:schemeClr>
                </a:solidFill>
                <a:cs typeface="+mj-cs"/>
              </a:rPr>
              <a:t>عدد 4 نقطة بيع حق الامتياز (الفرنشايز).</a:t>
            </a:r>
          </a:p>
          <a:p>
            <a:r>
              <a:rPr lang="ar-LY" dirty="0">
                <a:solidFill>
                  <a:schemeClr val="bg1">
                    <a:lumMod val="95000"/>
                  </a:schemeClr>
                </a:solidFill>
                <a:cs typeface="+mj-cs"/>
              </a:rPr>
              <a:t>عدد 14 بائع متجول .</a:t>
            </a:r>
            <a:endParaRPr lang="en-US" dirty="0">
              <a:solidFill>
                <a:schemeClr val="bg1">
                  <a:lumMod val="95000"/>
                </a:schemeClr>
              </a:solidFill>
              <a:cs typeface="+mj-cs"/>
            </a:endParaRPr>
          </a:p>
        </p:txBody>
      </p:sp>
      <p:sp>
        <p:nvSpPr>
          <p:cNvPr id="19" name="TextBox 18">
            <a:extLst>
              <a:ext uri="{FF2B5EF4-FFF2-40B4-BE49-F238E27FC236}">
                <a16:creationId xmlns:a16="http://schemas.microsoft.com/office/drawing/2014/main" id="{070A9610-6DC6-D832-21E9-33C4E560973B}"/>
              </a:ext>
            </a:extLst>
          </p:cNvPr>
          <p:cNvSpPr txBox="1"/>
          <p:nvPr/>
        </p:nvSpPr>
        <p:spPr>
          <a:xfrm>
            <a:off x="7202978" y="4423779"/>
            <a:ext cx="2208145" cy="1669047"/>
          </a:xfrm>
          <a:prstGeom prst="rect">
            <a:avLst/>
          </a:prstGeom>
          <a:noFill/>
        </p:spPr>
        <p:txBody>
          <a:bodyPr wrap="square" lIns="0" tIns="0" rIns="0" bIns="0" rtlCol="1">
            <a:spAutoFit/>
          </a:bodyPr>
          <a:lstStyle/>
          <a:p>
            <a:pPr marL="171450" indent="-171450" algn="r" defTabSz="914377" rtl="1">
              <a:lnSpc>
                <a:spcPts val="1733"/>
              </a:lnSpc>
              <a:spcAft>
                <a:spcPts val="400"/>
              </a:spcAft>
              <a:buFont typeface="Wingdings" panose="05000000000000000000" pitchFamily="2" charset="2"/>
              <a:buChar char="§"/>
            </a:pPr>
            <a:r>
              <a:rPr lang="ar-LY" sz="1133" dirty="0">
                <a:solidFill>
                  <a:schemeClr val="bg1">
                    <a:lumMod val="95000"/>
                  </a:schemeClr>
                </a:solidFill>
                <a:latin typeface="Calibri" panose="020F0502020204030204" pitchFamily="34" charset="0"/>
                <a:ea typeface="Open Sans" pitchFamily="34" charset="0"/>
                <a:cs typeface="+mj-cs"/>
              </a:rPr>
              <a:t>عدد 7 مركز مبيعات شركة </a:t>
            </a:r>
            <a:r>
              <a:rPr lang="ar-LY" sz="1133" dirty="0" err="1">
                <a:solidFill>
                  <a:schemeClr val="bg1">
                    <a:lumMod val="95000"/>
                  </a:schemeClr>
                </a:solidFill>
                <a:latin typeface="Calibri" panose="020F0502020204030204" pitchFamily="34" charset="0"/>
                <a:ea typeface="Open Sans" pitchFamily="34" charset="0"/>
                <a:cs typeface="+mj-cs"/>
              </a:rPr>
              <a:t>ليبيانا</a:t>
            </a:r>
            <a:r>
              <a:rPr lang="ar-LY" sz="1133" dirty="0">
                <a:solidFill>
                  <a:schemeClr val="bg1">
                    <a:lumMod val="95000"/>
                  </a:schemeClr>
                </a:solidFill>
                <a:latin typeface="Calibri" panose="020F0502020204030204" pitchFamily="34" charset="0"/>
                <a:ea typeface="Open Sans" pitchFamily="34" charset="0"/>
                <a:cs typeface="+mj-cs"/>
              </a:rPr>
              <a:t>.</a:t>
            </a:r>
          </a:p>
          <a:p>
            <a:pPr marL="171450" indent="-171450" algn="r" defTabSz="914377" rtl="1">
              <a:lnSpc>
                <a:spcPts val="1733"/>
              </a:lnSpc>
              <a:spcAft>
                <a:spcPts val="400"/>
              </a:spcAft>
              <a:buFont typeface="Wingdings" panose="05000000000000000000" pitchFamily="2" charset="2"/>
              <a:buChar char="§"/>
            </a:pPr>
            <a:r>
              <a:rPr lang="ar-LY" sz="1133" dirty="0">
                <a:solidFill>
                  <a:schemeClr val="bg1">
                    <a:lumMod val="95000"/>
                  </a:schemeClr>
                </a:solidFill>
                <a:latin typeface="Calibri" panose="020F0502020204030204" pitchFamily="34" charset="0"/>
                <a:ea typeface="Open Sans" pitchFamily="34" charset="0"/>
                <a:cs typeface="+mj-cs"/>
              </a:rPr>
              <a:t>عدد 221 نقطة بيع الغير مباشرة (الموزعين).</a:t>
            </a:r>
          </a:p>
          <a:p>
            <a:pPr marL="171450" indent="-171450" algn="r" defTabSz="914377" rtl="1">
              <a:lnSpc>
                <a:spcPts val="1733"/>
              </a:lnSpc>
              <a:spcAft>
                <a:spcPts val="400"/>
              </a:spcAft>
              <a:buFont typeface="Wingdings" panose="05000000000000000000" pitchFamily="2" charset="2"/>
              <a:buChar char="§"/>
            </a:pPr>
            <a:r>
              <a:rPr lang="ar-LY" sz="1133" dirty="0">
                <a:solidFill>
                  <a:schemeClr val="bg1">
                    <a:lumMod val="95000"/>
                  </a:schemeClr>
                </a:solidFill>
                <a:latin typeface="Calibri" panose="020F0502020204030204" pitchFamily="34" charset="0"/>
                <a:ea typeface="Open Sans" pitchFamily="34" charset="0"/>
                <a:cs typeface="+mj-cs"/>
              </a:rPr>
              <a:t>عدد 1 نقطة بيع حق الامتياز (الفرنشايز).</a:t>
            </a:r>
          </a:p>
          <a:p>
            <a:pPr marL="171450" indent="-171450" algn="r" defTabSz="914377" rtl="1">
              <a:lnSpc>
                <a:spcPts val="1733"/>
              </a:lnSpc>
              <a:spcAft>
                <a:spcPts val="400"/>
              </a:spcAft>
              <a:buFont typeface="Wingdings" panose="05000000000000000000" pitchFamily="2" charset="2"/>
              <a:buChar char="§"/>
            </a:pPr>
            <a:r>
              <a:rPr lang="ar-LY" sz="1133" dirty="0">
                <a:solidFill>
                  <a:schemeClr val="bg1">
                    <a:lumMod val="95000"/>
                  </a:schemeClr>
                </a:solidFill>
                <a:latin typeface="Calibri" panose="020F0502020204030204" pitchFamily="34" charset="0"/>
                <a:ea typeface="Open Sans" pitchFamily="34" charset="0"/>
                <a:cs typeface="+mj-cs"/>
              </a:rPr>
              <a:t>عدد 31 بائع متجول .</a:t>
            </a:r>
            <a:endParaRPr lang="en-US" sz="1133" dirty="0">
              <a:solidFill>
                <a:schemeClr val="bg1">
                  <a:lumMod val="95000"/>
                </a:schemeClr>
              </a:solidFill>
              <a:latin typeface="Calibri" panose="020F0502020204030204" pitchFamily="34" charset="0"/>
              <a:ea typeface="Open Sans" pitchFamily="34" charset="0"/>
              <a:cs typeface="+mj-cs"/>
            </a:endParaRPr>
          </a:p>
        </p:txBody>
      </p:sp>
      <p:sp>
        <p:nvSpPr>
          <p:cNvPr id="20" name="TextBox 19">
            <a:extLst>
              <a:ext uri="{FF2B5EF4-FFF2-40B4-BE49-F238E27FC236}">
                <a16:creationId xmlns:a16="http://schemas.microsoft.com/office/drawing/2014/main" id="{AAE57B9D-55D6-50E6-394C-CBEB206FE575}"/>
              </a:ext>
            </a:extLst>
          </p:cNvPr>
          <p:cNvSpPr txBox="1"/>
          <p:nvPr/>
        </p:nvSpPr>
        <p:spPr>
          <a:xfrm>
            <a:off x="9702135" y="1796919"/>
            <a:ext cx="2111240" cy="1669047"/>
          </a:xfrm>
          <a:prstGeom prst="rect">
            <a:avLst/>
          </a:prstGeom>
          <a:noFill/>
        </p:spPr>
        <p:txBody>
          <a:bodyPr wrap="square" lIns="0" tIns="0" rIns="0" bIns="0" rtlCol="1">
            <a:spAutoFit/>
          </a:bodyPr>
          <a:lstStyle>
            <a:defPPr>
              <a:defRPr lang="en-US"/>
            </a:defPPr>
            <a:lvl1pPr marL="171450" indent="-171450" algn="r" defTabSz="914377" rtl="1">
              <a:lnSpc>
                <a:spcPts val="1733"/>
              </a:lnSpc>
              <a:spcAft>
                <a:spcPts val="400"/>
              </a:spcAft>
              <a:buFont typeface="Wingdings" panose="05000000000000000000" pitchFamily="2" charset="2"/>
              <a:buChar char="§"/>
              <a:defRPr sz="1133">
                <a:latin typeface="Calibri" panose="020F0502020204030204" pitchFamily="34" charset="0"/>
                <a:ea typeface="Open Sans" pitchFamily="34" charset="0"/>
                <a:cs typeface="Calibri" panose="020F0502020204030204" pitchFamily="34" charset="0"/>
              </a:defRPr>
            </a:lvl1pPr>
          </a:lstStyle>
          <a:p>
            <a:r>
              <a:rPr lang="ar-LY" dirty="0">
                <a:solidFill>
                  <a:schemeClr val="bg1">
                    <a:lumMod val="95000"/>
                  </a:schemeClr>
                </a:solidFill>
                <a:cs typeface="+mj-cs"/>
              </a:rPr>
              <a:t>عدد 15 مركز مبيعات شركة </a:t>
            </a:r>
            <a:r>
              <a:rPr lang="ar-LY" dirty="0" err="1">
                <a:solidFill>
                  <a:schemeClr val="bg1">
                    <a:lumMod val="95000"/>
                  </a:schemeClr>
                </a:solidFill>
                <a:cs typeface="+mj-cs"/>
              </a:rPr>
              <a:t>ليبيانا</a:t>
            </a:r>
            <a:r>
              <a:rPr lang="ar-LY" dirty="0">
                <a:solidFill>
                  <a:schemeClr val="bg1">
                    <a:lumMod val="95000"/>
                  </a:schemeClr>
                </a:solidFill>
                <a:cs typeface="+mj-cs"/>
              </a:rPr>
              <a:t>.</a:t>
            </a:r>
          </a:p>
          <a:p>
            <a:r>
              <a:rPr lang="ar-LY" dirty="0">
                <a:solidFill>
                  <a:schemeClr val="bg1">
                    <a:lumMod val="95000"/>
                  </a:schemeClr>
                </a:solidFill>
                <a:cs typeface="+mj-cs"/>
              </a:rPr>
              <a:t>عدد 806 نقطة بيع الغير مباشرة (الموزعين).</a:t>
            </a:r>
          </a:p>
          <a:p>
            <a:r>
              <a:rPr lang="ar-LY" dirty="0">
                <a:solidFill>
                  <a:schemeClr val="bg1">
                    <a:lumMod val="95000"/>
                  </a:schemeClr>
                </a:solidFill>
                <a:cs typeface="+mj-cs"/>
              </a:rPr>
              <a:t>عدد 4 نقطة بيع حق الامتياز (الفرنشايز).</a:t>
            </a:r>
          </a:p>
          <a:p>
            <a:r>
              <a:rPr lang="ar-LY" dirty="0">
                <a:solidFill>
                  <a:schemeClr val="bg1">
                    <a:lumMod val="95000"/>
                  </a:schemeClr>
                </a:solidFill>
                <a:cs typeface="+mj-cs"/>
              </a:rPr>
              <a:t>عدد 141 بائع متجول .</a:t>
            </a:r>
            <a:endParaRPr lang="en-US" dirty="0">
              <a:solidFill>
                <a:schemeClr val="bg1">
                  <a:lumMod val="95000"/>
                </a:schemeClr>
              </a:solidFill>
              <a:cs typeface="+mj-cs"/>
            </a:endParaRPr>
          </a:p>
        </p:txBody>
      </p:sp>
      <p:cxnSp>
        <p:nvCxnSpPr>
          <p:cNvPr id="21" name="Straight Connector 20">
            <a:extLst>
              <a:ext uri="{FF2B5EF4-FFF2-40B4-BE49-F238E27FC236}">
                <a16:creationId xmlns:a16="http://schemas.microsoft.com/office/drawing/2014/main" id="{E546BCBA-58BF-FBAC-AD0B-F992F8FF8A83}"/>
              </a:ext>
            </a:extLst>
          </p:cNvPr>
          <p:cNvCxnSpPr>
            <a:cxnSpLocks/>
          </p:cNvCxnSpPr>
          <p:nvPr/>
        </p:nvCxnSpPr>
        <p:spPr bwMode="auto">
          <a:xfrm>
            <a:off x="7083800" y="1185658"/>
            <a:ext cx="813" cy="5138942"/>
          </a:xfrm>
          <a:prstGeom prst="line">
            <a:avLst/>
          </a:prstGeom>
          <a:solidFill>
            <a:schemeClr val="bg2"/>
          </a:solidFill>
          <a:ln w="9525" cap="flat" cmpd="sng" algn="ctr">
            <a:solidFill>
              <a:schemeClr val="bg1"/>
            </a:solidFill>
            <a:prstDash val="solid"/>
            <a:round/>
            <a:headEnd type="none" w="med" len="med"/>
            <a:tailEnd type="none" w="med" len="med"/>
          </a:ln>
          <a:effectLst/>
        </p:spPr>
      </p:cxnSp>
      <p:cxnSp>
        <p:nvCxnSpPr>
          <p:cNvPr id="22" name="Straight Connector 21">
            <a:extLst>
              <a:ext uri="{FF2B5EF4-FFF2-40B4-BE49-F238E27FC236}">
                <a16:creationId xmlns:a16="http://schemas.microsoft.com/office/drawing/2014/main" id="{B940C71E-6E10-993A-1442-5F45405A73AC}"/>
              </a:ext>
            </a:extLst>
          </p:cNvPr>
          <p:cNvCxnSpPr/>
          <p:nvPr>
            <p:custDataLst>
              <p:tags r:id="rId1"/>
            </p:custDataLst>
          </p:nvPr>
        </p:nvCxnSpPr>
        <p:spPr bwMode="auto">
          <a:xfrm>
            <a:off x="4137025" y="1841500"/>
            <a:ext cx="447675" cy="0"/>
          </a:xfrm>
          <a:prstGeom prst="line">
            <a:avLst/>
          </a:prstGeom>
          <a:ln w="3175" cap="flat" cmpd="sng" algn="ctr">
            <a:solidFill>
              <a:schemeClr val="tx1"/>
            </a:solidFill>
            <a:prstDash val="lgDash"/>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3" name="Straight Connector 22">
            <a:extLst>
              <a:ext uri="{FF2B5EF4-FFF2-40B4-BE49-F238E27FC236}">
                <a16:creationId xmlns:a16="http://schemas.microsoft.com/office/drawing/2014/main" id="{DAC83976-2BFD-F383-3ECD-DBF56B579369}"/>
              </a:ext>
            </a:extLst>
          </p:cNvPr>
          <p:cNvCxnSpPr/>
          <p:nvPr>
            <p:custDataLst>
              <p:tags r:id="rId2"/>
            </p:custDataLst>
          </p:nvPr>
        </p:nvCxnSpPr>
        <p:spPr bwMode="auto">
          <a:xfrm>
            <a:off x="5146675" y="1841500"/>
            <a:ext cx="447675" cy="0"/>
          </a:xfrm>
          <a:prstGeom prst="line">
            <a:avLst/>
          </a:prstGeom>
          <a:ln w="3175" cap="flat" cmpd="sng" algn="ctr">
            <a:solidFill>
              <a:schemeClr val="tx1"/>
            </a:solidFill>
            <a:prstDash val="lgDash"/>
            <a:round/>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24" name="Rectangle 23">
            <a:extLst>
              <a:ext uri="{FF2B5EF4-FFF2-40B4-BE49-F238E27FC236}">
                <a16:creationId xmlns:a16="http://schemas.microsoft.com/office/drawing/2014/main" id="{E323A80C-43A6-4AE9-B41D-ED4AB3DAB0B1}"/>
              </a:ext>
            </a:extLst>
          </p:cNvPr>
          <p:cNvSpPr/>
          <p:nvPr>
            <p:custDataLst>
              <p:tags r:id="rId3"/>
            </p:custDataLst>
          </p:nvPr>
        </p:nvSpPr>
        <p:spPr bwMode="auto">
          <a:xfrm>
            <a:off x="4584700" y="1838325"/>
            <a:ext cx="561975" cy="6350"/>
          </a:xfrm>
          <a:prstGeom prst="rect">
            <a:avLst/>
          </a:prstGeom>
          <a:solidFill>
            <a:schemeClr val="accent1"/>
          </a:solidFill>
          <a:ln>
            <a:noFill/>
          </a:ln>
          <a:effectLst/>
        </p:spPr>
        <p:txBody>
          <a:bodyPr wrap="none" rtlCol="0" anchor="ctr"/>
          <a:lstStyle/>
          <a:p>
            <a:pPr algn="ctr" rtl="1" eaLnBrk="1" fontAlgn="base" hangingPunct="1">
              <a:spcBef>
                <a:spcPct val="0"/>
              </a:spcBef>
              <a:spcAft>
                <a:spcPct val="0"/>
              </a:spcAft>
            </a:pPr>
            <a:endParaRPr lang="en-US" sz="900" b="1" dirty="0">
              <a:solidFill>
                <a:schemeClr val="bg1">
                  <a:lumMod val="95000"/>
                </a:schemeClr>
              </a:solidFill>
              <a:cs typeface="+mj-cs"/>
            </a:endParaRPr>
          </a:p>
        </p:txBody>
      </p:sp>
      <p:graphicFrame>
        <p:nvGraphicFramePr>
          <p:cNvPr id="25" name="Chart 24">
            <a:extLst>
              <a:ext uri="{FF2B5EF4-FFF2-40B4-BE49-F238E27FC236}">
                <a16:creationId xmlns:a16="http://schemas.microsoft.com/office/drawing/2014/main" id="{6E093B27-057A-C440-D03C-533E701F8A10}"/>
              </a:ext>
            </a:extLst>
          </p:cNvPr>
          <p:cNvGraphicFramePr/>
          <p:nvPr>
            <p:custDataLst>
              <p:tags r:id="rId4"/>
            </p:custDataLst>
            <p:extLst>
              <p:ext uri="{D42A27DB-BD31-4B8C-83A1-F6EECF244321}">
                <p14:modId xmlns:p14="http://schemas.microsoft.com/office/powerpoint/2010/main" val="2539094427"/>
              </p:ext>
            </p:extLst>
          </p:nvPr>
        </p:nvGraphicFramePr>
        <p:xfrm>
          <a:off x="2306638" y="1000125"/>
          <a:ext cx="5119687" cy="1971675"/>
        </p:xfrm>
        <a:graphic>
          <a:graphicData uri="http://schemas.openxmlformats.org/drawingml/2006/chart">
            <c:chart xmlns:c="http://schemas.openxmlformats.org/drawingml/2006/chart" xmlns:r="http://schemas.openxmlformats.org/officeDocument/2006/relationships" r:id="rId16"/>
          </a:graphicData>
        </a:graphic>
      </p:graphicFrame>
      <p:cxnSp>
        <p:nvCxnSpPr>
          <p:cNvPr id="26" name="Straight Connector 25">
            <a:extLst>
              <a:ext uri="{FF2B5EF4-FFF2-40B4-BE49-F238E27FC236}">
                <a16:creationId xmlns:a16="http://schemas.microsoft.com/office/drawing/2014/main" id="{E1384AD3-6086-D4D8-270C-6AACD057C324}"/>
              </a:ext>
            </a:extLst>
          </p:cNvPr>
          <p:cNvCxnSpPr/>
          <p:nvPr>
            <p:custDataLst>
              <p:tags r:id="rId5"/>
            </p:custDataLst>
          </p:nvPr>
        </p:nvCxnSpPr>
        <p:spPr bwMode="auto">
          <a:xfrm>
            <a:off x="4584700" y="1841500"/>
            <a:ext cx="323850" cy="0"/>
          </a:xfrm>
          <a:prstGeom prst="line">
            <a:avLst/>
          </a:prstGeom>
          <a:ln w="6350" cap="flat" cmpd="sng" algn="ctr">
            <a:solidFill>
              <a:schemeClr val="tx1"/>
            </a:solidFill>
            <a:prstDash val="dash"/>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7" name="Straight Connector 26">
            <a:extLst>
              <a:ext uri="{FF2B5EF4-FFF2-40B4-BE49-F238E27FC236}">
                <a16:creationId xmlns:a16="http://schemas.microsoft.com/office/drawing/2014/main" id="{4D787B34-9557-1D43-6A00-16458009CC72}"/>
              </a:ext>
            </a:extLst>
          </p:cNvPr>
          <p:cNvCxnSpPr>
            <a:cxnSpLocks/>
          </p:cNvCxnSpPr>
          <p:nvPr>
            <p:custDataLst>
              <p:tags r:id="rId6"/>
            </p:custDataLst>
          </p:nvPr>
        </p:nvCxnSpPr>
        <p:spPr bwMode="auto">
          <a:xfrm flipH="1">
            <a:off x="4822825" y="1082675"/>
            <a:ext cx="771525" cy="0"/>
          </a:xfrm>
          <a:prstGeom prst="line">
            <a:avLst/>
          </a:prstGeom>
          <a:ln w="6350" cap="flat" cmpd="sng" algn="ctr">
            <a:solidFill>
              <a:schemeClr val="tx1"/>
            </a:solidFill>
            <a:prstDash val="dash"/>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8" name="Straight Connector 27">
            <a:extLst>
              <a:ext uri="{FF2B5EF4-FFF2-40B4-BE49-F238E27FC236}">
                <a16:creationId xmlns:a16="http://schemas.microsoft.com/office/drawing/2014/main" id="{B550AA92-3E7C-06A2-CE88-ED1E31CF660A}"/>
              </a:ext>
            </a:extLst>
          </p:cNvPr>
          <p:cNvCxnSpPr/>
          <p:nvPr>
            <p:custDataLst>
              <p:tags r:id="rId7"/>
            </p:custDataLst>
          </p:nvPr>
        </p:nvCxnSpPr>
        <p:spPr bwMode="auto">
          <a:xfrm flipV="1">
            <a:off x="4865688" y="1079500"/>
            <a:ext cx="0" cy="765175"/>
          </a:xfrm>
          <a:prstGeom prst="line">
            <a:avLst/>
          </a:prstGeom>
          <a:ln w="28575" cap="flat" cmpd="sng" algn="ctr">
            <a:solidFill>
              <a:schemeClr val="tx1"/>
            </a:solidFill>
            <a:prstDash val="solid"/>
            <a:round/>
            <a:headEnd type="none" w="med" len="med"/>
            <a:tailEnd type="triangle" w="med" len="med"/>
          </a:ln>
          <a:effectLst/>
        </p:spPr>
        <p:style>
          <a:lnRef idx="1">
            <a:schemeClr val="dk1"/>
          </a:lnRef>
          <a:fillRef idx="0">
            <a:schemeClr val="dk1"/>
          </a:fillRef>
          <a:effectRef idx="0">
            <a:schemeClr val="dk1"/>
          </a:effectRef>
          <a:fontRef idx="minor">
            <a:schemeClr val="tx1"/>
          </a:fontRef>
        </p:style>
      </p:cxnSp>
      <p:sp>
        <p:nvSpPr>
          <p:cNvPr id="29" name="Rectangle 28">
            <a:extLst>
              <a:ext uri="{FF2B5EF4-FFF2-40B4-BE49-F238E27FC236}">
                <a16:creationId xmlns:a16="http://schemas.microsoft.com/office/drawing/2014/main" id="{2EEC464E-8333-54DA-A67A-E151A457FA98}"/>
              </a:ext>
            </a:extLst>
          </p:cNvPr>
          <p:cNvSpPr>
            <a:spLocks noGrp="1" noChangeArrowheads="1"/>
          </p:cNvSpPr>
          <p:nvPr>
            <p:custDataLst>
              <p:tags r:id="rId8"/>
            </p:custDataLst>
          </p:nvPr>
        </p:nvSpPr>
        <p:spPr bwMode="auto">
          <a:xfrm>
            <a:off x="3613150" y="2940050"/>
            <a:ext cx="485775" cy="182563"/>
          </a:xfrm>
          <a:prstGeom prst="rect">
            <a:avLst/>
          </a:prstGeom>
          <a:noFill/>
          <a:ln>
            <a:noFill/>
          </a:ln>
          <a:effectLst/>
          <a:extLst>
            <a:ext uri="{909E8E84-426E-40DD-AFC4-6F175D3DCCD1}">
              <a14:hiddenFill xmlns:a14="http://schemas.microsoft.com/office/drawing/2010/main">
                <a:solidFill>
                  <a:srgbClr val="FFFFFF"/>
                </a:solidFill>
              </a14:hiddenFill>
            </a:ext>
          </a:extLst>
        </p:spPr>
        <p:txBody>
          <a:bodyPr vert="horz" wrap="none" lIns="0" tIns="0" rIns="0" bIns="0" numCol="1" anchor="t" anchorCtr="0" compatLnSpc="1">
            <a:prstTxWarp prst="textNoShape">
              <a:avLst/>
            </a:prstTxWarp>
            <a:noAutofit/>
          </a:bodyPr>
          <a:lstStyle>
            <a:lvl1pPr marL="257175" indent="-257175" algn="r" rtl="1" eaLnBrk="0" fontAlgn="base" hangingPunct="0">
              <a:spcBef>
                <a:spcPct val="50000"/>
              </a:spcBef>
              <a:spcAft>
                <a:spcPct val="0"/>
              </a:spcAft>
              <a:buSzPct val="85000"/>
              <a:buFont typeface="Monotype Sorts" pitchFamily="2" charset="2"/>
              <a:defRPr sz="1200">
                <a:solidFill>
                  <a:schemeClr val="tx1"/>
                </a:solidFill>
                <a:latin typeface="+mn-lt"/>
                <a:ea typeface="+mn-ea"/>
                <a:cs typeface="+mn-cs"/>
              </a:defRPr>
            </a:lvl1pPr>
            <a:lvl2pPr marL="201216" indent="-200025" algn="r" rtl="1" eaLnBrk="0" fontAlgn="base" hangingPunct="0">
              <a:spcBef>
                <a:spcPct val="50000"/>
              </a:spcBef>
              <a:spcAft>
                <a:spcPct val="0"/>
              </a:spcAft>
              <a:buClr>
                <a:srgbClr val="752E6E"/>
              </a:buClr>
              <a:buSzPct val="85000"/>
              <a:buFont typeface="Monotype Sorts" pitchFamily="2" charset="2"/>
              <a:buChar char="n"/>
              <a:defRPr sz="1200">
                <a:solidFill>
                  <a:schemeClr val="tx1"/>
                </a:solidFill>
                <a:latin typeface="+mn-lt"/>
                <a:cs typeface="+mn-cs"/>
              </a:defRPr>
            </a:lvl2pPr>
            <a:lvl3pPr marL="403622" indent="-201216" algn="r" rtl="1" eaLnBrk="0" fontAlgn="base" hangingPunct="0">
              <a:spcBef>
                <a:spcPct val="50000"/>
              </a:spcBef>
              <a:spcAft>
                <a:spcPct val="0"/>
              </a:spcAft>
              <a:buClr>
                <a:schemeClr val="accent1"/>
              </a:buClr>
              <a:buChar char="•"/>
              <a:defRPr sz="1050">
                <a:solidFill>
                  <a:schemeClr val="tx1"/>
                </a:solidFill>
                <a:latin typeface="+mn-lt"/>
                <a:cs typeface="+mn-cs"/>
              </a:defRPr>
            </a:lvl3pPr>
            <a:lvl4pPr marL="608410" indent="-203597" algn="r" rtl="1" eaLnBrk="0" fontAlgn="base" hangingPunct="0">
              <a:spcBef>
                <a:spcPct val="50000"/>
              </a:spcBef>
              <a:spcAft>
                <a:spcPct val="0"/>
              </a:spcAft>
              <a:buClr>
                <a:schemeClr val="accent1"/>
              </a:buClr>
              <a:buFont typeface="Arial Unicode MS" pitchFamily="34" charset="-128"/>
              <a:buChar char="-"/>
              <a:defRPr sz="900">
                <a:solidFill>
                  <a:schemeClr val="tx1"/>
                </a:solidFill>
                <a:latin typeface="+mn-lt"/>
                <a:cs typeface="+mn-cs"/>
              </a:defRPr>
            </a:lvl4pPr>
            <a:lvl5pPr marL="1529954" indent="-217885" algn="l" rtl="0" eaLnBrk="0" fontAlgn="base" hangingPunct="0">
              <a:spcBef>
                <a:spcPct val="20000"/>
              </a:spcBef>
              <a:spcAft>
                <a:spcPct val="0"/>
              </a:spcAft>
              <a:buChar char="»"/>
              <a:defRPr>
                <a:solidFill>
                  <a:schemeClr val="tx1"/>
                </a:solidFill>
                <a:latin typeface="+mn-lt"/>
                <a:cs typeface="+mn-cs"/>
              </a:defRPr>
            </a:lvl5pPr>
            <a:lvl6pPr marL="1872854" indent="-217885" algn="l" rtl="0" fontAlgn="base">
              <a:spcBef>
                <a:spcPct val="20000"/>
              </a:spcBef>
              <a:spcAft>
                <a:spcPct val="0"/>
              </a:spcAft>
              <a:buChar char="»"/>
              <a:defRPr>
                <a:solidFill>
                  <a:schemeClr val="tx1"/>
                </a:solidFill>
                <a:latin typeface="+mn-lt"/>
                <a:cs typeface="+mn-cs"/>
              </a:defRPr>
            </a:lvl6pPr>
            <a:lvl7pPr marL="2215754" indent="-217885" algn="l" rtl="0" fontAlgn="base">
              <a:spcBef>
                <a:spcPct val="20000"/>
              </a:spcBef>
              <a:spcAft>
                <a:spcPct val="0"/>
              </a:spcAft>
              <a:buChar char="»"/>
              <a:defRPr>
                <a:solidFill>
                  <a:schemeClr val="tx1"/>
                </a:solidFill>
                <a:latin typeface="+mn-lt"/>
                <a:cs typeface="+mn-cs"/>
              </a:defRPr>
            </a:lvl7pPr>
            <a:lvl8pPr marL="2558654" indent="-217885" algn="l" rtl="0" fontAlgn="base">
              <a:spcBef>
                <a:spcPct val="20000"/>
              </a:spcBef>
              <a:spcAft>
                <a:spcPct val="0"/>
              </a:spcAft>
              <a:buChar char="»"/>
              <a:defRPr>
                <a:solidFill>
                  <a:schemeClr val="tx1"/>
                </a:solidFill>
                <a:latin typeface="+mn-lt"/>
                <a:cs typeface="+mn-cs"/>
              </a:defRPr>
            </a:lvl8pPr>
            <a:lvl9pPr marL="2901554" indent="-217885" algn="l" rtl="0" fontAlgn="base">
              <a:spcBef>
                <a:spcPct val="20000"/>
              </a:spcBef>
              <a:spcAft>
                <a:spcPct val="0"/>
              </a:spcAft>
              <a:buChar char="»"/>
              <a:defRPr>
                <a:solidFill>
                  <a:schemeClr val="tx1"/>
                </a:solidFill>
                <a:latin typeface="+mn-lt"/>
                <a:cs typeface="+mn-cs"/>
              </a:defRPr>
            </a:lvl9pPr>
          </a:lstStyle>
          <a:p>
            <a:pPr marL="0" lvl="0" indent="0" algn="ctr" rtl="0">
              <a:spcBef>
                <a:spcPct val="0"/>
              </a:spcBef>
            </a:pPr>
            <a:fld id="{83C45B3B-522D-4BF0-97D8-2CEC33D488D8}" type="datetime'''ال''''''م''''''''''''س''''''''''''''''ته''''د''''ف'''''''">
              <a:rPr lang="ar-LY" altLang="en-US" kern="0" smtClean="0">
                <a:solidFill>
                  <a:schemeClr val="bg1">
                    <a:lumMod val="95000"/>
                  </a:schemeClr>
                </a:solidFill>
                <a:cs typeface="+mj-cs"/>
              </a:rPr>
              <a:pPr/>
              <a:t>المستهدف</a:t>
            </a:fld>
            <a:endParaRPr lang="en-US" altLang="en-US" kern="0" dirty="0">
              <a:solidFill>
                <a:schemeClr val="bg1">
                  <a:lumMod val="95000"/>
                </a:schemeClr>
              </a:solidFill>
              <a:cs typeface="+mj-cs"/>
            </a:endParaRPr>
          </a:p>
        </p:txBody>
      </p:sp>
      <p:sp>
        <p:nvSpPr>
          <p:cNvPr id="30" name="Rectangle 29">
            <a:extLst>
              <a:ext uri="{FF2B5EF4-FFF2-40B4-BE49-F238E27FC236}">
                <a16:creationId xmlns:a16="http://schemas.microsoft.com/office/drawing/2014/main" id="{827DD79F-5055-446F-0BB3-AE0C2C03777D}"/>
              </a:ext>
            </a:extLst>
          </p:cNvPr>
          <p:cNvSpPr>
            <a:spLocks noGrp="1" noChangeArrowheads="1"/>
          </p:cNvSpPr>
          <p:nvPr>
            <p:custDataLst>
              <p:tags r:id="rId9"/>
            </p:custDataLst>
          </p:nvPr>
        </p:nvSpPr>
        <p:spPr bwMode="auto">
          <a:xfrm>
            <a:off x="4533900" y="2940050"/>
            <a:ext cx="663575" cy="365125"/>
          </a:xfrm>
          <a:prstGeom prst="rect">
            <a:avLst/>
          </a:prstGeom>
          <a:noFill/>
          <a:ln>
            <a:noFill/>
          </a:ln>
          <a:effectLst/>
          <a:extLst>
            <a:ext uri="{909E8E84-426E-40DD-AFC4-6F175D3DCCD1}">
              <a14:hiddenFill xmlns:a14="http://schemas.microsoft.com/office/drawing/2010/main">
                <a:solidFill>
                  <a:srgbClr val="FFFFFF"/>
                </a:solidFill>
              </a14:hiddenFill>
            </a:ext>
          </a:extLst>
        </p:spPr>
        <p:txBody>
          <a:bodyPr vert="horz" wrap="square" lIns="0" tIns="0" rIns="0" bIns="0" numCol="1" anchor="t" anchorCtr="0" compatLnSpc="1">
            <a:prstTxWarp prst="textNoShape">
              <a:avLst/>
            </a:prstTxWarp>
            <a:noAutofit/>
          </a:bodyPr>
          <a:lstStyle>
            <a:lvl1pPr marL="257175" indent="-257175" algn="r" rtl="1" eaLnBrk="0" fontAlgn="base" hangingPunct="0">
              <a:spcBef>
                <a:spcPct val="50000"/>
              </a:spcBef>
              <a:spcAft>
                <a:spcPct val="0"/>
              </a:spcAft>
              <a:buSzPct val="85000"/>
              <a:buFont typeface="Monotype Sorts" pitchFamily="2" charset="2"/>
              <a:defRPr sz="1200">
                <a:solidFill>
                  <a:schemeClr val="tx1"/>
                </a:solidFill>
                <a:latin typeface="+mn-lt"/>
                <a:ea typeface="+mn-ea"/>
                <a:cs typeface="+mn-cs"/>
              </a:defRPr>
            </a:lvl1pPr>
            <a:lvl2pPr marL="201216" indent="-200025" algn="r" rtl="1" eaLnBrk="0" fontAlgn="base" hangingPunct="0">
              <a:spcBef>
                <a:spcPct val="50000"/>
              </a:spcBef>
              <a:spcAft>
                <a:spcPct val="0"/>
              </a:spcAft>
              <a:buClr>
                <a:srgbClr val="752E6E"/>
              </a:buClr>
              <a:buSzPct val="85000"/>
              <a:buFont typeface="Monotype Sorts" pitchFamily="2" charset="2"/>
              <a:buChar char="n"/>
              <a:defRPr sz="1200">
                <a:solidFill>
                  <a:schemeClr val="tx1"/>
                </a:solidFill>
                <a:latin typeface="+mn-lt"/>
                <a:cs typeface="+mn-cs"/>
              </a:defRPr>
            </a:lvl2pPr>
            <a:lvl3pPr marL="403622" indent="-201216" algn="r" rtl="1" eaLnBrk="0" fontAlgn="base" hangingPunct="0">
              <a:spcBef>
                <a:spcPct val="50000"/>
              </a:spcBef>
              <a:spcAft>
                <a:spcPct val="0"/>
              </a:spcAft>
              <a:buClr>
                <a:schemeClr val="accent1"/>
              </a:buClr>
              <a:buChar char="•"/>
              <a:defRPr sz="1050">
                <a:solidFill>
                  <a:schemeClr val="tx1"/>
                </a:solidFill>
                <a:latin typeface="+mn-lt"/>
                <a:cs typeface="+mn-cs"/>
              </a:defRPr>
            </a:lvl3pPr>
            <a:lvl4pPr marL="608410" indent="-203597" algn="r" rtl="1" eaLnBrk="0" fontAlgn="base" hangingPunct="0">
              <a:spcBef>
                <a:spcPct val="50000"/>
              </a:spcBef>
              <a:spcAft>
                <a:spcPct val="0"/>
              </a:spcAft>
              <a:buClr>
                <a:schemeClr val="accent1"/>
              </a:buClr>
              <a:buFont typeface="Arial Unicode MS" pitchFamily="34" charset="-128"/>
              <a:buChar char="-"/>
              <a:defRPr sz="900">
                <a:solidFill>
                  <a:schemeClr val="tx1"/>
                </a:solidFill>
                <a:latin typeface="+mn-lt"/>
                <a:cs typeface="+mn-cs"/>
              </a:defRPr>
            </a:lvl4pPr>
            <a:lvl5pPr marL="1529954" indent="-217885" algn="l" rtl="0" eaLnBrk="0" fontAlgn="base" hangingPunct="0">
              <a:spcBef>
                <a:spcPct val="20000"/>
              </a:spcBef>
              <a:spcAft>
                <a:spcPct val="0"/>
              </a:spcAft>
              <a:buChar char="»"/>
              <a:defRPr>
                <a:solidFill>
                  <a:schemeClr val="tx1"/>
                </a:solidFill>
                <a:latin typeface="+mn-lt"/>
                <a:cs typeface="+mn-cs"/>
              </a:defRPr>
            </a:lvl5pPr>
            <a:lvl6pPr marL="1872854" indent="-217885" algn="l" rtl="0" fontAlgn="base">
              <a:spcBef>
                <a:spcPct val="20000"/>
              </a:spcBef>
              <a:spcAft>
                <a:spcPct val="0"/>
              </a:spcAft>
              <a:buChar char="»"/>
              <a:defRPr>
                <a:solidFill>
                  <a:schemeClr val="tx1"/>
                </a:solidFill>
                <a:latin typeface="+mn-lt"/>
                <a:cs typeface="+mn-cs"/>
              </a:defRPr>
            </a:lvl6pPr>
            <a:lvl7pPr marL="2215754" indent="-217885" algn="l" rtl="0" fontAlgn="base">
              <a:spcBef>
                <a:spcPct val="20000"/>
              </a:spcBef>
              <a:spcAft>
                <a:spcPct val="0"/>
              </a:spcAft>
              <a:buChar char="»"/>
              <a:defRPr>
                <a:solidFill>
                  <a:schemeClr val="tx1"/>
                </a:solidFill>
                <a:latin typeface="+mn-lt"/>
                <a:cs typeface="+mn-cs"/>
              </a:defRPr>
            </a:lvl7pPr>
            <a:lvl8pPr marL="2558654" indent="-217885" algn="l" rtl="0" fontAlgn="base">
              <a:spcBef>
                <a:spcPct val="20000"/>
              </a:spcBef>
              <a:spcAft>
                <a:spcPct val="0"/>
              </a:spcAft>
              <a:buChar char="»"/>
              <a:defRPr>
                <a:solidFill>
                  <a:schemeClr val="tx1"/>
                </a:solidFill>
                <a:latin typeface="+mn-lt"/>
                <a:cs typeface="+mn-cs"/>
              </a:defRPr>
            </a:lvl8pPr>
            <a:lvl9pPr marL="2901554" indent="-217885" algn="l" rtl="0" fontAlgn="base">
              <a:spcBef>
                <a:spcPct val="20000"/>
              </a:spcBef>
              <a:spcAft>
                <a:spcPct val="0"/>
              </a:spcAft>
              <a:buChar char="»"/>
              <a:defRPr>
                <a:solidFill>
                  <a:schemeClr val="tx1"/>
                </a:solidFill>
                <a:latin typeface="+mn-lt"/>
                <a:cs typeface="+mn-cs"/>
              </a:defRPr>
            </a:lvl9pPr>
          </a:lstStyle>
          <a:p>
            <a:pPr marL="0" lvl="0" indent="0" algn="ctr" rtl="0">
              <a:spcBef>
                <a:spcPct val="0"/>
              </a:spcBef>
            </a:pPr>
            <a:fld id="{409A639E-2DB4-4BD2-A3EB-977DF00D6EFE}" type="datetime'''نسب''ة'' ال''''''''محقق م''''ن'' ''''ا''لمس''''''''تهدف'''">
              <a:rPr lang="ar-LY" altLang="en-US" kern="0" smtClean="0">
                <a:solidFill>
                  <a:schemeClr val="bg1">
                    <a:lumMod val="95000"/>
                  </a:schemeClr>
                </a:solidFill>
                <a:cs typeface="+mj-cs"/>
              </a:rPr>
              <a:pPr/>
              <a:t>نسبة المحقق من المستهدف</a:t>
            </a:fld>
            <a:endParaRPr lang="en-US" altLang="en-US" kern="0" dirty="0">
              <a:solidFill>
                <a:schemeClr val="bg1">
                  <a:lumMod val="95000"/>
                </a:schemeClr>
              </a:solidFill>
              <a:cs typeface="+mj-cs"/>
            </a:endParaRPr>
          </a:p>
        </p:txBody>
      </p:sp>
      <p:sp>
        <p:nvSpPr>
          <p:cNvPr id="31" name="Rectangle 30">
            <a:extLst>
              <a:ext uri="{FF2B5EF4-FFF2-40B4-BE49-F238E27FC236}">
                <a16:creationId xmlns:a16="http://schemas.microsoft.com/office/drawing/2014/main" id="{0CE9B0E9-CBA4-68BA-B568-646700730396}"/>
              </a:ext>
            </a:extLst>
          </p:cNvPr>
          <p:cNvSpPr>
            <a:spLocks noGrp="1" noChangeArrowheads="1"/>
          </p:cNvSpPr>
          <p:nvPr>
            <p:custDataLst>
              <p:tags r:id="rId10"/>
            </p:custDataLst>
          </p:nvPr>
        </p:nvSpPr>
        <p:spPr bwMode="gray">
          <a:xfrm>
            <a:off x="5413375" y="1371600"/>
            <a:ext cx="920750" cy="182563"/>
          </a:xfrm>
          <a:prstGeom prst="rect">
            <a:avLst/>
          </a:prstGeom>
          <a:noFill/>
          <a:ln>
            <a:noFill/>
          </a:ln>
          <a:effectLst/>
        </p:spPr>
        <p:txBody>
          <a:bodyPr vert="horz" wrap="none" lIns="22225" tIns="0" rIns="22225" bIns="0" numCol="1" anchor="ctr" anchorCtr="0" compatLnSpc="1">
            <a:prstTxWarp prst="textNoShape">
              <a:avLst/>
            </a:prstTxWarp>
            <a:noAutofit/>
          </a:bodyPr>
          <a:lstStyle>
            <a:lvl1pPr marL="257175" indent="-257175" algn="r" rtl="1" eaLnBrk="0" fontAlgn="base" hangingPunct="0">
              <a:spcBef>
                <a:spcPct val="50000"/>
              </a:spcBef>
              <a:spcAft>
                <a:spcPct val="0"/>
              </a:spcAft>
              <a:buSzPct val="85000"/>
              <a:buFont typeface="Monotype Sorts" pitchFamily="2" charset="2"/>
              <a:defRPr sz="1200">
                <a:solidFill>
                  <a:schemeClr val="tx1"/>
                </a:solidFill>
                <a:latin typeface="+mn-lt"/>
                <a:ea typeface="+mn-ea"/>
                <a:cs typeface="+mn-cs"/>
              </a:defRPr>
            </a:lvl1pPr>
            <a:lvl2pPr marL="201216" indent="-200025" algn="r" rtl="1" eaLnBrk="0" fontAlgn="base" hangingPunct="0">
              <a:spcBef>
                <a:spcPct val="50000"/>
              </a:spcBef>
              <a:spcAft>
                <a:spcPct val="0"/>
              </a:spcAft>
              <a:buClr>
                <a:srgbClr val="752E6E"/>
              </a:buClr>
              <a:buSzPct val="85000"/>
              <a:buFont typeface="Monotype Sorts" pitchFamily="2" charset="2"/>
              <a:buChar char="n"/>
              <a:defRPr sz="1200">
                <a:solidFill>
                  <a:schemeClr val="tx1"/>
                </a:solidFill>
                <a:latin typeface="+mn-lt"/>
                <a:cs typeface="+mn-cs"/>
              </a:defRPr>
            </a:lvl2pPr>
            <a:lvl3pPr marL="403622" indent="-201216" algn="r" rtl="1" eaLnBrk="0" fontAlgn="base" hangingPunct="0">
              <a:spcBef>
                <a:spcPct val="50000"/>
              </a:spcBef>
              <a:spcAft>
                <a:spcPct val="0"/>
              </a:spcAft>
              <a:buClr>
                <a:schemeClr val="accent1"/>
              </a:buClr>
              <a:buChar char="•"/>
              <a:defRPr sz="1050">
                <a:solidFill>
                  <a:schemeClr val="tx1"/>
                </a:solidFill>
                <a:latin typeface="+mn-lt"/>
                <a:cs typeface="+mn-cs"/>
              </a:defRPr>
            </a:lvl3pPr>
            <a:lvl4pPr marL="608410" indent="-203597" algn="r" rtl="1" eaLnBrk="0" fontAlgn="base" hangingPunct="0">
              <a:spcBef>
                <a:spcPct val="50000"/>
              </a:spcBef>
              <a:spcAft>
                <a:spcPct val="0"/>
              </a:spcAft>
              <a:buClr>
                <a:schemeClr val="accent1"/>
              </a:buClr>
              <a:buFont typeface="Arial Unicode MS" pitchFamily="34" charset="-128"/>
              <a:buChar char="-"/>
              <a:defRPr sz="900">
                <a:solidFill>
                  <a:schemeClr val="tx1"/>
                </a:solidFill>
                <a:latin typeface="+mn-lt"/>
                <a:cs typeface="+mn-cs"/>
              </a:defRPr>
            </a:lvl4pPr>
            <a:lvl5pPr marL="1529954" indent="-217885" algn="l" rtl="0" eaLnBrk="0" fontAlgn="base" hangingPunct="0">
              <a:spcBef>
                <a:spcPct val="20000"/>
              </a:spcBef>
              <a:spcAft>
                <a:spcPct val="0"/>
              </a:spcAft>
              <a:buChar char="»"/>
              <a:defRPr>
                <a:solidFill>
                  <a:schemeClr val="tx1"/>
                </a:solidFill>
                <a:latin typeface="+mn-lt"/>
                <a:cs typeface="+mn-cs"/>
              </a:defRPr>
            </a:lvl5pPr>
            <a:lvl6pPr marL="1872854" indent="-217885" algn="l" rtl="0" fontAlgn="base">
              <a:spcBef>
                <a:spcPct val="20000"/>
              </a:spcBef>
              <a:spcAft>
                <a:spcPct val="0"/>
              </a:spcAft>
              <a:buChar char="»"/>
              <a:defRPr>
                <a:solidFill>
                  <a:schemeClr val="tx1"/>
                </a:solidFill>
                <a:latin typeface="+mn-lt"/>
                <a:cs typeface="+mn-cs"/>
              </a:defRPr>
            </a:lvl6pPr>
            <a:lvl7pPr marL="2215754" indent="-217885" algn="l" rtl="0" fontAlgn="base">
              <a:spcBef>
                <a:spcPct val="20000"/>
              </a:spcBef>
              <a:spcAft>
                <a:spcPct val="0"/>
              </a:spcAft>
              <a:buChar char="»"/>
              <a:defRPr>
                <a:solidFill>
                  <a:schemeClr val="tx1"/>
                </a:solidFill>
                <a:latin typeface="+mn-lt"/>
                <a:cs typeface="+mn-cs"/>
              </a:defRPr>
            </a:lvl7pPr>
            <a:lvl8pPr marL="2558654" indent="-217885" algn="l" rtl="0" fontAlgn="base">
              <a:spcBef>
                <a:spcPct val="20000"/>
              </a:spcBef>
              <a:spcAft>
                <a:spcPct val="0"/>
              </a:spcAft>
              <a:buChar char="»"/>
              <a:defRPr>
                <a:solidFill>
                  <a:schemeClr val="tx1"/>
                </a:solidFill>
                <a:latin typeface="+mn-lt"/>
                <a:cs typeface="+mn-cs"/>
              </a:defRPr>
            </a:lvl8pPr>
            <a:lvl9pPr marL="2901554" indent="-217885" algn="l" rtl="0" fontAlgn="base">
              <a:spcBef>
                <a:spcPct val="20000"/>
              </a:spcBef>
              <a:spcAft>
                <a:spcPct val="0"/>
              </a:spcAft>
              <a:buChar char="»"/>
              <a:defRPr>
                <a:solidFill>
                  <a:schemeClr val="tx1"/>
                </a:solidFill>
                <a:latin typeface="+mn-lt"/>
                <a:cs typeface="+mn-cs"/>
              </a:defRPr>
            </a:lvl9pPr>
          </a:lstStyle>
          <a:p>
            <a:pPr marL="0" lvl="0" indent="0" algn="ctr" rtl="0">
              <a:spcBef>
                <a:spcPct val="0"/>
              </a:spcBef>
            </a:pPr>
            <a:fld id="{295C3B46-431A-44B5-9637-04A9F5E9F4F2}" type="datetime'''''''''1'',''30''''''''''''''2'''''',''''0''14'''',8''''60'">
              <a:rPr lang="en-US" altLang="en-US" kern="0" smtClean="0">
                <a:solidFill>
                  <a:schemeClr val="bg1">
                    <a:lumMod val="95000"/>
                  </a:schemeClr>
                </a:solidFill>
                <a:effectLst/>
                <a:cs typeface="+mj-cs"/>
              </a:rPr>
              <a:pPr marL="0" lvl="0" indent="0" algn="ctr" rtl="0">
                <a:spcBef>
                  <a:spcPct val="0"/>
                </a:spcBef>
              </a:pPr>
              <a:t>1,302,014,860</a:t>
            </a:fld>
            <a:endParaRPr lang="en-US" altLang="en-US" kern="0" dirty="0">
              <a:solidFill>
                <a:schemeClr val="bg1">
                  <a:lumMod val="95000"/>
                </a:schemeClr>
              </a:solidFill>
              <a:cs typeface="+mj-cs"/>
            </a:endParaRPr>
          </a:p>
        </p:txBody>
      </p:sp>
      <p:sp>
        <p:nvSpPr>
          <p:cNvPr id="32" name="Rectangle 31">
            <a:extLst>
              <a:ext uri="{FF2B5EF4-FFF2-40B4-BE49-F238E27FC236}">
                <a16:creationId xmlns:a16="http://schemas.microsoft.com/office/drawing/2014/main" id="{FE1751DF-7AF1-8AAB-D924-2ED5CF933002}"/>
              </a:ext>
            </a:extLst>
          </p:cNvPr>
          <p:cNvSpPr>
            <a:spLocks noGrp="1" noChangeArrowheads="1"/>
          </p:cNvSpPr>
          <p:nvPr>
            <p:custDataLst>
              <p:tags r:id="rId11"/>
            </p:custDataLst>
          </p:nvPr>
        </p:nvSpPr>
        <p:spPr bwMode="auto">
          <a:xfrm>
            <a:off x="5556249" y="2940050"/>
            <a:ext cx="663576" cy="365125"/>
          </a:xfrm>
          <a:prstGeom prst="rect">
            <a:avLst/>
          </a:prstGeom>
          <a:noFill/>
          <a:ln>
            <a:noFill/>
          </a:ln>
          <a:effectLst/>
          <a:extLst>
            <a:ext uri="{909E8E84-426E-40DD-AFC4-6F175D3DCCD1}">
              <a14:hiddenFill xmlns:a14="http://schemas.microsoft.com/office/drawing/2010/main">
                <a:solidFill>
                  <a:srgbClr val="FFFFFF"/>
                </a:solidFill>
              </a14:hiddenFill>
            </a:ext>
          </a:extLst>
        </p:spPr>
        <p:txBody>
          <a:bodyPr vert="horz" wrap="square" lIns="0" tIns="0" rIns="0" bIns="0" numCol="1" anchor="t" anchorCtr="0" compatLnSpc="1">
            <a:prstTxWarp prst="textNoShape">
              <a:avLst/>
            </a:prstTxWarp>
            <a:noAutofit/>
          </a:bodyPr>
          <a:lstStyle>
            <a:lvl1pPr marL="257175" indent="-257175" algn="r" rtl="1" eaLnBrk="0" fontAlgn="base" hangingPunct="0">
              <a:spcBef>
                <a:spcPct val="50000"/>
              </a:spcBef>
              <a:spcAft>
                <a:spcPct val="0"/>
              </a:spcAft>
              <a:buSzPct val="85000"/>
              <a:buFont typeface="Monotype Sorts" pitchFamily="2" charset="2"/>
              <a:defRPr sz="1200">
                <a:solidFill>
                  <a:schemeClr val="tx1"/>
                </a:solidFill>
                <a:latin typeface="+mn-lt"/>
                <a:ea typeface="+mn-ea"/>
                <a:cs typeface="+mn-cs"/>
              </a:defRPr>
            </a:lvl1pPr>
            <a:lvl2pPr marL="201216" indent="-200025" algn="r" rtl="1" eaLnBrk="0" fontAlgn="base" hangingPunct="0">
              <a:spcBef>
                <a:spcPct val="50000"/>
              </a:spcBef>
              <a:spcAft>
                <a:spcPct val="0"/>
              </a:spcAft>
              <a:buClr>
                <a:srgbClr val="752E6E"/>
              </a:buClr>
              <a:buSzPct val="85000"/>
              <a:buFont typeface="Monotype Sorts" pitchFamily="2" charset="2"/>
              <a:buChar char="n"/>
              <a:defRPr sz="1200">
                <a:solidFill>
                  <a:schemeClr val="tx1"/>
                </a:solidFill>
                <a:latin typeface="+mn-lt"/>
                <a:cs typeface="+mn-cs"/>
              </a:defRPr>
            </a:lvl2pPr>
            <a:lvl3pPr marL="403622" indent="-201216" algn="r" rtl="1" eaLnBrk="0" fontAlgn="base" hangingPunct="0">
              <a:spcBef>
                <a:spcPct val="50000"/>
              </a:spcBef>
              <a:spcAft>
                <a:spcPct val="0"/>
              </a:spcAft>
              <a:buClr>
                <a:schemeClr val="accent1"/>
              </a:buClr>
              <a:buChar char="•"/>
              <a:defRPr sz="1050">
                <a:solidFill>
                  <a:schemeClr val="tx1"/>
                </a:solidFill>
                <a:latin typeface="+mn-lt"/>
                <a:cs typeface="+mn-cs"/>
              </a:defRPr>
            </a:lvl3pPr>
            <a:lvl4pPr marL="608410" indent="-203597" algn="r" rtl="1" eaLnBrk="0" fontAlgn="base" hangingPunct="0">
              <a:spcBef>
                <a:spcPct val="50000"/>
              </a:spcBef>
              <a:spcAft>
                <a:spcPct val="0"/>
              </a:spcAft>
              <a:buClr>
                <a:schemeClr val="accent1"/>
              </a:buClr>
              <a:buFont typeface="Arial Unicode MS" pitchFamily="34" charset="-128"/>
              <a:buChar char="-"/>
              <a:defRPr sz="900">
                <a:solidFill>
                  <a:schemeClr val="tx1"/>
                </a:solidFill>
                <a:latin typeface="+mn-lt"/>
                <a:cs typeface="+mn-cs"/>
              </a:defRPr>
            </a:lvl4pPr>
            <a:lvl5pPr marL="1529954" indent="-217885" algn="l" rtl="0" eaLnBrk="0" fontAlgn="base" hangingPunct="0">
              <a:spcBef>
                <a:spcPct val="20000"/>
              </a:spcBef>
              <a:spcAft>
                <a:spcPct val="0"/>
              </a:spcAft>
              <a:buChar char="»"/>
              <a:defRPr>
                <a:solidFill>
                  <a:schemeClr val="tx1"/>
                </a:solidFill>
                <a:latin typeface="+mn-lt"/>
                <a:cs typeface="+mn-cs"/>
              </a:defRPr>
            </a:lvl5pPr>
            <a:lvl6pPr marL="1872854" indent="-217885" algn="l" rtl="0" fontAlgn="base">
              <a:spcBef>
                <a:spcPct val="20000"/>
              </a:spcBef>
              <a:spcAft>
                <a:spcPct val="0"/>
              </a:spcAft>
              <a:buChar char="»"/>
              <a:defRPr>
                <a:solidFill>
                  <a:schemeClr val="tx1"/>
                </a:solidFill>
                <a:latin typeface="+mn-lt"/>
                <a:cs typeface="+mn-cs"/>
              </a:defRPr>
            </a:lvl6pPr>
            <a:lvl7pPr marL="2215754" indent="-217885" algn="l" rtl="0" fontAlgn="base">
              <a:spcBef>
                <a:spcPct val="20000"/>
              </a:spcBef>
              <a:spcAft>
                <a:spcPct val="0"/>
              </a:spcAft>
              <a:buChar char="»"/>
              <a:defRPr>
                <a:solidFill>
                  <a:schemeClr val="tx1"/>
                </a:solidFill>
                <a:latin typeface="+mn-lt"/>
                <a:cs typeface="+mn-cs"/>
              </a:defRPr>
            </a:lvl7pPr>
            <a:lvl8pPr marL="2558654" indent="-217885" algn="l" rtl="0" fontAlgn="base">
              <a:spcBef>
                <a:spcPct val="20000"/>
              </a:spcBef>
              <a:spcAft>
                <a:spcPct val="0"/>
              </a:spcAft>
              <a:buChar char="»"/>
              <a:defRPr>
                <a:solidFill>
                  <a:schemeClr val="tx1"/>
                </a:solidFill>
                <a:latin typeface="+mn-lt"/>
                <a:cs typeface="+mn-cs"/>
              </a:defRPr>
            </a:lvl8pPr>
            <a:lvl9pPr marL="2901554" indent="-217885" algn="l" rtl="0" fontAlgn="base">
              <a:spcBef>
                <a:spcPct val="20000"/>
              </a:spcBef>
              <a:spcAft>
                <a:spcPct val="0"/>
              </a:spcAft>
              <a:buChar char="»"/>
              <a:defRPr>
                <a:solidFill>
                  <a:schemeClr val="tx1"/>
                </a:solidFill>
                <a:latin typeface="+mn-lt"/>
                <a:cs typeface="+mn-cs"/>
              </a:defRPr>
            </a:lvl9pPr>
          </a:lstStyle>
          <a:p>
            <a:pPr marL="0" lvl="0" indent="0" algn="ctr" rtl="0">
              <a:spcBef>
                <a:spcPct val="0"/>
              </a:spcBef>
            </a:pPr>
            <a:fld id="{92B02A10-4264-43FD-B50A-5DE275B3E394}" type="datetime'ا''لايرا''د ''''المح''''ق''ق ''''من ال''مس''''ت''''هدف'''''">
              <a:rPr lang="ar-LY" altLang="en-US" kern="0" smtClean="0">
                <a:solidFill>
                  <a:schemeClr val="bg1">
                    <a:lumMod val="95000"/>
                  </a:schemeClr>
                </a:solidFill>
                <a:cs typeface="+mj-cs"/>
              </a:rPr>
              <a:pPr/>
              <a:t>الايراد المحقق من المستهدف</a:t>
            </a:fld>
            <a:endParaRPr lang="en-US" altLang="en-US" kern="0" dirty="0">
              <a:solidFill>
                <a:schemeClr val="bg1">
                  <a:lumMod val="95000"/>
                </a:schemeClr>
              </a:solidFill>
              <a:cs typeface="+mj-cs"/>
            </a:endParaRPr>
          </a:p>
        </p:txBody>
      </p:sp>
      <p:sp>
        <p:nvSpPr>
          <p:cNvPr id="33" name="Oval 32">
            <a:extLst>
              <a:ext uri="{FF2B5EF4-FFF2-40B4-BE49-F238E27FC236}">
                <a16:creationId xmlns:a16="http://schemas.microsoft.com/office/drawing/2014/main" id="{E2EEA074-1770-0626-9D69-AA1547760AC0}"/>
              </a:ext>
            </a:extLst>
          </p:cNvPr>
          <p:cNvSpPr>
            <a:spLocks noGrp="1" noChangeArrowheads="1"/>
          </p:cNvSpPr>
          <p:nvPr>
            <p:custDataLst>
              <p:tags r:id="rId12"/>
            </p:custDataLst>
          </p:nvPr>
        </p:nvSpPr>
        <p:spPr bwMode="auto">
          <a:xfrm>
            <a:off x="4587875" y="1376363"/>
            <a:ext cx="555625" cy="258763"/>
          </a:xfrm>
          <a:prstGeom prst="ellipse">
            <a:avLst/>
          </a:prstGeom>
          <a:solidFill>
            <a:schemeClr val="bg1"/>
          </a:solidFill>
          <a:ln w="9525" cmpd="sng" algn="ctr">
            <a:solidFill>
              <a:schemeClr val="tx1"/>
            </a:solidFill>
          </a:ln>
          <a:effectLst/>
        </p:spPr>
        <p:txBody>
          <a:bodyPr vert="horz" wrap="none" lIns="0" tIns="0" rIns="0" bIns="0" numCol="1" anchor="ctr" anchorCtr="0" compatLnSpc="1">
            <a:prstTxWarp prst="textNoShape">
              <a:avLst/>
            </a:prstTxWarp>
            <a:noAutofit/>
          </a:bodyPr>
          <a:lstStyle>
            <a:lvl1pPr marL="257175" indent="-257175" algn="r" rtl="1" eaLnBrk="0" fontAlgn="base" hangingPunct="0">
              <a:spcBef>
                <a:spcPct val="50000"/>
              </a:spcBef>
              <a:spcAft>
                <a:spcPct val="0"/>
              </a:spcAft>
              <a:buSzPct val="85000"/>
              <a:buFont typeface="Monotype Sorts" pitchFamily="2" charset="2"/>
              <a:defRPr sz="1200">
                <a:solidFill>
                  <a:schemeClr val="tx1"/>
                </a:solidFill>
                <a:latin typeface="+mn-lt"/>
                <a:ea typeface="+mn-ea"/>
                <a:cs typeface="+mn-cs"/>
              </a:defRPr>
            </a:lvl1pPr>
            <a:lvl2pPr marL="201216" indent="-200025" algn="r" rtl="1" eaLnBrk="0" fontAlgn="base" hangingPunct="0">
              <a:spcBef>
                <a:spcPct val="50000"/>
              </a:spcBef>
              <a:spcAft>
                <a:spcPct val="0"/>
              </a:spcAft>
              <a:buClr>
                <a:srgbClr val="752E6E"/>
              </a:buClr>
              <a:buSzPct val="85000"/>
              <a:buFont typeface="Monotype Sorts" pitchFamily="2" charset="2"/>
              <a:buChar char="n"/>
              <a:defRPr sz="1200">
                <a:solidFill>
                  <a:schemeClr val="tx1"/>
                </a:solidFill>
                <a:latin typeface="+mn-lt"/>
                <a:cs typeface="+mn-cs"/>
              </a:defRPr>
            </a:lvl2pPr>
            <a:lvl3pPr marL="403622" indent="-201216" algn="r" rtl="1" eaLnBrk="0" fontAlgn="base" hangingPunct="0">
              <a:spcBef>
                <a:spcPct val="50000"/>
              </a:spcBef>
              <a:spcAft>
                <a:spcPct val="0"/>
              </a:spcAft>
              <a:buClr>
                <a:schemeClr val="accent1"/>
              </a:buClr>
              <a:buChar char="•"/>
              <a:defRPr sz="1050">
                <a:solidFill>
                  <a:schemeClr val="tx1"/>
                </a:solidFill>
                <a:latin typeface="+mn-lt"/>
                <a:cs typeface="+mn-cs"/>
              </a:defRPr>
            </a:lvl3pPr>
            <a:lvl4pPr marL="608410" indent="-203597" algn="r" rtl="1" eaLnBrk="0" fontAlgn="base" hangingPunct="0">
              <a:spcBef>
                <a:spcPct val="50000"/>
              </a:spcBef>
              <a:spcAft>
                <a:spcPct val="0"/>
              </a:spcAft>
              <a:buClr>
                <a:schemeClr val="accent1"/>
              </a:buClr>
              <a:buFont typeface="Arial Unicode MS" pitchFamily="34" charset="-128"/>
              <a:buChar char="-"/>
              <a:defRPr sz="900">
                <a:solidFill>
                  <a:schemeClr val="tx1"/>
                </a:solidFill>
                <a:latin typeface="+mn-lt"/>
                <a:cs typeface="+mn-cs"/>
              </a:defRPr>
            </a:lvl4pPr>
            <a:lvl5pPr marL="1529954" indent="-217885" algn="l" rtl="0" eaLnBrk="0" fontAlgn="base" hangingPunct="0">
              <a:spcBef>
                <a:spcPct val="20000"/>
              </a:spcBef>
              <a:spcAft>
                <a:spcPct val="0"/>
              </a:spcAft>
              <a:buChar char="»"/>
              <a:defRPr>
                <a:solidFill>
                  <a:schemeClr val="tx1"/>
                </a:solidFill>
                <a:latin typeface="+mn-lt"/>
                <a:cs typeface="+mn-cs"/>
              </a:defRPr>
            </a:lvl5pPr>
            <a:lvl6pPr marL="1872854" indent="-217885" algn="l" rtl="0" fontAlgn="base">
              <a:spcBef>
                <a:spcPct val="20000"/>
              </a:spcBef>
              <a:spcAft>
                <a:spcPct val="0"/>
              </a:spcAft>
              <a:buChar char="»"/>
              <a:defRPr>
                <a:solidFill>
                  <a:schemeClr val="tx1"/>
                </a:solidFill>
                <a:latin typeface="+mn-lt"/>
                <a:cs typeface="+mn-cs"/>
              </a:defRPr>
            </a:lvl6pPr>
            <a:lvl7pPr marL="2215754" indent="-217885" algn="l" rtl="0" fontAlgn="base">
              <a:spcBef>
                <a:spcPct val="20000"/>
              </a:spcBef>
              <a:spcAft>
                <a:spcPct val="0"/>
              </a:spcAft>
              <a:buChar char="»"/>
              <a:defRPr>
                <a:solidFill>
                  <a:schemeClr val="tx1"/>
                </a:solidFill>
                <a:latin typeface="+mn-lt"/>
                <a:cs typeface="+mn-cs"/>
              </a:defRPr>
            </a:lvl7pPr>
            <a:lvl8pPr marL="2558654" indent="-217885" algn="l" rtl="0" fontAlgn="base">
              <a:spcBef>
                <a:spcPct val="20000"/>
              </a:spcBef>
              <a:spcAft>
                <a:spcPct val="0"/>
              </a:spcAft>
              <a:buChar char="»"/>
              <a:defRPr>
                <a:solidFill>
                  <a:schemeClr val="tx1"/>
                </a:solidFill>
                <a:latin typeface="+mn-lt"/>
                <a:cs typeface="+mn-cs"/>
              </a:defRPr>
            </a:lvl8pPr>
            <a:lvl9pPr marL="2901554" indent="-217885" algn="l" rtl="0" fontAlgn="base">
              <a:spcBef>
                <a:spcPct val="20000"/>
              </a:spcBef>
              <a:spcAft>
                <a:spcPct val="0"/>
              </a:spcAft>
              <a:buChar char="»"/>
              <a:defRPr>
                <a:solidFill>
                  <a:schemeClr val="tx1"/>
                </a:solidFill>
                <a:latin typeface="+mn-lt"/>
                <a:cs typeface="+mn-cs"/>
              </a:defRPr>
            </a:lvl9pPr>
          </a:lstStyle>
          <a:p>
            <a:pPr marL="0" lvl="0" indent="0" algn="ctr" rtl="0">
              <a:spcBef>
                <a:spcPct val="0"/>
              </a:spcBef>
            </a:pPr>
            <a:fld id="{6D789292-391B-422C-97ED-0CD207E02DA3}" type="datetime'''+''''''''''7''''2''''''%'''''''''''''''''''''">
              <a:rPr lang="en-US" altLang="en-US" b="1" kern="0" smtClean="0">
                <a:effectLst/>
                <a:cs typeface="+mj-cs"/>
              </a:rPr>
              <a:pPr marL="0" lvl="0" indent="0" algn="ctr" rtl="0">
                <a:spcBef>
                  <a:spcPct val="0"/>
                </a:spcBef>
              </a:pPr>
              <a:t>+72%</a:t>
            </a:fld>
            <a:endParaRPr lang="en-US" altLang="en-US" b="1" kern="0" dirty="0">
              <a:cs typeface="+mj-cs"/>
            </a:endParaRPr>
          </a:p>
        </p:txBody>
      </p:sp>
      <p:graphicFrame>
        <p:nvGraphicFramePr>
          <p:cNvPr id="34" name="Chart 33">
            <a:extLst>
              <a:ext uri="{FF2B5EF4-FFF2-40B4-BE49-F238E27FC236}">
                <a16:creationId xmlns:a16="http://schemas.microsoft.com/office/drawing/2014/main" id="{9341F5DF-9994-D1BC-C238-EE53F97AC8DA}"/>
              </a:ext>
            </a:extLst>
          </p:cNvPr>
          <p:cNvGraphicFramePr/>
          <p:nvPr>
            <p:custDataLst>
              <p:tags r:id="rId13"/>
            </p:custDataLst>
            <p:extLst>
              <p:ext uri="{D42A27DB-BD31-4B8C-83A1-F6EECF244321}">
                <p14:modId xmlns:p14="http://schemas.microsoft.com/office/powerpoint/2010/main" val="766183806"/>
              </p:ext>
            </p:extLst>
          </p:nvPr>
        </p:nvGraphicFramePr>
        <p:xfrm>
          <a:off x="3572870" y="4351337"/>
          <a:ext cx="2714478" cy="2260600"/>
        </p:xfrm>
        <a:graphic>
          <a:graphicData uri="http://schemas.openxmlformats.org/drawingml/2006/chart">
            <c:chart xmlns:c="http://schemas.openxmlformats.org/drawingml/2006/chart" xmlns:r="http://schemas.openxmlformats.org/officeDocument/2006/relationships" r:id="rId17"/>
          </a:graphicData>
        </a:graphic>
      </p:graphicFrame>
      <p:sp>
        <p:nvSpPr>
          <p:cNvPr id="35" name="Rectangle 34">
            <a:extLst>
              <a:ext uri="{FF2B5EF4-FFF2-40B4-BE49-F238E27FC236}">
                <a16:creationId xmlns:a16="http://schemas.microsoft.com/office/drawing/2014/main" id="{1AA839C3-F1FF-7A08-8FEA-D55461D0EABE}"/>
              </a:ext>
            </a:extLst>
          </p:cNvPr>
          <p:cNvSpPr>
            <a:spLocks noGrp="1" noChangeArrowheads="1"/>
          </p:cNvSpPr>
          <p:nvPr>
            <p:custDataLst>
              <p:tags r:id="rId14"/>
            </p:custDataLst>
          </p:nvPr>
        </p:nvSpPr>
        <p:spPr bwMode="gray">
          <a:xfrm>
            <a:off x="4789369" y="4070350"/>
            <a:ext cx="247650" cy="182563"/>
          </a:xfrm>
          <a:prstGeom prst="rect">
            <a:avLst/>
          </a:prstGeom>
          <a:noFill/>
          <a:ln>
            <a:noFill/>
          </a:ln>
          <a:effectLst/>
        </p:spPr>
        <p:txBody>
          <a:bodyPr vert="horz" wrap="none" lIns="22225" tIns="0" rIns="22225" bIns="0" numCol="1" anchor="ctr" anchorCtr="0" compatLnSpc="1">
            <a:prstTxWarp prst="textNoShape">
              <a:avLst/>
            </a:prstTxWarp>
            <a:noAutofit/>
          </a:bodyPr>
          <a:lstStyle>
            <a:lvl1pPr marL="257175" indent="-257175" algn="r" rtl="1" eaLnBrk="0" fontAlgn="base" hangingPunct="0">
              <a:spcBef>
                <a:spcPct val="50000"/>
              </a:spcBef>
              <a:spcAft>
                <a:spcPct val="0"/>
              </a:spcAft>
              <a:buSzPct val="85000"/>
              <a:buFont typeface="Monotype Sorts" pitchFamily="2" charset="2"/>
              <a:defRPr sz="1200">
                <a:solidFill>
                  <a:schemeClr val="tx1"/>
                </a:solidFill>
                <a:latin typeface="+mn-lt"/>
                <a:ea typeface="+mn-ea"/>
                <a:cs typeface="+mn-cs"/>
              </a:defRPr>
            </a:lvl1pPr>
            <a:lvl2pPr marL="201216" indent="-200025" algn="r" rtl="1" eaLnBrk="0" fontAlgn="base" hangingPunct="0">
              <a:spcBef>
                <a:spcPct val="50000"/>
              </a:spcBef>
              <a:spcAft>
                <a:spcPct val="0"/>
              </a:spcAft>
              <a:buClr>
                <a:srgbClr val="752E6E"/>
              </a:buClr>
              <a:buSzPct val="85000"/>
              <a:buFont typeface="Monotype Sorts" pitchFamily="2" charset="2"/>
              <a:buChar char="n"/>
              <a:defRPr sz="1200">
                <a:solidFill>
                  <a:schemeClr val="tx1"/>
                </a:solidFill>
                <a:latin typeface="+mn-lt"/>
                <a:cs typeface="+mn-cs"/>
              </a:defRPr>
            </a:lvl2pPr>
            <a:lvl3pPr marL="403622" indent="-201216" algn="r" rtl="1" eaLnBrk="0" fontAlgn="base" hangingPunct="0">
              <a:spcBef>
                <a:spcPct val="50000"/>
              </a:spcBef>
              <a:spcAft>
                <a:spcPct val="0"/>
              </a:spcAft>
              <a:buClr>
                <a:schemeClr val="accent1"/>
              </a:buClr>
              <a:buChar char="•"/>
              <a:defRPr sz="1050">
                <a:solidFill>
                  <a:schemeClr val="tx1"/>
                </a:solidFill>
                <a:latin typeface="+mn-lt"/>
                <a:cs typeface="+mn-cs"/>
              </a:defRPr>
            </a:lvl3pPr>
            <a:lvl4pPr marL="608410" indent="-203597" algn="r" rtl="1" eaLnBrk="0" fontAlgn="base" hangingPunct="0">
              <a:spcBef>
                <a:spcPct val="50000"/>
              </a:spcBef>
              <a:spcAft>
                <a:spcPct val="0"/>
              </a:spcAft>
              <a:buClr>
                <a:schemeClr val="accent1"/>
              </a:buClr>
              <a:buFont typeface="Arial Unicode MS" pitchFamily="34" charset="-128"/>
              <a:buChar char="-"/>
              <a:defRPr sz="900">
                <a:solidFill>
                  <a:schemeClr val="tx1"/>
                </a:solidFill>
                <a:latin typeface="+mn-lt"/>
                <a:cs typeface="+mn-cs"/>
              </a:defRPr>
            </a:lvl4pPr>
            <a:lvl5pPr marL="1529954" indent="-217885" algn="l" rtl="0" eaLnBrk="0" fontAlgn="base" hangingPunct="0">
              <a:spcBef>
                <a:spcPct val="20000"/>
              </a:spcBef>
              <a:spcAft>
                <a:spcPct val="0"/>
              </a:spcAft>
              <a:buChar char="»"/>
              <a:defRPr>
                <a:solidFill>
                  <a:schemeClr val="tx1"/>
                </a:solidFill>
                <a:latin typeface="+mn-lt"/>
                <a:cs typeface="+mn-cs"/>
              </a:defRPr>
            </a:lvl5pPr>
            <a:lvl6pPr marL="1872854" indent="-217885" algn="l" rtl="0" fontAlgn="base">
              <a:spcBef>
                <a:spcPct val="20000"/>
              </a:spcBef>
              <a:spcAft>
                <a:spcPct val="0"/>
              </a:spcAft>
              <a:buChar char="»"/>
              <a:defRPr>
                <a:solidFill>
                  <a:schemeClr val="tx1"/>
                </a:solidFill>
                <a:latin typeface="+mn-lt"/>
                <a:cs typeface="+mn-cs"/>
              </a:defRPr>
            </a:lvl6pPr>
            <a:lvl7pPr marL="2215754" indent="-217885" algn="l" rtl="0" fontAlgn="base">
              <a:spcBef>
                <a:spcPct val="20000"/>
              </a:spcBef>
              <a:spcAft>
                <a:spcPct val="0"/>
              </a:spcAft>
              <a:buChar char="»"/>
              <a:defRPr>
                <a:solidFill>
                  <a:schemeClr val="tx1"/>
                </a:solidFill>
                <a:latin typeface="+mn-lt"/>
                <a:cs typeface="+mn-cs"/>
              </a:defRPr>
            </a:lvl7pPr>
            <a:lvl8pPr marL="2558654" indent="-217885" algn="l" rtl="0" fontAlgn="base">
              <a:spcBef>
                <a:spcPct val="20000"/>
              </a:spcBef>
              <a:spcAft>
                <a:spcPct val="0"/>
              </a:spcAft>
              <a:buChar char="»"/>
              <a:defRPr>
                <a:solidFill>
                  <a:schemeClr val="tx1"/>
                </a:solidFill>
                <a:latin typeface="+mn-lt"/>
                <a:cs typeface="+mn-cs"/>
              </a:defRPr>
            </a:lvl8pPr>
            <a:lvl9pPr marL="2901554" indent="-217885" algn="l" rtl="0" fontAlgn="base">
              <a:spcBef>
                <a:spcPct val="20000"/>
              </a:spcBef>
              <a:spcAft>
                <a:spcPct val="0"/>
              </a:spcAft>
              <a:buChar char="»"/>
              <a:defRPr>
                <a:solidFill>
                  <a:schemeClr val="tx1"/>
                </a:solidFill>
                <a:latin typeface="+mn-lt"/>
                <a:cs typeface="+mn-cs"/>
              </a:defRPr>
            </a:lvl9pPr>
          </a:lstStyle>
          <a:p>
            <a:pPr marL="0" lvl="0" indent="0" algn="ctr" rtl="0">
              <a:spcBef>
                <a:spcPct val="0"/>
              </a:spcBef>
            </a:pPr>
            <a:fld id="{DAFE6282-06E4-4627-B733-C70E9F32B21C}" type="datetime'''''''''''''''''''''''''''1''''''''''%'''''''''''''''">
              <a:rPr lang="en-US" altLang="en-US" kern="0" smtClean="0">
                <a:solidFill>
                  <a:schemeClr val="bg1">
                    <a:lumMod val="95000"/>
                  </a:schemeClr>
                </a:solidFill>
                <a:effectLst/>
                <a:cs typeface="+mj-cs"/>
              </a:rPr>
              <a:pPr/>
              <a:t>1%</a:t>
            </a:fld>
            <a:endParaRPr lang="en-US" altLang="en-US" kern="0" dirty="0">
              <a:solidFill>
                <a:schemeClr val="bg1">
                  <a:lumMod val="95000"/>
                </a:schemeClr>
              </a:solidFill>
              <a:cs typeface="+mj-cs"/>
            </a:endParaRPr>
          </a:p>
        </p:txBody>
      </p:sp>
      <p:sp>
        <p:nvSpPr>
          <p:cNvPr id="42" name="TextBox 41">
            <a:extLst>
              <a:ext uri="{FF2B5EF4-FFF2-40B4-BE49-F238E27FC236}">
                <a16:creationId xmlns:a16="http://schemas.microsoft.com/office/drawing/2014/main" id="{90C8E04B-D1F0-BFF5-6342-A0E0900D8D15}"/>
              </a:ext>
            </a:extLst>
          </p:cNvPr>
          <p:cNvSpPr txBox="1"/>
          <p:nvPr/>
        </p:nvSpPr>
        <p:spPr>
          <a:xfrm>
            <a:off x="171801" y="1325419"/>
            <a:ext cx="2068707" cy="225062"/>
          </a:xfrm>
          <a:prstGeom prst="rect">
            <a:avLst/>
          </a:prstGeom>
          <a:noFill/>
        </p:spPr>
        <p:txBody>
          <a:bodyPr wrap="square" lIns="0" tIns="0" rIns="0" bIns="0" rtlCol="1">
            <a:spAutoFit/>
          </a:bodyPr>
          <a:lstStyle/>
          <a:p>
            <a:pPr marL="285750" indent="-285750" algn="r" defTabSz="914377" rtl="1">
              <a:lnSpc>
                <a:spcPts val="1733"/>
              </a:lnSpc>
              <a:spcAft>
                <a:spcPts val="400"/>
              </a:spcAft>
              <a:buFont typeface="Wingdings" panose="05000000000000000000" pitchFamily="2" charset="2"/>
              <a:buChar char="q"/>
            </a:pPr>
            <a:r>
              <a:rPr lang="ar-LY" sz="1600" dirty="0">
                <a:solidFill>
                  <a:schemeClr val="bg1">
                    <a:lumMod val="95000"/>
                  </a:schemeClr>
                </a:solidFill>
                <a:latin typeface="Calibri" panose="020F0502020204030204" pitchFamily="34" charset="0"/>
                <a:ea typeface="Open Sans" pitchFamily="34" charset="0"/>
                <a:cs typeface="+mj-cs"/>
              </a:rPr>
              <a:t>اهم الانجازات</a:t>
            </a:r>
            <a:endParaRPr lang="en-US" sz="1600" dirty="0">
              <a:solidFill>
                <a:schemeClr val="bg1">
                  <a:lumMod val="95000"/>
                </a:schemeClr>
              </a:solidFill>
              <a:latin typeface="Calibri" panose="020F0502020204030204" pitchFamily="34" charset="0"/>
              <a:ea typeface="Open Sans" pitchFamily="34" charset="0"/>
              <a:cs typeface="+mj-cs"/>
            </a:endParaRPr>
          </a:p>
        </p:txBody>
      </p:sp>
      <p:sp>
        <p:nvSpPr>
          <p:cNvPr id="43" name="TextBox 42">
            <a:extLst>
              <a:ext uri="{FF2B5EF4-FFF2-40B4-BE49-F238E27FC236}">
                <a16:creationId xmlns:a16="http://schemas.microsoft.com/office/drawing/2014/main" id="{1D029077-6031-AE8A-8E3D-62F51B3057C8}"/>
              </a:ext>
            </a:extLst>
          </p:cNvPr>
          <p:cNvSpPr txBox="1"/>
          <p:nvPr/>
        </p:nvSpPr>
        <p:spPr>
          <a:xfrm>
            <a:off x="398257" y="1761109"/>
            <a:ext cx="2068707" cy="1133002"/>
          </a:xfrm>
          <a:prstGeom prst="rect">
            <a:avLst/>
          </a:prstGeom>
          <a:noFill/>
        </p:spPr>
        <p:txBody>
          <a:bodyPr wrap="square" lIns="0" tIns="0" rIns="0" bIns="0" rtlCol="1">
            <a:spAutoFit/>
          </a:bodyPr>
          <a:lstStyle/>
          <a:p>
            <a:pPr marL="171450" indent="-171450" algn="r" defTabSz="914377" rtl="1">
              <a:lnSpc>
                <a:spcPts val="1733"/>
              </a:lnSpc>
              <a:spcAft>
                <a:spcPts val="400"/>
              </a:spcAft>
              <a:buFont typeface="Wingdings" panose="05000000000000000000" pitchFamily="2" charset="2"/>
              <a:buChar char="§"/>
            </a:pPr>
            <a:r>
              <a:rPr lang="ar-LY" sz="1200" dirty="0">
                <a:solidFill>
                  <a:schemeClr val="bg1">
                    <a:lumMod val="95000"/>
                  </a:schemeClr>
                </a:solidFill>
                <a:latin typeface="Calibri" panose="020F0502020204030204" pitchFamily="34" charset="0"/>
                <a:ea typeface="Open Sans" pitchFamily="34" charset="0"/>
                <a:cs typeface="+mj-cs"/>
              </a:rPr>
              <a:t>افتتاح عدد 5 نقاط بيع تابعة لنظام الوكالة (الفرنشايز).</a:t>
            </a:r>
          </a:p>
          <a:p>
            <a:pPr marL="171450" indent="-171450" algn="r" defTabSz="914377" rtl="1">
              <a:lnSpc>
                <a:spcPts val="1733"/>
              </a:lnSpc>
              <a:spcAft>
                <a:spcPts val="400"/>
              </a:spcAft>
              <a:buFont typeface="Wingdings" panose="05000000000000000000" pitchFamily="2" charset="2"/>
              <a:buChar char="§"/>
            </a:pPr>
            <a:r>
              <a:rPr lang="ar-LY" sz="1200" dirty="0">
                <a:solidFill>
                  <a:schemeClr val="bg1">
                    <a:lumMod val="95000"/>
                  </a:schemeClr>
                </a:solidFill>
                <a:latin typeface="Calibri" panose="020F0502020204030204" pitchFamily="34" charset="0"/>
                <a:ea typeface="Open Sans" pitchFamily="34" charset="0"/>
                <a:cs typeface="+mj-cs"/>
              </a:rPr>
              <a:t>افتتاح مركز مبيعات الجفرة التابعة </a:t>
            </a:r>
            <a:r>
              <a:rPr lang="ar-SA" sz="1200" dirty="0">
                <a:solidFill>
                  <a:schemeClr val="bg1">
                    <a:lumMod val="95000"/>
                  </a:schemeClr>
                </a:solidFill>
                <a:latin typeface="Calibri" panose="020F0502020204030204" pitchFamily="34" charset="0"/>
                <a:ea typeface="Open Sans" pitchFamily="34" charset="0"/>
                <a:cs typeface="+mj-cs"/>
              </a:rPr>
              <a:t>فرع المنطقة الوسطى ب</a:t>
            </a:r>
            <a:r>
              <a:rPr lang="ar-LY" sz="1200" dirty="0">
                <a:solidFill>
                  <a:schemeClr val="bg1">
                    <a:lumMod val="95000"/>
                  </a:schemeClr>
                </a:solidFill>
                <a:latin typeface="Calibri" panose="020F0502020204030204" pitchFamily="34" charset="0"/>
                <a:ea typeface="Open Sans" pitchFamily="34" charset="0"/>
                <a:cs typeface="+mj-cs"/>
              </a:rPr>
              <a:t>لشركة لي</a:t>
            </a:r>
            <a:r>
              <a:rPr lang="ar-SA" sz="1200" dirty="0" err="1">
                <a:solidFill>
                  <a:schemeClr val="bg1">
                    <a:lumMod val="95000"/>
                  </a:schemeClr>
                </a:solidFill>
                <a:latin typeface="Calibri" panose="020F0502020204030204" pitchFamily="34" charset="0"/>
                <a:ea typeface="Open Sans" pitchFamily="34" charset="0"/>
                <a:cs typeface="+mj-cs"/>
              </a:rPr>
              <a:t>بيا</a:t>
            </a:r>
            <a:r>
              <a:rPr lang="ar-LY" sz="1200" dirty="0" err="1">
                <a:solidFill>
                  <a:schemeClr val="bg1">
                    <a:lumMod val="95000"/>
                  </a:schemeClr>
                </a:solidFill>
                <a:latin typeface="Calibri" panose="020F0502020204030204" pitchFamily="34" charset="0"/>
                <a:ea typeface="Open Sans" pitchFamily="34" charset="0"/>
                <a:cs typeface="+mj-cs"/>
              </a:rPr>
              <a:t>نا</a:t>
            </a:r>
            <a:r>
              <a:rPr lang="ar-LY" sz="1200" dirty="0">
                <a:solidFill>
                  <a:schemeClr val="bg1">
                    <a:lumMod val="95000"/>
                  </a:schemeClr>
                </a:solidFill>
                <a:latin typeface="Calibri" panose="020F0502020204030204" pitchFamily="34" charset="0"/>
                <a:ea typeface="Open Sans" pitchFamily="34" charset="0"/>
                <a:cs typeface="+mj-cs"/>
              </a:rPr>
              <a:t>.</a:t>
            </a:r>
          </a:p>
        </p:txBody>
      </p:sp>
      <p:cxnSp>
        <p:nvCxnSpPr>
          <p:cNvPr id="44" name="Straight Connector 43">
            <a:extLst>
              <a:ext uri="{FF2B5EF4-FFF2-40B4-BE49-F238E27FC236}">
                <a16:creationId xmlns:a16="http://schemas.microsoft.com/office/drawing/2014/main" id="{102921C9-EFF5-7691-609D-93A3A88427B6}"/>
              </a:ext>
            </a:extLst>
          </p:cNvPr>
          <p:cNvCxnSpPr>
            <a:cxnSpLocks/>
          </p:cNvCxnSpPr>
          <p:nvPr/>
        </p:nvCxnSpPr>
        <p:spPr bwMode="auto">
          <a:xfrm>
            <a:off x="2754046" y="1181369"/>
            <a:ext cx="813" cy="5138942"/>
          </a:xfrm>
          <a:prstGeom prst="line">
            <a:avLst/>
          </a:prstGeom>
          <a:solidFill>
            <a:schemeClr val="bg2"/>
          </a:solidFill>
          <a:ln w="9525" cap="flat" cmpd="sng" algn="ctr">
            <a:solidFill>
              <a:schemeClr val="hlink"/>
            </a:solidFill>
            <a:prstDash val="solid"/>
            <a:round/>
            <a:headEnd type="none" w="med" len="med"/>
            <a:tailEnd type="none" w="med" len="med"/>
          </a:ln>
          <a:effectLst/>
        </p:spPr>
      </p:cxnSp>
      <p:sp>
        <p:nvSpPr>
          <p:cNvPr id="45" name="TextBox 44">
            <a:extLst>
              <a:ext uri="{FF2B5EF4-FFF2-40B4-BE49-F238E27FC236}">
                <a16:creationId xmlns:a16="http://schemas.microsoft.com/office/drawing/2014/main" id="{52D72841-B9F8-6D57-5E69-0B8132A5CEF8}"/>
              </a:ext>
            </a:extLst>
          </p:cNvPr>
          <p:cNvSpPr txBox="1"/>
          <p:nvPr/>
        </p:nvSpPr>
        <p:spPr>
          <a:xfrm>
            <a:off x="9601575" y="1082092"/>
            <a:ext cx="2068707" cy="225062"/>
          </a:xfrm>
          <a:prstGeom prst="rect">
            <a:avLst/>
          </a:prstGeom>
          <a:noFill/>
        </p:spPr>
        <p:txBody>
          <a:bodyPr wrap="square" lIns="0" tIns="0" rIns="0" bIns="0" rtlCol="1">
            <a:spAutoFit/>
          </a:bodyPr>
          <a:lstStyle>
            <a:defPPr>
              <a:defRPr lang="en-US"/>
            </a:defPPr>
            <a:lvl1pPr marL="285750" indent="-285750" algn="r" defTabSz="914377" rtl="1">
              <a:lnSpc>
                <a:spcPts val="1733"/>
              </a:lnSpc>
              <a:spcAft>
                <a:spcPts val="400"/>
              </a:spcAft>
              <a:buFont typeface="Wingdings" panose="05000000000000000000" pitchFamily="2" charset="2"/>
              <a:buChar char="q"/>
              <a:defRPr sz="1600">
                <a:solidFill>
                  <a:srgbClr val="808080"/>
                </a:solidFill>
                <a:latin typeface="Calibri" panose="020F0502020204030204" pitchFamily="34" charset="0"/>
                <a:ea typeface="Open Sans" pitchFamily="34" charset="0"/>
                <a:cs typeface="Calibri" panose="020F0502020204030204" pitchFamily="34" charset="0"/>
              </a:defRPr>
            </a:lvl1pPr>
          </a:lstStyle>
          <a:p>
            <a:r>
              <a:rPr lang="ar-LY" dirty="0">
                <a:solidFill>
                  <a:schemeClr val="bg1">
                    <a:lumMod val="95000"/>
                  </a:schemeClr>
                </a:solidFill>
                <a:cs typeface="+mj-cs"/>
              </a:rPr>
              <a:t>المنطقة الشمالية</a:t>
            </a:r>
            <a:endParaRPr lang="en-US" dirty="0">
              <a:solidFill>
                <a:schemeClr val="bg1">
                  <a:lumMod val="95000"/>
                </a:schemeClr>
              </a:solidFill>
              <a:cs typeface="+mj-cs"/>
            </a:endParaRPr>
          </a:p>
        </p:txBody>
      </p:sp>
      <p:sp>
        <p:nvSpPr>
          <p:cNvPr id="46" name="TextBox 45">
            <a:extLst>
              <a:ext uri="{FF2B5EF4-FFF2-40B4-BE49-F238E27FC236}">
                <a16:creationId xmlns:a16="http://schemas.microsoft.com/office/drawing/2014/main" id="{6946D531-12FF-1B36-6353-87C450F08E6B}"/>
              </a:ext>
            </a:extLst>
          </p:cNvPr>
          <p:cNvSpPr txBox="1"/>
          <p:nvPr/>
        </p:nvSpPr>
        <p:spPr>
          <a:xfrm>
            <a:off x="7207365" y="1069228"/>
            <a:ext cx="2068707" cy="225062"/>
          </a:xfrm>
          <a:prstGeom prst="rect">
            <a:avLst/>
          </a:prstGeom>
          <a:noFill/>
        </p:spPr>
        <p:txBody>
          <a:bodyPr wrap="square" lIns="0" tIns="0" rIns="0" bIns="0" rtlCol="1">
            <a:spAutoFit/>
          </a:bodyPr>
          <a:lstStyle>
            <a:defPPr>
              <a:defRPr lang="en-US"/>
            </a:defPPr>
            <a:lvl1pPr marL="285750" indent="-285750" algn="r" defTabSz="914377" rtl="1">
              <a:lnSpc>
                <a:spcPts val="1733"/>
              </a:lnSpc>
              <a:spcAft>
                <a:spcPts val="400"/>
              </a:spcAft>
              <a:buFont typeface="Wingdings" panose="05000000000000000000" pitchFamily="2" charset="2"/>
              <a:buChar char="q"/>
              <a:defRPr sz="1600">
                <a:solidFill>
                  <a:srgbClr val="808080"/>
                </a:solidFill>
                <a:latin typeface="Calibri" panose="020F0502020204030204" pitchFamily="34" charset="0"/>
                <a:ea typeface="Open Sans" pitchFamily="34" charset="0"/>
                <a:cs typeface="Calibri" panose="020F0502020204030204" pitchFamily="34" charset="0"/>
              </a:defRPr>
            </a:lvl1pPr>
          </a:lstStyle>
          <a:p>
            <a:r>
              <a:rPr lang="ar-LY">
                <a:solidFill>
                  <a:schemeClr val="bg1">
                    <a:lumMod val="95000"/>
                  </a:schemeClr>
                </a:solidFill>
                <a:cs typeface="+mj-cs"/>
              </a:rPr>
              <a:t>المنطقة </a:t>
            </a:r>
            <a:r>
              <a:rPr lang="ar-LY" dirty="0">
                <a:solidFill>
                  <a:schemeClr val="bg1">
                    <a:lumMod val="95000"/>
                  </a:schemeClr>
                </a:solidFill>
                <a:cs typeface="+mj-cs"/>
              </a:rPr>
              <a:t>الشرقية</a:t>
            </a:r>
            <a:endParaRPr lang="en-US" dirty="0">
              <a:solidFill>
                <a:schemeClr val="bg1">
                  <a:lumMod val="95000"/>
                </a:schemeClr>
              </a:solidFill>
              <a:cs typeface="+mj-cs"/>
            </a:endParaRPr>
          </a:p>
        </p:txBody>
      </p:sp>
      <p:sp>
        <p:nvSpPr>
          <p:cNvPr id="47" name="TextBox 46">
            <a:extLst>
              <a:ext uri="{FF2B5EF4-FFF2-40B4-BE49-F238E27FC236}">
                <a16:creationId xmlns:a16="http://schemas.microsoft.com/office/drawing/2014/main" id="{8C037894-B0A7-5064-6ADC-CDE85246F2A3}"/>
              </a:ext>
            </a:extLst>
          </p:cNvPr>
          <p:cNvSpPr txBox="1"/>
          <p:nvPr/>
        </p:nvSpPr>
        <p:spPr>
          <a:xfrm>
            <a:off x="7176838" y="3678700"/>
            <a:ext cx="2068707" cy="225062"/>
          </a:xfrm>
          <a:prstGeom prst="rect">
            <a:avLst/>
          </a:prstGeom>
          <a:noFill/>
        </p:spPr>
        <p:txBody>
          <a:bodyPr wrap="square" lIns="0" tIns="0" rIns="0" bIns="0" rtlCol="1">
            <a:spAutoFit/>
          </a:bodyPr>
          <a:lstStyle>
            <a:defPPr>
              <a:defRPr lang="en-US"/>
            </a:defPPr>
            <a:lvl1pPr marL="285750" indent="-285750" algn="r" defTabSz="914377" rtl="1">
              <a:lnSpc>
                <a:spcPts val="1733"/>
              </a:lnSpc>
              <a:spcAft>
                <a:spcPts val="400"/>
              </a:spcAft>
              <a:buFont typeface="Wingdings" panose="05000000000000000000" pitchFamily="2" charset="2"/>
              <a:buChar char="q"/>
              <a:defRPr sz="1600">
                <a:solidFill>
                  <a:srgbClr val="808080"/>
                </a:solidFill>
                <a:latin typeface="Calibri" panose="020F0502020204030204" pitchFamily="34" charset="0"/>
                <a:ea typeface="Open Sans" pitchFamily="34" charset="0"/>
                <a:cs typeface="Calibri" panose="020F0502020204030204" pitchFamily="34" charset="0"/>
              </a:defRPr>
            </a:lvl1pPr>
          </a:lstStyle>
          <a:p>
            <a:r>
              <a:rPr lang="ar-LY" dirty="0">
                <a:solidFill>
                  <a:schemeClr val="bg1">
                    <a:lumMod val="95000"/>
                  </a:schemeClr>
                </a:solidFill>
                <a:cs typeface="+mj-cs"/>
              </a:rPr>
              <a:t>المنطقة الوسطى</a:t>
            </a:r>
            <a:endParaRPr lang="en-US" dirty="0">
              <a:solidFill>
                <a:schemeClr val="bg1">
                  <a:lumMod val="95000"/>
                </a:schemeClr>
              </a:solidFill>
              <a:cs typeface="+mj-cs"/>
            </a:endParaRPr>
          </a:p>
        </p:txBody>
      </p:sp>
      <p:sp>
        <p:nvSpPr>
          <p:cNvPr id="48" name="TextBox 47">
            <a:extLst>
              <a:ext uri="{FF2B5EF4-FFF2-40B4-BE49-F238E27FC236}">
                <a16:creationId xmlns:a16="http://schemas.microsoft.com/office/drawing/2014/main" id="{B6EADB01-0C76-273D-371D-2FF21D69B04F}"/>
              </a:ext>
            </a:extLst>
          </p:cNvPr>
          <p:cNvSpPr txBox="1"/>
          <p:nvPr/>
        </p:nvSpPr>
        <p:spPr>
          <a:xfrm>
            <a:off x="9668612" y="3676506"/>
            <a:ext cx="2068707" cy="225062"/>
          </a:xfrm>
          <a:prstGeom prst="rect">
            <a:avLst/>
          </a:prstGeom>
          <a:noFill/>
        </p:spPr>
        <p:txBody>
          <a:bodyPr wrap="square" lIns="0" tIns="0" rIns="0" bIns="0" rtlCol="1">
            <a:spAutoFit/>
          </a:bodyPr>
          <a:lstStyle>
            <a:defPPr>
              <a:defRPr lang="en-US"/>
            </a:defPPr>
            <a:lvl1pPr marL="285750" indent="-285750" algn="r" defTabSz="914377" rtl="1">
              <a:lnSpc>
                <a:spcPts val="1733"/>
              </a:lnSpc>
              <a:spcAft>
                <a:spcPts val="400"/>
              </a:spcAft>
              <a:buFont typeface="Wingdings" panose="05000000000000000000" pitchFamily="2" charset="2"/>
              <a:buChar char="q"/>
              <a:defRPr sz="1600">
                <a:solidFill>
                  <a:srgbClr val="808080"/>
                </a:solidFill>
                <a:latin typeface="Calibri" panose="020F0502020204030204" pitchFamily="34" charset="0"/>
                <a:ea typeface="Open Sans" pitchFamily="34" charset="0"/>
                <a:cs typeface="Calibri" panose="020F0502020204030204" pitchFamily="34" charset="0"/>
              </a:defRPr>
            </a:lvl1pPr>
          </a:lstStyle>
          <a:p>
            <a:r>
              <a:rPr lang="ar-LY" dirty="0">
                <a:solidFill>
                  <a:schemeClr val="bg1">
                    <a:lumMod val="95000"/>
                  </a:schemeClr>
                </a:solidFill>
                <a:cs typeface="+mj-cs"/>
              </a:rPr>
              <a:t>المنطقة الجنوبية</a:t>
            </a:r>
            <a:endParaRPr lang="en-US" dirty="0">
              <a:solidFill>
                <a:schemeClr val="bg1">
                  <a:lumMod val="95000"/>
                </a:schemeClr>
              </a:solidFill>
              <a:cs typeface="+mj-cs"/>
            </a:endParaRPr>
          </a:p>
        </p:txBody>
      </p:sp>
      <p:cxnSp>
        <p:nvCxnSpPr>
          <p:cNvPr id="49" name="Straight Connector 48">
            <a:extLst>
              <a:ext uri="{FF2B5EF4-FFF2-40B4-BE49-F238E27FC236}">
                <a16:creationId xmlns:a16="http://schemas.microsoft.com/office/drawing/2014/main" id="{62B1BF38-A9E0-5690-AC18-20BEF2F4FDBD}"/>
              </a:ext>
            </a:extLst>
          </p:cNvPr>
          <p:cNvCxnSpPr>
            <a:cxnSpLocks/>
          </p:cNvCxnSpPr>
          <p:nvPr/>
        </p:nvCxnSpPr>
        <p:spPr bwMode="auto">
          <a:xfrm>
            <a:off x="9702135" y="1185658"/>
            <a:ext cx="813" cy="5138942"/>
          </a:xfrm>
          <a:prstGeom prst="line">
            <a:avLst/>
          </a:prstGeom>
          <a:solidFill>
            <a:schemeClr val="bg2"/>
          </a:solidFill>
          <a:ln w="9525" cap="flat" cmpd="sng" algn="ctr">
            <a:solidFill>
              <a:schemeClr val="bg1"/>
            </a:solidFill>
            <a:prstDash val="solid"/>
            <a:round/>
            <a:headEnd type="none" w="med" len="med"/>
            <a:tailEnd type="none" w="med" len="med"/>
          </a:ln>
          <a:effectLst/>
        </p:spPr>
      </p:cxnSp>
      <p:cxnSp>
        <p:nvCxnSpPr>
          <p:cNvPr id="50" name="Straight Connector 49">
            <a:extLst>
              <a:ext uri="{FF2B5EF4-FFF2-40B4-BE49-F238E27FC236}">
                <a16:creationId xmlns:a16="http://schemas.microsoft.com/office/drawing/2014/main" id="{F0AEC304-0441-DA87-1084-120868E62330}"/>
              </a:ext>
            </a:extLst>
          </p:cNvPr>
          <p:cNvCxnSpPr>
            <a:cxnSpLocks/>
          </p:cNvCxnSpPr>
          <p:nvPr/>
        </p:nvCxnSpPr>
        <p:spPr bwMode="auto">
          <a:xfrm>
            <a:off x="9958190" y="3594100"/>
            <a:ext cx="2090338" cy="0"/>
          </a:xfrm>
          <a:prstGeom prst="line">
            <a:avLst/>
          </a:prstGeom>
          <a:solidFill>
            <a:schemeClr val="bg2"/>
          </a:solidFill>
          <a:ln w="9525" cap="flat" cmpd="sng" algn="ctr">
            <a:solidFill>
              <a:schemeClr val="bg1"/>
            </a:solidFill>
            <a:prstDash val="solid"/>
            <a:round/>
            <a:headEnd type="none" w="med" len="med"/>
            <a:tailEnd type="none" w="med" len="med"/>
          </a:ln>
          <a:effectLst/>
        </p:spPr>
      </p:cxnSp>
      <p:cxnSp>
        <p:nvCxnSpPr>
          <p:cNvPr id="51" name="Straight Connector 50">
            <a:extLst>
              <a:ext uri="{FF2B5EF4-FFF2-40B4-BE49-F238E27FC236}">
                <a16:creationId xmlns:a16="http://schemas.microsoft.com/office/drawing/2014/main" id="{0A494DA1-1FC0-C9E6-CABF-A89F8E4E3F54}"/>
              </a:ext>
            </a:extLst>
          </p:cNvPr>
          <p:cNvCxnSpPr>
            <a:cxnSpLocks/>
          </p:cNvCxnSpPr>
          <p:nvPr/>
        </p:nvCxnSpPr>
        <p:spPr bwMode="auto">
          <a:xfrm>
            <a:off x="7418167" y="3594100"/>
            <a:ext cx="2090338" cy="0"/>
          </a:xfrm>
          <a:prstGeom prst="line">
            <a:avLst/>
          </a:prstGeom>
          <a:solidFill>
            <a:schemeClr val="bg2"/>
          </a:solidFill>
          <a:ln w="9525" cap="flat" cmpd="sng" algn="ctr">
            <a:solidFill>
              <a:schemeClr val="bg1"/>
            </a:solidFill>
            <a:prstDash val="solid"/>
            <a:round/>
            <a:headEnd type="none" w="med" len="med"/>
            <a:tailEnd type="none" w="med" len="med"/>
          </a:ln>
          <a:effectLst/>
        </p:spPr>
      </p:cxnSp>
      <p:sp>
        <p:nvSpPr>
          <p:cNvPr id="53" name="TextBox 52">
            <a:extLst>
              <a:ext uri="{FF2B5EF4-FFF2-40B4-BE49-F238E27FC236}">
                <a16:creationId xmlns:a16="http://schemas.microsoft.com/office/drawing/2014/main" id="{61135F9D-68BE-43DA-9FAE-6A8B7D8026CF}"/>
              </a:ext>
            </a:extLst>
          </p:cNvPr>
          <p:cNvSpPr txBox="1"/>
          <p:nvPr/>
        </p:nvSpPr>
        <p:spPr>
          <a:xfrm>
            <a:off x="2977500" y="4521398"/>
            <a:ext cx="1093914" cy="307777"/>
          </a:xfrm>
          <a:prstGeom prst="rect">
            <a:avLst/>
          </a:prstGeom>
          <a:noFill/>
        </p:spPr>
        <p:txBody>
          <a:bodyPr wrap="square" rtlCol="0">
            <a:spAutoFit/>
          </a:bodyPr>
          <a:lstStyle/>
          <a:p>
            <a:r>
              <a:rPr lang="ar-LY" sz="1400" dirty="0">
                <a:solidFill>
                  <a:schemeClr val="bg1"/>
                </a:solidFill>
              </a:rPr>
              <a:t>شحن الكتروني</a:t>
            </a:r>
            <a:endParaRPr lang="en-US" sz="1400" dirty="0">
              <a:solidFill>
                <a:schemeClr val="bg1"/>
              </a:solidFill>
            </a:endParaRPr>
          </a:p>
        </p:txBody>
      </p:sp>
      <p:sp>
        <p:nvSpPr>
          <p:cNvPr id="54" name="TextBox 53">
            <a:extLst>
              <a:ext uri="{FF2B5EF4-FFF2-40B4-BE49-F238E27FC236}">
                <a16:creationId xmlns:a16="http://schemas.microsoft.com/office/drawing/2014/main" id="{864EAB8C-DC76-6B22-6DCE-00D0DAB2B1A7}"/>
              </a:ext>
            </a:extLst>
          </p:cNvPr>
          <p:cNvSpPr txBox="1"/>
          <p:nvPr/>
        </p:nvSpPr>
        <p:spPr>
          <a:xfrm>
            <a:off x="5963558" y="4737700"/>
            <a:ext cx="1093914" cy="307777"/>
          </a:xfrm>
          <a:prstGeom prst="rect">
            <a:avLst/>
          </a:prstGeom>
          <a:noFill/>
        </p:spPr>
        <p:txBody>
          <a:bodyPr wrap="square" rtlCol="0">
            <a:spAutoFit/>
          </a:bodyPr>
          <a:lstStyle/>
          <a:p>
            <a:r>
              <a:rPr lang="ar-LY" sz="1400" dirty="0">
                <a:solidFill>
                  <a:schemeClr val="bg1"/>
                </a:solidFill>
              </a:rPr>
              <a:t>بطاقات تعبئة</a:t>
            </a:r>
            <a:endParaRPr lang="en-US" sz="1400" dirty="0">
              <a:solidFill>
                <a:schemeClr val="bg1"/>
              </a:solidFill>
            </a:endParaRPr>
          </a:p>
        </p:txBody>
      </p:sp>
      <p:sp>
        <p:nvSpPr>
          <p:cNvPr id="55" name="TextBox 54">
            <a:extLst>
              <a:ext uri="{FF2B5EF4-FFF2-40B4-BE49-F238E27FC236}">
                <a16:creationId xmlns:a16="http://schemas.microsoft.com/office/drawing/2014/main" id="{D2BFE7FC-718D-9DA5-1923-C11A96D4F4CC}"/>
              </a:ext>
            </a:extLst>
          </p:cNvPr>
          <p:cNvSpPr txBox="1"/>
          <p:nvPr/>
        </p:nvSpPr>
        <p:spPr>
          <a:xfrm>
            <a:off x="5064161" y="4055368"/>
            <a:ext cx="1299766" cy="307777"/>
          </a:xfrm>
          <a:prstGeom prst="rect">
            <a:avLst/>
          </a:prstGeom>
          <a:noFill/>
        </p:spPr>
        <p:txBody>
          <a:bodyPr wrap="square" rtlCol="0">
            <a:spAutoFit/>
          </a:bodyPr>
          <a:lstStyle/>
          <a:p>
            <a:r>
              <a:rPr lang="ar-LY" sz="1400" dirty="0">
                <a:solidFill>
                  <a:schemeClr val="bg1"/>
                </a:solidFill>
              </a:rPr>
              <a:t>معاملات تجارية</a:t>
            </a:r>
            <a:endParaRPr lang="en-US" sz="1400" dirty="0">
              <a:solidFill>
                <a:schemeClr val="bg1"/>
              </a:solidFill>
            </a:endParaRPr>
          </a:p>
        </p:txBody>
      </p:sp>
    </p:spTree>
    <p:extLst>
      <p:ext uri="{BB962C8B-B14F-4D97-AF65-F5344CB8AC3E}">
        <p14:creationId xmlns:p14="http://schemas.microsoft.com/office/powerpoint/2010/main" val="6122305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bg>
      <p:bgPr>
        <a:gradFill flip="none" rotWithShape="1">
          <a:gsLst>
            <a:gs pos="55000">
              <a:srgbClr val="990099"/>
            </a:gs>
            <a:gs pos="100000">
              <a:schemeClr val="accent2">
                <a:lumMod val="89000"/>
              </a:schemeClr>
            </a:gs>
            <a:gs pos="100000">
              <a:schemeClr val="accent2">
                <a:lumMod val="75000"/>
              </a:schemeClr>
            </a:gs>
            <a:gs pos="97000">
              <a:schemeClr val="accent2">
                <a:lumMod val="70000"/>
              </a:scheme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2" name="Google Shape;2220;p25">
            <a:extLst>
              <a:ext uri="{FF2B5EF4-FFF2-40B4-BE49-F238E27FC236}">
                <a16:creationId xmlns:a16="http://schemas.microsoft.com/office/drawing/2014/main" id="{4CE10D6E-DF0A-1F54-85FC-504C6E174FBB}"/>
              </a:ext>
            </a:extLst>
          </p:cNvPr>
          <p:cNvSpPr txBox="1"/>
          <p:nvPr/>
        </p:nvSpPr>
        <p:spPr>
          <a:xfrm>
            <a:off x="106768" y="5269168"/>
            <a:ext cx="2353600" cy="347600"/>
          </a:xfrm>
          <a:prstGeom prst="rect">
            <a:avLst/>
          </a:prstGeom>
          <a:noFill/>
          <a:ln>
            <a:noFill/>
          </a:ln>
        </p:spPr>
        <p:txBody>
          <a:bodyPr spcFirstLastPara="1" wrap="square" lIns="121900" tIns="121900" rIns="121900" bIns="121900" anchor="ctr" anchorCtr="0">
            <a:noAutofit/>
          </a:bodyPr>
          <a:lstStyle/>
          <a:p>
            <a:pPr algn="ctr"/>
            <a:r>
              <a:rPr lang="ar-LY" sz="1600" b="1" dirty="0">
                <a:solidFill>
                  <a:schemeClr val="bg1"/>
                </a:solidFill>
                <a:latin typeface="Tajawal ExtraBold" panose="00000800000000000000" pitchFamily="2" charset="-78"/>
                <a:ea typeface="Fira Sans Medium"/>
                <a:cs typeface="Tajawal ExtraBold" panose="00000800000000000000" pitchFamily="2" charset="-78"/>
                <a:sym typeface="Fira Sans Medium"/>
              </a:rPr>
              <a:t>المكالمات</a:t>
            </a:r>
            <a:r>
              <a:rPr lang="ar-LY" sz="1600" dirty="0">
                <a:solidFill>
                  <a:schemeClr val="bg1"/>
                </a:solidFill>
                <a:latin typeface="Fira Sans Medium"/>
                <a:ea typeface="Fira Sans Medium"/>
                <a:sym typeface="Fira Sans Medium"/>
              </a:rPr>
              <a:t> </a:t>
            </a:r>
            <a:r>
              <a:rPr lang="ar-LY" sz="1600" b="1" dirty="0">
                <a:solidFill>
                  <a:schemeClr val="bg1"/>
                </a:solidFill>
                <a:latin typeface="Arial" panose="020B0604020202020204" pitchFamily="34" charset="0"/>
                <a:cs typeface="Arial" panose="020B0604020202020204" pitchFamily="34" charset="0"/>
                <a:sym typeface="Fira Sans Medium"/>
              </a:rPr>
              <a:t>الصوتية</a:t>
            </a:r>
          </a:p>
        </p:txBody>
      </p:sp>
      <p:sp>
        <p:nvSpPr>
          <p:cNvPr id="3" name="Google Shape;2221;p25">
            <a:extLst>
              <a:ext uri="{FF2B5EF4-FFF2-40B4-BE49-F238E27FC236}">
                <a16:creationId xmlns:a16="http://schemas.microsoft.com/office/drawing/2014/main" id="{670F3D57-584E-0F78-DF54-2C3743E81503}"/>
              </a:ext>
            </a:extLst>
          </p:cNvPr>
          <p:cNvSpPr txBox="1"/>
          <p:nvPr/>
        </p:nvSpPr>
        <p:spPr>
          <a:xfrm>
            <a:off x="73636" y="5658471"/>
            <a:ext cx="2353600" cy="473600"/>
          </a:xfrm>
          <a:prstGeom prst="rect">
            <a:avLst/>
          </a:prstGeom>
          <a:noFill/>
          <a:ln>
            <a:noFill/>
          </a:ln>
        </p:spPr>
        <p:txBody>
          <a:bodyPr spcFirstLastPara="1" wrap="square" lIns="121900" tIns="121900" rIns="121900" bIns="121900" anchor="ctr" anchorCtr="0">
            <a:noAutofit/>
          </a:bodyPr>
          <a:lstStyle/>
          <a:p>
            <a:pPr algn="ctr"/>
            <a:r>
              <a:rPr lang="ar-LY" sz="1600" dirty="0">
                <a:solidFill>
                  <a:schemeClr val="bg1"/>
                </a:solidFill>
                <a:latin typeface="Fira Sans"/>
                <a:ea typeface="Fira Sans"/>
                <a:sym typeface="Fira Sans"/>
              </a:rPr>
              <a:t>الايراد الكلي</a:t>
            </a:r>
          </a:p>
          <a:p>
            <a:pPr algn="ctr"/>
            <a:r>
              <a:rPr lang="en-US" sz="1800" b="0" i="0" u="none" strike="noStrike" dirty="0">
                <a:solidFill>
                  <a:schemeClr val="bg1"/>
                </a:solidFill>
                <a:effectLst/>
                <a:latin typeface="Calibri" panose="020F0502020204030204" pitchFamily="34" charset="0"/>
              </a:rPr>
              <a:t>97,930.558</a:t>
            </a:r>
            <a:r>
              <a:rPr lang="en-US" sz="1600" dirty="0">
                <a:solidFill>
                  <a:schemeClr val="bg1"/>
                </a:solidFill>
              </a:rPr>
              <a:t> </a:t>
            </a:r>
            <a:r>
              <a:rPr lang="ar-LY" sz="1600" dirty="0">
                <a:solidFill>
                  <a:schemeClr val="bg1"/>
                </a:solidFill>
                <a:latin typeface="Fira Sans"/>
                <a:ea typeface="Fira Sans"/>
                <a:sym typeface="Fira Sans"/>
              </a:rPr>
              <a:t> د.ل.</a:t>
            </a:r>
          </a:p>
        </p:txBody>
      </p:sp>
      <p:sp>
        <p:nvSpPr>
          <p:cNvPr id="5" name="Google Shape;2222;p25">
            <a:extLst>
              <a:ext uri="{FF2B5EF4-FFF2-40B4-BE49-F238E27FC236}">
                <a16:creationId xmlns:a16="http://schemas.microsoft.com/office/drawing/2014/main" id="{E1D86A1B-C962-D517-7109-9370BF9B2B56}"/>
              </a:ext>
            </a:extLst>
          </p:cNvPr>
          <p:cNvSpPr txBox="1"/>
          <p:nvPr/>
        </p:nvSpPr>
        <p:spPr>
          <a:xfrm>
            <a:off x="6677695" y="4210034"/>
            <a:ext cx="2353600" cy="347600"/>
          </a:xfrm>
          <a:prstGeom prst="rect">
            <a:avLst/>
          </a:prstGeom>
          <a:noFill/>
          <a:ln>
            <a:noFill/>
          </a:ln>
        </p:spPr>
        <p:txBody>
          <a:bodyPr spcFirstLastPara="1" wrap="square" lIns="121900" tIns="121900" rIns="121900" bIns="121900" anchor="ctr" anchorCtr="0">
            <a:noAutofit/>
          </a:bodyPr>
          <a:lstStyle/>
          <a:p>
            <a:pPr algn="ctr"/>
            <a:r>
              <a:rPr lang="ar-LY" sz="1600" b="1" dirty="0">
                <a:solidFill>
                  <a:schemeClr val="bg1"/>
                </a:solidFill>
                <a:cs typeface="Tajawal ExtraBold" panose="00000800000000000000" pitchFamily="2" charset="-78"/>
                <a:sym typeface="Fira Sans Medium"/>
              </a:rPr>
              <a:t>عدد الشركات</a:t>
            </a:r>
            <a:endParaRPr sz="1600" b="1" dirty="0">
              <a:solidFill>
                <a:schemeClr val="bg1"/>
              </a:solidFill>
              <a:cs typeface="Tajawal ExtraBold" panose="00000800000000000000" pitchFamily="2" charset="-78"/>
              <a:sym typeface="Fira Sans Medium"/>
            </a:endParaRPr>
          </a:p>
        </p:txBody>
      </p:sp>
      <p:sp>
        <p:nvSpPr>
          <p:cNvPr id="6" name="Google Shape;2223;p25">
            <a:extLst>
              <a:ext uri="{FF2B5EF4-FFF2-40B4-BE49-F238E27FC236}">
                <a16:creationId xmlns:a16="http://schemas.microsoft.com/office/drawing/2014/main" id="{A14733BD-2FFC-F242-CD1C-6DB29D8386A9}"/>
              </a:ext>
            </a:extLst>
          </p:cNvPr>
          <p:cNvSpPr txBox="1"/>
          <p:nvPr/>
        </p:nvSpPr>
        <p:spPr>
          <a:xfrm>
            <a:off x="6654358" y="4482806"/>
            <a:ext cx="2353600" cy="726284"/>
          </a:xfrm>
          <a:prstGeom prst="rect">
            <a:avLst/>
          </a:prstGeom>
          <a:noFill/>
          <a:ln>
            <a:noFill/>
          </a:ln>
        </p:spPr>
        <p:txBody>
          <a:bodyPr spcFirstLastPara="1" wrap="square" lIns="121900" tIns="121900" rIns="121900" bIns="121900" anchor="ctr" anchorCtr="0">
            <a:noAutofit/>
          </a:bodyPr>
          <a:lstStyle/>
          <a:p>
            <a:pPr algn="ctr"/>
            <a:r>
              <a:rPr lang="en-US" sz="1600" b="1" dirty="0">
                <a:solidFill>
                  <a:schemeClr val="bg1"/>
                </a:solidFill>
                <a:latin typeface="Fira Sans"/>
                <a:ea typeface="Fira Sans"/>
                <a:sym typeface="Fira Sans"/>
              </a:rPr>
              <a:t>2808</a:t>
            </a:r>
            <a:endParaRPr lang="ar-SA" sz="1600" b="1" dirty="0">
              <a:solidFill>
                <a:schemeClr val="bg1"/>
              </a:solidFill>
              <a:latin typeface="Fira Sans"/>
              <a:ea typeface="Fira Sans"/>
              <a:sym typeface="Fira Sans"/>
            </a:endParaRPr>
          </a:p>
          <a:p>
            <a:pPr algn="ctr"/>
            <a:r>
              <a:rPr lang="ar-LY" sz="1600" dirty="0">
                <a:solidFill>
                  <a:schemeClr val="bg1"/>
                </a:solidFill>
                <a:latin typeface="Fira Sans"/>
                <a:ea typeface="Fira Sans"/>
                <a:sym typeface="Fira Sans"/>
              </a:rPr>
              <a:t>جهة ومؤسسة</a:t>
            </a:r>
            <a:endParaRPr lang="ar-SA" sz="1600" dirty="0">
              <a:solidFill>
                <a:schemeClr val="bg1"/>
              </a:solidFill>
              <a:latin typeface="Fira Sans"/>
              <a:ea typeface="Fira Sans"/>
              <a:sym typeface="Fira Sans"/>
            </a:endParaRPr>
          </a:p>
        </p:txBody>
      </p:sp>
      <p:sp>
        <p:nvSpPr>
          <p:cNvPr id="7" name="Google Shape;2224;p25">
            <a:extLst>
              <a:ext uri="{FF2B5EF4-FFF2-40B4-BE49-F238E27FC236}">
                <a16:creationId xmlns:a16="http://schemas.microsoft.com/office/drawing/2014/main" id="{B594550D-85B8-23E7-001D-2F87927149C5}"/>
              </a:ext>
            </a:extLst>
          </p:cNvPr>
          <p:cNvSpPr txBox="1"/>
          <p:nvPr/>
        </p:nvSpPr>
        <p:spPr>
          <a:xfrm>
            <a:off x="3161596" y="4103761"/>
            <a:ext cx="2353600" cy="347600"/>
          </a:xfrm>
          <a:prstGeom prst="rect">
            <a:avLst/>
          </a:prstGeom>
          <a:noFill/>
          <a:ln>
            <a:noFill/>
          </a:ln>
        </p:spPr>
        <p:txBody>
          <a:bodyPr spcFirstLastPara="1" wrap="square" lIns="121900" tIns="121900" rIns="121900" bIns="121900" anchor="ctr" anchorCtr="0">
            <a:noAutofit/>
          </a:bodyPr>
          <a:lstStyle/>
          <a:p>
            <a:pPr algn="ctr"/>
            <a:r>
              <a:rPr lang="ar-LY" sz="1600" b="1" dirty="0">
                <a:solidFill>
                  <a:schemeClr val="bg1"/>
                </a:solidFill>
                <a:latin typeface="Arial" panose="020B0604020202020204" pitchFamily="34" charset="0"/>
                <a:ea typeface="Fira Sans Medium"/>
                <a:cs typeface="Arial" panose="020B0604020202020204" pitchFamily="34" charset="0"/>
                <a:sym typeface="Fira Sans Medium"/>
              </a:rPr>
              <a:t>الانترنت</a:t>
            </a:r>
            <a:endParaRPr sz="1600" b="1" dirty="0">
              <a:solidFill>
                <a:schemeClr val="bg1"/>
              </a:solidFill>
              <a:latin typeface="Arial" panose="020B0604020202020204" pitchFamily="34" charset="0"/>
              <a:ea typeface="Fira Sans Medium"/>
              <a:cs typeface="Arial" panose="020B0604020202020204" pitchFamily="34" charset="0"/>
              <a:sym typeface="Fira Sans Medium"/>
            </a:endParaRPr>
          </a:p>
        </p:txBody>
      </p:sp>
      <p:sp>
        <p:nvSpPr>
          <p:cNvPr id="8" name="Google Shape;2225;p25">
            <a:extLst>
              <a:ext uri="{FF2B5EF4-FFF2-40B4-BE49-F238E27FC236}">
                <a16:creationId xmlns:a16="http://schemas.microsoft.com/office/drawing/2014/main" id="{958C7D2B-2CE3-67B9-1F4F-091B822F8F5F}"/>
              </a:ext>
            </a:extLst>
          </p:cNvPr>
          <p:cNvSpPr txBox="1"/>
          <p:nvPr/>
        </p:nvSpPr>
        <p:spPr>
          <a:xfrm>
            <a:off x="3143004" y="4418930"/>
            <a:ext cx="2353600" cy="473600"/>
          </a:xfrm>
          <a:prstGeom prst="rect">
            <a:avLst/>
          </a:prstGeom>
          <a:noFill/>
          <a:ln>
            <a:noFill/>
          </a:ln>
        </p:spPr>
        <p:txBody>
          <a:bodyPr spcFirstLastPara="1" wrap="square" lIns="121900" tIns="121900" rIns="121900" bIns="121900" anchor="ctr" anchorCtr="0">
            <a:noAutofit/>
          </a:bodyPr>
          <a:lstStyle/>
          <a:p>
            <a:pPr algn="ctr"/>
            <a:r>
              <a:rPr lang="ar-LY" sz="1600" dirty="0">
                <a:solidFill>
                  <a:schemeClr val="bg1"/>
                </a:solidFill>
                <a:latin typeface="Fira Sans"/>
                <a:ea typeface="Fira Sans"/>
                <a:sym typeface="Fira Sans"/>
              </a:rPr>
              <a:t>الايراد الكلي</a:t>
            </a:r>
          </a:p>
          <a:p>
            <a:pPr algn="ctr"/>
            <a:r>
              <a:rPr lang="en-US" dirty="0">
                <a:solidFill>
                  <a:schemeClr val="bg1"/>
                </a:solidFill>
                <a:latin typeface="Calibri" panose="020F0502020204030204" pitchFamily="34" charset="0"/>
              </a:rPr>
              <a:t>405,169.665</a:t>
            </a:r>
            <a:r>
              <a:rPr lang="ar-LY" sz="1600" dirty="0">
                <a:solidFill>
                  <a:schemeClr val="bg1"/>
                </a:solidFill>
                <a:latin typeface="Fira Sans"/>
                <a:ea typeface="Fira Sans"/>
                <a:sym typeface="Fira Sans"/>
              </a:rPr>
              <a:t>د.ل. </a:t>
            </a:r>
          </a:p>
        </p:txBody>
      </p:sp>
      <p:sp>
        <p:nvSpPr>
          <p:cNvPr id="9" name="Google Shape;2226;p25">
            <a:extLst>
              <a:ext uri="{FF2B5EF4-FFF2-40B4-BE49-F238E27FC236}">
                <a16:creationId xmlns:a16="http://schemas.microsoft.com/office/drawing/2014/main" id="{6951E25B-204A-AF91-4D92-FDC79301472B}"/>
              </a:ext>
            </a:extLst>
          </p:cNvPr>
          <p:cNvSpPr txBox="1"/>
          <p:nvPr/>
        </p:nvSpPr>
        <p:spPr>
          <a:xfrm>
            <a:off x="9939909" y="5365598"/>
            <a:ext cx="2353600" cy="347600"/>
          </a:xfrm>
          <a:prstGeom prst="rect">
            <a:avLst/>
          </a:prstGeom>
          <a:noFill/>
          <a:ln>
            <a:noFill/>
          </a:ln>
        </p:spPr>
        <p:txBody>
          <a:bodyPr spcFirstLastPara="1" wrap="square" lIns="121900" tIns="121900" rIns="121900" bIns="121900" anchor="ctr" anchorCtr="0">
            <a:noAutofit/>
          </a:bodyPr>
          <a:lstStyle/>
          <a:p>
            <a:pPr algn="ctr"/>
            <a:endParaRPr sz="1600" b="1" dirty="0">
              <a:solidFill>
                <a:schemeClr val="bg1"/>
              </a:solidFill>
              <a:latin typeface="Tajawal ExtraBold" panose="00000800000000000000" pitchFamily="2" charset="-78"/>
              <a:ea typeface="Fira Sans Medium"/>
              <a:cs typeface="Tajawal ExtraBold" panose="00000800000000000000" pitchFamily="2" charset="-78"/>
              <a:sym typeface="Fira Sans Medium"/>
            </a:endParaRPr>
          </a:p>
        </p:txBody>
      </p:sp>
      <p:sp>
        <p:nvSpPr>
          <p:cNvPr id="10" name="Google Shape;2231;p25">
            <a:extLst>
              <a:ext uri="{FF2B5EF4-FFF2-40B4-BE49-F238E27FC236}">
                <a16:creationId xmlns:a16="http://schemas.microsoft.com/office/drawing/2014/main" id="{13B7B468-63D0-2527-4E40-D75AA9FF4B60}"/>
              </a:ext>
            </a:extLst>
          </p:cNvPr>
          <p:cNvSpPr/>
          <p:nvPr/>
        </p:nvSpPr>
        <p:spPr>
          <a:xfrm>
            <a:off x="3798711" y="2808209"/>
            <a:ext cx="1008502" cy="1009705"/>
          </a:xfrm>
          <a:custGeom>
            <a:avLst/>
            <a:gdLst/>
            <a:ahLst/>
            <a:cxnLst/>
            <a:rect l="l" t="t" r="r" b="b"/>
            <a:pathLst>
              <a:path w="25970" h="26001" extrusionOk="0">
                <a:moveTo>
                  <a:pt x="12985" y="0"/>
                </a:moveTo>
                <a:cubicBezTo>
                  <a:pt x="5796" y="0"/>
                  <a:pt x="1" y="5827"/>
                  <a:pt x="1" y="12985"/>
                </a:cubicBezTo>
                <a:cubicBezTo>
                  <a:pt x="1" y="20173"/>
                  <a:pt x="5796" y="26000"/>
                  <a:pt x="12985" y="26000"/>
                </a:cubicBezTo>
                <a:cubicBezTo>
                  <a:pt x="20142" y="26000"/>
                  <a:pt x="25969" y="20173"/>
                  <a:pt x="25969" y="12985"/>
                </a:cubicBezTo>
                <a:cubicBezTo>
                  <a:pt x="25969" y="5827"/>
                  <a:pt x="20142" y="0"/>
                  <a:pt x="12985" y="0"/>
                </a:cubicBezTo>
                <a:close/>
              </a:path>
            </a:pathLst>
          </a:custGeom>
          <a:solidFill>
            <a:schemeClr val="tx2"/>
          </a:solidFill>
          <a:ln>
            <a:solidFill>
              <a:schemeClr val="bg1"/>
            </a:solidFill>
          </a:ln>
        </p:spPr>
        <p:txBody>
          <a:bodyPr spcFirstLastPara="1" wrap="square" lIns="121900" tIns="121900" rIns="121900" bIns="121900" anchor="ctr" anchorCtr="0">
            <a:noAutofit/>
          </a:bodyPr>
          <a:lstStyle/>
          <a:p>
            <a:endParaRPr sz="2400">
              <a:solidFill>
                <a:schemeClr val="bg1"/>
              </a:solidFill>
            </a:endParaRPr>
          </a:p>
        </p:txBody>
      </p:sp>
      <p:sp>
        <p:nvSpPr>
          <p:cNvPr id="12" name="Google Shape;2232;p25">
            <a:extLst>
              <a:ext uri="{FF2B5EF4-FFF2-40B4-BE49-F238E27FC236}">
                <a16:creationId xmlns:a16="http://schemas.microsoft.com/office/drawing/2014/main" id="{4A8CC016-647C-2091-D254-E049DEE5FF6B}"/>
              </a:ext>
            </a:extLst>
          </p:cNvPr>
          <p:cNvSpPr/>
          <p:nvPr/>
        </p:nvSpPr>
        <p:spPr>
          <a:xfrm>
            <a:off x="3820846" y="2830344"/>
            <a:ext cx="964232" cy="965435"/>
          </a:xfrm>
          <a:custGeom>
            <a:avLst/>
            <a:gdLst/>
            <a:ahLst/>
            <a:cxnLst/>
            <a:rect l="l" t="t" r="r" b="b"/>
            <a:pathLst>
              <a:path w="24830" h="24861" extrusionOk="0">
                <a:moveTo>
                  <a:pt x="12415" y="0"/>
                </a:moveTo>
                <a:cubicBezTo>
                  <a:pt x="5543" y="0"/>
                  <a:pt x="1" y="5542"/>
                  <a:pt x="1" y="12415"/>
                </a:cubicBezTo>
                <a:cubicBezTo>
                  <a:pt x="1" y="19287"/>
                  <a:pt x="5543" y="24860"/>
                  <a:pt x="12415" y="24860"/>
                </a:cubicBezTo>
                <a:cubicBezTo>
                  <a:pt x="19256" y="24860"/>
                  <a:pt x="24829" y="19287"/>
                  <a:pt x="24829" y="12415"/>
                </a:cubicBezTo>
                <a:cubicBezTo>
                  <a:pt x="24829" y="5542"/>
                  <a:pt x="19256" y="0"/>
                  <a:pt x="12415" y="0"/>
                </a:cubicBezTo>
                <a:close/>
              </a:path>
            </a:pathLst>
          </a:custGeom>
          <a:solidFill>
            <a:srgbClr val="FFFFFF"/>
          </a:solidFill>
          <a:ln>
            <a:solidFill>
              <a:schemeClr val="bg1"/>
            </a:solidFill>
          </a:ln>
        </p:spPr>
        <p:txBody>
          <a:bodyPr spcFirstLastPara="1" wrap="square" lIns="121900" tIns="121900" rIns="121900" bIns="121900" anchor="ctr" anchorCtr="0">
            <a:noAutofit/>
          </a:bodyPr>
          <a:lstStyle/>
          <a:p>
            <a:endParaRPr sz="2400">
              <a:solidFill>
                <a:schemeClr val="bg1"/>
              </a:solidFill>
            </a:endParaRPr>
          </a:p>
        </p:txBody>
      </p:sp>
      <p:sp>
        <p:nvSpPr>
          <p:cNvPr id="13" name="Google Shape;2233;p25">
            <a:extLst>
              <a:ext uri="{FF2B5EF4-FFF2-40B4-BE49-F238E27FC236}">
                <a16:creationId xmlns:a16="http://schemas.microsoft.com/office/drawing/2014/main" id="{0957BCE4-6456-3348-9D93-43333A1C7F26}"/>
              </a:ext>
            </a:extLst>
          </p:cNvPr>
          <p:cNvSpPr/>
          <p:nvPr/>
        </p:nvSpPr>
        <p:spPr>
          <a:xfrm>
            <a:off x="10693193" y="4426938"/>
            <a:ext cx="1008502" cy="1009705"/>
          </a:xfrm>
          <a:custGeom>
            <a:avLst/>
            <a:gdLst/>
            <a:ahLst/>
            <a:cxnLst/>
            <a:rect l="l" t="t" r="r" b="b"/>
            <a:pathLst>
              <a:path w="25970" h="26001" extrusionOk="0">
                <a:moveTo>
                  <a:pt x="12985" y="0"/>
                </a:moveTo>
                <a:cubicBezTo>
                  <a:pt x="5796" y="0"/>
                  <a:pt x="0" y="5827"/>
                  <a:pt x="0" y="13016"/>
                </a:cubicBezTo>
                <a:cubicBezTo>
                  <a:pt x="0" y="20173"/>
                  <a:pt x="5796" y="26000"/>
                  <a:pt x="12985" y="26000"/>
                </a:cubicBezTo>
                <a:cubicBezTo>
                  <a:pt x="20142" y="26000"/>
                  <a:pt x="25969" y="20173"/>
                  <a:pt x="25969" y="13016"/>
                </a:cubicBezTo>
                <a:cubicBezTo>
                  <a:pt x="25969" y="5827"/>
                  <a:pt x="20142" y="0"/>
                  <a:pt x="12985" y="0"/>
                </a:cubicBezTo>
                <a:close/>
              </a:path>
            </a:pathLst>
          </a:custGeom>
          <a:solidFill>
            <a:schemeClr val="tx2"/>
          </a:solidFill>
          <a:ln>
            <a:solidFill>
              <a:schemeClr val="bg1"/>
            </a:solidFill>
          </a:ln>
        </p:spPr>
        <p:txBody>
          <a:bodyPr spcFirstLastPara="1" wrap="square" lIns="121900" tIns="121900" rIns="121900" bIns="121900" anchor="ctr" anchorCtr="0">
            <a:noAutofit/>
          </a:bodyPr>
          <a:lstStyle/>
          <a:p>
            <a:endParaRPr sz="2400">
              <a:solidFill>
                <a:schemeClr val="bg1"/>
              </a:solidFill>
            </a:endParaRPr>
          </a:p>
        </p:txBody>
      </p:sp>
      <p:sp>
        <p:nvSpPr>
          <p:cNvPr id="14" name="Google Shape;2234;p25">
            <a:extLst>
              <a:ext uri="{FF2B5EF4-FFF2-40B4-BE49-F238E27FC236}">
                <a16:creationId xmlns:a16="http://schemas.microsoft.com/office/drawing/2014/main" id="{DE1B3116-D851-0E79-6ABF-6B613E256713}"/>
              </a:ext>
            </a:extLst>
          </p:cNvPr>
          <p:cNvSpPr/>
          <p:nvPr/>
        </p:nvSpPr>
        <p:spPr>
          <a:xfrm>
            <a:off x="10715328" y="4449073"/>
            <a:ext cx="964232" cy="965435"/>
          </a:xfrm>
          <a:custGeom>
            <a:avLst/>
            <a:gdLst/>
            <a:ahLst/>
            <a:cxnLst/>
            <a:rect l="l" t="t" r="r" b="b"/>
            <a:pathLst>
              <a:path w="24830" h="24861" extrusionOk="0">
                <a:moveTo>
                  <a:pt x="12415" y="0"/>
                </a:moveTo>
                <a:cubicBezTo>
                  <a:pt x="5543" y="0"/>
                  <a:pt x="1" y="5574"/>
                  <a:pt x="1" y="12446"/>
                </a:cubicBezTo>
                <a:cubicBezTo>
                  <a:pt x="1" y="19318"/>
                  <a:pt x="5543" y="24860"/>
                  <a:pt x="12415" y="24860"/>
                </a:cubicBezTo>
                <a:cubicBezTo>
                  <a:pt x="19255" y="24860"/>
                  <a:pt x="24829" y="19318"/>
                  <a:pt x="24829" y="12446"/>
                </a:cubicBezTo>
                <a:cubicBezTo>
                  <a:pt x="24829" y="5574"/>
                  <a:pt x="19255" y="0"/>
                  <a:pt x="12415" y="0"/>
                </a:cubicBezTo>
                <a:close/>
              </a:path>
            </a:pathLst>
          </a:custGeom>
          <a:solidFill>
            <a:srgbClr val="FFFFFF"/>
          </a:solidFill>
          <a:ln>
            <a:solidFill>
              <a:schemeClr val="bg1"/>
            </a:solidFill>
          </a:ln>
        </p:spPr>
        <p:txBody>
          <a:bodyPr spcFirstLastPara="1" wrap="square" lIns="121900" tIns="121900" rIns="121900" bIns="121900" anchor="ctr" anchorCtr="0">
            <a:noAutofit/>
          </a:bodyPr>
          <a:lstStyle/>
          <a:p>
            <a:endParaRPr sz="2400">
              <a:solidFill>
                <a:schemeClr val="bg1"/>
              </a:solidFill>
            </a:endParaRPr>
          </a:p>
        </p:txBody>
      </p:sp>
      <p:sp>
        <p:nvSpPr>
          <p:cNvPr id="16" name="Google Shape;2237;p25">
            <a:extLst>
              <a:ext uri="{FF2B5EF4-FFF2-40B4-BE49-F238E27FC236}">
                <a16:creationId xmlns:a16="http://schemas.microsoft.com/office/drawing/2014/main" id="{D78DEB1C-844C-DD57-EFAF-C005347B033E}"/>
              </a:ext>
            </a:extLst>
          </p:cNvPr>
          <p:cNvSpPr/>
          <p:nvPr/>
        </p:nvSpPr>
        <p:spPr>
          <a:xfrm>
            <a:off x="7446876" y="2960774"/>
            <a:ext cx="1008502" cy="1009705"/>
          </a:xfrm>
          <a:custGeom>
            <a:avLst/>
            <a:gdLst/>
            <a:ahLst/>
            <a:cxnLst/>
            <a:rect l="l" t="t" r="r" b="b"/>
            <a:pathLst>
              <a:path w="25970" h="26001" extrusionOk="0">
                <a:moveTo>
                  <a:pt x="12985" y="0"/>
                </a:moveTo>
                <a:cubicBezTo>
                  <a:pt x="5828" y="0"/>
                  <a:pt x="1" y="5827"/>
                  <a:pt x="1" y="13016"/>
                </a:cubicBezTo>
                <a:cubicBezTo>
                  <a:pt x="1" y="20173"/>
                  <a:pt x="5828" y="26000"/>
                  <a:pt x="12985" y="26000"/>
                </a:cubicBezTo>
                <a:cubicBezTo>
                  <a:pt x="20174" y="26000"/>
                  <a:pt x="25970" y="20173"/>
                  <a:pt x="25970" y="13016"/>
                </a:cubicBezTo>
                <a:cubicBezTo>
                  <a:pt x="25970" y="5827"/>
                  <a:pt x="20174" y="0"/>
                  <a:pt x="12985" y="0"/>
                </a:cubicBezTo>
                <a:close/>
              </a:path>
            </a:pathLst>
          </a:custGeom>
          <a:solidFill>
            <a:schemeClr val="tx2"/>
          </a:solidFill>
          <a:ln>
            <a:solidFill>
              <a:schemeClr val="bg1"/>
            </a:solidFill>
          </a:ln>
        </p:spPr>
        <p:txBody>
          <a:bodyPr spcFirstLastPara="1" wrap="square" lIns="121900" tIns="121900" rIns="121900" bIns="121900" anchor="ctr" anchorCtr="0">
            <a:noAutofit/>
          </a:bodyPr>
          <a:lstStyle/>
          <a:p>
            <a:endParaRPr sz="2400">
              <a:solidFill>
                <a:schemeClr val="bg1"/>
              </a:solidFill>
            </a:endParaRPr>
          </a:p>
        </p:txBody>
      </p:sp>
      <p:sp>
        <p:nvSpPr>
          <p:cNvPr id="17" name="Google Shape;2238;p25">
            <a:extLst>
              <a:ext uri="{FF2B5EF4-FFF2-40B4-BE49-F238E27FC236}">
                <a16:creationId xmlns:a16="http://schemas.microsoft.com/office/drawing/2014/main" id="{7A6A396D-D2B3-11C2-9999-644478EA9B99}"/>
              </a:ext>
            </a:extLst>
          </p:cNvPr>
          <p:cNvSpPr/>
          <p:nvPr/>
        </p:nvSpPr>
        <p:spPr>
          <a:xfrm>
            <a:off x="7469011" y="2982909"/>
            <a:ext cx="964232" cy="965435"/>
          </a:xfrm>
          <a:custGeom>
            <a:avLst/>
            <a:gdLst/>
            <a:ahLst/>
            <a:cxnLst/>
            <a:rect l="l" t="t" r="r" b="b"/>
            <a:pathLst>
              <a:path w="24830" h="24861" extrusionOk="0">
                <a:moveTo>
                  <a:pt x="12415" y="0"/>
                </a:moveTo>
                <a:cubicBezTo>
                  <a:pt x="5575" y="0"/>
                  <a:pt x="1" y="5574"/>
                  <a:pt x="1" y="12446"/>
                </a:cubicBezTo>
                <a:cubicBezTo>
                  <a:pt x="1" y="19318"/>
                  <a:pt x="5575" y="24860"/>
                  <a:pt x="12415" y="24860"/>
                </a:cubicBezTo>
                <a:cubicBezTo>
                  <a:pt x="19287" y="24860"/>
                  <a:pt x="24829" y="19318"/>
                  <a:pt x="24829" y="12446"/>
                </a:cubicBezTo>
                <a:cubicBezTo>
                  <a:pt x="24829" y="5574"/>
                  <a:pt x="19287" y="0"/>
                  <a:pt x="12415" y="0"/>
                </a:cubicBezTo>
                <a:close/>
              </a:path>
            </a:pathLst>
          </a:custGeom>
          <a:solidFill>
            <a:srgbClr val="FFFFFF"/>
          </a:solidFill>
          <a:ln>
            <a:solidFill>
              <a:schemeClr val="bg1"/>
            </a:solidFill>
          </a:ln>
        </p:spPr>
        <p:txBody>
          <a:bodyPr spcFirstLastPara="1" wrap="square" lIns="121900" tIns="121900" rIns="121900" bIns="121900" anchor="ctr" anchorCtr="0">
            <a:noAutofit/>
          </a:bodyPr>
          <a:lstStyle/>
          <a:p>
            <a:endParaRPr sz="2400">
              <a:solidFill>
                <a:schemeClr val="bg1"/>
              </a:solidFill>
            </a:endParaRPr>
          </a:p>
        </p:txBody>
      </p:sp>
      <p:sp>
        <p:nvSpPr>
          <p:cNvPr id="18" name="Google Shape;2239;p25">
            <a:extLst>
              <a:ext uri="{FF2B5EF4-FFF2-40B4-BE49-F238E27FC236}">
                <a16:creationId xmlns:a16="http://schemas.microsoft.com/office/drawing/2014/main" id="{F2C6CC40-5D9C-6148-8364-E23788D8290D}"/>
              </a:ext>
            </a:extLst>
          </p:cNvPr>
          <p:cNvSpPr/>
          <p:nvPr/>
        </p:nvSpPr>
        <p:spPr>
          <a:xfrm>
            <a:off x="10296265" y="2013025"/>
            <a:ext cx="929748" cy="2255517"/>
          </a:xfrm>
          <a:custGeom>
            <a:avLst/>
            <a:gdLst/>
            <a:ahLst/>
            <a:cxnLst/>
            <a:rect l="l" t="t" r="r" b="b"/>
            <a:pathLst>
              <a:path w="23942" h="58082" extrusionOk="0">
                <a:moveTo>
                  <a:pt x="887" y="1"/>
                </a:moveTo>
                <a:cubicBezTo>
                  <a:pt x="380" y="1"/>
                  <a:pt x="0" y="381"/>
                  <a:pt x="0" y="888"/>
                </a:cubicBezTo>
                <a:cubicBezTo>
                  <a:pt x="0" y="1394"/>
                  <a:pt x="380" y="1774"/>
                  <a:pt x="887" y="1774"/>
                </a:cubicBezTo>
                <a:cubicBezTo>
                  <a:pt x="1140" y="1774"/>
                  <a:pt x="1362" y="1679"/>
                  <a:pt x="1520" y="1489"/>
                </a:cubicBezTo>
                <a:lnTo>
                  <a:pt x="22865" y="15265"/>
                </a:lnTo>
                <a:lnTo>
                  <a:pt x="22865" y="56308"/>
                </a:lnTo>
                <a:cubicBezTo>
                  <a:pt x="22485" y="56403"/>
                  <a:pt x="22168" y="56752"/>
                  <a:pt x="22168" y="57195"/>
                </a:cubicBezTo>
                <a:cubicBezTo>
                  <a:pt x="22168" y="57702"/>
                  <a:pt x="22580" y="58082"/>
                  <a:pt x="23055" y="58082"/>
                </a:cubicBezTo>
                <a:cubicBezTo>
                  <a:pt x="23562" y="58082"/>
                  <a:pt x="23942" y="57702"/>
                  <a:pt x="23942" y="57195"/>
                </a:cubicBezTo>
                <a:cubicBezTo>
                  <a:pt x="23942" y="56752"/>
                  <a:pt x="23657" y="56403"/>
                  <a:pt x="23245" y="56308"/>
                </a:cubicBezTo>
                <a:lnTo>
                  <a:pt x="23245" y="15170"/>
                </a:lnTo>
                <a:cubicBezTo>
                  <a:pt x="23245" y="15107"/>
                  <a:pt x="23214" y="15044"/>
                  <a:pt x="23150" y="15012"/>
                </a:cubicBezTo>
                <a:lnTo>
                  <a:pt x="1710" y="1173"/>
                </a:lnTo>
                <a:cubicBezTo>
                  <a:pt x="1742" y="1078"/>
                  <a:pt x="1774" y="983"/>
                  <a:pt x="1774" y="888"/>
                </a:cubicBezTo>
                <a:cubicBezTo>
                  <a:pt x="1774" y="381"/>
                  <a:pt x="1394" y="1"/>
                  <a:pt x="887" y="1"/>
                </a:cubicBezTo>
                <a:close/>
              </a:path>
            </a:pathLst>
          </a:custGeom>
          <a:solidFill>
            <a:schemeClr val="tx2"/>
          </a:solidFill>
          <a:ln>
            <a:solidFill>
              <a:schemeClr val="bg1"/>
            </a:solidFill>
          </a:ln>
        </p:spPr>
        <p:txBody>
          <a:bodyPr spcFirstLastPara="1" wrap="square" lIns="121900" tIns="121900" rIns="121900" bIns="121900" anchor="ctr" anchorCtr="0">
            <a:noAutofit/>
          </a:bodyPr>
          <a:lstStyle/>
          <a:p>
            <a:endParaRPr sz="2400">
              <a:solidFill>
                <a:schemeClr val="bg1"/>
              </a:solidFill>
            </a:endParaRPr>
          </a:p>
        </p:txBody>
      </p:sp>
      <p:sp>
        <p:nvSpPr>
          <p:cNvPr id="36" name="Google Shape;2258;p25">
            <a:extLst>
              <a:ext uri="{FF2B5EF4-FFF2-40B4-BE49-F238E27FC236}">
                <a16:creationId xmlns:a16="http://schemas.microsoft.com/office/drawing/2014/main" id="{2BECEBCC-EAC5-2AE1-DC46-0536460B861F}"/>
              </a:ext>
            </a:extLst>
          </p:cNvPr>
          <p:cNvSpPr/>
          <p:nvPr/>
        </p:nvSpPr>
        <p:spPr>
          <a:xfrm>
            <a:off x="4262342" y="2317511"/>
            <a:ext cx="360373" cy="459981"/>
          </a:xfrm>
          <a:custGeom>
            <a:avLst/>
            <a:gdLst/>
            <a:ahLst/>
            <a:cxnLst/>
            <a:rect l="l" t="t" r="r" b="b"/>
            <a:pathLst>
              <a:path w="9280" h="11845" extrusionOk="0">
                <a:moveTo>
                  <a:pt x="8393" y="0"/>
                </a:moveTo>
                <a:cubicBezTo>
                  <a:pt x="7887" y="0"/>
                  <a:pt x="7506" y="380"/>
                  <a:pt x="7506" y="887"/>
                </a:cubicBezTo>
                <a:cubicBezTo>
                  <a:pt x="7506" y="1014"/>
                  <a:pt x="7538" y="1140"/>
                  <a:pt x="7570" y="1267"/>
                </a:cubicBezTo>
                <a:lnTo>
                  <a:pt x="824" y="6397"/>
                </a:lnTo>
                <a:cubicBezTo>
                  <a:pt x="793" y="6429"/>
                  <a:pt x="761" y="6493"/>
                  <a:pt x="761" y="6556"/>
                </a:cubicBezTo>
                <a:lnTo>
                  <a:pt x="729" y="10071"/>
                </a:lnTo>
                <a:cubicBezTo>
                  <a:pt x="318" y="10166"/>
                  <a:pt x="1" y="10514"/>
                  <a:pt x="1" y="10958"/>
                </a:cubicBezTo>
                <a:cubicBezTo>
                  <a:pt x="1" y="11465"/>
                  <a:pt x="413" y="11845"/>
                  <a:pt x="919" y="11845"/>
                </a:cubicBezTo>
                <a:cubicBezTo>
                  <a:pt x="1394" y="11845"/>
                  <a:pt x="1806" y="11465"/>
                  <a:pt x="1806" y="10958"/>
                </a:cubicBezTo>
                <a:cubicBezTo>
                  <a:pt x="1806" y="10546"/>
                  <a:pt x="1489" y="10166"/>
                  <a:pt x="1109" y="10103"/>
                </a:cubicBezTo>
                <a:lnTo>
                  <a:pt x="1141" y="6651"/>
                </a:lnTo>
                <a:lnTo>
                  <a:pt x="7823" y="1552"/>
                </a:lnTo>
                <a:cubicBezTo>
                  <a:pt x="7982" y="1711"/>
                  <a:pt x="8172" y="1774"/>
                  <a:pt x="8393" y="1774"/>
                </a:cubicBezTo>
                <a:cubicBezTo>
                  <a:pt x="8900" y="1774"/>
                  <a:pt x="9280" y="1394"/>
                  <a:pt x="9280" y="887"/>
                </a:cubicBezTo>
                <a:cubicBezTo>
                  <a:pt x="9280" y="380"/>
                  <a:pt x="8868" y="0"/>
                  <a:pt x="8393" y="0"/>
                </a:cubicBezTo>
                <a:close/>
              </a:path>
            </a:pathLst>
          </a:custGeom>
          <a:solidFill>
            <a:schemeClr val="tx2"/>
          </a:solidFill>
          <a:ln>
            <a:solidFill>
              <a:schemeClr val="bg1"/>
            </a:solidFill>
          </a:ln>
        </p:spPr>
        <p:txBody>
          <a:bodyPr spcFirstLastPara="1" wrap="square" lIns="121900" tIns="121900" rIns="121900" bIns="121900" anchor="ctr" anchorCtr="0">
            <a:noAutofit/>
          </a:bodyPr>
          <a:lstStyle/>
          <a:p>
            <a:endParaRPr sz="2400">
              <a:solidFill>
                <a:schemeClr val="bg1"/>
              </a:solidFill>
            </a:endParaRPr>
          </a:p>
        </p:txBody>
      </p:sp>
      <p:sp>
        <p:nvSpPr>
          <p:cNvPr id="37" name="Google Shape;2261;p25">
            <a:extLst>
              <a:ext uri="{FF2B5EF4-FFF2-40B4-BE49-F238E27FC236}">
                <a16:creationId xmlns:a16="http://schemas.microsoft.com/office/drawing/2014/main" id="{63F76340-67DB-94F7-2BE9-37F16B19148E}"/>
              </a:ext>
            </a:extLst>
          </p:cNvPr>
          <p:cNvSpPr/>
          <p:nvPr/>
        </p:nvSpPr>
        <p:spPr>
          <a:xfrm>
            <a:off x="1217195" y="1669383"/>
            <a:ext cx="929786" cy="2259207"/>
          </a:xfrm>
          <a:custGeom>
            <a:avLst/>
            <a:gdLst/>
            <a:ahLst/>
            <a:cxnLst/>
            <a:rect l="l" t="t" r="r" b="b"/>
            <a:pathLst>
              <a:path w="23943" h="58177" extrusionOk="0">
                <a:moveTo>
                  <a:pt x="23056" y="1"/>
                </a:moveTo>
                <a:cubicBezTo>
                  <a:pt x="22549" y="1"/>
                  <a:pt x="22137" y="381"/>
                  <a:pt x="22137" y="888"/>
                </a:cubicBezTo>
                <a:cubicBezTo>
                  <a:pt x="22137" y="1014"/>
                  <a:pt x="22169" y="1109"/>
                  <a:pt x="22201" y="1204"/>
                </a:cubicBezTo>
                <a:lnTo>
                  <a:pt x="792" y="15012"/>
                </a:lnTo>
                <a:cubicBezTo>
                  <a:pt x="761" y="15044"/>
                  <a:pt x="697" y="15107"/>
                  <a:pt x="697" y="15170"/>
                </a:cubicBezTo>
                <a:lnTo>
                  <a:pt x="697" y="56403"/>
                </a:lnTo>
                <a:cubicBezTo>
                  <a:pt x="317" y="56467"/>
                  <a:pt x="1" y="56847"/>
                  <a:pt x="1" y="57258"/>
                </a:cubicBezTo>
                <a:cubicBezTo>
                  <a:pt x="1" y="57765"/>
                  <a:pt x="412" y="58177"/>
                  <a:pt x="887" y="58177"/>
                </a:cubicBezTo>
                <a:cubicBezTo>
                  <a:pt x="1394" y="58177"/>
                  <a:pt x="1806" y="57765"/>
                  <a:pt x="1806" y="57258"/>
                </a:cubicBezTo>
                <a:cubicBezTo>
                  <a:pt x="1806" y="56847"/>
                  <a:pt x="1489" y="56467"/>
                  <a:pt x="1077" y="56403"/>
                </a:cubicBezTo>
                <a:lnTo>
                  <a:pt x="1077" y="15265"/>
                </a:lnTo>
                <a:lnTo>
                  <a:pt x="22391" y="1521"/>
                </a:lnTo>
                <a:cubicBezTo>
                  <a:pt x="22581" y="1679"/>
                  <a:pt x="22802" y="1774"/>
                  <a:pt x="23024" y="1774"/>
                </a:cubicBezTo>
                <a:cubicBezTo>
                  <a:pt x="23531" y="1774"/>
                  <a:pt x="23943" y="1394"/>
                  <a:pt x="23943" y="888"/>
                </a:cubicBezTo>
                <a:cubicBezTo>
                  <a:pt x="23943" y="381"/>
                  <a:pt x="23531" y="1"/>
                  <a:pt x="23056" y="1"/>
                </a:cubicBezTo>
                <a:close/>
              </a:path>
            </a:pathLst>
          </a:custGeom>
          <a:solidFill>
            <a:schemeClr val="tx2"/>
          </a:solidFill>
          <a:ln>
            <a:solidFill>
              <a:schemeClr val="bg1"/>
            </a:solidFill>
          </a:ln>
        </p:spPr>
        <p:txBody>
          <a:bodyPr spcFirstLastPara="1" wrap="square" lIns="121900" tIns="121900" rIns="121900" bIns="121900" anchor="ctr" anchorCtr="0">
            <a:noAutofit/>
          </a:bodyPr>
          <a:lstStyle/>
          <a:p>
            <a:endParaRPr sz="2400">
              <a:solidFill>
                <a:schemeClr val="bg1"/>
              </a:solidFill>
            </a:endParaRPr>
          </a:p>
        </p:txBody>
      </p:sp>
      <p:sp>
        <p:nvSpPr>
          <p:cNvPr id="38" name="Google Shape;2262;p25">
            <a:extLst>
              <a:ext uri="{FF2B5EF4-FFF2-40B4-BE49-F238E27FC236}">
                <a16:creationId xmlns:a16="http://schemas.microsoft.com/office/drawing/2014/main" id="{93201B90-491F-1567-C44C-1D06AFD9A22B}"/>
              </a:ext>
            </a:extLst>
          </p:cNvPr>
          <p:cNvSpPr/>
          <p:nvPr/>
        </p:nvSpPr>
        <p:spPr>
          <a:xfrm>
            <a:off x="751117" y="3964239"/>
            <a:ext cx="1008463" cy="1009705"/>
          </a:xfrm>
          <a:custGeom>
            <a:avLst/>
            <a:gdLst/>
            <a:ahLst/>
            <a:cxnLst/>
            <a:rect l="l" t="t" r="r" b="b"/>
            <a:pathLst>
              <a:path w="25969" h="26001" extrusionOk="0">
                <a:moveTo>
                  <a:pt x="12984" y="0"/>
                </a:moveTo>
                <a:cubicBezTo>
                  <a:pt x="5796" y="0"/>
                  <a:pt x="0" y="5827"/>
                  <a:pt x="0" y="13016"/>
                </a:cubicBezTo>
                <a:cubicBezTo>
                  <a:pt x="0" y="20173"/>
                  <a:pt x="5796" y="26000"/>
                  <a:pt x="12984" y="26000"/>
                </a:cubicBezTo>
                <a:cubicBezTo>
                  <a:pt x="20142" y="26000"/>
                  <a:pt x="25969" y="20173"/>
                  <a:pt x="25969" y="13016"/>
                </a:cubicBezTo>
                <a:cubicBezTo>
                  <a:pt x="25969" y="5827"/>
                  <a:pt x="20142" y="0"/>
                  <a:pt x="12984" y="0"/>
                </a:cubicBezTo>
                <a:close/>
              </a:path>
            </a:pathLst>
          </a:custGeom>
          <a:solidFill>
            <a:schemeClr val="tx2"/>
          </a:solidFill>
          <a:ln>
            <a:solidFill>
              <a:schemeClr val="bg1"/>
            </a:solidFill>
          </a:ln>
        </p:spPr>
        <p:txBody>
          <a:bodyPr spcFirstLastPara="1" wrap="square" lIns="121900" tIns="121900" rIns="121900" bIns="121900" anchor="ctr" anchorCtr="0">
            <a:noAutofit/>
          </a:bodyPr>
          <a:lstStyle/>
          <a:p>
            <a:endParaRPr sz="2400">
              <a:solidFill>
                <a:schemeClr val="bg1"/>
              </a:solidFill>
            </a:endParaRPr>
          </a:p>
        </p:txBody>
      </p:sp>
      <p:sp>
        <p:nvSpPr>
          <p:cNvPr id="39" name="Google Shape;2263;p25">
            <a:extLst>
              <a:ext uri="{FF2B5EF4-FFF2-40B4-BE49-F238E27FC236}">
                <a16:creationId xmlns:a16="http://schemas.microsoft.com/office/drawing/2014/main" id="{1B34FA40-B004-4387-EA51-15A29DC28C38}"/>
              </a:ext>
            </a:extLst>
          </p:cNvPr>
          <p:cNvSpPr/>
          <p:nvPr/>
        </p:nvSpPr>
        <p:spPr>
          <a:xfrm>
            <a:off x="773252" y="3986374"/>
            <a:ext cx="964193" cy="965435"/>
          </a:xfrm>
          <a:custGeom>
            <a:avLst/>
            <a:gdLst/>
            <a:ahLst/>
            <a:cxnLst/>
            <a:rect l="l" t="t" r="r" b="b"/>
            <a:pathLst>
              <a:path w="24829" h="24861" extrusionOk="0">
                <a:moveTo>
                  <a:pt x="12414" y="0"/>
                </a:moveTo>
                <a:cubicBezTo>
                  <a:pt x="5542" y="0"/>
                  <a:pt x="0" y="5574"/>
                  <a:pt x="0" y="12446"/>
                </a:cubicBezTo>
                <a:cubicBezTo>
                  <a:pt x="0" y="19318"/>
                  <a:pt x="5542" y="24860"/>
                  <a:pt x="12414" y="24860"/>
                </a:cubicBezTo>
                <a:cubicBezTo>
                  <a:pt x="19255" y="24860"/>
                  <a:pt x="24829" y="19318"/>
                  <a:pt x="24829" y="12446"/>
                </a:cubicBezTo>
                <a:cubicBezTo>
                  <a:pt x="24829" y="5574"/>
                  <a:pt x="19255" y="0"/>
                  <a:pt x="12414" y="0"/>
                </a:cubicBezTo>
                <a:close/>
              </a:path>
            </a:pathLst>
          </a:custGeom>
          <a:solidFill>
            <a:srgbClr val="FFFFFF"/>
          </a:solidFill>
          <a:ln>
            <a:solidFill>
              <a:schemeClr val="bg1"/>
            </a:solidFill>
          </a:ln>
        </p:spPr>
        <p:txBody>
          <a:bodyPr spcFirstLastPara="1" wrap="square" lIns="121900" tIns="121900" rIns="121900" bIns="121900" anchor="ctr" anchorCtr="0">
            <a:noAutofit/>
          </a:bodyPr>
          <a:lstStyle/>
          <a:p>
            <a:endParaRPr sz="2400">
              <a:solidFill>
                <a:schemeClr val="bg1"/>
              </a:solidFill>
            </a:endParaRPr>
          </a:p>
        </p:txBody>
      </p:sp>
      <p:sp>
        <p:nvSpPr>
          <p:cNvPr id="40" name="Google Shape;2265;p25">
            <a:extLst>
              <a:ext uri="{FF2B5EF4-FFF2-40B4-BE49-F238E27FC236}">
                <a16:creationId xmlns:a16="http://schemas.microsoft.com/office/drawing/2014/main" id="{D064D4DD-C99A-4FCF-EADE-F0CAA5836795}"/>
              </a:ext>
            </a:extLst>
          </p:cNvPr>
          <p:cNvSpPr/>
          <p:nvPr/>
        </p:nvSpPr>
        <p:spPr>
          <a:xfrm>
            <a:off x="1196302" y="4480722"/>
            <a:ext cx="54134" cy="178361"/>
          </a:xfrm>
          <a:custGeom>
            <a:avLst/>
            <a:gdLst/>
            <a:ahLst/>
            <a:cxnLst/>
            <a:rect l="l" t="t" r="r" b="b"/>
            <a:pathLst>
              <a:path w="1394" h="4593" extrusionOk="0">
                <a:moveTo>
                  <a:pt x="64" y="1"/>
                </a:moveTo>
                <a:cubicBezTo>
                  <a:pt x="64" y="191"/>
                  <a:pt x="0" y="2534"/>
                  <a:pt x="760" y="4593"/>
                </a:cubicBezTo>
                <a:cubicBezTo>
                  <a:pt x="760" y="4593"/>
                  <a:pt x="982" y="2629"/>
                  <a:pt x="1394" y="2281"/>
                </a:cubicBezTo>
                <a:cubicBezTo>
                  <a:pt x="1394" y="2281"/>
                  <a:pt x="1014" y="1774"/>
                  <a:pt x="1045" y="1711"/>
                </a:cubicBezTo>
                <a:cubicBezTo>
                  <a:pt x="1045" y="1616"/>
                  <a:pt x="1204" y="1299"/>
                  <a:pt x="1362" y="1173"/>
                </a:cubicBezTo>
                <a:cubicBezTo>
                  <a:pt x="1394" y="1141"/>
                  <a:pt x="1394" y="1078"/>
                  <a:pt x="1362" y="1046"/>
                </a:cubicBezTo>
                <a:lnTo>
                  <a:pt x="64" y="1"/>
                </a:lnTo>
                <a:close/>
              </a:path>
            </a:pathLst>
          </a:custGeom>
          <a:solidFill>
            <a:srgbClr val="FFFFFF"/>
          </a:solidFill>
          <a:ln>
            <a:solidFill>
              <a:schemeClr val="bg1"/>
            </a:solidFill>
          </a:ln>
        </p:spPr>
        <p:txBody>
          <a:bodyPr spcFirstLastPara="1" wrap="square" lIns="121900" tIns="121900" rIns="121900" bIns="121900" anchor="ctr" anchorCtr="0">
            <a:noAutofit/>
          </a:bodyPr>
          <a:lstStyle/>
          <a:p>
            <a:endParaRPr sz="2400">
              <a:solidFill>
                <a:schemeClr val="bg1"/>
              </a:solidFill>
            </a:endParaRPr>
          </a:p>
        </p:txBody>
      </p:sp>
      <p:sp>
        <p:nvSpPr>
          <p:cNvPr id="41" name="Google Shape;2244;p25">
            <a:extLst>
              <a:ext uri="{FF2B5EF4-FFF2-40B4-BE49-F238E27FC236}">
                <a16:creationId xmlns:a16="http://schemas.microsoft.com/office/drawing/2014/main" id="{47795052-C894-B386-B048-AA6B743BC914}"/>
              </a:ext>
            </a:extLst>
          </p:cNvPr>
          <p:cNvSpPr/>
          <p:nvPr/>
        </p:nvSpPr>
        <p:spPr>
          <a:xfrm>
            <a:off x="8018836" y="3554205"/>
            <a:ext cx="188186" cy="184808"/>
          </a:xfrm>
          <a:custGeom>
            <a:avLst/>
            <a:gdLst/>
            <a:ahLst/>
            <a:cxnLst/>
            <a:rect l="l" t="t" r="r" b="b"/>
            <a:pathLst>
              <a:path w="4846" h="4759" extrusionOk="0">
                <a:moveTo>
                  <a:pt x="681" y="0"/>
                </a:moveTo>
                <a:cubicBezTo>
                  <a:pt x="665" y="0"/>
                  <a:pt x="649" y="8"/>
                  <a:pt x="633" y="24"/>
                </a:cubicBezTo>
                <a:lnTo>
                  <a:pt x="32" y="626"/>
                </a:lnTo>
                <a:cubicBezTo>
                  <a:pt x="0" y="657"/>
                  <a:pt x="0" y="689"/>
                  <a:pt x="32" y="721"/>
                </a:cubicBezTo>
                <a:lnTo>
                  <a:pt x="3959" y="4616"/>
                </a:lnTo>
                <a:cubicBezTo>
                  <a:pt x="4054" y="4711"/>
                  <a:pt x="4180" y="4758"/>
                  <a:pt x="4307" y="4758"/>
                </a:cubicBezTo>
                <a:cubicBezTo>
                  <a:pt x="4434" y="4758"/>
                  <a:pt x="4560" y="4711"/>
                  <a:pt x="4655" y="4616"/>
                </a:cubicBezTo>
                <a:cubicBezTo>
                  <a:pt x="4845" y="4426"/>
                  <a:pt x="4845" y="4109"/>
                  <a:pt x="4655" y="3919"/>
                </a:cubicBezTo>
                <a:lnTo>
                  <a:pt x="728" y="24"/>
                </a:lnTo>
                <a:cubicBezTo>
                  <a:pt x="713" y="8"/>
                  <a:pt x="697" y="0"/>
                  <a:pt x="681" y="0"/>
                </a:cubicBezTo>
                <a:close/>
              </a:path>
            </a:pathLst>
          </a:custGeom>
          <a:solidFill>
            <a:schemeClr val="accent4"/>
          </a:solidFill>
          <a:ln>
            <a:solidFill>
              <a:schemeClr val="bg1"/>
            </a:solidFill>
          </a:ln>
        </p:spPr>
        <p:txBody>
          <a:bodyPr spcFirstLastPara="1" wrap="square" lIns="121900" tIns="121900" rIns="121900" bIns="121900" anchor="ctr" anchorCtr="0">
            <a:noAutofit/>
          </a:bodyPr>
          <a:lstStyle/>
          <a:p>
            <a:endParaRPr sz="2400">
              <a:solidFill>
                <a:schemeClr val="bg1"/>
              </a:solidFill>
            </a:endParaRPr>
          </a:p>
        </p:txBody>
      </p:sp>
      <p:sp>
        <p:nvSpPr>
          <p:cNvPr id="52" name="Google Shape;2247;p25">
            <a:extLst>
              <a:ext uri="{FF2B5EF4-FFF2-40B4-BE49-F238E27FC236}">
                <a16:creationId xmlns:a16="http://schemas.microsoft.com/office/drawing/2014/main" id="{F23056D4-BCA2-DE48-8058-F83D5A9EA3BE}"/>
              </a:ext>
            </a:extLst>
          </p:cNvPr>
          <p:cNvSpPr/>
          <p:nvPr/>
        </p:nvSpPr>
        <p:spPr>
          <a:xfrm>
            <a:off x="7745799" y="3285789"/>
            <a:ext cx="295211" cy="293968"/>
          </a:xfrm>
          <a:custGeom>
            <a:avLst/>
            <a:gdLst/>
            <a:ahLst/>
            <a:cxnLst/>
            <a:rect l="l" t="t" r="r" b="b"/>
            <a:pathLst>
              <a:path w="7602" h="7570" extrusionOk="0">
                <a:moveTo>
                  <a:pt x="3801" y="539"/>
                </a:moveTo>
                <a:cubicBezTo>
                  <a:pt x="5606" y="539"/>
                  <a:pt x="7063" y="1996"/>
                  <a:pt x="7063" y="3801"/>
                </a:cubicBezTo>
                <a:cubicBezTo>
                  <a:pt x="7063" y="5606"/>
                  <a:pt x="5606" y="7063"/>
                  <a:pt x="3801" y="7063"/>
                </a:cubicBezTo>
                <a:cubicBezTo>
                  <a:pt x="1996" y="7063"/>
                  <a:pt x="539" y="5606"/>
                  <a:pt x="539" y="3801"/>
                </a:cubicBezTo>
                <a:cubicBezTo>
                  <a:pt x="539" y="1996"/>
                  <a:pt x="1996" y="539"/>
                  <a:pt x="3801" y="539"/>
                </a:cubicBezTo>
                <a:close/>
                <a:moveTo>
                  <a:pt x="3801" y="0"/>
                </a:moveTo>
                <a:cubicBezTo>
                  <a:pt x="1711" y="0"/>
                  <a:pt x="0" y="1711"/>
                  <a:pt x="0" y="3801"/>
                </a:cubicBezTo>
                <a:cubicBezTo>
                  <a:pt x="0" y="5891"/>
                  <a:pt x="1711" y="7569"/>
                  <a:pt x="3801" y="7569"/>
                </a:cubicBezTo>
                <a:cubicBezTo>
                  <a:pt x="5891" y="7569"/>
                  <a:pt x="7601" y="5891"/>
                  <a:pt x="7601" y="3801"/>
                </a:cubicBezTo>
                <a:cubicBezTo>
                  <a:pt x="7601" y="1711"/>
                  <a:pt x="5891" y="0"/>
                  <a:pt x="3801" y="0"/>
                </a:cubicBezTo>
                <a:close/>
              </a:path>
            </a:pathLst>
          </a:custGeom>
          <a:solidFill>
            <a:srgbClr val="92278F"/>
          </a:solidFill>
          <a:ln>
            <a:solidFill>
              <a:schemeClr val="bg1"/>
            </a:solidFill>
          </a:ln>
        </p:spPr>
        <p:txBody>
          <a:bodyPr spcFirstLastPara="1" wrap="square" lIns="121900" tIns="121900" rIns="121900" bIns="121900" anchor="ctr" anchorCtr="0">
            <a:noAutofit/>
          </a:bodyPr>
          <a:lstStyle/>
          <a:p>
            <a:endParaRPr sz="2400">
              <a:solidFill>
                <a:schemeClr val="bg1"/>
              </a:solidFill>
            </a:endParaRPr>
          </a:p>
        </p:txBody>
      </p:sp>
      <p:sp>
        <p:nvSpPr>
          <p:cNvPr id="56" name="Google Shape;2228;p25">
            <a:extLst>
              <a:ext uri="{FF2B5EF4-FFF2-40B4-BE49-F238E27FC236}">
                <a16:creationId xmlns:a16="http://schemas.microsoft.com/office/drawing/2014/main" id="{E2A1A5BA-5D4B-FA3F-47FC-5C9557A1DDA1}"/>
              </a:ext>
            </a:extLst>
          </p:cNvPr>
          <p:cNvSpPr txBox="1"/>
          <p:nvPr/>
        </p:nvSpPr>
        <p:spPr>
          <a:xfrm>
            <a:off x="1615382" y="4691819"/>
            <a:ext cx="2426030" cy="347600"/>
          </a:xfrm>
          <a:prstGeom prst="rect">
            <a:avLst/>
          </a:prstGeom>
          <a:noFill/>
          <a:ln>
            <a:noFill/>
          </a:ln>
        </p:spPr>
        <p:txBody>
          <a:bodyPr spcFirstLastPara="1" wrap="square" lIns="121900" tIns="121900" rIns="121900" bIns="121900" anchor="ctr" anchorCtr="0">
            <a:noAutofit/>
          </a:bodyPr>
          <a:lstStyle/>
          <a:p>
            <a:pPr algn="ctr"/>
            <a:r>
              <a:rPr lang="ar-LY" sz="1600" b="1" dirty="0">
                <a:solidFill>
                  <a:schemeClr val="bg1"/>
                </a:solidFill>
                <a:latin typeface="Arial" panose="020B0604020202020204" pitchFamily="34" charset="0"/>
                <a:cs typeface="Arial" panose="020B0604020202020204" pitchFamily="34" charset="0"/>
                <a:sym typeface="Fira Sans Medium"/>
              </a:rPr>
              <a:t>الرسائل</a:t>
            </a:r>
            <a:r>
              <a:rPr lang="ar-LY" sz="1600" dirty="0">
                <a:solidFill>
                  <a:schemeClr val="bg1"/>
                </a:solidFill>
                <a:latin typeface="Fira Sans Medium"/>
                <a:ea typeface="Fira Sans Medium"/>
                <a:sym typeface="Fira Sans Medium"/>
              </a:rPr>
              <a:t> </a:t>
            </a:r>
            <a:r>
              <a:rPr lang="ar-LY" sz="1600" b="1" dirty="0">
                <a:solidFill>
                  <a:schemeClr val="bg1"/>
                </a:solidFill>
                <a:latin typeface="Arial" panose="020B0604020202020204" pitchFamily="34" charset="0"/>
                <a:cs typeface="Arial" panose="020B0604020202020204" pitchFamily="34" charset="0"/>
                <a:sym typeface="Fira Sans Medium"/>
              </a:rPr>
              <a:t>النصية</a:t>
            </a:r>
            <a:endParaRPr sz="1600" b="1" dirty="0">
              <a:solidFill>
                <a:schemeClr val="bg1"/>
              </a:solidFill>
              <a:latin typeface="Arial" panose="020B0604020202020204" pitchFamily="34" charset="0"/>
              <a:cs typeface="Arial" panose="020B0604020202020204" pitchFamily="34" charset="0"/>
              <a:sym typeface="Fira Sans Medium"/>
            </a:endParaRPr>
          </a:p>
        </p:txBody>
      </p:sp>
      <p:sp>
        <p:nvSpPr>
          <p:cNvPr id="57" name="Google Shape;2229;p25">
            <a:extLst>
              <a:ext uri="{FF2B5EF4-FFF2-40B4-BE49-F238E27FC236}">
                <a16:creationId xmlns:a16="http://schemas.microsoft.com/office/drawing/2014/main" id="{ECF7D9E8-1572-F773-A85A-444C8E16400C}"/>
              </a:ext>
            </a:extLst>
          </p:cNvPr>
          <p:cNvSpPr txBox="1"/>
          <p:nvPr/>
        </p:nvSpPr>
        <p:spPr>
          <a:xfrm>
            <a:off x="1642887" y="5039419"/>
            <a:ext cx="2426030" cy="473600"/>
          </a:xfrm>
          <a:prstGeom prst="rect">
            <a:avLst/>
          </a:prstGeom>
          <a:noFill/>
          <a:ln>
            <a:noFill/>
          </a:ln>
        </p:spPr>
        <p:txBody>
          <a:bodyPr spcFirstLastPara="1" wrap="square" lIns="121900" tIns="121900" rIns="121900" bIns="121900" anchor="ctr" anchorCtr="0">
            <a:noAutofit/>
          </a:bodyPr>
          <a:lstStyle/>
          <a:p>
            <a:pPr algn="ctr"/>
            <a:r>
              <a:rPr lang="ar-LY" sz="1600" dirty="0">
                <a:solidFill>
                  <a:schemeClr val="bg1"/>
                </a:solidFill>
                <a:latin typeface="Fira Sans"/>
                <a:ea typeface="Fira Sans"/>
                <a:sym typeface="Fira Sans"/>
              </a:rPr>
              <a:t>الايراد الكلي</a:t>
            </a:r>
          </a:p>
          <a:p>
            <a:pPr algn="ctr"/>
            <a:r>
              <a:rPr lang="en-US" sz="1800" b="0" i="0" u="none" strike="noStrike" dirty="0">
                <a:solidFill>
                  <a:schemeClr val="bg1"/>
                </a:solidFill>
                <a:effectLst/>
                <a:latin typeface="Calibri" panose="020F0502020204030204" pitchFamily="34" charset="0"/>
              </a:rPr>
              <a:t>642.095</a:t>
            </a:r>
            <a:r>
              <a:rPr lang="en-US" sz="1600" dirty="0">
                <a:solidFill>
                  <a:schemeClr val="bg1"/>
                </a:solidFill>
              </a:rPr>
              <a:t> </a:t>
            </a:r>
            <a:r>
              <a:rPr lang="ar-LY" sz="1600" dirty="0">
                <a:solidFill>
                  <a:schemeClr val="bg1"/>
                </a:solidFill>
                <a:latin typeface="Fira Sans"/>
                <a:ea typeface="Fira Sans"/>
                <a:sym typeface="Fira Sans"/>
              </a:rPr>
              <a:t> د.ل. </a:t>
            </a:r>
          </a:p>
        </p:txBody>
      </p:sp>
      <p:sp>
        <p:nvSpPr>
          <p:cNvPr id="58" name="Google Shape;2235;p25">
            <a:extLst>
              <a:ext uri="{FF2B5EF4-FFF2-40B4-BE49-F238E27FC236}">
                <a16:creationId xmlns:a16="http://schemas.microsoft.com/office/drawing/2014/main" id="{83EC296B-B162-C4D0-6309-406AA87AF8F6}"/>
              </a:ext>
            </a:extLst>
          </p:cNvPr>
          <p:cNvSpPr/>
          <p:nvPr/>
        </p:nvSpPr>
        <p:spPr>
          <a:xfrm>
            <a:off x="2272139" y="3396281"/>
            <a:ext cx="1039497" cy="1009705"/>
          </a:xfrm>
          <a:custGeom>
            <a:avLst/>
            <a:gdLst/>
            <a:ahLst/>
            <a:cxnLst/>
            <a:rect l="l" t="t" r="r" b="b"/>
            <a:pathLst>
              <a:path w="25969" h="26001" extrusionOk="0">
                <a:moveTo>
                  <a:pt x="12985" y="0"/>
                </a:moveTo>
                <a:cubicBezTo>
                  <a:pt x="5796" y="0"/>
                  <a:pt x="0" y="5827"/>
                  <a:pt x="0" y="12985"/>
                </a:cubicBezTo>
                <a:cubicBezTo>
                  <a:pt x="0" y="20173"/>
                  <a:pt x="5796" y="26000"/>
                  <a:pt x="12985" y="26000"/>
                </a:cubicBezTo>
                <a:cubicBezTo>
                  <a:pt x="20142" y="26000"/>
                  <a:pt x="25969" y="20173"/>
                  <a:pt x="25969" y="12985"/>
                </a:cubicBezTo>
                <a:cubicBezTo>
                  <a:pt x="25969" y="5827"/>
                  <a:pt x="20142" y="0"/>
                  <a:pt x="12985" y="0"/>
                </a:cubicBezTo>
                <a:close/>
              </a:path>
            </a:pathLst>
          </a:custGeom>
          <a:solidFill>
            <a:schemeClr val="tx2"/>
          </a:solidFill>
          <a:ln>
            <a:solidFill>
              <a:schemeClr val="bg1"/>
            </a:solidFill>
          </a:ln>
        </p:spPr>
        <p:txBody>
          <a:bodyPr spcFirstLastPara="1" wrap="square" lIns="121900" tIns="121900" rIns="121900" bIns="121900" anchor="ctr" anchorCtr="0">
            <a:noAutofit/>
          </a:bodyPr>
          <a:lstStyle/>
          <a:p>
            <a:endParaRPr sz="2400">
              <a:solidFill>
                <a:schemeClr val="bg1"/>
              </a:solidFill>
            </a:endParaRPr>
          </a:p>
        </p:txBody>
      </p:sp>
      <p:sp>
        <p:nvSpPr>
          <p:cNvPr id="59" name="Google Shape;2236;p25">
            <a:extLst>
              <a:ext uri="{FF2B5EF4-FFF2-40B4-BE49-F238E27FC236}">
                <a16:creationId xmlns:a16="http://schemas.microsoft.com/office/drawing/2014/main" id="{B1AE0318-9AD9-D399-31FC-FE25D29DE994}"/>
              </a:ext>
            </a:extLst>
          </p:cNvPr>
          <p:cNvSpPr/>
          <p:nvPr/>
        </p:nvSpPr>
        <p:spPr>
          <a:xfrm>
            <a:off x="2293674" y="3418416"/>
            <a:ext cx="995145" cy="965435"/>
          </a:xfrm>
          <a:custGeom>
            <a:avLst/>
            <a:gdLst/>
            <a:ahLst/>
            <a:cxnLst/>
            <a:rect l="l" t="t" r="r" b="b"/>
            <a:pathLst>
              <a:path w="24861" h="24861" extrusionOk="0">
                <a:moveTo>
                  <a:pt x="12447" y="0"/>
                </a:moveTo>
                <a:cubicBezTo>
                  <a:pt x="5574" y="0"/>
                  <a:pt x="1" y="5542"/>
                  <a:pt x="1" y="12415"/>
                </a:cubicBezTo>
                <a:cubicBezTo>
                  <a:pt x="1" y="19287"/>
                  <a:pt x="5574" y="24860"/>
                  <a:pt x="12447" y="24860"/>
                </a:cubicBezTo>
                <a:cubicBezTo>
                  <a:pt x="19287" y="24860"/>
                  <a:pt x="24861" y="19287"/>
                  <a:pt x="24861" y="12415"/>
                </a:cubicBezTo>
                <a:cubicBezTo>
                  <a:pt x="24861" y="5542"/>
                  <a:pt x="19287" y="0"/>
                  <a:pt x="12447" y="0"/>
                </a:cubicBezTo>
                <a:close/>
              </a:path>
            </a:pathLst>
          </a:custGeom>
          <a:solidFill>
            <a:schemeClr val="bg1"/>
          </a:solidFill>
          <a:ln>
            <a:solidFill>
              <a:schemeClr val="bg1"/>
            </a:solidFill>
          </a:ln>
        </p:spPr>
        <p:txBody>
          <a:bodyPr spcFirstLastPara="1" wrap="square" lIns="121900" tIns="121900" rIns="121900" bIns="121900" anchor="ctr" anchorCtr="0">
            <a:noAutofit/>
          </a:bodyPr>
          <a:lstStyle/>
          <a:p>
            <a:endParaRPr sz="2400">
              <a:solidFill>
                <a:schemeClr val="bg1"/>
              </a:solidFill>
            </a:endParaRPr>
          </a:p>
        </p:txBody>
      </p:sp>
      <p:sp>
        <p:nvSpPr>
          <p:cNvPr id="60" name="Google Shape;2259;p25">
            <a:extLst>
              <a:ext uri="{FF2B5EF4-FFF2-40B4-BE49-F238E27FC236}">
                <a16:creationId xmlns:a16="http://schemas.microsoft.com/office/drawing/2014/main" id="{73473876-9331-8479-BC4A-CE3B0E2521FE}"/>
              </a:ext>
            </a:extLst>
          </p:cNvPr>
          <p:cNvSpPr/>
          <p:nvPr/>
        </p:nvSpPr>
        <p:spPr>
          <a:xfrm>
            <a:off x="2578918" y="3739703"/>
            <a:ext cx="313142" cy="263251"/>
          </a:xfrm>
          <a:custGeom>
            <a:avLst/>
            <a:gdLst/>
            <a:ahLst/>
            <a:cxnLst/>
            <a:rect l="l" t="t" r="r" b="b"/>
            <a:pathLst>
              <a:path w="7823" h="6779" extrusionOk="0">
                <a:moveTo>
                  <a:pt x="2344" y="1"/>
                </a:moveTo>
                <a:cubicBezTo>
                  <a:pt x="1172" y="1"/>
                  <a:pt x="191" y="983"/>
                  <a:pt x="191" y="2186"/>
                </a:cubicBezTo>
                <a:lnTo>
                  <a:pt x="191" y="3706"/>
                </a:lnTo>
                <a:cubicBezTo>
                  <a:pt x="191" y="4181"/>
                  <a:pt x="317" y="4593"/>
                  <a:pt x="571" y="4941"/>
                </a:cubicBezTo>
                <a:lnTo>
                  <a:pt x="1" y="6778"/>
                </a:lnTo>
                <a:lnTo>
                  <a:pt x="1837" y="5828"/>
                </a:lnTo>
                <a:cubicBezTo>
                  <a:pt x="2027" y="5860"/>
                  <a:pt x="2186" y="5891"/>
                  <a:pt x="2344" y="5891"/>
                </a:cubicBezTo>
                <a:lnTo>
                  <a:pt x="3357" y="5891"/>
                </a:lnTo>
                <a:cubicBezTo>
                  <a:pt x="3262" y="5638"/>
                  <a:pt x="3199" y="5353"/>
                  <a:pt x="3199" y="5068"/>
                </a:cubicBezTo>
                <a:lnTo>
                  <a:pt x="3199" y="3548"/>
                </a:lnTo>
                <a:cubicBezTo>
                  <a:pt x="3199" y="2344"/>
                  <a:pt x="4181" y="1363"/>
                  <a:pt x="5384" y="1363"/>
                </a:cubicBezTo>
                <a:lnTo>
                  <a:pt x="7823" y="1363"/>
                </a:lnTo>
                <a:cubicBezTo>
                  <a:pt x="7506" y="571"/>
                  <a:pt x="6714" y="33"/>
                  <a:pt x="5828" y="1"/>
                </a:cubicBezTo>
                <a:close/>
              </a:path>
            </a:pathLst>
          </a:custGeom>
          <a:solidFill>
            <a:schemeClr val="accent4"/>
          </a:solidFill>
          <a:ln>
            <a:solidFill>
              <a:schemeClr val="bg1"/>
            </a:solidFill>
          </a:ln>
        </p:spPr>
        <p:txBody>
          <a:bodyPr spcFirstLastPara="1" wrap="square" lIns="121900" tIns="121900" rIns="121900" bIns="121900" anchor="ctr" anchorCtr="0">
            <a:noAutofit/>
          </a:bodyPr>
          <a:lstStyle/>
          <a:p>
            <a:endParaRPr sz="2400">
              <a:solidFill>
                <a:schemeClr val="bg1"/>
              </a:solidFill>
            </a:endParaRPr>
          </a:p>
        </p:txBody>
      </p:sp>
      <p:sp>
        <p:nvSpPr>
          <p:cNvPr id="61" name="Google Shape;2260;p25">
            <a:extLst>
              <a:ext uri="{FF2B5EF4-FFF2-40B4-BE49-F238E27FC236}">
                <a16:creationId xmlns:a16="http://schemas.microsoft.com/office/drawing/2014/main" id="{0625C317-AD4F-70A0-5E1F-D13192FCD264}"/>
              </a:ext>
            </a:extLst>
          </p:cNvPr>
          <p:cNvSpPr/>
          <p:nvPr/>
        </p:nvSpPr>
        <p:spPr>
          <a:xfrm>
            <a:off x="2732306" y="3807351"/>
            <a:ext cx="333437" cy="247252"/>
          </a:xfrm>
          <a:custGeom>
            <a:avLst/>
            <a:gdLst/>
            <a:ahLst/>
            <a:cxnLst/>
            <a:rect l="l" t="t" r="r" b="b"/>
            <a:pathLst>
              <a:path w="8330" h="6367" extrusionOk="0">
                <a:moveTo>
                  <a:pt x="2186" y="1"/>
                </a:moveTo>
                <a:cubicBezTo>
                  <a:pt x="982" y="1"/>
                  <a:pt x="0" y="982"/>
                  <a:pt x="0" y="2154"/>
                </a:cubicBezTo>
                <a:lnTo>
                  <a:pt x="0" y="3706"/>
                </a:lnTo>
                <a:cubicBezTo>
                  <a:pt x="0" y="4909"/>
                  <a:pt x="982" y="5859"/>
                  <a:pt x="2186" y="5859"/>
                </a:cubicBezTo>
                <a:lnTo>
                  <a:pt x="5638" y="5859"/>
                </a:lnTo>
                <a:cubicBezTo>
                  <a:pt x="5828" y="5859"/>
                  <a:pt x="5986" y="5859"/>
                  <a:pt x="6144" y="5796"/>
                </a:cubicBezTo>
                <a:lnTo>
                  <a:pt x="8329" y="6366"/>
                </a:lnTo>
                <a:lnTo>
                  <a:pt x="7411" y="4941"/>
                </a:lnTo>
                <a:cubicBezTo>
                  <a:pt x="7664" y="4593"/>
                  <a:pt x="7823" y="4149"/>
                  <a:pt x="7823" y="3706"/>
                </a:cubicBezTo>
                <a:lnTo>
                  <a:pt x="7823" y="2154"/>
                </a:lnTo>
                <a:cubicBezTo>
                  <a:pt x="7823" y="982"/>
                  <a:pt x="6841" y="1"/>
                  <a:pt x="5638" y="1"/>
                </a:cubicBezTo>
                <a:close/>
              </a:path>
            </a:pathLst>
          </a:custGeom>
          <a:solidFill>
            <a:srgbClr val="92278F"/>
          </a:solidFill>
          <a:ln>
            <a:solidFill>
              <a:schemeClr val="bg1"/>
            </a:solidFill>
          </a:ln>
        </p:spPr>
        <p:txBody>
          <a:bodyPr spcFirstLastPara="1" wrap="square" lIns="121900" tIns="121900" rIns="121900" bIns="121900" anchor="ctr" anchorCtr="0">
            <a:noAutofit/>
          </a:bodyPr>
          <a:lstStyle/>
          <a:p>
            <a:endParaRPr sz="2400">
              <a:solidFill>
                <a:schemeClr val="bg1"/>
              </a:solidFill>
            </a:endParaRPr>
          </a:p>
        </p:txBody>
      </p:sp>
      <p:sp>
        <p:nvSpPr>
          <p:cNvPr id="62" name="Google Shape;2507;p29">
            <a:extLst>
              <a:ext uri="{FF2B5EF4-FFF2-40B4-BE49-F238E27FC236}">
                <a16:creationId xmlns:a16="http://schemas.microsoft.com/office/drawing/2014/main" id="{301F812F-3A23-C31B-AE03-2F0DF0C7A50A}"/>
              </a:ext>
            </a:extLst>
          </p:cNvPr>
          <p:cNvSpPr/>
          <p:nvPr/>
        </p:nvSpPr>
        <p:spPr>
          <a:xfrm>
            <a:off x="4090049" y="2984523"/>
            <a:ext cx="411187" cy="548216"/>
          </a:xfrm>
          <a:custGeom>
            <a:avLst/>
            <a:gdLst/>
            <a:ahLst/>
            <a:cxnLst/>
            <a:rect l="l" t="t" r="r" b="b"/>
            <a:pathLst>
              <a:path w="12447" h="16595" extrusionOk="0">
                <a:moveTo>
                  <a:pt x="6208" y="2059"/>
                </a:moveTo>
                <a:cubicBezTo>
                  <a:pt x="7728" y="2059"/>
                  <a:pt x="8995" y="3294"/>
                  <a:pt x="8995" y="4846"/>
                </a:cubicBezTo>
                <a:lnTo>
                  <a:pt x="8995" y="5954"/>
                </a:lnTo>
                <a:lnTo>
                  <a:pt x="8995" y="6207"/>
                </a:lnTo>
                <a:lnTo>
                  <a:pt x="3452" y="6207"/>
                </a:lnTo>
                <a:lnTo>
                  <a:pt x="3452" y="5954"/>
                </a:lnTo>
                <a:lnTo>
                  <a:pt x="3452" y="4846"/>
                </a:lnTo>
                <a:cubicBezTo>
                  <a:pt x="3452" y="3294"/>
                  <a:pt x="4688" y="2059"/>
                  <a:pt x="6208" y="2059"/>
                </a:cubicBezTo>
                <a:close/>
                <a:moveTo>
                  <a:pt x="6208" y="0"/>
                </a:moveTo>
                <a:cubicBezTo>
                  <a:pt x="3547" y="0"/>
                  <a:pt x="1362" y="2154"/>
                  <a:pt x="1362" y="4846"/>
                </a:cubicBezTo>
                <a:lnTo>
                  <a:pt x="1362" y="5954"/>
                </a:lnTo>
                <a:lnTo>
                  <a:pt x="1362" y="6207"/>
                </a:lnTo>
                <a:lnTo>
                  <a:pt x="349" y="6207"/>
                </a:lnTo>
                <a:cubicBezTo>
                  <a:pt x="159" y="6207"/>
                  <a:pt x="1" y="6366"/>
                  <a:pt x="1" y="6556"/>
                </a:cubicBezTo>
                <a:lnTo>
                  <a:pt x="1" y="15201"/>
                </a:lnTo>
                <a:cubicBezTo>
                  <a:pt x="1" y="15961"/>
                  <a:pt x="634" y="16595"/>
                  <a:pt x="1362" y="16595"/>
                </a:cubicBezTo>
                <a:lnTo>
                  <a:pt x="11053" y="16595"/>
                </a:lnTo>
                <a:cubicBezTo>
                  <a:pt x="11813" y="16595"/>
                  <a:pt x="12446" y="15961"/>
                  <a:pt x="12446" y="15201"/>
                </a:cubicBezTo>
                <a:lnTo>
                  <a:pt x="12446" y="6556"/>
                </a:lnTo>
                <a:cubicBezTo>
                  <a:pt x="12446" y="6366"/>
                  <a:pt x="12288" y="6207"/>
                  <a:pt x="12098" y="6207"/>
                </a:cubicBezTo>
                <a:lnTo>
                  <a:pt x="11053" y="6207"/>
                </a:lnTo>
                <a:lnTo>
                  <a:pt x="11053" y="5954"/>
                </a:lnTo>
                <a:lnTo>
                  <a:pt x="11053" y="4846"/>
                </a:lnTo>
                <a:cubicBezTo>
                  <a:pt x="11053" y="2154"/>
                  <a:pt x="8900" y="0"/>
                  <a:pt x="6208" y="0"/>
                </a:cubicBezTo>
                <a:close/>
              </a:path>
            </a:pathLst>
          </a:custGeom>
          <a:solidFill>
            <a:schemeClr val="accent4"/>
          </a:solidFill>
          <a:ln>
            <a:solidFill>
              <a:schemeClr val="bg1"/>
            </a:solid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1"/>
              </a:solidFill>
            </a:endParaRPr>
          </a:p>
        </p:txBody>
      </p:sp>
      <p:sp>
        <p:nvSpPr>
          <p:cNvPr id="63" name="Google Shape;2508;p29">
            <a:extLst>
              <a:ext uri="{FF2B5EF4-FFF2-40B4-BE49-F238E27FC236}">
                <a16:creationId xmlns:a16="http://schemas.microsoft.com/office/drawing/2014/main" id="{6CD1B1D8-CCC1-1C51-B37B-B923FCA1D4BE}"/>
              </a:ext>
            </a:extLst>
          </p:cNvPr>
          <p:cNvSpPr/>
          <p:nvPr/>
        </p:nvSpPr>
        <p:spPr>
          <a:xfrm>
            <a:off x="4288820" y="3293136"/>
            <a:ext cx="415382" cy="120347"/>
          </a:xfrm>
          <a:custGeom>
            <a:avLst/>
            <a:gdLst/>
            <a:ahLst/>
            <a:cxnLst/>
            <a:rect l="l" t="t" r="r" b="b"/>
            <a:pathLst>
              <a:path w="12574" h="3643" extrusionOk="0">
                <a:moveTo>
                  <a:pt x="1521" y="1"/>
                </a:moveTo>
                <a:cubicBezTo>
                  <a:pt x="697" y="1"/>
                  <a:pt x="1" y="697"/>
                  <a:pt x="1" y="1521"/>
                </a:cubicBezTo>
                <a:lnTo>
                  <a:pt x="1" y="2122"/>
                </a:lnTo>
                <a:cubicBezTo>
                  <a:pt x="1" y="2946"/>
                  <a:pt x="697" y="3643"/>
                  <a:pt x="1521" y="3643"/>
                </a:cubicBezTo>
                <a:lnTo>
                  <a:pt x="11085" y="3643"/>
                </a:lnTo>
                <a:cubicBezTo>
                  <a:pt x="11908" y="3643"/>
                  <a:pt x="12573" y="2946"/>
                  <a:pt x="12573" y="2122"/>
                </a:cubicBezTo>
                <a:lnTo>
                  <a:pt x="12573" y="1521"/>
                </a:lnTo>
                <a:cubicBezTo>
                  <a:pt x="12573" y="697"/>
                  <a:pt x="11908" y="1"/>
                  <a:pt x="11085" y="1"/>
                </a:cubicBezTo>
                <a:close/>
              </a:path>
            </a:pathLst>
          </a:custGeom>
          <a:solidFill>
            <a:srgbClr val="FFFFFF"/>
          </a:solidFill>
          <a:ln>
            <a:solidFill>
              <a:schemeClr val="bg1"/>
            </a:solid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1"/>
              </a:solidFill>
            </a:endParaRPr>
          </a:p>
        </p:txBody>
      </p:sp>
      <p:sp>
        <p:nvSpPr>
          <p:cNvPr id="64" name="Google Shape;2509;p29">
            <a:extLst>
              <a:ext uri="{FF2B5EF4-FFF2-40B4-BE49-F238E27FC236}">
                <a16:creationId xmlns:a16="http://schemas.microsoft.com/office/drawing/2014/main" id="{6624738E-F627-A567-6509-7DD6FC722796}"/>
              </a:ext>
            </a:extLst>
          </p:cNvPr>
          <p:cNvSpPr/>
          <p:nvPr/>
        </p:nvSpPr>
        <p:spPr>
          <a:xfrm>
            <a:off x="4336952" y="3328715"/>
            <a:ext cx="94183" cy="56523"/>
          </a:xfrm>
          <a:custGeom>
            <a:avLst/>
            <a:gdLst/>
            <a:ahLst/>
            <a:cxnLst/>
            <a:rect l="l" t="t" r="r" b="b"/>
            <a:pathLst>
              <a:path w="2851" h="1711" extrusionOk="0">
                <a:moveTo>
                  <a:pt x="0" y="0"/>
                </a:moveTo>
                <a:lnTo>
                  <a:pt x="539" y="1710"/>
                </a:lnTo>
                <a:lnTo>
                  <a:pt x="1140" y="1710"/>
                </a:lnTo>
                <a:lnTo>
                  <a:pt x="1426" y="792"/>
                </a:lnTo>
                <a:lnTo>
                  <a:pt x="1711" y="1710"/>
                </a:lnTo>
                <a:lnTo>
                  <a:pt x="2312" y="1710"/>
                </a:lnTo>
                <a:lnTo>
                  <a:pt x="2851" y="0"/>
                </a:lnTo>
                <a:lnTo>
                  <a:pt x="2312" y="0"/>
                </a:lnTo>
                <a:lnTo>
                  <a:pt x="1996" y="982"/>
                </a:lnTo>
                <a:lnTo>
                  <a:pt x="1711" y="0"/>
                </a:lnTo>
                <a:lnTo>
                  <a:pt x="1172" y="0"/>
                </a:lnTo>
                <a:lnTo>
                  <a:pt x="855" y="982"/>
                </a:lnTo>
                <a:lnTo>
                  <a:pt x="570" y="0"/>
                </a:lnTo>
                <a:close/>
              </a:path>
            </a:pathLst>
          </a:custGeom>
          <a:solidFill>
            <a:srgbClr val="92278F"/>
          </a:solidFill>
          <a:ln>
            <a:solidFill>
              <a:schemeClr val="bg1"/>
            </a:solid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1"/>
              </a:solidFill>
            </a:endParaRPr>
          </a:p>
        </p:txBody>
      </p:sp>
      <p:sp>
        <p:nvSpPr>
          <p:cNvPr id="65" name="Google Shape;2510;p29">
            <a:extLst>
              <a:ext uri="{FF2B5EF4-FFF2-40B4-BE49-F238E27FC236}">
                <a16:creationId xmlns:a16="http://schemas.microsoft.com/office/drawing/2014/main" id="{9BFECE52-54AE-642A-0B02-C2BFFE7962AC}"/>
              </a:ext>
            </a:extLst>
          </p:cNvPr>
          <p:cNvSpPr/>
          <p:nvPr/>
        </p:nvSpPr>
        <p:spPr>
          <a:xfrm>
            <a:off x="4443655" y="3328715"/>
            <a:ext cx="95240" cy="56523"/>
          </a:xfrm>
          <a:custGeom>
            <a:avLst/>
            <a:gdLst/>
            <a:ahLst/>
            <a:cxnLst/>
            <a:rect l="l" t="t" r="r" b="b"/>
            <a:pathLst>
              <a:path w="2883" h="1711" extrusionOk="0">
                <a:moveTo>
                  <a:pt x="1" y="0"/>
                </a:moveTo>
                <a:lnTo>
                  <a:pt x="539" y="1710"/>
                </a:lnTo>
                <a:lnTo>
                  <a:pt x="1172" y="1710"/>
                </a:lnTo>
                <a:lnTo>
                  <a:pt x="1457" y="792"/>
                </a:lnTo>
                <a:lnTo>
                  <a:pt x="1711" y="1710"/>
                </a:lnTo>
                <a:lnTo>
                  <a:pt x="2344" y="1710"/>
                </a:lnTo>
                <a:lnTo>
                  <a:pt x="2883" y="0"/>
                </a:lnTo>
                <a:lnTo>
                  <a:pt x="2313" y="0"/>
                </a:lnTo>
                <a:lnTo>
                  <a:pt x="2027" y="982"/>
                </a:lnTo>
                <a:lnTo>
                  <a:pt x="1711" y="0"/>
                </a:lnTo>
                <a:lnTo>
                  <a:pt x="1204" y="0"/>
                </a:lnTo>
                <a:lnTo>
                  <a:pt x="887" y="982"/>
                </a:lnTo>
                <a:lnTo>
                  <a:pt x="602" y="0"/>
                </a:lnTo>
                <a:close/>
              </a:path>
            </a:pathLst>
          </a:custGeom>
          <a:solidFill>
            <a:srgbClr val="92278F"/>
          </a:solidFill>
          <a:ln>
            <a:solidFill>
              <a:schemeClr val="bg1"/>
            </a:solid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1"/>
              </a:solidFill>
            </a:endParaRPr>
          </a:p>
        </p:txBody>
      </p:sp>
      <p:sp>
        <p:nvSpPr>
          <p:cNvPr id="66" name="Google Shape;2511;p29">
            <a:extLst>
              <a:ext uri="{FF2B5EF4-FFF2-40B4-BE49-F238E27FC236}">
                <a16:creationId xmlns:a16="http://schemas.microsoft.com/office/drawing/2014/main" id="{75185D27-98C6-0A9C-608B-46F2CE9335AA}"/>
              </a:ext>
            </a:extLst>
          </p:cNvPr>
          <p:cNvSpPr/>
          <p:nvPr/>
        </p:nvSpPr>
        <p:spPr>
          <a:xfrm>
            <a:off x="4551415" y="3328715"/>
            <a:ext cx="94183" cy="56523"/>
          </a:xfrm>
          <a:custGeom>
            <a:avLst/>
            <a:gdLst/>
            <a:ahLst/>
            <a:cxnLst/>
            <a:rect l="l" t="t" r="r" b="b"/>
            <a:pathLst>
              <a:path w="2851" h="1711" extrusionOk="0">
                <a:moveTo>
                  <a:pt x="1" y="0"/>
                </a:moveTo>
                <a:lnTo>
                  <a:pt x="539" y="1710"/>
                </a:lnTo>
                <a:lnTo>
                  <a:pt x="1141" y="1710"/>
                </a:lnTo>
                <a:lnTo>
                  <a:pt x="1426" y="792"/>
                </a:lnTo>
                <a:lnTo>
                  <a:pt x="1711" y="1710"/>
                </a:lnTo>
                <a:lnTo>
                  <a:pt x="2312" y="1710"/>
                </a:lnTo>
                <a:lnTo>
                  <a:pt x="2851" y="0"/>
                </a:lnTo>
                <a:lnTo>
                  <a:pt x="2312" y="0"/>
                </a:lnTo>
                <a:lnTo>
                  <a:pt x="1996" y="982"/>
                </a:lnTo>
                <a:lnTo>
                  <a:pt x="1711" y="0"/>
                </a:lnTo>
                <a:lnTo>
                  <a:pt x="1172" y="0"/>
                </a:lnTo>
                <a:lnTo>
                  <a:pt x="856" y="982"/>
                </a:lnTo>
                <a:lnTo>
                  <a:pt x="571" y="0"/>
                </a:lnTo>
                <a:close/>
              </a:path>
            </a:pathLst>
          </a:custGeom>
          <a:solidFill>
            <a:srgbClr val="92278F"/>
          </a:solidFill>
          <a:ln>
            <a:solidFill>
              <a:schemeClr val="bg1"/>
            </a:solid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1"/>
              </a:solidFill>
            </a:endParaRPr>
          </a:p>
        </p:txBody>
      </p:sp>
      <p:sp>
        <p:nvSpPr>
          <p:cNvPr id="67" name="Google Shape;2513;p29">
            <a:extLst>
              <a:ext uri="{FF2B5EF4-FFF2-40B4-BE49-F238E27FC236}">
                <a16:creationId xmlns:a16="http://schemas.microsoft.com/office/drawing/2014/main" id="{BE42A20F-2F37-1359-17EF-E68BE05D6A3A}"/>
              </a:ext>
            </a:extLst>
          </p:cNvPr>
          <p:cNvSpPr/>
          <p:nvPr/>
        </p:nvSpPr>
        <p:spPr>
          <a:xfrm>
            <a:off x="3951962" y="3230634"/>
            <a:ext cx="264709" cy="241189"/>
          </a:xfrm>
          <a:custGeom>
            <a:avLst/>
            <a:gdLst/>
            <a:ahLst/>
            <a:cxnLst/>
            <a:rect l="l" t="t" r="r" b="b"/>
            <a:pathLst>
              <a:path w="8013" h="7301" extrusionOk="0">
                <a:moveTo>
                  <a:pt x="2724" y="721"/>
                </a:moveTo>
                <a:lnTo>
                  <a:pt x="2724" y="721"/>
                </a:lnTo>
                <a:cubicBezTo>
                  <a:pt x="2534" y="974"/>
                  <a:pt x="2375" y="1259"/>
                  <a:pt x="2280" y="1544"/>
                </a:cubicBezTo>
                <a:cubicBezTo>
                  <a:pt x="2154" y="1449"/>
                  <a:pt x="2027" y="1354"/>
                  <a:pt x="1900" y="1259"/>
                </a:cubicBezTo>
                <a:cubicBezTo>
                  <a:pt x="2154" y="1038"/>
                  <a:pt x="2407" y="848"/>
                  <a:pt x="2724" y="721"/>
                </a:cubicBezTo>
                <a:close/>
                <a:moveTo>
                  <a:pt x="5289" y="721"/>
                </a:moveTo>
                <a:cubicBezTo>
                  <a:pt x="5574" y="848"/>
                  <a:pt x="5859" y="1038"/>
                  <a:pt x="6112" y="1259"/>
                </a:cubicBezTo>
                <a:cubicBezTo>
                  <a:pt x="5986" y="1354"/>
                  <a:pt x="5859" y="1449"/>
                  <a:pt x="5732" y="1544"/>
                </a:cubicBezTo>
                <a:cubicBezTo>
                  <a:pt x="5606" y="1259"/>
                  <a:pt x="5447" y="974"/>
                  <a:pt x="5289" y="721"/>
                </a:cubicBezTo>
                <a:close/>
                <a:moveTo>
                  <a:pt x="3769" y="499"/>
                </a:moveTo>
                <a:lnTo>
                  <a:pt x="3769" y="2019"/>
                </a:lnTo>
                <a:cubicBezTo>
                  <a:pt x="3389" y="2019"/>
                  <a:pt x="3009" y="1924"/>
                  <a:pt x="2692" y="1766"/>
                </a:cubicBezTo>
                <a:cubicBezTo>
                  <a:pt x="2882" y="1259"/>
                  <a:pt x="3230" y="658"/>
                  <a:pt x="3769" y="499"/>
                </a:cubicBezTo>
                <a:close/>
                <a:moveTo>
                  <a:pt x="4244" y="499"/>
                </a:moveTo>
                <a:cubicBezTo>
                  <a:pt x="4751" y="626"/>
                  <a:pt x="5131" y="1259"/>
                  <a:pt x="5321" y="1766"/>
                </a:cubicBezTo>
                <a:cubicBezTo>
                  <a:pt x="4972" y="1924"/>
                  <a:pt x="4624" y="2019"/>
                  <a:pt x="4244" y="2019"/>
                </a:cubicBezTo>
                <a:lnTo>
                  <a:pt x="4244" y="499"/>
                </a:lnTo>
                <a:close/>
                <a:moveTo>
                  <a:pt x="1584" y="1576"/>
                </a:moveTo>
                <a:cubicBezTo>
                  <a:pt x="1742" y="1734"/>
                  <a:pt x="1932" y="1861"/>
                  <a:pt x="2122" y="1988"/>
                </a:cubicBezTo>
                <a:cubicBezTo>
                  <a:pt x="1995" y="2431"/>
                  <a:pt x="1900" y="2906"/>
                  <a:pt x="1900" y="3413"/>
                </a:cubicBezTo>
                <a:lnTo>
                  <a:pt x="824" y="3413"/>
                </a:lnTo>
                <a:cubicBezTo>
                  <a:pt x="855" y="2748"/>
                  <a:pt x="1140" y="2083"/>
                  <a:pt x="1584" y="1576"/>
                </a:cubicBezTo>
                <a:close/>
                <a:moveTo>
                  <a:pt x="2534" y="2209"/>
                </a:moveTo>
                <a:cubicBezTo>
                  <a:pt x="2914" y="2368"/>
                  <a:pt x="3325" y="2463"/>
                  <a:pt x="3769" y="2494"/>
                </a:cubicBezTo>
                <a:lnTo>
                  <a:pt x="3769" y="3413"/>
                </a:lnTo>
                <a:lnTo>
                  <a:pt x="2375" y="3413"/>
                </a:lnTo>
                <a:cubicBezTo>
                  <a:pt x="2375" y="3001"/>
                  <a:pt x="2439" y="2589"/>
                  <a:pt x="2534" y="2209"/>
                </a:cubicBezTo>
                <a:close/>
                <a:moveTo>
                  <a:pt x="5479" y="2209"/>
                </a:moveTo>
                <a:cubicBezTo>
                  <a:pt x="5574" y="2589"/>
                  <a:pt x="5637" y="3001"/>
                  <a:pt x="5637" y="3413"/>
                </a:cubicBezTo>
                <a:lnTo>
                  <a:pt x="4244" y="3413"/>
                </a:lnTo>
                <a:lnTo>
                  <a:pt x="4244" y="2494"/>
                </a:lnTo>
                <a:cubicBezTo>
                  <a:pt x="4656" y="2463"/>
                  <a:pt x="5067" y="2368"/>
                  <a:pt x="5479" y="2209"/>
                </a:cubicBezTo>
                <a:close/>
                <a:moveTo>
                  <a:pt x="6429" y="1576"/>
                </a:moveTo>
                <a:cubicBezTo>
                  <a:pt x="6872" y="2114"/>
                  <a:pt x="7126" y="2748"/>
                  <a:pt x="7189" y="3413"/>
                </a:cubicBezTo>
                <a:lnTo>
                  <a:pt x="6112" y="3413"/>
                </a:lnTo>
                <a:cubicBezTo>
                  <a:pt x="6081" y="2906"/>
                  <a:pt x="6017" y="2431"/>
                  <a:pt x="5891" y="1988"/>
                </a:cubicBezTo>
                <a:cubicBezTo>
                  <a:pt x="6081" y="1861"/>
                  <a:pt x="6271" y="1734"/>
                  <a:pt x="6429" y="1576"/>
                </a:cubicBezTo>
                <a:close/>
                <a:moveTo>
                  <a:pt x="3769" y="3888"/>
                </a:moveTo>
                <a:lnTo>
                  <a:pt x="3769" y="4774"/>
                </a:lnTo>
                <a:cubicBezTo>
                  <a:pt x="3325" y="4806"/>
                  <a:pt x="2914" y="4901"/>
                  <a:pt x="2534" y="5091"/>
                </a:cubicBezTo>
                <a:cubicBezTo>
                  <a:pt x="2439" y="4711"/>
                  <a:pt x="2375" y="4299"/>
                  <a:pt x="2344" y="3888"/>
                </a:cubicBezTo>
                <a:close/>
                <a:moveTo>
                  <a:pt x="5637" y="3888"/>
                </a:moveTo>
                <a:cubicBezTo>
                  <a:pt x="5637" y="4299"/>
                  <a:pt x="5574" y="4711"/>
                  <a:pt x="5447" y="5091"/>
                </a:cubicBezTo>
                <a:cubicBezTo>
                  <a:pt x="5067" y="4901"/>
                  <a:pt x="4656" y="4806"/>
                  <a:pt x="4244" y="4774"/>
                </a:cubicBezTo>
                <a:lnTo>
                  <a:pt x="4244" y="3888"/>
                </a:lnTo>
                <a:close/>
                <a:moveTo>
                  <a:pt x="1900" y="3888"/>
                </a:moveTo>
                <a:cubicBezTo>
                  <a:pt x="1900" y="4394"/>
                  <a:pt x="1995" y="4870"/>
                  <a:pt x="2122" y="5313"/>
                </a:cubicBezTo>
                <a:cubicBezTo>
                  <a:pt x="1932" y="5408"/>
                  <a:pt x="1742" y="5566"/>
                  <a:pt x="1584" y="5693"/>
                </a:cubicBezTo>
                <a:cubicBezTo>
                  <a:pt x="1140" y="5186"/>
                  <a:pt x="855" y="4553"/>
                  <a:pt x="824" y="3888"/>
                </a:cubicBezTo>
                <a:close/>
                <a:moveTo>
                  <a:pt x="7189" y="3888"/>
                </a:moveTo>
                <a:cubicBezTo>
                  <a:pt x="7126" y="4553"/>
                  <a:pt x="6872" y="5186"/>
                  <a:pt x="6429" y="5693"/>
                </a:cubicBezTo>
                <a:cubicBezTo>
                  <a:pt x="6271" y="5566"/>
                  <a:pt x="6081" y="5408"/>
                  <a:pt x="5891" y="5313"/>
                </a:cubicBezTo>
                <a:cubicBezTo>
                  <a:pt x="6017" y="4870"/>
                  <a:pt x="6081" y="4394"/>
                  <a:pt x="6112" y="3888"/>
                </a:cubicBezTo>
                <a:close/>
                <a:moveTo>
                  <a:pt x="2280" y="5756"/>
                </a:moveTo>
                <a:cubicBezTo>
                  <a:pt x="2375" y="6041"/>
                  <a:pt x="2534" y="6326"/>
                  <a:pt x="2724" y="6580"/>
                </a:cubicBezTo>
                <a:cubicBezTo>
                  <a:pt x="2439" y="6421"/>
                  <a:pt x="2154" y="6263"/>
                  <a:pt x="1900" y="6041"/>
                </a:cubicBezTo>
                <a:cubicBezTo>
                  <a:pt x="2027" y="5946"/>
                  <a:pt x="2154" y="5851"/>
                  <a:pt x="2280" y="5756"/>
                </a:cubicBezTo>
                <a:close/>
                <a:moveTo>
                  <a:pt x="5732" y="5756"/>
                </a:moveTo>
                <a:cubicBezTo>
                  <a:pt x="5859" y="5851"/>
                  <a:pt x="5986" y="5946"/>
                  <a:pt x="6112" y="6041"/>
                </a:cubicBezTo>
                <a:cubicBezTo>
                  <a:pt x="5859" y="6263"/>
                  <a:pt x="5574" y="6421"/>
                  <a:pt x="5289" y="6580"/>
                </a:cubicBezTo>
                <a:cubicBezTo>
                  <a:pt x="5447" y="6326"/>
                  <a:pt x="5606" y="6041"/>
                  <a:pt x="5732" y="5756"/>
                </a:cubicBezTo>
                <a:close/>
                <a:moveTo>
                  <a:pt x="3769" y="5250"/>
                </a:moveTo>
                <a:lnTo>
                  <a:pt x="3769" y="6801"/>
                </a:lnTo>
                <a:cubicBezTo>
                  <a:pt x="3230" y="6643"/>
                  <a:pt x="2882" y="6041"/>
                  <a:pt x="2692" y="5535"/>
                </a:cubicBezTo>
                <a:cubicBezTo>
                  <a:pt x="3009" y="5376"/>
                  <a:pt x="3389" y="5281"/>
                  <a:pt x="3769" y="5250"/>
                </a:cubicBezTo>
                <a:close/>
                <a:moveTo>
                  <a:pt x="4244" y="5250"/>
                </a:moveTo>
                <a:cubicBezTo>
                  <a:pt x="4624" y="5281"/>
                  <a:pt x="4972" y="5376"/>
                  <a:pt x="5321" y="5535"/>
                </a:cubicBezTo>
                <a:cubicBezTo>
                  <a:pt x="5131" y="6041"/>
                  <a:pt x="4751" y="6643"/>
                  <a:pt x="4244" y="6801"/>
                </a:cubicBezTo>
                <a:lnTo>
                  <a:pt x="4244" y="5250"/>
                </a:lnTo>
                <a:close/>
                <a:moveTo>
                  <a:pt x="4006" y="0"/>
                </a:moveTo>
                <a:cubicBezTo>
                  <a:pt x="3072" y="0"/>
                  <a:pt x="2138" y="357"/>
                  <a:pt x="1425" y="1069"/>
                </a:cubicBezTo>
                <a:cubicBezTo>
                  <a:pt x="0" y="2494"/>
                  <a:pt x="0" y="4806"/>
                  <a:pt x="1425" y="6231"/>
                </a:cubicBezTo>
                <a:cubicBezTo>
                  <a:pt x="2138" y="6944"/>
                  <a:pt x="3072" y="7300"/>
                  <a:pt x="4006" y="7300"/>
                </a:cubicBezTo>
                <a:cubicBezTo>
                  <a:pt x="4941" y="7300"/>
                  <a:pt x="5875" y="6944"/>
                  <a:pt x="6587" y="6231"/>
                </a:cubicBezTo>
                <a:cubicBezTo>
                  <a:pt x="8012" y="4806"/>
                  <a:pt x="8012" y="2494"/>
                  <a:pt x="6587" y="1069"/>
                </a:cubicBezTo>
                <a:cubicBezTo>
                  <a:pt x="5875" y="357"/>
                  <a:pt x="4941" y="0"/>
                  <a:pt x="4006" y="0"/>
                </a:cubicBezTo>
                <a:close/>
              </a:path>
            </a:pathLst>
          </a:custGeom>
          <a:solidFill>
            <a:srgbClr val="92278F"/>
          </a:solidFill>
          <a:ln>
            <a:solidFill>
              <a:schemeClr val="bg1"/>
            </a:solid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1"/>
              </a:solidFill>
            </a:endParaRPr>
          </a:p>
        </p:txBody>
      </p:sp>
      <p:sp>
        <p:nvSpPr>
          <p:cNvPr id="68" name="Google Shape;2264;p25">
            <a:extLst>
              <a:ext uri="{FF2B5EF4-FFF2-40B4-BE49-F238E27FC236}">
                <a16:creationId xmlns:a16="http://schemas.microsoft.com/office/drawing/2014/main" id="{D85E7DA5-7E28-9BBB-A81D-594299B23F86}"/>
              </a:ext>
            </a:extLst>
          </p:cNvPr>
          <p:cNvSpPr/>
          <p:nvPr/>
        </p:nvSpPr>
        <p:spPr>
          <a:xfrm>
            <a:off x="10988954" y="4653452"/>
            <a:ext cx="424332" cy="468330"/>
          </a:xfrm>
          <a:custGeom>
            <a:avLst/>
            <a:gdLst/>
            <a:ahLst/>
            <a:cxnLst/>
            <a:rect l="l" t="t" r="r" b="b"/>
            <a:pathLst>
              <a:path w="10927" h="12060" extrusionOk="0">
                <a:moveTo>
                  <a:pt x="5587" y="1"/>
                </a:moveTo>
                <a:cubicBezTo>
                  <a:pt x="5562" y="1"/>
                  <a:pt x="5536" y="3"/>
                  <a:pt x="5511" y="7"/>
                </a:cubicBezTo>
                <a:cubicBezTo>
                  <a:pt x="5289" y="7"/>
                  <a:pt x="5162" y="39"/>
                  <a:pt x="5099" y="102"/>
                </a:cubicBezTo>
                <a:lnTo>
                  <a:pt x="5162" y="7"/>
                </a:lnTo>
                <a:lnTo>
                  <a:pt x="5162" y="7"/>
                </a:lnTo>
                <a:cubicBezTo>
                  <a:pt x="5131" y="39"/>
                  <a:pt x="5036" y="70"/>
                  <a:pt x="4972" y="102"/>
                </a:cubicBezTo>
                <a:cubicBezTo>
                  <a:pt x="4941" y="102"/>
                  <a:pt x="4877" y="102"/>
                  <a:pt x="4846" y="134"/>
                </a:cubicBezTo>
                <a:cubicBezTo>
                  <a:pt x="4276" y="229"/>
                  <a:pt x="3927" y="767"/>
                  <a:pt x="3801" y="957"/>
                </a:cubicBezTo>
                <a:cubicBezTo>
                  <a:pt x="3769" y="925"/>
                  <a:pt x="3769" y="862"/>
                  <a:pt x="3769" y="862"/>
                </a:cubicBezTo>
                <a:cubicBezTo>
                  <a:pt x="3737" y="925"/>
                  <a:pt x="3737" y="989"/>
                  <a:pt x="3769" y="1020"/>
                </a:cubicBezTo>
                <a:cubicBezTo>
                  <a:pt x="3702" y="998"/>
                  <a:pt x="3635" y="975"/>
                  <a:pt x="3579" y="975"/>
                </a:cubicBezTo>
                <a:cubicBezTo>
                  <a:pt x="3555" y="975"/>
                  <a:pt x="3534" y="979"/>
                  <a:pt x="3516" y="989"/>
                </a:cubicBezTo>
                <a:cubicBezTo>
                  <a:pt x="3516" y="989"/>
                  <a:pt x="3611" y="1020"/>
                  <a:pt x="3706" y="1084"/>
                </a:cubicBezTo>
                <a:cubicBezTo>
                  <a:pt x="2946" y="1559"/>
                  <a:pt x="3389" y="3237"/>
                  <a:pt x="3389" y="3237"/>
                </a:cubicBezTo>
                <a:cubicBezTo>
                  <a:pt x="2946" y="3997"/>
                  <a:pt x="3706" y="4599"/>
                  <a:pt x="3706" y="4599"/>
                </a:cubicBezTo>
                <a:cubicBezTo>
                  <a:pt x="3737" y="4979"/>
                  <a:pt x="3896" y="5391"/>
                  <a:pt x="4022" y="5612"/>
                </a:cubicBezTo>
                <a:cubicBezTo>
                  <a:pt x="4054" y="5676"/>
                  <a:pt x="4054" y="5802"/>
                  <a:pt x="4022" y="5897"/>
                </a:cubicBezTo>
                <a:cubicBezTo>
                  <a:pt x="4022" y="6056"/>
                  <a:pt x="4022" y="6246"/>
                  <a:pt x="3991" y="6309"/>
                </a:cubicBezTo>
                <a:cubicBezTo>
                  <a:pt x="3864" y="6309"/>
                  <a:pt x="3706" y="6277"/>
                  <a:pt x="3642" y="6246"/>
                </a:cubicBezTo>
                <a:cubicBezTo>
                  <a:pt x="3484" y="6151"/>
                  <a:pt x="3294" y="6119"/>
                  <a:pt x="3104" y="6119"/>
                </a:cubicBezTo>
                <a:lnTo>
                  <a:pt x="3041" y="6119"/>
                </a:lnTo>
                <a:cubicBezTo>
                  <a:pt x="1077" y="6119"/>
                  <a:pt x="349" y="8621"/>
                  <a:pt x="64" y="9951"/>
                </a:cubicBezTo>
                <a:cubicBezTo>
                  <a:pt x="0" y="10426"/>
                  <a:pt x="159" y="10901"/>
                  <a:pt x="507" y="11028"/>
                </a:cubicBezTo>
                <a:cubicBezTo>
                  <a:pt x="1365" y="11418"/>
                  <a:pt x="3171" y="12059"/>
                  <a:pt x="5474" y="12059"/>
                </a:cubicBezTo>
                <a:cubicBezTo>
                  <a:pt x="6912" y="12059"/>
                  <a:pt x="8545" y="11809"/>
                  <a:pt x="10261" y="11091"/>
                </a:cubicBezTo>
                <a:cubicBezTo>
                  <a:pt x="10673" y="10901"/>
                  <a:pt x="10926" y="10268"/>
                  <a:pt x="10800" y="9666"/>
                </a:cubicBezTo>
                <a:cubicBezTo>
                  <a:pt x="10514" y="8304"/>
                  <a:pt x="9723" y="6119"/>
                  <a:pt x="7886" y="6119"/>
                </a:cubicBezTo>
                <a:lnTo>
                  <a:pt x="7854" y="6119"/>
                </a:lnTo>
                <a:cubicBezTo>
                  <a:pt x="7664" y="6119"/>
                  <a:pt x="7506" y="6151"/>
                  <a:pt x="7379" y="6214"/>
                </a:cubicBezTo>
                <a:cubicBezTo>
                  <a:pt x="7284" y="6246"/>
                  <a:pt x="7063" y="6277"/>
                  <a:pt x="6841" y="6309"/>
                </a:cubicBezTo>
                <a:lnTo>
                  <a:pt x="6809" y="5929"/>
                </a:lnTo>
                <a:cubicBezTo>
                  <a:pt x="6778" y="5834"/>
                  <a:pt x="6778" y="5739"/>
                  <a:pt x="6841" y="5676"/>
                </a:cubicBezTo>
                <a:cubicBezTo>
                  <a:pt x="7031" y="5296"/>
                  <a:pt x="7189" y="4631"/>
                  <a:pt x="7189" y="4631"/>
                </a:cubicBezTo>
                <a:cubicBezTo>
                  <a:pt x="7854" y="3997"/>
                  <a:pt x="7506" y="3269"/>
                  <a:pt x="7506" y="3269"/>
                </a:cubicBezTo>
                <a:cubicBezTo>
                  <a:pt x="7664" y="2509"/>
                  <a:pt x="7664" y="2065"/>
                  <a:pt x="7633" y="1844"/>
                </a:cubicBezTo>
                <a:lnTo>
                  <a:pt x="7633" y="1844"/>
                </a:lnTo>
                <a:cubicBezTo>
                  <a:pt x="7696" y="1939"/>
                  <a:pt x="7759" y="2002"/>
                  <a:pt x="7759" y="2002"/>
                </a:cubicBezTo>
                <a:cubicBezTo>
                  <a:pt x="7664" y="1685"/>
                  <a:pt x="7506" y="1464"/>
                  <a:pt x="7379" y="1305"/>
                </a:cubicBezTo>
                <a:cubicBezTo>
                  <a:pt x="7348" y="1274"/>
                  <a:pt x="7316" y="1210"/>
                  <a:pt x="7284" y="1179"/>
                </a:cubicBezTo>
                <a:lnTo>
                  <a:pt x="7284" y="1179"/>
                </a:lnTo>
                <a:cubicBezTo>
                  <a:pt x="7411" y="1210"/>
                  <a:pt x="7538" y="1274"/>
                  <a:pt x="7538" y="1274"/>
                </a:cubicBezTo>
                <a:cubicBezTo>
                  <a:pt x="7411" y="1115"/>
                  <a:pt x="7189" y="957"/>
                  <a:pt x="7063" y="830"/>
                </a:cubicBezTo>
                <a:lnTo>
                  <a:pt x="7063" y="830"/>
                </a:lnTo>
                <a:cubicBezTo>
                  <a:pt x="7189" y="925"/>
                  <a:pt x="7284" y="957"/>
                  <a:pt x="7284" y="957"/>
                </a:cubicBezTo>
                <a:cubicBezTo>
                  <a:pt x="7126" y="799"/>
                  <a:pt x="6936" y="704"/>
                  <a:pt x="6809" y="640"/>
                </a:cubicBezTo>
                <a:lnTo>
                  <a:pt x="6841" y="640"/>
                </a:lnTo>
                <a:lnTo>
                  <a:pt x="6556" y="482"/>
                </a:lnTo>
                <a:lnTo>
                  <a:pt x="6556" y="482"/>
                </a:lnTo>
                <a:cubicBezTo>
                  <a:pt x="6746" y="545"/>
                  <a:pt x="6904" y="640"/>
                  <a:pt x="6904" y="640"/>
                </a:cubicBezTo>
                <a:cubicBezTo>
                  <a:pt x="6841" y="450"/>
                  <a:pt x="6556" y="260"/>
                  <a:pt x="6556" y="260"/>
                </a:cubicBezTo>
                <a:cubicBezTo>
                  <a:pt x="6413" y="189"/>
                  <a:pt x="6289" y="153"/>
                  <a:pt x="6168" y="153"/>
                </a:cubicBezTo>
                <a:cubicBezTo>
                  <a:pt x="6128" y="153"/>
                  <a:pt x="6089" y="157"/>
                  <a:pt x="6049" y="165"/>
                </a:cubicBezTo>
                <a:cubicBezTo>
                  <a:pt x="5912" y="83"/>
                  <a:pt x="5751" y="1"/>
                  <a:pt x="5587" y="1"/>
                </a:cubicBezTo>
                <a:close/>
              </a:path>
            </a:pathLst>
          </a:custGeom>
          <a:solidFill>
            <a:srgbClr val="990099"/>
          </a:solidFill>
          <a:ln>
            <a:solidFill>
              <a:schemeClr val="bg1"/>
            </a:solidFill>
          </a:ln>
        </p:spPr>
        <p:txBody>
          <a:bodyPr spcFirstLastPara="1" wrap="square" lIns="121900" tIns="121900" rIns="121900" bIns="121900" anchor="ctr" anchorCtr="0">
            <a:noAutofit/>
          </a:bodyPr>
          <a:lstStyle/>
          <a:p>
            <a:endParaRPr sz="2400">
              <a:solidFill>
                <a:schemeClr val="bg1"/>
              </a:solidFill>
            </a:endParaRPr>
          </a:p>
        </p:txBody>
      </p:sp>
      <p:sp>
        <p:nvSpPr>
          <p:cNvPr id="69" name="Google Shape;2265;p25">
            <a:extLst>
              <a:ext uri="{FF2B5EF4-FFF2-40B4-BE49-F238E27FC236}">
                <a16:creationId xmlns:a16="http://schemas.microsoft.com/office/drawing/2014/main" id="{A801F94C-A40F-D395-652F-2179E36A4DCB}"/>
              </a:ext>
            </a:extLst>
          </p:cNvPr>
          <p:cNvSpPr/>
          <p:nvPr/>
        </p:nvSpPr>
        <p:spPr>
          <a:xfrm>
            <a:off x="11141452" y="4898413"/>
            <a:ext cx="54134" cy="178361"/>
          </a:xfrm>
          <a:custGeom>
            <a:avLst/>
            <a:gdLst/>
            <a:ahLst/>
            <a:cxnLst/>
            <a:rect l="l" t="t" r="r" b="b"/>
            <a:pathLst>
              <a:path w="1394" h="4593" extrusionOk="0">
                <a:moveTo>
                  <a:pt x="64" y="1"/>
                </a:moveTo>
                <a:cubicBezTo>
                  <a:pt x="64" y="191"/>
                  <a:pt x="0" y="2534"/>
                  <a:pt x="760" y="4593"/>
                </a:cubicBezTo>
                <a:cubicBezTo>
                  <a:pt x="760" y="4593"/>
                  <a:pt x="982" y="2629"/>
                  <a:pt x="1394" y="2281"/>
                </a:cubicBezTo>
                <a:cubicBezTo>
                  <a:pt x="1394" y="2281"/>
                  <a:pt x="1014" y="1774"/>
                  <a:pt x="1045" y="1711"/>
                </a:cubicBezTo>
                <a:cubicBezTo>
                  <a:pt x="1045" y="1616"/>
                  <a:pt x="1204" y="1299"/>
                  <a:pt x="1362" y="1173"/>
                </a:cubicBezTo>
                <a:cubicBezTo>
                  <a:pt x="1394" y="1141"/>
                  <a:pt x="1394" y="1078"/>
                  <a:pt x="1362" y="1046"/>
                </a:cubicBezTo>
                <a:lnTo>
                  <a:pt x="64" y="1"/>
                </a:lnTo>
                <a:close/>
              </a:path>
            </a:pathLst>
          </a:custGeom>
          <a:solidFill>
            <a:srgbClr val="FFFFFF"/>
          </a:solidFill>
          <a:ln>
            <a:solidFill>
              <a:schemeClr val="bg1"/>
            </a:solidFill>
          </a:ln>
        </p:spPr>
        <p:txBody>
          <a:bodyPr spcFirstLastPara="1" wrap="square" lIns="121900" tIns="121900" rIns="121900" bIns="121900" anchor="ctr" anchorCtr="0">
            <a:noAutofit/>
          </a:bodyPr>
          <a:lstStyle/>
          <a:p>
            <a:endParaRPr sz="2400">
              <a:solidFill>
                <a:schemeClr val="bg1"/>
              </a:solidFill>
            </a:endParaRPr>
          </a:p>
        </p:txBody>
      </p:sp>
      <p:sp>
        <p:nvSpPr>
          <p:cNvPr id="70" name="Google Shape;2268;p25">
            <a:extLst>
              <a:ext uri="{FF2B5EF4-FFF2-40B4-BE49-F238E27FC236}">
                <a16:creationId xmlns:a16="http://schemas.microsoft.com/office/drawing/2014/main" id="{1DC26571-E204-A7C0-5A40-7F83DFDB2F7F}"/>
              </a:ext>
            </a:extLst>
          </p:cNvPr>
          <p:cNvSpPr/>
          <p:nvPr/>
        </p:nvSpPr>
        <p:spPr>
          <a:xfrm>
            <a:off x="11204168" y="4897209"/>
            <a:ext cx="54134" cy="179565"/>
          </a:xfrm>
          <a:custGeom>
            <a:avLst/>
            <a:gdLst/>
            <a:ahLst/>
            <a:cxnLst/>
            <a:rect l="l" t="t" r="r" b="b"/>
            <a:pathLst>
              <a:path w="1394" h="4624" extrusionOk="0">
                <a:moveTo>
                  <a:pt x="1299" y="0"/>
                </a:moveTo>
                <a:lnTo>
                  <a:pt x="32" y="1077"/>
                </a:lnTo>
                <a:cubicBezTo>
                  <a:pt x="0" y="1109"/>
                  <a:pt x="0" y="1172"/>
                  <a:pt x="64" y="1204"/>
                </a:cubicBezTo>
                <a:cubicBezTo>
                  <a:pt x="222" y="1330"/>
                  <a:pt x="380" y="1647"/>
                  <a:pt x="380" y="1742"/>
                </a:cubicBezTo>
                <a:cubicBezTo>
                  <a:pt x="412" y="1805"/>
                  <a:pt x="32" y="2312"/>
                  <a:pt x="32" y="2312"/>
                </a:cubicBezTo>
                <a:cubicBezTo>
                  <a:pt x="444" y="2660"/>
                  <a:pt x="665" y="4624"/>
                  <a:pt x="665" y="4624"/>
                </a:cubicBezTo>
                <a:cubicBezTo>
                  <a:pt x="1394" y="2629"/>
                  <a:pt x="1362" y="317"/>
                  <a:pt x="1331" y="32"/>
                </a:cubicBezTo>
                <a:cubicBezTo>
                  <a:pt x="1331" y="0"/>
                  <a:pt x="1331" y="0"/>
                  <a:pt x="1299" y="0"/>
                </a:cubicBezTo>
                <a:close/>
              </a:path>
            </a:pathLst>
          </a:custGeom>
          <a:solidFill>
            <a:srgbClr val="FFFFFF"/>
          </a:solidFill>
          <a:ln>
            <a:solidFill>
              <a:schemeClr val="bg1"/>
            </a:solidFill>
          </a:ln>
        </p:spPr>
        <p:txBody>
          <a:bodyPr spcFirstLastPara="1" wrap="square" lIns="121900" tIns="121900" rIns="121900" bIns="121900" anchor="ctr" anchorCtr="0">
            <a:noAutofit/>
          </a:bodyPr>
          <a:lstStyle/>
          <a:p>
            <a:endParaRPr sz="2400">
              <a:solidFill>
                <a:schemeClr val="bg1"/>
              </a:solidFill>
            </a:endParaRPr>
          </a:p>
        </p:txBody>
      </p:sp>
      <p:sp>
        <p:nvSpPr>
          <p:cNvPr id="71" name="Google Shape;2270;p25">
            <a:extLst>
              <a:ext uri="{FF2B5EF4-FFF2-40B4-BE49-F238E27FC236}">
                <a16:creationId xmlns:a16="http://schemas.microsoft.com/office/drawing/2014/main" id="{959EC928-17E6-3CA6-7EAC-118F820B8011}"/>
              </a:ext>
            </a:extLst>
          </p:cNvPr>
          <p:cNvSpPr/>
          <p:nvPr/>
        </p:nvSpPr>
        <p:spPr>
          <a:xfrm>
            <a:off x="11229992" y="4898413"/>
            <a:ext cx="28309" cy="178361"/>
          </a:xfrm>
          <a:custGeom>
            <a:avLst/>
            <a:gdLst/>
            <a:ahLst/>
            <a:cxnLst/>
            <a:rect l="l" t="t" r="r" b="b"/>
            <a:pathLst>
              <a:path w="729" h="4593" extrusionOk="0">
                <a:moveTo>
                  <a:pt x="666" y="1"/>
                </a:moveTo>
                <a:cubicBezTo>
                  <a:pt x="666" y="1"/>
                  <a:pt x="539" y="2915"/>
                  <a:pt x="0" y="4593"/>
                </a:cubicBezTo>
                <a:cubicBezTo>
                  <a:pt x="729" y="2598"/>
                  <a:pt x="697" y="286"/>
                  <a:pt x="666" y="1"/>
                </a:cubicBezTo>
                <a:close/>
              </a:path>
            </a:pathLst>
          </a:custGeom>
          <a:solidFill>
            <a:srgbClr val="434244"/>
          </a:solidFill>
          <a:ln>
            <a:solidFill>
              <a:schemeClr val="bg1"/>
            </a:solidFill>
          </a:ln>
        </p:spPr>
        <p:txBody>
          <a:bodyPr spcFirstLastPara="1" wrap="square" lIns="121900" tIns="121900" rIns="121900" bIns="121900" anchor="ctr" anchorCtr="0">
            <a:noAutofit/>
          </a:bodyPr>
          <a:lstStyle/>
          <a:p>
            <a:endParaRPr sz="2400">
              <a:solidFill>
                <a:schemeClr val="bg1"/>
              </a:solidFill>
            </a:endParaRPr>
          </a:p>
        </p:txBody>
      </p:sp>
      <p:sp>
        <p:nvSpPr>
          <p:cNvPr id="72" name="Google Shape;2271;p25">
            <a:extLst>
              <a:ext uri="{FF2B5EF4-FFF2-40B4-BE49-F238E27FC236}">
                <a16:creationId xmlns:a16="http://schemas.microsoft.com/office/drawing/2014/main" id="{2AC98310-E7C1-2A95-A3F2-8E7FA67482C5}"/>
              </a:ext>
            </a:extLst>
          </p:cNvPr>
          <p:cNvSpPr/>
          <p:nvPr/>
        </p:nvSpPr>
        <p:spPr>
          <a:xfrm>
            <a:off x="11170966" y="4940236"/>
            <a:ext cx="59065" cy="180847"/>
          </a:xfrm>
          <a:custGeom>
            <a:avLst/>
            <a:gdLst/>
            <a:ahLst/>
            <a:cxnLst/>
            <a:rect l="l" t="t" r="r" b="b"/>
            <a:pathLst>
              <a:path w="1521" h="4657" extrusionOk="0">
                <a:moveTo>
                  <a:pt x="634" y="1"/>
                </a:moveTo>
                <a:lnTo>
                  <a:pt x="634" y="32"/>
                </a:lnTo>
                <a:cubicBezTo>
                  <a:pt x="634" y="64"/>
                  <a:pt x="634" y="96"/>
                  <a:pt x="602" y="96"/>
                </a:cubicBezTo>
                <a:cubicBezTo>
                  <a:pt x="444" y="222"/>
                  <a:pt x="285" y="539"/>
                  <a:pt x="285" y="634"/>
                </a:cubicBezTo>
                <a:cubicBezTo>
                  <a:pt x="254" y="729"/>
                  <a:pt x="634" y="1204"/>
                  <a:pt x="634" y="1204"/>
                </a:cubicBezTo>
                <a:cubicBezTo>
                  <a:pt x="222" y="1552"/>
                  <a:pt x="0" y="3516"/>
                  <a:pt x="0" y="3516"/>
                </a:cubicBezTo>
                <a:lnTo>
                  <a:pt x="729" y="4656"/>
                </a:lnTo>
                <a:lnTo>
                  <a:pt x="1520" y="3516"/>
                </a:lnTo>
                <a:cubicBezTo>
                  <a:pt x="1489" y="3389"/>
                  <a:pt x="1299" y="1521"/>
                  <a:pt x="887" y="1204"/>
                </a:cubicBezTo>
                <a:cubicBezTo>
                  <a:pt x="887" y="1204"/>
                  <a:pt x="1235" y="697"/>
                  <a:pt x="1235" y="634"/>
                </a:cubicBezTo>
                <a:cubicBezTo>
                  <a:pt x="1235" y="539"/>
                  <a:pt x="1077" y="222"/>
                  <a:pt x="887" y="96"/>
                </a:cubicBezTo>
                <a:cubicBezTo>
                  <a:pt x="887" y="64"/>
                  <a:pt x="855" y="32"/>
                  <a:pt x="887" y="1"/>
                </a:cubicBezTo>
                <a:close/>
              </a:path>
            </a:pathLst>
          </a:custGeom>
          <a:solidFill>
            <a:schemeClr val="tx1"/>
          </a:solidFill>
          <a:ln>
            <a:solidFill>
              <a:schemeClr val="bg1"/>
            </a:solidFill>
          </a:ln>
        </p:spPr>
        <p:txBody>
          <a:bodyPr spcFirstLastPara="1" wrap="square" lIns="121900" tIns="121900" rIns="121900" bIns="121900" anchor="ctr" anchorCtr="0">
            <a:noAutofit/>
          </a:bodyPr>
          <a:lstStyle/>
          <a:p>
            <a:endParaRPr sz="2400">
              <a:solidFill>
                <a:schemeClr val="bg1"/>
              </a:solidFill>
            </a:endParaRPr>
          </a:p>
        </p:txBody>
      </p:sp>
      <p:sp>
        <p:nvSpPr>
          <p:cNvPr id="73" name="Google Shape;2305;p26">
            <a:extLst>
              <a:ext uri="{FF2B5EF4-FFF2-40B4-BE49-F238E27FC236}">
                <a16:creationId xmlns:a16="http://schemas.microsoft.com/office/drawing/2014/main" id="{7E11C633-BBDF-DE0D-37EE-F6D431938A32}"/>
              </a:ext>
            </a:extLst>
          </p:cNvPr>
          <p:cNvSpPr/>
          <p:nvPr/>
        </p:nvSpPr>
        <p:spPr>
          <a:xfrm>
            <a:off x="1129010" y="4261034"/>
            <a:ext cx="242851" cy="426638"/>
          </a:xfrm>
          <a:custGeom>
            <a:avLst/>
            <a:gdLst/>
            <a:ahLst/>
            <a:cxnLst/>
            <a:rect l="l" t="t" r="r" b="b"/>
            <a:pathLst>
              <a:path w="7031" h="12352" extrusionOk="0">
                <a:moveTo>
                  <a:pt x="5574" y="1173"/>
                </a:moveTo>
                <a:cubicBezTo>
                  <a:pt x="5827" y="1173"/>
                  <a:pt x="6081" y="1426"/>
                  <a:pt x="6081" y="1679"/>
                </a:cubicBezTo>
                <a:lnTo>
                  <a:pt x="6081" y="9596"/>
                </a:lnTo>
                <a:cubicBezTo>
                  <a:pt x="6081" y="9882"/>
                  <a:pt x="5827" y="10103"/>
                  <a:pt x="5574" y="10103"/>
                </a:cubicBezTo>
                <a:lnTo>
                  <a:pt x="1457" y="10103"/>
                </a:lnTo>
                <a:cubicBezTo>
                  <a:pt x="1172" y="10103"/>
                  <a:pt x="950" y="9882"/>
                  <a:pt x="950" y="9596"/>
                </a:cubicBezTo>
                <a:lnTo>
                  <a:pt x="950" y="1679"/>
                </a:lnTo>
                <a:cubicBezTo>
                  <a:pt x="950" y="1426"/>
                  <a:pt x="1172" y="1173"/>
                  <a:pt x="1457" y="1173"/>
                </a:cubicBezTo>
                <a:close/>
                <a:moveTo>
                  <a:pt x="3896" y="10800"/>
                </a:moveTo>
                <a:cubicBezTo>
                  <a:pt x="4054" y="10800"/>
                  <a:pt x="4149" y="10927"/>
                  <a:pt x="4149" y="11053"/>
                </a:cubicBezTo>
                <a:lnTo>
                  <a:pt x="4149" y="11497"/>
                </a:lnTo>
                <a:cubicBezTo>
                  <a:pt x="4149" y="11623"/>
                  <a:pt x="4054" y="11750"/>
                  <a:pt x="3896" y="11750"/>
                </a:cubicBezTo>
                <a:lnTo>
                  <a:pt x="3136" y="11750"/>
                </a:lnTo>
                <a:cubicBezTo>
                  <a:pt x="2977" y="11750"/>
                  <a:pt x="2882" y="11655"/>
                  <a:pt x="2882" y="11497"/>
                </a:cubicBezTo>
                <a:lnTo>
                  <a:pt x="2882" y="11053"/>
                </a:lnTo>
                <a:cubicBezTo>
                  <a:pt x="2882" y="10927"/>
                  <a:pt x="2977" y="10800"/>
                  <a:pt x="3136" y="10800"/>
                </a:cubicBezTo>
                <a:close/>
                <a:moveTo>
                  <a:pt x="1045" y="1"/>
                </a:moveTo>
                <a:cubicBezTo>
                  <a:pt x="475" y="1"/>
                  <a:pt x="0" y="476"/>
                  <a:pt x="0" y="1046"/>
                </a:cubicBezTo>
                <a:lnTo>
                  <a:pt x="0" y="11307"/>
                </a:lnTo>
                <a:cubicBezTo>
                  <a:pt x="0" y="11877"/>
                  <a:pt x="475" y="12352"/>
                  <a:pt x="1045" y="12352"/>
                </a:cubicBezTo>
                <a:lnTo>
                  <a:pt x="5986" y="12352"/>
                </a:lnTo>
                <a:cubicBezTo>
                  <a:pt x="6556" y="12352"/>
                  <a:pt x="7031" y="11877"/>
                  <a:pt x="7031" y="11307"/>
                </a:cubicBezTo>
                <a:lnTo>
                  <a:pt x="7031" y="1046"/>
                </a:lnTo>
                <a:cubicBezTo>
                  <a:pt x="7031" y="476"/>
                  <a:pt x="6556" y="1"/>
                  <a:pt x="5986" y="1"/>
                </a:cubicBezTo>
                <a:close/>
              </a:path>
            </a:pathLst>
          </a:custGeom>
          <a:solidFill>
            <a:srgbClr val="92278F"/>
          </a:solidFill>
          <a:ln>
            <a:solidFill>
              <a:schemeClr val="bg1"/>
            </a:solid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1"/>
              </a:solidFill>
            </a:endParaRPr>
          </a:p>
        </p:txBody>
      </p:sp>
      <p:sp>
        <p:nvSpPr>
          <p:cNvPr id="74" name="Google Shape;2253;p25">
            <a:extLst>
              <a:ext uri="{FF2B5EF4-FFF2-40B4-BE49-F238E27FC236}">
                <a16:creationId xmlns:a16="http://schemas.microsoft.com/office/drawing/2014/main" id="{C9C874AB-08FF-0B7D-C99D-BB2C08571324}"/>
              </a:ext>
            </a:extLst>
          </p:cNvPr>
          <p:cNvSpPr/>
          <p:nvPr/>
        </p:nvSpPr>
        <p:spPr>
          <a:xfrm>
            <a:off x="1230954" y="4089435"/>
            <a:ext cx="20931" cy="86132"/>
          </a:xfrm>
          <a:custGeom>
            <a:avLst/>
            <a:gdLst/>
            <a:ahLst/>
            <a:cxnLst/>
            <a:rect l="l" t="t" r="r" b="b"/>
            <a:pathLst>
              <a:path w="539" h="2218" extrusionOk="0">
                <a:moveTo>
                  <a:pt x="222" y="1"/>
                </a:moveTo>
                <a:cubicBezTo>
                  <a:pt x="95" y="1"/>
                  <a:pt x="0" y="96"/>
                  <a:pt x="0" y="222"/>
                </a:cubicBezTo>
                <a:lnTo>
                  <a:pt x="254" y="2218"/>
                </a:lnTo>
                <a:lnTo>
                  <a:pt x="507" y="222"/>
                </a:lnTo>
                <a:cubicBezTo>
                  <a:pt x="539" y="96"/>
                  <a:pt x="444" y="1"/>
                  <a:pt x="317" y="1"/>
                </a:cubicBezTo>
                <a:close/>
              </a:path>
            </a:pathLst>
          </a:custGeom>
          <a:solidFill>
            <a:schemeClr val="accent4"/>
          </a:solidFill>
          <a:ln>
            <a:solidFill>
              <a:schemeClr val="bg1"/>
            </a:solidFill>
          </a:ln>
        </p:spPr>
        <p:txBody>
          <a:bodyPr spcFirstLastPara="1" wrap="square" lIns="121900" tIns="121900" rIns="121900" bIns="121900" anchor="ctr" anchorCtr="0">
            <a:noAutofit/>
          </a:bodyPr>
          <a:lstStyle/>
          <a:p>
            <a:endParaRPr sz="2400">
              <a:solidFill>
                <a:schemeClr val="bg1"/>
              </a:solidFill>
            </a:endParaRPr>
          </a:p>
        </p:txBody>
      </p:sp>
      <p:sp>
        <p:nvSpPr>
          <p:cNvPr id="75" name="Google Shape;2254;p25">
            <a:extLst>
              <a:ext uri="{FF2B5EF4-FFF2-40B4-BE49-F238E27FC236}">
                <a16:creationId xmlns:a16="http://schemas.microsoft.com/office/drawing/2014/main" id="{01561F94-A849-3196-293F-E7E50E5013DB}"/>
              </a:ext>
            </a:extLst>
          </p:cNvPr>
          <p:cNvSpPr/>
          <p:nvPr/>
        </p:nvSpPr>
        <p:spPr>
          <a:xfrm>
            <a:off x="1037874" y="4170324"/>
            <a:ext cx="65201" cy="64269"/>
          </a:xfrm>
          <a:custGeom>
            <a:avLst/>
            <a:gdLst/>
            <a:ahLst/>
            <a:cxnLst/>
            <a:rect l="l" t="t" r="r" b="b"/>
            <a:pathLst>
              <a:path w="1679" h="1655" extrusionOk="0">
                <a:moveTo>
                  <a:pt x="313" y="0"/>
                </a:moveTo>
                <a:cubicBezTo>
                  <a:pt x="262" y="0"/>
                  <a:pt x="206" y="24"/>
                  <a:pt x="159" y="71"/>
                </a:cubicBezTo>
                <a:lnTo>
                  <a:pt x="95" y="135"/>
                </a:lnTo>
                <a:cubicBezTo>
                  <a:pt x="0" y="230"/>
                  <a:pt x="0" y="356"/>
                  <a:pt x="95" y="420"/>
                </a:cubicBezTo>
                <a:lnTo>
                  <a:pt x="1679" y="1655"/>
                </a:lnTo>
                <a:lnTo>
                  <a:pt x="444" y="71"/>
                </a:lnTo>
                <a:cubicBezTo>
                  <a:pt x="412" y="24"/>
                  <a:pt x="365" y="0"/>
                  <a:pt x="313" y="0"/>
                </a:cubicBezTo>
                <a:close/>
              </a:path>
            </a:pathLst>
          </a:custGeom>
          <a:solidFill>
            <a:schemeClr val="accent4"/>
          </a:solidFill>
          <a:ln>
            <a:solidFill>
              <a:schemeClr val="bg1"/>
            </a:solidFill>
          </a:ln>
        </p:spPr>
        <p:txBody>
          <a:bodyPr spcFirstLastPara="1" wrap="square" lIns="121900" tIns="121900" rIns="121900" bIns="121900" anchor="ctr" anchorCtr="0">
            <a:noAutofit/>
          </a:bodyPr>
          <a:lstStyle/>
          <a:p>
            <a:endParaRPr sz="2400">
              <a:solidFill>
                <a:schemeClr val="bg1"/>
              </a:solidFill>
            </a:endParaRPr>
          </a:p>
        </p:txBody>
      </p:sp>
      <p:sp>
        <p:nvSpPr>
          <p:cNvPr id="76" name="Google Shape;2255;p25">
            <a:extLst>
              <a:ext uri="{FF2B5EF4-FFF2-40B4-BE49-F238E27FC236}">
                <a16:creationId xmlns:a16="http://schemas.microsoft.com/office/drawing/2014/main" id="{129F9F9A-ADB2-6299-289D-A3B1BFC2629E}"/>
              </a:ext>
            </a:extLst>
          </p:cNvPr>
          <p:cNvSpPr/>
          <p:nvPr/>
        </p:nvSpPr>
        <p:spPr>
          <a:xfrm>
            <a:off x="962848" y="4364685"/>
            <a:ext cx="84890" cy="18951"/>
          </a:xfrm>
          <a:custGeom>
            <a:avLst/>
            <a:gdLst/>
            <a:ahLst/>
            <a:cxnLst/>
            <a:rect l="l" t="t" r="r" b="b"/>
            <a:pathLst>
              <a:path w="2186" h="488" extrusionOk="0">
                <a:moveTo>
                  <a:pt x="174" y="0"/>
                </a:moveTo>
                <a:cubicBezTo>
                  <a:pt x="72" y="0"/>
                  <a:pt x="1" y="87"/>
                  <a:pt x="1" y="197"/>
                </a:cubicBezTo>
                <a:lnTo>
                  <a:pt x="1" y="292"/>
                </a:lnTo>
                <a:cubicBezTo>
                  <a:pt x="1" y="402"/>
                  <a:pt x="72" y="488"/>
                  <a:pt x="174" y="488"/>
                </a:cubicBezTo>
                <a:cubicBezTo>
                  <a:pt x="190" y="488"/>
                  <a:pt x="206" y="486"/>
                  <a:pt x="222" y="482"/>
                </a:cubicBezTo>
                <a:lnTo>
                  <a:pt x="2186" y="228"/>
                </a:lnTo>
                <a:lnTo>
                  <a:pt x="222" y="7"/>
                </a:lnTo>
                <a:cubicBezTo>
                  <a:pt x="206" y="2"/>
                  <a:pt x="190" y="0"/>
                  <a:pt x="174" y="0"/>
                </a:cubicBezTo>
                <a:close/>
              </a:path>
            </a:pathLst>
          </a:custGeom>
          <a:solidFill>
            <a:schemeClr val="accent4"/>
          </a:solidFill>
          <a:ln>
            <a:solidFill>
              <a:schemeClr val="bg1"/>
            </a:solidFill>
          </a:ln>
        </p:spPr>
        <p:txBody>
          <a:bodyPr spcFirstLastPara="1" wrap="square" lIns="121900" tIns="121900" rIns="121900" bIns="121900" anchor="ctr" anchorCtr="0">
            <a:noAutofit/>
          </a:bodyPr>
          <a:lstStyle/>
          <a:p>
            <a:endParaRPr sz="2400">
              <a:solidFill>
                <a:schemeClr val="bg1"/>
              </a:solidFill>
            </a:endParaRPr>
          </a:p>
        </p:txBody>
      </p:sp>
      <p:sp>
        <p:nvSpPr>
          <p:cNvPr id="77" name="Google Shape;2256;p25">
            <a:extLst>
              <a:ext uri="{FF2B5EF4-FFF2-40B4-BE49-F238E27FC236}">
                <a16:creationId xmlns:a16="http://schemas.microsoft.com/office/drawing/2014/main" id="{5CD69757-E800-419E-54D4-07CEE2A12F2E}"/>
              </a:ext>
            </a:extLst>
          </p:cNvPr>
          <p:cNvSpPr/>
          <p:nvPr/>
        </p:nvSpPr>
        <p:spPr>
          <a:xfrm>
            <a:off x="1440032" y="4357540"/>
            <a:ext cx="86132" cy="19960"/>
          </a:xfrm>
          <a:custGeom>
            <a:avLst/>
            <a:gdLst/>
            <a:ahLst/>
            <a:cxnLst/>
            <a:rect l="l" t="t" r="r" b="b"/>
            <a:pathLst>
              <a:path w="2218" h="514" extrusionOk="0">
                <a:moveTo>
                  <a:pt x="1995" y="1"/>
                </a:moveTo>
                <a:lnTo>
                  <a:pt x="0" y="254"/>
                </a:lnTo>
                <a:lnTo>
                  <a:pt x="1995" y="507"/>
                </a:lnTo>
                <a:cubicBezTo>
                  <a:pt x="2008" y="511"/>
                  <a:pt x="2021" y="513"/>
                  <a:pt x="2034" y="513"/>
                </a:cubicBezTo>
                <a:cubicBezTo>
                  <a:pt x="2121" y="513"/>
                  <a:pt x="2217" y="427"/>
                  <a:pt x="2217" y="317"/>
                </a:cubicBezTo>
                <a:lnTo>
                  <a:pt x="2217" y="222"/>
                </a:lnTo>
                <a:cubicBezTo>
                  <a:pt x="2217" y="96"/>
                  <a:pt x="2090" y="1"/>
                  <a:pt x="1995" y="1"/>
                </a:cubicBezTo>
                <a:close/>
              </a:path>
            </a:pathLst>
          </a:custGeom>
          <a:solidFill>
            <a:schemeClr val="accent4"/>
          </a:solidFill>
          <a:ln>
            <a:solidFill>
              <a:schemeClr val="bg1"/>
            </a:solidFill>
          </a:ln>
        </p:spPr>
        <p:txBody>
          <a:bodyPr spcFirstLastPara="1" wrap="square" lIns="121900" tIns="121900" rIns="121900" bIns="121900" anchor="ctr" anchorCtr="0">
            <a:noAutofit/>
          </a:bodyPr>
          <a:lstStyle/>
          <a:p>
            <a:endParaRPr sz="2400">
              <a:solidFill>
                <a:schemeClr val="bg1"/>
              </a:solidFill>
            </a:endParaRPr>
          </a:p>
        </p:txBody>
      </p:sp>
      <p:sp>
        <p:nvSpPr>
          <p:cNvPr id="78" name="Google Shape;2257;p25">
            <a:extLst>
              <a:ext uri="{FF2B5EF4-FFF2-40B4-BE49-F238E27FC236}">
                <a16:creationId xmlns:a16="http://schemas.microsoft.com/office/drawing/2014/main" id="{7CD1A1ED-89AA-6665-1CBE-221B9797DD87}"/>
              </a:ext>
            </a:extLst>
          </p:cNvPr>
          <p:cNvSpPr/>
          <p:nvPr/>
        </p:nvSpPr>
        <p:spPr>
          <a:xfrm>
            <a:off x="1381006" y="4165509"/>
            <a:ext cx="65201" cy="64191"/>
          </a:xfrm>
          <a:custGeom>
            <a:avLst/>
            <a:gdLst/>
            <a:ahLst/>
            <a:cxnLst/>
            <a:rect l="l" t="t" r="r" b="b"/>
            <a:pathLst>
              <a:path w="1679" h="1653" extrusionOk="0">
                <a:moveTo>
                  <a:pt x="1363" y="1"/>
                </a:moveTo>
                <a:cubicBezTo>
                  <a:pt x="1299" y="1"/>
                  <a:pt x="1237" y="32"/>
                  <a:pt x="1203" y="100"/>
                </a:cubicBezTo>
                <a:lnTo>
                  <a:pt x="0" y="1652"/>
                </a:lnTo>
                <a:lnTo>
                  <a:pt x="0" y="1652"/>
                </a:lnTo>
                <a:lnTo>
                  <a:pt x="1552" y="449"/>
                </a:lnTo>
                <a:cubicBezTo>
                  <a:pt x="1647" y="354"/>
                  <a:pt x="1679" y="227"/>
                  <a:pt x="1584" y="132"/>
                </a:cubicBezTo>
                <a:lnTo>
                  <a:pt x="1520" y="69"/>
                </a:lnTo>
                <a:cubicBezTo>
                  <a:pt x="1476" y="25"/>
                  <a:pt x="1418" y="1"/>
                  <a:pt x="1363" y="1"/>
                </a:cubicBezTo>
                <a:close/>
              </a:path>
            </a:pathLst>
          </a:custGeom>
          <a:solidFill>
            <a:schemeClr val="accent4"/>
          </a:solidFill>
          <a:ln>
            <a:solidFill>
              <a:schemeClr val="bg1"/>
            </a:solidFill>
          </a:ln>
        </p:spPr>
        <p:txBody>
          <a:bodyPr spcFirstLastPara="1" wrap="square" lIns="121900" tIns="121900" rIns="121900" bIns="121900" anchor="ctr" anchorCtr="0">
            <a:noAutofit/>
          </a:bodyPr>
          <a:lstStyle/>
          <a:p>
            <a:endParaRPr sz="2400">
              <a:solidFill>
                <a:schemeClr val="bg1"/>
              </a:solidFill>
            </a:endParaRPr>
          </a:p>
        </p:txBody>
      </p:sp>
      <p:sp>
        <p:nvSpPr>
          <p:cNvPr id="80" name="Google Shape;2231;p25">
            <a:extLst>
              <a:ext uri="{FF2B5EF4-FFF2-40B4-BE49-F238E27FC236}">
                <a16:creationId xmlns:a16="http://schemas.microsoft.com/office/drawing/2014/main" id="{E9E05921-BAC5-FF94-8842-C88D12CB989F}"/>
              </a:ext>
            </a:extLst>
          </p:cNvPr>
          <p:cNvSpPr/>
          <p:nvPr/>
        </p:nvSpPr>
        <p:spPr>
          <a:xfrm>
            <a:off x="5573942" y="709257"/>
            <a:ext cx="1008502" cy="1009705"/>
          </a:xfrm>
          <a:custGeom>
            <a:avLst/>
            <a:gdLst/>
            <a:ahLst/>
            <a:cxnLst/>
            <a:rect l="l" t="t" r="r" b="b"/>
            <a:pathLst>
              <a:path w="25970" h="26001" extrusionOk="0">
                <a:moveTo>
                  <a:pt x="12985" y="0"/>
                </a:moveTo>
                <a:cubicBezTo>
                  <a:pt x="5796" y="0"/>
                  <a:pt x="1" y="5827"/>
                  <a:pt x="1" y="12985"/>
                </a:cubicBezTo>
                <a:cubicBezTo>
                  <a:pt x="1" y="20173"/>
                  <a:pt x="5796" y="26000"/>
                  <a:pt x="12985" y="26000"/>
                </a:cubicBezTo>
                <a:cubicBezTo>
                  <a:pt x="20142" y="26000"/>
                  <a:pt x="25969" y="20173"/>
                  <a:pt x="25969" y="12985"/>
                </a:cubicBezTo>
                <a:cubicBezTo>
                  <a:pt x="25969" y="5827"/>
                  <a:pt x="20142" y="0"/>
                  <a:pt x="12985" y="0"/>
                </a:cubicBezTo>
                <a:close/>
              </a:path>
            </a:pathLst>
          </a:custGeom>
          <a:solidFill>
            <a:schemeClr val="tx2"/>
          </a:solidFill>
          <a:ln>
            <a:solidFill>
              <a:schemeClr val="bg1"/>
            </a:solidFill>
          </a:ln>
        </p:spPr>
        <p:txBody>
          <a:bodyPr spcFirstLastPara="1" wrap="square" lIns="121900" tIns="121900" rIns="121900" bIns="121900" anchor="ctr" anchorCtr="0">
            <a:noAutofit/>
          </a:bodyPr>
          <a:lstStyle/>
          <a:p>
            <a:endParaRPr sz="2400">
              <a:solidFill>
                <a:schemeClr val="bg1"/>
              </a:solidFill>
            </a:endParaRPr>
          </a:p>
        </p:txBody>
      </p:sp>
      <p:sp>
        <p:nvSpPr>
          <p:cNvPr id="81" name="Google Shape;2234;p25">
            <a:extLst>
              <a:ext uri="{FF2B5EF4-FFF2-40B4-BE49-F238E27FC236}">
                <a16:creationId xmlns:a16="http://schemas.microsoft.com/office/drawing/2014/main" id="{C878C238-4BB7-30DA-3A62-7263382FBF40}"/>
              </a:ext>
            </a:extLst>
          </p:cNvPr>
          <p:cNvSpPr/>
          <p:nvPr/>
        </p:nvSpPr>
        <p:spPr>
          <a:xfrm>
            <a:off x="5596077" y="731391"/>
            <a:ext cx="964232" cy="965435"/>
          </a:xfrm>
          <a:custGeom>
            <a:avLst/>
            <a:gdLst/>
            <a:ahLst/>
            <a:cxnLst/>
            <a:rect l="l" t="t" r="r" b="b"/>
            <a:pathLst>
              <a:path w="24830" h="24861" extrusionOk="0">
                <a:moveTo>
                  <a:pt x="12415" y="0"/>
                </a:moveTo>
                <a:cubicBezTo>
                  <a:pt x="5543" y="0"/>
                  <a:pt x="1" y="5574"/>
                  <a:pt x="1" y="12446"/>
                </a:cubicBezTo>
                <a:cubicBezTo>
                  <a:pt x="1" y="19318"/>
                  <a:pt x="5543" y="24860"/>
                  <a:pt x="12415" y="24860"/>
                </a:cubicBezTo>
                <a:cubicBezTo>
                  <a:pt x="19255" y="24860"/>
                  <a:pt x="24829" y="19318"/>
                  <a:pt x="24829" y="12446"/>
                </a:cubicBezTo>
                <a:cubicBezTo>
                  <a:pt x="24829" y="5574"/>
                  <a:pt x="19255" y="0"/>
                  <a:pt x="12415" y="0"/>
                </a:cubicBezTo>
                <a:close/>
              </a:path>
            </a:pathLst>
          </a:custGeom>
          <a:solidFill>
            <a:srgbClr val="FFFFFF"/>
          </a:solidFill>
          <a:ln>
            <a:solidFill>
              <a:schemeClr val="bg1"/>
            </a:solidFill>
          </a:ln>
        </p:spPr>
        <p:txBody>
          <a:bodyPr spcFirstLastPara="1" wrap="square" lIns="121900" tIns="121900" rIns="121900" bIns="121900" anchor="ctr" anchorCtr="0">
            <a:noAutofit/>
          </a:bodyPr>
          <a:lstStyle/>
          <a:p>
            <a:endParaRPr sz="2400">
              <a:solidFill>
                <a:schemeClr val="bg1"/>
              </a:solidFill>
            </a:endParaRPr>
          </a:p>
        </p:txBody>
      </p:sp>
      <p:pic>
        <p:nvPicPr>
          <p:cNvPr id="82" name="Picture 81">
            <a:extLst>
              <a:ext uri="{FF2B5EF4-FFF2-40B4-BE49-F238E27FC236}">
                <a16:creationId xmlns:a16="http://schemas.microsoft.com/office/drawing/2014/main" id="{5B3E99DD-93CE-CCCB-8B3E-94C432908E4D}"/>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5791200" y="895593"/>
            <a:ext cx="609600" cy="609600"/>
          </a:xfrm>
          <a:prstGeom prst="rect">
            <a:avLst/>
          </a:prstGeom>
          <a:ln>
            <a:solidFill>
              <a:schemeClr val="bg1"/>
            </a:solidFill>
          </a:ln>
        </p:spPr>
      </p:pic>
      <p:sp>
        <p:nvSpPr>
          <p:cNvPr id="83" name="Rectangle 82">
            <a:extLst>
              <a:ext uri="{FF2B5EF4-FFF2-40B4-BE49-F238E27FC236}">
                <a16:creationId xmlns:a16="http://schemas.microsoft.com/office/drawing/2014/main" id="{2DF416A9-329F-2461-5B70-7BBAEB5866F7}"/>
              </a:ext>
            </a:extLst>
          </p:cNvPr>
          <p:cNvSpPr/>
          <p:nvPr/>
        </p:nvSpPr>
        <p:spPr>
          <a:xfrm>
            <a:off x="5464708" y="1912707"/>
            <a:ext cx="1301958" cy="369332"/>
          </a:xfrm>
          <a:prstGeom prst="rect">
            <a:avLst/>
          </a:prstGeom>
          <a:ln>
            <a:noFill/>
          </a:ln>
        </p:spPr>
        <p:txBody>
          <a:bodyPr wrap="none">
            <a:spAutoFit/>
          </a:bodyPr>
          <a:lstStyle/>
          <a:p>
            <a:pPr algn="ctr"/>
            <a:r>
              <a:rPr lang="ar-LY" b="1" dirty="0">
                <a:solidFill>
                  <a:schemeClr val="bg1"/>
                </a:solidFill>
                <a:latin typeface="Arial" panose="020B0604020202020204" pitchFamily="34" charset="0"/>
                <a:ea typeface="Fira Sans Medium"/>
                <a:cs typeface="Arial" panose="020B0604020202020204" pitchFamily="34" charset="0"/>
                <a:sym typeface="Fira Sans Medium"/>
              </a:rPr>
              <a:t>الإيرادات الكلية</a:t>
            </a:r>
          </a:p>
        </p:txBody>
      </p:sp>
      <p:sp>
        <p:nvSpPr>
          <p:cNvPr id="84" name="Rectangle 83">
            <a:extLst>
              <a:ext uri="{FF2B5EF4-FFF2-40B4-BE49-F238E27FC236}">
                <a16:creationId xmlns:a16="http://schemas.microsoft.com/office/drawing/2014/main" id="{0BB73EEC-2B31-11B2-E9AE-6003D50A55C8}"/>
              </a:ext>
            </a:extLst>
          </p:cNvPr>
          <p:cNvSpPr/>
          <p:nvPr/>
        </p:nvSpPr>
        <p:spPr>
          <a:xfrm>
            <a:off x="5084888" y="2258589"/>
            <a:ext cx="1923925" cy="369332"/>
          </a:xfrm>
          <a:prstGeom prst="rect">
            <a:avLst/>
          </a:prstGeom>
          <a:ln>
            <a:noFill/>
          </a:ln>
        </p:spPr>
        <p:txBody>
          <a:bodyPr wrap="none">
            <a:spAutoFit/>
          </a:bodyPr>
          <a:lstStyle/>
          <a:p>
            <a:pPr algn="ctr"/>
            <a:r>
              <a:rPr lang="ar-LY" b="1" dirty="0">
                <a:solidFill>
                  <a:schemeClr val="bg1"/>
                </a:solidFill>
                <a:latin typeface="Tajawal" panose="00000500000000000000" pitchFamily="2" charset="-78"/>
                <a:cs typeface="Tajawal" panose="00000500000000000000" pitchFamily="2" charset="-78"/>
                <a:sym typeface="Fira Sans"/>
              </a:rPr>
              <a:t> </a:t>
            </a:r>
            <a:r>
              <a:rPr lang="ar-LY" dirty="0">
                <a:solidFill>
                  <a:schemeClr val="bg1"/>
                </a:solidFill>
                <a:latin typeface="Fira Sans"/>
                <a:ea typeface="Fira Sans"/>
                <a:sym typeface="Fira Sans"/>
              </a:rPr>
              <a:t>د.ل.</a:t>
            </a:r>
            <a:r>
              <a:rPr lang="en-US" b="1" dirty="0">
                <a:solidFill>
                  <a:schemeClr val="bg1"/>
                </a:solidFill>
                <a:latin typeface="Tajawal" panose="00000500000000000000" pitchFamily="2" charset="-78"/>
                <a:cs typeface="Tajawal" panose="00000500000000000000" pitchFamily="2" charset="-78"/>
                <a:sym typeface="Fira Sans"/>
              </a:rPr>
              <a:t> </a:t>
            </a:r>
            <a:r>
              <a:rPr lang="en-US" sz="1800" b="0" i="0" u="none" strike="noStrike" dirty="0">
                <a:solidFill>
                  <a:schemeClr val="bg1"/>
                </a:solidFill>
                <a:effectLst/>
                <a:latin typeface="Calibri" panose="020F0502020204030204" pitchFamily="34" charset="0"/>
              </a:rPr>
              <a:t>503,742.318</a:t>
            </a:r>
            <a:r>
              <a:rPr lang="en-US" dirty="0">
                <a:solidFill>
                  <a:schemeClr val="bg1"/>
                </a:solidFill>
              </a:rPr>
              <a:t>  </a:t>
            </a:r>
            <a:endParaRPr lang="ar-LY" dirty="0">
              <a:solidFill>
                <a:schemeClr val="bg1"/>
              </a:solidFill>
              <a:latin typeface="Fira Sans"/>
              <a:ea typeface="Fira Sans"/>
              <a:sym typeface="Fira Sans"/>
            </a:endParaRPr>
          </a:p>
        </p:txBody>
      </p:sp>
      <p:sp>
        <p:nvSpPr>
          <p:cNvPr id="85" name="Google Shape;2258;p25">
            <a:extLst>
              <a:ext uri="{FF2B5EF4-FFF2-40B4-BE49-F238E27FC236}">
                <a16:creationId xmlns:a16="http://schemas.microsoft.com/office/drawing/2014/main" id="{9E2F81E9-2A4D-96E3-FFEC-A2F3F80BBC42}"/>
              </a:ext>
            </a:extLst>
          </p:cNvPr>
          <p:cNvSpPr/>
          <p:nvPr/>
        </p:nvSpPr>
        <p:spPr>
          <a:xfrm flipH="1">
            <a:off x="7644963" y="2337160"/>
            <a:ext cx="346837" cy="459981"/>
          </a:xfrm>
          <a:custGeom>
            <a:avLst/>
            <a:gdLst/>
            <a:ahLst/>
            <a:cxnLst/>
            <a:rect l="l" t="t" r="r" b="b"/>
            <a:pathLst>
              <a:path w="9280" h="11845" extrusionOk="0">
                <a:moveTo>
                  <a:pt x="8393" y="0"/>
                </a:moveTo>
                <a:cubicBezTo>
                  <a:pt x="7887" y="0"/>
                  <a:pt x="7506" y="380"/>
                  <a:pt x="7506" y="887"/>
                </a:cubicBezTo>
                <a:cubicBezTo>
                  <a:pt x="7506" y="1014"/>
                  <a:pt x="7538" y="1140"/>
                  <a:pt x="7570" y="1267"/>
                </a:cubicBezTo>
                <a:lnTo>
                  <a:pt x="824" y="6397"/>
                </a:lnTo>
                <a:cubicBezTo>
                  <a:pt x="793" y="6429"/>
                  <a:pt x="761" y="6493"/>
                  <a:pt x="761" y="6556"/>
                </a:cubicBezTo>
                <a:lnTo>
                  <a:pt x="729" y="10071"/>
                </a:lnTo>
                <a:cubicBezTo>
                  <a:pt x="318" y="10166"/>
                  <a:pt x="1" y="10514"/>
                  <a:pt x="1" y="10958"/>
                </a:cubicBezTo>
                <a:cubicBezTo>
                  <a:pt x="1" y="11465"/>
                  <a:pt x="413" y="11845"/>
                  <a:pt x="919" y="11845"/>
                </a:cubicBezTo>
                <a:cubicBezTo>
                  <a:pt x="1394" y="11845"/>
                  <a:pt x="1806" y="11465"/>
                  <a:pt x="1806" y="10958"/>
                </a:cubicBezTo>
                <a:cubicBezTo>
                  <a:pt x="1806" y="10546"/>
                  <a:pt x="1489" y="10166"/>
                  <a:pt x="1109" y="10103"/>
                </a:cubicBezTo>
                <a:lnTo>
                  <a:pt x="1141" y="6651"/>
                </a:lnTo>
                <a:lnTo>
                  <a:pt x="7823" y="1552"/>
                </a:lnTo>
                <a:cubicBezTo>
                  <a:pt x="7982" y="1711"/>
                  <a:pt x="8172" y="1774"/>
                  <a:pt x="8393" y="1774"/>
                </a:cubicBezTo>
                <a:cubicBezTo>
                  <a:pt x="8900" y="1774"/>
                  <a:pt x="9280" y="1394"/>
                  <a:pt x="9280" y="887"/>
                </a:cubicBezTo>
                <a:cubicBezTo>
                  <a:pt x="9280" y="380"/>
                  <a:pt x="8868" y="0"/>
                  <a:pt x="8393" y="0"/>
                </a:cubicBezTo>
                <a:close/>
              </a:path>
            </a:pathLst>
          </a:custGeom>
          <a:solidFill>
            <a:schemeClr val="tx2"/>
          </a:solidFill>
          <a:ln>
            <a:solidFill>
              <a:schemeClr val="bg1"/>
            </a:solidFill>
          </a:ln>
        </p:spPr>
        <p:txBody>
          <a:bodyPr spcFirstLastPara="1" wrap="square" lIns="121900" tIns="121900" rIns="121900" bIns="121900" anchor="ctr" anchorCtr="0">
            <a:noAutofit/>
          </a:bodyPr>
          <a:lstStyle/>
          <a:p>
            <a:endParaRPr sz="2400">
              <a:solidFill>
                <a:schemeClr val="bg1"/>
              </a:solidFill>
            </a:endParaRPr>
          </a:p>
        </p:txBody>
      </p:sp>
      <p:sp>
        <p:nvSpPr>
          <p:cNvPr id="86" name="Google Shape;2261;p25">
            <a:extLst>
              <a:ext uri="{FF2B5EF4-FFF2-40B4-BE49-F238E27FC236}">
                <a16:creationId xmlns:a16="http://schemas.microsoft.com/office/drawing/2014/main" id="{AB79303B-D3F3-C66C-5D79-D2C1129C6ECD}"/>
              </a:ext>
            </a:extLst>
          </p:cNvPr>
          <p:cNvSpPr/>
          <p:nvPr/>
        </p:nvSpPr>
        <p:spPr>
          <a:xfrm>
            <a:off x="2761318" y="2120365"/>
            <a:ext cx="523847" cy="1238947"/>
          </a:xfrm>
          <a:custGeom>
            <a:avLst/>
            <a:gdLst/>
            <a:ahLst/>
            <a:cxnLst/>
            <a:rect l="l" t="t" r="r" b="b"/>
            <a:pathLst>
              <a:path w="23943" h="58177" extrusionOk="0">
                <a:moveTo>
                  <a:pt x="23056" y="1"/>
                </a:moveTo>
                <a:cubicBezTo>
                  <a:pt x="22549" y="1"/>
                  <a:pt x="22137" y="381"/>
                  <a:pt x="22137" y="888"/>
                </a:cubicBezTo>
                <a:cubicBezTo>
                  <a:pt x="22137" y="1014"/>
                  <a:pt x="22169" y="1109"/>
                  <a:pt x="22201" y="1204"/>
                </a:cubicBezTo>
                <a:lnTo>
                  <a:pt x="792" y="15012"/>
                </a:lnTo>
                <a:cubicBezTo>
                  <a:pt x="761" y="15044"/>
                  <a:pt x="697" y="15107"/>
                  <a:pt x="697" y="15170"/>
                </a:cubicBezTo>
                <a:lnTo>
                  <a:pt x="697" y="56403"/>
                </a:lnTo>
                <a:cubicBezTo>
                  <a:pt x="317" y="56467"/>
                  <a:pt x="1" y="56847"/>
                  <a:pt x="1" y="57258"/>
                </a:cubicBezTo>
                <a:cubicBezTo>
                  <a:pt x="1" y="57765"/>
                  <a:pt x="412" y="58177"/>
                  <a:pt x="887" y="58177"/>
                </a:cubicBezTo>
                <a:cubicBezTo>
                  <a:pt x="1394" y="58177"/>
                  <a:pt x="1806" y="57765"/>
                  <a:pt x="1806" y="57258"/>
                </a:cubicBezTo>
                <a:cubicBezTo>
                  <a:pt x="1806" y="56847"/>
                  <a:pt x="1489" y="56467"/>
                  <a:pt x="1077" y="56403"/>
                </a:cubicBezTo>
                <a:lnTo>
                  <a:pt x="1077" y="15265"/>
                </a:lnTo>
                <a:lnTo>
                  <a:pt x="22391" y="1521"/>
                </a:lnTo>
                <a:cubicBezTo>
                  <a:pt x="22581" y="1679"/>
                  <a:pt x="22802" y="1774"/>
                  <a:pt x="23024" y="1774"/>
                </a:cubicBezTo>
                <a:cubicBezTo>
                  <a:pt x="23531" y="1774"/>
                  <a:pt x="23943" y="1394"/>
                  <a:pt x="23943" y="888"/>
                </a:cubicBezTo>
                <a:cubicBezTo>
                  <a:pt x="23943" y="381"/>
                  <a:pt x="23531" y="1"/>
                  <a:pt x="23056" y="1"/>
                </a:cubicBezTo>
                <a:close/>
              </a:path>
            </a:pathLst>
          </a:custGeom>
          <a:solidFill>
            <a:schemeClr val="tx2"/>
          </a:solidFill>
          <a:ln w="9525">
            <a:solidFill>
              <a:schemeClr val="bg1"/>
            </a:solidFill>
          </a:ln>
        </p:spPr>
        <p:txBody>
          <a:bodyPr spcFirstLastPara="1" wrap="square" lIns="121900" tIns="121900" rIns="121900" bIns="121900" anchor="ctr" anchorCtr="0">
            <a:noAutofit/>
          </a:bodyPr>
          <a:lstStyle/>
          <a:p>
            <a:endParaRPr sz="2400">
              <a:solidFill>
                <a:schemeClr val="bg1"/>
              </a:solidFill>
            </a:endParaRPr>
          </a:p>
        </p:txBody>
      </p:sp>
      <p:sp>
        <p:nvSpPr>
          <p:cNvPr id="87" name="Google Shape;2226;p25">
            <a:extLst>
              <a:ext uri="{FF2B5EF4-FFF2-40B4-BE49-F238E27FC236}">
                <a16:creationId xmlns:a16="http://schemas.microsoft.com/office/drawing/2014/main" id="{72573E8E-38F7-A21C-17F0-CEE826D1D744}"/>
              </a:ext>
            </a:extLst>
          </p:cNvPr>
          <p:cNvSpPr txBox="1"/>
          <p:nvPr/>
        </p:nvSpPr>
        <p:spPr>
          <a:xfrm>
            <a:off x="8465137" y="5343347"/>
            <a:ext cx="2353600" cy="347600"/>
          </a:xfrm>
          <a:prstGeom prst="rect">
            <a:avLst/>
          </a:prstGeom>
          <a:noFill/>
          <a:ln>
            <a:noFill/>
          </a:ln>
        </p:spPr>
        <p:txBody>
          <a:bodyPr spcFirstLastPara="1" wrap="square" lIns="121900" tIns="121900" rIns="121900" bIns="121900" anchor="ctr" anchorCtr="0">
            <a:noAutofit/>
          </a:bodyPr>
          <a:lstStyle/>
          <a:p>
            <a:pPr algn="ctr" rtl="1"/>
            <a:r>
              <a:rPr lang="ar-LY" sz="1600" b="1" dirty="0">
                <a:solidFill>
                  <a:schemeClr val="bg1"/>
                </a:solidFill>
                <a:latin typeface="Fira Sans"/>
                <a:sym typeface="Fira Sans"/>
              </a:rPr>
              <a:t> </a:t>
            </a:r>
            <a:r>
              <a:rPr lang="en-US" sz="1600" b="1" dirty="0">
                <a:solidFill>
                  <a:schemeClr val="bg1"/>
                </a:solidFill>
                <a:latin typeface="Fira Sans"/>
                <a:sym typeface="Fira Sans"/>
              </a:rPr>
              <a:t>120743</a:t>
            </a:r>
            <a:r>
              <a:rPr lang="ar-LY" sz="1600" b="1" dirty="0">
                <a:solidFill>
                  <a:schemeClr val="bg1"/>
                </a:solidFill>
                <a:latin typeface="Fira Sans"/>
                <a:sym typeface="Fira Sans"/>
              </a:rPr>
              <a:t> </a:t>
            </a:r>
          </a:p>
          <a:p>
            <a:pPr algn="ctr" rtl="1"/>
            <a:r>
              <a:rPr lang="ar-LY" sz="1600" dirty="0">
                <a:solidFill>
                  <a:schemeClr val="bg1"/>
                </a:solidFill>
                <a:latin typeface="Fira Sans"/>
                <a:sym typeface="Fira Sans"/>
              </a:rPr>
              <a:t>إجمالي عدد الخطوط</a:t>
            </a:r>
            <a:endParaRPr lang="ar-LY" sz="1600" dirty="0">
              <a:solidFill>
                <a:schemeClr val="bg1"/>
              </a:solidFill>
              <a:latin typeface="Fira Sans"/>
              <a:ea typeface="Fira Sans"/>
              <a:sym typeface="Fira Sans"/>
            </a:endParaRPr>
          </a:p>
        </p:txBody>
      </p:sp>
      <p:sp>
        <p:nvSpPr>
          <p:cNvPr id="88" name="Google Shape;2233;p25">
            <a:extLst>
              <a:ext uri="{FF2B5EF4-FFF2-40B4-BE49-F238E27FC236}">
                <a16:creationId xmlns:a16="http://schemas.microsoft.com/office/drawing/2014/main" id="{AE3C23E6-08CA-833E-9A20-539A0420B790}"/>
              </a:ext>
            </a:extLst>
          </p:cNvPr>
          <p:cNvSpPr/>
          <p:nvPr/>
        </p:nvSpPr>
        <p:spPr>
          <a:xfrm>
            <a:off x="9076829" y="4009142"/>
            <a:ext cx="1008502" cy="1009705"/>
          </a:xfrm>
          <a:custGeom>
            <a:avLst/>
            <a:gdLst/>
            <a:ahLst/>
            <a:cxnLst/>
            <a:rect l="l" t="t" r="r" b="b"/>
            <a:pathLst>
              <a:path w="25970" h="26001" extrusionOk="0">
                <a:moveTo>
                  <a:pt x="12985" y="0"/>
                </a:moveTo>
                <a:cubicBezTo>
                  <a:pt x="5796" y="0"/>
                  <a:pt x="0" y="5827"/>
                  <a:pt x="0" y="13016"/>
                </a:cubicBezTo>
                <a:cubicBezTo>
                  <a:pt x="0" y="20173"/>
                  <a:pt x="5796" y="26000"/>
                  <a:pt x="12985" y="26000"/>
                </a:cubicBezTo>
                <a:cubicBezTo>
                  <a:pt x="20142" y="26000"/>
                  <a:pt x="25969" y="20173"/>
                  <a:pt x="25969" y="13016"/>
                </a:cubicBezTo>
                <a:cubicBezTo>
                  <a:pt x="25969" y="5827"/>
                  <a:pt x="20142" y="0"/>
                  <a:pt x="12985" y="0"/>
                </a:cubicBezTo>
                <a:close/>
              </a:path>
            </a:pathLst>
          </a:custGeom>
          <a:solidFill>
            <a:schemeClr val="tx2"/>
          </a:solidFill>
          <a:ln>
            <a:solidFill>
              <a:schemeClr val="bg1"/>
            </a:solidFill>
          </a:ln>
        </p:spPr>
        <p:txBody>
          <a:bodyPr spcFirstLastPara="1" wrap="square" lIns="121900" tIns="121900" rIns="121900" bIns="121900" anchor="ctr" anchorCtr="0">
            <a:noAutofit/>
          </a:bodyPr>
          <a:lstStyle/>
          <a:p>
            <a:endParaRPr sz="2400">
              <a:solidFill>
                <a:schemeClr val="bg1"/>
              </a:solidFill>
            </a:endParaRPr>
          </a:p>
        </p:txBody>
      </p:sp>
      <p:sp>
        <p:nvSpPr>
          <p:cNvPr id="89" name="Google Shape;2234;p25">
            <a:extLst>
              <a:ext uri="{FF2B5EF4-FFF2-40B4-BE49-F238E27FC236}">
                <a16:creationId xmlns:a16="http://schemas.microsoft.com/office/drawing/2014/main" id="{1E681B2C-31C1-6465-5043-3BA58D211184}"/>
              </a:ext>
            </a:extLst>
          </p:cNvPr>
          <p:cNvSpPr/>
          <p:nvPr/>
        </p:nvSpPr>
        <p:spPr>
          <a:xfrm>
            <a:off x="9098964" y="4031277"/>
            <a:ext cx="964232" cy="965435"/>
          </a:xfrm>
          <a:custGeom>
            <a:avLst/>
            <a:gdLst/>
            <a:ahLst/>
            <a:cxnLst/>
            <a:rect l="l" t="t" r="r" b="b"/>
            <a:pathLst>
              <a:path w="24830" h="24861" extrusionOk="0">
                <a:moveTo>
                  <a:pt x="12415" y="0"/>
                </a:moveTo>
                <a:cubicBezTo>
                  <a:pt x="5543" y="0"/>
                  <a:pt x="1" y="5574"/>
                  <a:pt x="1" y="12446"/>
                </a:cubicBezTo>
                <a:cubicBezTo>
                  <a:pt x="1" y="19318"/>
                  <a:pt x="5543" y="24860"/>
                  <a:pt x="12415" y="24860"/>
                </a:cubicBezTo>
                <a:cubicBezTo>
                  <a:pt x="19255" y="24860"/>
                  <a:pt x="24829" y="19318"/>
                  <a:pt x="24829" y="12446"/>
                </a:cubicBezTo>
                <a:cubicBezTo>
                  <a:pt x="24829" y="5574"/>
                  <a:pt x="19255" y="0"/>
                  <a:pt x="12415" y="0"/>
                </a:cubicBezTo>
                <a:close/>
              </a:path>
            </a:pathLst>
          </a:custGeom>
          <a:solidFill>
            <a:srgbClr val="FFFFFF"/>
          </a:solidFill>
          <a:ln>
            <a:solidFill>
              <a:schemeClr val="bg1"/>
            </a:solidFill>
          </a:ln>
        </p:spPr>
        <p:txBody>
          <a:bodyPr spcFirstLastPara="1" wrap="square" lIns="121900" tIns="121900" rIns="121900" bIns="121900" anchor="ctr" anchorCtr="0">
            <a:noAutofit/>
          </a:bodyPr>
          <a:lstStyle/>
          <a:p>
            <a:endParaRPr sz="2400">
              <a:solidFill>
                <a:schemeClr val="bg1"/>
              </a:solidFill>
            </a:endParaRPr>
          </a:p>
        </p:txBody>
      </p:sp>
      <p:sp>
        <p:nvSpPr>
          <p:cNvPr id="90" name="Google Shape;2239;p25">
            <a:extLst>
              <a:ext uri="{FF2B5EF4-FFF2-40B4-BE49-F238E27FC236}">
                <a16:creationId xmlns:a16="http://schemas.microsoft.com/office/drawing/2014/main" id="{3C402C16-43AB-6A9E-9E51-6A29ABB0065C}"/>
              </a:ext>
            </a:extLst>
          </p:cNvPr>
          <p:cNvSpPr/>
          <p:nvPr/>
        </p:nvSpPr>
        <p:spPr>
          <a:xfrm>
            <a:off x="8940493" y="2199290"/>
            <a:ext cx="669156" cy="1651456"/>
          </a:xfrm>
          <a:custGeom>
            <a:avLst/>
            <a:gdLst/>
            <a:ahLst/>
            <a:cxnLst/>
            <a:rect l="l" t="t" r="r" b="b"/>
            <a:pathLst>
              <a:path w="23942" h="58082" extrusionOk="0">
                <a:moveTo>
                  <a:pt x="887" y="1"/>
                </a:moveTo>
                <a:cubicBezTo>
                  <a:pt x="380" y="1"/>
                  <a:pt x="0" y="381"/>
                  <a:pt x="0" y="888"/>
                </a:cubicBezTo>
                <a:cubicBezTo>
                  <a:pt x="0" y="1394"/>
                  <a:pt x="380" y="1774"/>
                  <a:pt x="887" y="1774"/>
                </a:cubicBezTo>
                <a:cubicBezTo>
                  <a:pt x="1140" y="1774"/>
                  <a:pt x="1362" y="1679"/>
                  <a:pt x="1520" y="1489"/>
                </a:cubicBezTo>
                <a:lnTo>
                  <a:pt x="22865" y="15265"/>
                </a:lnTo>
                <a:lnTo>
                  <a:pt x="22865" y="56308"/>
                </a:lnTo>
                <a:cubicBezTo>
                  <a:pt x="22485" y="56403"/>
                  <a:pt x="22168" y="56752"/>
                  <a:pt x="22168" y="57195"/>
                </a:cubicBezTo>
                <a:cubicBezTo>
                  <a:pt x="22168" y="57702"/>
                  <a:pt x="22580" y="58082"/>
                  <a:pt x="23055" y="58082"/>
                </a:cubicBezTo>
                <a:cubicBezTo>
                  <a:pt x="23562" y="58082"/>
                  <a:pt x="23942" y="57702"/>
                  <a:pt x="23942" y="57195"/>
                </a:cubicBezTo>
                <a:cubicBezTo>
                  <a:pt x="23942" y="56752"/>
                  <a:pt x="23657" y="56403"/>
                  <a:pt x="23245" y="56308"/>
                </a:cubicBezTo>
                <a:lnTo>
                  <a:pt x="23245" y="15170"/>
                </a:lnTo>
                <a:cubicBezTo>
                  <a:pt x="23245" y="15107"/>
                  <a:pt x="23214" y="15044"/>
                  <a:pt x="23150" y="15012"/>
                </a:cubicBezTo>
                <a:lnTo>
                  <a:pt x="1710" y="1173"/>
                </a:lnTo>
                <a:cubicBezTo>
                  <a:pt x="1742" y="1078"/>
                  <a:pt x="1774" y="983"/>
                  <a:pt x="1774" y="888"/>
                </a:cubicBezTo>
                <a:cubicBezTo>
                  <a:pt x="1774" y="381"/>
                  <a:pt x="1394" y="1"/>
                  <a:pt x="887" y="1"/>
                </a:cubicBezTo>
                <a:close/>
              </a:path>
            </a:pathLst>
          </a:custGeom>
          <a:solidFill>
            <a:schemeClr val="tx2"/>
          </a:solidFill>
          <a:ln>
            <a:solidFill>
              <a:schemeClr val="bg1"/>
            </a:solidFill>
          </a:ln>
        </p:spPr>
        <p:txBody>
          <a:bodyPr spcFirstLastPara="1" wrap="square" lIns="121900" tIns="121900" rIns="121900" bIns="121900" anchor="ctr" anchorCtr="0">
            <a:noAutofit/>
          </a:bodyPr>
          <a:lstStyle/>
          <a:p>
            <a:endParaRPr sz="2400">
              <a:solidFill>
                <a:schemeClr val="bg1"/>
              </a:solidFill>
            </a:endParaRPr>
          </a:p>
        </p:txBody>
      </p:sp>
      <p:sp>
        <p:nvSpPr>
          <p:cNvPr id="91" name="Google Shape;2264;p25">
            <a:extLst>
              <a:ext uri="{FF2B5EF4-FFF2-40B4-BE49-F238E27FC236}">
                <a16:creationId xmlns:a16="http://schemas.microsoft.com/office/drawing/2014/main" id="{690CF7A9-F8A9-540C-924D-3F46E4B13EBA}"/>
              </a:ext>
            </a:extLst>
          </p:cNvPr>
          <p:cNvSpPr/>
          <p:nvPr/>
        </p:nvSpPr>
        <p:spPr>
          <a:xfrm>
            <a:off x="9372590" y="4235656"/>
            <a:ext cx="424332" cy="468330"/>
          </a:xfrm>
          <a:custGeom>
            <a:avLst/>
            <a:gdLst/>
            <a:ahLst/>
            <a:cxnLst/>
            <a:rect l="l" t="t" r="r" b="b"/>
            <a:pathLst>
              <a:path w="10927" h="12060" extrusionOk="0">
                <a:moveTo>
                  <a:pt x="5587" y="1"/>
                </a:moveTo>
                <a:cubicBezTo>
                  <a:pt x="5562" y="1"/>
                  <a:pt x="5536" y="3"/>
                  <a:pt x="5511" y="7"/>
                </a:cubicBezTo>
                <a:cubicBezTo>
                  <a:pt x="5289" y="7"/>
                  <a:pt x="5162" y="39"/>
                  <a:pt x="5099" y="102"/>
                </a:cubicBezTo>
                <a:lnTo>
                  <a:pt x="5162" y="7"/>
                </a:lnTo>
                <a:lnTo>
                  <a:pt x="5162" y="7"/>
                </a:lnTo>
                <a:cubicBezTo>
                  <a:pt x="5131" y="39"/>
                  <a:pt x="5036" y="70"/>
                  <a:pt x="4972" y="102"/>
                </a:cubicBezTo>
                <a:cubicBezTo>
                  <a:pt x="4941" y="102"/>
                  <a:pt x="4877" y="102"/>
                  <a:pt x="4846" y="134"/>
                </a:cubicBezTo>
                <a:cubicBezTo>
                  <a:pt x="4276" y="229"/>
                  <a:pt x="3927" y="767"/>
                  <a:pt x="3801" y="957"/>
                </a:cubicBezTo>
                <a:cubicBezTo>
                  <a:pt x="3769" y="925"/>
                  <a:pt x="3769" y="862"/>
                  <a:pt x="3769" y="862"/>
                </a:cubicBezTo>
                <a:cubicBezTo>
                  <a:pt x="3737" y="925"/>
                  <a:pt x="3737" y="989"/>
                  <a:pt x="3769" y="1020"/>
                </a:cubicBezTo>
                <a:cubicBezTo>
                  <a:pt x="3702" y="998"/>
                  <a:pt x="3635" y="975"/>
                  <a:pt x="3579" y="975"/>
                </a:cubicBezTo>
                <a:cubicBezTo>
                  <a:pt x="3555" y="975"/>
                  <a:pt x="3534" y="979"/>
                  <a:pt x="3516" y="989"/>
                </a:cubicBezTo>
                <a:cubicBezTo>
                  <a:pt x="3516" y="989"/>
                  <a:pt x="3611" y="1020"/>
                  <a:pt x="3706" y="1084"/>
                </a:cubicBezTo>
                <a:cubicBezTo>
                  <a:pt x="2946" y="1559"/>
                  <a:pt x="3389" y="3237"/>
                  <a:pt x="3389" y="3237"/>
                </a:cubicBezTo>
                <a:cubicBezTo>
                  <a:pt x="2946" y="3997"/>
                  <a:pt x="3706" y="4599"/>
                  <a:pt x="3706" y="4599"/>
                </a:cubicBezTo>
                <a:cubicBezTo>
                  <a:pt x="3737" y="4979"/>
                  <a:pt x="3896" y="5391"/>
                  <a:pt x="4022" y="5612"/>
                </a:cubicBezTo>
                <a:cubicBezTo>
                  <a:pt x="4054" y="5676"/>
                  <a:pt x="4054" y="5802"/>
                  <a:pt x="4022" y="5897"/>
                </a:cubicBezTo>
                <a:cubicBezTo>
                  <a:pt x="4022" y="6056"/>
                  <a:pt x="4022" y="6246"/>
                  <a:pt x="3991" y="6309"/>
                </a:cubicBezTo>
                <a:cubicBezTo>
                  <a:pt x="3864" y="6309"/>
                  <a:pt x="3706" y="6277"/>
                  <a:pt x="3642" y="6246"/>
                </a:cubicBezTo>
                <a:cubicBezTo>
                  <a:pt x="3484" y="6151"/>
                  <a:pt x="3294" y="6119"/>
                  <a:pt x="3104" y="6119"/>
                </a:cubicBezTo>
                <a:lnTo>
                  <a:pt x="3041" y="6119"/>
                </a:lnTo>
                <a:cubicBezTo>
                  <a:pt x="1077" y="6119"/>
                  <a:pt x="349" y="8621"/>
                  <a:pt x="64" y="9951"/>
                </a:cubicBezTo>
                <a:cubicBezTo>
                  <a:pt x="0" y="10426"/>
                  <a:pt x="159" y="10901"/>
                  <a:pt x="507" y="11028"/>
                </a:cubicBezTo>
                <a:cubicBezTo>
                  <a:pt x="1365" y="11418"/>
                  <a:pt x="3171" y="12059"/>
                  <a:pt x="5474" y="12059"/>
                </a:cubicBezTo>
                <a:cubicBezTo>
                  <a:pt x="6912" y="12059"/>
                  <a:pt x="8545" y="11809"/>
                  <a:pt x="10261" y="11091"/>
                </a:cubicBezTo>
                <a:cubicBezTo>
                  <a:pt x="10673" y="10901"/>
                  <a:pt x="10926" y="10268"/>
                  <a:pt x="10800" y="9666"/>
                </a:cubicBezTo>
                <a:cubicBezTo>
                  <a:pt x="10514" y="8304"/>
                  <a:pt x="9723" y="6119"/>
                  <a:pt x="7886" y="6119"/>
                </a:cubicBezTo>
                <a:lnTo>
                  <a:pt x="7854" y="6119"/>
                </a:lnTo>
                <a:cubicBezTo>
                  <a:pt x="7664" y="6119"/>
                  <a:pt x="7506" y="6151"/>
                  <a:pt x="7379" y="6214"/>
                </a:cubicBezTo>
                <a:cubicBezTo>
                  <a:pt x="7284" y="6246"/>
                  <a:pt x="7063" y="6277"/>
                  <a:pt x="6841" y="6309"/>
                </a:cubicBezTo>
                <a:lnTo>
                  <a:pt x="6809" y="5929"/>
                </a:lnTo>
                <a:cubicBezTo>
                  <a:pt x="6778" y="5834"/>
                  <a:pt x="6778" y="5739"/>
                  <a:pt x="6841" y="5676"/>
                </a:cubicBezTo>
                <a:cubicBezTo>
                  <a:pt x="7031" y="5296"/>
                  <a:pt x="7189" y="4631"/>
                  <a:pt x="7189" y="4631"/>
                </a:cubicBezTo>
                <a:cubicBezTo>
                  <a:pt x="7854" y="3997"/>
                  <a:pt x="7506" y="3269"/>
                  <a:pt x="7506" y="3269"/>
                </a:cubicBezTo>
                <a:cubicBezTo>
                  <a:pt x="7664" y="2509"/>
                  <a:pt x="7664" y="2065"/>
                  <a:pt x="7633" y="1844"/>
                </a:cubicBezTo>
                <a:lnTo>
                  <a:pt x="7633" y="1844"/>
                </a:lnTo>
                <a:cubicBezTo>
                  <a:pt x="7696" y="1939"/>
                  <a:pt x="7759" y="2002"/>
                  <a:pt x="7759" y="2002"/>
                </a:cubicBezTo>
                <a:cubicBezTo>
                  <a:pt x="7664" y="1685"/>
                  <a:pt x="7506" y="1464"/>
                  <a:pt x="7379" y="1305"/>
                </a:cubicBezTo>
                <a:cubicBezTo>
                  <a:pt x="7348" y="1274"/>
                  <a:pt x="7316" y="1210"/>
                  <a:pt x="7284" y="1179"/>
                </a:cubicBezTo>
                <a:lnTo>
                  <a:pt x="7284" y="1179"/>
                </a:lnTo>
                <a:cubicBezTo>
                  <a:pt x="7411" y="1210"/>
                  <a:pt x="7538" y="1274"/>
                  <a:pt x="7538" y="1274"/>
                </a:cubicBezTo>
                <a:cubicBezTo>
                  <a:pt x="7411" y="1115"/>
                  <a:pt x="7189" y="957"/>
                  <a:pt x="7063" y="830"/>
                </a:cubicBezTo>
                <a:lnTo>
                  <a:pt x="7063" y="830"/>
                </a:lnTo>
                <a:cubicBezTo>
                  <a:pt x="7189" y="925"/>
                  <a:pt x="7284" y="957"/>
                  <a:pt x="7284" y="957"/>
                </a:cubicBezTo>
                <a:cubicBezTo>
                  <a:pt x="7126" y="799"/>
                  <a:pt x="6936" y="704"/>
                  <a:pt x="6809" y="640"/>
                </a:cubicBezTo>
                <a:lnTo>
                  <a:pt x="6841" y="640"/>
                </a:lnTo>
                <a:lnTo>
                  <a:pt x="6556" y="482"/>
                </a:lnTo>
                <a:lnTo>
                  <a:pt x="6556" y="482"/>
                </a:lnTo>
                <a:cubicBezTo>
                  <a:pt x="6746" y="545"/>
                  <a:pt x="6904" y="640"/>
                  <a:pt x="6904" y="640"/>
                </a:cubicBezTo>
                <a:cubicBezTo>
                  <a:pt x="6841" y="450"/>
                  <a:pt x="6556" y="260"/>
                  <a:pt x="6556" y="260"/>
                </a:cubicBezTo>
                <a:cubicBezTo>
                  <a:pt x="6413" y="189"/>
                  <a:pt x="6289" y="153"/>
                  <a:pt x="6168" y="153"/>
                </a:cubicBezTo>
                <a:cubicBezTo>
                  <a:pt x="6128" y="153"/>
                  <a:pt x="6089" y="157"/>
                  <a:pt x="6049" y="165"/>
                </a:cubicBezTo>
                <a:cubicBezTo>
                  <a:pt x="5912" y="83"/>
                  <a:pt x="5751" y="1"/>
                  <a:pt x="5587" y="1"/>
                </a:cubicBezTo>
                <a:close/>
              </a:path>
            </a:pathLst>
          </a:custGeom>
          <a:solidFill>
            <a:srgbClr val="990099"/>
          </a:solidFill>
          <a:ln>
            <a:solidFill>
              <a:schemeClr val="bg1"/>
            </a:solidFill>
          </a:ln>
        </p:spPr>
        <p:txBody>
          <a:bodyPr spcFirstLastPara="1" wrap="square" lIns="121900" tIns="121900" rIns="121900" bIns="121900" anchor="ctr" anchorCtr="0">
            <a:noAutofit/>
          </a:bodyPr>
          <a:lstStyle/>
          <a:p>
            <a:endParaRPr sz="2400">
              <a:solidFill>
                <a:schemeClr val="bg1"/>
              </a:solidFill>
            </a:endParaRPr>
          </a:p>
        </p:txBody>
      </p:sp>
      <p:sp>
        <p:nvSpPr>
          <p:cNvPr id="92" name="Google Shape;2265;p25">
            <a:extLst>
              <a:ext uri="{FF2B5EF4-FFF2-40B4-BE49-F238E27FC236}">
                <a16:creationId xmlns:a16="http://schemas.microsoft.com/office/drawing/2014/main" id="{017F68CF-6E9B-7B5C-93A2-6BBEEC940B64}"/>
              </a:ext>
            </a:extLst>
          </p:cNvPr>
          <p:cNvSpPr/>
          <p:nvPr/>
        </p:nvSpPr>
        <p:spPr>
          <a:xfrm>
            <a:off x="9525088" y="4480617"/>
            <a:ext cx="54134" cy="178361"/>
          </a:xfrm>
          <a:custGeom>
            <a:avLst/>
            <a:gdLst/>
            <a:ahLst/>
            <a:cxnLst/>
            <a:rect l="l" t="t" r="r" b="b"/>
            <a:pathLst>
              <a:path w="1394" h="4593" extrusionOk="0">
                <a:moveTo>
                  <a:pt x="64" y="1"/>
                </a:moveTo>
                <a:cubicBezTo>
                  <a:pt x="64" y="191"/>
                  <a:pt x="0" y="2534"/>
                  <a:pt x="760" y="4593"/>
                </a:cubicBezTo>
                <a:cubicBezTo>
                  <a:pt x="760" y="4593"/>
                  <a:pt x="982" y="2629"/>
                  <a:pt x="1394" y="2281"/>
                </a:cubicBezTo>
                <a:cubicBezTo>
                  <a:pt x="1394" y="2281"/>
                  <a:pt x="1014" y="1774"/>
                  <a:pt x="1045" y="1711"/>
                </a:cubicBezTo>
                <a:cubicBezTo>
                  <a:pt x="1045" y="1616"/>
                  <a:pt x="1204" y="1299"/>
                  <a:pt x="1362" y="1173"/>
                </a:cubicBezTo>
                <a:cubicBezTo>
                  <a:pt x="1394" y="1141"/>
                  <a:pt x="1394" y="1078"/>
                  <a:pt x="1362" y="1046"/>
                </a:cubicBezTo>
                <a:lnTo>
                  <a:pt x="64" y="1"/>
                </a:lnTo>
                <a:close/>
              </a:path>
            </a:pathLst>
          </a:custGeom>
          <a:solidFill>
            <a:srgbClr val="FFFFFF"/>
          </a:solidFill>
          <a:ln>
            <a:solidFill>
              <a:schemeClr val="bg1"/>
            </a:solidFill>
          </a:ln>
        </p:spPr>
        <p:txBody>
          <a:bodyPr spcFirstLastPara="1" wrap="square" lIns="121900" tIns="121900" rIns="121900" bIns="121900" anchor="ctr" anchorCtr="0">
            <a:noAutofit/>
          </a:bodyPr>
          <a:lstStyle/>
          <a:p>
            <a:endParaRPr sz="2400">
              <a:solidFill>
                <a:schemeClr val="bg1"/>
              </a:solidFill>
            </a:endParaRPr>
          </a:p>
        </p:txBody>
      </p:sp>
      <p:sp>
        <p:nvSpPr>
          <p:cNvPr id="93" name="Google Shape;2268;p25">
            <a:extLst>
              <a:ext uri="{FF2B5EF4-FFF2-40B4-BE49-F238E27FC236}">
                <a16:creationId xmlns:a16="http://schemas.microsoft.com/office/drawing/2014/main" id="{76EE6CEB-BFF1-908F-36AE-7FDF6002E478}"/>
              </a:ext>
            </a:extLst>
          </p:cNvPr>
          <p:cNvSpPr/>
          <p:nvPr/>
        </p:nvSpPr>
        <p:spPr>
          <a:xfrm>
            <a:off x="9587804" y="4479413"/>
            <a:ext cx="54134" cy="179565"/>
          </a:xfrm>
          <a:custGeom>
            <a:avLst/>
            <a:gdLst/>
            <a:ahLst/>
            <a:cxnLst/>
            <a:rect l="l" t="t" r="r" b="b"/>
            <a:pathLst>
              <a:path w="1394" h="4624" extrusionOk="0">
                <a:moveTo>
                  <a:pt x="1299" y="0"/>
                </a:moveTo>
                <a:lnTo>
                  <a:pt x="32" y="1077"/>
                </a:lnTo>
                <a:cubicBezTo>
                  <a:pt x="0" y="1109"/>
                  <a:pt x="0" y="1172"/>
                  <a:pt x="64" y="1204"/>
                </a:cubicBezTo>
                <a:cubicBezTo>
                  <a:pt x="222" y="1330"/>
                  <a:pt x="380" y="1647"/>
                  <a:pt x="380" y="1742"/>
                </a:cubicBezTo>
                <a:cubicBezTo>
                  <a:pt x="412" y="1805"/>
                  <a:pt x="32" y="2312"/>
                  <a:pt x="32" y="2312"/>
                </a:cubicBezTo>
                <a:cubicBezTo>
                  <a:pt x="444" y="2660"/>
                  <a:pt x="665" y="4624"/>
                  <a:pt x="665" y="4624"/>
                </a:cubicBezTo>
                <a:cubicBezTo>
                  <a:pt x="1394" y="2629"/>
                  <a:pt x="1362" y="317"/>
                  <a:pt x="1331" y="32"/>
                </a:cubicBezTo>
                <a:cubicBezTo>
                  <a:pt x="1331" y="0"/>
                  <a:pt x="1331" y="0"/>
                  <a:pt x="1299" y="0"/>
                </a:cubicBezTo>
                <a:close/>
              </a:path>
            </a:pathLst>
          </a:custGeom>
          <a:solidFill>
            <a:srgbClr val="FFFFFF"/>
          </a:solidFill>
          <a:ln>
            <a:solidFill>
              <a:schemeClr val="bg1"/>
            </a:solidFill>
          </a:ln>
        </p:spPr>
        <p:txBody>
          <a:bodyPr spcFirstLastPara="1" wrap="square" lIns="121900" tIns="121900" rIns="121900" bIns="121900" anchor="ctr" anchorCtr="0">
            <a:noAutofit/>
          </a:bodyPr>
          <a:lstStyle/>
          <a:p>
            <a:endParaRPr sz="2400">
              <a:solidFill>
                <a:schemeClr val="bg1"/>
              </a:solidFill>
            </a:endParaRPr>
          </a:p>
        </p:txBody>
      </p:sp>
      <p:sp>
        <p:nvSpPr>
          <p:cNvPr id="94" name="Google Shape;2270;p25">
            <a:extLst>
              <a:ext uri="{FF2B5EF4-FFF2-40B4-BE49-F238E27FC236}">
                <a16:creationId xmlns:a16="http://schemas.microsoft.com/office/drawing/2014/main" id="{023C7046-987D-CEEE-6607-D5C003910AE9}"/>
              </a:ext>
            </a:extLst>
          </p:cNvPr>
          <p:cNvSpPr/>
          <p:nvPr/>
        </p:nvSpPr>
        <p:spPr>
          <a:xfrm>
            <a:off x="9613628" y="4480617"/>
            <a:ext cx="28309" cy="178361"/>
          </a:xfrm>
          <a:custGeom>
            <a:avLst/>
            <a:gdLst/>
            <a:ahLst/>
            <a:cxnLst/>
            <a:rect l="l" t="t" r="r" b="b"/>
            <a:pathLst>
              <a:path w="729" h="4593" extrusionOk="0">
                <a:moveTo>
                  <a:pt x="666" y="1"/>
                </a:moveTo>
                <a:cubicBezTo>
                  <a:pt x="666" y="1"/>
                  <a:pt x="539" y="2915"/>
                  <a:pt x="0" y="4593"/>
                </a:cubicBezTo>
                <a:cubicBezTo>
                  <a:pt x="729" y="2598"/>
                  <a:pt x="697" y="286"/>
                  <a:pt x="666" y="1"/>
                </a:cubicBezTo>
                <a:close/>
              </a:path>
            </a:pathLst>
          </a:custGeom>
          <a:solidFill>
            <a:srgbClr val="434244"/>
          </a:solidFill>
          <a:ln>
            <a:solidFill>
              <a:schemeClr val="bg1"/>
            </a:solidFill>
          </a:ln>
        </p:spPr>
        <p:txBody>
          <a:bodyPr spcFirstLastPara="1" wrap="square" lIns="121900" tIns="121900" rIns="121900" bIns="121900" anchor="ctr" anchorCtr="0">
            <a:noAutofit/>
          </a:bodyPr>
          <a:lstStyle/>
          <a:p>
            <a:endParaRPr sz="2400">
              <a:solidFill>
                <a:schemeClr val="bg1"/>
              </a:solidFill>
            </a:endParaRPr>
          </a:p>
        </p:txBody>
      </p:sp>
      <p:sp>
        <p:nvSpPr>
          <p:cNvPr id="95" name="Google Shape;2271;p25">
            <a:extLst>
              <a:ext uri="{FF2B5EF4-FFF2-40B4-BE49-F238E27FC236}">
                <a16:creationId xmlns:a16="http://schemas.microsoft.com/office/drawing/2014/main" id="{0C50F332-4BB9-7AB4-6C48-24150CB92AF3}"/>
              </a:ext>
            </a:extLst>
          </p:cNvPr>
          <p:cNvSpPr/>
          <p:nvPr/>
        </p:nvSpPr>
        <p:spPr>
          <a:xfrm>
            <a:off x="9554602" y="4522440"/>
            <a:ext cx="59065" cy="180847"/>
          </a:xfrm>
          <a:custGeom>
            <a:avLst/>
            <a:gdLst/>
            <a:ahLst/>
            <a:cxnLst/>
            <a:rect l="l" t="t" r="r" b="b"/>
            <a:pathLst>
              <a:path w="1521" h="4657" extrusionOk="0">
                <a:moveTo>
                  <a:pt x="634" y="1"/>
                </a:moveTo>
                <a:lnTo>
                  <a:pt x="634" y="32"/>
                </a:lnTo>
                <a:cubicBezTo>
                  <a:pt x="634" y="64"/>
                  <a:pt x="634" y="96"/>
                  <a:pt x="602" y="96"/>
                </a:cubicBezTo>
                <a:cubicBezTo>
                  <a:pt x="444" y="222"/>
                  <a:pt x="285" y="539"/>
                  <a:pt x="285" y="634"/>
                </a:cubicBezTo>
                <a:cubicBezTo>
                  <a:pt x="254" y="729"/>
                  <a:pt x="634" y="1204"/>
                  <a:pt x="634" y="1204"/>
                </a:cubicBezTo>
                <a:cubicBezTo>
                  <a:pt x="222" y="1552"/>
                  <a:pt x="0" y="3516"/>
                  <a:pt x="0" y="3516"/>
                </a:cubicBezTo>
                <a:lnTo>
                  <a:pt x="729" y="4656"/>
                </a:lnTo>
                <a:lnTo>
                  <a:pt x="1520" y="3516"/>
                </a:lnTo>
                <a:cubicBezTo>
                  <a:pt x="1489" y="3389"/>
                  <a:pt x="1299" y="1521"/>
                  <a:pt x="887" y="1204"/>
                </a:cubicBezTo>
                <a:cubicBezTo>
                  <a:pt x="887" y="1204"/>
                  <a:pt x="1235" y="697"/>
                  <a:pt x="1235" y="634"/>
                </a:cubicBezTo>
                <a:cubicBezTo>
                  <a:pt x="1235" y="539"/>
                  <a:pt x="1077" y="222"/>
                  <a:pt x="887" y="96"/>
                </a:cubicBezTo>
                <a:cubicBezTo>
                  <a:pt x="887" y="64"/>
                  <a:pt x="855" y="32"/>
                  <a:pt x="887" y="1"/>
                </a:cubicBezTo>
                <a:close/>
              </a:path>
            </a:pathLst>
          </a:custGeom>
          <a:solidFill>
            <a:schemeClr val="tx1"/>
          </a:solidFill>
          <a:ln>
            <a:solidFill>
              <a:schemeClr val="bg1"/>
            </a:solidFill>
          </a:ln>
        </p:spPr>
        <p:txBody>
          <a:bodyPr spcFirstLastPara="1" wrap="square" lIns="121900" tIns="121900" rIns="121900" bIns="121900" anchor="ctr" anchorCtr="0">
            <a:noAutofit/>
          </a:bodyPr>
          <a:lstStyle/>
          <a:p>
            <a:endParaRPr sz="2400">
              <a:solidFill>
                <a:schemeClr val="bg1"/>
              </a:solidFill>
            </a:endParaRPr>
          </a:p>
        </p:txBody>
      </p:sp>
      <p:sp>
        <p:nvSpPr>
          <p:cNvPr id="96" name="Google Shape;2226;p25">
            <a:extLst>
              <a:ext uri="{FF2B5EF4-FFF2-40B4-BE49-F238E27FC236}">
                <a16:creationId xmlns:a16="http://schemas.microsoft.com/office/drawing/2014/main" id="{3C347872-455B-DCFF-58D7-DBD645F2B215}"/>
              </a:ext>
            </a:extLst>
          </p:cNvPr>
          <p:cNvSpPr txBox="1"/>
          <p:nvPr/>
        </p:nvSpPr>
        <p:spPr>
          <a:xfrm>
            <a:off x="10236486" y="5727813"/>
            <a:ext cx="2353600" cy="347600"/>
          </a:xfrm>
          <a:prstGeom prst="rect">
            <a:avLst/>
          </a:prstGeom>
          <a:noFill/>
          <a:ln>
            <a:noFill/>
          </a:ln>
        </p:spPr>
        <p:txBody>
          <a:bodyPr spcFirstLastPara="1" wrap="square" lIns="121900" tIns="121900" rIns="121900" bIns="121900" anchor="ctr" anchorCtr="0">
            <a:noAutofit/>
          </a:bodyPr>
          <a:lstStyle/>
          <a:p>
            <a:pPr algn="ctr" rtl="1"/>
            <a:r>
              <a:rPr lang="ar-LY" sz="1600" b="1" dirty="0">
                <a:solidFill>
                  <a:schemeClr val="bg1"/>
                </a:solidFill>
                <a:latin typeface="Fira Sans"/>
                <a:sym typeface="Fira Sans"/>
              </a:rPr>
              <a:t>39207</a:t>
            </a:r>
            <a:r>
              <a:rPr lang="ar-LY" sz="1600" dirty="0">
                <a:solidFill>
                  <a:schemeClr val="bg1"/>
                </a:solidFill>
                <a:latin typeface="Fira Sans"/>
                <a:sym typeface="Fira Sans"/>
              </a:rPr>
              <a:t>  </a:t>
            </a:r>
          </a:p>
          <a:p>
            <a:pPr algn="ctr" rtl="1"/>
            <a:r>
              <a:rPr lang="ar-LY" sz="1600" dirty="0">
                <a:solidFill>
                  <a:schemeClr val="bg1"/>
                </a:solidFill>
                <a:latin typeface="Fira Sans"/>
                <a:sym typeface="Fira Sans"/>
              </a:rPr>
              <a:t>الخطوط المُفعلة</a:t>
            </a:r>
            <a:endParaRPr lang="ar-LY" sz="1600" dirty="0">
              <a:solidFill>
                <a:schemeClr val="bg1"/>
              </a:solidFill>
              <a:latin typeface="Fira Sans"/>
              <a:ea typeface="Fira Sans"/>
              <a:sym typeface="Fira Sans"/>
            </a:endParaRPr>
          </a:p>
        </p:txBody>
      </p:sp>
      <p:sp>
        <p:nvSpPr>
          <p:cNvPr id="97" name="Text Placeholder 1">
            <a:extLst>
              <a:ext uri="{FF2B5EF4-FFF2-40B4-BE49-F238E27FC236}">
                <a16:creationId xmlns:a16="http://schemas.microsoft.com/office/drawing/2014/main" id="{704CAF01-FE7A-37AF-5A10-7B51FEF1B41D}"/>
              </a:ext>
            </a:extLst>
          </p:cNvPr>
          <p:cNvSpPr txBox="1">
            <a:spLocks/>
          </p:cNvSpPr>
          <p:nvPr/>
        </p:nvSpPr>
        <p:spPr bwMode="auto">
          <a:xfrm>
            <a:off x="836178" y="235947"/>
            <a:ext cx="9954771" cy="5587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indent="0" algn="r" rtl="1" eaLnBrk="0" fontAlgn="base" hangingPunct="0">
              <a:spcBef>
                <a:spcPct val="0"/>
              </a:spcBef>
              <a:spcAft>
                <a:spcPct val="0"/>
              </a:spcAft>
              <a:tabLst>
                <a:tab pos="0" algn="l"/>
              </a:tabLst>
              <a:defRPr sz="2000" b="1">
                <a:solidFill>
                  <a:srgbClr val="800080"/>
                </a:solidFill>
                <a:latin typeface="+mj-lt"/>
                <a:ea typeface="+mj-ea"/>
                <a:cs typeface="+mj-cs"/>
              </a:defRPr>
            </a:lvl1pPr>
            <a:lvl2pPr algn="r" rtl="1" eaLnBrk="0" fontAlgn="base" hangingPunct="0">
              <a:spcBef>
                <a:spcPct val="0"/>
              </a:spcBef>
              <a:spcAft>
                <a:spcPct val="0"/>
              </a:spcAft>
              <a:tabLst>
                <a:tab pos="403622" algn="l"/>
              </a:tabLst>
              <a:defRPr sz="1500" b="1">
                <a:solidFill>
                  <a:srgbClr val="800080"/>
                </a:solidFill>
                <a:latin typeface="Arial" charset="0"/>
                <a:cs typeface="Times New Roman" pitchFamily="18" charset="0"/>
              </a:defRPr>
            </a:lvl2pPr>
            <a:lvl3pPr algn="r" rtl="1" eaLnBrk="0" fontAlgn="base" hangingPunct="0">
              <a:spcBef>
                <a:spcPct val="0"/>
              </a:spcBef>
              <a:spcAft>
                <a:spcPct val="0"/>
              </a:spcAft>
              <a:tabLst>
                <a:tab pos="403622" algn="l"/>
              </a:tabLst>
              <a:defRPr sz="1500" b="1">
                <a:solidFill>
                  <a:srgbClr val="800080"/>
                </a:solidFill>
                <a:latin typeface="Arial" charset="0"/>
                <a:cs typeface="Times New Roman" pitchFamily="18" charset="0"/>
              </a:defRPr>
            </a:lvl3pPr>
            <a:lvl4pPr algn="r" rtl="1" eaLnBrk="0" fontAlgn="base" hangingPunct="0">
              <a:spcBef>
                <a:spcPct val="0"/>
              </a:spcBef>
              <a:spcAft>
                <a:spcPct val="0"/>
              </a:spcAft>
              <a:tabLst>
                <a:tab pos="403622" algn="l"/>
              </a:tabLst>
              <a:defRPr sz="1500" b="1">
                <a:solidFill>
                  <a:srgbClr val="800080"/>
                </a:solidFill>
                <a:latin typeface="Arial" charset="0"/>
                <a:cs typeface="Times New Roman" pitchFamily="18" charset="0"/>
              </a:defRPr>
            </a:lvl4pPr>
            <a:lvl5pPr algn="r" rtl="1" eaLnBrk="0" fontAlgn="base" hangingPunct="0">
              <a:spcBef>
                <a:spcPct val="0"/>
              </a:spcBef>
              <a:spcAft>
                <a:spcPct val="0"/>
              </a:spcAft>
              <a:tabLst>
                <a:tab pos="403622" algn="l"/>
              </a:tabLst>
              <a:defRPr sz="1500" b="1">
                <a:solidFill>
                  <a:srgbClr val="800080"/>
                </a:solidFill>
                <a:latin typeface="Arial" charset="0"/>
                <a:cs typeface="Times New Roman" pitchFamily="18" charset="0"/>
              </a:defRPr>
            </a:lvl5pPr>
            <a:lvl6pPr marL="342900" algn="r" rtl="1" fontAlgn="base">
              <a:spcBef>
                <a:spcPct val="0"/>
              </a:spcBef>
              <a:spcAft>
                <a:spcPct val="0"/>
              </a:spcAft>
              <a:tabLst>
                <a:tab pos="403622" algn="l"/>
              </a:tabLst>
              <a:defRPr sz="1500" b="1">
                <a:solidFill>
                  <a:srgbClr val="800080"/>
                </a:solidFill>
                <a:latin typeface="Arial" charset="0"/>
                <a:cs typeface="Times New Roman" pitchFamily="18" charset="0"/>
              </a:defRPr>
            </a:lvl6pPr>
            <a:lvl7pPr marL="685800" algn="r" rtl="1" fontAlgn="base">
              <a:spcBef>
                <a:spcPct val="0"/>
              </a:spcBef>
              <a:spcAft>
                <a:spcPct val="0"/>
              </a:spcAft>
              <a:tabLst>
                <a:tab pos="403622" algn="l"/>
              </a:tabLst>
              <a:defRPr sz="1500" b="1">
                <a:solidFill>
                  <a:srgbClr val="800080"/>
                </a:solidFill>
                <a:latin typeface="Arial" charset="0"/>
                <a:cs typeface="Times New Roman" pitchFamily="18" charset="0"/>
              </a:defRPr>
            </a:lvl7pPr>
            <a:lvl8pPr marL="1028700" algn="r" rtl="1" fontAlgn="base">
              <a:spcBef>
                <a:spcPct val="0"/>
              </a:spcBef>
              <a:spcAft>
                <a:spcPct val="0"/>
              </a:spcAft>
              <a:tabLst>
                <a:tab pos="403622" algn="l"/>
              </a:tabLst>
              <a:defRPr sz="1500" b="1">
                <a:solidFill>
                  <a:srgbClr val="800080"/>
                </a:solidFill>
                <a:latin typeface="Arial" charset="0"/>
                <a:cs typeface="Times New Roman" pitchFamily="18" charset="0"/>
              </a:defRPr>
            </a:lvl8pPr>
            <a:lvl9pPr marL="1371600" algn="r" rtl="1" fontAlgn="base">
              <a:spcBef>
                <a:spcPct val="0"/>
              </a:spcBef>
              <a:spcAft>
                <a:spcPct val="0"/>
              </a:spcAft>
              <a:tabLst>
                <a:tab pos="403622" algn="l"/>
              </a:tabLst>
              <a:defRPr sz="1500" b="1">
                <a:solidFill>
                  <a:srgbClr val="800080"/>
                </a:solidFill>
                <a:latin typeface="Arial" charset="0"/>
                <a:cs typeface="Times New Roman" pitchFamily="18" charset="0"/>
              </a:defRPr>
            </a:lvl9pPr>
          </a:lstStyle>
          <a:p>
            <a:r>
              <a:rPr lang="ar-LY" sz="2400" dirty="0">
                <a:solidFill>
                  <a:schemeClr val="bg1">
                    <a:lumMod val="95000"/>
                  </a:schemeClr>
                </a:solidFill>
              </a:rPr>
              <a:t>مؤشرات قطاع المؤسسات</a:t>
            </a:r>
            <a:endParaRPr lang="ar-SA" sz="2400" dirty="0">
              <a:solidFill>
                <a:schemeClr val="bg1">
                  <a:lumMod val="95000"/>
                </a:schemeClr>
              </a:solidFill>
            </a:endParaRPr>
          </a:p>
        </p:txBody>
      </p:sp>
    </p:spTree>
    <p:extLst>
      <p:ext uri="{BB962C8B-B14F-4D97-AF65-F5344CB8AC3E}">
        <p14:creationId xmlns:p14="http://schemas.microsoft.com/office/powerpoint/2010/main" val="10939002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bg>
      <p:bgPr>
        <a:gradFill flip="none" rotWithShape="1">
          <a:gsLst>
            <a:gs pos="55000">
              <a:srgbClr val="990099"/>
            </a:gs>
            <a:gs pos="100000">
              <a:schemeClr val="accent2">
                <a:lumMod val="89000"/>
              </a:schemeClr>
            </a:gs>
            <a:gs pos="100000">
              <a:schemeClr val="accent2">
                <a:lumMod val="75000"/>
              </a:schemeClr>
            </a:gs>
            <a:gs pos="97000">
              <a:schemeClr val="accent2">
                <a:lumMod val="70000"/>
              </a:scheme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2BF25071-64B2-C331-2039-E975B9B820E1}"/>
              </a:ext>
            </a:extLst>
          </p:cNvPr>
          <p:cNvSpPr/>
          <p:nvPr/>
        </p:nvSpPr>
        <p:spPr>
          <a:xfrm>
            <a:off x="445329" y="3030502"/>
            <a:ext cx="6088577" cy="3315811"/>
          </a:xfrm>
          <a:prstGeom prst="roundRect">
            <a:avLst/>
          </a:prstGeom>
          <a:solidFill>
            <a:schemeClr val="bg1">
              <a:lumMod val="95000"/>
              <a:alpha val="92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Rounded Corners 2">
            <a:extLst>
              <a:ext uri="{FF2B5EF4-FFF2-40B4-BE49-F238E27FC236}">
                <a16:creationId xmlns:a16="http://schemas.microsoft.com/office/drawing/2014/main" id="{C0DAFA88-EC00-3AFE-D7F3-521D84D0C69F}"/>
              </a:ext>
            </a:extLst>
          </p:cNvPr>
          <p:cNvSpPr/>
          <p:nvPr/>
        </p:nvSpPr>
        <p:spPr>
          <a:xfrm>
            <a:off x="6626134" y="3030502"/>
            <a:ext cx="4689866" cy="3204048"/>
          </a:xfrm>
          <a:prstGeom prst="roundRect">
            <a:avLst/>
          </a:prstGeom>
          <a:solidFill>
            <a:schemeClr val="bg1">
              <a:lumMod val="95000"/>
              <a:alpha val="92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8" name="Group 7">
            <a:extLst>
              <a:ext uri="{FF2B5EF4-FFF2-40B4-BE49-F238E27FC236}">
                <a16:creationId xmlns:a16="http://schemas.microsoft.com/office/drawing/2014/main" id="{CB5918C7-3B31-B512-3940-19D64A6D3F75}"/>
              </a:ext>
            </a:extLst>
          </p:cNvPr>
          <p:cNvGrpSpPr/>
          <p:nvPr/>
        </p:nvGrpSpPr>
        <p:grpSpPr>
          <a:xfrm>
            <a:off x="10459801" y="6114177"/>
            <a:ext cx="1712398" cy="763972"/>
            <a:chOff x="10402638" y="6084605"/>
            <a:chExt cx="1712398" cy="763972"/>
          </a:xfrm>
          <a:effectLst>
            <a:outerShdw blurRad="38100" dist="12700" dir="5400000" algn="t" rotWithShape="0">
              <a:prstClr val="black">
                <a:alpha val="40000"/>
              </a:prstClr>
            </a:outerShdw>
          </a:effectLst>
        </p:grpSpPr>
        <p:sp>
          <p:nvSpPr>
            <p:cNvPr id="9" name="TextBox 8">
              <a:extLst>
                <a:ext uri="{FF2B5EF4-FFF2-40B4-BE49-F238E27FC236}">
                  <a16:creationId xmlns:a16="http://schemas.microsoft.com/office/drawing/2014/main" id="{333AB7C9-D4F9-3A69-9F06-9E706C11C2C3}"/>
                </a:ext>
              </a:extLst>
            </p:cNvPr>
            <p:cNvSpPr txBox="1"/>
            <p:nvPr/>
          </p:nvSpPr>
          <p:spPr>
            <a:xfrm>
              <a:off x="10402638" y="6204981"/>
              <a:ext cx="1452325" cy="261610"/>
            </a:xfrm>
            <a:prstGeom prst="rect">
              <a:avLst/>
            </a:prstGeom>
            <a:noFill/>
          </p:spPr>
          <p:txBody>
            <a:bodyPr wrap="square" rtlCol="0">
              <a:spAutoFit/>
            </a:bodyPr>
            <a:lstStyle/>
            <a:p>
              <a:r>
                <a:rPr lang="ar-LY" sz="1100" b="1" dirty="0">
                  <a:solidFill>
                    <a:schemeClr val="bg1"/>
                  </a:solidFill>
                  <a:latin typeface="TheSans" panose="020B0503040302020203" pitchFamily="34" charset="-78"/>
                  <a:ea typeface="Tahoma" panose="020B0604030504040204" pitchFamily="34" charset="0"/>
                  <a:cs typeface="TheSans" panose="020B0503040302020203" pitchFamily="34" charset="-78"/>
                </a:rPr>
                <a:t>ديما مهتمين</a:t>
              </a:r>
              <a:endParaRPr lang="en-US" sz="1100" b="1" dirty="0">
                <a:solidFill>
                  <a:schemeClr val="bg1"/>
                </a:solidFill>
                <a:latin typeface="TheSans" panose="020B0503040302020203" pitchFamily="34" charset="-78"/>
                <a:ea typeface="Tahoma" panose="020B0604030504040204" pitchFamily="34" charset="0"/>
                <a:cs typeface="TheSans" panose="020B0503040302020203" pitchFamily="34" charset="-78"/>
              </a:endParaRPr>
            </a:p>
          </p:txBody>
        </p:sp>
        <p:pic>
          <p:nvPicPr>
            <p:cNvPr id="10" name="Picture 9">
              <a:extLst>
                <a:ext uri="{FF2B5EF4-FFF2-40B4-BE49-F238E27FC236}">
                  <a16:creationId xmlns:a16="http://schemas.microsoft.com/office/drawing/2014/main" id="{66B42AE3-5726-ABDB-CF8A-8D743145F0F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51064" y="6084605"/>
              <a:ext cx="763972" cy="763972"/>
            </a:xfrm>
            <a:prstGeom prst="rect">
              <a:avLst/>
            </a:prstGeom>
          </p:spPr>
        </p:pic>
        <p:sp>
          <p:nvSpPr>
            <p:cNvPr id="12" name="TextBox 11">
              <a:extLst>
                <a:ext uri="{FF2B5EF4-FFF2-40B4-BE49-F238E27FC236}">
                  <a16:creationId xmlns:a16="http://schemas.microsoft.com/office/drawing/2014/main" id="{16655FD2-6621-0AA4-3BA6-5A3F63712CDE}"/>
                </a:ext>
              </a:extLst>
            </p:cNvPr>
            <p:cNvSpPr txBox="1"/>
            <p:nvPr/>
          </p:nvSpPr>
          <p:spPr>
            <a:xfrm>
              <a:off x="10402638" y="6427679"/>
              <a:ext cx="1309705" cy="307777"/>
            </a:xfrm>
            <a:prstGeom prst="rect">
              <a:avLst/>
            </a:prstGeom>
            <a:noFill/>
          </p:spPr>
          <p:txBody>
            <a:bodyPr wrap="square" rtlCol="0">
              <a:spAutoFit/>
            </a:bodyPr>
            <a:lstStyle/>
            <a:p>
              <a:r>
                <a:rPr lang="en-US" sz="1400" dirty="0">
                  <a:solidFill>
                    <a:schemeClr val="bg1"/>
                  </a:solidFill>
                  <a:latin typeface="Bahnschrift Condensed" panose="020B0502040204020203" pitchFamily="34" charset="0"/>
                  <a:ea typeface="Monotype Koufi" pitchFamily="2" charset="-78"/>
                  <a:cs typeface="Monotype Koufi" pitchFamily="2" charset="-78"/>
                </a:rPr>
                <a:t>Contact Center</a:t>
              </a:r>
            </a:p>
          </p:txBody>
        </p:sp>
      </p:grpSp>
      <p:sp>
        <p:nvSpPr>
          <p:cNvPr id="13" name="TextBox 12">
            <a:extLst>
              <a:ext uri="{FF2B5EF4-FFF2-40B4-BE49-F238E27FC236}">
                <a16:creationId xmlns:a16="http://schemas.microsoft.com/office/drawing/2014/main" id="{4F2D116B-FCBE-60B9-81C5-DCA3B78F5E1A}"/>
              </a:ext>
            </a:extLst>
          </p:cNvPr>
          <p:cNvSpPr txBox="1"/>
          <p:nvPr/>
        </p:nvSpPr>
        <p:spPr>
          <a:xfrm>
            <a:off x="2539453" y="436473"/>
            <a:ext cx="6179645" cy="523220"/>
          </a:xfrm>
          <a:prstGeom prst="rect">
            <a:avLst/>
          </a:prstGeom>
          <a:noFill/>
        </p:spPr>
        <p:txBody>
          <a:bodyPr wrap="square" rtlCol="0">
            <a:spAutoFit/>
          </a:bodyPr>
          <a:lstStyle/>
          <a:p>
            <a:pPr algn="r" rtl="1"/>
            <a:r>
              <a:rPr lang="ar-LY" sz="2800" dirty="0">
                <a:ln w="0"/>
                <a:solidFill>
                  <a:schemeClr val="bg1"/>
                </a:solidFill>
                <a:effectLst>
                  <a:outerShdw blurRad="38100" dist="19050" dir="2700000" algn="tl" rotWithShape="0">
                    <a:schemeClr val="dk1">
                      <a:alpha val="40000"/>
                    </a:schemeClr>
                  </a:outerShdw>
                </a:effectLst>
                <a:latin typeface="Tajawal Medium" panose="00000600000000000000" pitchFamily="2" charset="-78"/>
                <a:cs typeface="Tajawal Medium" panose="00000600000000000000" pitchFamily="2" charset="-78"/>
              </a:rPr>
              <a:t>مؤشرات أداء مركز الاتصال </a:t>
            </a:r>
            <a:endParaRPr lang="en-US" sz="2800" dirty="0">
              <a:ln w="0"/>
              <a:solidFill>
                <a:schemeClr val="bg1"/>
              </a:solidFill>
              <a:effectLst>
                <a:outerShdw blurRad="38100" dist="19050" dir="2700000" algn="tl" rotWithShape="0">
                  <a:schemeClr val="dk1">
                    <a:alpha val="40000"/>
                  </a:schemeClr>
                </a:outerShdw>
              </a:effectLst>
              <a:latin typeface="Tajawal Medium" panose="00000600000000000000" pitchFamily="2" charset="-78"/>
              <a:cs typeface="Tajawal Medium" panose="00000600000000000000" pitchFamily="2" charset="-78"/>
            </a:endParaRPr>
          </a:p>
        </p:txBody>
      </p:sp>
      <p:grpSp>
        <p:nvGrpSpPr>
          <p:cNvPr id="14" name="Group 13">
            <a:extLst>
              <a:ext uri="{FF2B5EF4-FFF2-40B4-BE49-F238E27FC236}">
                <a16:creationId xmlns:a16="http://schemas.microsoft.com/office/drawing/2014/main" id="{8EF4376C-0145-E493-A4AC-783183A65C3E}"/>
              </a:ext>
            </a:extLst>
          </p:cNvPr>
          <p:cNvGrpSpPr/>
          <p:nvPr/>
        </p:nvGrpSpPr>
        <p:grpSpPr>
          <a:xfrm>
            <a:off x="741480" y="1440863"/>
            <a:ext cx="2498725" cy="990600"/>
            <a:chOff x="314324" y="1476871"/>
            <a:chExt cx="2498725" cy="990600"/>
          </a:xfrm>
          <a:effectLst>
            <a:outerShdw blurRad="50800" dist="38100" dir="2700000" algn="tl" rotWithShape="0">
              <a:prstClr val="black">
                <a:alpha val="40000"/>
              </a:prstClr>
            </a:outerShdw>
          </a:effectLst>
        </p:grpSpPr>
        <p:sp>
          <p:nvSpPr>
            <p:cNvPr id="16" name="Rectangle: Rounded Corners 15">
              <a:extLst>
                <a:ext uri="{FF2B5EF4-FFF2-40B4-BE49-F238E27FC236}">
                  <a16:creationId xmlns:a16="http://schemas.microsoft.com/office/drawing/2014/main" id="{41F9100C-2602-2740-29DD-E23D5264BDA2}"/>
                </a:ext>
              </a:extLst>
            </p:cNvPr>
            <p:cNvSpPr/>
            <p:nvPr/>
          </p:nvSpPr>
          <p:spPr>
            <a:xfrm>
              <a:off x="314324" y="1476871"/>
              <a:ext cx="2498725" cy="990600"/>
            </a:xfrm>
            <a:prstGeom prst="roundRect">
              <a:avLst/>
            </a:prstGeom>
            <a:solidFill>
              <a:srgbClr val="D1981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TextBox 16">
              <a:extLst>
                <a:ext uri="{FF2B5EF4-FFF2-40B4-BE49-F238E27FC236}">
                  <a16:creationId xmlns:a16="http://schemas.microsoft.com/office/drawing/2014/main" id="{AB09830A-0FAA-AAB7-1457-289AECA9071C}"/>
                </a:ext>
              </a:extLst>
            </p:cNvPr>
            <p:cNvSpPr txBox="1"/>
            <p:nvPr/>
          </p:nvSpPr>
          <p:spPr>
            <a:xfrm>
              <a:off x="442913" y="1476871"/>
              <a:ext cx="2135088" cy="369332"/>
            </a:xfrm>
            <a:prstGeom prst="rect">
              <a:avLst/>
            </a:prstGeom>
            <a:noFill/>
          </p:spPr>
          <p:txBody>
            <a:bodyPr wrap="square" rtlCol="0">
              <a:spAutoFit/>
            </a:bodyPr>
            <a:lstStyle/>
            <a:p>
              <a:r>
                <a:rPr lang="en-US" b="1" dirty="0">
                  <a:solidFill>
                    <a:schemeClr val="bg1"/>
                  </a:solidFill>
                </a:rPr>
                <a:t>Avg. Incoming Calls</a:t>
              </a:r>
            </a:p>
          </p:txBody>
        </p:sp>
        <p:sp>
          <p:nvSpPr>
            <p:cNvPr id="18" name="TextBox 17">
              <a:extLst>
                <a:ext uri="{FF2B5EF4-FFF2-40B4-BE49-F238E27FC236}">
                  <a16:creationId xmlns:a16="http://schemas.microsoft.com/office/drawing/2014/main" id="{FC72528B-28CD-790D-F06E-0372727AA121}"/>
                </a:ext>
              </a:extLst>
            </p:cNvPr>
            <p:cNvSpPr txBox="1"/>
            <p:nvPr/>
          </p:nvSpPr>
          <p:spPr>
            <a:xfrm>
              <a:off x="800100" y="1846203"/>
              <a:ext cx="1416050" cy="523220"/>
            </a:xfrm>
            <a:prstGeom prst="rect">
              <a:avLst/>
            </a:prstGeom>
            <a:noFill/>
          </p:spPr>
          <p:txBody>
            <a:bodyPr wrap="square" rtlCol="0">
              <a:spAutoFit/>
            </a:bodyPr>
            <a:lstStyle/>
            <a:p>
              <a:pPr algn="ctr"/>
              <a:r>
                <a:rPr lang="en-US" sz="2800" b="1" dirty="0">
                  <a:solidFill>
                    <a:schemeClr val="bg1"/>
                  </a:solidFill>
                </a:rPr>
                <a:t>15,709</a:t>
              </a:r>
              <a:endParaRPr lang="en-US" b="1" dirty="0">
                <a:solidFill>
                  <a:schemeClr val="bg1"/>
                </a:solidFill>
              </a:endParaRPr>
            </a:p>
          </p:txBody>
        </p:sp>
      </p:grpSp>
      <p:grpSp>
        <p:nvGrpSpPr>
          <p:cNvPr id="36" name="Group 35">
            <a:extLst>
              <a:ext uri="{FF2B5EF4-FFF2-40B4-BE49-F238E27FC236}">
                <a16:creationId xmlns:a16="http://schemas.microsoft.com/office/drawing/2014/main" id="{D9F58AD6-BE8D-585C-AD92-FCDA5DC8FAE3}"/>
              </a:ext>
            </a:extLst>
          </p:cNvPr>
          <p:cNvGrpSpPr/>
          <p:nvPr/>
        </p:nvGrpSpPr>
        <p:grpSpPr>
          <a:xfrm>
            <a:off x="5837467" y="1446634"/>
            <a:ext cx="2667878" cy="1342254"/>
            <a:chOff x="6024758" y="1476871"/>
            <a:chExt cx="2667878" cy="1342254"/>
          </a:xfrm>
          <a:effectLst>
            <a:outerShdw blurRad="50800" dist="38100" dir="2700000" algn="tl" rotWithShape="0">
              <a:prstClr val="black">
                <a:alpha val="40000"/>
              </a:prstClr>
            </a:outerShdw>
          </a:effectLst>
        </p:grpSpPr>
        <p:grpSp>
          <p:nvGrpSpPr>
            <p:cNvPr id="37" name="Group 36">
              <a:extLst>
                <a:ext uri="{FF2B5EF4-FFF2-40B4-BE49-F238E27FC236}">
                  <a16:creationId xmlns:a16="http://schemas.microsoft.com/office/drawing/2014/main" id="{929E4524-ED4D-B2C0-716B-E9F2E89BBDE2}"/>
                </a:ext>
              </a:extLst>
            </p:cNvPr>
            <p:cNvGrpSpPr/>
            <p:nvPr/>
          </p:nvGrpSpPr>
          <p:grpSpPr>
            <a:xfrm>
              <a:off x="6157349" y="1476871"/>
              <a:ext cx="2535287" cy="1342254"/>
              <a:chOff x="5499099" y="1476871"/>
              <a:chExt cx="2535287" cy="1342254"/>
            </a:xfrm>
          </p:grpSpPr>
          <p:sp>
            <p:nvSpPr>
              <p:cNvPr id="39" name="Rectangle: Rounded Corners 38">
                <a:extLst>
                  <a:ext uri="{FF2B5EF4-FFF2-40B4-BE49-F238E27FC236}">
                    <a16:creationId xmlns:a16="http://schemas.microsoft.com/office/drawing/2014/main" id="{68A876DC-327F-9AB9-16FC-528DBE21F641}"/>
                  </a:ext>
                </a:extLst>
              </p:cNvPr>
              <p:cNvSpPr/>
              <p:nvPr/>
            </p:nvSpPr>
            <p:spPr>
              <a:xfrm>
                <a:off x="5499099" y="1476871"/>
                <a:ext cx="2535287" cy="990600"/>
              </a:xfrm>
              <a:prstGeom prst="roundRect">
                <a:avLst/>
              </a:prstGeom>
              <a:solidFill>
                <a:srgbClr val="D32BA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TextBox 39">
                <a:extLst>
                  <a:ext uri="{FF2B5EF4-FFF2-40B4-BE49-F238E27FC236}">
                    <a16:creationId xmlns:a16="http://schemas.microsoft.com/office/drawing/2014/main" id="{FEEC0410-A81A-CEC1-83A4-ECD1C8EAABFA}"/>
                  </a:ext>
                </a:extLst>
              </p:cNvPr>
              <p:cNvSpPr txBox="1"/>
              <p:nvPr/>
            </p:nvSpPr>
            <p:spPr>
              <a:xfrm>
                <a:off x="5747847" y="1476871"/>
                <a:ext cx="2263676" cy="369332"/>
              </a:xfrm>
              <a:prstGeom prst="rect">
                <a:avLst/>
              </a:prstGeom>
              <a:noFill/>
            </p:spPr>
            <p:txBody>
              <a:bodyPr wrap="square" rtlCol="0">
                <a:spAutoFit/>
              </a:bodyPr>
              <a:lstStyle/>
              <a:p>
                <a:r>
                  <a:rPr lang="en-US" b="1" dirty="0">
                    <a:solidFill>
                      <a:schemeClr val="bg1"/>
                    </a:solidFill>
                  </a:rPr>
                  <a:t>Abandoned Calls</a:t>
                </a:r>
              </a:p>
            </p:txBody>
          </p:sp>
          <p:sp>
            <p:nvSpPr>
              <p:cNvPr id="41" name="TextBox 40">
                <a:extLst>
                  <a:ext uri="{FF2B5EF4-FFF2-40B4-BE49-F238E27FC236}">
                    <a16:creationId xmlns:a16="http://schemas.microsoft.com/office/drawing/2014/main" id="{017F5590-A62A-7D8B-17FD-FA4336618E4A}"/>
                  </a:ext>
                </a:extLst>
              </p:cNvPr>
              <p:cNvSpPr txBox="1"/>
              <p:nvPr/>
            </p:nvSpPr>
            <p:spPr>
              <a:xfrm>
                <a:off x="7057484" y="1831415"/>
                <a:ext cx="976902" cy="461665"/>
              </a:xfrm>
              <a:prstGeom prst="rect">
                <a:avLst/>
              </a:prstGeom>
              <a:noFill/>
            </p:spPr>
            <p:txBody>
              <a:bodyPr wrap="square" rtlCol="0">
                <a:spAutoFit/>
              </a:bodyPr>
              <a:lstStyle/>
              <a:p>
                <a:pPr algn="ctr"/>
                <a:r>
                  <a:rPr lang="en-US" sz="2400" b="1" dirty="0">
                    <a:solidFill>
                      <a:schemeClr val="bg1"/>
                    </a:solidFill>
                  </a:rPr>
                  <a:t>27%</a:t>
                </a:r>
                <a:endParaRPr lang="en-US" sz="1600" b="1" dirty="0">
                  <a:solidFill>
                    <a:schemeClr val="bg1"/>
                  </a:solidFill>
                </a:endParaRPr>
              </a:p>
            </p:txBody>
          </p:sp>
          <p:sp>
            <p:nvSpPr>
              <p:cNvPr id="52" name="TextBox 51">
                <a:extLst>
                  <a:ext uri="{FF2B5EF4-FFF2-40B4-BE49-F238E27FC236}">
                    <a16:creationId xmlns:a16="http://schemas.microsoft.com/office/drawing/2014/main" id="{B140594D-9B72-0976-F8F1-878E96C5F9F0}"/>
                  </a:ext>
                </a:extLst>
              </p:cNvPr>
              <p:cNvSpPr txBox="1"/>
              <p:nvPr/>
            </p:nvSpPr>
            <p:spPr>
              <a:xfrm>
                <a:off x="6972965" y="1807995"/>
                <a:ext cx="484138" cy="523220"/>
              </a:xfrm>
              <a:prstGeom prst="rect">
                <a:avLst/>
              </a:prstGeom>
              <a:noFill/>
            </p:spPr>
            <p:txBody>
              <a:bodyPr wrap="square" rtlCol="0">
                <a:spAutoFit/>
              </a:bodyPr>
              <a:lstStyle/>
              <a:p>
                <a:r>
                  <a:rPr lang="en-US" sz="2800" dirty="0">
                    <a:solidFill>
                      <a:schemeClr val="bg1"/>
                    </a:solidFill>
                  </a:rPr>
                  <a:t>/</a:t>
                </a:r>
              </a:p>
            </p:txBody>
          </p:sp>
          <p:sp>
            <p:nvSpPr>
              <p:cNvPr id="56" name="TextBox 55">
                <a:extLst>
                  <a:ext uri="{FF2B5EF4-FFF2-40B4-BE49-F238E27FC236}">
                    <a16:creationId xmlns:a16="http://schemas.microsoft.com/office/drawing/2014/main" id="{3C35A2AB-77E4-2E0B-C551-57EF2C34774A}"/>
                  </a:ext>
                </a:extLst>
              </p:cNvPr>
              <p:cNvSpPr txBox="1"/>
              <p:nvPr/>
            </p:nvSpPr>
            <p:spPr>
              <a:xfrm>
                <a:off x="6272016" y="2511348"/>
                <a:ext cx="1453747" cy="307777"/>
              </a:xfrm>
              <a:prstGeom prst="rect">
                <a:avLst/>
              </a:prstGeom>
              <a:noFill/>
            </p:spPr>
            <p:txBody>
              <a:bodyPr wrap="square" rtlCol="0">
                <a:spAutoFit/>
              </a:bodyPr>
              <a:lstStyle/>
              <a:p>
                <a:r>
                  <a:rPr lang="ar-LY" sz="1400" dirty="0">
                    <a:solidFill>
                      <a:schemeClr val="bg1"/>
                    </a:solidFill>
                  </a:rPr>
                  <a:t>المستهدف 5%</a:t>
                </a:r>
                <a:endParaRPr lang="en-US" sz="1400" dirty="0">
                  <a:solidFill>
                    <a:schemeClr val="bg1"/>
                  </a:solidFill>
                </a:endParaRPr>
              </a:p>
            </p:txBody>
          </p:sp>
        </p:grpSp>
        <p:sp>
          <p:nvSpPr>
            <p:cNvPr id="38" name="TextBox 37">
              <a:extLst>
                <a:ext uri="{FF2B5EF4-FFF2-40B4-BE49-F238E27FC236}">
                  <a16:creationId xmlns:a16="http://schemas.microsoft.com/office/drawing/2014/main" id="{C5321754-E1A3-CDD7-750D-B9EA74E3278A}"/>
                </a:ext>
              </a:extLst>
            </p:cNvPr>
            <p:cNvSpPr txBox="1"/>
            <p:nvPr/>
          </p:nvSpPr>
          <p:spPr>
            <a:xfrm>
              <a:off x="6024758" y="1779841"/>
              <a:ext cx="1299425" cy="523220"/>
            </a:xfrm>
            <a:prstGeom prst="rect">
              <a:avLst/>
            </a:prstGeom>
            <a:noFill/>
          </p:spPr>
          <p:txBody>
            <a:bodyPr wrap="square" rtlCol="0">
              <a:spAutoFit/>
            </a:bodyPr>
            <a:lstStyle/>
            <a:p>
              <a:pPr algn="ctr"/>
              <a:r>
                <a:rPr lang="en-US" sz="2800" b="1" dirty="0">
                  <a:solidFill>
                    <a:schemeClr val="bg1"/>
                  </a:solidFill>
                </a:rPr>
                <a:t>2,553</a:t>
              </a:r>
              <a:endParaRPr lang="en-US" b="1" dirty="0">
                <a:solidFill>
                  <a:schemeClr val="bg1"/>
                </a:solidFill>
              </a:endParaRPr>
            </a:p>
          </p:txBody>
        </p:sp>
      </p:grpSp>
      <p:grpSp>
        <p:nvGrpSpPr>
          <p:cNvPr id="57" name="Group 56">
            <a:extLst>
              <a:ext uri="{FF2B5EF4-FFF2-40B4-BE49-F238E27FC236}">
                <a16:creationId xmlns:a16="http://schemas.microsoft.com/office/drawing/2014/main" id="{A5F82A07-D42B-6D1D-BA2A-19B90960B337}"/>
              </a:ext>
            </a:extLst>
          </p:cNvPr>
          <p:cNvGrpSpPr/>
          <p:nvPr/>
        </p:nvGrpSpPr>
        <p:grpSpPr>
          <a:xfrm>
            <a:off x="3397798" y="1446594"/>
            <a:ext cx="2498726" cy="1298377"/>
            <a:chOff x="2920999" y="1476871"/>
            <a:chExt cx="2498726" cy="1298377"/>
          </a:xfrm>
          <a:effectLst>
            <a:outerShdw blurRad="50800" dist="38100" dir="2700000" algn="tl" rotWithShape="0">
              <a:prstClr val="black">
                <a:alpha val="40000"/>
              </a:prstClr>
            </a:outerShdw>
          </a:effectLst>
        </p:grpSpPr>
        <p:sp>
          <p:nvSpPr>
            <p:cNvPr id="58" name="Rectangle: Rounded Corners 57">
              <a:extLst>
                <a:ext uri="{FF2B5EF4-FFF2-40B4-BE49-F238E27FC236}">
                  <a16:creationId xmlns:a16="http://schemas.microsoft.com/office/drawing/2014/main" id="{C68C262F-96DB-5327-7D99-F9CC1443F237}"/>
                </a:ext>
              </a:extLst>
            </p:cNvPr>
            <p:cNvSpPr/>
            <p:nvPr/>
          </p:nvSpPr>
          <p:spPr>
            <a:xfrm>
              <a:off x="2920999" y="1476871"/>
              <a:ext cx="2470993" cy="990600"/>
            </a:xfrm>
            <a:prstGeom prst="roundRect">
              <a:avLst/>
            </a:prstGeom>
            <a:solidFill>
              <a:srgbClr val="5D0C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9" name="TextBox 58">
              <a:extLst>
                <a:ext uri="{FF2B5EF4-FFF2-40B4-BE49-F238E27FC236}">
                  <a16:creationId xmlns:a16="http://schemas.microsoft.com/office/drawing/2014/main" id="{7726EB31-08AB-4E3B-84D4-841B89E043AF}"/>
                </a:ext>
              </a:extLst>
            </p:cNvPr>
            <p:cNvSpPr txBox="1"/>
            <p:nvPr/>
          </p:nvSpPr>
          <p:spPr>
            <a:xfrm>
              <a:off x="3284637" y="1482047"/>
              <a:ext cx="2135088" cy="369332"/>
            </a:xfrm>
            <a:prstGeom prst="rect">
              <a:avLst/>
            </a:prstGeom>
            <a:noFill/>
          </p:spPr>
          <p:txBody>
            <a:bodyPr wrap="square" rtlCol="0">
              <a:spAutoFit/>
            </a:bodyPr>
            <a:lstStyle/>
            <a:p>
              <a:r>
                <a:rPr lang="en-US" b="1" dirty="0">
                  <a:solidFill>
                    <a:schemeClr val="bg1"/>
                  </a:solidFill>
                </a:rPr>
                <a:t>Handled Calls</a:t>
              </a:r>
            </a:p>
          </p:txBody>
        </p:sp>
        <p:sp>
          <p:nvSpPr>
            <p:cNvPr id="60" name="TextBox 59">
              <a:extLst>
                <a:ext uri="{FF2B5EF4-FFF2-40B4-BE49-F238E27FC236}">
                  <a16:creationId xmlns:a16="http://schemas.microsoft.com/office/drawing/2014/main" id="{39D12666-AAE7-971D-0D06-CE45D48DC948}"/>
                </a:ext>
              </a:extLst>
            </p:cNvPr>
            <p:cNvSpPr txBox="1"/>
            <p:nvPr/>
          </p:nvSpPr>
          <p:spPr>
            <a:xfrm>
              <a:off x="2921000" y="1769860"/>
              <a:ext cx="1022350" cy="523220"/>
            </a:xfrm>
            <a:prstGeom prst="rect">
              <a:avLst/>
            </a:prstGeom>
            <a:noFill/>
          </p:spPr>
          <p:txBody>
            <a:bodyPr wrap="square" rtlCol="0">
              <a:spAutoFit/>
            </a:bodyPr>
            <a:lstStyle/>
            <a:p>
              <a:pPr algn="ctr"/>
              <a:r>
                <a:rPr lang="en-US" sz="2800" b="1" dirty="0">
                  <a:solidFill>
                    <a:schemeClr val="bg1"/>
                  </a:solidFill>
                </a:rPr>
                <a:t>6,867</a:t>
              </a:r>
            </a:p>
          </p:txBody>
        </p:sp>
        <p:sp>
          <p:nvSpPr>
            <p:cNvPr id="61" name="TextBox 60">
              <a:extLst>
                <a:ext uri="{FF2B5EF4-FFF2-40B4-BE49-F238E27FC236}">
                  <a16:creationId xmlns:a16="http://schemas.microsoft.com/office/drawing/2014/main" id="{E6763C1D-80A8-528A-F621-76BA5A715800}"/>
                </a:ext>
              </a:extLst>
            </p:cNvPr>
            <p:cNvSpPr txBox="1"/>
            <p:nvPr/>
          </p:nvSpPr>
          <p:spPr>
            <a:xfrm>
              <a:off x="3605678" y="2083408"/>
              <a:ext cx="974244" cy="276999"/>
            </a:xfrm>
            <a:prstGeom prst="rect">
              <a:avLst/>
            </a:prstGeom>
            <a:noFill/>
          </p:spPr>
          <p:txBody>
            <a:bodyPr wrap="square" rtlCol="0">
              <a:spAutoFit/>
            </a:bodyPr>
            <a:lstStyle/>
            <a:p>
              <a:pPr algn="ctr"/>
              <a:r>
                <a:rPr lang="en-US" sz="1200" dirty="0">
                  <a:solidFill>
                    <a:schemeClr val="bg1"/>
                  </a:solidFill>
                </a:rPr>
                <a:t>Avg / day</a:t>
              </a:r>
              <a:endParaRPr lang="en-US" sz="1050" dirty="0">
                <a:solidFill>
                  <a:schemeClr val="bg1"/>
                </a:solidFill>
              </a:endParaRPr>
            </a:p>
          </p:txBody>
        </p:sp>
        <p:sp>
          <p:nvSpPr>
            <p:cNvPr id="62" name="TextBox 61">
              <a:extLst>
                <a:ext uri="{FF2B5EF4-FFF2-40B4-BE49-F238E27FC236}">
                  <a16:creationId xmlns:a16="http://schemas.microsoft.com/office/drawing/2014/main" id="{D6500021-772C-439A-64C5-41BE1FA7CDDF}"/>
                </a:ext>
              </a:extLst>
            </p:cNvPr>
            <p:cNvSpPr txBox="1"/>
            <p:nvPr/>
          </p:nvSpPr>
          <p:spPr>
            <a:xfrm>
              <a:off x="4343992" y="1791394"/>
              <a:ext cx="484138" cy="523220"/>
            </a:xfrm>
            <a:prstGeom prst="rect">
              <a:avLst/>
            </a:prstGeom>
            <a:noFill/>
          </p:spPr>
          <p:txBody>
            <a:bodyPr wrap="square" rtlCol="0">
              <a:spAutoFit/>
            </a:bodyPr>
            <a:lstStyle/>
            <a:p>
              <a:r>
                <a:rPr lang="en-US" sz="2800" dirty="0">
                  <a:solidFill>
                    <a:schemeClr val="bg1"/>
                  </a:solidFill>
                </a:rPr>
                <a:t>/</a:t>
              </a:r>
            </a:p>
          </p:txBody>
        </p:sp>
        <p:sp>
          <p:nvSpPr>
            <p:cNvPr id="63" name="TextBox 62">
              <a:extLst>
                <a:ext uri="{FF2B5EF4-FFF2-40B4-BE49-F238E27FC236}">
                  <a16:creationId xmlns:a16="http://schemas.microsoft.com/office/drawing/2014/main" id="{03EAC09E-665B-1D1B-6677-E9C24276EC01}"/>
                </a:ext>
              </a:extLst>
            </p:cNvPr>
            <p:cNvSpPr txBox="1"/>
            <p:nvPr/>
          </p:nvSpPr>
          <p:spPr>
            <a:xfrm>
              <a:off x="4479696" y="1841396"/>
              <a:ext cx="857313" cy="461665"/>
            </a:xfrm>
            <a:prstGeom prst="rect">
              <a:avLst/>
            </a:prstGeom>
            <a:noFill/>
          </p:spPr>
          <p:txBody>
            <a:bodyPr wrap="square" rtlCol="0">
              <a:spAutoFit/>
            </a:bodyPr>
            <a:lstStyle/>
            <a:p>
              <a:pPr algn="ctr"/>
              <a:r>
                <a:rPr lang="en-US" sz="2400" b="1" dirty="0">
                  <a:solidFill>
                    <a:schemeClr val="bg1"/>
                  </a:solidFill>
                </a:rPr>
                <a:t>73%</a:t>
              </a:r>
              <a:endParaRPr lang="en-US" sz="1600" b="1" dirty="0">
                <a:solidFill>
                  <a:schemeClr val="bg1"/>
                </a:solidFill>
              </a:endParaRPr>
            </a:p>
          </p:txBody>
        </p:sp>
        <p:sp>
          <p:nvSpPr>
            <p:cNvPr id="64" name="TextBox 63">
              <a:extLst>
                <a:ext uri="{FF2B5EF4-FFF2-40B4-BE49-F238E27FC236}">
                  <a16:creationId xmlns:a16="http://schemas.microsoft.com/office/drawing/2014/main" id="{4B6A2B9F-1326-668C-FE56-D1B59B81E22C}"/>
                </a:ext>
              </a:extLst>
            </p:cNvPr>
            <p:cNvSpPr txBox="1"/>
            <p:nvPr/>
          </p:nvSpPr>
          <p:spPr>
            <a:xfrm>
              <a:off x="3496543" y="2467471"/>
              <a:ext cx="1453747" cy="307777"/>
            </a:xfrm>
            <a:prstGeom prst="rect">
              <a:avLst/>
            </a:prstGeom>
            <a:noFill/>
          </p:spPr>
          <p:txBody>
            <a:bodyPr wrap="square" rtlCol="0">
              <a:spAutoFit/>
            </a:bodyPr>
            <a:lstStyle/>
            <a:p>
              <a:r>
                <a:rPr lang="ar-LY" sz="1400" dirty="0">
                  <a:solidFill>
                    <a:schemeClr val="bg1"/>
                  </a:solidFill>
                </a:rPr>
                <a:t>المستهدف 95%</a:t>
              </a:r>
              <a:endParaRPr lang="en-US" sz="1400" dirty="0">
                <a:solidFill>
                  <a:schemeClr val="bg1"/>
                </a:solidFill>
              </a:endParaRPr>
            </a:p>
          </p:txBody>
        </p:sp>
      </p:grpSp>
      <p:grpSp>
        <p:nvGrpSpPr>
          <p:cNvPr id="65" name="Group 64">
            <a:extLst>
              <a:ext uri="{FF2B5EF4-FFF2-40B4-BE49-F238E27FC236}">
                <a16:creationId xmlns:a16="http://schemas.microsoft.com/office/drawing/2014/main" id="{5C69C952-86FB-7357-0702-F92F9ED00D76}"/>
              </a:ext>
            </a:extLst>
          </p:cNvPr>
          <p:cNvGrpSpPr/>
          <p:nvPr/>
        </p:nvGrpSpPr>
        <p:grpSpPr>
          <a:xfrm>
            <a:off x="8643583" y="1446594"/>
            <a:ext cx="2492557" cy="1321542"/>
            <a:chOff x="9115424" y="1476871"/>
            <a:chExt cx="2492557" cy="1321542"/>
          </a:xfrm>
          <a:effectLst>
            <a:outerShdw blurRad="50800" dist="38100" dir="2700000" algn="tl" rotWithShape="0">
              <a:prstClr val="black">
                <a:alpha val="40000"/>
              </a:prstClr>
            </a:outerShdw>
          </a:effectLst>
        </p:grpSpPr>
        <p:sp>
          <p:nvSpPr>
            <p:cNvPr id="66" name="Rectangle: Rounded Corners 65">
              <a:extLst>
                <a:ext uri="{FF2B5EF4-FFF2-40B4-BE49-F238E27FC236}">
                  <a16:creationId xmlns:a16="http://schemas.microsoft.com/office/drawing/2014/main" id="{50CAB69F-15B6-3E7D-C0AE-906E2CD38922}"/>
                </a:ext>
              </a:extLst>
            </p:cNvPr>
            <p:cNvSpPr/>
            <p:nvPr/>
          </p:nvSpPr>
          <p:spPr>
            <a:xfrm>
              <a:off x="9115424" y="1476871"/>
              <a:ext cx="2492557" cy="990600"/>
            </a:xfrm>
            <a:prstGeom prst="roundRect">
              <a:avLst/>
            </a:prstGeom>
            <a:solidFill>
              <a:srgbClr val="3244E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TextBox 66">
              <a:extLst>
                <a:ext uri="{FF2B5EF4-FFF2-40B4-BE49-F238E27FC236}">
                  <a16:creationId xmlns:a16="http://schemas.microsoft.com/office/drawing/2014/main" id="{1420B613-463E-6A85-4599-BFE1B38EBD58}"/>
                </a:ext>
              </a:extLst>
            </p:cNvPr>
            <p:cNvSpPr txBox="1"/>
            <p:nvPr/>
          </p:nvSpPr>
          <p:spPr>
            <a:xfrm>
              <a:off x="9179719" y="1528589"/>
              <a:ext cx="2326482" cy="369332"/>
            </a:xfrm>
            <a:prstGeom prst="rect">
              <a:avLst/>
            </a:prstGeom>
            <a:noFill/>
          </p:spPr>
          <p:txBody>
            <a:bodyPr wrap="square" rtlCol="0">
              <a:spAutoFit/>
            </a:bodyPr>
            <a:lstStyle/>
            <a:p>
              <a:r>
                <a:rPr lang="en-US" b="1" dirty="0">
                  <a:solidFill>
                    <a:schemeClr val="bg1"/>
                  </a:solidFill>
                </a:rPr>
                <a:t>Avg. Speed of Answer</a:t>
              </a:r>
            </a:p>
          </p:txBody>
        </p:sp>
        <p:sp>
          <p:nvSpPr>
            <p:cNvPr id="68" name="TextBox 67">
              <a:extLst>
                <a:ext uri="{FF2B5EF4-FFF2-40B4-BE49-F238E27FC236}">
                  <a16:creationId xmlns:a16="http://schemas.microsoft.com/office/drawing/2014/main" id="{49D5F151-39F6-6A6B-FCF9-6C23EAC87DB7}"/>
                </a:ext>
              </a:extLst>
            </p:cNvPr>
            <p:cNvSpPr txBox="1"/>
            <p:nvPr/>
          </p:nvSpPr>
          <p:spPr>
            <a:xfrm>
              <a:off x="9603532" y="1921086"/>
              <a:ext cx="1416050" cy="523220"/>
            </a:xfrm>
            <a:prstGeom prst="rect">
              <a:avLst/>
            </a:prstGeom>
            <a:noFill/>
          </p:spPr>
          <p:txBody>
            <a:bodyPr wrap="square" rtlCol="0">
              <a:spAutoFit/>
            </a:bodyPr>
            <a:lstStyle/>
            <a:p>
              <a:pPr algn="ctr"/>
              <a:r>
                <a:rPr lang="en-US" sz="2800" b="1" dirty="0">
                  <a:solidFill>
                    <a:schemeClr val="bg1"/>
                  </a:solidFill>
                </a:rPr>
                <a:t>55.2</a:t>
              </a:r>
              <a:endParaRPr lang="en-US" b="1" dirty="0">
                <a:solidFill>
                  <a:schemeClr val="bg1"/>
                </a:solidFill>
              </a:endParaRPr>
            </a:p>
          </p:txBody>
        </p:sp>
        <p:sp>
          <p:nvSpPr>
            <p:cNvPr id="69" name="TextBox 68">
              <a:extLst>
                <a:ext uri="{FF2B5EF4-FFF2-40B4-BE49-F238E27FC236}">
                  <a16:creationId xmlns:a16="http://schemas.microsoft.com/office/drawing/2014/main" id="{17BCE739-45A0-D355-FC01-1608B84B436B}"/>
                </a:ext>
              </a:extLst>
            </p:cNvPr>
            <p:cNvSpPr txBox="1"/>
            <p:nvPr/>
          </p:nvSpPr>
          <p:spPr>
            <a:xfrm>
              <a:off x="10550436" y="2047906"/>
              <a:ext cx="690661" cy="369332"/>
            </a:xfrm>
            <a:prstGeom prst="rect">
              <a:avLst/>
            </a:prstGeom>
            <a:noFill/>
          </p:spPr>
          <p:txBody>
            <a:bodyPr wrap="square" rtlCol="0">
              <a:spAutoFit/>
            </a:bodyPr>
            <a:lstStyle/>
            <a:p>
              <a:pPr algn="ctr"/>
              <a:r>
                <a:rPr lang="en-US" dirty="0">
                  <a:solidFill>
                    <a:schemeClr val="bg1"/>
                  </a:solidFill>
                </a:rPr>
                <a:t>Sec</a:t>
              </a:r>
              <a:endParaRPr lang="en-US" sz="1400" dirty="0">
                <a:solidFill>
                  <a:schemeClr val="bg1"/>
                </a:solidFill>
              </a:endParaRPr>
            </a:p>
          </p:txBody>
        </p:sp>
        <p:sp>
          <p:nvSpPr>
            <p:cNvPr id="70" name="TextBox 69">
              <a:extLst>
                <a:ext uri="{FF2B5EF4-FFF2-40B4-BE49-F238E27FC236}">
                  <a16:creationId xmlns:a16="http://schemas.microsoft.com/office/drawing/2014/main" id="{6561B816-264F-099C-4646-46328CE31E55}"/>
                </a:ext>
              </a:extLst>
            </p:cNvPr>
            <p:cNvSpPr txBox="1"/>
            <p:nvPr/>
          </p:nvSpPr>
          <p:spPr>
            <a:xfrm>
              <a:off x="9433675" y="2490636"/>
              <a:ext cx="1914234" cy="307777"/>
            </a:xfrm>
            <a:prstGeom prst="rect">
              <a:avLst/>
            </a:prstGeom>
            <a:noFill/>
          </p:spPr>
          <p:txBody>
            <a:bodyPr wrap="square" rtlCol="0">
              <a:spAutoFit/>
            </a:bodyPr>
            <a:lstStyle/>
            <a:p>
              <a:pPr algn="r" rtl="1"/>
              <a:r>
                <a:rPr lang="ar-LY" sz="1400" dirty="0">
                  <a:solidFill>
                    <a:schemeClr val="bg1"/>
                  </a:solidFill>
                </a:rPr>
                <a:t>المستهدف لا يتجاوز 28 </a:t>
              </a:r>
              <a:r>
                <a:rPr lang="en-US" sz="1400" dirty="0">
                  <a:solidFill>
                    <a:schemeClr val="bg1"/>
                  </a:solidFill>
                </a:rPr>
                <a:t>sec</a:t>
              </a:r>
            </a:p>
          </p:txBody>
        </p:sp>
      </p:grpSp>
      <p:sp>
        <p:nvSpPr>
          <p:cNvPr id="71" name="TextBox 70">
            <a:extLst>
              <a:ext uri="{FF2B5EF4-FFF2-40B4-BE49-F238E27FC236}">
                <a16:creationId xmlns:a16="http://schemas.microsoft.com/office/drawing/2014/main" id="{6B83630C-137A-6616-DFDC-3E464CFD570A}"/>
              </a:ext>
            </a:extLst>
          </p:cNvPr>
          <p:cNvSpPr txBox="1"/>
          <p:nvPr/>
        </p:nvSpPr>
        <p:spPr>
          <a:xfrm>
            <a:off x="9206359" y="3847850"/>
            <a:ext cx="2109641" cy="738664"/>
          </a:xfrm>
          <a:prstGeom prst="rect">
            <a:avLst/>
          </a:prstGeom>
          <a:noFill/>
        </p:spPr>
        <p:txBody>
          <a:bodyPr wrap="square" rtlCol="0">
            <a:spAutoFit/>
          </a:bodyPr>
          <a:lstStyle/>
          <a:p>
            <a:pPr algn="r" rtl="1"/>
            <a:r>
              <a:rPr lang="ar-LY" sz="1400" dirty="0">
                <a:latin typeface="Tajawal Medium" panose="00000600000000000000" pitchFamily="2" charset="-78"/>
                <a:cs typeface="Tajawal Medium" panose="00000600000000000000" pitchFamily="2" charset="-78"/>
              </a:rPr>
              <a:t>مكالمات تم الرد عليها خلال أقل من 20 ثانية والمستهدف الوصول اليه 85%</a:t>
            </a:r>
            <a:endParaRPr lang="en-US" sz="1400" dirty="0">
              <a:latin typeface="Tajawal Medium" panose="00000600000000000000" pitchFamily="2" charset="-78"/>
              <a:cs typeface="Tajawal Medium" panose="00000600000000000000" pitchFamily="2" charset="-78"/>
            </a:endParaRPr>
          </a:p>
        </p:txBody>
      </p:sp>
      <p:sp>
        <p:nvSpPr>
          <p:cNvPr id="72" name="TextBox 71">
            <a:extLst>
              <a:ext uri="{FF2B5EF4-FFF2-40B4-BE49-F238E27FC236}">
                <a16:creationId xmlns:a16="http://schemas.microsoft.com/office/drawing/2014/main" id="{ADDC8C9C-DA4B-C9A5-958E-62150D5E8E63}"/>
              </a:ext>
            </a:extLst>
          </p:cNvPr>
          <p:cNvSpPr txBox="1"/>
          <p:nvPr/>
        </p:nvSpPr>
        <p:spPr>
          <a:xfrm>
            <a:off x="10078595" y="3212740"/>
            <a:ext cx="914400" cy="584775"/>
          </a:xfrm>
          <a:prstGeom prst="rect">
            <a:avLst/>
          </a:prstGeom>
          <a:noFill/>
        </p:spPr>
        <p:txBody>
          <a:bodyPr wrap="square" rtlCol="0">
            <a:spAutoFit/>
          </a:bodyPr>
          <a:lstStyle/>
          <a:p>
            <a:r>
              <a:rPr lang="en-US" sz="3200" b="1" dirty="0">
                <a:solidFill>
                  <a:srgbClr val="167C33"/>
                </a:solidFill>
              </a:rPr>
              <a:t>53%</a:t>
            </a:r>
          </a:p>
        </p:txBody>
      </p:sp>
      <p:cxnSp>
        <p:nvCxnSpPr>
          <p:cNvPr id="73" name="Straight Connector 72">
            <a:extLst>
              <a:ext uri="{FF2B5EF4-FFF2-40B4-BE49-F238E27FC236}">
                <a16:creationId xmlns:a16="http://schemas.microsoft.com/office/drawing/2014/main" id="{3C4D1B95-F30D-1AFB-9DAF-7D7327CE2532}"/>
              </a:ext>
            </a:extLst>
          </p:cNvPr>
          <p:cNvCxnSpPr/>
          <p:nvPr/>
        </p:nvCxnSpPr>
        <p:spPr>
          <a:xfrm flipH="1">
            <a:off x="780588" y="2935914"/>
            <a:ext cx="10440000" cy="0"/>
          </a:xfrm>
          <a:prstGeom prst="line">
            <a:avLst/>
          </a:prstGeom>
          <a:ln w="285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74" name="TextBox 73">
            <a:extLst>
              <a:ext uri="{FF2B5EF4-FFF2-40B4-BE49-F238E27FC236}">
                <a16:creationId xmlns:a16="http://schemas.microsoft.com/office/drawing/2014/main" id="{9BEBD775-7566-EE1B-BCAD-C67DB5D58AD3}"/>
              </a:ext>
            </a:extLst>
          </p:cNvPr>
          <p:cNvSpPr txBox="1"/>
          <p:nvPr/>
        </p:nvSpPr>
        <p:spPr>
          <a:xfrm>
            <a:off x="2731464" y="5674180"/>
            <a:ext cx="3444859" cy="369332"/>
          </a:xfrm>
          <a:prstGeom prst="rect">
            <a:avLst/>
          </a:prstGeom>
          <a:noFill/>
        </p:spPr>
        <p:txBody>
          <a:bodyPr wrap="square" rtlCol="0">
            <a:spAutoFit/>
          </a:bodyPr>
          <a:lstStyle/>
          <a:p>
            <a:pPr algn="r" rtl="1"/>
            <a:r>
              <a:rPr lang="ar-LY" dirty="0">
                <a:latin typeface="Tajawal Medium" panose="00000600000000000000" pitchFamily="2" charset="-78"/>
                <a:cs typeface="Tajawal Medium" panose="00000600000000000000" pitchFamily="2" charset="-78"/>
              </a:rPr>
              <a:t>معدل الشكاوي التي تم حلها من اول اتصال</a:t>
            </a:r>
            <a:endParaRPr lang="en-US" dirty="0">
              <a:latin typeface="Tajawal Medium" panose="00000600000000000000" pitchFamily="2" charset="-78"/>
              <a:cs typeface="Tajawal Medium" panose="00000600000000000000" pitchFamily="2" charset="-78"/>
            </a:endParaRPr>
          </a:p>
        </p:txBody>
      </p:sp>
      <p:graphicFrame>
        <p:nvGraphicFramePr>
          <p:cNvPr id="75" name="Chart 74">
            <a:extLst>
              <a:ext uri="{FF2B5EF4-FFF2-40B4-BE49-F238E27FC236}">
                <a16:creationId xmlns:a16="http://schemas.microsoft.com/office/drawing/2014/main" id="{AAF96C33-DC3A-CA13-710F-AE0213B1DAEE}"/>
              </a:ext>
            </a:extLst>
          </p:cNvPr>
          <p:cNvGraphicFramePr>
            <a:graphicFrameLocks/>
          </p:cNvGraphicFramePr>
          <p:nvPr>
            <p:extLst>
              <p:ext uri="{D42A27DB-BD31-4B8C-83A1-F6EECF244321}">
                <p14:modId xmlns:p14="http://schemas.microsoft.com/office/powerpoint/2010/main" val="218857743"/>
              </p:ext>
            </p:extLst>
          </p:nvPr>
        </p:nvGraphicFramePr>
        <p:xfrm>
          <a:off x="513444" y="3139839"/>
          <a:ext cx="6045755" cy="2534341"/>
        </p:xfrm>
        <a:graphic>
          <a:graphicData uri="http://schemas.openxmlformats.org/drawingml/2006/chart">
            <c:chart xmlns:c="http://schemas.openxmlformats.org/drawingml/2006/chart" xmlns:r="http://schemas.openxmlformats.org/officeDocument/2006/relationships" r:id="rId3"/>
          </a:graphicData>
        </a:graphic>
      </p:graphicFrame>
      <p:sp>
        <p:nvSpPr>
          <p:cNvPr id="76" name="TextBox 75">
            <a:extLst>
              <a:ext uri="{FF2B5EF4-FFF2-40B4-BE49-F238E27FC236}">
                <a16:creationId xmlns:a16="http://schemas.microsoft.com/office/drawing/2014/main" id="{F14754F0-64AE-D9CD-B0D7-71805C613ADB}"/>
              </a:ext>
            </a:extLst>
          </p:cNvPr>
          <p:cNvSpPr txBox="1"/>
          <p:nvPr/>
        </p:nvSpPr>
        <p:spPr>
          <a:xfrm>
            <a:off x="4243016" y="5133084"/>
            <a:ext cx="914400" cy="584775"/>
          </a:xfrm>
          <a:prstGeom prst="rect">
            <a:avLst/>
          </a:prstGeom>
          <a:noFill/>
        </p:spPr>
        <p:txBody>
          <a:bodyPr wrap="square" rtlCol="0">
            <a:spAutoFit/>
          </a:bodyPr>
          <a:lstStyle/>
          <a:p>
            <a:r>
              <a:rPr lang="en-US" sz="3200" b="1" dirty="0">
                <a:solidFill>
                  <a:srgbClr val="167C33"/>
                </a:solidFill>
              </a:rPr>
              <a:t>FCR</a:t>
            </a:r>
          </a:p>
        </p:txBody>
      </p:sp>
      <p:sp>
        <p:nvSpPr>
          <p:cNvPr id="77" name="TextBox 76">
            <a:extLst>
              <a:ext uri="{FF2B5EF4-FFF2-40B4-BE49-F238E27FC236}">
                <a16:creationId xmlns:a16="http://schemas.microsoft.com/office/drawing/2014/main" id="{AAEEC41D-3725-CA4C-3C8F-1382683ED3DC}"/>
              </a:ext>
            </a:extLst>
          </p:cNvPr>
          <p:cNvSpPr txBox="1"/>
          <p:nvPr/>
        </p:nvSpPr>
        <p:spPr>
          <a:xfrm>
            <a:off x="7340991" y="3163847"/>
            <a:ext cx="914400" cy="584775"/>
          </a:xfrm>
          <a:prstGeom prst="rect">
            <a:avLst/>
          </a:prstGeom>
          <a:noFill/>
        </p:spPr>
        <p:txBody>
          <a:bodyPr wrap="square" rtlCol="0">
            <a:spAutoFit/>
          </a:bodyPr>
          <a:lstStyle/>
          <a:p>
            <a:r>
              <a:rPr lang="en-US" sz="3200" b="1" dirty="0">
                <a:solidFill>
                  <a:srgbClr val="D32BA3"/>
                </a:solidFill>
              </a:rPr>
              <a:t>301</a:t>
            </a:r>
          </a:p>
        </p:txBody>
      </p:sp>
      <p:sp>
        <p:nvSpPr>
          <p:cNvPr id="78" name="TextBox 77">
            <a:extLst>
              <a:ext uri="{FF2B5EF4-FFF2-40B4-BE49-F238E27FC236}">
                <a16:creationId xmlns:a16="http://schemas.microsoft.com/office/drawing/2014/main" id="{5BB94E55-36DD-15CA-36FA-58DA30CE401E}"/>
              </a:ext>
            </a:extLst>
          </p:cNvPr>
          <p:cNvSpPr txBox="1"/>
          <p:nvPr/>
        </p:nvSpPr>
        <p:spPr>
          <a:xfrm>
            <a:off x="6559199" y="3847850"/>
            <a:ext cx="2109641" cy="523220"/>
          </a:xfrm>
          <a:prstGeom prst="rect">
            <a:avLst/>
          </a:prstGeom>
          <a:noFill/>
        </p:spPr>
        <p:txBody>
          <a:bodyPr wrap="square" rtlCol="0">
            <a:spAutoFit/>
          </a:bodyPr>
          <a:lstStyle/>
          <a:p>
            <a:pPr algn="r" rtl="1"/>
            <a:r>
              <a:rPr lang="ar-LY" sz="1400" dirty="0">
                <a:latin typeface="Tajawal Medium" panose="00000600000000000000" pitchFamily="2" charset="-78"/>
                <a:cs typeface="Tajawal Medium" panose="00000600000000000000" pitchFamily="2" charset="-78"/>
              </a:rPr>
              <a:t>متوسط عدد المكالمات التي يتم الرد عليها في الساعة</a:t>
            </a:r>
            <a:endParaRPr lang="en-US" sz="1400" dirty="0">
              <a:latin typeface="Tajawal Medium" panose="00000600000000000000" pitchFamily="2" charset="-78"/>
              <a:cs typeface="Tajawal Medium" panose="00000600000000000000" pitchFamily="2" charset="-78"/>
            </a:endParaRPr>
          </a:p>
        </p:txBody>
      </p:sp>
      <p:sp>
        <p:nvSpPr>
          <p:cNvPr id="79" name="TextBox 78">
            <a:extLst>
              <a:ext uri="{FF2B5EF4-FFF2-40B4-BE49-F238E27FC236}">
                <a16:creationId xmlns:a16="http://schemas.microsoft.com/office/drawing/2014/main" id="{03FBFB08-65C7-A985-BA5E-D57374893BA9}"/>
              </a:ext>
            </a:extLst>
          </p:cNvPr>
          <p:cNvSpPr txBox="1"/>
          <p:nvPr/>
        </p:nvSpPr>
        <p:spPr>
          <a:xfrm>
            <a:off x="8644182" y="4464593"/>
            <a:ext cx="1129737" cy="584775"/>
          </a:xfrm>
          <a:prstGeom prst="rect">
            <a:avLst/>
          </a:prstGeom>
          <a:noFill/>
        </p:spPr>
        <p:txBody>
          <a:bodyPr wrap="square" rtlCol="0">
            <a:spAutoFit/>
          </a:bodyPr>
          <a:lstStyle/>
          <a:p>
            <a:r>
              <a:rPr lang="ar-LY" sz="3200" b="1" dirty="0">
                <a:solidFill>
                  <a:srgbClr val="0070C0"/>
                </a:solidFill>
              </a:rPr>
              <a:t>92</a:t>
            </a:r>
            <a:r>
              <a:rPr lang="en-US" sz="3200" b="1" dirty="0">
                <a:solidFill>
                  <a:srgbClr val="0070C0"/>
                </a:solidFill>
              </a:rPr>
              <a:t>%</a:t>
            </a:r>
          </a:p>
        </p:txBody>
      </p:sp>
      <p:sp>
        <p:nvSpPr>
          <p:cNvPr id="80" name="TextBox 79">
            <a:extLst>
              <a:ext uri="{FF2B5EF4-FFF2-40B4-BE49-F238E27FC236}">
                <a16:creationId xmlns:a16="http://schemas.microsoft.com/office/drawing/2014/main" id="{FD8D7E76-681A-5632-734C-BA26FAF8A0B6}"/>
              </a:ext>
            </a:extLst>
          </p:cNvPr>
          <p:cNvSpPr txBox="1"/>
          <p:nvPr/>
        </p:nvSpPr>
        <p:spPr>
          <a:xfrm>
            <a:off x="8016894" y="5296779"/>
            <a:ext cx="2109641" cy="523220"/>
          </a:xfrm>
          <a:prstGeom prst="rect">
            <a:avLst/>
          </a:prstGeom>
          <a:noFill/>
        </p:spPr>
        <p:txBody>
          <a:bodyPr wrap="square" rtlCol="0">
            <a:spAutoFit/>
          </a:bodyPr>
          <a:lstStyle/>
          <a:p>
            <a:pPr algn="r" rtl="1"/>
            <a:r>
              <a:rPr lang="ar-LY" sz="1400" dirty="0">
                <a:latin typeface="Tajawal Medium" panose="00000600000000000000" pitchFamily="2" charset="-78"/>
                <a:cs typeface="Tajawal Medium" panose="00000600000000000000" pitchFamily="2" charset="-78"/>
              </a:rPr>
              <a:t>معدل الاستنزاف عالي جدا لقياس عمليات التوظيف بمركز التواصل</a:t>
            </a:r>
            <a:endParaRPr lang="en-US" sz="1400" dirty="0">
              <a:latin typeface="Tajawal Medium" panose="00000600000000000000" pitchFamily="2" charset="-78"/>
              <a:cs typeface="Tajawal Medium" panose="00000600000000000000" pitchFamily="2" charset="-78"/>
            </a:endParaRPr>
          </a:p>
        </p:txBody>
      </p:sp>
      <p:sp>
        <p:nvSpPr>
          <p:cNvPr id="81" name="TextBox 80">
            <a:extLst>
              <a:ext uri="{FF2B5EF4-FFF2-40B4-BE49-F238E27FC236}">
                <a16:creationId xmlns:a16="http://schemas.microsoft.com/office/drawing/2014/main" id="{05D25A3E-002D-9617-92B2-C2843F69025C}"/>
              </a:ext>
            </a:extLst>
          </p:cNvPr>
          <p:cNvSpPr txBox="1"/>
          <p:nvPr/>
        </p:nvSpPr>
        <p:spPr>
          <a:xfrm>
            <a:off x="7664278" y="5027027"/>
            <a:ext cx="2109641" cy="307777"/>
          </a:xfrm>
          <a:prstGeom prst="rect">
            <a:avLst/>
          </a:prstGeom>
          <a:noFill/>
        </p:spPr>
        <p:txBody>
          <a:bodyPr wrap="square" rtlCol="0">
            <a:spAutoFit/>
          </a:bodyPr>
          <a:lstStyle/>
          <a:p>
            <a:pPr algn="r" rtl="1"/>
            <a:r>
              <a:rPr lang="en-US" sz="1400" dirty="0">
                <a:latin typeface="Tajawal Medium" panose="00000600000000000000" pitchFamily="2" charset="-78"/>
                <a:cs typeface="Tajawal Medium" panose="00000600000000000000" pitchFamily="2" charset="-78"/>
              </a:rPr>
              <a:t>Attrition Rate</a:t>
            </a:r>
          </a:p>
        </p:txBody>
      </p:sp>
      <p:sp>
        <p:nvSpPr>
          <p:cNvPr id="83" name="TextBox 82">
            <a:extLst>
              <a:ext uri="{FF2B5EF4-FFF2-40B4-BE49-F238E27FC236}">
                <a16:creationId xmlns:a16="http://schemas.microsoft.com/office/drawing/2014/main" id="{011454FA-5E68-59DB-4C06-D5BF75A7DD26}"/>
              </a:ext>
            </a:extLst>
          </p:cNvPr>
          <p:cNvSpPr txBox="1"/>
          <p:nvPr/>
        </p:nvSpPr>
        <p:spPr>
          <a:xfrm>
            <a:off x="6685220" y="2013919"/>
            <a:ext cx="974244" cy="276999"/>
          </a:xfrm>
          <a:prstGeom prst="rect">
            <a:avLst/>
          </a:prstGeom>
          <a:noFill/>
        </p:spPr>
        <p:txBody>
          <a:bodyPr wrap="square" rtlCol="0">
            <a:spAutoFit/>
          </a:bodyPr>
          <a:lstStyle/>
          <a:p>
            <a:pPr algn="ctr"/>
            <a:r>
              <a:rPr lang="en-US" sz="1200" dirty="0">
                <a:solidFill>
                  <a:schemeClr val="bg1"/>
                </a:solidFill>
              </a:rPr>
              <a:t>Avg / day</a:t>
            </a:r>
            <a:endParaRPr lang="en-US" sz="1050" dirty="0">
              <a:solidFill>
                <a:schemeClr val="bg1"/>
              </a:solidFill>
            </a:endParaRPr>
          </a:p>
        </p:txBody>
      </p:sp>
      <p:sp>
        <p:nvSpPr>
          <p:cNvPr id="84" name="TextBox 83">
            <a:extLst>
              <a:ext uri="{FF2B5EF4-FFF2-40B4-BE49-F238E27FC236}">
                <a16:creationId xmlns:a16="http://schemas.microsoft.com/office/drawing/2014/main" id="{DD7E951F-E2B5-51E5-4B6F-00482E430071}"/>
              </a:ext>
            </a:extLst>
          </p:cNvPr>
          <p:cNvSpPr txBox="1"/>
          <p:nvPr/>
        </p:nvSpPr>
        <p:spPr>
          <a:xfrm>
            <a:off x="2110483" y="2081370"/>
            <a:ext cx="974244" cy="276999"/>
          </a:xfrm>
          <a:prstGeom prst="rect">
            <a:avLst/>
          </a:prstGeom>
          <a:noFill/>
        </p:spPr>
        <p:txBody>
          <a:bodyPr wrap="square" rtlCol="0">
            <a:spAutoFit/>
          </a:bodyPr>
          <a:lstStyle/>
          <a:p>
            <a:pPr algn="ctr"/>
            <a:r>
              <a:rPr lang="en-US" sz="1200" dirty="0">
                <a:solidFill>
                  <a:schemeClr val="bg1"/>
                </a:solidFill>
              </a:rPr>
              <a:t>/day</a:t>
            </a:r>
            <a:endParaRPr lang="en-US" sz="1050" dirty="0">
              <a:solidFill>
                <a:schemeClr val="bg1"/>
              </a:solidFill>
            </a:endParaRPr>
          </a:p>
        </p:txBody>
      </p:sp>
    </p:spTree>
    <p:extLst>
      <p:ext uri="{BB962C8B-B14F-4D97-AF65-F5344CB8AC3E}">
        <p14:creationId xmlns:p14="http://schemas.microsoft.com/office/powerpoint/2010/main" val="42114164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bg>
      <p:bgPr>
        <a:gradFill flip="none" rotWithShape="1">
          <a:gsLst>
            <a:gs pos="55000">
              <a:srgbClr val="990099"/>
            </a:gs>
            <a:gs pos="100000">
              <a:schemeClr val="accent2">
                <a:lumMod val="89000"/>
              </a:schemeClr>
            </a:gs>
            <a:gs pos="100000">
              <a:schemeClr val="accent2">
                <a:lumMod val="75000"/>
              </a:schemeClr>
            </a:gs>
            <a:gs pos="97000">
              <a:schemeClr val="accent2">
                <a:lumMod val="70000"/>
              </a:scheme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92C03FA-5B1E-4768-6F7E-E50D7EB0022C}"/>
              </a:ext>
            </a:extLst>
          </p:cNvPr>
          <p:cNvSpPr txBox="1"/>
          <p:nvPr/>
        </p:nvSpPr>
        <p:spPr>
          <a:xfrm>
            <a:off x="8112232" y="4822285"/>
            <a:ext cx="4366804" cy="276999"/>
          </a:xfrm>
          <a:prstGeom prst="rect">
            <a:avLst/>
          </a:prstGeom>
          <a:noFill/>
        </p:spPr>
        <p:txBody>
          <a:bodyPr wrap="square" rtlCol="0">
            <a:spAutoFit/>
          </a:bodyPr>
          <a:lstStyle/>
          <a:p>
            <a:pPr algn="r"/>
            <a:r>
              <a:rPr lang="ar-SA" sz="1200" dirty="0">
                <a:effectLst/>
                <a:latin typeface="TheSans" panose="020B0503040302020203" pitchFamily="34" charset="-78"/>
                <a:ea typeface="Calibri" panose="020F0502020204030204" pitchFamily="34" charset="0"/>
                <a:cs typeface="TheSans" panose="020B0503040302020203" pitchFamily="34" charset="-78"/>
              </a:rPr>
              <a:t>.</a:t>
            </a:r>
            <a:endParaRPr lang="en-US" sz="1200" dirty="0">
              <a:latin typeface="TheSans" panose="020B0503040302020203" pitchFamily="34" charset="-78"/>
              <a:cs typeface="TheSans" panose="020B0503040302020203" pitchFamily="34" charset="-78"/>
            </a:endParaRPr>
          </a:p>
        </p:txBody>
      </p:sp>
      <p:grpSp>
        <p:nvGrpSpPr>
          <p:cNvPr id="11" name="Group 10">
            <a:extLst>
              <a:ext uri="{FF2B5EF4-FFF2-40B4-BE49-F238E27FC236}">
                <a16:creationId xmlns:a16="http://schemas.microsoft.com/office/drawing/2014/main" id="{4EEF7FC1-5DCE-2BA9-D64A-40C739038346}"/>
              </a:ext>
            </a:extLst>
          </p:cNvPr>
          <p:cNvGrpSpPr/>
          <p:nvPr/>
        </p:nvGrpSpPr>
        <p:grpSpPr>
          <a:xfrm>
            <a:off x="10295634" y="5993802"/>
            <a:ext cx="1712398" cy="763972"/>
            <a:chOff x="10402638" y="6084605"/>
            <a:chExt cx="1712398" cy="763972"/>
          </a:xfrm>
          <a:effectLst>
            <a:outerShdw blurRad="38100" dist="12700" dir="5400000" algn="t" rotWithShape="0">
              <a:prstClr val="black">
                <a:alpha val="40000"/>
              </a:prstClr>
            </a:outerShdw>
          </a:effectLst>
        </p:grpSpPr>
        <p:sp>
          <p:nvSpPr>
            <p:cNvPr id="15" name="TextBox 14">
              <a:extLst>
                <a:ext uri="{FF2B5EF4-FFF2-40B4-BE49-F238E27FC236}">
                  <a16:creationId xmlns:a16="http://schemas.microsoft.com/office/drawing/2014/main" id="{63526284-23F3-22C6-CF08-B93DCAC56017}"/>
                </a:ext>
              </a:extLst>
            </p:cNvPr>
            <p:cNvSpPr txBox="1"/>
            <p:nvPr/>
          </p:nvSpPr>
          <p:spPr>
            <a:xfrm>
              <a:off x="10402638" y="6204981"/>
              <a:ext cx="1452325" cy="261610"/>
            </a:xfrm>
            <a:prstGeom prst="rect">
              <a:avLst/>
            </a:prstGeom>
            <a:noFill/>
          </p:spPr>
          <p:txBody>
            <a:bodyPr wrap="square" rtlCol="0">
              <a:spAutoFit/>
            </a:bodyPr>
            <a:lstStyle/>
            <a:p>
              <a:r>
                <a:rPr lang="ar-LY" sz="1100" b="1" dirty="0">
                  <a:solidFill>
                    <a:schemeClr val="bg1"/>
                  </a:solidFill>
                  <a:latin typeface="TheSans" panose="020B0503040302020203" pitchFamily="34" charset="-78"/>
                  <a:ea typeface="Tahoma" panose="020B0604030504040204" pitchFamily="34" charset="0"/>
                  <a:cs typeface="TheSans" panose="020B0503040302020203" pitchFamily="34" charset="-78"/>
                </a:rPr>
                <a:t>ديما مهتمين</a:t>
              </a:r>
              <a:endParaRPr lang="en-US" sz="1100" b="1" dirty="0">
                <a:solidFill>
                  <a:schemeClr val="bg1"/>
                </a:solidFill>
                <a:latin typeface="TheSans" panose="020B0503040302020203" pitchFamily="34" charset="-78"/>
                <a:ea typeface="Tahoma" panose="020B0604030504040204" pitchFamily="34" charset="0"/>
                <a:cs typeface="TheSans" panose="020B0503040302020203" pitchFamily="34" charset="-78"/>
              </a:endParaRPr>
            </a:p>
          </p:txBody>
        </p:sp>
        <p:pic>
          <p:nvPicPr>
            <p:cNvPr id="19" name="Picture 18">
              <a:extLst>
                <a:ext uri="{FF2B5EF4-FFF2-40B4-BE49-F238E27FC236}">
                  <a16:creationId xmlns:a16="http://schemas.microsoft.com/office/drawing/2014/main" id="{403EF7CC-AF79-AE95-47A7-428287082B5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51064" y="6084605"/>
              <a:ext cx="763972" cy="763972"/>
            </a:xfrm>
            <a:prstGeom prst="rect">
              <a:avLst/>
            </a:prstGeom>
          </p:spPr>
        </p:pic>
        <p:sp>
          <p:nvSpPr>
            <p:cNvPr id="20" name="TextBox 19">
              <a:extLst>
                <a:ext uri="{FF2B5EF4-FFF2-40B4-BE49-F238E27FC236}">
                  <a16:creationId xmlns:a16="http://schemas.microsoft.com/office/drawing/2014/main" id="{7814C742-D67D-C1E0-7B7D-2D5E8EE4420B}"/>
                </a:ext>
              </a:extLst>
            </p:cNvPr>
            <p:cNvSpPr txBox="1"/>
            <p:nvPr/>
          </p:nvSpPr>
          <p:spPr>
            <a:xfrm>
              <a:off x="10402638" y="6427679"/>
              <a:ext cx="1309705" cy="307777"/>
            </a:xfrm>
            <a:prstGeom prst="rect">
              <a:avLst/>
            </a:prstGeom>
            <a:noFill/>
          </p:spPr>
          <p:txBody>
            <a:bodyPr wrap="square" rtlCol="0">
              <a:spAutoFit/>
            </a:bodyPr>
            <a:lstStyle/>
            <a:p>
              <a:r>
                <a:rPr lang="en-US" sz="1400" dirty="0">
                  <a:solidFill>
                    <a:schemeClr val="bg1"/>
                  </a:solidFill>
                  <a:latin typeface="Bahnschrift Condensed" panose="020B0502040204020203" pitchFamily="34" charset="0"/>
                  <a:ea typeface="Monotype Koufi" pitchFamily="2" charset="-78"/>
                  <a:cs typeface="Monotype Koufi" pitchFamily="2" charset="-78"/>
                </a:rPr>
                <a:t>Contact Center</a:t>
              </a:r>
            </a:p>
          </p:txBody>
        </p:sp>
      </p:grpSp>
      <p:graphicFrame>
        <p:nvGraphicFramePr>
          <p:cNvPr id="22" name="Table 21">
            <a:extLst>
              <a:ext uri="{FF2B5EF4-FFF2-40B4-BE49-F238E27FC236}">
                <a16:creationId xmlns:a16="http://schemas.microsoft.com/office/drawing/2014/main" id="{DD1FDA3A-2E86-E002-B39A-8CFDAB383B45}"/>
              </a:ext>
            </a:extLst>
          </p:cNvPr>
          <p:cNvGraphicFramePr>
            <a:graphicFrameLocks noGrp="1"/>
          </p:cNvGraphicFramePr>
          <p:nvPr>
            <p:extLst>
              <p:ext uri="{D42A27DB-BD31-4B8C-83A1-F6EECF244321}">
                <p14:modId xmlns:p14="http://schemas.microsoft.com/office/powerpoint/2010/main" val="3308798282"/>
              </p:ext>
            </p:extLst>
          </p:nvPr>
        </p:nvGraphicFramePr>
        <p:xfrm>
          <a:off x="815096" y="4576550"/>
          <a:ext cx="9333082" cy="1799238"/>
        </p:xfrm>
        <a:graphic>
          <a:graphicData uri="http://schemas.openxmlformats.org/drawingml/2006/table">
            <a:tbl>
              <a:tblPr rtl="1" firstRow="1" firstCol="1" bandRow="1">
                <a:tableStyleId>{68D230F3-CF80-4859-8CE7-A43EE81993B5}</a:tableStyleId>
              </a:tblPr>
              <a:tblGrid>
                <a:gridCol w="1122533">
                  <a:extLst>
                    <a:ext uri="{9D8B030D-6E8A-4147-A177-3AD203B41FA5}">
                      <a16:colId xmlns:a16="http://schemas.microsoft.com/office/drawing/2014/main" val="1268954621"/>
                    </a:ext>
                  </a:extLst>
                </a:gridCol>
                <a:gridCol w="2028825">
                  <a:extLst>
                    <a:ext uri="{9D8B030D-6E8A-4147-A177-3AD203B41FA5}">
                      <a16:colId xmlns:a16="http://schemas.microsoft.com/office/drawing/2014/main" val="3477008970"/>
                    </a:ext>
                  </a:extLst>
                </a:gridCol>
                <a:gridCol w="1981200">
                  <a:extLst>
                    <a:ext uri="{9D8B030D-6E8A-4147-A177-3AD203B41FA5}">
                      <a16:colId xmlns:a16="http://schemas.microsoft.com/office/drawing/2014/main" val="124425513"/>
                    </a:ext>
                  </a:extLst>
                </a:gridCol>
                <a:gridCol w="2124075">
                  <a:extLst>
                    <a:ext uri="{9D8B030D-6E8A-4147-A177-3AD203B41FA5}">
                      <a16:colId xmlns:a16="http://schemas.microsoft.com/office/drawing/2014/main" val="4228238475"/>
                    </a:ext>
                  </a:extLst>
                </a:gridCol>
                <a:gridCol w="2076449">
                  <a:extLst>
                    <a:ext uri="{9D8B030D-6E8A-4147-A177-3AD203B41FA5}">
                      <a16:colId xmlns:a16="http://schemas.microsoft.com/office/drawing/2014/main" val="1595571311"/>
                    </a:ext>
                  </a:extLst>
                </a:gridCol>
              </a:tblGrid>
              <a:tr h="279994">
                <a:tc>
                  <a:txBody>
                    <a:bodyPr/>
                    <a:lstStyle/>
                    <a:p>
                      <a:pPr marL="0" marR="0" algn="ctr" rtl="1">
                        <a:spcBef>
                          <a:spcPts val="0"/>
                        </a:spcBef>
                        <a:spcAft>
                          <a:spcPts val="0"/>
                        </a:spcAft>
                      </a:pPr>
                      <a:r>
                        <a:rPr lang="ar-LY" sz="1200" b="1" dirty="0">
                          <a:solidFill>
                            <a:schemeClr val="bg1"/>
                          </a:solidFill>
                          <a:effectLst/>
                          <a:latin typeface="Tajawal Medium" panose="00000600000000000000" pitchFamily="2" charset="-78"/>
                          <a:cs typeface="Tajawal Medium" panose="00000600000000000000" pitchFamily="2" charset="-78"/>
                        </a:rPr>
                        <a:t>المنطقة</a:t>
                      </a:r>
                      <a:endParaRPr lang="en-US" sz="1200" b="1" dirty="0">
                        <a:solidFill>
                          <a:schemeClr val="bg1"/>
                        </a:solidFill>
                        <a:effectLst/>
                        <a:latin typeface="Tajawal Medium" panose="00000600000000000000" pitchFamily="2" charset="-78"/>
                        <a:ea typeface="Calibri" panose="020F0502020204030204" pitchFamily="34" charset="0"/>
                        <a:cs typeface="Tajawal Medium" panose="00000600000000000000" pitchFamily="2" charset="-78"/>
                      </a:endParaRPr>
                    </a:p>
                  </a:txBody>
                  <a:tcPr marL="68580" marR="68580" marT="0" marB="0">
                    <a:lnL>
                      <a:noFill/>
                    </a:lnL>
                    <a:lnR w="12700" cap="flat" cmpd="sng" algn="ctr">
                      <a:solidFill>
                        <a:schemeClr val="bg1">
                          <a:lumMod val="85000"/>
                        </a:schemeClr>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algn="ctr" rtl="1">
                        <a:spcBef>
                          <a:spcPts val="0"/>
                        </a:spcBef>
                        <a:spcAft>
                          <a:spcPts val="0"/>
                        </a:spcAft>
                      </a:pPr>
                      <a:r>
                        <a:rPr lang="ar-LY" sz="1200" b="1" dirty="0">
                          <a:solidFill>
                            <a:schemeClr val="bg1"/>
                          </a:solidFill>
                          <a:effectLst/>
                          <a:latin typeface="Tajawal Medium" panose="00000600000000000000" pitchFamily="2" charset="-78"/>
                          <a:cs typeface="Tajawal Medium" panose="00000600000000000000" pitchFamily="2" charset="-78"/>
                        </a:rPr>
                        <a:t>نتائج الاستطلاع للربع الثالث 2021</a:t>
                      </a:r>
                      <a:endParaRPr lang="en-US" sz="1200" b="1" dirty="0">
                        <a:solidFill>
                          <a:schemeClr val="bg1"/>
                        </a:solidFill>
                        <a:effectLst/>
                        <a:latin typeface="Tajawal Medium" panose="00000600000000000000" pitchFamily="2" charset="-78"/>
                        <a:ea typeface="Calibri" panose="020F0502020204030204" pitchFamily="34" charset="0"/>
                        <a:cs typeface="Tajawal Medium" panose="00000600000000000000" pitchFamily="2" charset="-78"/>
                      </a:endParaRPr>
                    </a:p>
                  </a:txBody>
                  <a:tcPr marL="68580" marR="68580" marT="0" marB="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algn="ctr" rtl="1">
                        <a:spcBef>
                          <a:spcPts val="0"/>
                        </a:spcBef>
                        <a:spcAft>
                          <a:spcPts val="0"/>
                        </a:spcAft>
                      </a:pPr>
                      <a:r>
                        <a:rPr lang="ar-LY" sz="1200" b="1" dirty="0">
                          <a:solidFill>
                            <a:schemeClr val="bg1"/>
                          </a:solidFill>
                          <a:effectLst/>
                          <a:latin typeface="Tajawal Medium" panose="00000600000000000000" pitchFamily="2" charset="-78"/>
                          <a:cs typeface="Tajawal Medium" panose="00000600000000000000" pitchFamily="2" charset="-78"/>
                        </a:rPr>
                        <a:t>نتائج الاستطلاع للربع الرابع 2021</a:t>
                      </a:r>
                      <a:endParaRPr lang="en-US" sz="1200" b="1" dirty="0">
                        <a:solidFill>
                          <a:schemeClr val="bg1"/>
                        </a:solidFill>
                        <a:effectLst/>
                        <a:latin typeface="Tajawal Medium" panose="00000600000000000000" pitchFamily="2" charset="-78"/>
                        <a:ea typeface="Calibri" panose="020F0502020204030204" pitchFamily="34" charset="0"/>
                        <a:cs typeface="Tajawal Medium" panose="00000600000000000000" pitchFamily="2" charset="-78"/>
                      </a:endParaRPr>
                    </a:p>
                  </a:txBody>
                  <a:tcPr marL="68580" marR="68580" marT="0" marB="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algn="ctr" rtl="1">
                        <a:spcBef>
                          <a:spcPts val="0"/>
                        </a:spcBef>
                        <a:spcAft>
                          <a:spcPts val="0"/>
                        </a:spcAft>
                      </a:pPr>
                      <a:r>
                        <a:rPr lang="ar-LY" sz="1200" b="1" dirty="0">
                          <a:solidFill>
                            <a:schemeClr val="bg1"/>
                          </a:solidFill>
                          <a:effectLst/>
                          <a:latin typeface="Tajawal Medium" panose="00000600000000000000" pitchFamily="2" charset="-78"/>
                          <a:cs typeface="Tajawal Medium" panose="00000600000000000000" pitchFamily="2" charset="-78"/>
                        </a:rPr>
                        <a:t>نتائج الاستطلاع للربع الثالث 2022</a:t>
                      </a:r>
                      <a:endParaRPr lang="en-US" sz="1200" b="1" dirty="0">
                        <a:solidFill>
                          <a:schemeClr val="bg1"/>
                        </a:solidFill>
                        <a:effectLst/>
                        <a:latin typeface="Tajawal Medium" panose="00000600000000000000" pitchFamily="2" charset="-78"/>
                        <a:ea typeface="Calibri" panose="020F0502020204030204" pitchFamily="34" charset="0"/>
                        <a:cs typeface="Tajawal Medium" panose="00000600000000000000" pitchFamily="2" charset="-78"/>
                      </a:endParaRPr>
                    </a:p>
                  </a:txBody>
                  <a:tcPr marL="0" marR="0" marT="0" marB="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algn="ctr" rtl="1">
                        <a:spcBef>
                          <a:spcPts val="0"/>
                        </a:spcBef>
                        <a:spcAft>
                          <a:spcPts val="0"/>
                        </a:spcAft>
                      </a:pPr>
                      <a:r>
                        <a:rPr lang="ar-LY" sz="1200" b="1" dirty="0">
                          <a:solidFill>
                            <a:schemeClr val="bg1"/>
                          </a:solidFill>
                          <a:effectLst/>
                          <a:latin typeface="Tajawal Medium" panose="00000600000000000000" pitchFamily="2" charset="-78"/>
                          <a:ea typeface="Calibri" panose="020F0502020204030204" pitchFamily="34" charset="0"/>
                          <a:cs typeface="Tajawal Medium" panose="00000600000000000000" pitchFamily="2" charset="-78"/>
                        </a:rPr>
                        <a:t>نتائج الاستطلاع للربع الثالث 2023</a:t>
                      </a:r>
                      <a:endParaRPr lang="en-US" sz="1200" b="1" dirty="0">
                        <a:solidFill>
                          <a:schemeClr val="bg1"/>
                        </a:solidFill>
                        <a:effectLst/>
                        <a:latin typeface="Tajawal Medium" panose="00000600000000000000" pitchFamily="2" charset="-78"/>
                        <a:ea typeface="Calibri" panose="020F0502020204030204" pitchFamily="34" charset="0"/>
                        <a:cs typeface="Tajawal Medium" panose="00000600000000000000" pitchFamily="2" charset="-78"/>
                      </a:endParaRPr>
                    </a:p>
                  </a:txBody>
                  <a:tcPr marL="0" marR="0" marT="0" marB="0">
                    <a:lnL w="12700" cap="flat" cmpd="sng" algn="ctr">
                      <a:solidFill>
                        <a:schemeClr val="bg1">
                          <a:lumMod val="85000"/>
                        </a:schemeClr>
                      </a:solidFill>
                      <a:prstDash val="solid"/>
                      <a:round/>
                      <a:headEnd type="none" w="med" len="med"/>
                      <a:tailEnd type="none" w="med" len="med"/>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840098551"/>
                  </a:ext>
                </a:extLst>
              </a:tr>
              <a:tr h="233986">
                <a:tc>
                  <a:txBody>
                    <a:bodyPr/>
                    <a:lstStyle/>
                    <a:p>
                      <a:pPr marL="0" marR="0" algn="ctr" rtl="1">
                        <a:spcBef>
                          <a:spcPts val="0"/>
                        </a:spcBef>
                        <a:spcAft>
                          <a:spcPts val="0"/>
                        </a:spcAft>
                      </a:pPr>
                      <a:r>
                        <a:rPr lang="ar-LY" sz="1200" b="0" dirty="0">
                          <a:solidFill>
                            <a:schemeClr val="bg1"/>
                          </a:solidFill>
                          <a:effectLst/>
                          <a:latin typeface="Tajawal Medium" panose="00000600000000000000" pitchFamily="2" charset="-78"/>
                          <a:cs typeface="Tajawal Medium" panose="00000600000000000000" pitchFamily="2" charset="-78"/>
                        </a:rPr>
                        <a:t>الغربية</a:t>
                      </a:r>
                      <a:endParaRPr lang="en-US" sz="1200" b="0" dirty="0">
                        <a:solidFill>
                          <a:schemeClr val="bg1"/>
                        </a:solidFill>
                        <a:effectLst/>
                        <a:latin typeface="Tajawal Medium" panose="00000600000000000000" pitchFamily="2" charset="-78"/>
                        <a:ea typeface="Calibri" panose="020F0502020204030204" pitchFamily="34" charset="0"/>
                        <a:cs typeface="Tajawal Medium" panose="00000600000000000000" pitchFamily="2" charset="-78"/>
                      </a:endParaRPr>
                    </a:p>
                  </a:txBody>
                  <a:tcPr marL="68580" marR="68580" marT="0" marB="0">
                    <a:lnL>
                      <a:noFill/>
                    </a:lnL>
                    <a:lnR w="12700" cap="flat" cmpd="sng" algn="ctr">
                      <a:solidFill>
                        <a:schemeClr val="bg1">
                          <a:lumMod val="85000"/>
                        </a:schemeClr>
                      </a:solidFill>
                      <a:prstDash val="solid"/>
                      <a:round/>
                      <a:headEnd type="none" w="med" len="med"/>
                      <a:tailEnd type="none" w="med" len="med"/>
                    </a:lnR>
                    <a:lnT w="12700" cmpd="sng">
                      <a:noFill/>
                    </a:lnT>
                    <a:lnB>
                      <a:noFill/>
                    </a:lnB>
                    <a:lnTlToBr w="12700" cmpd="sng">
                      <a:noFill/>
                      <a:prstDash val="solid"/>
                    </a:lnTlToBr>
                    <a:lnBlToTr w="12700" cmpd="sng">
                      <a:noFill/>
                      <a:prstDash val="solid"/>
                    </a:lnBlToTr>
                    <a:solidFill>
                      <a:srgbClr val="640064"/>
                    </a:solidFill>
                  </a:tcPr>
                </a:tc>
                <a:tc>
                  <a:txBody>
                    <a:bodyPr/>
                    <a:lstStyle/>
                    <a:p>
                      <a:pPr marL="0" marR="0" algn="ctr" rtl="0">
                        <a:spcBef>
                          <a:spcPts val="0"/>
                        </a:spcBef>
                        <a:spcAft>
                          <a:spcPts val="0"/>
                        </a:spcAft>
                      </a:pPr>
                      <a:r>
                        <a:rPr lang="en-US" sz="1200" dirty="0">
                          <a:solidFill>
                            <a:schemeClr val="bg1"/>
                          </a:solidFill>
                          <a:effectLst/>
                          <a:latin typeface="Tajawal Medium" panose="00000600000000000000" pitchFamily="2" charset="-78"/>
                          <a:cs typeface="Tajawal Medium" panose="00000600000000000000" pitchFamily="2" charset="-78"/>
                        </a:rPr>
                        <a:t>+5.246</a:t>
                      </a:r>
                      <a:endParaRPr lang="en-US" sz="1200" dirty="0">
                        <a:solidFill>
                          <a:schemeClr val="bg1"/>
                        </a:solidFill>
                        <a:effectLst/>
                        <a:latin typeface="Tajawal Medium" panose="00000600000000000000" pitchFamily="2" charset="-78"/>
                        <a:ea typeface="Calibri" panose="020F0502020204030204" pitchFamily="34" charset="0"/>
                        <a:cs typeface="Tajawal Medium" panose="00000600000000000000" pitchFamily="2" charset="-78"/>
                      </a:endParaRPr>
                    </a:p>
                  </a:txBody>
                  <a:tcPr marL="68580" marR="68580" marT="0" marB="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mpd="sng">
                      <a:noFill/>
                    </a:lnT>
                    <a:lnB>
                      <a:noFill/>
                    </a:lnB>
                    <a:lnTlToBr w="12700" cmpd="sng">
                      <a:noFill/>
                      <a:prstDash val="solid"/>
                    </a:lnTlToBr>
                    <a:lnBlToTr w="12700" cmpd="sng">
                      <a:noFill/>
                      <a:prstDash val="solid"/>
                    </a:lnBlToTr>
                    <a:solidFill>
                      <a:srgbClr val="640064"/>
                    </a:solidFill>
                  </a:tcPr>
                </a:tc>
                <a:tc>
                  <a:txBody>
                    <a:bodyPr/>
                    <a:lstStyle/>
                    <a:p>
                      <a:pPr marL="0" marR="0" algn="ctr" rtl="0">
                        <a:spcBef>
                          <a:spcPts val="0"/>
                        </a:spcBef>
                        <a:spcAft>
                          <a:spcPts val="0"/>
                        </a:spcAft>
                      </a:pPr>
                      <a:r>
                        <a:rPr lang="en-US" sz="1200" dirty="0">
                          <a:solidFill>
                            <a:schemeClr val="bg1"/>
                          </a:solidFill>
                          <a:effectLst/>
                          <a:latin typeface="Tajawal Medium" panose="00000600000000000000" pitchFamily="2" charset="-78"/>
                          <a:cs typeface="Tajawal Medium" panose="00000600000000000000" pitchFamily="2" charset="-78"/>
                        </a:rPr>
                        <a:t>+7.725</a:t>
                      </a:r>
                      <a:endParaRPr lang="en-US" sz="1200" dirty="0">
                        <a:solidFill>
                          <a:schemeClr val="bg1"/>
                        </a:solidFill>
                        <a:effectLst/>
                        <a:latin typeface="Tajawal Medium" panose="00000600000000000000" pitchFamily="2" charset="-78"/>
                        <a:ea typeface="Calibri" panose="020F0502020204030204" pitchFamily="34" charset="0"/>
                        <a:cs typeface="Tajawal Medium" panose="00000600000000000000" pitchFamily="2" charset="-78"/>
                      </a:endParaRPr>
                    </a:p>
                  </a:txBody>
                  <a:tcPr marL="68580" marR="68580" marT="0" marB="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mpd="sng">
                      <a:noFill/>
                    </a:lnT>
                    <a:lnB>
                      <a:noFill/>
                    </a:lnB>
                    <a:lnTlToBr w="12700" cmpd="sng">
                      <a:noFill/>
                      <a:prstDash val="solid"/>
                    </a:lnTlToBr>
                    <a:lnBlToTr w="12700" cmpd="sng">
                      <a:noFill/>
                      <a:prstDash val="solid"/>
                    </a:lnBlToTr>
                    <a:solidFill>
                      <a:srgbClr val="640064"/>
                    </a:solidFill>
                  </a:tcPr>
                </a:tc>
                <a:tc>
                  <a:txBody>
                    <a:bodyPr/>
                    <a:lstStyle/>
                    <a:p>
                      <a:pPr marL="0" marR="0" algn="ctr" rtl="1">
                        <a:spcBef>
                          <a:spcPts val="0"/>
                        </a:spcBef>
                        <a:spcAft>
                          <a:spcPts val="0"/>
                        </a:spcAft>
                      </a:pPr>
                      <a:r>
                        <a:rPr lang="ar-SA" sz="1200" b="0" dirty="0">
                          <a:solidFill>
                            <a:schemeClr val="bg1"/>
                          </a:solidFill>
                          <a:effectLst/>
                          <a:latin typeface="Tajawal Medium" panose="00000600000000000000" pitchFamily="2" charset="-78"/>
                          <a:cs typeface="Tajawal Medium" panose="00000600000000000000" pitchFamily="2" charset="-78"/>
                        </a:rPr>
                        <a:t>8.878+</a:t>
                      </a:r>
                      <a:endParaRPr lang="en-US" sz="1200" b="0" dirty="0">
                        <a:solidFill>
                          <a:schemeClr val="bg1"/>
                        </a:solidFill>
                        <a:effectLst/>
                        <a:latin typeface="Tajawal Medium" panose="00000600000000000000" pitchFamily="2" charset="-78"/>
                        <a:ea typeface="Calibri" panose="020F0502020204030204" pitchFamily="34" charset="0"/>
                        <a:cs typeface="Tajawal Medium" panose="00000600000000000000" pitchFamily="2" charset="-78"/>
                      </a:endParaRPr>
                    </a:p>
                  </a:txBody>
                  <a:tcPr marL="0" marR="0" marT="0" marB="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mpd="sng">
                      <a:noFill/>
                    </a:lnT>
                    <a:lnB>
                      <a:noFill/>
                    </a:lnB>
                    <a:lnTlToBr w="12700" cmpd="sng">
                      <a:noFill/>
                      <a:prstDash val="solid"/>
                    </a:lnTlToBr>
                    <a:lnBlToTr w="12700" cmpd="sng">
                      <a:noFill/>
                      <a:prstDash val="solid"/>
                    </a:lnBlToTr>
                    <a:solidFill>
                      <a:srgbClr val="640064"/>
                    </a:solidFill>
                  </a:tcPr>
                </a:tc>
                <a:tc>
                  <a:txBody>
                    <a:bodyPr/>
                    <a:lstStyle/>
                    <a:p>
                      <a:pPr marL="0" marR="0" algn="ctr" rtl="1">
                        <a:spcBef>
                          <a:spcPts val="0"/>
                        </a:spcBef>
                        <a:spcAft>
                          <a:spcPts val="0"/>
                        </a:spcAft>
                      </a:pPr>
                      <a:r>
                        <a:rPr lang="en-US" sz="1200" b="0" dirty="0">
                          <a:solidFill>
                            <a:schemeClr val="bg1"/>
                          </a:solidFill>
                          <a:effectLst/>
                          <a:latin typeface="Tajawal Medium" panose="00000600000000000000" pitchFamily="2" charset="-78"/>
                          <a:ea typeface="Calibri" panose="020F0502020204030204" pitchFamily="34" charset="0"/>
                          <a:cs typeface="Tajawal Medium" panose="00000600000000000000" pitchFamily="2" charset="-78"/>
                        </a:rPr>
                        <a:t>+17.17</a:t>
                      </a:r>
                    </a:p>
                  </a:txBody>
                  <a:tcPr marL="0" marR="0" marT="0" marB="0">
                    <a:lnL w="12700" cap="flat" cmpd="sng" algn="ctr">
                      <a:solidFill>
                        <a:schemeClr val="bg1">
                          <a:lumMod val="85000"/>
                        </a:schemeClr>
                      </a:solidFill>
                      <a:prstDash val="solid"/>
                      <a:round/>
                      <a:headEnd type="none" w="med" len="med"/>
                      <a:tailEnd type="none" w="med" len="med"/>
                    </a:lnL>
                    <a:lnR>
                      <a:noFill/>
                    </a:lnR>
                    <a:lnT w="12700" cmpd="sng">
                      <a:noFill/>
                    </a:lnT>
                    <a:lnB>
                      <a:noFill/>
                    </a:lnB>
                    <a:lnTlToBr w="12700" cmpd="sng">
                      <a:noFill/>
                      <a:prstDash val="solid"/>
                    </a:lnTlToBr>
                    <a:lnBlToTr w="12700" cmpd="sng">
                      <a:noFill/>
                      <a:prstDash val="solid"/>
                    </a:lnBlToTr>
                    <a:solidFill>
                      <a:srgbClr val="640064"/>
                    </a:solidFill>
                  </a:tcPr>
                </a:tc>
                <a:extLst>
                  <a:ext uri="{0D108BD9-81ED-4DB2-BD59-A6C34878D82A}">
                    <a16:rowId xmlns:a16="http://schemas.microsoft.com/office/drawing/2014/main" val="486512000"/>
                  </a:ext>
                </a:extLst>
              </a:tr>
              <a:tr h="233986">
                <a:tc>
                  <a:txBody>
                    <a:bodyPr/>
                    <a:lstStyle/>
                    <a:p>
                      <a:pPr marL="0" marR="0" algn="ctr" rtl="1">
                        <a:spcBef>
                          <a:spcPts val="0"/>
                        </a:spcBef>
                        <a:spcAft>
                          <a:spcPts val="0"/>
                        </a:spcAft>
                      </a:pPr>
                      <a:r>
                        <a:rPr lang="ar-LY" sz="1200" b="0" dirty="0">
                          <a:solidFill>
                            <a:schemeClr val="bg1"/>
                          </a:solidFill>
                          <a:effectLst/>
                          <a:latin typeface="Tajawal Medium" panose="00000600000000000000" pitchFamily="2" charset="-78"/>
                          <a:cs typeface="Tajawal Medium" panose="00000600000000000000" pitchFamily="2" charset="-78"/>
                        </a:rPr>
                        <a:t>الشرقية</a:t>
                      </a:r>
                      <a:endParaRPr lang="en-US" sz="1200" b="0" dirty="0">
                        <a:solidFill>
                          <a:schemeClr val="bg1"/>
                        </a:solidFill>
                        <a:effectLst/>
                        <a:latin typeface="Tajawal Medium" panose="00000600000000000000" pitchFamily="2" charset="-78"/>
                        <a:ea typeface="Calibri" panose="020F0502020204030204" pitchFamily="34" charset="0"/>
                        <a:cs typeface="Tajawal Medium" panose="00000600000000000000" pitchFamily="2" charset="-78"/>
                      </a:endParaRPr>
                    </a:p>
                  </a:txBody>
                  <a:tcPr marL="68580" marR="68580" marT="0" marB="0">
                    <a:lnL>
                      <a:noFill/>
                    </a:lnL>
                    <a:lnR w="12700" cap="flat" cmpd="sng" algn="ctr">
                      <a:solidFill>
                        <a:schemeClr val="bg1">
                          <a:lumMod val="85000"/>
                        </a:schemeClr>
                      </a:solid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marL="0" marR="0" algn="ctr" rtl="1">
                        <a:spcBef>
                          <a:spcPts val="0"/>
                        </a:spcBef>
                        <a:spcAft>
                          <a:spcPts val="0"/>
                        </a:spcAft>
                      </a:pPr>
                      <a:r>
                        <a:rPr lang="en-US" sz="1200" dirty="0">
                          <a:solidFill>
                            <a:schemeClr val="bg1"/>
                          </a:solidFill>
                          <a:effectLst/>
                          <a:latin typeface="Tajawal Medium" panose="00000600000000000000" pitchFamily="2" charset="-78"/>
                          <a:cs typeface="Tajawal Medium" panose="00000600000000000000" pitchFamily="2" charset="-78"/>
                        </a:rPr>
                        <a:t>+13.79</a:t>
                      </a:r>
                      <a:endParaRPr lang="en-US" sz="1200" dirty="0">
                        <a:solidFill>
                          <a:schemeClr val="bg1"/>
                        </a:solidFill>
                        <a:effectLst/>
                        <a:latin typeface="Tajawal Medium" panose="00000600000000000000" pitchFamily="2" charset="-78"/>
                        <a:ea typeface="Calibri" panose="020F0502020204030204" pitchFamily="34" charset="0"/>
                        <a:cs typeface="Tajawal Medium" panose="00000600000000000000" pitchFamily="2" charset="-78"/>
                      </a:endParaRPr>
                    </a:p>
                  </a:txBody>
                  <a:tcPr marL="68580" marR="68580" marT="0" marB="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marL="0" marR="0" algn="ctr" rtl="1">
                        <a:spcBef>
                          <a:spcPts val="0"/>
                        </a:spcBef>
                        <a:spcAft>
                          <a:spcPts val="0"/>
                        </a:spcAft>
                      </a:pPr>
                      <a:r>
                        <a:rPr lang="en-US" sz="1200" dirty="0">
                          <a:solidFill>
                            <a:schemeClr val="bg1"/>
                          </a:solidFill>
                          <a:effectLst/>
                          <a:latin typeface="Tajawal Medium" panose="00000600000000000000" pitchFamily="2" charset="-78"/>
                          <a:cs typeface="Tajawal Medium" panose="00000600000000000000" pitchFamily="2" charset="-78"/>
                        </a:rPr>
                        <a:t>+26.96</a:t>
                      </a:r>
                      <a:endParaRPr lang="en-US" sz="1200" dirty="0">
                        <a:solidFill>
                          <a:schemeClr val="bg1"/>
                        </a:solidFill>
                        <a:effectLst/>
                        <a:latin typeface="Tajawal Medium" panose="00000600000000000000" pitchFamily="2" charset="-78"/>
                        <a:ea typeface="Calibri" panose="020F0502020204030204" pitchFamily="34" charset="0"/>
                        <a:cs typeface="Tajawal Medium" panose="00000600000000000000" pitchFamily="2" charset="-78"/>
                      </a:endParaRPr>
                    </a:p>
                  </a:txBody>
                  <a:tcPr marL="68580" marR="68580" marT="0" marB="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marL="0" marR="0" algn="ctr" rtl="1">
                        <a:spcBef>
                          <a:spcPts val="0"/>
                        </a:spcBef>
                        <a:spcAft>
                          <a:spcPts val="0"/>
                        </a:spcAft>
                      </a:pPr>
                      <a:r>
                        <a:rPr lang="ar-SA" sz="1200" b="0" dirty="0">
                          <a:solidFill>
                            <a:schemeClr val="bg1"/>
                          </a:solidFill>
                          <a:effectLst/>
                          <a:latin typeface="Tajawal Medium" panose="00000600000000000000" pitchFamily="2" charset="-78"/>
                          <a:cs typeface="Tajawal Medium" panose="00000600000000000000" pitchFamily="2" charset="-78"/>
                        </a:rPr>
                        <a:t>27.30+</a:t>
                      </a:r>
                      <a:endParaRPr lang="en-US" sz="1200" b="0" dirty="0">
                        <a:solidFill>
                          <a:schemeClr val="bg1"/>
                        </a:solidFill>
                        <a:effectLst/>
                        <a:latin typeface="Tajawal Medium" panose="00000600000000000000" pitchFamily="2" charset="-78"/>
                        <a:ea typeface="Calibri" panose="020F0502020204030204" pitchFamily="34" charset="0"/>
                        <a:cs typeface="Tajawal Medium" panose="00000600000000000000" pitchFamily="2" charset="-78"/>
                      </a:endParaRPr>
                    </a:p>
                  </a:txBody>
                  <a:tcPr marL="0" marR="0" marT="0" marB="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marL="0" marR="0" algn="ctr" rtl="1">
                        <a:spcBef>
                          <a:spcPts val="0"/>
                        </a:spcBef>
                        <a:spcAft>
                          <a:spcPts val="0"/>
                        </a:spcAft>
                      </a:pPr>
                      <a:r>
                        <a:rPr lang="en-US" sz="1200" b="0" dirty="0">
                          <a:solidFill>
                            <a:schemeClr val="bg1"/>
                          </a:solidFill>
                          <a:effectLst/>
                          <a:latin typeface="Tajawal Medium" panose="00000600000000000000" pitchFamily="2" charset="-78"/>
                          <a:ea typeface="Calibri" panose="020F0502020204030204" pitchFamily="34" charset="0"/>
                          <a:cs typeface="Tajawal Medium" panose="00000600000000000000" pitchFamily="2" charset="-78"/>
                        </a:rPr>
                        <a:t>+24.18</a:t>
                      </a:r>
                    </a:p>
                  </a:txBody>
                  <a:tcPr marL="0" marR="0" marT="0" marB="0">
                    <a:lnL w="12700" cap="flat" cmpd="sng" algn="ctr">
                      <a:solidFill>
                        <a:schemeClr val="bg1">
                          <a:lumMod val="85000"/>
                        </a:schemeClr>
                      </a:solidFill>
                      <a:prstDash val="solid"/>
                      <a:round/>
                      <a:headEnd type="none" w="med" len="med"/>
                      <a:tailEnd type="none" w="med" len="med"/>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314075677"/>
                  </a:ext>
                </a:extLst>
              </a:tr>
              <a:tr h="233986">
                <a:tc>
                  <a:txBody>
                    <a:bodyPr/>
                    <a:lstStyle/>
                    <a:p>
                      <a:pPr marL="0" marR="0" algn="ctr" rtl="1">
                        <a:spcBef>
                          <a:spcPts val="0"/>
                        </a:spcBef>
                        <a:spcAft>
                          <a:spcPts val="0"/>
                        </a:spcAft>
                      </a:pPr>
                      <a:r>
                        <a:rPr lang="ar-LY" sz="1200" b="0" dirty="0">
                          <a:solidFill>
                            <a:schemeClr val="bg1"/>
                          </a:solidFill>
                          <a:effectLst/>
                          <a:latin typeface="Tajawal Medium" panose="00000600000000000000" pitchFamily="2" charset="-78"/>
                          <a:cs typeface="Tajawal Medium" panose="00000600000000000000" pitchFamily="2" charset="-78"/>
                        </a:rPr>
                        <a:t>الجنوبية</a:t>
                      </a:r>
                      <a:endParaRPr lang="en-US" sz="1200" b="0" dirty="0">
                        <a:solidFill>
                          <a:schemeClr val="bg1"/>
                        </a:solidFill>
                        <a:effectLst/>
                        <a:latin typeface="Tajawal Medium" panose="00000600000000000000" pitchFamily="2" charset="-78"/>
                        <a:ea typeface="Calibri" panose="020F0502020204030204" pitchFamily="34" charset="0"/>
                        <a:cs typeface="Tajawal Medium" panose="00000600000000000000" pitchFamily="2" charset="-78"/>
                      </a:endParaRPr>
                    </a:p>
                  </a:txBody>
                  <a:tcPr marL="68580" marR="68580" marT="0" marB="0">
                    <a:lnL>
                      <a:noFill/>
                    </a:lnL>
                    <a:lnR w="12700" cap="flat" cmpd="sng" algn="ctr">
                      <a:solidFill>
                        <a:schemeClr val="bg1">
                          <a:lumMod val="85000"/>
                        </a:schemeClr>
                      </a:solidFill>
                      <a:prstDash val="solid"/>
                      <a:round/>
                      <a:headEnd type="none" w="med" len="med"/>
                      <a:tailEnd type="none" w="med" len="med"/>
                    </a:lnR>
                    <a:lnT>
                      <a:noFill/>
                    </a:lnT>
                    <a:lnB>
                      <a:noFill/>
                    </a:lnB>
                    <a:lnTlToBr w="12700" cmpd="sng">
                      <a:noFill/>
                      <a:prstDash val="solid"/>
                    </a:lnTlToBr>
                    <a:lnBlToTr w="12700" cmpd="sng">
                      <a:noFill/>
                      <a:prstDash val="solid"/>
                    </a:lnBlToTr>
                    <a:solidFill>
                      <a:srgbClr val="640064"/>
                    </a:solidFill>
                  </a:tcPr>
                </a:tc>
                <a:tc>
                  <a:txBody>
                    <a:bodyPr/>
                    <a:lstStyle/>
                    <a:p>
                      <a:pPr marL="0" marR="0" algn="ctr" rtl="0">
                        <a:spcBef>
                          <a:spcPts val="0"/>
                        </a:spcBef>
                        <a:spcAft>
                          <a:spcPts val="0"/>
                        </a:spcAft>
                      </a:pPr>
                      <a:r>
                        <a:rPr lang="en-US" sz="1200" dirty="0">
                          <a:solidFill>
                            <a:schemeClr val="bg1"/>
                          </a:solidFill>
                          <a:effectLst/>
                          <a:latin typeface="Tajawal Medium" panose="00000600000000000000" pitchFamily="2" charset="-78"/>
                          <a:cs typeface="Tajawal Medium" panose="00000600000000000000" pitchFamily="2" charset="-78"/>
                        </a:rPr>
                        <a:t>+3.549</a:t>
                      </a:r>
                      <a:endParaRPr lang="en-US" sz="1200" dirty="0">
                        <a:solidFill>
                          <a:schemeClr val="bg1"/>
                        </a:solidFill>
                        <a:effectLst/>
                        <a:latin typeface="Tajawal Medium" panose="00000600000000000000" pitchFamily="2" charset="-78"/>
                        <a:ea typeface="Calibri" panose="020F0502020204030204" pitchFamily="34" charset="0"/>
                        <a:cs typeface="Tajawal Medium" panose="00000600000000000000" pitchFamily="2" charset="-78"/>
                      </a:endParaRPr>
                    </a:p>
                  </a:txBody>
                  <a:tcPr marL="68580" marR="68580" marT="0" marB="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a:noFill/>
                    </a:lnT>
                    <a:lnB>
                      <a:noFill/>
                    </a:lnB>
                    <a:lnTlToBr w="12700" cmpd="sng">
                      <a:noFill/>
                      <a:prstDash val="solid"/>
                    </a:lnTlToBr>
                    <a:lnBlToTr w="12700" cmpd="sng">
                      <a:noFill/>
                      <a:prstDash val="solid"/>
                    </a:lnBlToTr>
                    <a:solidFill>
                      <a:srgbClr val="640064"/>
                    </a:solidFill>
                  </a:tcPr>
                </a:tc>
                <a:tc>
                  <a:txBody>
                    <a:bodyPr/>
                    <a:lstStyle/>
                    <a:p>
                      <a:pPr marL="0" marR="0" algn="ctr" rtl="0">
                        <a:spcBef>
                          <a:spcPts val="0"/>
                        </a:spcBef>
                        <a:spcAft>
                          <a:spcPts val="0"/>
                        </a:spcAft>
                      </a:pPr>
                      <a:r>
                        <a:rPr lang="en-US" sz="1200" dirty="0">
                          <a:solidFill>
                            <a:schemeClr val="bg1"/>
                          </a:solidFill>
                          <a:effectLst/>
                          <a:latin typeface="Tajawal Medium" panose="00000600000000000000" pitchFamily="2" charset="-78"/>
                          <a:cs typeface="Tajawal Medium" panose="00000600000000000000" pitchFamily="2" charset="-78"/>
                        </a:rPr>
                        <a:t>+11.32</a:t>
                      </a:r>
                      <a:endParaRPr lang="en-US" sz="1200" dirty="0">
                        <a:solidFill>
                          <a:schemeClr val="bg1"/>
                        </a:solidFill>
                        <a:effectLst/>
                        <a:latin typeface="Tajawal Medium" panose="00000600000000000000" pitchFamily="2" charset="-78"/>
                        <a:ea typeface="Calibri" panose="020F0502020204030204" pitchFamily="34" charset="0"/>
                        <a:cs typeface="Tajawal Medium" panose="00000600000000000000" pitchFamily="2" charset="-78"/>
                      </a:endParaRPr>
                    </a:p>
                  </a:txBody>
                  <a:tcPr marL="68580" marR="68580" marT="0" marB="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a:noFill/>
                    </a:lnT>
                    <a:lnB>
                      <a:noFill/>
                    </a:lnB>
                    <a:lnTlToBr w="12700" cmpd="sng">
                      <a:noFill/>
                      <a:prstDash val="solid"/>
                    </a:lnTlToBr>
                    <a:lnBlToTr w="12700" cmpd="sng">
                      <a:noFill/>
                      <a:prstDash val="solid"/>
                    </a:lnBlToTr>
                    <a:solidFill>
                      <a:srgbClr val="640064"/>
                    </a:solidFill>
                  </a:tcPr>
                </a:tc>
                <a:tc>
                  <a:txBody>
                    <a:bodyPr/>
                    <a:lstStyle/>
                    <a:p>
                      <a:pPr marL="0" marR="0" algn="ctr" rtl="1">
                        <a:spcBef>
                          <a:spcPts val="0"/>
                        </a:spcBef>
                        <a:spcAft>
                          <a:spcPts val="0"/>
                        </a:spcAft>
                      </a:pPr>
                      <a:r>
                        <a:rPr lang="ar-SA" sz="1200" b="0" dirty="0">
                          <a:solidFill>
                            <a:schemeClr val="bg1"/>
                          </a:solidFill>
                          <a:effectLst/>
                          <a:latin typeface="Tajawal Medium" panose="00000600000000000000" pitchFamily="2" charset="-78"/>
                          <a:cs typeface="Tajawal Medium" panose="00000600000000000000" pitchFamily="2" charset="-78"/>
                        </a:rPr>
                        <a:t>10.36+</a:t>
                      </a:r>
                      <a:endParaRPr lang="en-US" sz="1200" b="0" dirty="0">
                        <a:solidFill>
                          <a:schemeClr val="bg1"/>
                        </a:solidFill>
                        <a:effectLst/>
                        <a:latin typeface="Tajawal Medium" panose="00000600000000000000" pitchFamily="2" charset="-78"/>
                        <a:ea typeface="Calibri" panose="020F0502020204030204" pitchFamily="34" charset="0"/>
                        <a:cs typeface="Tajawal Medium" panose="00000600000000000000" pitchFamily="2" charset="-78"/>
                      </a:endParaRPr>
                    </a:p>
                  </a:txBody>
                  <a:tcPr marL="0" marR="0" marT="0" marB="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a:noFill/>
                    </a:lnT>
                    <a:lnB>
                      <a:noFill/>
                    </a:lnB>
                    <a:lnTlToBr w="12700" cmpd="sng">
                      <a:noFill/>
                      <a:prstDash val="solid"/>
                    </a:lnTlToBr>
                    <a:lnBlToTr w="12700" cmpd="sng">
                      <a:noFill/>
                      <a:prstDash val="solid"/>
                    </a:lnBlToTr>
                    <a:solidFill>
                      <a:srgbClr val="640064"/>
                    </a:solidFill>
                  </a:tcPr>
                </a:tc>
                <a:tc>
                  <a:txBody>
                    <a:bodyPr/>
                    <a:lstStyle/>
                    <a:p>
                      <a:pPr marL="0" marR="0" algn="ctr" rtl="1">
                        <a:spcBef>
                          <a:spcPts val="0"/>
                        </a:spcBef>
                        <a:spcAft>
                          <a:spcPts val="0"/>
                        </a:spcAft>
                      </a:pPr>
                      <a:r>
                        <a:rPr lang="en-US" sz="1200" b="0" dirty="0">
                          <a:solidFill>
                            <a:schemeClr val="bg1"/>
                          </a:solidFill>
                          <a:effectLst/>
                          <a:latin typeface="Tajawal Medium" panose="00000600000000000000" pitchFamily="2" charset="-78"/>
                          <a:ea typeface="Calibri" panose="020F0502020204030204" pitchFamily="34" charset="0"/>
                          <a:cs typeface="Tajawal Medium" panose="00000600000000000000" pitchFamily="2" charset="-78"/>
                        </a:rPr>
                        <a:t>+20.12</a:t>
                      </a:r>
                    </a:p>
                  </a:txBody>
                  <a:tcPr marL="0" marR="0" marT="0" marB="0">
                    <a:lnL w="12700" cap="flat" cmpd="sng" algn="ctr">
                      <a:solidFill>
                        <a:schemeClr val="bg1">
                          <a:lumMod val="85000"/>
                        </a:schemeClr>
                      </a:solid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rgbClr val="640064"/>
                    </a:solidFill>
                  </a:tcPr>
                </a:tc>
                <a:extLst>
                  <a:ext uri="{0D108BD9-81ED-4DB2-BD59-A6C34878D82A}">
                    <a16:rowId xmlns:a16="http://schemas.microsoft.com/office/drawing/2014/main" val="2461022518"/>
                  </a:ext>
                </a:extLst>
              </a:tr>
              <a:tr h="277242">
                <a:tc>
                  <a:txBody>
                    <a:bodyPr/>
                    <a:lstStyle/>
                    <a:p>
                      <a:pPr marL="0" marR="0" algn="ctr" rtl="1">
                        <a:spcBef>
                          <a:spcPts val="0"/>
                        </a:spcBef>
                        <a:spcAft>
                          <a:spcPts val="0"/>
                        </a:spcAft>
                      </a:pPr>
                      <a:r>
                        <a:rPr lang="ar-LY" sz="1200" b="0" dirty="0">
                          <a:solidFill>
                            <a:schemeClr val="bg1"/>
                          </a:solidFill>
                          <a:effectLst/>
                          <a:latin typeface="Tajawal Medium" panose="00000600000000000000" pitchFamily="2" charset="-78"/>
                          <a:cs typeface="Tajawal Medium" panose="00000600000000000000" pitchFamily="2" charset="-78"/>
                        </a:rPr>
                        <a:t>الوسطى</a:t>
                      </a:r>
                      <a:endParaRPr lang="en-US" sz="1200" b="0" dirty="0">
                        <a:solidFill>
                          <a:schemeClr val="bg1"/>
                        </a:solidFill>
                        <a:effectLst/>
                        <a:latin typeface="Tajawal Medium" panose="00000600000000000000" pitchFamily="2" charset="-78"/>
                        <a:ea typeface="Calibri" panose="020F0502020204030204" pitchFamily="34" charset="0"/>
                        <a:cs typeface="Tajawal Medium" panose="00000600000000000000" pitchFamily="2" charset="-78"/>
                      </a:endParaRPr>
                    </a:p>
                  </a:txBody>
                  <a:tcPr marL="68580" marR="68580" marT="0" marB="0">
                    <a:lnL>
                      <a:noFill/>
                    </a:lnL>
                    <a:lnR w="12700" cap="flat" cmpd="sng" algn="ctr">
                      <a:solidFill>
                        <a:schemeClr val="bg1">
                          <a:lumMod val="85000"/>
                        </a:schemeClr>
                      </a:solid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marL="0" marR="0" algn="ctr" rtl="1">
                        <a:spcBef>
                          <a:spcPts val="0"/>
                        </a:spcBef>
                        <a:spcAft>
                          <a:spcPts val="0"/>
                        </a:spcAft>
                      </a:pPr>
                      <a:r>
                        <a:rPr lang="ar-LY" sz="1200" b="0" dirty="0">
                          <a:solidFill>
                            <a:schemeClr val="bg1"/>
                          </a:solidFill>
                          <a:effectLst/>
                          <a:latin typeface="Tajawal Medium" panose="00000600000000000000" pitchFamily="2" charset="-78"/>
                          <a:cs typeface="Tajawal Medium" panose="00000600000000000000" pitchFamily="2" charset="-78"/>
                        </a:rPr>
                        <a:t>تم احتسابها مع المنطقة الغربية</a:t>
                      </a:r>
                      <a:endParaRPr lang="en-US" sz="1200" b="0" dirty="0">
                        <a:solidFill>
                          <a:schemeClr val="bg1"/>
                        </a:solidFill>
                        <a:effectLst/>
                        <a:latin typeface="Tajawal Medium" panose="00000600000000000000" pitchFamily="2" charset="-78"/>
                        <a:ea typeface="Calibri" panose="020F0502020204030204" pitchFamily="34" charset="0"/>
                        <a:cs typeface="Tajawal Medium" panose="00000600000000000000" pitchFamily="2" charset="-78"/>
                      </a:endParaRPr>
                    </a:p>
                  </a:txBody>
                  <a:tcPr marL="68580" marR="68580" marT="0" marB="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marL="0" marR="0" algn="ctr" rtl="0">
                        <a:spcBef>
                          <a:spcPts val="0"/>
                        </a:spcBef>
                        <a:spcAft>
                          <a:spcPts val="0"/>
                        </a:spcAft>
                      </a:pPr>
                      <a:r>
                        <a:rPr lang="en-US" sz="1200" b="1" dirty="0">
                          <a:solidFill>
                            <a:schemeClr val="bg1"/>
                          </a:solidFill>
                          <a:effectLst/>
                          <a:latin typeface="Tajawal Medium" panose="00000600000000000000" pitchFamily="2" charset="-78"/>
                          <a:cs typeface="Tajawal Medium" panose="00000600000000000000" pitchFamily="2" charset="-78"/>
                        </a:rPr>
                        <a:t>-2.693</a:t>
                      </a:r>
                      <a:endParaRPr lang="en-US" sz="1200" b="1" dirty="0">
                        <a:solidFill>
                          <a:schemeClr val="bg1"/>
                        </a:solidFill>
                        <a:effectLst/>
                        <a:latin typeface="Tajawal Medium" panose="00000600000000000000" pitchFamily="2" charset="-78"/>
                        <a:ea typeface="Calibri" panose="020F0502020204030204" pitchFamily="34" charset="0"/>
                        <a:cs typeface="Tajawal Medium" panose="00000600000000000000" pitchFamily="2" charset="-78"/>
                      </a:endParaRPr>
                    </a:p>
                  </a:txBody>
                  <a:tcPr marL="68580" marR="68580" marT="0" marB="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marL="0" marR="0" algn="ctr" rtl="0">
                        <a:spcBef>
                          <a:spcPts val="0"/>
                        </a:spcBef>
                        <a:spcAft>
                          <a:spcPts val="0"/>
                        </a:spcAft>
                      </a:pPr>
                      <a:r>
                        <a:rPr lang="en-US" sz="1200" b="1" dirty="0">
                          <a:solidFill>
                            <a:schemeClr val="bg1"/>
                          </a:solidFill>
                          <a:effectLst/>
                          <a:latin typeface="Tajawal Medium" panose="00000600000000000000" pitchFamily="2" charset="-78"/>
                          <a:cs typeface="Tajawal Medium" panose="00000600000000000000" pitchFamily="2" charset="-78"/>
                        </a:rPr>
                        <a:t>-1.306</a:t>
                      </a:r>
                      <a:endParaRPr lang="en-US" sz="1200" b="1" dirty="0">
                        <a:solidFill>
                          <a:schemeClr val="bg1"/>
                        </a:solidFill>
                        <a:effectLst/>
                        <a:latin typeface="Tajawal Medium" panose="00000600000000000000" pitchFamily="2" charset="-78"/>
                        <a:ea typeface="Calibri" panose="020F0502020204030204" pitchFamily="34" charset="0"/>
                        <a:cs typeface="Tajawal Medium" panose="00000600000000000000" pitchFamily="2" charset="-78"/>
                      </a:endParaRPr>
                    </a:p>
                  </a:txBody>
                  <a:tcPr marL="0" marR="0" marT="0" marB="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marL="0" marR="0" algn="ctr" rtl="0">
                        <a:spcBef>
                          <a:spcPts val="0"/>
                        </a:spcBef>
                        <a:spcAft>
                          <a:spcPts val="0"/>
                        </a:spcAft>
                      </a:pPr>
                      <a:r>
                        <a:rPr lang="en-US" sz="1200" b="1" dirty="0">
                          <a:solidFill>
                            <a:schemeClr val="bg1"/>
                          </a:solidFill>
                          <a:effectLst/>
                          <a:latin typeface="Tajawal Medium" panose="00000600000000000000" pitchFamily="2" charset="-78"/>
                          <a:ea typeface="Calibri" panose="020F0502020204030204" pitchFamily="34" charset="0"/>
                          <a:cs typeface="Tajawal Medium" panose="00000600000000000000" pitchFamily="2" charset="-78"/>
                        </a:rPr>
                        <a:t>-0.180</a:t>
                      </a:r>
                    </a:p>
                  </a:txBody>
                  <a:tcPr marL="0" marR="0" marT="0" marB="0">
                    <a:lnL w="12700" cap="flat" cmpd="sng" algn="ctr">
                      <a:solidFill>
                        <a:schemeClr val="bg1">
                          <a:lumMod val="85000"/>
                        </a:schemeClr>
                      </a:solidFill>
                      <a:prstDash val="solid"/>
                      <a:round/>
                      <a:headEnd type="none" w="med" len="med"/>
                      <a:tailEnd type="none" w="med" len="med"/>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482851202"/>
                  </a:ext>
                </a:extLst>
              </a:tr>
              <a:tr h="233986">
                <a:tc>
                  <a:txBody>
                    <a:bodyPr/>
                    <a:lstStyle/>
                    <a:p>
                      <a:pPr marL="0" marR="0" algn="ctr" rtl="1">
                        <a:spcBef>
                          <a:spcPts val="0"/>
                        </a:spcBef>
                        <a:spcAft>
                          <a:spcPts val="0"/>
                        </a:spcAft>
                      </a:pPr>
                      <a:r>
                        <a:rPr lang="ar-LY" sz="1200" dirty="0">
                          <a:solidFill>
                            <a:schemeClr val="bg1"/>
                          </a:solidFill>
                          <a:effectLst/>
                          <a:latin typeface="Tajawal Medium" panose="00000600000000000000" pitchFamily="2" charset="-78"/>
                          <a:cs typeface="Tajawal Medium" panose="00000600000000000000" pitchFamily="2" charset="-78"/>
                        </a:rPr>
                        <a:t>مستوى الرضا العام</a:t>
                      </a:r>
                      <a:endParaRPr lang="en-US" sz="1200" dirty="0">
                        <a:solidFill>
                          <a:schemeClr val="bg1"/>
                        </a:solidFill>
                        <a:effectLst/>
                        <a:latin typeface="Tajawal Medium" panose="00000600000000000000" pitchFamily="2" charset="-78"/>
                        <a:ea typeface="Calibri" panose="020F0502020204030204" pitchFamily="34" charset="0"/>
                        <a:cs typeface="Tajawal Medium" panose="00000600000000000000" pitchFamily="2" charset="-78"/>
                      </a:endParaRPr>
                    </a:p>
                  </a:txBody>
                  <a:tcPr marL="68580" marR="68580" marT="0" marB="0">
                    <a:lnL>
                      <a:noFill/>
                    </a:lnL>
                    <a:lnR w="12700" cap="flat" cmpd="sng" algn="ctr">
                      <a:solidFill>
                        <a:schemeClr val="bg1">
                          <a:lumMod val="85000"/>
                        </a:schemeClr>
                      </a:solidFill>
                      <a:prstDash val="solid"/>
                      <a:round/>
                      <a:headEnd type="none" w="med" len="med"/>
                      <a:tailEnd type="none" w="med" len="med"/>
                    </a:lnR>
                    <a:lnT>
                      <a:noFill/>
                    </a:lnT>
                    <a:lnB w="12700" cmpd="sng">
                      <a:noFill/>
                    </a:lnB>
                    <a:lnTlToBr w="12700" cmpd="sng">
                      <a:noFill/>
                      <a:prstDash val="solid"/>
                    </a:lnTlToBr>
                    <a:lnBlToTr w="12700" cmpd="sng">
                      <a:noFill/>
                      <a:prstDash val="solid"/>
                    </a:lnBlToTr>
                    <a:solidFill>
                      <a:srgbClr val="640064"/>
                    </a:solidFill>
                  </a:tcPr>
                </a:tc>
                <a:tc>
                  <a:txBody>
                    <a:bodyPr/>
                    <a:lstStyle/>
                    <a:p>
                      <a:pPr marL="0" marR="0" algn="ctr" rtl="1">
                        <a:spcBef>
                          <a:spcPts val="0"/>
                        </a:spcBef>
                        <a:spcAft>
                          <a:spcPts val="0"/>
                        </a:spcAft>
                      </a:pPr>
                      <a:r>
                        <a:rPr lang="ar-LY" sz="1200" dirty="0">
                          <a:solidFill>
                            <a:schemeClr val="bg1"/>
                          </a:solidFill>
                          <a:effectLst/>
                          <a:latin typeface="Tajawal Medium" panose="00000600000000000000" pitchFamily="2" charset="-78"/>
                          <a:cs typeface="Tajawal Medium" panose="00000600000000000000" pitchFamily="2" charset="-78"/>
                        </a:rPr>
                        <a:t> </a:t>
                      </a:r>
                      <a:endParaRPr lang="en-US" sz="1200" dirty="0">
                        <a:solidFill>
                          <a:schemeClr val="bg1"/>
                        </a:solidFill>
                        <a:effectLst/>
                        <a:latin typeface="Tajawal Medium" panose="00000600000000000000" pitchFamily="2" charset="-78"/>
                        <a:ea typeface="Calibri" panose="020F0502020204030204" pitchFamily="34" charset="0"/>
                        <a:cs typeface="Tajawal Medium" panose="00000600000000000000" pitchFamily="2" charset="-78"/>
                      </a:endParaRPr>
                    </a:p>
                  </a:txBody>
                  <a:tcPr marL="68580" marR="68580" marT="0" marB="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a:noFill/>
                    </a:lnT>
                    <a:lnB w="12700" cmpd="sng">
                      <a:noFill/>
                    </a:lnB>
                    <a:lnTlToBr w="12700" cmpd="sng">
                      <a:noFill/>
                      <a:prstDash val="solid"/>
                    </a:lnTlToBr>
                    <a:lnBlToTr w="12700" cmpd="sng">
                      <a:noFill/>
                      <a:prstDash val="solid"/>
                    </a:lnBlToTr>
                    <a:solidFill>
                      <a:srgbClr val="640064"/>
                    </a:solidFill>
                  </a:tcPr>
                </a:tc>
                <a:tc>
                  <a:txBody>
                    <a:bodyPr/>
                    <a:lstStyle/>
                    <a:p>
                      <a:pPr marL="0" marR="0" algn="ctr" rtl="0">
                        <a:spcBef>
                          <a:spcPts val="0"/>
                        </a:spcBef>
                        <a:spcAft>
                          <a:spcPts val="0"/>
                        </a:spcAft>
                      </a:pPr>
                      <a:r>
                        <a:rPr lang="en-US" sz="1200" b="1" dirty="0">
                          <a:solidFill>
                            <a:schemeClr val="bg1"/>
                          </a:solidFill>
                          <a:effectLst/>
                          <a:latin typeface="Tajawal Medium" panose="00000600000000000000" pitchFamily="2" charset="-78"/>
                          <a:cs typeface="Tajawal Medium" panose="00000600000000000000" pitchFamily="2" charset="-78"/>
                        </a:rPr>
                        <a:t>+13.51</a:t>
                      </a:r>
                      <a:endParaRPr lang="en-US" sz="1200" b="1" dirty="0">
                        <a:solidFill>
                          <a:schemeClr val="bg1"/>
                        </a:solidFill>
                        <a:effectLst/>
                        <a:latin typeface="Tajawal Medium" panose="00000600000000000000" pitchFamily="2" charset="-78"/>
                        <a:ea typeface="Calibri" panose="020F0502020204030204" pitchFamily="34" charset="0"/>
                        <a:cs typeface="Tajawal Medium" panose="00000600000000000000" pitchFamily="2" charset="-78"/>
                      </a:endParaRPr>
                    </a:p>
                  </a:txBody>
                  <a:tcPr marL="68580" marR="68580" marT="0" marB="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a:noFill/>
                    </a:lnT>
                    <a:lnB w="12700" cmpd="sng">
                      <a:noFill/>
                    </a:lnB>
                    <a:lnTlToBr w="12700" cmpd="sng">
                      <a:noFill/>
                      <a:prstDash val="solid"/>
                    </a:lnTlToBr>
                    <a:lnBlToTr w="12700" cmpd="sng">
                      <a:noFill/>
                      <a:prstDash val="solid"/>
                    </a:lnBlToTr>
                    <a:solidFill>
                      <a:srgbClr val="640064"/>
                    </a:solidFill>
                  </a:tcPr>
                </a:tc>
                <a:tc>
                  <a:txBody>
                    <a:bodyPr/>
                    <a:lstStyle/>
                    <a:p>
                      <a:pPr marL="0" marR="0" algn="ctr" rtl="1">
                        <a:spcBef>
                          <a:spcPts val="0"/>
                        </a:spcBef>
                        <a:spcAft>
                          <a:spcPts val="0"/>
                        </a:spcAft>
                      </a:pPr>
                      <a:r>
                        <a:rPr lang="en-US" sz="1200" b="0" dirty="0">
                          <a:solidFill>
                            <a:schemeClr val="bg1"/>
                          </a:solidFill>
                          <a:effectLst/>
                          <a:latin typeface="Tajawal Medium" panose="00000600000000000000" pitchFamily="2" charset="-78"/>
                          <a:cs typeface="Tajawal Medium" panose="00000600000000000000" pitchFamily="2" charset="-78"/>
                        </a:rPr>
                        <a:t>+</a:t>
                      </a:r>
                      <a:r>
                        <a:rPr lang="en-US" sz="1200" b="1" dirty="0">
                          <a:solidFill>
                            <a:schemeClr val="bg1"/>
                          </a:solidFill>
                          <a:effectLst/>
                          <a:latin typeface="Tajawal Medium" panose="00000600000000000000" pitchFamily="2" charset="-78"/>
                          <a:cs typeface="Tajawal Medium" panose="00000600000000000000" pitchFamily="2" charset="-78"/>
                        </a:rPr>
                        <a:t>12.38</a:t>
                      </a:r>
                      <a:endParaRPr lang="en-US" sz="1200" b="1" dirty="0">
                        <a:solidFill>
                          <a:schemeClr val="bg1"/>
                        </a:solidFill>
                        <a:effectLst/>
                        <a:latin typeface="Tajawal Medium" panose="00000600000000000000" pitchFamily="2" charset="-78"/>
                        <a:ea typeface="Calibri" panose="020F0502020204030204" pitchFamily="34" charset="0"/>
                        <a:cs typeface="Tajawal Medium" panose="00000600000000000000" pitchFamily="2" charset="-78"/>
                      </a:endParaRPr>
                    </a:p>
                  </a:txBody>
                  <a:tcPr marL="0" marR="0" marT="0" marB="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a:noFill/>
                    </a:lnT>
                    <a:lnB w="12700" cmpd="sng">
                      <a:noFill/>
                    </a:lnB>
                    <a:lnTlToBr w="12700" cmpd="sng">
                      <a:noFill/>
                      <a:prstDash val="solid"/>
                    </a:lnTlToBr>
                    <a:lnBlToTr w="12700" cmpd="sng">
                      <a:noFill/>
                      <a:prstDash val="solid"/>
                    </a:lnBlToTr>
                    <a:solidFill>
                      <a:srgbClr val="640064"/>
                    </a:solidFill>
                  </a:tcPr>
                </a:tc>
                <a:tc>
                  <a:txBody>
                    <a:bodyPr/>
                    <a:lstStyle/>
                    <a:p>
                      <a:pPr marL="0" marR="0" algn="ctr" rtl="1">
                        <a:spcBef>
                          <a:spcPts val="0"/>
                        </a:spcBef>
                        <a:spcAft>
                          <a:spcPts val="0"/>
                        </a:spcAft>
                      </a:pPr>
                      <a:r>
                        <a:rPr lang="en-US" sz="1200" b="1" dirty="0">
                          <a:solidFill>
                            <a:schemeClr val="bg1"/>
                          </a:solidFill>
                          <a:effectLst/>
                          <a:latin typeface="Tajawal Medium" panose="00000600000000000000" pitchFamily="2" charset="-78"/>
                          <a:ea typeface="Calibri" panose="020F0502020204030204" pitchFamily="34" charset="0"/>
                          <a:cs typeface="Tajawal Medium" panose="00000600000000000000" pitchFamily="2" charset="-78"/>
                        </a:rPr>
                        <a:t>+18.11</a:t>
                      </a:r>
                    </a:p>
                  </a:txBody>
                  <a:tcPr marL="0" marR="0" marT="0" marB="0">
                    <a:lnL w="12700" cap="flat" cmpd="sng" algn="ctr">
                      <a:solidFill>
                        <a:schemeClr val="bg1">
                          <a:lumMod val="85000"/>
                        </a:schemeClr>
                      </a:solidFill>
                      <a:prstDash val="solid"/>
                      <a:round/>
                      <a:headEnd type="none" w="med" len="med"/>
                      <a:tailEnd type="none" w="med" len="med"/>
                    </a:lnL>
                    <a:lnR>
                      <a:noFill/>
                    </a:lnR>
                    <a:lnT>
                      <a:noFill/>
                    </a:lnT>
                    <a:lnB w="12700" cmpd="sng">
                      <a:noFill/>
                    </a:lnB>
                    <a:lnTlToBr w="12700" cmpd="sng">
                      <a:noFill/>
                      <a:prstDash val="solid"/>
                    </a:lnTlToBr>
                    <a:lnBlToTr w="12700" cmpd="sng">
                      <a:noFill/>
                      <a:prstDash val="solid"/>
                    </a:lnBlToTr>
                    <a:solidFill>
                      <a:srgbClr val="640064"/>
                    </a:solidFill>
                  </a:tcPr>
                </a:tc>
                <a:extLst>
                  <a:ext uri="{0D108BD9-81ED-4DB2-BD59-A6C34878D82A}">
                    <a16:rowId xmlns:a16="http://schemas.microsoft.com/office/drawing/2014/main" val="2288099510"/>
                  </a:ext>
                </a:extLst>
              </a:tr>
            </a:tbl>
          </a:graphicData>
        </a:graphic>
      </p:graphicFrame>
      <p:sp>
        <p:nvSpPr>
          <p:cNvPr id="23" name="TextBox 22">
            <a:extLst>
              <a:ext uri="{FF2B5EF4-FFF2-40B4-BE49-F238E27FC236}">
                <a16:creationId xmlns:a16="http://schemas.microsoft.com/office/drawing/2014/main" id="{D14EC010-C287-8EFE-6245-5E7F18AD0B17}"/>
              </a:ext>
            </a:extLst>
          </p:cNvPr>
          <p:cNvSpPr txBox="1"/>
          <p:nvPr/>
        </p:nvSpPr>
        <p:spPr>
          <a:xfrm>
            <a:off x="6980895" y="4106157"/>
            <a:ext cx="4806146" cy="369332"/>
          </a:xfrm>
          <a:prstGeom prst="rect">
            <a:avLst/>
          </a:prstGeom>
          <a:noFill/>
        </p:spPr>
        <p:txBody>
          <a:bodyPr wrap="square" rtlCol="0">
            <a:spAutoFit/>
          </a:bodyPr>
          <a:lstStyle/>
          <a:p>
            <a:pPr algn="r" rtl="1"/>
            <a:r>
              <a:rPr lang="ar-LY" dirty="0">
                <a:ln w="0"/>
                <a:solidFill>
                  <a:schemeClr val="bg1"/>
                </a:solidFill>
                <a:effectLst>
                  <a:outerShdw blurRad="38100" dist="19050" dir="2700000" algn="tl" rotWithShape="0">
                    <a:schemeClr val="dk1">
                      <a:alpha val="40000"/>
                    </a:schemeClr>
                  </a:outerShdw>
                </a:effectLst>
                <a:latin typeface="Tajawal Medium" panose="00000600000000000000" pitchFamily="2" charset="-78"/>
                <a:cs typeface="Tajawal Medium" panose="00000600000000000000" pitchFamily="2" charset="-78"/>
              </a:rPr>
              <a:t>مقارنة نتائج الاستطلاع لسنة 2021 و 2022 و2023</a:t>
            </a:r>
            <a:endParaRPr lang="en-US" dirty="0">
              <a:ln w="0"/>
              <a:solidFill>
                <a:schemeClr val="bg1"/>
              </a:solidFill>
              <a:effectLst>
                <a:outerShdw blurRad="38100" dist="19050" dir="2700000" algn="tl" rotWithShape="0">
                  <a:schemeClr val="dk1">
                    <a:alpha val="40000"/>
                  </a:schemeClr>
                </a:outerShdw>
              </a:effectLst>
              <a:latin typeface="Tajawal Medium" panose="00000600000000000000" pitchFamily="2" charset="-78"/>
              <a:cs typeface="Tajawal Medium" panose="00000600000000000000" pitchFamily="2" charset="-78"/>
            </a:endParaRPr>
          </a:p>
        </p:txBody>
      </p:sp>
      <p:sp>
        <p:nvSpPr>
          <p:cNvPr id="24" name="TextBox 23">
            <a:extLst>
              <a:ext uri="{FF2B5EF4-FFF2-40B4-BE49-F238E27FC236}">
                <a16:creationId xmlns:a16="http://schemas.microsoft.com/office/drawing/2014/main" id="{EBD55133-839C-CEFD-AAF0-A57BF64C45F1}"/>
              </a:ext>
            </a:extLst>
          </p:cNvPr>
          <p:cNvSpPr txBox="1"/>
          <p:nvPr/>
        </p:nvSpPr>
        <p:spPr>
          <a:xfrm>
            <a:off x="6096000" y="920082"/>
            <a:ext cx="5691041" cy="2893100"/>
          </a:xfrm>
          <a:prstGeom prst="rect">
            <a:avLst/>
          </a:prstGeom>
          <a:noFill/>
        </p:spPr>
        <p:txBody>
          <a:bodyPr wrap="square" rtlCol="0">
            <a:spAutoFit/>
          </a:bodyPr>
          <a:lstStyle/>
          <a:p>
            <a:pPr marL="285750" indent="-285750" algn="r" rtl="1">
              <a:buFont typeface="Arial" panose="020B0604020202020204" pitchFamily="34" charset="0"/>
              <a:buChar char="•"/>
            </a:pPr>
            <a:r>
              <a:rPr lang="ar-LY" sz="1400" dirty="0">
                <a:solidFill>
                  <a:schemeClr val="bg1"/>
                </a:solidFill>
                <a:latin typeface="Tajawal Medium" panose="00000600000000000000" pitchFamily="2" charset="-78"/>
                <a:cs typeface="Tajawal Medium" panose="00000600000000000000" pitchFamily="2" charset="-78"/>
              </a:rPr>
              <a:t>تم اجراء قياس مستوى رضا المشتركين </a:t>
            </a:r>
            <a:r>
              <a:rPr lang="en-US" sz="1400" dirty="0">
                <a:solidFill>
                  <a:schemeClr val="bg1"/>
                </a:solidFill>
                <a:latin typeface="Tajawal Medium" panose="00000600000000000000" pitchFamily="2" charset="-78"/>
                <a:cs typeface="Tajawal Medium" panose="00000600000000000000" pitchFamily="2" charset="-78"/>
              </a:rPr>
              <a:t>NPS</a:t>
            </a:r>
            <a:r>
              <a:rPr lang="ar-LY" sz="1400" dirty="0">
                <a:solidFill>
                  <a:schemeClr val="bg1"/>
                </a:solidFill>
                <a:latin typeface="Tajawal Medium" panose="00000600000000000000" pitchFamily="2" charset="-78"/>
                <a:cs typeface="Tajawal Medium" panose="00000600000000000000" pitchFamily="2" charset="-78"/>
              </a:rPr>
              <a:t> خلال الربع الثالث لسنة 2023</a:t>
            </a:r>
          </a:p>
          <a:p>
            <a:pPr marL="285750" indent="-285750" algn="r" rtl="1">
              <a:buFont typeface="Arial" panose="020B0604020202020204" pitchFamily="34" charset="0"/>
              <a:buChar char="•"/>
            </a:pPr>
            <a:r>
              <a:rPr lang="ar-LY" sz="1400" dirty="0">
                <a:solidFill>
                  <a:schemeClr val="bg1"/>
                </a:solidFill>
                <a:latin typeface="Tajawal Medium" panose="00000600000000000000" pitchFamily="2" charset="-78"/>
                <a:cs typeface="Tajawal Medium" panose="00000600000000000000" pitchFamily="2" charset="-78"/>
              </a:rPr>
              <a:t>نتيجة الاستطلاع العام كانت 18.11+ نقطة بزيادة 5.73 نقطة على اخر استطلاع تم إجراؤه.</a:t>
            </a:r>
          </a:p>
          <a:p>
            <a:pPr marL="285750" indent="-285750" algn="r" rtl="1">
              <a:buFont typeface="Arial" panose="020B0604020202020204" pitchFamily="34" charset="0"/>
              <a:buChar char="•"/>
            </a:pPr>
            <a:r>
              <a:rPr lang="ar-LY" sz="1400" dirty="0">
                <a:solidFill>
                  <a:schemeClr val="bg1"/>
                </a:solidFill>
                <a:latin typeface="Tajawal Medium" panose="00000600000000000000" pitchFamily="2" charset="-78"/>
                <a:cs typeface="Tajawal Medium" panose="00000600000000000000" pitchFamily="2" charset="-78"/>
              </a:rPr>
              <a:t>أظهرت النتائج ارتفاع ملحوظ لمستوى الرضا في المنطقة الغربية ثم الجنوبية.</a:t>
            </a:r>
          </a:p>
          <a:p>
            <a:pPr marL="285750" indent="-285750" algn="r" rtl="1">
              <a:buFont typeface="Arial" panose="020B0604020202020204" pitchFamily="34" charset="0"/>
              <a:buChar char="•"/>
            </a:pPr>
            <a:r>
              <a:rPr lang="ar-LY" sz="1400" dirty="0">
                <a:solidFill>
                  <a:schemeClr val="bg1"/>
                </a:solidFill>
                <a:latin typeface="Tajawal Medium" panose="00000600000000000000" pitchFamily="2" charset="-78"/>
                <a:cs typeface="Tajawal Medium" panose="00000600000000000000" pitchFamily="2" charset="-78"/>
              </a:rPr>
              <a:t>عدد المشاركين في الاستطلاع أكثر من 68 الف مشترك ، بزيادة 10 الاف عن العام الماضي</a:t>
            </a:r>
          </a:p>
          <a:p>
            <a:pPr marL="285750" indent="-285750" algn="r" rtl="1">
              <a:buFont typeface="Arial" panose="020B0604020202020204" pitchFamily="34" charset="0"/>
              <a:buChar char="•"/>
            </a:pPr>
            <a:r>
              <a:rPr lang="ar-LY" sz="1400" dirty="0">
                <a:solidFill>
                  <a:schemeClr val="bg1"/>
                </a:solidFill>
                <a:latin typeface="Tajawal Medium" panose="00000600000000000000" pitchFamily="2" charset="-78"/>
                <a:cs typeface="Tajawal Medium" panose="00000600000000000000" pitchFamily="2" charset="-78"/>
              </a:rPr>
              <a:t>لا تزال المنطقة الوسطي تحت المعدل مع تحسن طفيف في المعدل عن العام الماضي.</a:t>
            </a:r>
          </a:p>
          <a:p>
            <a:pPr marL="285750" indent="-285750" algn="r" rtl="1">
              <a:buFont typeface="Arial" panose="020B0604020202020204" pitchFamily="34" charset="0"/>
              <a:buChar char="•"/>
            </a:pPr>
            <a:r>
              <a:rPr lang="ar-LY" sz="1400" dirty="0">
                <a:solidFill>
                  <a:schemeClr val="bg1"/>
                </a:solidFill>
                <a:latin typeface="Tajawal Medium" panose="00000600000000000000" pitchFamily="2" charset="-78"/>
                <a:cs typeface="Tajawal Medium" panose="00000600000000000000" pitchFamily="2" charset="-78"/>
              </a:rPr>
              <a:t>نعتقد أن أسباب ارتفاع معدل الرضا العام يرجع الي استقرار الشبكة الي حد ما مقارنة مع السنوات الماضية التي تأثرت بانقطاع التيار الكهربائي وأيضا الي تنوع الخدمات المقدمة للمشتركين هذا العام.</a:t>
            </a:r>
            <a:endParaRPr lang="en-US" sz="1400" dirty="0">
              <a:solidFill>
                <a:schemeClr val="bg1"/>
              </a:solidFill>
              <a:latin typeface="Tajawal Medium" panose="00000600000000000000" pitchFamily="2" charset="-78"/>
              <a:cs typeface="Tajawal Medium" panose="00000600000000000000" pitchFamily="2" charset="-78"/>
            </a:endParaRPr>
          </a:p>
        </p:txBody>
      </p:sp>
      <p:sp>
        <p:nvSpPr>
          <p:cNvPr id="25" name="TextBox 24">
            <a:extLst>
              <a:ext uri="{FF2B5EF4-FFF2-40B4-BE49-F238E27FC236}">
                <a16:creationId xmlns:a16="http://schemas.microsoft.com/office/drawing/2014/main" id="{404AD0BD-B603-9492-9D47-CD3822918ACE}"/>
              </a:ext>
            </a:extLst>
          </p:cNvPr>
          <p:cNvSpPr txBox="1"/>
          <p:nvPr/>
        </p:nvSpPr>
        <p:spPr>
          <a:xfrm>
            <a:off x="443055" y="200492"/>
            <a:ext cx="10801005" cy="523220"/>
          </a:xfrm>
          <a:prstGeom prst="rect">
            <a:avLst/>
          </a:prstGeom>
          <a:noFill/>
        </p:spPr>
        <p:txBody>
          <a:bodyPr wrap="square" rtlCol="0">
            <a:spAutoFit/>
          </a:bodyPr>
          <a:lstStyle/>
          <a:p>
            <a:pPr algn="r" rtl="1"/>
            <a:r>
              <a:rPr lang="ar-LY" sz="2800" dirty="0">
                <a:ln w="0"/>
                <a:solidFill>
                  <a:schemeClr val="bg1"/>
                </a:solidFill>
                <a:effectLst>
                  <a:outerShdw blurRad="38100" dist="19050" dir="2700000" algn="tl" rotWithShape="0">
                    <a:schemeClr val="dk1">
                      <a:alpha val="40000"/>
                    </a:schemeClr>
                  </a:outerShdw>
                </a:effectLst>
                <a:latin typeface="Tajawal Medium" panose="00000600000000000000" pitchFamily="2" charset="-78"/>
                <a:cs typeface="Tajawal Medium" panose="00000600000000000000" pitchFamily="2" charset="-78"/>
              </a:rPr>
              <a:t>نتائج قياس مستوى رضا المشتركين بالربع الثالث لسنة 2023</a:t>
            </a:r>
            <a:endParaRPr lang="en-US" sz="2800" dirty="0">
              <a:ln w="0"/>
              <a:solidFill>
                <a:schemeClr val="bg1"/>
              </a:solidFill>
              <a:effectLst>
                <a:outerShdw blurRad="38100" dist="19050" dir="2700000" algn="tl" rotWithShape="0">
                  <a:schemeClr val="dk1">
                    <a:alpha val="40000"/>
                  </a:schemeClr>
                </a:outerShdw>
              </a:effectLst>
              <a:latin typeface="Tajawal Medium" panose="00000600000000000000" pitchFamily="2" charset="-78"/>
              <a:cs typeface="Tajawal Medium" panose="00000600000000000000" pitchFamily="2" charset="-78"/>
            </a:endParaRPr>
          </a:p>
        </p:txBody>
      </p:sp>
      <p:grpSp>
        <p:nvGrpSpPr>
          <p:cNvPr id="26" name="Group 25">
            <a:extLst>
              <a:ext uri="{FF2B5EF4-FFF2-40B4-BE49-F238E27FC236}">
                <a16:creationId xmlns:a16="http://schemas.microsoft.com/office/drawing/2014/main" id="{815ED0F1-4203-C354-7C06-3972DD3C7508}"/>
              </a:ext>
            </a:extLst>
          </p:cNvPr>
          <p:cNvGrpSpPr/>
          <p:nvPr/>
        </p:nvGrpSpPr>
        <p:grpSpPr>
          <a:xfrm>
            <a:off x="1814512" y="1293628"/>
            <a:ext cx="3667125" cy="2654300"/>
            <a:chOff x="-2381250" y="-764827"/>
            <a:chExt cx="3667125" cy="2743200"/>
          </a:xfrm>
          <a:noFill/>
        </p:grpSpPr>
        <p:graphicFrame>
          <p:nvGraphicFramePr>
            <p:cNvPr id="27" name="Chart 26">
              <a:extLst>
                <a:ext uri="{FF2B5EF4-FFF2-40B4-BE49-F238E27FC236}">
                  <a16:creationId xmlns:a16="http://schemas.microsoft.com/office/drawing/2014/main" id="{BA2C4705-3815-6B1A-2394-88139DD51C0D}"/>
                </a:ext>
              </a:extLst>
            </p:cNvPr>
            <p:cNvGraphicFramePr/>
            <p:nvPr>
              <p:extLst>
                <p:ext uri="{D42A27DB-BD31-4B8C-83A1-F6EECF244321}">
                  <p14:modId xmlns:p14="http://schemas.microsoft.com/office/powerpoint/2010/main" val="2697190262"/>
                </p:ext>
              </p:extLst>
            </p:nvPr>
          </p:nvGraphicFramePr>
          <p:xfrm>
            <a:off x="-2381250" y="-764827"/>
            <a:ext cx="3667125" cy="2743200"/>
          </p:xfrm>
          <a:graphic>
            <a:graphicData uri="http://schemas.openxmlformats.org/drawingml/2006/chart">
              <c:chart xmlns:c="http://schemas.openxmlformats.org/drawingml/2006/chart" xmlns:r="http://schemas.openxmlformats.org/officeDocument/2006/relationships" r:id="rId3"/>
            </a:graphicData>
          </a:graphic>
        </p:graphicFrame>
        <p:sp>
          <p:nvSpPr>
            <p:cNvPr id="28" name="TextBox 3">
              <a:extLst>
                <a:ext uri="{FF2B5EF4-FFF2-40B4-BE49-F238E27FC236}">
                  <a16:creationId xmlns:a16="http://schemas.microsoft.com/office/drawing/2014/main" id="{C3B1C50D-62A6-CBE6-DDD7-2E4B5CB16AA9}"/>
                </a:ext>
              </a:extLst>
            </p:cNvPr>
            <p:cNvSpPr txBox="1"/>
            <p:nvPr/>
          </p:nvSpPr>
          <p:spPr>
            <a:xfrm>
              <a:off x="-1941046" y="-367173"/>
              <a:ext cx="1181100" cy="266700"/>
            </a:xfrm>
            <a:prstGeom prst="rect">
              <a:avLst/>
            </a:prstGeom>
            <a:grpFill/>
            <a:ln w="9525" cmpd="sng">
              <a:noFill/>
            </a:ln>
          </p:spPr>
          <p:style>
            <a:lnRef idx="0">
              <a:scrgbClr r="0" g="0" b="0"/>
            </a:lnRef>
            <a:fillRef idx="0">
              <a:scrgbClr r="0" g="0" b="0"/>
            </a:fillRef>
            <a:effectRef idx="0">
              <a:scrgbClr r="0" g="0" b="0"/>
            </a:effectRef>
            <a:fontRef idx="minor">
              <a:schemeClr val="dk1"/>
            </a:fontRef>
          </p:style>
          <p:txBody>
            <a:bodyPr vert="horz"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fld id="{66B796AC-16F5-462C-83E7-78C5AFF9D0EE}" type="TxLink">
                <a:rPr lang="en-US" sz="1100" b="1" i="0" u="none" strike="noStrike">
                  <a:solidFill>
                    <a:schemeClr val="bg1"/>
                  </a:solidFill>
                  <a:latin typeface="Calibri"/>
                  <a:cs typeface="Calibri"/>
                </a:rPr>
                <a:pPr/>
                <a:t>NPS Q3-2023</a:t>
              </a:fld>
              <a:endParaRPr lang="en-US" sz="1100" b="1" dirty="0">
                <a:solidFill>
                  <a:schemeClr val="bg1"/>
                </a:solidFill>
              </a:endParaRPr>
            </a:p>
          </p:txBody>
        </p:sp>
      </p:grpSp>
    </p:spTree>
    <p:extLst>
      <p:ext uri="{BB962C8B-B14F-4D97-AF65-F5344CB8AC3E}">
        <p14:creationId xmlns:p14="http://schemas.microsoft.com/office/powerpoint/2010/main" val="39206283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50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Rectangle 52"/>
          <p:cNvSpPr/>
          <p:nvPr/>
        </p:nvSpPr>
        <p:spPr>
          <a:xfrm>
            <a:off x="4718898" y="639583"/>
            <a:ext cx="986684" cy="34298"/>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lIns="34261" tIns="17132" rIns="34261" bIns="17132" rtlCol="0" anchor="ctr"/>
          <a:lstStyle/>
          <a:p>
            <a:pPr algn="ctr"/>
            <a:endParaRPr lang="en-US" sz="1351" dirty="0">
              <a:solidFill>
                <a:schemeClr val="accent2"/>
              </a:solidFill>
              <a:latin typeface="Open Sans Light"/>
            </a:endParaRPr>
          </a:p>
        </p:txBody>
      </p:sp>
      <p:grpSp>
        <p:nvGrpSpPr>
          <p:cNvPr id="5" name="Group 4"/>
          <p:cNvGrpSpPr/>
          <p:nvPr/>
        </p:nvGrpSpPr>
        <p:grpSpPr>
          <a:xfrm>
            <a:off x="370291" y="836034"/>
            <a:ext cx="11821709" cy="3748033"/>
            <a:chOff x="440302" y="1572480"/>
            <a:chExt cx="11821709" cy="3748033"/>
          </a:xfrm>
        </p:grpSpPr>
        <p:sp>
          <p:nvSpPr>
            <p:cNvPr id="2" name="Rectangle 1"/>
            <p:cNvSpPr/>
            <p:nvPr/>
          </p:nvSpPr>
          <p:spPr>
            <a:xfrm flipV="1">
              <a:off x="516197" y="3614402"/>
              <a:ext cx="10151803" cy="45719"/>
            </a:xfrm>
            <a:prstGeom prst="rect">
              <a:avLst/>
            </a:prstGeom>
            <a:solidFill>
              <a:schemeClr val="bg1">
                <a:lumMod val="85000"/>
              </a:schemeClr>
            </a:solidFill>
            <a:ln>
              <a:solidFill>
                <a:schemeClr val="bg1">
                  <a:lumMod val="85000"/>
                </a:schemeClr>
              </a:solidFill>
            </a:ln>
            <a:effectLst/>
          </p:spPr>
          <p:style>
            <a:lnRef idx="1">
              <a:schemeClr val="accent1"/>
            </a:lnRef>
            <a:fillRef idx="3">
              <a:schemeClr val="accent1"/>
            </a:fillRef>
            <a:effectRef idx="2">
              <a:schemeClr val="accent1"/>
            </a:effectRef>
            <a:fontRef idx="minor">
              <a:schemeClr val="lt1"/>
            </a:fontRef>
          </p:style>
          <p:txBody>
            <a:bodyPr lIns="91448" tIns="45724" rIns="91448" bIns="45724" rtlCol="0" anchor="ctr"/>
            <a:lstStyle/>
            <a:p>
              <a:pPr algn="ctr"/>
              <a:endParaRPr lang="en-US" sz="1351" dirty="0">
                <a:latin typeface="Lato Light"/>
              </a:endParaRPr>
            </a:p>
          </p:txBody>
        </p:sp>
        <p:sp>
          <p:nvSpPr>
            <p:cNvPr id="6" name="Oval 5"/>
            <p:cNvSpPr>
              <a:spLocks noChangeAspect="1"/>
            </p:cNvSpPr>
            <p:nvPr/>
          </p:nvSpPr>
          <p:spPr>
            <a:xfrm>
              <a:off x="2113363" y="3569606"/>
              <a:ext cx="132310" cy="132345"/>
            </a:xfrm>
            <a:prstGeom prst="ellipse">
              <a:avLst/>
            </a:prstGeom>
            <a:solidFill>
              <a:srgbClr val="FFFFFF"/>
            </a:solidFill>
            <a:ln w="38100" cmpd="sng">
              <a:solidFill>
                <a:srgbClr val="DBDBDB"/>
              </a:solidFill>
            </a:ln>
            <a:effectLst/>
          </p:spPr>
          <p:style>
            <a:lnRef idx="1">
              <a:schemeClr val="accent1"/>
            </a:lnRef>
            <a:fillRef idx="3">
              <a:schemeClr val="accent1"/>
            </a:fillRef>
            <a:effectRef idx="2">
              <a:schemeClr val="accent1"/>
            </a:effectRef>
            <a:fontRef idx="minor">
              <a:schemeClr val="lt1"/>
            </a:fontRef>
          </p:style>
          <p:txBody>
            <a:bodyPr lIns="91448" tIns="45724" rIns="91448" bIns="45724" rtlCol="0" anchor="ctr"/>
            <a:lstStyle/>
            <a:p>
              <a:pPr algn="ctr"/>
              <a:endParaRPr lang="en-US" sz="1351" dirty="0">
                <a:latin typeface="Lato Light"/>
              </a:endParaRPr>
            </a:p>
          </p:txBody>
        </p:sp>
        <p:sp>
          <p:nvSpPr>
            <p:cNvPr id="9" name="Oval 8"/>
            <p:cNvSpPr>
              <a:spLocks noChangeAspect="1"/>
            </p:cNvSpPr>
            <p:nvPr/>
          </p:nvSpPr>
          <p:spPr>
            <a:xfrm>
              <a:off x="4308490" y="3557507"/>
              <a:ext cx="132310" cy="132345"/>
            </a:xfrm>
            <a:prstGeom prst="ellipse">
              <a:avLst/>
            </a:prstGeom>
            <a:solidFill>
              <a:srgbClr val="FFFFFF"/>
            </a:solidFill>
            <a:ln w="38100" cmpd="sng">
              <a:solidFill>
                <a:srgbClr val="DBDBDB"/>
              </a:solidFill>
            </a:ln>
            <a:effectLst/>
          </p:spPr>
          <p:style>
            <a:lnRef idx="1">
              <a:schemeClr val="accent1"/>
            </a:lnRef>
            <a:fillRef idx="3">
              <a:schemeClr val="accent1"/>
            </a:fillRef>
            <a:effectRef idx="2">
              <a:schemeClr val="accent1"/>
            </a:effectRef>
            <a:fontRef idx="minor">
              <a:schemeClr val="lt1"/>
            </a:fontRef>
          </p:style>
          <p:txBody>
            <a:bodyPr lIns="91448" tIns="45724" rIns="91448" bIns="45724" rtlCol="0" anchor="ctr"/>
            <a:lstStyle/>
            <a:p>
              <a:pPr algn="ctr"/>
              <a:endParaRPr lang="en-US" sz="1351" dirty="0">
                <a:latin typeface="Lato Light"/>
              </a:endParaRPr>
            </a:p>
          </p:txBody>
        </p:sp>
        <p:grpSp>
          <p:nvGrpSpPr>
            <p:cNvPr id="30" name="Group 29"/>
            <p:cNvGrpSpPr/>
            <p:nvPr/>
          </p:nvGrpSpPr>
          <p:grpSpPr>
            <a:xfrm>
              <a:off x="4187004" y="3796457"/>
              <a:ext cx="391093" cy="579133"/>
              <a:chOff x="2766253" y="2939111"/>
              <a:chExt cx="391093" cy="578982"/>
            </a:xfrm>
          </p:grpSpPr>
          <p:sp>
            <p:nvSpPr>
              <p:cNvPr id="8" name="Freeform 14"/>
              <p:cNvSpPr>
                <a:spLocks noChangeArrowheads="1"/>
              </p:cNvSpPr>
              <p:nvPr/>
            </p:nvSpPr>
            <p:spPr bwMode="auto">
              <a:xfrm rot="10800000">
                <a:off x="2766253" y="2939111"/>
                <a:ext cx="391093" cy="578982"/>
              </a:xfrm>
              <a:custGeom>
                <a:avLst/>
                <a:gdLst>
                  <a:gd name="T0" fmla="*/ 3375 w 3376"/>
                  <a:gd name="T1" fmla="*/ 1688 h 5001"/>
                  <a:gd name="T2" fmla="*/ 3375 w 3376"/>
                  <a:gd name="T3" fmla="*/ 1688 h 5001"/>
                  <a:gd name="T4" fmla="*/ 1688 w 3376"/>
                  <a:gd name="T5" fmla="*/ 0 h 5001"/>
                  <a:gd name="T6" fmla="*/ 0 w 3376"/>
                  <a:gd name="T7" fmla="*/ 1688 h 5001"/>
                  <a:gd name="T8" fmla="*/ 469 w 3376"/>
                  <a:gd name="T9" fmla="*/ 2875 h 5001"/>
                  <a:gd name="T10" fmla="*/ 469 w 3376"/>
                  <a:gd name="T11" fmla="*/ 2875 h 5001"/>
                  <a:gd name="T12" fmla="*/ 1657 w 3376"/>
                  <a:gd name="T13" fmla="*/ 5000 h 5001"/>
                  <a:gd name="T14" fmla="*/ 1657 w 3376"/>
                  <a:gd name="T15" fmla="*/ 5000 h 5001"/>
                  <a:gd name="T16" fmla="*/ 1719 w 3376"/>
                  <a:gd name="T17" fmla="*/ 5000 h 5001"/>
                  <a:gd name="T18" fmla="*/ 1750 w 3376"/>
                  <a:gd name="T19" fmla="*/ 5000 h 5001"/>
                  <a:gd name="T20" fmla="*/ 2907 w 3376"/>
                  <a:gd name="T21" fmla="*/ 2875 h 5001"/>
                  <a:gd name="T22" fmla="*/ 2907 w 3376"/>
                  <a:gd name="T23" fmla="*/ 2875 h 5001"/>
                  <a:gd name="T24" fmla="*/ 3375 w 3376"/>
                  <a:gd name="T25" fmla="*/ 1688 h 50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376" h="5001">
                    <a:moveTo>
                      <a:pt x="3375" y="1688"/>
                    </a:moveTo>
                    <a:lnTo>
                      <a:pt x="3375" y="1688"/>
                    </a:lnTo>
                    <a:cubicBezTo>
                      <a:pt x="3375" y="751"/>
                      <a:pt x="2625" y="0"/>
                      <a:pt x="1688" y="0"/>
                    </a:cubicBezTo>
                    <a:cubicBezTo>
                      <a:pt x="750" y="0"/>
                      <a:pt x="0" y="751"/>
                      <a:pt x="0" y="1688"/>
                    </a:cubicBezTo>
                    <a:cubicBezTo>
                      <a:pt x="0" y="2157"/>
                      <a:pt x="188" y="2563"/>
                      <a:pt x="469" y="2875"/>
                    </a:cubicBezTo>
                    <a:lnTo>
                      <a:pt x="469" y="2875"/>
                    </a:lnTo>
                    <a:cubicBezTo>
                      <a:pt x="469" y="2875"/>
                      <a:pt x="1469" y="3844"/>
                      <a:pt x="1657" y="5000"/>
                    </a:cubicBezTo>
                    <a:lnTo>
                      <a:pt x="1657" y="5000"/>
                    </a:lnTo>
                    <a:cubicBezTo>
                      <a:pt x="1719" y="5000"/>
                      <a:pt x="1719" y="5000"/>
                      <a:pt x="1719" y="5000"/>
                    </a:cubicBezTo>
                    <a:cubicBezTo>
                      <a:pt x="1750" y="5000"/>
                      <a:pt x="1750" y="5000"/>
                      <a:pt x="1750" y="5000"/>
                    </a:cubicBezTo>
                    <a:cubicBezTo>
                      <a:pt x="1938" y="3844"/>
                      <a:pt x="2907" y="2875"/>
                      <a:pt x="2907" y="2875"/>
                    </a:cubicBezTo>
                    <a:lnTo>
                      <a:pt x="2907" y="2875"/>
                    </a:lnTo>
                    <a:cubicBezTo>
                      <a:pt x="3219" y="2563"/>
                      <a:pt x="3375" y="2157"/>
                      <a:pt x="3375" y="1688"/>
                    </a:cubicBezTo>
                  </a:path>
                </a:pathLst>
              </a:custGeom>
              <a:solidFill>
                <a:schemeClr val="accent3"/>
              </a:solidFill>
              <a:ln w="38100" cmpd="sng">
                <a:noFill/>
              </a:ln>
              <a:effectLst/>
            </p:spPr>
            <p:txBody>
              <a:bodyPr wrap="none" anchor="ctr"/>
              <a:lstStyle/>
              <a:p>
                <a:endParaRPr lang="en-US" sz="1351" dirty="0">
                  <a:latin typeface="Lato Light"/>
                </a:endParaRPr>
              </a:p>
            </p:txBody>
          </p:sp>
          <p:sp>
            <p:nvSpPr>
              <p:cNvPr id="18" name="Oval 17"/>
              <p:cNvSpPr>
                <a:spLocks noChangeAspect="1"/>
              </p:cNvSpPr>
              <p:nvPr/>
            </p:nvSpPr>
            <p:spPr>
              <a:xfrm>
                <a:off x="2842148" y="3194978"/>
                <a:ext cx="244583" cy="244583"/>
              </a:xfrm>
              <a:prstGeom prst="ellipse">
                <a:avLst/>
              </a:prstGeom>
              <a:solidFill>
                <a:srgbClr val="FFFFFF"/>
              </a:solidFill>
              <a:ln w="38100" cmpd="sng">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1" dirty="0">
                  <a:latin typeface="Lato Light"/>
                </a:endParaRPr>
              </a:p>
            </p:txBody>
          </p:sp>
        </p:grpSp>
        <p:grpSp>
          <p:nvGrpSpPr>
            <p:cNvPr id="31" name="Group 30"/>
            <p:cNvGrpSpPr/>
            <p:nvPr/>
          </p:nvGrpSpPr>
          <p:grpSpPr>
            <a:xfrm>
              <a:off x="1985829" y="2864881"/>
              <a:ext cx="391093" cy="579133"/>
              <a:chOff x="565078" y="2007778"/>
              <a:chExt cx="391093" cy="578982"/>
            </a:xfrm>
          </p:grpSpPr>
          <p:sp>
            <p:nvSpPr>
              <p:cNvPr id="3" name="Freeform 14"/>
              <p:cNvSpPr>
                <a:spLocks noChangeArrowheads="1"/>
              </p:cNvSpPr>
              <p:nvPr/>
            </p:nvSpPr>
            <p:spPr bwMode="auto">
              <a:xfrm>
                <a:off x="565078" y="2007778"/>
                <a:ext cx="391093" cy="578982"/>
              </a:xfrm>
              <a:custGeom>
                <a:avLst/>
                <a:gdLst>
                  <a:gd name="T0" fmla="*/ 3375 w 3376"/>
                  <a:gd name="T1" fmla="*/ 1688 h 5001"/>
                  <a:gd name="T2" fmla="*/ 3375 w 3376"/>
                  <a:gd name="T3" fmla="*/ 1688 h 5001"/>
                  <a:gd name="T4" fmla="*/ 1688 w 3376"/>
                  <a:gd name="T5" fmla="*/ 0 h 5001"/>
                  <a:gd name="T6" fmla="*/ 0 w 3376"/>
                  <a:gd name="T7" fmla="*/ 1688 h 5001"/>
                  <a:gd name="T8" fmla="*/ 469 w 3376"/>
                  <a:gd name="T9" fmla="*/ 2875 h 5001"/>
                  <a:gd name="T10" fmla="*/ 469 w 3376"/>
                  <a:gd name="T11" fmla="*/ 2875 h 5001"/>
                  <a:gd name="T12" fmla="*/ 1657 w 3376"/>
                  <a:gd name="T13" fmla="*/ 5000 h 5001"/>
                  <a:gd name="T14" fmla="*/ 1657 w 3376"/>
                  <a:gd name="T15" fmla="*/ 5000 h 5001"/>
                  <a:gd name="T16" fmla="*/ 1719 w 3376"/>
                  <a:gd name="T17" fmla="*/ 5000 h 5001"/>
                  <a:gd name="T18" fmla="*/ 1750 w 3376"/>
                  <a:gd name="T19" fmla="*/ 5000 h 5001"/>
                  <a:gd name="T20" fmla="*/ 2907 w 3376"/>
                  <a:gd name="T21" fmla="*/ 2875 h 5001"/>
                  <a:gd name="T22" fmla="*/ 2907 w 3376"/>
                  <a:gd name="T23" fmla="*/ 2875 h 5001"/>
                  <a:gd name="T24" fmla="*/ 3375 w 3376"/>
                  <a:gd name="T25" fmla="*/ 1688 h 50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376" h="5001">
                    <a:moveTo>
                      <a:pt x="3375" y="1688"/>
                    </a:moveTo>
                    <a:lnTo>
                      <a:pt x="3375" y="1688"/>
                    </a:lnTo>
                    <a:cubicBezTo>
                      <a:pt x="3375" y="751"/>
                      <a:pt x="2625" y="0"/>
                      <a:pt x="1688" y="0"/>
                    </a:cubicBezTo>
                    <a:cubicBezTo>
                      <a:pt x="750" y="0"/>
                      <a:pt x="0" y="751"/>
                      <a:pt x="0" y="1688"/>
                    </a:cubicBezTo>
                    <a:cubicBezTo>
                      <a:pt x="0" y="2157"/>
                      <a:pt x="188" y="2563"/>
                      <a:pt x="469" y="2875"/>
                    </a:cubicBezTo>
                    <a:lnTo>
                      <a:pt x="469" y="2875"/>
                    </a:lnTo>
                    <a:cubicBezTo>
                      <a:pt x="469" y="2875"/>
                      <a:pt x="1469" y="3844"/>
                      <a:pt x="1657" y="5000"/>
                    </a:cubicBezTo>
                    <a:lnTo>
                      <a:pt x="1657" y="5000"/>
                    </a:lnTo>
                    <a:cubicBezTo>
                      <a:pt x="1719" y="5000"/>
                      <a:pt x="1719" y="5000"/>
                      <a:pt x="1719" y="5000"/>
                    </a:cubicBezTo>
                    <a:cubicBezTo>
                      <a:pt x="1750" y="5000"/>
                      <a:pt x="1750" y="5000"/>
                      <a:pt x="1750" y="5000"/>
                    </a:cubicBezTo>
                    <a:cubicBezTo>
                      <a:pt x="1938" y="3844"/>
                      <a:pt x="2907" y="2875"/>
                      <a:pt x="2907" y="2875"/>
                    </a:cubicBezTo>
                    <a:lnTo>
                      <a:pt x="2907" y="2875"/>
                    </a:lnTo>
                    <a:cubicBezTo>
                      <a:pt x="3219" y="2563"/>
                      <a:pt x="3375" y="2157"/>
                      <a:pt x="3375" y="1688"/>
                    </a:cubicBezTo>
                  </a:path>
                </a:pathLst>
              </a:custGeom>
              <a:solidFill>
                <a:schemeClr val="accent2"/>
              </a:solidFill>
              <a:ln w="38100" cmpd="sng">
                <a:noFill/>
              </a:ln>
              <a:effectLst/>
            </p:spPr>
            <p:txBody>
              <a:bodyPr wrap="none" anchor="ctr"/>
              <a:lstStyle/>
              <a:p>
                <a:endParaRPr lang="en-US" sz="1351" dirty="0">
                  <a:latin typeface="Lato Light"/>
                </a:endParaRPr>
              </a:p>
            </p:txBody>
          </p:sp>
          <p:sp>
            <p:nvSpPr>
              <p:cNvPr id="19" name="Oval 18"/>
              <p:cNvSpPr>
                <a:spLocks noChangeAspect="1"/>
              </p:cNvSpPr>
              <p:nvPr/>
            </p:nvSpPr>
            <p:spPr>
              <a:xfrm>
                <a:off x="633195" y="2077379"/>
                <a:ext cx="244583" cy="244583"/>
              </a:xfrm>
              <a:prstGeom prst="ellipse">
                <a:avLst/>
              </a:prstGeom>
              <a:solidFill>
                <a:srgbClr val="FFFFFF"/>
              </a:solidFill>
              <a:ln w="38100" cmpd="sng">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1" dirty="0">
                  <a:latin typeface="Lato Light"/>
                </a:endParaRPr>
              </a:p>
            </p:txBody>
          </p:sp>
        </p:grpSp>
        <p:sp>
          <p:nvSpPr>
            <p:cNvPr id="23" name="Oval 22"/>
            <p:cNvSpPr>
              <a:spLocks noChangeAspect="1"/>
            </p:cNvSpPr>
            <p:nvPr/>
          </p:nvSpPr>
          <p:spPr>
            <a:xfrm>
              <a:off x="6259701" y="3551221"/>
              <a:ext cx="132310" cy="132345"/>
            </a:xfrm>
            <a:prstGeom prst="ellipse">
              <a:avLst/>
            </a:prstGeom>
            <a:solidFill>
              <a:srgbClr val="FFFFFF"/>
            </a:solidFill>
            <a:ln w="38100" cmpd="sng">
              <a:solidFill>
                <a:srgbClr val="DBDBDB"/>
              </a:solidFill>
            </a:ln>
            <a:effectLst/>
          </p:spPr>
          <p:style>
            <a:lnRef idx="1">
              <a:schemeClr val="accent1"/>
            </a:lnRef>
            <a:fillRef idx="3">
              <a:schemeClr val="accent1"/>
            </a:fillRef>
            <a:effectRef idx="2">
              <a:schemeClr val="accent1"/>
            </a:effectRef>
            <a:fontRef idx="minor">
              <a:schemeClr val="lt1"/>
            </a:fontRef>
          </p:style>
          <p:txBody>
            <a:bodyPr lIns="91448" tIns="45724" rIns="91448" bIns="45724" rtlCol="0" anchor="ctr"/>
            <a:lstStyle/>
            <a:p>
              <a:pPr algn="ctr"/>
              <a:endParaRPr lang="en-US" sz="1351" dirty="0">
                <a:latin typeface="Lato Light"/>
              </a:endParaRPr>
            </a:p>
          </p:txBody>
        </p:sp>
        <p:sp>
          <p:nvSpPr>
            <p:cNvPr id="26" name="Oval 25"/>
            <p:cNvSpPr>
              <a:spLocks noChangeAspect="1"/>
            </p:cNvSpPr>
            <p:nvPr/>
          </p:nvSpPr>
          <p:spPr>
            <a:xfrm>
              <a:off x="8448780" y="3551221"/>
              <a:ext cx="132310" cy="132345"/>
            </a:xfrm>
            <a:prstGeom prst="ellipse">
              <a:avLst/>
            </a:prstGeom>
            <a:solidFill>
              <a:srgbClr val="FFFFFF"/>
            </a:solidFill>
            <a:ln w="38100" cmpd="sng">
              <a:solidFill>
                <a:srgbClr val="DBDBDB"/>
              </a:solidFill>
            </a:ln>
            <a:effectLst/>
          </p:spPr>
          <p:style>
            <a:lnRef idx="1">
              <a:schemeClr val="accent1"/>
            </a:lnRef>
            <a:fillRef idx="3">
              <a:schemeClr val="accent1"/>
            </a:fillRef>
            <a:effectRef idx="2">
              <a:schemeClr val="accent1"/>
            </a:effectRef>
            <a:fontRef idx="minor">
              <a:schemeClr val="lt1"/>
            </a:fontRef>
          </p:style>
          <p:txBody>
            <a:bodyPr lIns="91448" tIns="45724" rIns="91448" bIns="45724" rtlCol="0" anchor="ctr"/>
            <a:lstStyle/>
            <a:p>
              <a:pPr algn="ctr"/>
              <a:endParaRPr lang="en-US" sz="1351" dirty="0">
                <a:latin typeface="Lato Light"/>
              </a:endParaRPr>
            </a:p>
          </p:txBody>
        </p:sp>
        <p:sp>
          <p:nvSpPr>
            <p:cNvPr id="27" name="Subtitle 2"/>
            <p:cNvSpPr txBox="1">
              <a:spLocks/>
            </p:cNvSpPr>
            <p:nvPr/>
          </p:nvSpPr>
          <p:spPr>
            <a:xfrm>
              <a:off x="8742694" y="3740550"/>
              <a:ext cx="1371600" cy="1153117"/>
            </a:xfrm>
            <a:prstGeom prst="rect">
              <a:avLst/>
            </a:prstGeom>
          </p:spPr>
          <p:txBody>
            <a:bodyPr vert="horz" lIns="91448" tIns="45724" rIns="91448" bIns="45724" rtlCol="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nSpc>
                  <a:spcPct val="120000"/>
                </a:lnSpc>
                <a:buNone/>
              </a:pPr>
              <a:r>
                <a:rPr lang="ar-LY" sz="1013" b="1" dirty="0">
                  <a:latin typeface="Tajawal Medium" panose="00000600000000000000" pitchFamily="2" charset="-78"/>
                  <a:cs typeface="Tajawal Medium" panose="00000600000000000000" pitchFamily="2" charset="-78"/>
                </a:rPr>
                <a:t>الربع الأول</a:t>
              </a:r>
            </a:p>
            <a:p>
              <a:pPr marL="0" indent="0">
                <a:lnSpc>
                  <a:spcPct val="120000"/>
                </a:lnSpc>
                <a:buNone/>
              </a:pPr>
              <a:r>
                <a:rPr lang="ar-LY" sz="1013" b="1" dirty="0">
                  <a:solidFill>
                    <a:schemeClr val="accent2">
                      <a:lumMod val="50000"/>
                    </a:schemeClr>
                  </a:solidFill>
                  <a:latin typeface="Tajawal Medium" panose="00000600000000000000" pitchFamily="2" charset="-78"/>
                  <a:cs typeface="Tajawal Medium" panose="00000600000000000000" pitchFamily="2" charset="-78"/>
                </a:rPr>
                <a:t>فتلكها</a:t>
              </a:r>
            </a:p>
            <a:p>
              <a:pPr marL="0" indent="0">
                <a:lnSpc>
                  <a:spcPct val="120000"/>
                </a:lnSpc>
                <a:buNone/>
              </a:pPr>
              <a:r>
                <a:rPr lang="ar-LY" sz="1013" b="1" dirty="0">
                  <a:solidFill>
                    <a:schemeClr val="accent2">
                      <a:lumMod val="50000"/>
                    </a:schemeClr>
                  </a:solidFill>
                  <a:latin typeface="Tajawal Medium" panose="00000600000000000000" pitchFamily="2" charset="-78"/>
                  <a:cs typeface="Tajawal Medium" panose="00000600000000000000" pitchFamily="2" charset="-78"/>
                </a:rPr>
                <a:t>الزوار</a:t>
              </a:r>
            </a:p>
            <a:p>
              <a:pPr marL="0" indent="0">
                <a:lnSpc>
                  <a:spcPct val="120000"/>
                </a:lnSpc>
                <a:buNone/>
              </a:pPr>
              <a:r>
                <a:rPr lang="en-US" sz="1013" b="1" dirty="0">
                  <a:solidFill>
                    <a:schemeClr val="accent2">
                      <a:lumMod val="50000"/>
                    </a:schemeClr>
                  </a:solidFill>
                  <a:latin typeface="Tajawal Medium" panose="00000600000000000000" pitchFamily="2" charset="-78"/>
                  <a:cs typeface="Tajawal Medium" panose="00000600000000000000" pitchFamily="2" charset="-78"/>
                </a:rPr>
                <a:t>P-portal</a:t>
              </a:r>
              <a:endParaRPr lang="ar-LY" sz="1013" b="1" dirty="0">
                <a:solidFill>
                  <a:schemeClr val="accent6">
                    <a:lumMod val="75000"/>
                  </a:schemeClr>
                </a:solidFill>
                <a:latin typeface="Tajawal Medium" panose="00000600000000000000" pitchFamily="2" charset="-78"/>
                <a:cs typeface="Tajawal Medium" panose="00000600000000000000" pitchFamily="2" charset="-78"/>
              </a:endParaRPr>
            </a:p>
            <a:p>
              <a:pPr marL="0" indent="0">
                <a:lnSpc>
                  <a:spcPct val="120000"/>
                </a:lnSpc>
                <a:buNone/>
              </a:pPr>
              <a:r>
                <a:rPr lang="ar-LY" sz="1013" b="1" dirty="0">
                  <a:solidFill>
                    <a:schemeClr val="accent2">
                      <a:lumMod val="75000"/>
                    </a:schemeClr>
                  </a:solidFill>
                  <a:latin typeface="Tajawal Medium" panose="00000600000000000000" pitchFamily="2" charset="-78"/>
                  <a:cs typeface="Tajawal Medium" panose="00000600000000000000" pitchFamily="2" charset="-78"/>
                </a:rPr>
                <a:t>حملة رمضان</a:t>
              </a:r>
              <a:endParaRPr lang="en-US" sz="1013" b="1" dirty="0">
                <a:solidFill>
                  <a:schemeClr val="accent2">
                    <a:lumMod val="75000"/>
                  </a:schemeClr>
                </a:solidFill>
                <a:latin typeface="Tajawal Medium" panose="00000600000000000000" pitchFamily="2" charset="-78"/>
                <a:cs typeface="Tajawal Medium" panose="00000600000000000000" pitchFamily="2" charset="-78"/>
              </a:endParaRPr>
            </a:p>
            <a:p>
              <a:pPr marL="0" indent="0">
                <a:lnSpc>
                  <a:spcPct val="120000"/>
                </a:lnSpc>
                <a:buNone/>
              </a:pPr>
              <a:endParaRPr lang="ar-LY" sz="1013" b="1" dirty="0">
                <a:solidFill>
                  <a:schemeClr val="accent6">
                    <a:lumMod val="75000"/>
                  </a:schemeClr>
                </a:solidFill>
                <a:latin typeface="Tajawal Medium" panose="00000600000000000000" pitchFamily="2" charset="-78"/>
                <a:cs typeface="Tajawal Medium" panose="00000600000000000000" pitchFamily="2" charset="-78"/>
              </a:endParaRPr>
            </a:p>
            <a:p>
              <a:pPr marL="0" indent="0">
                <a:lnSpc>
                  <a:spcPct val="120000"/>
                </a:lnSpc>
                <a:buNone/>
              </a:pPr>
              <a:endParaRPr lang="en-US" sz="1013" b="1" dirty="0">
                <a:solidFill>
                  <a:schemeClr val="accent2">
                    <a:lumMod val="50000"/>
                  </a:schemeClr>
                </a:solidFill>
                <a:latin typeface="Tajawal Medium" panose="00000600000000000000" pitchFamily="2" charset="-78"/>
                <a:cs typeface="Tajawal Medium" panose="00000600000000000000" pitchFamily="2" charset="-78"/>
              </a:endParaRPr>
            </a:p>
          </p:txBody>
        </p:sp>
        <p:grpSp>
          <p:nvGrpSpPr>
            <p:cNvPr id="33" name="Group 32"/>
            <p:cNvGrpSpPr/>
            <p:nvPr/>
          </p:nvGrpSpPr>
          <p:grpSpPr>
            <a:xfrm>
              <a:off x="8327294" y="3772022"/>
              <a:ext cx="391093" cy="579133"/>
              <a:chOff x="6906543" y="2914683"/>
              <a:chExt cx="391093" cy="578982"/>
            </a:xfrm>
          </p:grpSpPr>
          <p:sp>
            <p:nvSpPr>
              <p:cNvPr id="25" name="Freeform 14"/>
              <p:cNvSpPr>
                <a:spLocks noChangeArrowheads="1"/>
              </p:cNvSpPr>
              <p:nvPr/>
            </p:nvSpPr>
            <p:spPr bwMode="auto">
              <a:xfrm rot="10800000">
                <a:off x="6906543" y="2914683"/>
                <a:ext cx="391093" cy="578982"/>
              </a:xfrm>
              <a:custGeom>
                <a:avLst/>
                <a:gdLst>
                  <a:gd name="T0" fmla="*/ 3375 w 3376"/>
                  <a:gd name="T1" fmla="*/ 1688 h 5001"/>
                  <a:gd name="T2" fmla="*/ 3375 w 3376"/>
                  <a:gd name="T3" fmla="*/ 1688 h 5001"/>
                  <a:gd name="T4" fmla="*/ 1688 w 3376"/>
                  <a:gd name="T5" fmla="*/ 0 h 5001"/>
                  <a:gd name="T6" fmla="*/ 0 w 3376"/>
                  <a:gd name="T7" fmla="*/ 1688 h 5001"/>
                  <a:gd name="T8" fmla="*/ 469 w 3376"/>
                  <a:gd name="T9" fmla="*/ 2875 h 5001"/>
                  <a:gd name="T10" fmla="*/ 469 w 3376"/>
                  <a:gd name="T11" fmla="*/ 2875 h 5001"/>
                  <a:gd name="T12" fmla="*/ 1657 w 3376"/>
                  <a:gd name="T13" fmla="*/ 5000 h 5001"/>
                  <a:gd name="T14" fmla="*/ 1657 w 3376"/>
                  <a:gd name="T15" fmla="*/ 5000 h 5001"/>
                  <a:gd name="T16" fmla="*/ 1719 w 3376"/>
                  <a:gd name="T17" fmla="*/ 5000 h 5001"/>
                  <a:gd name="T18" fmla="*/ 1750 w 3376"/>
                  <a:gd name="T19" fmla="*/ 5000 h 5001"/>
                  <a:gd name="T20" fmla="*/ 2907 w 3376"/>
                  <a:gd name="T21" fmla="*/ 2875 h 5001"/>
                  <a:gd name="T22" fmla="*/ 2907 w 3376"/>
                  <a:gd name="T23" fmla="*/ 2875 h 5001"/>
                  <a:gd name="T24" fmla="*/ 3375 w 3376"/>
                  <a:gd name="T25" fmla="*/ 1688 h 50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376" h="5001">
                    <a:moveTo>
                      <a:pt x="3375" y="1688"/>
                    </a:moveTo>
                    <a:lnTo>
                      <a:pt x="3375" y="1688"/>
                    </a:lnTo>
                    <a:cubicBezTo>
                      <a:pt x="3375" y="751"/>
                      <a:pt x="2625" y="0"/>
                      <a:pt x="1688" y="0"/>
                    </a:cubicBezTo>
                    <a:cubicBezTo>
                      <a:pt x="750" y="0"/>
                      <a:pt x="0" y="751"/>
                      <a:pt x="0" y="1688"/>
                    </a:cubicBezTo>
                    <a:cubicBezTo>
                      <a:pt x="0" y="2157"/>
                      <a:pt x="188" y="2563"/>
                      <a:pt x="469" y="2875"/>
                    </a:cubicBezTo>
                    <a:lnTo>
                      <a:pt x="469" y="2875"/>
                    </a:lnTo>
                    <a:cubicBezTo>
                      <a:pt x="469" y="2875"/>
                      <a:pt x="1469" y="3844"/>
                      <a:pt x="1657" y="5000"/>
                    </a:cubicBezTo>
                    <a:lnTo>
                      <a:pt x="1657" y="5000"/>
                    </a:lnTo>
                    <a:cubicBezTo>
                      <a:pt x="1719" y="5000"/>
                      <a:pt x="1719" y="5000"/>
                      <a:pt x="1719" y="5000"/>
                    </a:cubicBezTo>
                    <a:cubicBezTo>
                      <a:pt x="1750" y="5000"/>
                      <a:pt x="1750" y="5000"/>
                      <a:pt x="1750" y="5000"/>
                    </a:cubicBezTo>
                    <a:cubicBezTo>
                      <a:pt x="1938" y="3844"/>
                      <a:pt x="2907" y="2875"/>
                      <a:pt x="2907" y="2875"/>
                    </a:cubicBezTo>
                    <a:lnTo>
                      <a:pt x="2907" y="2875"/>
                    </a:lnTo>
                    <a:cubicBezTo>
                      <a:pt x="3219" y="2563"/>
                      <a:pt x="3375" y="2157"/>
                      <a:pt x="3375" y="1688"/>
                    </a:cubicBezTo>
                  </a:path>
                </a:pathLst>
              </a:custGeom>
              <a:solidFill>
                <a:schemeClr val="accent5"/>
              </a:solidFill>
              <a:ln w="38100" cmpd="sng">
                <a:noFill/>
              </a:ln>
              <a:effectLst/>
            </p:spPr>
            <p:txBody>
              <a:bodyPr wrap="none" anchor="ctr"/>
              <a:lstStyle/>
              <a:p>
                <a:endParaRPr lang="en-US" sz="1351" dirty="0">
                  <a:latin typeface="Lato Light"/>
                </a:endParaRPr>
              </a:p>
            </p:txBody>
          </p:sp>
          <p:sp>
            <p:nvSpPr>
              <p:cNvPr id="28" name="Oval 27"/>
              <p:cNvSpPr>
                <a:spLocks noChangeAspect="1"/>
              </p:cNvSpPr>
              <p:nvPr/>
            </p:nvSpPr>
            <p:spPr>
              <a:xfrm>
                <a:off x="6982438" y="3170550"/>
                <a:ext cx="244583" cy="244583"/>
              </a:xfrm>
              <a:prstGeom prst="ellipse">
                <a:avLst/>
              </a:prstGeom>
              <a:solidFill>
                <a:srgbClr val="FFFFFF"/>
              </a:solidFill>
              <a:ln w="38100" cmpd="sng">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1" dirty="0">
                  <a:latin typeface="Lato Light"/>
                </a:endParaRPr>
              </a:p>
            </p:txBody>
          </p:sp>
        </p:grpSp>
        <p:grpSp>
          <p:nvGrpSpPr>
            <p:cNvPr id="32" name="Group 31"/>
            <p:cNvGrpSpPr/>
            <p:nvPr/>
          </p:nvGrpSpPr>
          <p:grpSpPr>
            <a:xfrm>
              <a:off x="6126119" y="2840447"/>
              <a:ext cx="391093" cy="579133"/>
              <a:chOff x="4705368" y="1983350"/>
              <a:chExt cx="391093" cy="578982"/>
            </a:xfrm>
          </p:grpSpPr>
          <p:sp>
            <p:nvSpPr>
              <p:cNvPr id="22" name="Freeform 14"/>
              <p:cNvSpPr>
                <a:spLocks noChangeArrowheads="1"/>
              </p:cNvSpPr>
              <p:nvPr/>
            </p:nvSpPr>
            <p:spPr bwMode="auto">
              <a:xfrm>
                <a:off x="4705368" y="1983350"/>
                <a:ext cx="391093" cy="578982"/>
              </a:xfrm>
              <a:custGeom>
                <a:avLst/>
                <a:gdLst>
                  <a:gd name="T0" fmla="*/ 3375 w 3376"/>
                  <a:gd name="T1" fmla="*/ 1688 h 5001"/>
                  <a:gd name="T2" fmla="*/ 3375 w 3376"/>
                  <a:gd name="T3" fmla="*/ 1688 h 5001"/>
                  <a:gd name="T4" fmla="*/ 1688 w 3376"/>
                  <a:gd name="T5" fmla="*/ 0 h 5001"/>
                  <a:gd name="T6" fmla="*/ 0 w 3376"/>
                  <a:gd name="T7" fmla="*/ 1688 h 5001"/>
                  <a:gd name="T8" fmla="*/ 469 w 3376"/>
                  <a:gd name="T9" fmla="*/ 2875 h 5001"/>
                  <a:gd name="T10" fmla="*/ 469 w 3376"/>
                  <a:gd name="T11" fmla="*/ 2875 h 5001"/>
                  <a:gd name="T12" fmla="*/ 1657 w 3376"/>
                  <a:gd name="T13" fmla="*/ 5000 h 5001"/>
                  <a:gd name="T14" fmla="*/ 1657 w 3376"/>
                  <a:gd name="T15" fmla="*/ 5000 h 5001"/>
                  <a:gd name="T16" fmla="*/ 1719 w 3376"/>
                  <a:gd name="T17" fmla="*/ 5000 h 5001"/>
                  <a:gd name="T18" fmla="*/ 1750 w 3376"/>
                  <a:gd name="T19" fmla="*/ 5000 h 5001"/>
                  <a:gd name="T20" fmla="*/ 2907 w 3376"/>
                  <a:gd name="T21" fmla="*/ 2875 h 5001"/>
                  <a:gd name="T22" fmla="*/ 2907 w 3376"/>
                  <a:gd name="T23" fmla="*/ 2875 h 5001"/>
                  <a:gd name="T24" fmla="*/ 3375 w 3376"/>
                  <a:gd name="T25" fmla="*/ 1688 h 50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376" h="5001">
                    <a:moveTo>
                      <a:pt x="3375" y="1688"/>
                    </a:moveTo>
                    <a:lnTo>
                      <a:pt x="3375" y="1688"/>
                    </a:lnTo>
                    <a:cubicBezTo>
                      <a:pt x="3375" y="751"/>
                      <a:pt x="2625" y="0"/>
                      <a:pt x="1688" y="0"/>
                    </a:cubicBezTo>
                    <a:cubicBezTo>
                      <a:pt x="750" y="0"/>
                      <a:pt x="0" y="751"/>
                      <a:pt x="0" y="1688"/>
                    </a:cubicBezTo>
                    <a:cubicBezTo>
                      <a:pt x="0" y="2157"/>
                      <a:pt x="188" y="2563"/>
                      <a:pt x="469" y="2875"/>
                    </a:cubicBezTo>
                    <a:lnTo>
                      <a:pt x="469" y="2875"/>
                    </a:lnTo>
                    <a:cubicBezTo>
                      <a:pt x="469" y="2875"/>
                      <a:pt x="1469" y="3844"/>
                      <a:pt x="1657" y="5000"/>
                    </a:cubicBezTo>
                    <a:lnTo>
                      <a:pt x="1657" y="5000"/>
                    </a:lnTo>
                    <a:cubicBezTo>
                      <a:pt x="1719" y="5000"/>
                      <a:pt x="1719" y="5000"/>
                      <a:pt x="1719" y="5000"/>
                    </a:cubicBezTo>
                    <a:cubicBezTo>
                      <a:pt x="1750" y="5000"/>
                      <a:pt x="1750" y="5000"/>
                      <a:pt x="1750" y="5000"/>
                    </a:cubicBezTo>
                    <a:cubicBezTo>
                      <a:pt x="1938" y="3844"/>
                      <a:pt x="2907" y="2875"/>
                      <a:pt x="2907" y="2875"/>
                    </a:cubicBezTo>
                    <a:lnTo>
                      <a:pt x="2907" y="2875"/>
                    </a:lnTo>
                    <a:cubicBezTo>
                      <a:pt x="3219" y="2563"/>
                      <a:pt x="3375" y="2157"/>
                      <a:pt x="3375" y="1688"/>
                    </a:cubicBezTo>
                  </a:path>
                </a:pathLst>
              </a:custGeom>
              <a:solidFill>
                <a:schemeClr val="accent4"/>
              </a:solidFill>
              <a:ln w="38100" cmpd="sng">
                <a:noFill/>
              </a:ln>
              <a:effectLst/>
            </p:spPr>
            <p:txBody>
              <a:bodyPr wrap="none" anchor="ctr"/>
              <a:lstStyle/>
              <a:p>
                <a:endParaRPr lang="en-US" sz="1351" dirty="0">
                  <a:latin typeface="Lato Light"/>
                </a:endParaRPr>
              </a:p>
            </p:txBody>
          </p:sp>
          <p:sp>
            <p:nvSpPr>
              <p:cNvPr id="29" name="Oval 28"/>
              <p:cNvSpPr>
                <a:spLocks noChangeAspect="1"/>
              </p:cNvSpPr>
              <p:nvPr/>
            </p:nvSpPr>
            <p:spPr>
              <a:xfrm>
                <a:off x="4783810" y="2052951"/>
                <a:ext cx="244583" cy="244583"/>
              </a:xfrm>
              <a:prstGeom prst="ellipse">
                <a:avLst/>
              </a:prstGeom>
              <a:solidFill>
                <a:srgbClr val="FFFFFF"/>
              </a:solidFill>
              <a:ln w="38100" cmpd="sng">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1" dirty="0">
                  <a:latin typeface="Lato Light"/>
                </a:endParaRPr>
              </a:p>
            </p:txBody>
          </p:sp>
        </p:grpSp>
        <p:sp>
          <p:nvSpPr>
            <p:cNvPr id="34" name="Subtitle 2"/>
            <p:cNvSpPr txBox="1">
              <a:spLocks/>
            </p:cNvSpPr>
            <p:nvPr/>
          </p:nvSpPr>
          <p:spPr>
            <a:xfrm>
              <a:off x="6632543" y="1966782"/>
              <a:ext cx="1816237" cy="1647485"/>
            </a:xfrm>
            <a:prstGeom prst="rect">
              <a:avLst/>
            </a:prstGeom>
          </p:spPr>
          <p:txBody>
            <a:bodyPr vert="horz" lIns="91448" tIns="45724" rIns="91448" bIns="45724" rtlCol="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nSpc>
                  <a:spcPct val="120000"/>
                </a:lnSpc>
                <a:buNone/>
              </a:pPr>
              <a:r>
                <a:rPr lang="ar-LY" sz="1013" b="1" dirty="0">
                  <a:latin typeface="Tajawal Medium" panose="00000600000000000000" pitchFamily="2" charset="-78"/>
                  <a:cs typeface="Tajawal Medium" panose="00000600000000000000" pitchFamily="2" charset="-78"/>
                </a:rPr>
                <a:t>الربع الثاني</a:t>
              </a:r>
            </a:p>
            <a:p>
              <a:pPr marL="0" indent="0">
                <a:lnSpc>
                  <a:spcPct val="120000"/>
                </a:lnSpc>
                <a:buNone/>
              </a:pPr>
              <a:r>
                <a:rPr lang="ar-LY" sz="1013" b="1" strike="sngStrike" dirty="0">
                  <a:solidFill>
                    <a:schemeClr val="accent6">
                      <a:lumMod val="75000"/>
                    </a:schemeClr>
                  </a:solidFill>
                  <a:latin typeface="Tajawal Medium" panose="00000600000000000000" pitchFamily="2" charset="-78"/>
                  <a:cs typeface="Tajawal Medium" panose="00000600000000000000" pitchFamily="2" charset="-78"/>
                </a:rPr>
                <a:t>الدفع الالكتروني في نقاط البيع</a:t>
              </a:r>
              <a:r>
                <a:rPr lang="ar-LY" sz="1013" b="1" dirty="0">
                  <a:solidFill>
                    <a:schemeClr val="accent6">
                      <a:lumMod val="75000"/>
                    </a:schemeClr>
                  </a:solidFill>
                  <a:latin typeface="Tajawal Medium" panose="00000600000000000000" pitchFamily="2" charset="-78"/>
                  <a:cs typeface="Tajawal Medium" panose="00000600000000000000" pitchFamily="2" charset="-78"/>
                </a:rPr>
                <a:t>"</a:t>
              </a:r>
            </a:p>
            <a:p>
              <a:pPr marL="0" indent="0">
                <a:lnSpc>
                  <a:spcPct val="120000"/>
                </a:lnSpc>
                <a:buNone/>
              </a:pPr>
              <a:r>
                <a:rPr lang="ar-LY" sz="1013" b="1" dirty="0">
                  <a:solidFill>
                    <a:schemeClr val="accent2">
                      <a:lumMod val="75000"/>
                    </a:schemeClr>
                  </a:solidFill>
                  <a:latin typeface="Tajawal Medium" panose="00000600000000000000" pitchFamily="2" charset="-78"/>
                  <a:cs typeface="Tajawal Medium" panose="00000600000000000000" pitchFamily="2" charset="-78"/>
                </a:rPr>
                <a:t>حملة الحج</a:t>
              </a:r>
            </a:p>
            <a:p>
              <a:pPr marL="0" indent="0">
                <a:lnSpc>
                  <a:spcPct val="120000"/>
                </a:lnSpc>
                <a:buNone/>
              </a:pPr>
              <a:r>
                <a:rPr lang="ar-LY" sz="1013" b="1" strike="sngStrike" dirty="0">
                  <a:solidFill>
                    <a:schemeClr val="accent2">
                      <a:lumMod val="75000"/>
                    </a:schemeClr>
                  </a:solidFill>
                  <a:latin typeface="Tajawal Medium" panose="00000600000000000000" pitchFamily="2" charset="-78"/>
                  <a:cs typeface="Tajawal Medium" panose="00000600000000000000" pitchFamily="2" charset="-78"/>
                </a:rPr>
                <a:t>حملة</a:t>
              </a:r>
              <a:r>
                <a:rPr lang="ar-LY" sz="1013" b="1" dirty="0">
                  <a:solidFill>
                    <a:schemeClr val="accent2">
                      <a:lumMod val="75000"/>
                    </a:schemeClr>
                  </a:solidFill>
                  <a:latin typeface="Tajawal Medium" panose="00000600000000000000" pitchFamily="2" charset="-78"/>
                  <a:cs typeface="Tajawal Medium" panose="00000600000000000000" pitchFamily="2" charset="-78"/>
                </a:rPr>
                <a:t> </a:t>
              </a:r>
              <a:r>
                <a:rPr lang="ar-LY" sz="1013" b="1" strike="sngStrike" dirty="0" err="1">
                  <a:solidFill>
                    <a:schemeClr val="accent2">
                      <a:lumMod val="75000"/>
                    </a:schemeClr>
                  </a:solidFill>
                  <a:latin typeface="Tajawal Medium" panose="00000600000000000000" pitchFamily="2" charset="-78"/>
                  <a:cs typeface="Tajawal Medium" panose="00000600000000000000" pitchFamily="2" charset="-78"/>
                </a:rPr>
                <a:t>خدماتز</a:t>
              </a:r>
              <a:r>
                <a:rPr lang="ar-LY" sz="1013" b="1" strike="sngStrike" dirty="0">
                  <a:solidFill>
                    <a:schemeClr val="accent2">
                      <a:lumMod val="75000"/>
                    </a:schemeClr>
                  </a:solidFill>
                  <a:latin typeface="Tajawal Medium" panose="00000600000000000000" pitchFamily="2" charset="-78"/>
                  <a:cs typeface="Tajawal Medium" panose="00000600000000000000" pitchFamily="2" charset="-78"/>
                </a:rPr>
                <a:t> </a:t>
              </a:r>
              <a:r>
                <a:rPr lang="en-US" sz="1013" b="1" strike="sngStrike" dirty="0">
                  <a:solidFill>
                    <a:schemeClr val="accent2">
                      <a:lumMod val="75000"/>
                    </a:schemeClr>
                  </a:solidFill>
                  <a:latin typeface="Tajawal Medium" panose="00000600000000000000" pitchFamily="2" charset="-78"/>
                  <a:cs typeface="Tajawal Medium" panose="00000600000000000000" pitchFamily="2" charset="-78"/>
                </a:rPr>
                <a:t>CALL completion</a:t>
              </a:r>
              <a:endParaRPr lang="ar-LY" sz="1013" b="1" strike="sngStrike" dirty="0">
                <a:solidFill>
                  <a:schemeClr val="accent6">
                    <a:lumMod val="75000"/>
                  </a:schemeClr>
                </a:solidFill>
                <a:latin typeface="Tajawal Medium" panose="00000600000000000000" pitchFamily="2" charset="-78"/>
                <a:cs typeface="Tajawal Medium" panose="00000600000000000000" pitchFamily="2" charset="-78"/>
              </a:endParaRPr>
            </a:p>
            <a:p>
              <a:pPr marL="0" indent="0">
                <a:lnSpc>
                  <a:spcPct val="120000"/>
                </a:lnSpc>
                <a:buNone/>
              </a:pPr>
              <a:endParaRPr lang="en-US" sz="1013" b="1" dirty="0">
                <a:solidFill>
                  <a:schemeClr val="accent2">
                    <a:lumMod val="50000"/>
                  </a:schemeClr>
                </a:solidFill>
                <a:latin typeface="Tajawal Medium" panose="00000600000000000000" pitchFamily="2" charset="-78"/>
                <a:cs typeface="Tajawal Medium" panose="00000600000000000000" pitchFamily="2" charset="-78"/>
              </a:endParaRPr>
            </a:p>
          </p:txBody>
        </p:sp>
        <p:sp>
          <p:nvSpPr>
            <p:cNvPr id="35" name="Subtitle 2"/>
            <p:cNvSpPr txBox="1">
              <a:spLocks/>
            </p:cNvSpPr>
            <p:nvPr/>
          </p:nvSpPr>
          <p:spPr>
            <a:xfrm>
              <a:off x="4663493" y="3742756"/>
              <a:ext cx="1816237" cy="1577757"/>
            </a:xfrm>
            <a:prstGeom prst="rect">
              <a:avLst/>
            </a:prstGeom>
          </p:spPr>
          <p:txBody>
            <a:bodyPr vert="horz" lIns="91448" tIns="45724" rIns="91448" bIns="45724" rtlCol="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nSpc>
                  <a:spcPct val="120000"/>
                </a:lnSpc>
                <a:buNone/>
              </a:pPr>
              <a:r>
                <a:rPr lang="ar-LY" sz="1013" b="1" dirty="0">
                  <a:latin typeface="Tajawal Medium" panose="00000600000000000000" pitchFamily="2" charset="-78"/>
                  <a:cs typeface="Tajawal Medium" panose="00000600000000000000" pitchFamily="2" charset="-78"/>
                </a:rPr>
                <a:t>الربع الثالث</a:t>
              </a:r>
            </a:p>
            <a:p>
              <a:pPr marL="0" indent="0">
                <a:lnSpc>
                  <a:spcPct val="120000"/>
                </a:lnSpc>
                <a:buNone/>
              </a:pPr>
              <a:r>
                <a:rPr lang="ar-LY" sz="1013" b="1" dirty="0">
                  <a:solidFill>
                    <a:schemeClr val="accent2">
                      <a:lumMod val="50000"/>
                    </a:schemeClr>
                  </a:solidFill>
                  <a:latin typeface="Tajawal Medium" panose="00000600000000000000" pitchFamily="2" charset="-78"/>
                  <a:cs typeface="Tajawal Medium" panose="00000600000000000000" pitchFamily="2" charset="-78"/>
                </a:rPr>
                <a:t>كرت بيانات المنازل + اعمال</a:t>
              </a:r>
            </a:p>
            <a:p>
              <a:pPr marL="0" indent="0">
                <a:lnSpc>
                  <a:spcPct val="120000"/>
                </a:lnSpc>
                <a:buNone/>
              </a:pPr>
              <a:r>
                <a:rPr lang="ar-LY" sz="1013" b="1" strike="sngStrike" dirty="0">
                  <a:solidFill>
                    <a:schemeClr val="accent2">
                      <a:lumMod val="50000"/>
                    </a:schemeClr>
                  </a:solidFill>
                  <a:latin typeface="Tajawal Medium" panose="00000600000000000000" pitchFamily="2" charset="-78"/>
                  <a:cs typeface="Tajawal Medium" panose="00000600000000000000" pitchFamily="2" charset="-78"/>
                </a:rPr>
                <a:t>منتج الطلبة وهيئة التدريس</a:t>
              </a:r>
            </a:p>
            <a:p>
              <a:pPr marL="0" indent="0">
                <a:lnSpc>
                  <a:spcPct val="120000"/>
                </a:lnSpc>
                <a:buNone/>
              </a:pPr>
              <a:r>
                <a:rPr lang="ar-LY" sz="1013" b="1" strike="sngStrike" dirty="0">
                  <a:solidFill>
                    <a:schemeClr val="accent6">
                      <a:lumMod val="75000"/>
                    </a:schemeClr>
                  </a:solidFill>
                  <a:latin typeface="Tajawal Medium" panose="00000600000000000000" pitchFamily="2" charset="-78"/>
                  <a:cs typeface="Tajawal Medium" panose="00000600000000000000" pitchFamily="2" charset="-78"/>
                </a:rPr>
                <a:t>الدفع الالكتروني في القنوات الرقمية</a:t>
              </a:r>
            </a:p>
            <a:p>
              <a:pPr marL="0" indent="0">
                <a:lnSpc>
                  <a:spcPct val="120000"/>
                </a:lnSpc>
                <a:buNone/>
              </a:pPr>
              <a:r>
                <a:rPr lang="ar-LY" sz="1013" b="1" dirty="0">
                  <a:solidFill>
                    <a:schemeClr val="accent2">
                      <a:lumMod val="75000"/>
                    </a:schemeClr>
                  </a:solidFill>
                  <a:latin typeface="Tajawal Medium" panose="00000600000000000000" pitchFamily="2" charset="-78"/>
                  <a:cs typeface="Tajawal Medium" panose="00000600000000000000" pitchFamily="2" charset="-78"/>
                </a:rPr>
                <a:t>حملة الخدمات المضافة</a:t>
              </a:r>
            </a:p>
            <a:p>
              <a:pPr marL="0" indent="0">
                <a:lnSpc>
                  <a:spcPct val="120000"/>
                </a:lnSpc>
                <a:buNone/>
              </a:pPr>
              <a:r>
                <a:rPr lang="ar-LY" sz="1013" b="1" dirty="0">
                  <a:solidFill>
                    <a:schemeClr val="accent2">
                      <a:lumMod val="50000"/>
                    </a:schemeClr>
                  </a:solidFill>
                  <a:latin typeface="Tajawal Medium" panose="00000600000000000000" pitchFamily="2" charset="-78"/>
                  <a:cs typeface="Tajawal Medium" panose="00000600000000000000" pitchFamily="2" charset="-78"/>
                </a:rPr>
                <a:t>منتج كوكتيل</a:t>
              </a:r>
            </a:p>
            <a:p>
              <a:pPr marL="0" indent="0">
                <a:lnSpc>
                  <a:spcPct val="120000"/>
                </a:lnSpc>
                <a:buNone/>
              </a:pPr>
              <a:endParaRPr lang="ar-LY" sz="1013" b="1" dirty="0">
                <a:solidFill>
                  <a:schemeClr val="accent6">
                    <a:lumMod val="75000"/>
                  </a:schemeClr>
                </a:solidFill>
                <a:latin typeface="Tajawal Medium" panose="00000600000000000000" pitchFamily="2" charset="-78"/>
                <a:cs typeface="Tajawal Medium" panose="00000600000000000000" pitchFamily="2" charset="-78"/>
              </a:endParaRPr>
            </a:p>
          </p:txBody>
        </p:sp>
        <p:sp>
          <p:nvSpPr>
            <p:cNvPr id="36" name="Subtitle 2"/>
            <p:cNvSpPr txBox="1">
              <a:spLocks/>
            </p:cNvSpPr>
            <p:nvPr/>
          </p:nvSpPr>
          <p:spPr>
            <a:xfrm>
              <a:off x="2425084" y="1572480"/>
              <a:ext cx="1824624" cy="2341398"/>
            </a:xfrm>
            <a:prstGeom prst="rect">
              <a:avLst/>
            </a:prstGeom>
          </p:spPr>
          <p:txBody>
            <a:bodyPr vert="horz" lIns="91448" tIns="45724" rIns="91448" bIns="45724" rtlCol="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nSpc>
                  <a:spcPct val="120000"/>
                </a:lnSpc>
                <a:buNone/>
              </a:pPr>
              <a:r>
                <a:rPr lang="ar-LY" sz="1013" b="1" dirty="0">
                  <a:latin typeface="Tajawal Medium" panose="00000600000000000000" pitchFamily="2" charset="-78"/>
                  <a:cs typeface="Tajawal Medium" panose="00000600000000000000" pitchFamily="2" charset="-78"/>
                </a:rPr>
                <a:t>الربع الرابع</a:t>
              </a:r>
            </a:p>
            <a:p>
              <a:pPr marL="0" indent="0">
                <a:lnSpc>
                  <a:spcPct val="120000"/>
                </a:lnSpc>
                <a:buNone/>
              </a:pPr>
              <a:r>
                <a:rPr lang="ar-LY" sz="1013" b="1" dirty="0">
                  <a:solidFill>
                    <a:schemeClr val="accent2">
                      <a:lumMod val="50000"/>
                    </a:schemeClr>
                  </a:solidFill>
                  <a:latin typeface="Tajawal Medium" panose="00000600000000000000" pitchFamily="2" charset="-78"/>
                  <a:cs typeface="Tajawal Medium" panose="00000600000000000000" pitchFamily="2" charset="-78"/>
                </a:rPr>
                <a:t>كرت بيانات المنازل + شخصي</a:t>
              </a:r>
            </a:p>
            <a:p>
              <a:pPr marL="0" indent="0">
                <a:lnSpc>
                  <a:spcPct val="120000"/>
                </a:lnSpc>
                <a:buNone/>
              </a:pPr>
              <a:r>
                <a:rPr lang="ar-LY" sz="1013" b="1" strike="sngStrike" dirty="0">
                  <a:solidFill>
                    <a:schemeClr val="accent2">
                      <a:lumMod val="75000"/>
                    </a:schemeClr>
                  </a:solidFill>
                  <a:latin typeface="Tajawal Medium" panose="00000600000000000000" pitchFamily="2" charset="-78"/>
                  <a:cs typeface="Tajawal Medium" panose="00000600000000000000" pitchFamily="2" charset="-78"/>
                </a:rPr>
                <a:t>حملة ومعرض  خاص بالتحول الرقمي والمدن الذكية</a:t>
              </a:r>
            </a:p>
            <a:p>
              <a:pPr marL="0" indent="0">
                <a:lnSpc>
                  <a:spcPct val="120000"/>
                </a:lnSpc>
                <a:buNone/>
              </a:pPr>
              <a:r>
                <a:rPr lang="ar-LY" sz="1013" b="1" dirty="0">
                  <a:solidFill>
                    <a:schemeClr val="accent2">
                      <a:lumMod val="75000"/>
                    </a:schemeClr>
                  </a:solidFill>
                  <a:latin typeface="Tajawal Medium" panose="00000600000000000000" pitchFamily="2" charset="-78"/>
                  <a:cs typeface="Tajawal Medium" panose="00000600000000000000" pitchFamily="2" charset="-78"/>
                </a:rPr>
                <a:t>معرض التقنية</a:t>
              </a:r>
            </a:p>
            <a:p>
              <a:pPr marL="0" indent="0">
                <a:lnSpc>
                  <a:spcPct val="120000"/>
                </a:lnSpc>
                <a:buNone/>
              </a:pPr>
              <a:r>
                <a:rPr lang="ar-LY" sz="1013" b="1" dirty="0">
                  <a:solidFill>
                    <a:schemeClr val="accent6"/>
                  </a:solidFill>
                  <a:latin typeface="Tajawal Medium" panose="00000600000000000000" pitchFamily="2" charset="-78"/>
                  <a:cs typeface="Tajawal Medium" panose="00000600000000000000" pitchFamily="2" charset="-78"/>
                </a:rPr>
                <a:t>خدمة </a:t>
              </a:r>
              <a:r>
                <a:rPr lang="en-US" sz="1013" b="1" dirty="0" err="1">
                  <a:solidFill>
                    <a:schemeClr val="accent6"/>
                  </a:solidFill>
                  <a:latin typeface="Tajawal Medium" panose="00000600000000000000" pitchFamily="2" charset="-78"/>
                  <a:cs typeface="Tajawal Medium" panose="00000600000000000000" pitchFamily="2" charset="-78"/>
                </a:rPr>
                <a:t>vowifi</a:t>
              </a:r>
              <a:endParaRPr lang="ar-LY" sz="1013" b="1" dirty="0">
                <a:solidFill>
                  <a:schemeClr val="accent6"/>
                </a:solidFill>
                <a:latin typeface="Tajawal Medium" panose="00000600000000000000" pitchFamily="2" charset="-78"/>
                <a:cs typeface="Tajawal Medium" panose="00000600000000000000" pitchFamily="2" charset="-78"/>
              </a:endParaRPr>
            </a:p>
            <a:p>
              <a:pPr marL="0" indent="0">
                <a:lnSpc>
                  <a:spcPct val="120000"/>
                </a:lnSpc>
                <a:buNone/>
              </a:pPr>
              <a:r>
                <a:rPr lang="ar-LY" sz="1013" b="1" dirty="0">
                  <a:solidFill>
                    <a:schemeClr val="accent6"/>
                  </a:solidFill>
                  <a:latin typeface="Tajawal Medium" panose="00000600000000000000" pitchFamily="2" charset="-78"/>
                  <a:cs typeface="Tajawal Medium" panose="00000600000000000000" pitchFamily="2" charset="-78"/>
                </a:rPr>
                <a:t>خدمة تعدد كروت الهاتف لنفس الحساب</a:t>
              </a:r>
            </a:p>
            <a:p>
              <a:pPr marL="0" indent="0">
                <a:lnSpc>
                  <a:spcPct val="120000"/>
                </a:lnSpc>
                <a:buNone/>
              </a:pPr>
              <a:r>
                <a:rPr lang="ar-LY" sz="1013" b="1" dirty="0">
                  <a:solidFill>
                    <a:srgbClr val="FF0000"/>
                  </a:solidFill>
                  <a:latin typeface="Tajawal Medium" panose="00000600000000000000" pitchFamily="2" charset="-78"/>
                  <a:cs typeface="Tajawal Medium" panose="00000600000000000000" pitchFamily="2" charset="-78"/>
                </a:rPr>
                <a:t>متجر </a:t>
              </a:r>
              <a:r>
                <a:rPr lang="ar-LY" sz="1013" b="1" dirty="0" err="1">
                  <a:solidFill>
                    <a:srgbClr val="FF0000"/>
                  </a:solidFill>
                  <a:latin typeface="Tajawal Medium" panose="00000600000000000000" pitchFamily="2" charset="-78"/>
                  <a:cs typeface="Tajawal Medium" panose="00000600000000000000" pitchFamily="2" charset="-78"/>
                </a:rPr>
                <a:t>ليبيانا</a:t>
              </a:r>
              <a:r>
                <a:rPr lang="ar-LY" sz="1013" b="1" dirty="0">
                  <a:solidFill>
                    <a:srgbClr val="FF0000"/>
                  </a:solidFill>
                  <a:latin typeface="Tajawal Medium" panose="00000600000000000000" pitchFamily="2" charset="-78"/>
                  <a:cs typeface="Tajawal Medium" panose="00000600000000000000" pitchFamily="2" charset="-78"/>
                </a:rPr>
                <a:t> + تطبيق </a:t>
              </a:r>
              <a:r>
                <a:rPr lang="ar-LY" sz="1013" b="1" dirty="0" err="1">
                  <a:solidFill>
                    <a:srgbClr val="FF0000"/>
                  </a:solidFill>
                  <a:latin typeface="Tajawal Medium" panose="00000600000000000000" pitchFamily="2" charset="-78"/>
                  <a:cs typeface="Tajawal Medium" panose="00000600000000000000" pitchFamily="2" charset="-78"/>
                </a:rPr>
                <a:t>ليبيانا</a:t>
              </a:r>
              <a:endParaRPr lang="en-US" sz="1013" b="1" dirty="0">
                <a:solidFill>
                  <a:srgbClr val="FF0000"/>
                </a:solidFill>
                <a:latin typeface="Tajawal Medium" panose="00000600000000000000" pitchFamily="2" charset="-78"/>
                <a:cs typeface="Tajawal Medium" panose="00000600000000000000" pitchFamily="2" charset="-78"/>
              </a:endParaRPr>
            </a:p>
            <a:p>
              <a:pPr marL="0" indent="0">
                <a:lnSpc>
                  <a:spcPct val="120000"/>
                </a:lnSpc>
                <a:buNone/>
              </a:pPr>
              <a:r>
                <a:rPr lang="ar-LY" sz="1013" b="1" dirty="0">
                  <a:solidFill>
                    <a:srgbClr val="FF0000"/>
                  </a:solidFill>
                  <a:latin typeface="Tajawal Medium" panose="00000600000000000000" pitchFamily="2" charset="-78"/>
                  <a:cs typeface="Tajawal Medium" panose="00000600000000000000" pitchFamily="2" charset="-78"/>
                </a:rPr>
                <a:t>+شاهين +البطاقات </a:t>
              </a:r>
              <a:r>
                <a:rPr lang="ar-LY" sz="1013" b="1" dirty="0" err="1">
                  <a:solidFill>
                    <a:srgbClr val="FF0000"/>
                  </a:solidFill>
                  <a:latin typeface="Tajawal Medium" panose="00000600000000000000" pitchFamily="2" charset="-78"/>
                  <a:cs typeface="Tajawal Medium" panose="00000600000000000000" pitchFamily="2" charset="-78"/>
                </a:rPr>
                <a:t>الالكتروينة</a:t>
              </a:r>
              <a:endParaRPr lang="en-US" sz="1013" b="1" dirty="0">
                <a:solidFill>
                  <a:srgbClr val="FF0000"/>
                </a:solidFill>
                <a:latin typeface="Tajawal Medium" panose="00000600000000000000" pitchFamily="2" charset="-78"/>
                <a:cs typeface="Tajawal Medium" panose="00000600000000000000" pitchFamily="2" charset="-78"/>
              </a:endParaRPr>
            </a:p>
          </p:txBody>
        </p:sp>
        <p:sp>
          <p:nvSpPr>
            <p:cNvPr id="37" name="Subtitle 2"/>
            <p:cNvSpPr txBox="1">
              <a:spLocks/>
            </p:cNvSpPr>
            <p:nvPr/>
          </p:nvSpPr>
          <p:spPr>
            <a:xfrm>
              <a:off x="902010" y="3915122"/>
              <a:ext cx="1816237" cy="1077489"/>
            </a:xfrm>
            <a:prstGeom prst="rect">
              <a:avLst/>
            </a:prstGeom>
          </p:spPr>
          <p:txBody>
            <a:bodyPr vert="horz" lIns="91448" tIns="45724" rIns="91448" bIns="45724" rtlCol="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nSpc>
                  <a:spcPct val="120000"/>
                </a:lnSpc>
                <a:buNone/>
              </a:pPr>
              <a:r>
                <a:rPr lang="ar-LY" sz="1013" b="1" dirty="0">
                  <a:latin typeface="Tajawal Medium" panose="00000600000000000000" pitchFamily="2" charset="-78"/>
                  <a:cs typeface="Tajawal Medium" panose="00000600000000000000" pitchFamily="2" charset="-78"/>
                </a:rPr>
                <a:t>الربع الأول 2024</a:t>
              </a:r>
            </a:p>
            <a:p>
              <a:pPr marL="0" indent="0">
                <a:lnSpc>
                  <a:spcPct val="120000"/>
                </a:lnSpc>
                <a:buNone/>
              </a:pPr>
              <a:r>
                <a:rPr lang="ar-LY" sz="1013" b="1" dirty="0">
                  <a:solidFill>
                    <a:schemeClr val="accent2">
                      <a:lumMod val="75000"/>
                    </a:schemeClr>
                  </a:solidFill>
                  <a:latin typeface="Tajawal Medium" panose="00000600000000000000" pitchFamily="2" charset="-78"/>
                  <a:cs typeface="Tajawal Medium" panose="00000600000000000000" pitchFamily="2" charset="-78"/>
                </a:rPr>
                <a:t>حملة رمضان</a:t>
              </a:r>
            </a:p>
            <a:p>
              <a:pPr marL="0" indent="0">
                <a:lnSpc>
                  <a:spcPct val="120000"/>
                </a:lnSpc>
                <a:buNone/>
              </a:pPr>
              <a:r>
                <a:rPr lang="ar-LY" sz="1013" b="1" dirty="0">
                  <a:solidFill>
                    <a:schemeClr val="accent6">
                      <a:lumMod val="75000"/>
                    </a:schemeClr>
                  </a:solidFill>
                  <a:latin typeface="Tajawal Medium" panose="00000600000000000000" pitchFamily="2" charset="-78"/>
                  <a:cs typeface="Tajawal Medium" panose="00000600000000000000" pitchFamily="2" charset="-78"/>
                </a:rPr>
                <a:t>برنامج الولاء 2</a:t>
              </a:r>
            </a:p>
          </p:txBody>
        </p:sp>
        <p:grpSp>
          <p:nvGrpSpPr>
            <p:cNvPr id="38" name="Group 37"/>
            <p:cNvGrpSpPr/>
            <p:nvPr/>
          </p:nvGrpSpPr>
          <p:grpSpPr>
            <a:xfrm>
              <a:off x="440302" y="3657944"/>
              <a:ext cx="391093" cy="579133"/>
              <a:chOff x="6906543" y="2914683"/>
              <a:chExt cx="391093" cy="578982"/>
            </a:xfrm>
          </p:grpSpPr>
          <p:sp>
            <p:nvSpPr>
              <p:cNvPr id="39" name="Freeform 14"/>
              <p:cNvSpPr>
                <a:spLocks noChangeArrowheads="1"/>
              </p:cNvSpPr>
              <p:nvPr/>
            </p:nvSpPr>
            <p:spPr bwMode="auto">
              <a:xfrm rot="10800000">
                <a:off x="6906543" y="2914683"/>
                <a:ext cx="391093" cy="578982"/>
              </a:xfrm>
              <a:custGeom>
                <a:avLst/>
                <a:gdLst>
                  <a:gd name="T0" fmla="*/ 3375 w 3376"/>
                  <a:gd name="T1" fmla="*/ 1688 h 5001"/>
                  <a:gd name="T2" fmla="*/ 3375 w 3376"/>
                  <a:gd name="T3" fmla="*/ 1688 h 5001"/>
                  <a:gd name="T4" fmla="*/ 1688 w 3376"/>
                  <a:gd name="T5" fmla="*/ 0 h 5001"/>
                  <a:gd name="T6" fmla="*/ 0 w 3376"/>
                  <a:gd name="T7" fmla="*/ 1688 h 5001"/>
                  <a:gd name="T8" fmla="*/ 469 w 3376"/>
                  <a:gd name="T9" fmla="*/ 2875 h 5001"/>
                  <a:gd name="T10" fmla="*/ 469 w 3376"/>
                  <a:gd name="T11" fmla="*/ 2875 h 5001"/>
                  <a:gd name="T12" fmla="*/ 1657 w 3376"/>
                  <a:gd name="T13" fmla="*/ 5000 h 5001"/>
                  <a:gd name="T14" fmla="*/ 1657 w 3376"/>
                  <a:gd name="T15" fmla="*/ 5000 h 5001"/>
                  <a:gd name="T16" fmla="*/ 1719 w 3376"/>
                  <a:gd name="T17" fmla="*/ 5000 h 5001"/>
                  <a:gd name="T18" fmla="*/ 1750 w 3376"/>
                  <a:gd name="T19" fmla="*/ 5000 h 5001"/>
                  <a:gd name="T20" fmla="*/ 2907 w 3376"/>
                  <a:gd name="T21" fmla="*/ 2875 h 5001"/>
                  <a:gd name="T22" fmla="*/ 2907 w 3376"/>
                  <a:gd name="T23" fmla="*/ 2875 h 5001"/>
                  <a:gd name="T24" fmla="*/ 3375 w 3376"/>
                  <a:gd name="T25" fmla="*/ 1688 h 50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376" h="5001">
                    <a:moveTo>
                      <a:pt x="3375" y="1688"/>
                    </a:moveTo>
                    <a:lnTo>
                      <a:pt x="3375" y="1688"/>
                    </a:lnTo>
                    <a:cubicBezTo>
                      <a:pt x="3375" y="751"/>
                      <a:pt x="2625" y="0"/>
                      <a:pt x="1688" y="0"/>
                    </a:cubicBezTo>
                    <a:cubicBezTo>
                      <a:pt x="750" y="0"/>
                      <a:pt x="0" y="751"/>
                      <a:pt x="0" y="1688"/>
                    </a:cubicBezTo>
                    <a:cubicBezTo>
                      <a:pt x="0" y="2157"/>
                      <a:pt x="188" y="2563"/>
                      <a:pt x="469" y="2875"/>
                    </a:cubicBezTo>
                    <a:lnTo>
                      <a:pt x="469" y="2875"/>
                    </a:lnTo>
                    <a:cubicBezTo>
                      <a:pt x="469" y="2875"/>
                      <a:pt x="1469" y="3844"/>
                      <a:pt x="1657" y="5000"/>
                    </a:cubicBezTo>
                    <a:lnTo>
                      <a:pt x="1657" y="5000"/>
                    </a:lnTo>
                    <a:cubicBezTo>
                      <a:pt x="1719" y="5000"/>
                      <a:pt x="1719" y="5000"/>
                      <a:pt x="1719" y="5000"/>
                    </a:cubicBezTo>
                    <a:cubicBezTo>
                      <a:pt x="1750" y="5000"/>
                      <a:pt x="1750" y="5000"/>
                      <a:pt x="1750" y="5000"/>
                    </a:cubicBezTo>
                    <a:cubicBezTo>
                      <a:pt x="1938" y="3844"/>
                      <a:pt x="2907" y="2875"/>
                      <a:pt x="2907" y="2875"/>
                    </a:cubicBezTo>
                    <a:lnTo>
                      <a:pt x="2907" y="2875"/>
                    </a:lnTo>
                    <a:cubicBezTo>
                      <a:pt x="3219" y="2563"/>
                      <a:pt x="3375" y="2157"/>
                      <a:pt x="3375" y="1688"/>
                    </a:cubicBezTo>
                  </a:path>
                </a:pathLst>
              </a:custGeom>
              <a:ln/>
            </p:spPr>
            <p:style>
              <a:lnRef idx="2">
                <a:schemeClr val="accent2"/>
              </a:lnRef>
              <a:fillRef idx="1">
                <a:schemeClr val="lt1"/>
              </a:fillRef>
              <a:effectRef idx="0">
                <a:schemeClr val="accent2"/>
              </a:effectRef>
              <a:fontRef idx="minor">
                <a:schemeClr val="dk1"/>
              </a:fontRef>
            </p:style>
            <p:txBody>
              <a:bodyPr wrap="none" anchor="ctr"/>
              <a:lstStyle/>
              <a:p>
                <a:endParaRPr lang="en-US" sz="1351" dirty="0">
                  <a:latin typeface="Lato Light"/>
                </a:endParaRPr>
              </a:p>
            </p:txBody>
          </p:sp>
          <p:sp>
            <p:nvSpPr>
              <p:cNvPr id="41" name="Oval 40"/>
              <p:cNvSpPr>
                <a:spLocks noChangeAspect="1"/>
              </p:cNvSpPr>
              <p:nvPr/>
            </p:nvSpPr>
            <p:spPr>
              <a:xfrm>
                <a:off x="6982438" y="3170550"/>
                <a:ext cx="244583" cy="244583"/>
              </a:xfrm>
              <a:prstGeom prst="ellipse">
                <a:avLst/>
              </a:prstGeom>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1351" dirty="0">
                  <a:latin typeface="Lato Light"/>
                </a:endParaRPr>
              </a:p>
            </p:txBody>
          </p:sp>
        </p:grpSp>
        <p:grpSp>
          <p:nvGrpSpPr>
            <p:cNvPr id="45" name="Group 44"/>
            <p:cNvGrpSpPr/>
            <p:nvPr/>
          </p:nvGrpSpPr>
          <p:grpSpPr>
            <a:xfrm>
              <a:off x="10385367" y="2962103"/>
              <a:ext cx="391093" cy="579133"/>
              <a:chOff x="565078" y="2007778"/>
              <a:chExt cx="391093" cy="578982"/>
            </a:xfrm>
          </p:grpSpPr>
          <p:sp>
            <p:nvSpPr>
              <p:cNvPr id="46" name="Freeform 14"/>
              <p:cNvSpPr>
                <a:spLocks noChangeArrowheads="1"/>
              </p:cNvSpPr>
              <p:nvPr/>
            </p:nvSpPr>
            <p:spPr bwMode="auto">
              <a:xfrm>
                <a:off x="565078" y="2007778"/>
                <a:ext cx="391093" cy="578982"/>
              </a:xfrm>
              <a:custGeom>
                <a:avLst/>
                <a:gdLst>
                  <a:gd name="T0" fmla="*/ 3375 w 3376"/>
                  <a:gd name="T1" fmla="*/ 1688 h 5001"/>
                  <a:gd name="T2" fmla="*/ 3375 w 3376"/>
                  <a:gd name="T3" fmla="*/ 1688 h 5001"/>
                  <a:gd name="T4" fmla="*/ 1688 w 3376"/>
                  <a:gd name="T5" fmla="*/ 0 h 5001"/>
                  <a:gd name="T6" fmla="*/ 0 w 3376"/>
                  <a:gd name="T7" fmla="*/ 1688 h 5001"/>
                  <a:gd name="T8" fmla="*/ 469 w 3376"/>
                  <a:gd name="T9" fmla="*/ 2875 h 5001"/>
                  <a:gd name="T10" fmla="*/ 469 w 3376"/>
                  <a:gd name="T11" fmla="*/ 2875 h 5001"/>
                  <a:gd name="T12" fmla="*/ 1657 w 3376"/>
                  <a:gd name="T13" fmla="*/ 5000 h 5001"/>
                  <a:gd name="T14" fmla="*/ 1657 w 3376"/>
                  <a:gd name="T15" fmla="*/ 5000 h 5001"/>
                  <a:gd name="T16" fmla="*/ 1719 w 3376"/>
                  <a:gd name="T17" fmla="*/ 5000 h 5001"/>
                  <a:gd name="T18" fmla="*/ 1750 w 3376"/>
                  <a:gd name="T19" fmla="*/ 5000 h 5001"/>
                  <a:gd name="T20" fmla="*/ 2907 w 3376"/>
                  <a:gd name="T21" fmla="*/ 2875 h 5001"/>
                  <a:gd name="T22" fmla="*/ 2907 w 3376"/>
                  <a:gd name="T23" fmla="*/ 2875 h 5001"/>
                  <a:gd name="T24" fmla="*/ 3375 w 3376"/>
                  <a:gd name="T25" fmla="*/ 1688 h 50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376" h="5001">
                    <a:moveTo>
                      <a:pt x="3375" y="1688"/>
                    </a:moveTo>
                    <a:lnTo>
                      <a:pt x="3375" y="1688"/>
                    </a:lnTo>
                    <a:cubicBezTo>
                      <a:pt x="3375" y="751"/>
                      <a:pt x="2625" y="0"/>
                      <a:pt x="1688" y="0"/>
                    </a:cubicBezTo>
                    <a:cubicBezTo>
                      <a:pt x="750" y="0"/>
                      <a:pt x="0" y="751"/>
                      <a:pt x="0" y="1688"/>
                    </a:cubicBezTo>
                    <a:cubicBezTo>
                      <a:pt x="0" y="2157"/>
                      <a:pt x="188" y="2563"/>
                      <a:pt x="469" y="2875"/>
                    </a:cubicBezTo>
                    <a:lnTo>
                      <a:pt x="469" y="2875"/>
                    </a:lnTo>
                    <a:cubicBezTo>
                      <a:pt x="469" y="2875"/>
                      <a:pt x="1469" y="3844"/>
                      <a:pt x="1657" y="5000"/>
                    </a:cubicBezTo>
                    <a:lnTo>
                      <a:pt x="1657" y="5000"/>
                    </a:lnTo>
                    <a:cubicBezTo>
                      <a:pt x="1719" y="5000"/>
                      <a:pt x="1719" y="5000"/>
                      <a:pt x="1719" y="5000"/>
                    </a:cubicBezTo>
                    <a:cubicBezTo>
                      <a:pt x="1750" y="5000"/>
                      <a:pt x="1750" y="5000"/>
                      <a:pt x="1750" y="5000"/>
                    </a:cubicBezTo>
                    <a:cubicBezTo>
                      <a:pt x="1938" y="3844"/>
                      <a:pt x="2907" y="2875"/>
                      <a:pt x="2907" y="2875"/>
                    </a:cubicBezTo>
                    <a:lnTo>
                      <a:pt x="2907" y="2875"/>
                    </a:lnTo>
                    <a:cubicBezTo>
                      <a:pt x="3219" y="2563"/>
                      <a:pt x="3375" y="2157"/>
                      <a:pt x="3375" y="1688"/>
                    </a:cubicBezTo>
                  </a:path>
                </a:pathLst>
              </a:custGeom>
              <a:ln/>
            </p:spPr>
            <p:style>
              <a:lnRef idx="2">
                <a:schemeClr val="accent2"/>
              </a:lnRef>
              <a:fillRef idx="1">
                <a:schemeClr val="lt1"/>
              </a:fillRef>
              <a:effectRef idx="0">
                <a:schemeClr val="accent2"/>
              </a:effectRef>
              <a:fontRef idx="minor">
                <a:schemeClr val="dk1"/>
              </a:fontRef>
            </p:style>
            <p:txBody>
              <a:bodyPr wrap="none" anchor="ctr"/>
              <a:lstStyle/>
              <a:p>
                <a:endParaRPr lang="en-US" sz="1351" dirty="0">
                  <a:latin typeface="Lato Light"/>
                </a:endParaRPr>
              </a:p>
            </p:txBody>
          </p:sp>
          <p:sp>
            <p:nvSpPr>
              <p:cNvPr id="47" name="Oval 46"/>
              <p:cNvSpPr>
                <a:spLocks noChangeAspect="1"/>
              </p:cNvSpPr>
              <p:nvPr/>
            </p:nvSpPr>
            <p:spPr>
              <a:xfrm>
                <a:off x="633195" y="2077379"/>
                <a:ext cx="244583" cy="244583"/>
              </a:xfrm>
              <a:prstGeom prst="ellipse">
                <a:avLst/>
              </a:prstGeom>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1351" dirty="0">
                  <a:latin typeface="Lato Light"/>
                </a:endParaRPr>
              </a:p>
            </p:txBody>
          </p:sp>
        </p:grpSp>
        <p:sp>
          <p:nvSpPr>
            <p:cNvPr id="57" name="Subtitle 2"/>
            <p:cNvSpPr txBox="1">
              <a:spLocks/>
            </p:cNvSpPr>
            <p:nvPr/>
          </p:nvSpPr>
          <p:spPr>
            <a:xfrm>
              <a:off x="10890411" y="2571241"/>
              <a:ext cx="1371600" cy="969995"/>
            </a:xfrm>
            <a:prstGeom prst="rect">
              <a:avLst/>
            </a:prstGeom>
          </p:spPr>
          <p:txBody>
            <a:bodyPr vert="horz" lIns="91448" tIns="45724" rIns="91448" bIns="45724" rtlCol="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nSpc>
                  <a:spcPct val="120000"/>
                </a:lnSpc>
                <a:buNone/>
              </a:pPr>
              <a:r>
                <a:rPr lang="ar-LY" sz="1013" b="1" dirty="0">
                  <a:latin typeface="Tajawal Medium" panose="00000600000000000000" pitchFamily="2" charset="-78"/>
                  <a:cs typeface="Tajawal Medium" panose="00000600000000000000" pitchFamily="2" charset="-78"/>
                </a:rPr>
                <a:t>الربع الأخير 2022</a:t>
              </a:r>
            </a:p>
            <a:p>
              <a:pPr marL="0" indent="0">
                <a:lnSpc>
                  <a:spcPct val="120000"/>
                </a:lnSpc>
                <a:buNone/>
              </a:pPr>
              <a:r>
                <a:rPr lang="ar-LY" sz="1013" b="1" dirty="0">
                  <a:solidFill>
                    <a:schemeClr val="accent2">
                      <a:lumMod val="75000"/>
                    </a:schemeClr>
                  </a:solidFill>
                  <a:latin typeface="Tajawal Medium" panose="00000600000000000000" pitchFamily="2" charset="-78"/>
                  <a:cs typeface="Tajawal Medium" panose="00000600000000000000" pitchFamily="2" charset="-78"/>
                </a:rPr>
                <a:t>حملة كاس العالم</a:t>
              </a:r>
              <a:endParaRPr lang="ar-LY" sz="1013" b="1" dirty="0">
                <a:solidFill>
                  <a:schemeClr val="accent6">
                    <a:lumMod val="75000"/>
                  </a:schemeClr>
                </a:solidFill>
                <a:latin typeface="Tajawal Medium" panose="00000600000000000000" pitchFamily="2" charset="-78"/>
                <a:cs typeface="Tajawal Medium" panose="00000600000000000000" pitchFamily="2" charset="-78"/>
              </a:endParaRPr>
            </a:p>
            <a:p>
              <a:pPr marL="0" indent="0">
                <a:lnSpc>
                  <a:spcPct val="120000"/>
                </a:lnSpc>
                <a:buNone/>
              </a:pPr>
              <a:endParaRPr lang="en-US" sz="1013" b="1" dirty="0">
                <a:solidFill>
                  <a:schemeClr val="accent2">
                    <a:lumMod val="50000"/>
                  </a:schemeClr>
                </a:solidFill>
                <a:latin typeface="Tajawal Medium" panose="00000600000000000000" pitchFamily="2" charset="-78"/>
                <a:cs typeface="Tajawal Medium" panose="00000600000000000000" pitchFamily="2" charset="-78"/>
              </a:endParaRPr>
            </a:p>
          </p:txBody>
        </p:sp>
      </p:grpSp>
      <p:graphicFrame>
        <p:nvGraphicFramePr>
          <p:cNvPr id="40" name="Table 39"/>
          <p:cNvGraphicFramePr>
            <a:graphicFrameLocks noGrp="1"/>
          </p:cNvGraphicFramePr>
          <p:nvPr/>
        </p:nvGraphicFramePr>
        <p:xfrm>
          <a:off x="1096944" y="4564792"/>
          <a:ext cx="10931175" cy="1483360"/>
        </p:xfrm>
        <a:graphic>
          <a:graphicData uri="http://schemas.openxmlformats.org/drawingml/2006/table">
            <a:tbl>
              <a:tblPr firstRow="1" bandRow="1">
                <a:tableStyleId>{2D5ABB26-0587-4C30-8999-92F81FD0307C}</a:tableStyleId>
              </a:tblPr>
              <a:tblGrid>
                <a:gridCol w="3336160">
                  <a:extLst>
                    <a:ext uri="{9D8B030D-6E8A-4147-A177-3AD203B41FA5}">
                      <a16:colId xmlns:a16="http://schemas.microsoft.com/office/drawing/2014/main" val="228135736"/>
                    </a:ext>
                  </a:extLst>
                </a:gridCol>
                <a:gridCol w="2336800">
                  <a:extLst>
                    <a:ext uri="{9D8B030D-6E8A-4147-A177-3AD203B41FA5}">
                      <a16:colId xmlns:a16="http://schemas.microsoft.com/office/drawing/2014/main" val="496943514"/>
                    </a:ext>
                  </a:extLst>
                </a:gridCol>
                <a:gridCol w="1327098">
                  <a:extLst>
                    <a:ext uri="{9D8B030D-6E8A-4147-A177-3AD203B41FA5}">
                      <a16:colId xmlns:a16="http://schemas.microsoft.com/office/drawing/2014/main" val="1072168430"/>
                    </a:ext>
                  </a:extLst>
                </a:gridCol>
                <a:gridCol w="1199398">
                  <a:extLst>
                    <a:ext uri="{9D8B030D-6E8A-4147-A177-3AD203B41FA5}">
                      <a16:colId xmlns:a16="http://schemas.microsoft.com/office/drawing/2014/main" val="4196175296"/>
                    </a:ext>
                  </a:extLst>
                </a:gridCol>
                <a:gridCol w="2731719">
                  <a:extLst>
                    <a:ext uri="{9D8B030D-6E8A-4147-A177-3AD203B41FA5}">
                      <a16:colId xmlns:a16="http://schemas.microsoft.com/office/drawing/2014/main" val="1236119902"/>
                    </a:ext>
                  </a:extLst>
                </a:gridCol>
              </a:tblGrid>
              <a:tr h="370840">
                <a:tc>
                  <a:txBody>
                    <a:bodyPr/>
                    <a:lstStyle/>
                    <a:p>
                      <a:pPr algn="ctr"/>
                      <a:r>
                        <a:rPr lang="ar-LY" sz="1200" b="1" dirty="0"/>
                        <a:t>3</a:t>
                      </a:r>
                      <a:endParaRPr lang="en-US" sz="1200" b="1" dirty="0"/>
                    </a:p>
                  </a:txBody>
                  <a:tcPr/>
                </a:tc>
                <a:tc>
                  <a:txBody>
                    <a:bodyPr/>
                    <a:lstStyle/>
                    <a:p>
                      <a:pPr algn="ctr"/>
                      <a:r>
                        <a:rPr lang="ar-LY" sz="1200" b="1" strike="sngStrike" dirty="0"/>
                        <a:t>2</a:t>
                      </a:r>
                      <a:endParaRPr lang="en-US" sz="1200" b="1" strike="sngStrike" dirty="0"/>
                    </a:p>
                  </a:txBody>
                  <a:tcPr/>
                </a:tc>
                <a:tc>
                  <a:txBody>
                    <a:bodyPr/>
                    <a:lstStyle/>
                    <a:p>
                      <a:endParaRPr lang="en-US" sz="1200" b="1"/>
                    </a:p>
                  </a:txBody>
                  <a:tcPr/>
                </a:tc>
                <a:tc>
                  <a:txBody>
                    <a:bodyPr/>
                    <a:lstStyle/>
                    <a:p>
                      <a:pPr algn="r"/>
                      <a:endParaRPr lang="en-US" sz="1200" b="1" dirty="0"/>
                    </a:p>
                  </a:txBody>
                  <a:tcPr/>
                </a:tc>
                <a:tc>
                  <a:txBody>
                    <a:bodyPr/>
                    <a:lstStyle/>
                    <a:p>
                      <a:pPr algn="r" rtl="1"/>
                      <a:r>
                        <a:rPr lang="ar-LY" sz="1200" b="1" dirty="0"/>
                        <a:t>زيادة ايراد</a:t>
                      </a:r>
                      <a:r>
                        <a:rPr lang="ar-LY" sz="1200" b="1" baseline="0" dirty="0"/>
                        <a:t> تعبئة الرصيد</a:t>
                      </a:r>
                      <a:endParaRPr lang="en-US" sz="1200" b="1" dirty="0">
                        <a:cs typeface="+mj-cs"/>
                      </a:endParaRPr>
                    </a:p>
                  </a:txBody>
                  <a:tcPr/>
                </a:tc>
                <a:extLst>
                  <a:ext uri="{0D108BD9-81ED-4DB2-BD59-A6C34878D82A}">
                    <a16:rowId xmlns:a16="http://schemas.microsoft.com/office/drawing/2014/main" val="2264219229"/>
                  </a:ext>
                </a:extLst>
              </a:tr>
              <a:tr h="370840">
                <a:tc>
                  <a:txBody>
                    <a:bodyPr/>
                    <a:lstStyle/>
                    <a:p>
                      <a:pPr algn="ctr"/>
                      <a:r>
                        <a:rPr lang="ar-LY" sz="1200" b="1" dirty="0"/>
                        <a:t>1</a:t>
                      </a:r>
                      <a:endParaRPr lang="en-US" sz="1200" b="1" dirty="0"/>
                    </a:p>
                  </a:txBody>
                  <a:tcPr/>
                </a:tc>
                <a:tc>
                  <a:txBody>
                    <a:bodyPr/>
                    <a:lstStyle/>
                    <a:p>
                      <a:pPr algn="ctr"/>
                      <a:r>
                        <a:rPr lang="ar-LY" sz="1200" b="1" dirty="0"/>
                        <a:t>1</a:t>
                      </a:r>
                      <a:endParaRPr lang="en-US" sz="1200" b="1" dirty="0"/>
                    </a:p>
                  </a:txBody>
                  <a:tcPr/>
                </a:tc>
                <a:tc>
                  <a:txBody>
                    <a:bodyPr/>
                    <a:lstStyle/>
                    <a:p>
                      <a:pPr algn="ctr"/>
                      <a:r>
                        <a:rPr lang="ar-LY" sz="1200" b="1" strike="sngStrike" dirty="0"/>
                        <a:t>1</a:t>
                      </a:r>
                      <a:endParaRPr lang="en-US" sz="1200" b="1" strike="sngStrike" dirty="0"/>
                    </a:p>
                  </a:txBody>
                  <a:tcPr/>
                </a:tc>
                <a:tc>
                  <a:txBody>
                    <a:bodyPr/>
                    <a:lstStyle/>
                    <a:p>
                      <a:pPr algn="r"/>
                      <a:endParaRPr lang="en-US" sz="1200" b="1" dirty="0"/>
                    </a:p>
                  </a:txBody>
                  <a:tcPr/>
                </a:tc>
                <a:tc>
                  <a:txBody>
                    <a:bodyPr/>
                    <a:lstStyle/>
                    <a:p>
                      <a:pPr algn="r" rtl="1"/>
                      <a:r>
                        <a:rPr lang="ar-LY" sz="1200" b="1" dirty="0"/>
                        <a:t>رفع</a:t>
                      </a:r>
                      <a:r>
                        <a:rPr lang="ar-LY" sz="1200" b="1" baseline="0" dirty="0"/>
                        <a:t> الولاء</a:t>
                      </a:r>
                      <a:endParaRPr lang="en-US" sz="1200" b="1" dirty="0">
                        <a:cs typeface="+mj-cs"/>
                      </a:endParaRPr>
                    </a:p>
                  </a:txBody>
                  <a:tcPr/>
                </a:tc>
                <a:extLst>
                  <a:ext uri="{0D108BD9-81ED-4DB2-BD59-A6C34878D82A}">
                    <a16:rowId xmlns:a16="http://schemas.microsoft.com/office/drawing/2014/main" val="2466982036"/>
                  </a:ext>
                </a:extLst>
              </a:tr>
              <a:tr h="370840">
                <a:tc>
                  <a:txBody>
                    <a:bodyPr/>
                    <a:lstStyle/>
                    <a:p>
                      <a:pPr algn="ctr"/>
                      <a:r>
                        <a:rPr lang="ar-LY" sz="1200" b="1" dirty="0"/>
                        <a:t>3</a:t>
                      </a:r>
                      <a:endParaRPr lang="en-US" sz="1200" b="1" dirty="0"/>
                    </a:p>
                  </a:txBody>
                  <a:tcPr/>
                </a:tc>
                <a:tc>
                  <a:txBody>
                    <a:bodyPr/>
                    <a:lstStyle/>
                    <a:p>
                      <a:pPr algn="ctr"/>
                      <a:r>
                        <a:rPr lang="ar-LY" sz="1200" b="1" dirty="0"/>
                        <a:t>1</a:t>
                      </a:r>
                      <a:endParaRPr lang="en-US" sz="1200" b="1" dirty="0"/>
                    </a:p>
                  </a:txBody>
                  <a:tcPr/>
                </a:tc>
                <a:tc>
                  <a:txBody>
                    <a:bodyPr/>
                    <a:lstStyle/>
                    <a:p>
                      <a:pPr algn="ctr"/>
                      <a:r>
                        <a:rPr lang="ar-LY" sz="1200" b="1" strike="sngStrike" dirty="0"/>
                        <a:t>1</a:t>
                      </a:r>
                      <a:endParaRPr lang="en-US" sz="1200" b="1" strike="sngStrike" dirty="0"/>
                    </a:p>
                  </a:txBody>
                  <a:tcPr/>
                </a:tc>
                <a:tc>
                  <a:txBody>
                    <a:bodyPr/>
                    <a:lstStyle/>
                    <a:p>
                      <a:pPr algn="r"/>
                      <a:endParaRPr lang="en-US" sz="1200" b="1" dirty="0"/>
                    </a:p>
                  </a:txBody>
                  <a:tcPr/>
                </a:tc>
                <a:tc>
                  <a:txBody>
                    <a:bodyPr/>
                    <a:lstStyle/>
                    <a:p>
                      <a:pPr algn="r" rtl="1"/>
                      <a:r>
                        <a:rPr lang="ar-LY" sz="1200" b="1" dirty="0"/>
                        <a:t>زيادة</a:t>
                      </a:r>
                      <a:r>
                        <a:rPr lang="ar-LY" sz="1200" b="1" baseline="0" dirty="0"/>
                        <a:t> الاستخدام</a:t>
                      </a:r>
                      <a:endParaRPr lang="en-US" sz="1200" b="1" dirty="0">
                        <a:cs typeface="+mj-cs"/>
                      </a:endParaRPr>
                    </a:p>
                  </a:txBody>
                  <a:tcPr/>
                </a:tc>
                <a:extLst>
                  <a:ext uri="{0D108BD9-81ED-4DB2-BD59-A6C34878D82A}">
                    <a16:rowId xmlns:a16="http://schemas.microsoft.com/office/drawing/2014/main" val="2091796982"/>
                  </a:ext>
                </a:extLst>
              </a:tr>
              <a:tr h="370840">
                <a:tc>
                  <a:txBody>
                    <a:bodyPr/>
                    <a:lstStyle/>
                    <a:p>
                      <a:pPr algn="ctr"/>
                      <a:r>
                        <a:rPr lang="ar-LY" sz="1200" b="1" dirty="0"/>
                        <a:t>1</a:t>
                      </a:r>
                      <a:endParaRPr lang="en-US" sz="1200" b="1" dirty="0"/>
                    </a:p>
                  </a:txBody>
                  <a:tcPr/>
                </a:tc>
                <a:tc>
                  <a:txBody>
                    <a:bodyPr/>
                    <a:lstStyle/>
                    <a:p>
                      <a:pPr algn="ctr"/>
                      <a:r>
                        <a:rPr lang="ar-LY" sz="1200" b="1" dirty="0"/>
                        <a:t>1</a:t>
                      </a:r>
                      <a:endParaRPr lang="en-US" sz="1200" b="1" dirty="0"/>
                    </a:p>
                  </a:txBody>
                  <a:tcPr/>
                </a:tc>
                <a:tc>
                  <a:txBody>
                    <a:bodyPr/>
                    <a:lstStyle/>
                    <a:p>
                      <a:pPr algn="ctr"/>
                      <a:r>
                        <a:rPr lang="ar-LY" sz="1200" b="1" strike="sngStrike" dirty="0"/>
                        <a:t>1</a:t>
                      </a:r>
                      <a:endParaRPr lang="en-US" sz="1200" b="1" strike="sngStrike" dirty="0"/>
                    </a:p>
                  </a:txBody>
                  <a:tcPr/>
                </a:tc>
                <a:tc>
                  <a:txBody>
                    <a:bodyPr/>
                    <a:lstStyle/>
                    <a:p>
                      <a:pPr algn="r"/>
                      <a:endParaRPr lang="en-US" sz="1200" b="1" dirty="0"/>
                    </a:p>
                  </a:txBody>
                  <a:tcPr/>
                </a:tc>
                <a:tc>
                  <a:txBody>
                    <a:bodyPr/>
                    <a:lstStyle/>
                    <a:p>
                      <a:pPr algn="r" rtl="1"/>
                      <a:r>
                        <a:rPr lang="ar-LY" sz="1200" b="1" dirty="0"/>
                        <a:t>تقليل النزوح</a:t>
                      </a:r>
                      <a:endParaRPr lang="en-US" sz="1200" b="1" dirty="0">
                        <a:cs typeface="+mj-cs"/>
                      </a:endParaRPr>
                    </a:p>
                  </a:txBody>
                  <a:tcPr/>
                </a:tc>
                <a:extLst>
                  <a:ext uri="{0D108BD9-81ED-4DB2-BD59-A6C34878D82A}">
                    <a16:rowId xmlns:a16="http://schemas.microsoft.com/office/drawing/2014/main" val="1605455531"/>
                  </a:ext>
                </a:extLst>
              </a:tr>
            </a:tbl>
          </a:graphicData>
        </a:graphic>
      </p:graphicFrame>
      <p:sp>
        <p:nvSpPr>
          <p:cNvPr id="10" name="TextBox 9">
            <a:extLst>
              <a:ext uri="{FF2B5EF4-FFF2-40B4-BE49-F238E27FC236}">
                <a16:creationId xmlns:a16="http://schemas.microsoft.com/office/drawing/2014/main" id="{9175CE25-DE91-456E-9EEE-63F9D8DD8E0E}"/>
              </a:ext>
            </a:extLst>
          </p:cNvPr>
          <p:cNvSpPr txBox="1"/>
          <p:nvPr/>
        </p:nvSpPr>
        <p:spPr>
          <a:xfrm>
            <a:off x="2355073" y="211061"/>
            <a:ext cx="6579909" cy="369332"/>
          </a:xfrm>
          <a:prstGeom prst="rect">
            <a:avLst/>
          </a:prstGeom>
          <a:noFill/>
        </p:spPr>
        <p:txBody>
          <a:bodyPr wrap="square" rtlCol="0">
            <a:spAutoFit/>
          </a:bodyPr>
          <a:lstStyle/>
          <a:p>
            <a:r>
              <a:rPr lang="ar-LY" dirty="0">
                <a:cs typeface="+mj-cs"/>
              </a:rPr>
              <a:t>الوضع الحالي لخارطة المنتجات والخدمات والعروض والحملات</a:t>
            </a:r>
            <a:endParaRPr lang="en-US" dirty="0">
              <a:cs typeface="+mj-cs"/>
            </a:endParaRPr>
          </a:p>
        </p:txBody>
      </p:sp>
      <p:cxnSp>
        <p:nvCxnSpPr>
          <p:cNvPr id="11" name="Straight Connector 10">
            <a:extLst>
              <a:ext uri="{FF2B5EF4-FFF2-40B4-BE49-F238E27FC236}">
                <a16:creationId xmlns:a16="http://schemas.microsoft.com/office/drawing/2014/main" id="{3520B50C-A226-4215-8A53-F6671BC77911}"/>
              </a:ext>
            </a:extLst>
          </p:cNvPr>
          <p:cNvCxnSpPr/>
          <p:nvPr/>
        </p:nvCxnSpPr>
        <p:spPr>
          <a:xfrm flipH="1">
            <a:off x="4312539" y="1409006"/>
            <a:ext cx="7005" cy="4513137"/>
          </a:xfrm>
          <a:prstGeom prst="line">
            <a:avLst/>
          </a:prstGeom>
        </p:spPr>
        <p:style>
          <a:lnRef idx="1">
            <a:schemeClr val="accent2"/>
          </a:lnRef>
          <a:fillRef idx="0">
            <a:schemeClr val="accent2"/>
          </a:fillRef>
          <a:effectRef idx="0">
            <a:schemeClr val="accent2"/>
          </a:effectRef>
          <a:fontRef idx="minor">
            <a:schemeClr val="tx1"/>
          </a:fontRef>
        </p:style>
      </p:cxnSp>
      <p:sp>
        <p:nvSpPr>
          <p:cNvPr id="12" name="Rectangle 11">
            <a:extLst>
              <a:ext uri="{FF2B5EF4-FFF2-40B4-BE49-F238E27FC236}">
                <a16:creationId xmlns:a16="http://schemas.microsoft.com/office/drawing/2014/main" id="{4E75FA64-7D0C-4799-843F-072592B4447D}"/>
              </a:ext>
            </a:extLst>
          </p:cNvPr>
          <p:cNvSpPr/>
          <p:nvPr/>
        </p:nvSpPr>
        <p:spPr>
          <a:xfrm>
            <a:off x="4319544" y="1281355"/>
            <a:ext cx="6223013" cy="4810329"/>
          </a:xfrm>
          <a:prstGeom prst="rect">
            <a:avLst/>
          </a:prstGeom>
          <a:solidFill>
            <a:schemeClr val="accent4">
              <a:lumMod val="20000"/>
              <a:lumOff val="80000"/>
              <a:alpha val="19000"/>
            </a:schemeClr>
          </a:solidFill>
          <a:ln>
            <a:noFill/>
          </a:ln>
        </p:spPr>
        <p:style>
          <a:lnRef idx="1">
            <a:schemeClr val="accent4"/>
          </a:lnRef>
          <a:fillRef idx="2">
            <a:schemeClr val="accent4"/>
          </a:fillRef>
          <a:effectRef idx="1">
            <a:schemeClr val="accent4"/>
          </a:effectRef>
          <a:fontRef idx="minor">
            <a:schemeClr val="dk1"/>
          </a:fontRef>
        </p:style>
        <p:txBody>
          <a:bodyPr rtlCol="0" anchor="ctr"/>
          <a:lstStyle/>
          <a:p>
            <a:pPr algn="ctr"/>
            <a:endParaRPr lang="en-US" dirty="0"/>
          </a:p>
        </p:txBody>
      </p:sp>
      <p:sp>
        <p:nvSpPr>
          <p:cNvPr id="15" name="TextBox 14">
            <a:extLst>
              <a:ext uri="{FF2B5EF4-FFF2-40B4-BE49-F238E27FC236}">
                <a16:creationId xmlns:a16="http://schemas.microsoft.com/office/drawing/2014/main" id="{5AE4A39D-F43D-3638-21D4-34059F21B7CA}"/>
              </a:ext>
            </a:extLst>
          </p:cNvPr>
          <p:cNvSpPr txBox="1"/>
          <p:nvPr/>
        </p:nvSpPr>
        <p:spPr>
          <a:xfrm>
            <a:off x="965772" y="1190132"/>
            <a:ext cx="1462336" cy="458652"/>
          </a:xfrm>
          <a:prstGeom prst="rect">
            <a:avLst/>
          </a:prstGeom>
          <a:noFill/>
        </p:spPr>
        <p:txBody>
          <a:bodyPr wrap="square">
            <a:spAutoFit/>
          </a:bodyPr>
          <a:lstStyle/>
          <a:p>
            <a:pPr marL="0" marR="0" lvl="0" indent="0" algn="r" defTabSz="914400" rtl="1" eaLnBrk="1" fontAlgn="auto" latinLnBrk="0" hangingPunct="1">
              <a:lnSpc>
                <a:spcPct val="120000"/>
              </a:lnSpc>
              <a:spcBef>
                <a:spcPts val="0"/>
              </a:spcBef>
              <a:spcAft>
                <a:spcPts val="0"/>
              </a:spcAft>
              <a:buClrTx/>
              <a:buSzTx/>
              <a:buFontTx/>
              <a:buNone/>
              <a:tabLst/>
              <a:defRPr/>
            </a:pPr>
            <a:r>
              <a:rPr kumimoji="0" lang="ar-LY" sz="1013" b="1" i="0" u="none" strike="noStrike" kern="1200" cap="none" spc="0" normalizeH="0" baseline="0" noProof="0" dirty="0">
                <a:ln>
                  <a:noFill/>
                </a:ln>
                <a:solidFill>
                  <a:srgbClr val="ED7D31">
                    <a:lumMod val="50000"/>
                  </a:srgbClr>
                </a:solidFill>
                <a:effectLst/>
                <a:uLnTx/>
                <a:uFillTx/>
                <a:latin typeface="Tajawal Medium" panose="00000600000000000000" pitchFamily="2" charset="-78"/>
                <a:ea typeface="+mn-ea"/>
                <a:cs typeface="Tajawal Medium" panose="00000600000000000000" pitchFamily="2" charset="-78"/>
              </a:rPr>
              <a:t>منتج العائلة</a:t>
            </a:r>
          </a:p>
          <a:p>
            <a:pPr marL="0" marR="0" lvl="0" indent="0" algn="r" defTabSz="914400" rtl="1" eaLnBrk="1" fontAlgn="auto" latinLnBrk="0" hangingPunct="1">
              <a:lnSpc>
                <a:spcPct val="120000"/>
              </a:lnSpc>
              <a:spcBef>
                <a:spcPts val="0"/>
              </a:spcBef>
              <a:spcAft>
                <a:spcPts val="0"/>
              </a:spcAft>
              <a:buClrTx/>
              <a:buSzTx/>
              <a:buFontTx/>
              <a:buNone/>
              <a:tabLst/>
              <a:defRPr/>
            </a:pPr>
            <a:r>
              <a:rPr lang="ar-LY" sz="1013" b="1" dirty="0">
                <a:solidFill>
                  <a:schemeClr val="accent6"/>
                </a:solidFill>
                <a:latin typeface="Tajawal Medium" panose="00000600000000000000" pitchFamily="2" charset="-78"/>
                <a:cs typeface="Tajawal Medium" panose="00000600000000000000" pitchFamily="2" charset="-78"/>
              </a:rPr>
              <a:t>خدمة </a:t>
            </a:r>
            <a:r>
              <a:rPr lang="ar-LY" sz="1013" b="1" dirty="0" err="1">
                <a:solidFill>
                  <a:schemeClr val="accent6"/>
                </a:solidFill>
                <a:latin typeface="Tajawal Medium" panose="00000600000000000000" pitchFamily="2" charset="-78"/>
                <a:cs typeface="Tajawal Medium" panose="00000600000000000000" pitchFamily="2" charset="-78"/>
              </a:rPr>
              <a:t>ماتوقفش</a:t>
            </a:r>
            <a:r>
              <a:rPr lang="ar-LY" sz="1013" b="1" dirty="0">
                <a:solidFill>
                  <a:schemeClr val="accent6"/>
                </a:solidFill>
                <a:latin typeface="Tajawal Medium" panose="00000600000000000000" pitchFamily="2" charset="-78"/>
                <a:cs typeface="Tajawal Medium" panose="00000600000000000000" pitchFamily="2" charset="-78"/>
              </a:rPr>
              <a:t> انترنت</a:t>
            </a:r>
            <a:endParaRPr kumimoji="0" lang="ar-LY" sz="1013" b="1" i="0" u="none" strike="noStrike" kern="1200" cap="none" spc="0" normalizeH="0" baseline="0" noProof="0" dirty="0">
              <a:ln>
                <a:noFill/>
              </a:ln>
              <a:solidFill>
                <a:schemeClr val="accent6"/>
              </a:solidFill>
              <a:effectLst/>
              <a:uLnTx/>
              <a:uFillTx/>
              <a:latin typeface="Tajawal Medium" panose="00000600000000000000" pitchFamily="2" charset="-78"/>
              <a:ea typeface="+mn-ea"/>
              <a:cs typeface="Tajawal Medium" panose="00000600000000000000" pitchFamily="2" charset="-78"/>
            </a:endParaRPr>
          </a:p>
        </p:txBody>
      </p:sp>
      <p:sp>
        <p:nvSpPr>
          <p:cNvPr id="17" name="TextBox 16">
            <a:extLst>
              <a:ext uri="{FF2B5EF4-FFF2-40B4-BE49-F238E27FC236}">
                <a16:creationId xmlns:a16="http://schemas.microsoft.com/office/drawing/2014/main" id="{39A440CD-A3AA-6E7E-B97C-BCD0D972BE12}"/>
              </a:ext>
            </a:extLst>
          </p:cNvPr>
          <p:cNvSpPr txBox="1"/>
          <p:nvPr/>
        </p:nvSpPr>
        <p:spPr>
          <a:xfrm>
            <a:off x="460644" y="3812972"/>
            <a:ext cx="1346608" cy="278153"/>
          </a:xfrm>
          <a:prstGeom prst="rect">
            <a:avLst/>
          </a:prstGeom>
          <a:noFill/>
        </p:spPr>
        <p:txBody>
          <a:bodyPr wrap="square">
            <a:spAutoFit/>
          </a:bodyPr>
          <a:lstStyle/>
          <a:p>
            <a:pPr marL="0" indent="0">
              <a:lnSpc>
                <a:spcPct val="120000"/>
              </a:lnSpc>
              <a:buNone/>
            </a:pPr>
            <a:r>
              <a:rPr lang="ar-LY" sz="1050" b="1" dirty="0">
                <a:solidFill>
                  <a:schemeClr val="accent6">
                    <a:lumMod val="75000"/>
                  </a:schemeClr>
                </a:solidFill>
                <a:latin typeface="Tajawal Medium" panose="00000600000000000000" pitchFamily="2" charset="-78"/>
                <a:cs typeface="Tajawal Medium" panose="00000600000000000000" pitchFamily="2" charset="-78"/>
              </a:rPr>
              <a:t>خدمة كمل مكالمتك</a:t>
            </a:r>
          </a:p>
        </p:txBody>
      </p:sp>
    </p:spTree>
    <p:extLst>
      <p:ext uri="{BB962C8B-B14F-4D97-AF65-F5344CB8AC3E}">
        <p14:creationId xmlns:p14="http://schemas.microsoft.com/office/powerpoint/2010/main" val="1484804052"/>
      </p:ext>
    </p:extLst>
  </p:cSld>
  <p:clrMapOvr>
    <a:masterClrMapping/>
  </p:clrMapOvr>
  <p:transition spd="slow">
    <p:wip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1B0BC51-58DD-B589-6802-8ECC8D235CF0}"/>
              </a:ext>
            </a:extLst>
          </p:cNvPr>
          <p:cNvPicPr>
            <a:picLocks noChangeAspect="1"/>
          </p:cNvPicPr>
          <p:nvPr/>
        </p:nvPicPr>
        <p:blipFill rotWithShape="1">
          <a:blip r:embed="rId3"/>
          <a:srcRect l="10029" t="16124" r="14622" b="8527"/>
          <a:stretch/>
        </p:blipFill>
        <p:spPr>
          <a:xfrm>
            <a:off x="0" y="1"/>
            <a:ext cx="12191998" cy="6858000"/>
          </a:xfrm>
          <a:prstGeom prst="rect">
            <a:avLst/>
          </a:prstGeom>
        </p:spPr>
      </p:pic>
    </p:spTree>
    <p:extLst>
      <p:ext uri="{BB962C8B-B14F-4D97-AF65-F5344CB8AC3E}">
        <p14:creationId xmlns:p14="http://schemas.microsoft.com/office/powerpoint/2010/main" val="26045647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4FBDC93-1D57-83CF-696E-C921F1692556}"/>
              </a:ext>
            </a:extLst>
          </p:cNvPr>
          <p:cNvPicPr>
            <a:picLocks noChangeAspect="1"/>
          </p:cNvPicPr>
          <p:nvPr/>
        </p:nvPicPr>
        <p:blipFill rotWithShape="1">
          <a:blip r:embed="rId3"/>
          <a:srcRect l="10727" t="17674" r="14448" b="6822"/>
          <a:stretch/>
        </p:blipFill>
        <p:spPr>
          <a:xfrm>
            <a:off x="1" y="0"/>
            <a:ext cx="12192000" cy="6920167"/>
          </a:xfrm>
          <a:prstGeom prst="rect">
            <a:avLst/>
          </a:prstGeom>
        </p:spPr>
      </p:pic>
    </p:spTree>
    <p:extLst>
      <p:ext uri="{BB962C8B-B14F-4D97-AF65-F5344CB8AC3E}">
        <p14:creationId xmlns:p14="http://schemas.microsoft.com/office/powerpoint/2010/main" val="3905462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p:cNvSpPr/>
          <p:nvPr/>
        </p:nvSpPr>
        <p:spPr>
          <a:xfrm>
            <a:off x="5695396" y="1167675"/>
            <a:ext cx="4402189" cy="2568302"/>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p:cNvSpPr/>
          <p:nvPr/>
        </p:nvSpPr>
        <p:spPr>
          <a:xfrm>
            <a:off x="5712802" y="3764697"/>
            <a:ext cx="4384783" cy="2606372"/>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lvl="0" indent="-171450" algn="r" rtl="1">
              <a:buFont typeface="Arial" panose="020B0604020202020204" pitchFamily="34" charset="0"/>
              <a:buChar char="•"/>
            </a:pPr>
            <a:r>
              <a:rPr lang="ar-LY" sz="1100" dirty="0">
                <a:solidFill>
                  <a:prstClr val="black"/>
                </a:solidFill>
              </a:rPr>
              <a:t>اهتمام عال في الشراكة مع القطاع وبالخصوص مع شركة </a:t>
            </a:r>
            <a:r>
              <a:rPr lang="ar-LY" sz="1100" dirty="0" err="1">
                <a:solidFill>
                  <a:prstClr val="black"/>
                </a:solidFill>
              </a:rPr>
              <a:t>ليبيانا</a:t>
            </a:r>
            <a:endParaRPr lang="ar-LY" sz="1100" dirty="0">
              <a:solidFill>
                <a:prstClr val="black"/>
              </a:solidFill>
            </a:endParaRPr>
          </a:p>
          <a:p>
            <a:pPr marL="171450" lvl="0" indent="-171450" algn="r" rtl="1">
              <a:buFont typeface="Arial" panose="020B0604020202020204" pitchFamily="34" charset="0"/>
              <a:buChar char="•"/>
            </a:pPr>
            <a:r>
              <a:rPr lang="ar-LY" sz="1100" dirty="0">
                <a:solidFill>
                  <a:prstClr val="black"/>
                </a:solidFill>
                <a:latin typeface="Tajawal Medium" panose="00000600000000000000" pitchFamily="2" charset="-78"/>
                <a:cs typeface="Tajawal Medium" panose="00000600000000000000" pitchFamily="2" charset="-78"/>
              </a:rPr>
              <a:t>رواد الاعمال والمشاريع الواعدة والاستثمار فيها </a:t>
            </a:r>
            <a:r>
              <a:rPr lang="en-US" sz="1100" dirty="0">
                <a:solidFill>
                  <a:prstClr val="black"/>
                </a:solidFill>
                <a:latin typeface="Tajawal Medium" panose="00000600000000000000" pitchFamily="2" charset="-78"/>
                <a:cs typeface="Tajawal Medium" panose="00000600000000000000" pitchFamily="2" charset="-78"/>
              </a:rPr>
              <a:t>.</a:t>
            </a:r>
            <a:endParaRPr lang="ar-LY" sz="1100" dirty="0">
              <a:solidFill>
                <a:prstClr val="black"/>
              </a:solidFill>
              <a:latin typeface="Tajawal Medium" panose="00000600000000000000" pitchFamily="2" charset="-78"/>
              <a:cs typeface="Tajawal Medium" panose="00000600000000000000" pitchFamily="2" charset="-78"/>
            </a:endParaRPr>
          </a:p>
          <a:p>
            <a:pPr marL="171450" lvl="0" indent="-171450" algn="r" rtl="1">
              <a:buFont typeface="Arial" panose="020B0604020202020204" pitchFamily="34" charset="0"/>
              <a:buChar char="•"/>
            </a:pPr>
            <a:r>
              <a:rPr lang="ar-LY" sz="1100" dirty="0">
                <a:solidFill>
                  <a:prstClr val="black"/>
                </a:solidFill>
                <a:latin typeface="Tajawal Medium" panose="00000600000000000000" pitchFamily="2" charset="-78"/>
                <a:cs typeface="Tajawal Medium" panose="00000600000000000000" pitchFamily="2" charset="-78"/>
              </a:rPr>
              <a:t>زيادة وعي واحتياج السوق للخدمات الرقمية</a:t>
            </a:r>
          </a:p>
          <a:p>
            <a:pPr marL="171450" lvl="0" indent="-171450" algn="r" rtl="1">
              <a:buFont typeface="Arial" panose="020B0604020202020204" pitchFamily="34" charset="0"/>
              <a:buChar char="•"/>
            </a:pPr>
            <a:endParaRPr lang="ar-LY" sz="1100" dirty="0">
              <a:solidFill>
                <a:prstClr val="black"/>
              </a:solidFill>
              <a:latin typeface="Tajawal Medium" panose="00000600000000000000" pitchFamily="2" charset="-78"/>
              <a:cs typeface="Tajawal Medium" panose="00000600000000000000" pitchFamily="2" charset="-78"/>
            </a:endParaRPr>
          </a:p>
        </p:txBody>
      </p:sp>
      <p:sp>
        <p:nvSpPr>
          <p:cNvPr id="21" name="Rectangle 20"/>
          <p:cNvSpPr/>
          <p:nvPr/>
        </p:nvSpPr>
        <p:spPr>
          <a:xfrm>
            <a:off x="927460" y="3764697"/>
            <a:ext cx="4754873" cy="2606372"/>
          </a:xfrm>
          <a:prstGeom prst="rect">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Rectangle 19"/>
          <p:cNvSpPr/>
          <p:nvPr/>
        </p:nvSpPr>
        <p:spPr>
          <a:xfrm>
            <a:off x="940523" y="1158325"/>
            <a:ext cx="4741812" cy="260637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1293224" y="94009"/>
            <a:ext cx="10515600" cy="1325563"/>
          </a:xfrm>
        </p:spPr>
        <p:txBody>
          <a:bodyPr/>
          <a:lstStyle/>
          <a:p>
            <a:r>
              <a:rPr lang="ar-LY" dirty="0"/>
              <a:t>التحليل الرباعي </a:t>
            </a:r>
            <a:r>
              <a:rPr lang="en-US" dirty="0"/>
              <a:t>SWAT</a:t>
            </a:r>
            <a:br>
              <a:rPr lang="en-US" dirty="0"/>
            </a:br>
            <a:r>
              <a:rPr lang="ar-LY" dirty="0"/>
              <a:t>خارجي</a:t>
            </a:r>
            <a:endParaRPr lang="en-US" dirty="0"/>
          </a:p>
        </p:txBody>
      </p:sp>
      <p:sp>
        <p:nvSpPr>
          <p:cNvPr id="4" name="Date Placeholder 3"/>
          <p:cNvSpPr>
            <a:spLocks noGrp="1"/>
          </p:cNvSpPr>
          <p:nvPr>
            <p:ph type="dt" sz="half" idx="10"/>
          </p:nvPr>
        </p:nvSpPr>
        <p:spPr/>
        <p:txBody>
          <a:bodyPr/>
          <a:lstStyle/>
          <a:p>
            <a:fld id="{95A976C5-042F-4F2F-B0E6-E9296BA89F2F}" type="datetime4">
              <a:rPr lang="en-US" smtClean="0"/>
              <a:t>November 16, 2023</a:t>
            </a:fld>
            <a:endParaRPr lang="en-US" dirty="0"/>
          </a:p>
        </p:txBody>
      </p:sp>
      <p:sp>
        <p:nvSpPr>
          <p:cNvPr id="6" name="Slide Number Placeholder 5"/>
          <p:cNvSpPr>
            <a:spLocks noGrp="1"/>
          </p:cNvSpPr>
          <p:nvPr>
            <p:ph type="sldNum" sz="quarter" idx="12"/>
          </p:nvPr>
        </p:nvSpPr>
        <p:spPr/>
        <p:txBody>
          <a:bodyPr/>
          <a:lstStyle/>
          <a:p>
            <a:fld id="{12D7B28B-DC80-4E46-95D7-53BDE8C7F925}" type="slidenum">
              <a:rPr lang="en-US" smtClean="0"/>
              <a:t>14</a:t>
            </a:fld>
            <a:endParaRPr lang="en-US" dirty="0"/>
          </a:p>
        </p:txBody>
      </p:sp>
      <p:sp>
        <p:nvSpPr>
          <p:cNvPr id="11" name="Rectangle 10"/>
          <p:cNvSpPr/>
          <p:nvPr/>
        </p:nvSpPr>
        <p:spPr>
          <a:xfrm>
            <a:off x="5695402" y="3148148"/>
            <a:ext cx="2299063" cy="587829"/>
          </a:xfrm>
          <a:prstGeom prst="rect">
            <a:avLst/>
          </a:prstGeom>
        </p:spPr>
        <p:style>
          <a:lnRef idx="3">
            <a:schemeClr val="lt1"/>
          </a:lnRef>
          <a:fillRef idx="1">
            <a:schemeClr val="accent3"/>
          </a:fillRef>
          <a:effectRef idx="1">
            <a:schemeClr val="accent3"/>
          </a:effectRef>
          <a:fontRef idx="minor">
            <a:schemeClr val="lt1"/>
          </a:fontRef>
        </p:style>
        <p:txBody>
          <a:bodyPr rtlCol="0" anchor="ctr"/>
          <a:lstStyle/>
          <a:p>
            <a:pPr algn="r"/>
            <a:r>
              <a:rPr lang="ar-LY" sz="2000" dirty="0">
                <a:cs typeface="+mj-cs"/>
              </a:rPr>
              <a:t>نقاط القوة</a:t>
            </a:r>
            <a:r>
              <a:rPr lang="en-US" sz="2000" dirty="0">
                <a:cs typeface="+mj-cs"/>
              </a:rPr>
              <a:t> </a:t>
            </a:r>
          </a:p>
        </p:txBody>
      </p:sp>
      <p:sp>
        <p:nvSpPr>
          <p:cNvPr id="13" name="Rectangle 12"/>
          <p:cNvSpPr/>
          <p:nvPr/>
        </p:nvSpPr>
        <p:spPr>
          <a:xfrm>
            <a:off x="5695399" y="3023463"/>
            <a:ext cx="508390" cy="830997"/>
          </a:xfrm>
          <a:prstGeom prst="rect">
            <a:avLst/>
          </a:prstGeom>
          <a:noFill/>
        </p:spPr>
        <p:txBody>
          <a:bodyPr wrap="square" lIns="91440" tIns="45720" rIns="91440" bIns="45720">
            <a:spAutoFit/>
          </a:bodyPr>
          <a:lstStyle/>
          <a:p>
            <a:pPr algn="ctr"/>
            <a:r>
              <a:rPr lang="en-US" sz="4800" b="1" spc="50" dirty="0">
                <a:ln w="0"/>
                <a:solidFill>
                  <a:schemeClr val="bg2"/>
                </a:solidFill>
                <a:effectLst>
                  <a:innerShdw blurRad="63500" dist="50800" dir="13500000">
                    <a:srgbClr val="000000">
                      <a:alpha val="50000"/>
                    </a:srgbClr>
                  </a:innerShdw>
                </a:effectLst>
              </a:rPr>
              <a:t>S</a:t>
            </a:r>
          </a:p>
        </p:txBody>
      </p:sp>
      <p:sp>
        <p:nvSpPr>
          <p:cNvPr id="14" name="Rectangle 13"/>
          <p:cNvSpPr/>
          <p:nvPr/>
        </p:nvSpPr>
        <p:spPr>
          <a:xfrm>
            <a:off x="5695401" y="3732877"/>
            <a:ext cx="2299063" cy="587829"/>
          </a:xfrm>
          <a:prstGeom prst="rect">
            <a:avLst/>
          </a:prstGeom>
        </p:spPr>
        <p:style>
          <a:lnRef idx="3">
            <a:schemeClr val="lt1"/>
          </a:lnRef>
          <a:fillRef idx="1">
            <a:schemeClr val="accent2"/>
          </a:fillRef>
          <a:effectRef idx="1">
            <a:schemeClr val="accent2"/>
          </a:effectRef>
          <a:fontRef idx="minor">
            <a:schemeClr val="lt1"/>
          </a:fontRef>
        </p:style>
        <p:txBody>
          <a:bodyPr rtlCol="0" anchor="ctr"/>
          <a:lstStyle/>
          <a:p>
            <a:pPr algn="r"/>
            <a:r>
              <a:rPr lang="ar-LY" sz="2000" dirty="0">
                <a:cs typeface="+mj-cs"/>
              </a:rPr>
              <a:t>الفرص</a:t>
            </a:r>
            <a:endParaRPr lang="en-US" sz="2000" dirty="0">
              <a:cs typeface="+mj-cs"/>
            </a:endParaRPr>
          </a:p>
        </p:txBody>
      </p:sp>
      <p:sp>
        <p:nvSpPr>
          <p:cNvPr id="15" name="Rectangle 14"/>
          <p:cNvSpPr/>
          <p:nvPr/>
        </p:nvSpPr>
        <p:spPr>
          <a:xfrm>
            <a:off x="3396337" y="3145048"/>
            <a:ext cx="2299063" cy="587829"/>
          </a:xfrm>
          <a:prstGeom prst="rect">
            <a:avLst/>
          </a:prstGeom>
          <a:solidFill>
            <a:schemeClr val="accent1">
              <a:lumMod val="75000"/>
            </a:scheme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r"/>
            <a:r>
              <a:rPr lang="ar-LY" sz="2000" dirty="0">
                <a:cs typeface="+mj-cs"/>
              </a:rPr>
              <a:t>نقاط الضعف</a:t>
            </a:r>
            <a:r>
              <a:rPr lang="en-US" sz="2000" dirty="0">
                <a:cs typeface="+mj-cs"/>
              </a:rPr>
              <a:t> </a:t>
            </a:r>
          </a:p>
        </p:txBody>
      </p:sp>
      <p:sp>
        <p:nvSpPr>
          <p:cNvPr id="16" name="Rectangle 15"/>
          <p:cNvSpPr/>
          <p:nvPr/>
        </p:nvSpPr>
        <p:spPr>
          <a:xfrm>
            <a:off x="3396336" y="3729777"/>
            <a:ext cx="2299063" cy="587829"/>
          </a:xfrm>
          <a:prstGeom prst="rect">
            <a:avLst/>
          </a:prstGeom>
        </p:spPr>
        <p:style>
          <a:lnRef idx="3">
            <a:schemeClr val="lt1"/>
          </a:lnRef>
          <a:fillRef idx="1">
            <a:schemeClr val="accent4"/>
          </a:fillRef>
          <a:effectRef idx="1">
            <a:schemeClr val="accent4"/>
          </a:effectRef>
          <a:fontRef idx="minor">
            <a:schemeClr val="lt1"/>
          </a:fontRef>
        </p:style>
        <p:txBody>
          <a:bodyPr rtlCol="0" anchor="ctr"/>
          <a:lstStyle/>
          <a:p>
            <a:pPr algn="r"/>
            <a:r>
              <a:rPr lang="ar-LY" sz="2000" dirty="0">
                <a:cs typeface="+mj-cs"/>
              </a:rPr>
              <a:t>التهديدات </a:t>
            </a:r>
            <a:endParaRPr lang="en-US" sz="2000" dirty="0">
              <a:cs typeface="+mj-cs"/>
            </a:endParaRPr>
          </a:p>
        </p:txBody>
      </p:sp>
      <p:sp>
        <p:nvSpPr>
          <p:cNvPr id="17" name="Rectangle 16"/>
          <p:cNvSpPr/>
          <p:nvPr/>
        </p:nvSpPr>
        <p:spPr>
          <a:xfrm>
            <a:off x="3548737" y="3052692"/>
            <a:ext cx="508390" cy="769441"/>
          </a:xfrm>
          <a:prstGeom prst="rect">
            <a:avLst/>
          </a:prstGeom>
          <a:noFill/>
        </p:spPr>
        <p:txBody>
          <a:bodyPr wrap="square" lIns="91440" tIns="45720" rIns="91440" bIns="45720">
            <a:spAutoFit/>
          </a:bodyPr>
          <a:lstStyle/>
          <a:p>
            <a:pPr algn="ctr"/>
            <a:r>
              <a:rPr lang="en-US" sz="4400" b="1" spc="50" dirty="0">
                <a:ln w="0"/>
                <a:solidFill>
                  <a:schemeClr val="bg2"/>
                </a:solidFill>
                <a:effectLst>
                  <a:innerShdw blurRad="63500" dist="50800" dir="13500000">
                    <a:srgbClr val="000000">
                      <a:alpha val="50000"/>
                    </a:srgbClr>
                  </a:innerShdw>
                </a:effectLst>
              </a:rPr>
              <a:t>W</a:t>
            </a:r>
          </a:p>
        </p:txBody>
      </p:sp>
      <p:sp>
        <p:nvSpPr>
          <p:cNvPr id="18" name="Rectangle 17"/>
          <p:cNvSpPr/>
          <p:nvPr/>
        </p:nvSpPr>
        <p:spPr>
          <a:xfrm>
            <a:off x="3548737" y="3638970"/>
            <a:ext cx="508390" cy="769441"/>
          </a:xfrm>
          <a:prstGeom prst="rect">
            <a:avLst/>
          </a:prstGeom>
          <a:noFill/>
        </p:spPr>
        <p:txBody>
          <a:bodyPr wrap="square" lIns="91440" tIns="45720" rIns="91440" bIns="45720">
            <a:spAutoFit/>
          </a:bodyPr>
          <a:lstStyle/>
          <a:p>
            <a:pPr algn="ctr"/>
            <a:r>
              <a:rPr lang="en-US" sz="4400" b="1" spc="50" dirty="0">
                <a:ln w="0"/>
                <a:solidFill>
                  <a:schemeClr val="bg2"/>
                </a:solidFill>
                <a:effectLst>
                  <a:innerShdw blurRad="63500" dist="50800" dir="13500000">
                    <a:srgbClr val="000000">
                      <a:alpha val="50000"/>
                    </a:srgbClr>
                  </a:innerShdw>
                </a:effectLst>
              </a:rPr>
              <a:t>T</a:t>
            </a:r>
          </a:p>
        </p:txBody>
      </p:sp>
      <p:sp>
        <p:nvSpPr>
          <p:cNvPr id="19" name="Rectangle 18"/>
          <p:cNvSpPr/>
          <p:nvPr/>
        </p:nvSpPr>
        <p:spPr>
          <a:xfrm>
            <a:off x="5695398" y="3672087"/>
            <a:ext cx="508390" cy="769441"/>
          </a:xfrm>
          <a:prstGeom prst="rect">
            <a:avLst/>
          </a:prstGeom>
          <a:noFill/>
        </p:spPr>
        <p:txBody>
          <a:bodyPr wrap="square" lIns="91440" tIns="45720" rIns="91440" bIns="45720">
            <a:spAutoFit/>
          </a:bodyPr>
          <a:lstStyle/>
          <a:p>
            <a:pPr algn="ctr"/>
            <a:r>
              <a:rPr lang="en-US" sz="4400" b="1" spc="50" dirty="0">
                <a:ln w="0"/>
                <a:solidFill>
                  <a:schemeClr val="bg2"/>
                </a:solidFill>
                <a:effectLst>
                  <a:innerShdw blurRad="63500" dist="50800" dir="13500000">
                    <a:srgbClr val="000000">
                      <a:alpha val="50000"/>
                    </a:srgbClr>
                  </a:innerShdw>
                </a:effectLst>
              </a:rPr>
              <a:t>O</a:t>
            </a:r>
          </a:p>
        </p:txBody>
      </p:sp>
      <p:sp>
        <p:nvSpPr>
          <p:cNvPr id="25" name="TextBox 24"/>
          <p:cNvSpPr txBox="1"/>
          <p:nvPr/>
        </p:nvSpPr>
        <p:spPr>
          <a:xfrm>
            <a:off x="1166083" y="4603161"/>
            <a:ext cx="4290692" cy="769441"/>
          </a:xfrm>
          <a:prstGeom prst="rect">
            <a:avLst/>
          </a:prstGeom>
          <a:noFill/>
        </p:spPr>
        <p:txBody>
          <a:bodyPr wrap="square" rtlCol="0">
            <a:spAutoFit/>
          </a:bodyPr>
          <a:lstStyle/>
          <a:p>
            <a:pPr algn="r" rtl="1"/>
            <a:r>
              <a:rPr lang="ar-LY" sz="1100" dirty="0">
                <a:latin typeface="Tajawal Medium" panose="00000600000000000000" pitchFamily="2" charset="-78"/>
                <a:cs typeface="Tajawal Medium" panose="00000600000000000000" pitchFamily="2" charset="-78"/>
              </a:rPr>
              <a:t>ارتفاع سعر الصرف</a:t>
            </a:r>
          </a:p>
          <a:p>
            <a:pPr algn="r" rtl="1"/>
            <a:r>
              <a:rPr lang="ar-LY" sz="1100" dirty="0">
                <a:latin typeface="Tajawal Medium" panose="00000600000000000000" pitchFamily="2" charset="-78"/>
                <a:cs typeface="Tajawal Medium" panose="00000600000000000000" pitchFamily="2" charset="-78"/>
              </a:rPr>
              <a:t>تغيرات حكومية تؤدي لتغيرات إدارية مما قد يعطل الاعمال</a:t>
            </a:r>
          </a:p>
          <a:p>
            <a:pPr algn="r" rtl="1"/>
            <a:r>
              <a:rPr lang="ar-LY" sz="1100" dirty="0">
                <a:latin typeface="Tajawal Medium" panose="00000600000000000000" pitchFamily="2" charset="-78"/>
                <a:cs typeface="Tajawal Medium" panose="00000600000000000000" pitchFamily="2" charset="-78"/>
              </a:rPr>
              <a:t>ضعف باقي القطاعات والبنية التحتية وبالأخص الكهرباء  </a:t>
            </a:r>
          </a:p>
          <a:p>
            <a:pPr algn="r" rtl="1"/>
            <a:r>
              <a:rPr lang="ar-LY" sz="1100" dirty="0">
                <a:latin typeface="Tajawal Medium" panose="00000600000000000000" pitchFamily="2" charset="-78"/>
                <a:cs typeface="Tajawal Medium" panose="00000600000000000000" pitchFamily="2" charset="-78"/>
              </a:rPr>
              <a:t>مزودي الخدمة العالمين على غرار </a:t>
            </a:r>
            <a:r>
              <a:rPr lang="ar-LY" sz="1100" dirty="0" err="1">
                <a:latin typeface="Tajawal Medium" panose="00000600000000000000" pitchFamily="2" charset="-78"/>
                <a:cs typeface="Tajawal Medium" panose="00000600000000000000" pitchFamily="2" charset="-78"/>
              </a:rPr>
              <a:t>ستارلنك</a:t>
            </a:r>
            <a:endParaRPr lang="en-US" sz="1100" dirty="0">
              <a:latin typeface="Tajawal Medium" panose="00000600000000000000" pitchFamily="2" charset="-78"/>
              <a:cs typeface="Tajawal Medium" panose="00000600000000000000" pitchFamily="2" charset="-78"/>
            </a:endParaRPr>
          </a:p>
        </p:txBody>
      </p:sp>
      <p:sp>
        <p:nvSpPr>
          <p:cNvPr id="24" name="TextBox 23"/>
          <p:cNvSpPr txBox="1"/>
          <p:nvPr/>
        </p:nvSpPr>
        <p:spPr>
          <a:xfrm>
            <a:off x="1159550" y="1594579"/>
            <a:ext cx="4290692" cy="769441"/>
          </a:xfrm>
          <a:prstGeom prst="rect">
            <a:avLst/>
          </a:prstGeom>
          <a:noFill/>
        </p:spPr>
        <p:txBody>
          <a:bodyPr wrap="square" rtlCol="0">
            <a:spAutoFit/>
          </a:bodyPr>
          <a:lstStyle/>
          <a:p>
            <a:pPr marL="171450" indent="-171450" algn="r" rtl="1">
              <a:buFont typeface="Arial" panose="020B0604020202020204" pitchFamily="34" charset="0"/>
              <a:buChar char="•"/>
            </a:pPr>
            <a:r>
              <a:rPr lang="ar-LY" sz="1100" dirty="0">
                <a:latin typeface="Tajawal Medium" panose="00000600000000000000" pitchFamily="2" charset="-78"/>
                <a:cs typeface="Tajawal Medium" panose="00000600000000000000" pitchFamily="2" charset="-78"/>
              </a:rPr>
              <a:t>ارتفاع سعر الصرف يقلل  قدرات الفرد على الصرف في الاتصالات</a:t>
            </a:r>
          </a:p>
          <a:p>
            <a:pPr marL="171450" indent="-171450" algn="r" rtl="1">
              <a:buFont typeface="Arial" panose="020B0604020202020204" pitchFamily="34" charset="0"/>
              <a:buChar char="•"/>
            </a:pPr>
            <a:r>
              <a:rPr lang="ar-LY" sz="1100" dirty="0">
                <a:latin typeface="Tajawal Medium" panose="00000600000000000000" pitchFamily="2" charset="-78"/>
                <a:cs typeface="Tajawal Medium" panose="00000600000000000000" pitchFamily="2" charset="-78"/>
              </a:rPr>
              <a:t>بطء مواكبة التغيرات في عالم تقديم الاعمال يضر بالمنافسة بين الشركات</a:t>
            </a:r>
          </a:p>
          <a:p>
            <a:pPr algn="r" rtl="1"/>
            <a:endParaRPr lang="en-US" sz="1100" dirty="0">
              <a:latin typeface="Tajawal Medium" panose="00000600000000000000" pitchFamily="2" charset="-78"/>
              <a:cs typeface="Tajawal Medium" panose="00000600000000000000" pitchFamily="2" charset="-78"/>
            </a:endParaRPr>
          </a:p>
        </p:txBody>
      </p:sp>
      <p:sp>
        <p:nvSpPr>
          <p:cNvPr id="26" name="TextBox 25"/>
          <p:cNvSpPr txBox="1"/>
          <p:nvPr/>
        </p:nvSpPr>
        <p:spPr>
          <a:xfrm>
            <a:off x="5669269" y="1525669"/>
            <a:ext cx="4290692" cy="600164"/>
          </a:xfrm>
          <a:prstGeom prst="rect">
            <a:avLst/>
          </a:prstGeom>
          <a:noFill/>
        </p:spPr>
        <p:txBody>
          <a:bodyPr wrap="square" rtlCol="0">
            <a:spAutoFit/>
          </a:bodyPr>
          <a:lstStyle/>
          <a:p>
            <a:pPr marL="171450" indent="-171450" algn="r" rtl="1">
              <a:buFont typeface="Arial" panose="020B0604020202020204" pitchFamily="34" charset="0"/>
              <a:buChar char="•"/>
            </a:pPr>
            <a:r>
              <a:rPr lang="ar-LY" sz="1100" dirty="0">
                <a:latin typeface="Tajawal Medium" panose="00000600000000000000" pitchFamily="2" charset="-78"/>
                <a:cs typeface="Tajawal Medium" panose="00000600000000000000" pitchFamily="2" charset="-78"/>
              </a:rPr>
              <a:t>وجود بنية تحتية تدعم تقديم الخدمات</a:t>
            </a:r>
          </a:p>
          <a:p>
            <a:pPr algn="r" rtl="1"/>
            <a:endParaRPr lang="ar-LY" sz="1100" dirty="0">
              <a:latin typeface="Tajawal Medium" panose="00000600000000000000" pitchFamily="2" charset="-78"/>
              <a:cs typeface="Tajawal Medium" panose="00000600000000000000" pitchFamily="2" charset="-78"/>
            </a:endParaRPr>
          </a:p>
          <a:p>
            <a:pPr algn="r" rtl="1"/>
            <a:endParaRPr lang="en-US" sz="1100" dirty="0">
              <a:latin typeface="Tajawal Medium" panose="00000600000000000000" pitchFamily="2" charset="-78"/>
              <a:cs typeface="Tajawal Medium" panose="00000600000000000000" pitchFamily="2" charset="-78"/>
            </a:endParaRPr>
          </a:p>
        </p:txBody>
      </p:sp>
    </p:spTree>
    <p:extLst>
      <p:ext uri="{BB962C8B-B14F-4D97-AF65-F5344CB8AC3E}">
        <p14:creationId xmlns:p14="http://schemas.microsoft.com/office/powerpoint/2010/main" val="36875150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7023" y="117164"/>
            <a:ext cx="10515600" cy="1325563"/>
          </a:xfrm>
        </p:spPr>
        <p:txBody>
          <a:bodyPr/>
          <a:lstStyle/>
          <a:p>
            <a:r>
              <a:rPr lang="ar-LY" dirty="0"/>
              <a:t>التحليل الرباعي </a:t>
            </a:r>
            <a:r>
              <a:rPr lang="en-US" dirty="0"/>
              <a:t>SWAT</a:t>
            </a:r>
            <a:br>
              <a:rPr lang="en-US" dirty="0"/>
            </a:br>
            <a:r>
              <a:rPr lang="ar-LY" dirty="0"/>
              <a:t>داخلي</a:t>
            </a:r>
            <a:endParaRPr lang="en-US" dirty="0"/>
          </a:p>
        </p:txBody>
      </p:sp>
      <p:sp>
        <p:nvSpPr>
          <p:cNvPr id="4" name="Date Placeholder 3"/>
          <p:cNvSpPr>
            <a:spLocks noGrp="1"/>
          </p:cNvSpPr>
          <p:nvPr>
            <p:ph type="dt" sz="half" idx="10"/>
          </p:nvPr>
        </p:nvSpPr>
        <p:spPr/>
        <p:txBody>
          <a:bodyPr/>
          <a:lstStyle/>
          <a:p>
            <a:fld id="{95A976C5-042F-4F2F-B0E6-E9296BA89F2F}" type="datetime4">
              <a:rPr lang="en-US" smtClean="0"/>
              <a:t>November 16, 2023</a:t>
            </a:fld>
            <a:endParaRPr lang="en-US" dirty="0"/>
          </a:p>
        </p:txBody>
      </p:sp>
      <p:sp>
        <p:nvSpPr>
          <p:cNvPr id="6" name="Slide Number Placeholder 5"/>
          <p:cNvSpPr>
            <a:spLocks noGrp="1"/>
          </p:cNvSpPr>
          <p:nvPr>
            <p:ph type="sldNum" sz="quarter" idx="12"/>
          </p:nvPr>
        </p:nvSpPr>
        <p:spPr/>
        <p:txBody>
          <a:bodyPr/>
          <a:lstStyle/>
          <a:p>
            <a:fld id="{12D7B28B-DC80-4E46-95D7-53BDE8C7F925}" type="slidenum">
              <a:rPr lang="en-US" smtClean="0"/>
              <a:t>15</a:t>
            </a:fld>
            <a:endParaRPr lang="en-US" dirty="0"/>
          </a:p>
        </p:txBody>
      </p:sp>
      <p:sp>
        <p:nvSpPr>
          <p:cNvPr id="7" name="Rectangle 6"/>
          <p:cNvSpPr/>
          <p:nvPr/>
        </p:nvSpPr>
        <p:spPr>
          <a:xfrm>
            <a:off x="5695396" y="1167675"/>
            <a:ext cx="4402189" cy="2568302"/>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p:cNvSpPr/>
          <p:nvPr/>
        </p:nvSpPr>
        <p:spPr>
          <a:xfrm>
            <a:off x="5712802" y="3764697"/>
            <a:ext cx="4384783" cy="2606372"/>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r" rtl="1">
              <a:defRPr/>
            </a:pPr>
            <a:endParaRPr lang="en-US" sz="1100" dirty="0">
              <a:latin typeface="Tajawal Medium" panose="00000600000000000000" pitchFamily="2" charset="-78"/>
              <a:cs typeface="Tajawal Medium" panose="00000600000000000000" pitchFamily="2" charset="-78"/>
            </a:endParaRPr>
          </a:p>
          <a:p>
            <a:pPr lvl="0" algn="r" rtl="1">
              <a:defRPr/>
            </a:pPr>
            <a:endParaRPr lang="en-US" sz="1100" dirty="0">
              <a:latin typeface="Tajawal Medium" panose="00000600000000000000" pitchFamily="2" charset="-78"/>
              <a:cs typeface="Tajawal Medium" panose="00000600000000000000" pitchFamily="2" charset="-78"/>
            </a:endParaRPr>
          </a:p>
          <a:p>
            <a:pPr marL="171450" lvl="0" indent="-171450" algn="r" rtl="1">
              <a:buFont typeface="Arial" panose="020B0604020202020204" pitchFamily="34" charset="0"/>
              <a:buChar char="•"/>
              <a:defRPr/>
            </a:pPr>
            <a:r>
              <a:rPr lang="ar-LY" sz="1100" dirty="0">
                <a:latin typeface="Tajawal Medium" panose="00000600000000000000" pitchFamily="2" charset="-78"/>
                <a:cs typeface="Tajawal Medium" panose="00000600000000000000" pitchFamily="2" charset="-78"/>
              </a:rPr>
              <a:t>الاستثمار في تحسين الشبكة</a:t>
            </a:r>
            <a:r>
              <a:rPr lang="en-US" sz="1100" dirty="0">
                <a:latin typeface="Tajawal Medium" panose="00000600000000000000" pitchFamily="2" charset="-78"/>
                <a:cs typeface="Tajawal Medium" panose="00000600000000000000" pitchFamily="2" charset="-78"/>
              </a:rPr>
              <a:t> </a:t>
            </a:r>
            <a:r>
              <a:rPr lang="ar-LY" sz="1100" dirty="0">
                <a:latin typeface="Tajawal Medium" panose="00000600000000000000" pitchFamily="2" charset="-78"/>
                <a:cs typeface="Tajawal Medium" panose="00000600000000000000" pitchFamily="2" charset="-78"/>
              </a:rPr>
              <a:t>وتغطية مناطق جديدة</a:t>
            </a:r>
          </a:p>
          <a:p>
            <a:pPr marL="171450" lvl="0" indent="-171450" algn="r" rtl="1">
              <a:buFont typeface="Arial" panose="020B0604020202020204" pitchFamily="34" charset="0"/>
              <a:buChar char="•"/>
              <a:defRPr/>
            </a:pPr>
            <a:r>
              <a:rPr lang="ar-LY" sz="1100" dirty="0">
                <a:latin typeface="Tajawal Medium" panose="00000600000000000000" pitchFamily="2" charset="-78"/>
                <a:cs typeface="Tajawal Medium" panose="00000600000000000000" pitchFamily="2" charset="-78"/>
              </a:rPr>
              <a:t>تحسين جودة الخدمات وتجربة المستخدم</a:t>
            </a:r>
          </a:p>
          <a:p>
            <a:pPr marL="171450" lvl="0" indent="-171450" algn="r" rtl="1">
              <a:buFont typeface="Arial" panose="020B0604020202020204" pitchFamily="34" charset="0"/>
              <a:buChar char="•"/>
              <a:defRPr/>
            </a:pPr>
            <a:r>
              <a:rPr lang="ar-LY" sz="1100" dirty="0">
                <a:latin typeface="Tajawal Medium" panose="00000600000000000000" pitchFamily="2" charset="-78"/>
                <a:cs typeface="Tajawal Medium" panose="00000600000000000000" pitchFamily="2" charset="-78"/>
              </a:rPr>
              <a:t>قطاعات </a:t>
            </a:r>
            <a:r>
              <a:rPr lang="en-US" sz="1100" dirty="0">
                <a:latin typeface="Tajawal Medium" panose="00000600000000000000" pitchFamily="2" charset="-78"/>
                <a:cs typeface="Tajawal Medium" panose="00000600000000000000" pitchFamily="2" charset="-78"/>
              </a:rPr>
              <a:t>B2B – M2M\</a:t>
            </a:r>
            <a:r>
              <a:rPr lang="en-US" sz="1100" dirty="0" err="1">
                <a:latin typeface="Tajawal Medium" panose="00000600000000000000" pitchFamily="2" charset="-78"/>
                <a:cs typeface="Tajawal Medium" panose="00000600000000000000" pitchFamily="2" charset="-78"/>
              </a:rPr>
              <a:t>IoT</a:t>
            </a:r>
            <a:r>
              <a:rPr lang="ar-LY" sz="1100" dirty="0">
                <a:latin typeface="Tajawal Medium" panose="00000600000000000000" pitchFamily="2" charset="-78"/>
                <a:cs typeface="Tajawal Medium" panose="00000600000000000000" pitchFamily="2" charset="-78"/>
              </a:rPr>
              <a:t> واعدة</a:t>
            </a:r>
          </a:p>
          <a:p>
            <a:pPr marL="171450" lvl="0" indent="-171450" algn="r" rtl="1">
              <a:buFont typeface="Arial" panose="020B0604020202020204" pitchFamily="34" charset="0"/>
              <a:buChar char="•"/>
              <a:defRPr/>
            </a:pPr>
            <a:r>
              <a:rPr lang="ar-LY" sz="1100" dirty="0">
                <a:latin typeface="Tajawal Medium" panose="00000600000000000000" pitchFamily="2" charset="-78"/>
                <a:cs typeface="Tajawal Medium" panose="00000600000000000000" pitchFamily="2" charset="-78"/>
              </a:rPr>
              <a:t>الاستثمار في خدمات “</a:t>
            </a:r>
            <a:r>
              <a:rPr lang="en-US" sz="1100" dirty="0">
                <a:latin typeface="Tajawal Medium" panose="00000600000000000000" pitchFamily="2" charset="-78"/>
                <a:cs typeface="Tajawal Medium" panose="00000600000000000000" pitchFamily="2" charset="-78"/>
              </a:rPr>
              <a:t>OTT</a:t>
            </a:r>
            <a:r>
              <a:rPr lang="ar-LY" sz="1100" dirty="0">
                <a:latin typeface="Tajawal Medium" panose="00000600000000000000" pitchFamily="2" charset="-78"/>
                <a:cs typeface="Tajawal Medium" panose="00000600000000000000" pitchFamily="2" charset="-78"/>
              </a:rPr>
              <a:t>" والتطبيقات بمختلف أنواعها.</a:t>
            </a:r>
          </a:p>
          <a:p>
            <a:pPr marL="171450" lvl="0" indent="-171450" algn="r" rtl="1">
              <a:buFont typeface="Arial" panose="020B0604020202020204" pitchFamily="34" charset="0"/>
              <a:buChar char="•"/>
              <a:defRPr/>
            </a:pPr>
            <a:r>
              <a:rPr lang="ar-LY" sz="1100" dirty="0">
                <a:latin typeface="Tajawal Medium" panose="00000600000000000000" pitchFamily="2" charset="-78"/>
                <a:cs typeface="Tajawal Medium" panose="00000600000000000000" pitchFamily="2" charset="-78"/>
              </a:rPr>
              <a:t>افاق استثمار وموارد جديدة </a:t>
            </a:r>
            <a:r>
              <a:rPr lang="ar-LY" sz="1100" dirty="0" err="1">
                <a:latin typeface="Tajawal Medium" panose="00000600000000000000" pitchFamily="2" charset="-78"/>
                <a:cs typeface="Tajawal Medium" panose="00000600000000000000" pitchFamily="2" charset="-78"/>
              </a:rPr>
              <a:t>للايراد</a:t>
            </a:r>
            <a:r>
              <a:rPr lang="ar-LY" sz="1100" dirty="0">
                <a:latin typeface="Tajawal Medium" panose="00000600000000000000" pitchFamily="2" charset="-78"/>
                <a:cs typeface="Tajawal Medium" panose="00000600000000000000" pitchFamily="2" charset="-78"/>
              </a:rPr>
              <a:t> </a:t>
            </a:r>
          </a:p>
          <a:p>
            <a:pPr marL="171450" indent="-171450" algn="r" rtl="1">
              <a:buFont typeface="Arial" panose="020B0604020202020204" pitchFamily="34" charset="0"/>
              <a:buChar char="•"/>
              <a:defRPr/>
            </a:pPr>
            <a:r>
              <a:rPr lang="ar-LY" sz="1100" dirty="0">
                <a:latin typeface="Tajawal Medium" panose="00000600000000000000" pitchFamily="2" charset="-78"/>
                <a:cs typeface="Tajawal Medium" panose="00000600000000000000" pitchFamily="2" charset="-78"/>
              </a:rPr>
              <a:t>دعم مسيرة التحول الرقمي للمؤسسات الحكومية والخاصة</a:t>
            </a:r>
          </a:p>
          <a:p>
            <a:pPr marL="171450" indent="-171450" algn="r" rtl="1">
              <a:buFont typeface="Arial" panose="020B0604020202020204" pitchFamily="34" charset="0"/>
              <a:buChar char="•"/>
              <a:defRPr/>
            </a:pPr>
            <a:r>
              <a:rPr lang="ar-LY" sz="1100" dirty="0">
                <a:latin typeface="Tajawal Medium" panose="00000600000000000000" pitchFamily="2" charset="-78"/>
                <a:cs typeface="Tajawal Medium" panose="00000600000000000000" pitchFamily="2" charset="-78"/>
              </a:rPr>
              <a:t>تزايد الطلب على خدمات الانترنت وزيادة الاعتمادية عليها</a:t>
            </a:r>
          </a:p>
          <a:p>
            <a:pPr marL="171450" indent="-171450" algn="r" rtl="1">
              <a:buFont typeface="Arial" panose="020B0604020202020204" pitchFamily="34" charset="0"/>
              <a:buChar char="•"/>
              <a:defRPr/>
            </a:pPr>
            <a:r>
              <a:rPr lang="ar-LY" sz="1100" dirty="0">
                <a:latin typeface="Tajawal Medium" panose="00000600000000000000" pitchFamily="2" charset="-78"/>
                <a:cs typeface="Tajawal Medium" panose="00000600000000000000" pitchFamily="2" charset="-78"/>
              </a:rPr>
              <a:t>تغيرات في الهيكل العام للشركة قد يدعم التحول الرقمي الداخلي و يحسن جودة الاعمال المنجزة</a:t>
            </a:r>
          </a:p>
          <a:p>
            <a:pPr marL="171450" indent="-171450" algn="r" rtl="1">
              <a:buFont typeface="Arial" panose="020B0604020202020204" pitchFamily="34" charset="0"/>
              <a:buChar char="•"/>
              <a:defRPr/>
            </a:pPr>
            <a:r>
              <a:rPr lang="ar-LY" sz="1100" dirty="0">
                <a:latin typeface="Tajawal Medium" panose="00000600000000000000" pitchFamily="2" charset="-78"/>
                <a:cs typeface="Tajawal Medium" panose="00000600000000000000" pitchFamily="2" charset="-78"/>
              </a:rPr>
              <a:t>الاستراتيجية الجديدة للشركة القابضة </a:t>
            </a:r>
          </a:p>
          <a:p>
            <a:pPr algn="r" rtl="1">
              <a:defRPr/>
            </a:pPr>
            <a:endParaRPr lang="ar-LY" sz="1100" dirty="0">
              <a:latin typeface="Tajawal Medium" panose="00000600000000000000" pitchFamily="2" charset="-78"/>
              <a:cs typeface="Tajawal Medium" panose="00000600000000000000" pitchFamily="2" charset="-78"/>
            </a:endParaRPr>
          </a:p>
        </p:txBody>
      </p:sp>
      <p:sp>
        <p:nvSpPr>
          <p:cNvPr id="9" name="Rectangle 8"/>
          <p:cNvSpPr/>
          <p:nvPr/>
        </p:nvSpPr>
        <p:spPr>
          <a:xfrm>
            <a:off x="927460" y="3764697"/>
            <a:ext cx="4754873" cy="2606372"/>
          </a:xfrm>
          <a:prstGeom prst="rect">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p:cNvSpPr/>
          <p:nvPr/>
        </p:nvSpPr>
        <p:spPr>
          <a:xfrm>
            <a:off x="940523" y="1158325"/>
            <a:ext cx="4741812" cy="260637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p:cNvSpPr/>
          <p:nvPr/>
        </p:nvSpPr>
        <p:spPr>
          <a:xfrm>
            <a:off x="5695402" y="3148148"/>
            <a:ext cx="2299063" cy="587829"/>
          </a:xfrm>
          <a:prstGeom prst="rect">
            <a:avLst/>
          </a:prstGeom>
        </p:spPr>
        <p:style>
          <a:lnRef idx="3">
            <a:schemeClr val="lt1"/>
          </a:lnRef>
          <a:fillRef idx="1">
            <a:schemeClr val="accent3"/>
          </a:fillRef>
          <a:effectRef idx="1">
            <a:schemeClr val="accent3"/>
          </a:effectRef>
          <a:fontRef idx="minor">
            <a:schemeClr val="lt1"/>
          </a:fontRef>
        </p:style>
        <p:txBody>
          <a:bodyPr rtlCol="0" anchor="ctr"/>
          <a:lstStyle/>
          <a:p>
            <a:pPr algn="r"/>
            <a:r>
              <a:rPr lang="ar-LY" sz="2000" dirty="0">
                <a:cs typeface="+mj-cs"/>
              </a:rPr>
              <a:t>نقاط القوة</a:t>
            </a:r>
            <a:r>
              <a:rPr lang="en-US" sz="2000" dirty="0">
                <a:cs typeface="+mj-cs"/>
              </a:rPr>
              <a:t> </a:t>
            </a:r>
          </a:p>
        </p:txBody>
      </p:sp>
      <p:sp>
        <p:nvSpPr>
          <p:cNvPr id="12" name="Rectangle 11"/>
          <p:cNvSpPr/>
          <p:nvPr/>
        </p:nvSpPr>
        <p:spPr>
          <a:xfrm>
            <a:off x="5695399" y="3023463"/>
            <a:ext cx="508390" cy="830997"/>
          </a:xfrm>
          <a:prstGeom prst="rect">
            <a:avLst/>
          </a:prstGeom>
          <a:noFill/>
        </p:spPr>
        <p:txBody>
          <a:bodyPr wrap="square" lIns="91440" tIns="45720" rIns="91440" bIns="45720">
            <a:spAutoFit/>
          </a:bodyPr>
          <a:lstStyle/>
          <a:p>
            <a:pPr algn="ctr"/>
            <a:r>
              <a:rPr lang="en-US" sz="4800" b="1" spc="50" dirty="0">
                <a:ln w="0"/>
                <a:solidFill>
                  <a:schemeClr val="bg2"/>
                </a:solidFill>
                <a:effectLst>
                  <a:innerShdw blurRad="63500" dist="50800" dir="13500000">
                    <a:srgbClr val="000000">
                      <a:alpha val="50000"/>
                    </a:srgbClr>
                  </a:innerShdw>
                </a:effectLst>
              </a:rPr>
              <a:t>S</a:t>
            </a:r>
          </a:p>
        </p:txBody>
      </p:sp>
      <p:sp>
        <p:nvSpPr>
          <p:cNvPr id="13" name="Rectangle 12"/>
          <p:cNvSpPr/>
          <p:nvPr/>
        </p:nvSpPr>
        <p:spPr>
          <a:xfrm>
            <a:off x="5695401" y="3732877"/>
            <a:ext cx="2299063" cy="587829"/>
          </a:xfrm>
          <a:prstGeom prst="rect">
            <a:avLst/>
          </a:prstGeom>
        </p:spPr>
        <p:style>
          <a:lnRef idx="3">
            <a:schemeClr val="lt1"/>
          </a:lnRef>
          <a:fillRef idx="1">
            <a:schemeClr val="accent2"/>
          </a:fillRef>
          <a:effectRef idx="1">
            <a:schemeClr val="accent2"/>
          </a:effectRef>
          <a:fontRef idx="minor">
            <a:schemeClr val="lt1"/>
          </a:fontRef>
        </p:style>
        <p:txBody>
          <a:bodyPr rtlCol="0" anchor="ctr"/>
          <a:lstStyle/>
          <a:p>
            <a:pPr algn="r"/>
            <a:r>
              <a:rPr lang="ar-LY" sz="2000" dirty="0">
                <a:cs typeface="+mj-cs"/>
              </a:rPr>
              <a:t>الفرص</a:t>
            </a:r>
            <a:endParaRPr lang="en-US" sz="2000" dirty="0">
              <a:cs typeface="+mj-cs"/>
            </a:endParaRPr>
          </a:p>
        </p:txBody>
      </p:sp>
      <p:sp>
        <p:nvSpPr>
          <p:cNvPr id="14" name="Rectangle 13"/>
          <p:cNvSpPr/>
          <p:nvPr/>
        </p:nvSpPr>
        <p:spPr>
          <a:xfrm>
            <a:off x="3396337" y="3145048"/>
            <a:ext cx="2299063" cy="587829"/>
          </a:xfrm>
          <a:prstGeom prst="rect">
            <a:avLst/>
          </a:prstGeom>
          <a:solidFill>
            <a:schemeClr val="accent1">
              <a:lumMod val="75000"/>
            </a:scheme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r"/>
            <a:r>
              <a:rPr lang="ar-LY" sz="2000" dirty="0">
                <a:cs typeface="+mj-cs"/>
              </a:rPr>
              <a:t>نقاط الضعف</a:t>
            </a:r>
            <a:r>
              <a:rPr lang="en-US" sz="2000" dirty="0">
                <a:cs typeface="+mj-cs"/>
              </a:rPr>
              <a:t> </a:t>
            </a:r>
          </a:p>
        </p:txBody>
      </p:sp>
      <p:sp>
        <p:nvSpPr>
          <p:cNvPr id="15" name="Rectangle 14"/>
          <p:cNvSpPr/>
          <p:nvPr/>
        </p:nvSpPr>
        <p:spPr>
          <a:xfrm>
            <a:off x="3396336" y="3729777"/>
            <a:ext cx="2299063" cy="587829"/>
          </a:xfrm>
          <a:prstGeom prst="rect">
            <a:avLst/>
          </a:prstGeom>
        </p:spPr>
        <p:style>
          <a:lnRef idx="3">
            <a:schemeClr val="lt1"/>
          </a:lnRef>
          <a:fillRef idx="1">
            <a:schemeClr val="accent4"/>
          </a:fillRef>
          <a:effectRef idx="1">
            <a:schemeClr val="accent4"/>
          </a:effectRef>
          <a:fontRef idx="minor">
            <a:schemeClr val="lt1"/>
          </a:fontRef>
        </p:style>
        <p:txBody>
          <a:bodyPr rtlCol="0" anchor="ctr"/>
          <a:lstStyle/>
          <a:p>
            <a:pPr algn="r"/>
            <a:r>
              <a:rPr lang="ar-LY" sz="2000" dirty="0">
                <a:cs typeface="+mj-cs"/>
              </a:rPr>
              <a:t>التهديدات </a:t>
            </a:r>
            <a:endParaRPr lang="en-US" sz="2000" dirty="0">
              <a:cs typeface="+mj-cs"/>
            </a:endParaRPr>
          </a:p>
        </p:txBody>
      </p:sp>
      <p:sp>
        <p:nvSpPr>
          <p:cNvPr id="16" name="Rectangle 15"/>
          <p:cNvSpPr/>
          <p:nvPr/>
        </p:nvSpPr>
        <p:spPr>
          <a:xfrm>
            <a:off x="3548737" y="3052692"/>
            <a:ext cx="508390" cy="769441"/>
          </a:xfrm>
          <a:prstGeom prst="rect">
            <a:avLst/>
          </a:prstGeom>
          <a:noFill/>
        </p:spPr>
        <p:txBody>
          <a:bodyPr wrap="square" lIns="91440" tIns="45720" rIns="91440" bIns="45720">
            <a:spAutoFit/>
          </a:bodyPr>
          <a:lstStyle/>
          <a:p>
            <a:pPr algn="ctr"/>
            <a:r>
              <a:rPr lang="en-US" sz="4400" b="1" spc="50" dirty="0">
                <a:ln w="0"/>
                <a:solidFill>
                  <a:schemeClr val="bg2"/>
                </a:solidFill>
                <a:effectLst>
                  <a:innerShdw blurRad="63500" dist="50800" dir="13500000">
                    <a:srgbClr val="000000">
                      <a:alpha val="50000"/>
                    </a:srgbClr>
                  </a:innerShdw>
                </a:effectLst>
              </a:rPr>
              <a:t>W</a:t>
            </a:r>
          </a:p>
        </p:txBody>
      </p:sp>
      <p:sp>
        <p:nvSpPr>
          <p:cNvPr id="17" name="Rectangle 16"/>
          <p:cNvSpPr/>
          <p:nvPr/>
        </p:nvSpPr>
        <p:spPr>
          <a:xfrm>
            <a:off x="3548737" y="3638970"/>
            <a:ext cx="508390" cy="769441"/>
          </a:xfrm>
          <a:prstGeom prst="rect">
            <a:avLst/>
          </a:prstGeom>
          <a:noFill/>
        </p:spPr>
        <p:txBody>
          <a:bodyPr wrap="square" lIns="91440" tIns="45720" rIns="91440" bIns="45720">
            <a:spAutoFit/>
          </a:bodyPr>
          <a:lstStyle/>
          <a:p>
            <a:pPr algn="ctr"/>
            <a:r>
              <a:rPr lang="en-US" sz="4400" b="1" spc="50" dirty="0">
                <a:ln w="0"/>
                <a:solidFill>
                  <a:schemeClr val="bg2"/>
                </a:solidFill>
                <a:effectLst>
                  <a:innerShdw blurRad="63500" dist="50800" dir="13500000">
                    <a:srgbClr val="000000">
                      <a:alpha val="50000"/>
                    </a:srgbClr>
                  </a:innerShdw>
                </a:effectLst>
              </a:rPr>
              <a:t>T</a:t>
            </a:r>
          </a:p>
        </p:txBody>
      </p:sp>
      <p:sp>
        <p:nvSpPr>
          <p:cNvPr id="18" name="Rectangle 17"/>
          <p:cNvSpPr/>
          <p:nvPr/>
        </p:nvSpPr>
        <p:spPr>
          <a:xfrm>
            <a:off x="5695398" y="3672087"/>
            <a:ext cx="508390" cy="769441"/>
          </a:xfrm>
          <a:prstGeom prst="rect">
            <a:avLst/>
          </a:prstGeom>
          <a:noFill/>
        </p:spPr>
        <p:txBody>
          <a:bodyPr wrap="square" lIns="91440" tIns="45720" rIns="91440" bIns="45720">
            <a:spAutoFit/>
          </a:bodyPr>
          <a:lstStyle/>
          <a:p>
            <a:pPr algn="ctr"/>
            <a:r>
              <a:rPr lang="en-US" sz="4400" b="1" spc="50" dirty="0">
                <a:ln w="0"/>
                <a:solidFill>
                  <a:schemeClr val="bg2"/>
                </a:solidFill>
                <a:effectLst>
                  <a:innerShdw blurRad="63500" dist="50800" dir="13500000">
                    <a:srgbClr val="000000">
                      <a:alpha val="50000"/>
                    </a:srgbClr>
                  </a:innerShdw>
                </a:effectLst>
              </a:rPr>
              <a:t>O</a:t>
            </a:r>
          </a:p>
        </p:txBody>
      </p:sp>
      <p:sp>
        <p:nvSpPr>
          <p:cNvPr id="20" name="TextBox 19"/>
          <p:cNvSpPr txBox="1"/>
          <p:nvPr/>
        </p:nvSpPr>
        <p:spPr>
          <a:xfrm>
            <a:off x="1217023" y="4408411"/>
            <a:ext cx="4290692" cy="2123658"/>
          </a:xfrm>
          <a:prstGeom prst="rect">
            <a:avLst/>
          </a:prstGeom>
          <a:noFill/>
        </p:spPr>
        <p:txBody>
          <a:bodyPr wrap="square" rtlCol="0">
            <a:spAutoFit/>
          </a:bodyPr>
          <a:lstStyle/>
          <a:p>
            <a:pPr marL="171450" indent="-171450" algn="r" rtl="1">
              <a:buFont typeface="Arial" panose="020B0604020202020204" pitchFamily="34" charset="0"/>
              <a:buChar char="•"/>
            </a:pPr>
            <a:r>
              <a:rPr lang="ar-LY" sz="1100" dirty="0">
                <a:latin typeface="Tajawal Medium" panose="00000600000000000000" pitchFamily="2" charset="-78"/>
                <a:cs typeface="Tajawal Medium" panose="00000600000000000000" pitchFamily="2" charset="-78"/>
              </a:rPr>
              <a:t>استمرار تدني مخزون بطاقات التعبئة و عدم توفر مخزون استراتيجي</a:t>
            </a:r>
          </a:p>
          <a:p>
            <a:pPr marL="171450" indent="-171450" algn="r" rtl="1">
              <a:buFont typeface="Arial" panose="020B0604020202020204" pitchFamily="34" charset="0"/>
              <a:buChar char="•"/>
            </a:pPr>
            <a:r>
              <a:rPr lang="ar-LY" sz="1100" dirty="0">
                <a:latin typeface="Tajawal Medium" panose="00000600000000000000" pitchFamily="2" charset="-78"/>
                <a:cs typeface="Tajawal Medium" panose="00000600000000000000" pitchFamily="2" charset="-78"/>
              </a:rPr>
              <a:t>عدم استكمال مشاريع الشبكة و توسعة رخصة الجيل الرابع</a:t>
            </a:r>
          </a:p>
          <a:p>
            <a:pPr marL="171450" indent="-171450" algn="r" rtl="1">
              <a:buFont typeface="Arial" panose="020B0604020202020204" pitchFamily="34" charset="0"/>
              <a:buChar char="•"/>
            </a:pPr>
            <a:r>
              <a:rPr lang="ar-LY" sz="1100" dirty="0">
                <a:latin typeface="Tajawal Medium" panose="00000600000000000000" pitchFamily="2" charset="-78"/>
                <a:cs typeface="Tajawal Medium" panose="00000600000000000000" pitchFamily="2" charset="-78"/>
              </a:rPr>
              <a:t>استمرار </a:t>
            </a:r>
            <a:r>
              <a:rPr lang="ar-LY" sz="1100" dirty="0" err="1">
                <a:latin typeface="Tajawal Medium" panose="00000600000000000000" pitchFamily="2" charset="-78"/>
                <a:cs typeface="Tajawal Medium" panose="00000600000000000000" pitchFamily="2" charset="-78"/>
              </a:rPr>
              <a:t>التاخير</a:t>
            </a:r>
            <a:r>
              <a:rPr lang="ar-LY" sz="1100" dirty="0">
                <a:latin typeface="Tajawal Medium" panose="00000600000000000000" pitchFamily="2" charset="-78"/>
                <a:cs typeface="Tajawal Medium" panose="00000600000000000000" pitchFamily="2" charset="-78"/>
              </a:rPr>
              <a:t> في الإجراءات </a:t>
            </a:r>
            <a:r>
              <a:rPr lang="ar-LY" sz="1100" dirty="0" err="1">
                <a:latin typeface="Tajawal Medium" panose="00000600000000000000" pitchFamily="2" charset="-78"/>
                <a:cs typeface="Tajawal Medium" panose="00000600000000000000" pitchFamily="2" charset="-78"/>
              </a:rPr>
              <a:t>وتاثيرها</a:t>
            </a:r>
            <a:r>
              <a:rPr lang="ar-LY" sz="1100" dirty="0">
                <a:latin typeface="Tajawal Medium" panose="00000600000000000000" pitchFamily="2" charset="-78"/>
                <a:cs typeface="Tajawal Medium" panose="00000600000000000000" pitchFamily="2" charset="-78"/>
              </a:rPr>
              <a:t> على التعاقد ونفور الموردين و الشركاء وضرر بسمعة الشركة في الداخل والخارج</a:t>
            </a:r>
          </a:p>
          <a:p>
            <a:pPr marL="171450" indent="-171450" algn="r" rtl="1">
              <a:buFont typeface="Arial" panose="020B0604020202020204" pitchFamily="34" charset="0"/>
              <a:buChar char="•"/>
            </a:pPr>
            <a:r>
              <a:rPr lang="ar-LY" sz="1100" dirty="0">
                <a:latin typeface="Tajawal Medium" panose="00000600000000000000" pitchFamily="2" charset="-78"/>
                <a:cs typeface="Tajawal Medium" panose="00000600000000000000" pitchFamily="2" charset="-78"/>
              </a:rPr>
              <a:t>تعديلات الهيكل العام قد يسبب ارباك في عمليات نقل المهام و المعرفة وإعادة التجانس بين الوحدات التنظيمية</a:t>
            </a:r>
            <a:endParaRPr lang="en-US" sz="1100" dirty="0">
              <a:latin typeface="Tajawal Medium" panose="00000600000000000000" pitchFamily="2" charset="-78"/>
              <a:cs typeface="Tajawal Medium" panose="00000600000000000000" pitchFamily="2" charset="-78"/>
            </a:endParaRPr>
          </a:p>
          <a:p>
            <a:pPr marL="171450" indent="-171450" algn="r" rtl="1">
              <a:buFont typeface="Arial" panose="020B0604020202020204" pitchFamily="34" charset="0"/>
              <a:buChar char="•"/>
            </a:pPr>
            <a:r>
              <a:rPr lang="ar-LY" sz="1100" dirty="0">
                <a:latin typeface="Tajawal Medium" panose="00000600000000000000" pitchFamily="2" charset="-78"/>
                <a:cs typeface="Tajawal Medium" panose="00000600000000000000" pitchFamily="2" charset="-78"/>
              </a:rPr>
              <a:t>عدم اتخاذ إجراءات حقيقية في اتجاه تنوع الدخل </a:t>
            </a:r>
          </a:p>
          <a:p>
            <a:pPr marL="171450" indent="-171450" algn="r" rtl="1">
              <a:buFont typeface="Arial" panose="020B0604020202020204" pitchFamily="34" charset="0"/>
              <a:buChar char="•"/>
            </a:pPr>
            <a:r>
              <a:rPr lang="ar-LY" sz="1100" dirty="0">
                <a:latin typeface="Tajawal Medium" panose="00000600000000000000" pitchFamily="2" charset="-78"/>
                <a:cs typeface="Tajawal Medium" panose="00000600000000000000" pitchFamily="2" charset="-78"/>
              </a:rPr>
              <a:t>دخول منافس آخر</a:t>
            </a:r>
          </a:p>
          <a:p>
            <a:pPr marL="171450" indent="-171450" algn="r" rtl="1">
              <a:buFont typeface="Arial" panose="020B0604020202020204" pitchFamily="34" charset="0"/>
              <a:buChar char="•"/>
            </a:pPr>
            <a:r>
              <a:rPr lang="ar-LY" sz="1100" dirty="0" err="1">
                <a:latin typeface="Tajawal Medium" panose="00000600000000000000" pitchFamily="2" charset="-78"/>
                <a:cs typeface="Tajawal Medium" panose="00000600000000000000" pitchFamily="2" charset="-78"/>
              </a:rPr>
              <a:t>تاثير</a:t>
            </a:r>
            <a:r>
              <a:rPr lang="ar-LY" sz="1100" dirty="0">
                <a:latin typeface="Tajawal Medium" panose="00000600000000000000" pitchFamily="2" charset="-78"/>
                <a:cs typeface="Tajawal Medium" panose="00000600000000000000" pitchFamily="2" charset="-78"/>
              </a:rPr>
              <a:t> التجوال المحلي وإمكانية التحول بنفس رقم الهاتف بين المشغلين</a:t>
            </a:r>
          </a:p>
          <a:p>
            <a:pPr algn="r" rtl="1"/>
            <a:endParaRPr lang="ar-LY" sz="1100" dirty="0">
              <a:latin typeface="Tajawal Medium" panose="00000600000000000000" pitchFamily="2" charset="-78"/>
              <a:cs typeface="Tajawal Medium" panose="00000600000000000000" pitchFamily="2" charset="-78"/>
            </a:endParaRPr>
          </a:p>
          <a:p>
            <a:pPr marL="171450" indent="-171450" algn="r" rtl="1">
              <a:buFont typeface="Arial" panose="020B0604020202020204" pitchFamily="34" charset="0"/>
              <a:buChar char="•"/>
            </a:pPr>
            <a:endParaRPr lang="en-US" sz="1100" dirty="0">
              <a:latin typeface="Tajawal Medium" panose="00000600000000000000" pitchFamily="2" charset="-78"/>
              <a:cs typeface="Tajawal Medium" panose="00000600000000000000" pitchFamily="2" charset="-78"/>
            </a:endParaRPr>
          </a:p>
        </p:txBody>
      </p:sp>
      <p:sp>
        <p:nvSpPr>
          <p:cNvPr id="21" name="TextBox 20"/>
          <p:cNvSpPr txBox="1"/>
          <p:nvPr/>
        </p:nvSpPr>
        <p:spPr>
          <a:xfrm>
            <a:off x="1391641" y="1563962"/>
            <a:ext cx="4290692" cy="1785104"/>
          </a:xfrm>
          <a:prstGeom prst="rect">
            <a:avLst/>
          </a:prstGeom>
          <a:noFill/>
        </p:spPr>
        <p:txBody>
          <a:bodyPr wrap="square" rtlCol="0">
            <a:spAutoFit/>
          </a:bodyPr>
          <a:lstStyle/>
          <a:p>
            <a:pPr marL="171450" indent="-171450" algn="r" rtl="1">
              <a:buFont typeface="Arial" panose="020B0604020202020204" pitchFamily="34" charset="0"/>
              <a:buChar char="•"/>
            </a:pPr>
            <a:r>
              <a:rPr lang="ar-LY" sz="1100" dirty="0">
                <a:latin typeface="Tajawal Medium" panose="00000600000000000000" pitchFamily="2" charset="-78"/>
                <a:cs typeface="Tajawal Medium" panose="00000600000000000000" pitchFamily="2" charset="-78"/>
              </a:rPr>
              <a:t>عدم توفر الكادر الفعال الكافي في وظائف حساسة يؤثر على سرعة اطلاق المنتجات و الخدمات ويضعف القدرة التنافسية واستغلال الفرص</a:t>
            </a:r>
          </a:p>
          <a:p>
            <a:pPr marL="171450" indent="-171450" algn="r" rtl="1">
              <a:buFont typeface="Arial" panose="020B0604020202020204" pitchFamily="34" charset="0"/>
              <a:buChar char="•"/>
            </a:pPr>
            <a:r>
              <a:rPr lang="ar-LY" sz="1100" dirty="0">
                <a:latin typeface="Tajawal Medium" panose="00000600000000000000" pitchFamily="2" charset="-78"/>
                <a:cs typeface="Tajawal Medium" panose="00000600000000000000" pitchFamily="2" charset="-78"/>
              </a:rPr>
              <a:t>تطوير بطيء للشبكة</a:t>
            </a:r>
          </a:p>
          <a:p>
            <a:pPr marL="171450" indent="-171450" algn="r" rtl="1">
              <a:buFont typeface="Arial" panose="020B0604020202020204" pitchFamily="34" charset="0"/>
              <a:buChar char="•"/>
            </a:pPr>
            <a:r>
              <a:rPr lang="ar-LY" sz="1100" dirty="0">
                <a:latin typeface="Tajawal Medium" panose="00000600000000000000" pitchFamily="2" charset="-78"/>
                <a:cs typeface="Tajawal Medium" panose="00000600000000000000" pitchFamily="2" charset="-78"/>
              </a:rPr>
              <a:t>عدم التركيز على قطاع </a:t>
            </a:r>
            <a:r>
              <a:rPr lang="en-US" sz="1100" dirty="0">
                <a:latin typeface="Tajawal Medium" panose="00000600000000000000" pitchFamily="2" charset="-78"/>
                <a:cs typeface="Tajawal Medium" panose="00000600000000000000" pitchFamily="2" charset="-78"/>
              </a:rPr>
              <a:t>B2B</a:t>
            </a:r>
          </a:p>
          <a:p>
            <a:pPr marL="171450" indent="-171450" algn="r" rtl="1">
              <a:buFont typeface="Arial" panose="020B0604020202020204" pitchFamily="34" charset="0"/>
              <a:buChar char="•"/>
            </a:pPr>
            <a:r>
              <a:rPr lang="ar-LY" sz="1100" dirty="0">
                <a:latin typeface="Tajawal Medium" panose="00000600000000000000" pitchFamily="2" charset="-78"/>
                <a:cs typeface="Tajawal Medium" panose="00000600000000000000" pitchFamily="2" charset="-78"/>
              </a:rPr>
              <a:t>عدم التركيز على قطاع </a:t>
            </a:r>
            <a:r>
              <a:rPr lang="en-US" sz="1100" dirty="0">
                <a:latin typeface="Tajawal Medium" panose="00000600000000000000" pitchFamily="2" charset="-78"/>
                <a:cs typeface="Tajawal Medium" panose="00000600000000000000" pitchFamily="2" charset="-78"/>
              </a:rPr>
              <a:t>M2M\</a:t>
            </a:r>
            <a:r>
              <a:rPr lang="en-US" sz="1100" dirty="0" err="1">
                <a:latin typeface="Tajawal Medium" panose="00000600000000000000" pitchFamily="2" charset="-78"/>
                <a:cs typeface="Tajawal Medium" panose="00000600000000000000" pitchFamily="2" charset="-78"/>
              </a:rPr>
              <a:t>IoT</a:t>
            </a:r>
            <a:endParaRPr lang="ar-LY" sz="1100" dirty="0">
              <a:latin typeface="Tajawal Medium" panose="00000600000000000000" pitchFamily="2" charset="-78"/>
              <a:cs typeface="Tajawal Medium" panose="00000600000000000000" pitchFamily="2" charset="-78"/>
            </a:endParaRPr>
          </a:p>
          <a:p>
            <a:pPr marL="171450" indent="-171450" algn="r" rtl="1">
              <a:buFont typeface="Arial" panose="020B0604020202020204" pitchFamily="34" charset="0"/>
              <a:buChar char="•"/>
            </a:pPr>
            <a:r>
              <a:rPr lang="ar-LY" sz="1100" dirty="0">
                <a:latin typeface="Tajawal Medium" panose="00000600000000000000" pitchFamily="2" charset="-78"/>
                <a:cs typeface="Tajawal Medium" panose="00000600000000000000" pitchFamily="2" charset="-78"/>
              </a:rPr>
              <a:t>عدم وجود منظومة عمل محكمة </a:t>
            </a:r>
            <a:r>
              <a:rPr lang="en-US" sz="1100" dirty="0">
                <a:latin typeface="Tajawal Medium" panose="00000600000000000000" pitchFamily="2" charset="-78"/>
                <a:cs typeface="Tajawal Medium" panose="00000600000000000000" pitchFamily="2" charset="-78"/>
              </a:rPr>
              <a:t>ERP</a:t>
            </a:r>
            <a:r>
              <a:rPr lang="ar-LY" sz="1100" dirty="0">
                <a:latin typeface="Tajawal Medium" panose="00000600000000000000" pitchFamily="2" charset="-78"/>
                <a:cs typeface="Tajawal Medium" panose="00000600000000000000" pitchFamily="2" charset="-78"/>
              </a:rPr>
              <a:t> وعدم ميكنة الإجراءات ما يبطء عملية التجاوب السريع مع احتياجات السوق</a:t>
            </a:r>
            <a:endParaRPr lang="en-US" sz="1100" dirty="0">
              <a:latin typeface="Tajawal Medium" panose="00000600000000000000" pitchFamily="2" charset="-78"/>
              <a:cs typeface="Tajawal Medium" panose="00000600000000000000" pitchFamily="2" charset="-78"/>
            </a:endParaRPr>
          </a:p>
          <a:p>
            <a:pPr algn="r" rtl="1"/>
            <a:endParaRPr lang="ar-LY" sz="1100" dirty="0">
              <a:latin typeface="Tajawal Medium" panose="00000600000000000000" pitchFamily="2" charset="-78"/>
              <a:cs typeface="Tajawal Medium" panose="00000600000000000000" pitchFamily="2" charset="-78"/>
            </a:endParaRPr>
          </a:p>
          <a:p>
            <a:pPr marL="171450" indent="-171450" algn="r" rtl="1">
              <a:buFont typeface="Arial" panose="020B0604020202020204" pitchFamily="34" charset="0"/>
              <a:buChar char="•"/>
            </a:pPr>
            <a:endParaRPr lang="en-US" sz="1100" dirty="0">
              <a:latin typeface="Tajawal Medium" panose="00000600000000000000" pitchFamily="2" charset="-78"/>
              <a:cs typeface="Tajawal Medium" panose="00000600000000000000" pitchFamily="2" charset="-78"/>
            </a:endParaRPr>
          </a:p>
        </p:txBody>
      </p:sp>
      <p:sp>
        <p:nvSpPr>
          <p:cNvPr id="22" name="TextBox 21"/>
          <p:cNvSpPr txBox="1"/>
          <p:nvPr/>
        </p:nvSpPr>
        <p:spPr>
          <a:xfrm>
            <a:off x="5682333" y="1554266"/>
            <a:ext cx="4116074" cy="1954381"/>
          </a:xfrm>
          <a:prstGeom prst="rect">
            <a:avLst/>
          </a:prstGeom>
          <a:noFill/>
        </p:spPr>
        <p:txBody>
          <a:bodyPr wrap="square" rtlCol="0">
            <a:spAutoFit/>
          </a:bodyPr>
          <a:lstStyle/>
          <a:p>
            <a:pPr marL="171450" indent="-171450" algn="r" rtl="1">
              <a:buFont typeface="Arial" panose="020B0604020202020204" pitchFamily="34" charset="0"/>
              <a:buChar char="•"/>
            </a:pPr>
            <a:r>
              <a:rPr lang="ar-LY" sz="1100" dirty="0">
                <a:latin typeface="Tajawal Medium" panose="00000600000000000000" pitchFamily="2" charset="-78"/>
                <a:cs typeface="Tajawal Medium" panose="00000600000000000000" pitchFamily="2" charset="-78"/>
              </a:rPr>
              <a:t>زيادة مستمرة في الايراد</a:t>
            </a:r>
          </a:p>
          <a:p>
            <a:pPr marL="171450" indent="-171450" algn="r" rtl="1">
              <a:buFont typeface="Arial" panose="020B0604020202020204" pitchFamily="34" charset="0"/>
              <a:buChar char="•"/>
            </a:pPr>
            <a:r>
              <a:rPr lang="ar-LY" sz="1100" dirty="0">
                <a:latin typeface="Tajawal Medium" panose="00000600000000000000" pitchFamily="2" charset="-78"/>
                <a:cs typeface="Tajawal Medium" panose="00000600000000000000" pitchFamily="2" charset="-78"/>
              </a:rPr>
              <a:t>تزايد مستمر في عدد المشتركين الفعلين</a:t>
            </a:r>
          </a:p>
          <a:p>
            <a:pPr marL="171450" indent="-171450" algn="r" rtl="1">
              <a:buFont typeface="Arial" panose="020B0604020202020204" pitchFamily="34" charset="0"/>
              <a:buChar char="•"/>
            </a:pPr>
            <a:r>
              <a:rPr lang="ar-LY" sz="1100" dirty="0">
                <a:latin typeface="Tajawal Medium" panose="00000600000000000000" pitchFamily="2" charset="-78"/>
                <a:cs typeface="Tajawal Medium" panose="00000600000000000000" pitchFamily="2" charset="-78"/>
              </a:rPr>
              <a:t>انتشار واسع ومستوى خدمة جيد</a:t>
            </a:r>
          </a:p>
          <a:p>
            <a:pPr marL="171450" indent="-171450" algn="r" rtl="1">
              <a:buFont typeface="Arial" panose="020B0604020202020204" pitchFamily="34" charset="0"/>
              <a:buChar char="•"/>
            </a:pPr>
            <a:r>
              <a:rPr lang="ar-LY" sz="1100" dirty="0">
                <a:latin typeface="Tajawal Medium" panose="00000600000000000000" pitchFamily="2" charset="-78"/>
                <a:cs typeface="Tajawal Medium" panose="00000600000000000000" pitchFamily="2" charset="-78"/>
              </a:rPr>
              <a:t>علامة تجارية قوية</a:t>
            </a:r>
          </a:p>
          <a:p>
            <a:pPr marL="171450" indent="-171450" algn="r" rtl="1">
              <a:buFont typeface="Arial" panose="020B0604020202020204" pitchFamily="34" charset="0"/>
              <a:buChar char="•"/>
            </a:pPr>
            <a:r>
              <a:rPr lang="ar-LY" sz="1100" dirty="0">
                <a:latin typeface="Tajawal Medium" panose="00000600000000000000" pitchFamily="2" charset="-78"/>
                <a:cs typeface="Tajawal Medium" panose="00000600000000000000" pitchFamily="2" charset="-78"/>
              </a:rPr>
              <a:t>حصة سوقية جيدة</a:t>
            </a:r>
          </a:p>
          <a:p>
            <a:pPr marL="171450" indent="-171450" algn="r" rtl="1">
              <a:buFont typeface="Arial" panose="020B0604020202020204" pitchFamily="34" charset="0"/>
              <a:buChar char="•"/>
            </a:pPr>
            <a:r>
              <a:rPr lang="ar-LY" sz="1100" dirty="0">
                <a:latin typeface="Tajawal Medium" panose="00000600000000000000" pitchFamily="2" charset="-78"/>
                <a:cs typeface="Tajawal Medium" panose="00000600000000000000" pitchFamily="2" charset="-78"/>
              </a:rPr>
              <a:t>أسعار مواكبة وميسورة للجميع</a:t>
            </a:r>
          </a:p>
          <a:p>
            <a:pPr marL="171450" indent="-171450" algn="r" rtl="1">
              <a:buFont typeface="Arial" panose="020B0604020202020204" pitchFamily="34" charset="0"/>
              <a:buChar char="•"/>
            </a:pPr>
            <a:r>
              <a:rPr lang="ar-LY" sz="1100" dirty="0">
                <a:latin typeface="Tajawal Medium" panose="00000600000000000000" pitchFamily="2" charset="-78"/>
                <a:cs typeface="Tajawal Medium" panose="00000600000000000000" pitchFamily="2" charset="-78"/>
              </a:rPr>
              <a:t>قنوات تواصل متنوعه مع الجمهور</a:t>
            </a:r>
          </a:p>
          <a:p>
            <a:pPr marL="171450" indent="-171450" algn="r" rtl="1">
              <a:buFont typeface="Arial" panose="020B0604020202020204" pitchFamily="34" charset="0"/>
              <a:buChar char="•"/>
            </a:pPr>
            <a:r>
              <a:rPr lang="ar-LY" sz="1100" dirty="0">
                <a:latin typeface="Tajawal Medium" panose="00000600000000000000" pitchFamily="2" charset="-78"/>
                <a:cs typeface="Tajawal Medium" panose="00000600000000000000" pitchFamily="2" charset="-78"/>
              </a:rPr>
              <a:t>ظهور واضح للعلامة التجارية</a:t>
            </a:r>
          </a:p>
          <a:p>
            <a:pPr marL="171450" indent="-171450" algn="r" rtl="1">
              <a:buFont typeface="Arial" panose="020B0604020202020204" pitchFamily="34" charset="0"/>
              <a:buChar char="•"/>
            </a:pPr>
            <a:endParaRPr lang="ar-LY" sz="1100" dirty="0">
              <a:latin typeface="Tajawal Medium" panose="00000600000000000000" pitchFamily="2" charset="-78"/>
              <a:cs typeface="Tajawal Medium" panose="00000600000000000000" pitchFamily="2" charset="-78"/>
            </a:endParaRPr>
          </a:p>
          <a:p>
            <a:pPr marL="171450" indent="-171450" algn="r" rtl="1">
              <a:buFont typeface="Arial" panose="020B0604020202020204" pitchFamily="34" charset="0"/>
              <a:buChar char="•"/>
            </a:pPr>
            <a:endParaRPr lang="ar-LY" sz="1100" dirty="0">
              <a:latin typeface="Tajawal Medium" panose="00000600000000000000" pitchFamily="2" charset="-78"/>
              <a:cs typeface="Tajawal Medium" panose="00000600000000000000" pitchFamily="2" charset="-78"/>
            </a:endParaRPr>
          </a:p>
          <a:p>
            <a:pPr marL="171450" indent="-171450" algn="r" rtl="1">
              <a:buFont typeface="Arial" panose="020B0604020202020204" pitchFamily="34" charset="0"/>
              <a:buChar char="•"/>
            </a:pPr>
            <a:endParaRPr lang="en-US" sz="1100" dirty="0">
              <a:latin typeface="Tajawal Medium" panose="00000600000000000000" pitchFamily="2" charset="-78"/>
              <a:cs typeface="Tajawal Medium" panose="00000600000000000000" pitchFamily="2" charset="-78"/>
            </a:endParaRPr>
          </a:p>
        </p:txBody>
      </p:sp>
    </p:spTree>
    <p:extLst>
      <p:ext uri="{BB962C8B-B14F-4D97-AF65-F5344CB8AC3E}">
        <p14:creationId xmlns:p14="http://schemas.microsoft.com/office/powerpoint/2010/main" val="19571358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EA3AF2B6-4051-6C18-1A31-07F1B397866C}"/>
              </a:ext>
            </a:extLst>
          </p:cNvPr>
          <p:cNvSpPr/>
          <p:nvPr/>
        </p:nvSpPr>
        <p:spPr>
          <a:xfrm>
            <a:off x="0" y="1782452"/>
            <a:ext cx="12192000" cy="4267474"/>
          </a:xfrm>
          <a:prstGeom prst="rect">
            <a:avLst/>
          </a:prstGeom>
          <a:solidFill>
            <a:schemeClr val="tx1">
              <a:lumMod val="65000"/>
              <a:lumOff val="3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1A53515-B10D-8D5B-4C5E-B498874DFCB7}"/>
              </a:ext>
            </a:extLst>
          </p:cNvPr>
          <p:cNvSpPr>
            <a:spLocks noGrp="1"/>
          </p:cNvSpPr>
          <p:nvPr>
            <p:ph type="title"/>
          </p:nvPr>
        </p:nvSpPr>
        <p:spPr>
          <a:xfrm>
            <a:off x="1550582" y="0"/>
            <a:ext cx="10515600" cy="1325563"/>
          </a:xfrm>
        </p:spPr>
        <p:txBody>
          <a:bodyPr/>
          <a:lstStyle/>
          <a:p>
            <a:r>
              <a:rPr lang="ar-LY" dirty="0"/>
              <a:t>الوضع التنافسي</a:t>
            </a:r>
            <a:endParaRPr lang="en-US" dirty="0"/>
          </a:p>
        </p:txBody>
      </p:sp>
      <p:sp>
        <p:nvSpPr>
          <p:cNvPr id="3" name="Content Placeholder 2">
            <a:extLst>
              <a:ext uri="{FF2B5EF4-FFF2-40B4-BE49-F238E27FC236}">
                <a16:creationId xmlns:a16="http://schemas.microsoft.com/office/drawing/2014/main" id="{6B315E0F-4215-4C89-DE43-792186F8EB33}"/>
              </a:ext>
            </a:extLst>
          </p:cNvPr>
          <p:cNvSpPr>
            <a:spLocks noGrp="1"/>
          </p:cNvSpPr>
          <p:nvPr>
            <p:ph idx="1"/>
          </p:nvPr>
        </p:nvSpPr>
        <p:spPr>
          <a:xfrm>
            <a:off x="393405" y="1240834"/>
            <a:ext cx="11523921" cy="1325563"/>
          </a:xfrm>
        </p:spPr>
        <p:txBody>
          <a:bodyPr>
            <a:normAutofit/>
          </a:bodyPr>
          <a:lstStyle/>
          <a:p>
            <a:r>
              <a:rPr lang="ar-LY" sz="1400" dirty="0">
                <a:cs typeface="+mj-cs"/>
              </a:rPr>
              <a:t>لا تزال المنافسة في خدمات الهاتف المحمول محصورة بمنافس واحد فقط وهو شركة المدار الجديد الا انه على مستوى خدمات الانترنت فان السوق ينقسم بين شركتي </a:t>
            </a:r>
            <a:r>
              <a:rPr lang="ar-LY" sz="1400" dirty="0" err="1">
                <a:cs typeface="+mj-cs"/>
              </a:rPr>
              <a:t>ليبيانا</a:t>
            </a:r>
            <a:r>
              <a:rPr lang="ar-LY" sz="1400" dirty="0">
                <a:cs typeface="+mj-cs"/>
              </a:rPr>
              <a:t> والمدار وشركة ليبيا للاتصالات مع </a:t>
            </a:r>
            <a:r>
              <a:rPr lang="ar-LY" sz="1400" dirty="0" err="1">
                <a:cs typeface="+mj-cs"/>
              </a:rPr>
              <a:t>تاثير</a:t>
            </a:r>
            <a:r>
              <a:rPr lang="ar-LY" sz="1400" dirty="0">
                <a:cs typeface="+mj-cs"/>
              </a:rPr>
              <a:t> وتواجد مهم لشركات خاصة</a:t>
            </a:r>
            <a:endParaRPr lang="en-US" sz="1400" dirty="0">
              <a:cs typeface="+mj-cs"/>
            </a:endParaRPr>
          </a:p>
        </p:txBody>
      </p:sp>
      <p:sp>
        <p:nvSpPr>
          <p:cNvPr id="4" name="Date Placeholder 3">
            <a:extLst>
              <a:ext uri="{FF2B5EF4-FFF2-40B4-BE49-F238E27FC236}">
                <a16:creationId xmlns:a16="http://schemas.microsoft.com/office/drawing/2014/main" id="{4AF80F8F-1CA6-BF1C-DEC3-99E661EFC695}"/>
              </a:ext>
            </a:extLst>
          </p:cNvPr>
          <p:cNvSpPr>
            <a:spLocks noGrp="1"/>
          </p:cNvSpPr>
          <p:nvPr>
            <p:ph type="dt" sz="half" idx="10"/>
          </p:nvPr>
        </p:nvSpPr>
        <p:spPr/>
        <p:txBody>
          <a:bodyPr/>
          <a:lstStyle/>
          <a:p>
            <a:fld id="{95A976C5-042F-4F2F-B0E6-E9296BA89F2F}" type="datetime4">
              <a:rPr lang="en-US" smtClean="0"/>
              <a:t>November 16, 2023</a:t>
            </a:fld>
            <a:endParaRPr lang="en-US" dirty="0"/>
          </a:p>
        </p:txBody>
      </p:sp>
      <p:sp>
        <p:nvSpPr>
          <p:cNvPr id="5" name="Footer Placeholder 4">
            <a:extLst>
              <a:ext uri="{FF2B5EF4-FFF2-40B4-BE49-F238E27FC236}">
                <a16:creationId xmlns:a16="http://schemas.microsoft.com/office/drawing/2014/main" id="{B55A9672-6A4D-0C42-05A0-B43460C22F66}"/>
              </a:ext>
            </a:extLst>
          </p:cNvPr>
          <p:cNvSpPr>
            <a:spLocks noGrp="1"/>
          </p:cNvSpPr>
          <p:nvPr>
            <p:ph type="ftr" sz="quarter" idx="11"/>
          </p:nvPr>
        </p:nvSpPr>
        <p:spPr/>
        <p:txBody>
          <a:bodyPr/>
          <a:lstStyle/>
          <a:p>
            <a:r>
              <a:rPr lang="ar-LY"/>
              <a:t>الخطة التجارية 2023</a:t>
            </a:r>
            <a:endParaRPr lang="en-US" dirty="0"/>
          </a:p>
        </p:txBody>
      </p:sp>
      <p:sp>
        <p:nvSpPr>
          <p:cNvPr id="6" name="Slide Number Placeholder 5">
            <a:extLst>
              <a:ext uri="{FF2B5EF4-FFF2-40B4-BE49-F238E27FC236}">
                <a16:creationId xmlns:a16="http://schemas.microsoft.com/office/drawing/2014/main" id="{119CF7DB-27A8-5A21-7C63-2022B6CD4151}"/>
              </a:ext>
            </a:extLst>
          </p:cNvPr>
          <p:cNvSpPr>
            <a:spLocks noGrp="1"/>
          </p:cNvSpPr>
          <p:nvPr>
            <p:ph type="sldNum" sz="quarter" idx="12"/>
          </p:nvPr>
        </p:nvSpPr>
        <p:spPr/>
        <p:txBody>
          <a:bodyPr/>
          <a:lstStyle/>
          <a:p>
            <a:fld id="{12D7B28B-DC80-4E46-95D7-53BDE8C7F925}" type="slidenum">
              <a:rPr lang="en-US" smtClean="0"/>
              <a:t>16</a:t>
            </a:fld>
            <a:endParaRPr lang="en-US" dirty="0"/>
          </a:p>
        </p:txBody>
      </p:sp>
      <p:graphicFrame>
        <p:nvGraphicFramePr>
          <p:cNvPr id="11" name="Chart 10">
            <a:extLst>
              <a:ext uri="{FF2B5EF4-FFF2-40B4-BE49-F238E27FC236}">
                <a16:creationId xmlns:a16="http://schemas.microsoft.com/office/drawing/2014/main" id="{00000000-0008-0000-0000-000002000000}"/>
              </a:ext>
            </a:extLst>
          </p:cNvPr>
          <p:cNvGraphicFramePr>
            <a:graphicFrameLocks/>
          </p:cNvGraphicFramePr>
          <p:nvPr>
            <p:extLst>
              <p:ext uri="{D42A27DB-BD31-4B8C-83A1-F6EECF244321}">
                <p14:modId xmlns:p14="http://schemas.microsoft.com/office/powerpoint/2010/main" val="3047591617"/>
              </p:ext>
            </p:extLst>
          </p:nvPr>
        </p:nvGraphicFramePr>
        <p:xfrm>
          <a:off x="944526" y="1782452"/>
          <a:ext cx="4788308" cy="4267474"/>
        </p:xfrm>
        <a:graphic>
          <a:graphicData uri="http://schemas.openxmlformats.org/drawingml/2006/chart">
            <c:chart xmlns:c="http://schemas.openxmlformats.org/drawingml/2006/chart" xmlns:r="http://schemas.openxmlformats.org/officeDocument/2006/relationships" r:id="rId2"/>
          </a:graphicData>
        </a:graphic>
      </p:graphicFrame>
      <p:sp>
        <p:nvSpPr>
          <p:cNvPr id="13" name="TextBox 12">
            <a:extLst>
              <a:ext uri="{FF2B5EF4-FFF2-40B4-BE49-F238E27FC236}">
                <a16:creationId xmlns:a16="http://schemas.microsoft.com/office/drawing/2014/main" id="{D2465359-6C1F-7CED-2F30-07DFBE9E416C}"/>
              </a:ext>
            </a:extLst>
          </p:cNvPr>
          <p:cNvSpPr txBox="1"/>
          <p:nvPr/>
        </p:nvSpPr>
        <p:spPr>
          <a:xfrm>
            <a:off x="6096000" y="2208029"/>
            <a:ext cx="5821326" cy="3416320"/>
          </a:xfrm>
          <a:prstGeom prst="rect">
            <a:avLst/>
          </a:prstGeom>
          <a:noFill/>
        </p:spPr>
        <p:txBody>
          <a:bodyPr wrap="square" rtlCol="0">
            <a:spAutoFit/>
          </a:bodyPr>
          <a:lstStyle/>
          <a:p>
            <a:pPr algn="just" rtl="1"/>
            <a:r>
              <a:rPr lang="ar-LY" sz="1200" dirty="0">
                <a:solidFill>
                  <a:schemeClr val="bg1"/>
                </a:solidFill>
                <a:cs typeface="+mj-cs"/>
              </a:rPr>
              <a:t>لا تزال </a:t>
            </a:r>
            <a:r>
              <a:rPr lang="ar-LY" sz="1200" dirty="0" err="1">
                <a:solidFill>
                  <a:schemeClr val="bg1"/>
                </a:solidFill>
                <a:cs typeface="+mj-cs"/>
              </a:rPr>
              <a:t>ليبيانا</a:t>
            </a:r>
            <a:r>
              <a:rPr lang="ar-LY" sz="1200" dirty="0">
                <a:solidFill>
                  <a:schemeClr val="bg1"/>
                </a:solidFill>
                <a:cs typeface="+mj-cs"/>
              </a:rPr>
              <a:t> تتفوق باقل قيمة مدفوعة وتحتفظ بموقعها </a:t>
            </a:r>
            <a:r>
              <a:rPr lang="ar-LY" sz="1200" dirty="0" err="1">
                <a:solidFill>
                  <a:schemeClr val="bg1"/>
                </a:solidFill>
                <a:cs typeface="+mj-cs"/>
              </a:rPr>
              <a:t>كافضل</a:t>
            </a:r>
            <a:r>
              <a:rPr lang="ar-LY" sz="1200" dirty="0">
                <a:solidFill>
                  <a:schemeClr val="bg1"/>
                </a:solidFill>
                <a:cs typeface="+mj-cs"/>
              </a:rPr>
              <a:t> الأسعار مع تزايد التنوع والخيارات بعد اطلاق عدد من المنتجات الجديدة</a:t>
            </a:r>
          </a:p>
          <a:p>
            <a:pPr algn="just" rtl="1"/>
            <a:endParaRPr lang="ar-LY" sz="1200" dirty="0">
              <a:solidFill>
                <a:schemeClr val="bg1"/>
              </a:solidFill>
              <a:cs typeface="+mj-cs"/>
            </a:endParaRPr>
          </a:p>
          <a:p>
            <a:pPr algn="just" rtl="1"/>
            <a:r>
              <a:rPr lang="ar-LY" sz="1200" dirty="0">
                <a:solidFill>
                  <a:schemeClr val="bg1"/>
                </a:solidFill>
                <a:cs typeface="+mj-cs"/>
              </a:rPr>
              <a:t>يتفوق المنافس في المنطقة الشمالية من حيث جودة الخدمات بينما أصبحت </a:t>
            </a:r>
            <a:r>
              <a:rPr lang="ar-LY" sz="1200" dirty="0" err="1">
                <a:solidFill>
                  <a:schemeClr val="bg1"/>
                </a:solidFill>
                <a:cs typeface="+mj-cs"/>
              </a:rPr>
              <a:t>ليبيانا</a:t>
            </a:r>
            <a:r>
              <a:rPr lang="ar-LY" sz="1200" dirty="0">
                <a:solidFill>
                  <a:schemeClr val="bg1"/>
                </a:solidFill>
                <a:cs typeface="+mj-cs"/>
              </a:rPr>
              <a:t> تتفوق في المنطقتين الشرقية والجنوبية، مع هذا لا يزال المنافس يمثل الجودة في لدى المشتركين، يظل المشغلين بعيدين عن الجودة التي يطمح لها المشترك</a:t>
            </a:r>
          </a:p>
          <a:p>
            <a:pPr algn="just" rtl="1"/>
            <a:endParaRPr lang="ar-LY" sz="1200" dirty="0">
              <a:solidFill>
                <a:schemeClr val="bg1"/>
              </a:solidFill>
              <a:cs typeface="+mj-cs"/>
            </a:endParaRPr>
          </a:p>
          <a:p>
            <a:pPr algn="just" rtl="1"/>
            <a:r>
              <a:rPr lang="ar-LY" sz="1200" dirty="0">
                <a:solidFill>
                  <a:schemeClr val="bg1"/>
                </a:solidFill>
                <a:cs typeface="+mj-cs"/>
              </a:rPr>
              <a:t>تتفوق </a:t>
            </a:r>
            <a:r>
              <a:rPr lang="ar-LY" sz="1200" dirty="0" err="1">
                <a:solidFill>
                  <a:schemeClr val="bg1"/>
                </a:solidFill>
                <a:cs typeface="+mj-cs"/>
              </a:rPr>
              <a:t>ليبيانا</a:t>
            </a:r>
            <a:r>
              <a:rPr lang="ar-LY" sz="1200" dirty="0">
                <a:solidFill>
                  <a:schemeClr val="bg1"/>
                </a:solidFill>
                <a:cs typeface="+mj-cs"/>
              </a:rPr>
              <a:t> من حيث عمل مركز الاتصال 7/24 مع جودة فريق العمل ، أيضا تتوفق من حيث الانتشار الذي يوفر خدمات ما بعد البيع بسهولة ويسر</a:t>
            </a:r>
          </a:p>
          <a:p>
            <a:pPr algn="just" rtl="1"/>
            <a:endParaRPr lang="ar-LY" sz="1200" dirty="0">
              <a:solidFill>
                <a:schemeClr val="bg1"/>
              </a:solidFill>
              <a:cs typeface="+mj-cs"/>
            </a:endParaRPr>
          </a:p>
          <a:p>
            <a:pPr algn="just" rtl="1"/>
            <a:r>
              <a:rPr lang="ar-LY" sz="1200" dirty="0">
                <a:solidFill>
                  <a:schemeClr val="bg1"/>
                </a:solidFill>
                <a:cs typeface="+mj-cs"/>
              </a:rPr>
              <a:t>تتفوق </a:t>
            </a:r>
            <a:r>
              <a:rPr lang="ar-LY" sz="1200" dirty="0" err="1">
                <a:solidFill>
                  <a:schemeClr val="bg1"/>
                </a:solidFill>
                <a:cs typeface="+mj-cs"/>
              </a:rPr>
              <a:t>ليبيانا</a:t>
            </a:r>
            <a:r>
              <a:rPr lang="ar-LY" sz="1200" dirty="0">
                <a:solidFill>
                  <a:schemeClr val="bg1"/>
                </a:solidFill>
                <a:cs typeface="+mj-cs"/>
              </a:rPr>
              <a:t> من حيث سلاسة وسهولة ووضوح تجربة المستخدم لجميع قنوات البيع والاشتراك والاستفسار </a:t>
            </a:r>
          </a:p>
          <a:p>
            <a:pPr algn="just" rtl="1"/>
            <a:endParaRPr lang="ar-LY" sz="1200" dirty="0">
              <a:solidFill>
                <a:schemeClr val="bg1"/>
              </a:solidFill>
              <a:cs typeface="+mj-cs"/>
            </a:endParaRPr>
          </a:p>
          <a:p>
            <a:pPr algn="just" rtl="1"/>
            <a:r>
              <a:rPr lang="ar-LY" sz="1200" dirty="0">
                <a:solidFill>
                  <a:schemeClr val="bg1"/>
                </a:solidFill>
                <a:cs typeface="+mj-cs"/>
              </a:rPr>
              <a:t>لم يكن للطرفين ظهور مميز هذه السنة ، الا ان </a:t>
            </a:r>
            <a:r>
              <a:rPr lang="ar-LY" sz="1200" dirty="0" err="1">
                <a:solidFill>
                  <a:schemeClr val="bg1"/>
                </a:solidFill>
                <a:cs typeface="+mj-cs"/>
              </a:rPr>
              <a:t>ليبيانا</a:t>
            </a:r>
            <a:r>
              <a:rPr lang="ar-LY" sz="1200" dirty="0">
                <a:solidFill>
                  <a:schemeClr val="bg1"/>
                </a:solidFill>
                <a:cs typeface="+mj-cs"/>
              </a:rPr>
              <a:t> لا زالت تتمتع بأفضل مؤشرات مشاركة ووصول لمنصات التواصل الاجتماعي وتجاوب مع كل الحملات الترويجية</a:t>
            </a:r>
          </a:p>
          <a:p>
            <a:pPr algn="just" rtl="1"/>
            <a:endParaRPr lang="ar-LY" sz="1200" dirty="0">
              <a:solidFill>
                <a:schemeClr val="bg1"/>
              </a:solidFill>
              <a:cs typeface="+mj-cs"/>
            </a:endParaRPr>
          </a:p>
          <a:p>
            <a:pPr algn="just" rtl="1"/>
            <a:r>
              <a:rPr lang="ar-LY" sz="1200" dirty="0">
                <a:solidFill>
                  <a:schemeClr val="bg1"/>
                </a:solidFill>
                <a:cs typeface="+mj-cs"/>
              </a:rPr>
              <a:t>اختراق السوق من حيث الشبكة يعطي تفوق لشركة المدار نتيجة تأخر في استكمال مشاريع الشبكة</a:t>
            </a:r>
            <a:endParaRPr lang="en-US" sz="1200" dirty="0">
              <a:solidFill>
                <a:schemeClr val="bg1"/>
              </a:solidFill>
              <a:cs typeface="+mj-cs"/>
            </a:endParaRPr>
          </a:p>
        </p:txBody>
      </p:sp>
    </p:spTree>
    <p:extLst>
      <p:ext uri="{BB962C8B-B14F-4D97-AF65-F5344CB8AC3E}">
        <p14:creationId xmlns:p14="http://schemas.microsoft.com/office/powerpoint/2010/main" val="34624868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1" imgH="423" progId="TCLayout.ActiveDocument.1">
                  <p:embed/>
                </p:oleObj>
              </mc:Choice>
              <mc:Fallback>
                <p:oleObj name="think-cell Slide" r:id="rId3" imgW="421" imgH="423" progId="TCLayout.ActiveDocument.1">
                  <p:embed/>
                  <p:pic>
                    <p:nvPicPr>
                      <p:cNvPr id="6" name="Object 5"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Title 1"/>
          <p:cNvSpPr txBox="1">
            <a:spLocks/>
          </p:cNvSpPr>
          <p:nvPr/>
        </p:nvSpPr>
        <p:spPr>
          <a:xfrm>
            <a:off x="444137" y="4156279"/>
            <a:ext cx="7600528" cy="1302340"/>
          </a:xfrm>
          <a:prstGeom prst="rect">
            <a:avLst/>
          </a:prstGeom>
        </p:spPr>
        <p:txBody>
          <a:bodyPr vert="horz" lIns="91440" tIns="45720" rIns="91440" bIns="45720" rtlCol="0" anchor="b">
            <a:normAutofit fontScale="85000" lnSpcReduction="10000"/>
          </a:bodyPr>
          <a:lstStyle>
            <a:lvl1pPr algn="ctr" defTabSz="914400" rtl="1" eaLnBrk="1" latinLnBrk="0" hangingPunct="1">
              <a:lnSpc>
                <a:spcPct val="90000"/>
              </a:lnSpc>
              <a:spcBef>
                <a:spcPct val="0"/>
              </a:spcBef>
              <a:buNone/>
              <a:defRPr sz="6000" kern="1200">
                <a:solidFill>
                  <a:srgbClr val="92278F"/>
                </a:solidFill>
                <a:latin typeface="+mj-lt"/>
                <a:ea typeface="+mj-ea"/>
                <a:cs typeface="+mj-cs"/>
              </a:defRPr>
            </a:lvl1pPr>
          </a:lstStyle>
          <a:p>
            <a:r>
              <a:rPr lang="ar-LY" dirty="0"/>
              <a:t>الاستراتيجية العامة 2024</a:t>
            </a:r>
          </a:p>
          <a:p>
            <a:pPr algn="l"/>
            <a:r>
              <a:rPr lang="ar-LY" sz="5200" dirty="0"/>
              <a:t>مراجعة وتعديل</a:t>
            </a:r>
          </a:p>
        </p:txBody>
      </p:sp>
      <p:sp>
        <p:nvSpPr>
          <p:cNvPr id="5" name="Subtitle 2"/>
          <p:cNvSpPr txBox="1">
            <a:spLocks/>
          </p:cNvSpPr>
          <p:nvPr/>
        </p:nvSpPr>
        <p:spPr>
          <a:xfrm>
            <a:off x="661851" y="5143455"/>
            <a:ext cx="3139440" cy="630328"/>
          </a:xfrm>
          <a:prstGeom prst="rect">
            <a:avLst/>
          </a:prstGeom>
        </p:spPr>
        <p:txBody>
          <a:bodyPr vert="horz" lIns="91440" tIns="45720" rIns="91440" bIns="45720" rtlCol="0">
            <a:normAutofit/>
          </a:bodyPr>
          <a:lstStyle>
            <a:lvl1pPr marL="0" indent="0" algn="ctr" defTabSz="914400" rtl="1"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1"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1"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1"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1"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en-US" sz="3600" b="1" dirty="0"/>
          </a:p>
        </p:txBody>
      </p:sp>
    </p:spTree>
    <p:extLst>
      <p:ext uri="{BB962C8B-B14F-4D97-AF65-F5344CB8AC3E}">
        <p14:creationId xmlns:p14="http://schemas.microsoft.com/office/powerpoint/2010/main" val="13423164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Rectangle: Rounded Corners 65">
            <a:extLst>
              <a:ext uri="{FF2B5EF4-FFF2-40B4-BE49-F238E27FC236}">
                <a16:creationId xmlns:a16="http://schemas.microsoft.com/office/drawing/2014/main" id="{DF5B3F58-01AC-4737-8EFA-B69131F57DAA}"/>
              </a:ext>
            </a:extLst>
          </p:cNvPr>
          <p:cNvSpPr/>
          <p:nvPr/>
        </p:nvSpPr>
        <p:spPr>
          <a:xfrm>
            <a:off x="-266700" y="5478161"/>
            <a:ext cx="12009585" cy="1056201"/>
          </a:xfrm>
          <a:prstGeom prst="roundRect">
            <a:avLst>
              <a:gd name="adj" fmla="val 10175"/>
            </a:avLst>
          </a:prstGeom>
          <a:gradFill>
            <a:gsLst>
              <a:gs pos="48700">
                <a:srgbClr val="8C2782"/>
              </a:gs>
              <a:gs pos="100000">
                <a:srgbClr val="661C5F"/>
              </a:gs>
              <a:gs pos="0">
                <a:srgbClr val="4E1649"/>
              </a:gs>
            </a:gsLst>
            <a:lin ang="11400000" scaled="0"/>
          </a:gradFill>
          <a:ln>
            <a:noFill/>
          </a:ln>
          <a:effectLst>
            <a:outerShdw blurRad="190500" sx="102000" sy="102000" algn="ctr"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extBox 1">
            <a:extLst>
              <a:ext uri="{FF2B5EF4-FFF2-40B4-BE49-F238E27FC236}">
                <a16:creationId xmlns:a16="http://schemas.microsoft.com/office/drawing/2014/main" id="{CB866CE2-8528-4E41-BDBD-FEBB5997966D}"/>
              </a:ext>
            </a:extLst>
          </p:cNvPr>
          <p:cNvSpPr txBox="1"/>
          <p:nvPr/>
        </p:nvSpPr>
        <p:spPr>
          <a:xfrm>
            <a:off x="5718872" y="219075"/>
            <a:ext cx="6101350" cy="369332"/>
          </a:xfrm>
          <a:prstGeom prst="rect">
            <a:avLst/>
          </a:prstGeom>
          <a:noFill/>
        </p:spPr>
        <p:txBody>
          <a:bodyPr wrap="none" rtlCol="0">
            <a:spAutoFit/>
          </a:bodyPr>
          <a:lstStyle/>
          <a:p>
            <a:pPr algn="r" rtl="1"/>
            <a:r>
              <a:rPr lang="ar-LY" dirty="0">
                <a:solidFill>
                  <a:srgbClr val="BF0D5B"/>
                </a:solidFill>
                <a:latin typeface="Tajawal Medium" panose="00000600000000000000" pitchFamily="2" charset="-78"/>
                <a:cs typeface="Tajawal Medium" panose="00000600000000000000" pitchFamily="2" charset="-78"/>
              </a:rPr>
              <a:t>01- الرؤية والأهداف الاستراتيجية للشركة</a:t>
            </a:r>
            <a:r>
              <a:rPr lang="ar-LY" dirty="0">
                <a:solidFill>
                  <a:srgbClr val="BF0D5B"/>
                </a:solidFill>
                <a:latin typeface="Tajawal Light" panose="00000400000000000000" pitchFamily="2" charset="-78"/>
                <a:cs typeface="Tajawal Light" panose="00000400000000000000" pitchFamily="2" charset="-78"/>
              </a:rPr>
              <a:t> | الرؤية والمهمة والقيم</a:t>
            </a:r>
            <a:endParaRPr lang="ar-LY" dirty="0">
              <a:solidFill>
                <a:srgbClr val="BF0D5B"/>
              </a:solidFill>
              <a:latin typeface="Tajawal Medium" panose="00000600000000000000" pitchFamily="2" charset="-78"/>
              <a:cs typeface="Tajawal Medium" panose="00000600000000000000" pitchFamily="2" charset="-78"/>
            </a:endParaRPr>
          </a:p>
        </p:txBody>
      </p:sp>
      <p:sp>
        <p:nvSpPr>
          <p:cNvPr id="10" name="Rectangle: Rounded Corners 9">
            <a:extLst>
              <a:ext uri="{FF2B5EF4-FFF2-40B4-BE49-F238E27FC236}">
                <a16:creationId xmlns:a16="http://schemas.microsoft.com/office/drawing/2014/main" id="{8A9509A5-A88F-4B4B-9D5D-5738219F609B}"/>
              </a:ext>
            </a:extLst>
          </p:cNvPr>
          <p:cNvSpPr/>
          <p:nvPr/>
        </p:nvSpPr>
        <p:spPr>
          <a:xfrm>
            <a:off x="436710" y="1524090"/>
            <a:ext cx="11306175" cy="3819525"/>
          </a:xfrm>
          <a:prstGeom prst="roundRect">
            <a:avLst>
              <a:gd name="adj" fmla="val 2960"/>
            </a:avLst>
          </a:prstGeom>
          <a:gradFill>
            <a:gsLst>
              <a:gs pos="48700">
                <a:schemeClr val="bg1">
                  <a:lumMod val="85000"/>
                </a:schemeClr>
              </a:gs>
              <a:gs pos="100000">
                <a:schemeClr val="bg1">
                  <a:lumMod val="65000"/>
                </a:schemeClr>
              </a:gs>
              <a:gs pos="0">
                <a:schemeClr val="bg1">
                  <a:lumMod val="65000"/>
                </a:schemeClr>
              </a:gs>
            </a:gsLst>
            <a:lin ang="11400000" scaled="0"/>
          </a:gradFill>
          <a:ln>
            <a:noFill/>
          </a:ln>
          <a:effectLst>
            <a:outerShdw blurRad="190500" sx="102000" sy="102000" algn="ctr"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TextBox 11">
            <a:extLst>
              <a:ext uri="{FF2B5EF4-FFF2-40B4-BE49-F238E27FC236}">
                <a16:creationId xmlns:a16="http://schemas.microsoft.com/office/drawing/2014/main" id="{D1212C0E-ED1F-4CF6-A79C-7C40A735D4CA}"/>
              </a:ext>
            </a:extLst>
          </p:cNvPr>
          <p:cNvSpPr txBox="1"/>
          <p:nvPr/>
        </p:nvSpPr>
        <p:spPr>
          <a:xfrm>
            <a:off x="7817250" y="1699201"/>
            <a:ext cx="1482135" cy="738664"/>
          </a:xfrm>
          <a:prstGeom prst="rect">
            <a:avLst/>
          </a:prstGeom>
          <a:noFill/>
        </p:spPr>
        <p:txBody>
          <a:bodyPr wrap="square" rtlCol="0">
            <a:spAutoFit/>
          </a:bodyPr>
          <a:lstStyle/>
          <a:p>
            <a:pPr>
              <a:spcAft>
                <a:spcPts val="600"/>
              </a:spcAft>
            </a:pPr>
            <a:r>
              <a:rPr lang="ar-LY" sz="1400" dirty="0">
                <a:solidFill>
                  <a:srgbClr val="BF0D5B"/>
                </a:solidFill>
                <a:latin typeface="Tajawal" panose="00000500000000000000" pitchFamily="2" charset="-78"/>
                <a:cs typeface="Tajawal" panose="00000500000000000000" pitchFamily="2" charset="-78"/>
              </a:rPr>
              <a:t>تعزيز موقع الصدارة في سوق الاتصالات الليبي</a:t>
            </a:r>
            <a:endParaRPr lang="en-US" sz="1400" dirty="0">
              <a:solidFill>
                <a:srgbClr val="BF0D5B"/>
              </a:solidFill>
              <a:latin typeface="Tajawal" panose="00000500000000000000" pitchFamily="2" charset="-78"/>
              <a:cs typeface="Tajawal" panose="00000500000000000000" pitchFamily="2" charset="-78"/>
            </a:endParaRPr>
          </a:p>
        </p:txBody>
      </p:sp>
      <p:sp>
        <p:nvSpPr>
          <p:cNvPr id="13" name="TextBox 12">
            <a:extLst>
              <a:ext uri="{FF2B5EF4-FFF2-40B4-BE49-F238E27FC236}">
                <a16:creationId xmlns:a16="http://schemas.microsoft.com/office/drawing/2014/main" id="{BAB0D10B-41EA-460B-93EF-AAF5C5C9F657}"/>
              </a:ext>
            </a:extLst>
          </p:cNvPr>
          <p:cNvSpPr txBox="1"/>
          <p:nvPr/>
        </p:nvSpPr>
        <p:spPr>
          <a:xfrm>
            <a:off x="3833027" y="1737301"/>
            <a:ext cx="1820174" cy="738664"/>
          </a:xfrm>
          <a:prstGeom prst="rect">
            <a:avLst/>
          </a:prstGeom>
          <a:noFill/>
        </p:spPr>
        <p:txBody>
          <a:bodyPr wrap="square" rtlCol="0">
            <a:spAutoFit/>
          </a:bodyPr>
          <a:lstStyle/>
          <a:p>
            <a:pPr algn="r">
              <a:spcAft>
                <a:spcPts val="600"/>
              </a:spcAft>
            </a:pPr>
            <a:r>
              <a:rPr lang="ar-LY" sz="1400" dirty="0">
                <a:solidFill>
                  <a:srgbClr val="BF0D5B"/>
                </a:solidFill>
                <a:latin typeface="Tajawal" panose="00000500000000000000" pitchFamily="2" charset="-78"/>
                <a:cs typeface="Tajawal" panose="00000500000000000000" pitchFamily="2" charset="-78"/>
              </a:rPr>
              <a:t>أن نصبح المساهم الرئيسي في بناء المجتمع الرقمي لليبيا</a:t>
            </a:r>
            <a:endParaRPr lang="en-US" sz="1400" dirty="0">
              <a:solidFill>
                <a:srgbClr val="BF0D5B"/>
              </a:solidFill>
              <a:latin typeface="Tajawal" panose="00000500000000000000" pitchFamily="2" charset="-78"/>
              <a:cs typeface="Tajawal" panose="00000500000000000000" pitchFamily="2" charset="-78"/>
            </a:endParaRPr>
          </a:p>
        </p:txBody>
      </p:sp>
      <p:sp>
        <p:nvSpPr>
          <p:cNvPr id="14" name="TextBox 13">
            <a:extLst>
              <a:ext uri="{FF2B5EF4-FFF2-40B4-BE49-F238E27FC236}">
                <a16:creationId xmlns:a16="http://schemas.microsoft.com/office/drawing/2014/main" id="{241AEE62-7350-4E1E-A876-31C939BB6AEA}"/>
              </a:ext>
            </a:extLst>
          </p:cNvPr>
          <p:cNvSpPr txBox="1"/>
          <p:nvPr/>
        </p:nvSpPr>
        <p:spPr>
          <a:xfrm>
            <a:off x="1217201" y="2516743"/>
            <a:ext cx="1482135" cy="954107"/>
          </a:xfrm>
          <a:prstGeom prst="rect">
            <a:avLst/>
          </a:prstGeom>
          <a:noFill/>
        </p:spPr>
        <p:txBody>
          <a:bodyPr wrap="square" rtlCol="0">
            <a:spAutoFit/>
          </a:bodyPr>
          <a:lstStyle/>
          <a:p>
            <a:pPr algn="r">
              <a:spcAft>
                <a:spcPts val="600"/>
              </a:spcAft>
            </a:pPr>
            <a:r>
              <a:rPr lang="ar-LY" sz="1400" dirty="0">
                <a:solidFill>
                  <a:srgbClr val="BF0D5B"/>
                </a:solidFill>
                <a:latin typeface="Tajawal" panose="00000500000000000000" pitchFamily="2" charset="-78"/>
                <a:cs typeface="Tajawal" panose="00000500000000000000" pitchFamily="2" charset="-78"/>
              </a:rPr>
              <a:t>تحسين جودة خدمات الشبكة باستغلال أحدث التقنيات </a:t>
            </a:r>
          </a:p>
        </p:txBody>
      </p:sp>
      <p:sp>
        <p:nvSpPr>
          <p:cNvPr id="15" name="TextBox 14">
            <a:extLst>
              <a:ext uri="{FF2B5EF4-FFF2-40B4-BE49-F238E27FC236}">
                <a16:creationId xmlns:a16="http://schemas.microsoft.com/office/drawing/2014/main" id="{C5391BBA-E12A-44B8-9719-77D4730655C6}"/>
              </a:ext>
            </a:extLst>
          </p:cNvPr>
          <p:cNvSpPr txBox="1"/>
          <p:nvPr/>
        </p:nvSpPr>
        <p:spPr>
          <a:xfrm>
            <a:off x="1217200" y="3656379"/>
            <a:ext cx="1482135" cy="954107"/>
          </a:xfrm>
          <a:prstGeom prst="rect">
            <a:avLst/>
          </a:prstGeom>
          <a:noFill/>
        </p:spPr>
        <p:txBody>
          <a:bodyPr wrap="square" rtlCol="0">
            <a:spAutoFit/>
          </a:bodyPr>
          <a:lstStyle/>
          <a:p>
            <a:pPr algn="r">
              <a:spcAft>
                <a:spcPts val="600"/>
              </a:spcAft>
            </a:pPr>
            <a:r>
              <a:rPr lang="ar-LY" sz="1400" dirty="0">
                <a:solidFill>
                  <a:srgbClr val="BF0D5B"/>
                </a:solidFill>
                <a:latin typeface="Tajawal" panose="00000500000000000000" pitchFamily="2" charset="-78"/>
                <a:cs typeface="Tajawal" panose="00000500000000000000" pitchFamily="2" charset="-78"/>
              </a:rPr>
              <a:t>تنويع الخدمات والمنتجات </a:t>
            </a:r>
            <a:r>
              <a:rPr lang="ar-LY" sz="1400" dirty="0">
                <a:solidFill>
                  <a:srgbClr val="BF0D5B"/>
                </a:solidFill>
                <a:highlight>
                  <a:srgbClr val="FFFF00"/>
                </a:highlight>
                <a:latin typeface="Tajawal" panose="00000500000000000000" pitchFamily="2" charset="-78"/>
                <a:cs typeface="Tajawal" panose="00000500000000000000" pitchFamily="2" charset="-78"/>
              </a:rPr>
              <a:t>ومصادر الدخل </a:t>
            </a:r>
            <a:r>
              <a:rPr lang="ar-LY" sz="1400" dirty="0">
                <a:solidFill>
                  <a:srgbClr val="BF0D5B"/>
                </a:solidFill>
                <a:latin typeface="Tajawal" panose="00000500000000000000" pitchFamily="2" charset="-78"/>
                <a:cs typeface="Tajawal" panose="00000500000000000000" pitchFamily="2" charset="-78"/>
              </a:rPr>
              <a:t>والحلول</a:t>
            </a:r>
          </a:p>
        </p:txBody>
      </p:sp>
      <p:sp>
        <p:nvSpPr>
          <p:cNvPr id="16" name="TextBox 15">
            <a:extLst>
              <a:ext uri="{FF2B5EF4-FFF2-40B4-BE49-F238E27FC236}">
                <a16:creationId xmlns:a16="http://schemas.microsoft.com/office/drawing/2014/main" id="{0F6EF9B9-E72E-4E85-B0C9-CB5764B4B28E}"/>
              </a:ext>
            </a:extLst>
          </p:cNvPr>
          <p:cNvSpPr txBox="1"/>
          <p:nvPr/>
        </p:nvSpPr>
        <p:spPr>
          <a:xfrm>
            <a:off x="9299385" y="2709088"/>
            <a:ext cx="1584915" cy="1600438"/>
          </a:xfrm>
          <a:prstGeom prst="rect">
            <a:avLst/>
          </a:prstGeom>
          <a:noFill/>
        </p:spPr>
        <p:txBody>
          <a:bodyPr wrap="square" rtlCol="0">
            <a:spAutoFit/>
          </a:bodyPr>
          <a:lstStyle/>
          <a:p>
            <a:pPr>
              <a:spcAft>
                <a:spcPts val="600"/>
              </a:spcAft>
            </a:pPr>
            <a:r>
              <a:rPr lang="ar-LY" sz="1400" dirty="0">
                <a:solidFill>
                  <a:srgbClr val="BF0D5B"/>
                </a:solidFill>
                <a:latin typeface="Tajawal" panose="00000500000000000000" pitchFamily="2" charset="-78"/>
                <a:cs typeface="Tajawal" panose="00000500000000000000" pitchFamily="2" charset="-78"/>
              </a:rPr>
              <a:t>إطلاق عروض متنوعة ومخصصة حسب شرائح السوق باستهداف الأفراد والمؤسسات والحكومة</a:t>
            </a:r>
          </a:p>
        </p:txBody>
      </p:sp>
      <p:sp>
        <p:nvSpPr>
          <p:cNvPr id="17" name="TextBox 16">
            <a:extLst>
              <a:ext uri="{FF2B5EF4-FFF2-40B4-BE49-F238E27FC236}">
                <a16:creationId xmlns:a16="http://schemas.microsoft.com/office/drawing/2014/main" id="{D3231D7B-7519-49F0-A90B-B3BCC6BFA631}"/>
              </a:ext>
            </a:extLst>
          </p:cNvPr>
          <p:cNvSpPr txBox="1"/>
          <p:nvPr/>
        </p:nvSpPr>
        <p:spPr>
          <a:xfrm>
            <a:off x="8544914" y="4309496"/>
            <a:ext cx="1482135" cy="738664"/>
          </a:xfrm>
          <a:prstGeom prst="rect">
            <a:avLst/>
          </a:prstGeom>
          <a:noFill/>
        </p:spPr>
        <p:txBody>
          <a:bodyPr wrap="square" rtlCol="0">
            <a:spAutoFit/>
          </a:bodyPr>
          <a:lstStyle/>
          <a:p>
            <a:pPr>
              <a:spcAft>
                <a:spcPts val="600"/>
              </a:spcAft>
            </a:pPr>
            <a:r>
              <a:rPr lang="ar-LY" sz="1400" dirty="0">
                <a:solidFill>
                  <a:srgbClr val="BF0D5B"/>
                </a:solidFill>
                <a:latin typeface="Tajawal" panose="00000500000000000000" pitchFamily="2" charset="-78"/>
                <a:cs typeface="Tajawal" panose="00000500000000000000" pitchFamily="2" charset="-78"/>
              </a:rPr>
              <a:t>تنمية الموارد البشرية من أجل تحقيق التحول</a:t>
            </a:r>
          </a:p>
        </p:txBody>
      </p:sp>
      <p:cxnSp>
        <p:nvCxnSpPr>
          <p:cNvPr id="20" name="Straight Connector 19">
            <a:extLst>
              <a:ext uri="{FF2B5EF4-FFF2-40B4-BE49-F238E27FC236}">
                <a16:creationId xmlns:a16="http://schemas.microsoft.com/office/drawing/2014/main" id="{7263332B-62F3-4B5C-A1BF-4B6238488DDF}"/>
              </a:ext>
            </a:extLst>
          </p:cNvPr>
          <p:cNvCxnSpPr>
            <a:cxnSpLocks/>
          </p:cNvCxnSpPr>
          <p:nvPr/>
        </p:nvCxnSpPr>
        <p:spPr>
          <a:xfrm flipV="1">
            <a:off x="2775540" y="2558445"/>
            <a:ext cx="1" cy="1888093"/>
          </a:xfrm>
          <a:prstGeom prst="line">
            <a:avLst/>
          </a:prstGeom>
          <a:ln>
            <a:solidFill>
              <a:srgbClr val="BF0D5B"/>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6196F2AA-DC00-4873-BA18-E5C3ADBC56DF}"/>
              </a:ext>
            </a:extLst>
          </p:cNvPr>
          <p:cNvCxnSpPr>
            <a:cxnSpLocks/>
          </p:cNvCxnSpPr>
          <p:nvPr/>
        </p:nvCxnSpPr>
        <p:spPr>
          <a:xfrm flipV="1">
            <a:off x="7822012" y="1658958"/>
            <a:ext cx="0" cy="887967"/>
          </a:xfrm>
          <a:prstGeom prst="line">
            <a:avLst/>
          </a:prstGeom>
          <a:ln>
            <a:solidFill>
              <a:srgbClr val="BF0D5B"/>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E4FF24FE-5F1F-473E-A34E-69E2DDE08EE6}"/>
              </a:ext>
            </a:extLst>
          </p:cNvPr>
          <p:cNvCxnSpPr>
            <a:cxnSpLocks/>
          </p:cNvCxnSpPr>
          <p:nvPr/>
        </p:nvCxnSpPr>
        <p:spPr>
          <a:xfrm flipV="1">
            <a:off x="5673142" y="1658958"/>
            <a:ext cx="0" cy="887967"/>
          </a:xfrm>
          <a:prstGeom prst="line">
            <a:avLst/>
          </a:prstGeom>
          <a:ln>
            <a:solidFill>
              <a:srgbClr val="BF0D5B"/>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3C16B4BF-FCC6-4E56-BDEC-A0DDE3D31531}"/>
              </a:ext>
            </a:extLst>
          </p:cNvPr>
          <p:cNvCxnSpPr>
            <a:cxnSpLocks/>
          </p:cNvCxnSpPr>
          <p:nvPr/>
        </p:nvCxnSpPr>
        <p:spPr>
          <a:xfrm flipH="1" flipV="1">
            <a:off x="8485386" y="3959662"/>
            <a:ext cx="737690" cy="1"/>
          </a:xfrm>
          <a:prstGeom prst="line">
            <a:avLst/>
          </a:prstGeom>
          <a:ln>
            <a:solidFill>
              <a:srgbClr val="BF0D5B"/>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DCC3953F-522C-4911-B407-4795B4DE7AC6}"/>
              </a:ext>
            </a:extLst>
          </p:cNvPr>
          <p:cNvCxnSpPr>
            <a:cxnSpLocks/>
          </p:cNvCxnSpPr>
          <p:nvPr/>
        </p:nvCxnSpPr>
        <p:spPr>
          <a:xfrm flipV="1">
            <a:off x="8485386" y="4234845"/>
            <a:ext cx="0" cy="887967"/>
          </a:xfrm>
          <a:prstGeom prst="line">
            <a:avLst/>
          </a:prstGeom>
          <a:ln>
            <a:solidFill>
              <a:srgbClr val="BF0D5B"/>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E51CB0C3-1A19-439B-A09B-E711F2BA151C}"/>
              </a:ext>
            </a:extLst>
          </p:cNvPr>
          <p:cNvCxnSpPr>
            <a:cxnSpLocks/>
          </p:cNvCxnSpPr>
          <p:nvPr/>
        </p:nvCxnSpPr>
        <p:spPr>
          <a:xfrm flipV="1">
            <a:off x="9223076" y="2847975"/>
            <a:ext cx="0" cy="1386870"/>
          </a:xfrm>
          <a:prstGeom prst="line">
            <a:avLst/>
          </a:prstGeom>
          <a:ln>
            <a:solidFill>
              <a:srgbClr val="BF0D5B"/>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E22C5E97-78DB-475E-A72D-3F77EFD61163}"/>
              </a:ext>
            </a:extLst>
          </p:cNvPr>
          <p:cNvCxnSpPr>
            <a:cxnSpLocks/>
          </p:cNvCxnSpPr>
          <p:nvPr/>
        </p:nvCxnSpPr>
        <p:spPr>
          <a:xfrm flipH="1">
            <a:off x="7381875" y="4772277"/>
            <a:ext cx="1103512" cy="0"/>
          </a:xfrm>
          <a:prstGeom prst="line">
            <a:avLst/>
          </a:prstGeom>
          <a:ln>
            <a:solidFill>
              <a:srgbClr val="BF0D5B"/>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F9B6DD05-278D-4DC6-9142-ECB810EA7545}"/>
              </a:ext>
            </a:extLst>
          </p:cNvPr>
          <p:cNvCxnSpPr>
            <a:cxnSpLocks/>
          </p:cNvCxnSpPr>
          <p:nvPr/>
        </p:nvCxnSpPr>
        <p:spPr>
          <a:xfrm flipH="1">
            <a:off x="2776166" y="3474333"/>
            <a:ext cx="814759" cy="0"/>
          </a:xfrm>
          <a:prstGeom prst="line">
            <a:avLst/>
          </a:prstGeom>
          <a:ln>
            <a:solidFill>
              <a:srgbClr val="BF0D5B"/>
            </a:solidFill>
          </a:ln>
        </p:spPr>
        <p:style>
          <a:lnRef idx="1">
            <a:schemeClr val="accent1"/>
          </a:lnRef>
          <a:fillRef idx="0">
            <a:schemeClr val="accent1"/>
          </a:fillRef>
          <a:effectRef idx="0">
            <a:schemeClr val="accent1"/>
          </a:effectRef>
          <a:fontRef idx="minor">
            <a:schemeClr val="tx1"/>
          </a:fontRef>
        </p:style>
      </p:cxnSp>
      <p:sp>
        <p:nvSpPr>
          <p:cNvPr id="43" name="Oval 42">
            <a:extLst>
              <a:ext uri="{FF2B5EF4-FFF2-40B4-BE49-F238E27FC236}">
                <a16:creationId xmlns:a16="http://schemas.microsoft.com/office/drawing/2014/main" id="{BF587C48-6964-4947-9A97-30FC5A7390C8}"/>
              </a:ext>
            </a:extLst>
          </p:cNvPr>
          <p:cNvSpPr/>
          <p:nvPr/>
        </p:nvSpPr>
        <p:spPr>
          <a:xfrm>
            <a:off x="5619757" y="2544626"/>
            <a:ext cx="113266" cy="113266"/>
          </a:xfrm>
          <a:prstGeom prst="ellipse">
            <a:avLst/>
          </a:prstGeom>
          <a:solidFill>
            <a:srgbClr val="BF0D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Oval 43">
            <a:extLst>
              <a:ext uri="{FF2B5EF4-FFF2-40B4-BE49-F238E27FC236}">
                <a16:creationId xmlns:a16="http://schemas.microsoft.com/office/drawing/2014/main" id="{D17FD05C-A18F-438D-B86D-E04A45EBEB0C}"/>
              </a:ext>
            </a:extLst>
          </p:cNvPr>
          <p:cNvSpPr/>
          <p:nvPr/>
        </p:nvSpPr>
        <p:spPr>
          <a:xfrm>
            <a:off x="7760617" y="2514625"/>
            <a:ext cx="113266" cy="113266"/>
          </a:xfrm>
          <a:prstGeom prst="ellipse">
            <a:avLst/>
          </a:prstGeom>
          <a:solidFill>
            <a:srgbClr val="BF0D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Oval 44">
            <a:extLst>
              <a:ext uri="{FF2B5EF4-FFF2-40B4-BE49-F238E27FC236}">
                <a16:creationId xmlns:a16="http://schemas.microsoft.com/office/drawing/2014/main" id="{2F66EBCC-A700-4DAC-9051-87E17A2CFD39}"/>
              </a:ext>
            </a:extLst>
          </p:cNvPr>
          <p:cNvSpPr/>
          <p:nvPr/>
        </p:nvSpPr>
        <p:spPr>
          <a:xfrm>
            <a:off x="8405379" y="3903028"/>
            <a:ext cx="113266" cy="113266"/>
          </a:xfrm>
          <a:prstGeom prst="ellipse">
            <a:avLst/>
          </a:prstGeom>
          <a:solidFill>
            <a:srgbClr val="BF0D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Oval 45">
            <a:extLst>
              <a:ext uri="{FF2B5EF4-FFF2-40B4-BE49-F238E27FC236}">
                <a16:creationId xmlns:a16="http://schemas.microsoft.com/office/drawing/2014/main" id="{503BBA13-EBB8-4D16-859D-62C93C51D424}"/>
              </a:ext>
            </a:extLst>
          </p:cNvPr>
          <p:cNvSpPr/>
          <p:nvPr/>
        </p:nvSpPr>
        <p:spPr>
          <a:xfrm>
            <a:off x="3581400" y="3414217"/>
            <a:ext cx="113266" cy="113266"/>
          </a:xfrm>
          <a:prstGeom prst="ellipse">
            <a:avLst/>
          </a:prstGeom>
          <a:solidFill>
            <a:srgbClr val="BF0D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Oval 50">
            <a:extLst>
              <a:ext uri="{FF2B5EF4-FFF2-40B4-BE49-F238E27FC236}">
                <a16:creationId xmlns:a16="http://schemas.microsoft.com/office/drawing/2014/main" id="{CC2849AE-D887-4960-BE22-2F470F5859EE}"/>
              </a:ext>
            </a:extLst>
          </p:cNvPr>
          <p:cNvSpPr/>
          <p:nvPr/>
        </p:nvSpPr>
        <p:spPr>
          <a:xfrm>
            <a:off x="7298746" y="4715644"/>
            <a:ext cx="113266" cy="113266"/>
          </a:xfrm>
          <a:prstGeom prst="ellipse">
            <a:avLst/>
          </a:prstGeom>
          <a:solidFill>
            <a:srgbClr val="BF0D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TextBox 53">
            <a:extLst>
              <a:ext uri="{FF2B5EF4-FFF2-40B4-BE49-F238E27FC236}">
                <a16:creationId xmlns:a16="http://schemas.microsoft.com/office/drawing/2014/main" id="{646F7AE0-D474-4F30-8349-AA50107DE2C7}"/>
              </a:ext>
            </a:extLst>
          </p:cNvPr>
          <p:cNvSpPr txBox="1"/>
          <p:nvPr/>
        </p:nvSpPr>
        <p:spPr>
          <a:xfrm>
            <a:off x="9182101" y="5536978"/>
            <a:ext cx="2216402" cy="907941"/>
          </a:xfrm>
          <a:prstGeom prst="rect">
            <a:avLst/>
          </a:prstGeom>
          <a:noFill/>
        </p:spPr>
        <p:txBody>
          <a:bodyPr wrap="square" rtlCol="0">
            <a:spAutoFit/>
          </a:bodyPr>
          <a:lstStyle/>
          <a:p>
            <a:pPr algn="ctr">
              <a:spcAft>
                <a:spcPts val="600"/>
              </a:spcAft>
            </a:pPr>
            <a:r>
              <a:rPr lang="ar-LY" sz="2000" dirty="0">
                <a:solidFill>
                  <a:schemeClr val="bg1"/>
                </a:solidFill>
                <a:latin typeface="Tajawal Medium" panose="00000600000000000000" pitchFamily="2" charset="-78"/>
                <a:cs typeface="Tajawal Medium" panose="00000600000000000000" pitchFamily="2" charset="-78"/>
              </a:rPr>
              <a:t>النزاهة</a:t>
            </a:r>
          </a:p>
          <a:p>
            <a:pPr algn="ctr">
              <a:spcAft>
                <a:spcPts val="600"/>
              </a:spcAft>
            </a:pPr>
            <a:r>
              <a:rPr lang="ar-LY" sz="1400" dirty="0">
                <a:solidFill>
                  <a:schemeClr val="bg1"/>
                </a:solidFill>
                <a:latin typeface="Tajawal Light" panose="00000400000000000000" pitchFamily="2" charset="-78"/>
                <a:cs typeface="Tajawal Light" panose="00000400000000000000" pitchFamily="2" charset="-78"/>
              </a:rPr>
              <a:t>معاملة أصحاب المصلحة بكل عنـــاية وشفافية</a:t>
            </a:r>
          </a:p>
        </p:txBody>
      </p:sp>
      <p:sp>
        <p:nvSpPr>
          <p:cNvPr id="55" name="TextBox 54">
            <a:extLst>
              <a:ext uri="{FF2B5EF4-FFF2-40B4-BE49-F238E27FC236}">
                <a16:creationId xmlns:a16="http://schemas.microsoft.com/office/drawing/2014/main" id="{2D066944-84D3-453F-8F1D-EDB6BCDFE8BE}"/>
              </a:ext>
            </a:extLst>
          </p:cNvPr>
          <p:cNvSpPr txBox="1"/>
          <p:nvPr/>
        </p:nvSpPr>
        <p:spPr>
          <a:xfrm>
            <a:off x="6734176" y="5536978"/>
            <a:ext cx="1707856" cy="907941"/>
          </a:xfrm>
          <a:prstGeom prst="rect">
            <a:avLst/>
          </a:prstGeom>
          <a:noFill/>
        </p:spPr>
        <p:txBody>
          <a:bodyPr wrap="square" rtlCol="0">
            <a:spAutoFit/>
          </a:bodyPr>
          <a:lstStyle/>
          <a:p>
            <a:pPr algn="ctr">
              <a:spcAft>
                <a:spcPts val="600"/>
              </a:spcAft>
            </a:pPr>
            <a:r>
              <a:rPr lang="ar-LY" sz="2000" dirty="0">
                <a:solidFill>
                  <a:schemeClr val="bg1"/>
                </a:solidFill>
                <a:latin typeface="Tajawal Medium" panose="00000600000000000000" pitchFamily="2" charset="-78"/>
                <a:cs typeface="Tajawal Medium" panose="00000600000000000000" pitchFamily="2" charset="-78"/>
              </a:rPr>
              <a:t>الابتكـــار</a:t>
            </a:r>
          </a:p>
          <a:p>
            <a:pPr algn="ctr">
              <a:spcAft>
                <a:spcPts val="600"/>
              </a:spcAft>
            </a:pPr>
            <a:r>
              <a:rPr lang="ar-LY" sz="1400" dirty="0">
                <a:solidFill>
                  <a:schemeClr val="bg1"/>
                </a:solidFill>
                <a:latin typeface="Tajawal Light" panose="00000400000000000000" pitchFamily="2" charset="-78"/>
                <a:cs typeface="Tajawal Light" panose="00000400000000000000" pitchFamily="2" charset="-78"/>
              </a:rPr>
              <a:t>جعــل الابتكار هو الدافع للنمو</a:t>
            </a:r>
          </a:p>
        </p:txBody>
      </p:sp>
      <p:sp>
        <p:nvSpPr>
          <p:cNvPr id="56" name="TextBox 55">
            <a:extLst>
              <a:ext uri="{FF2B5EF4-FFF2-40B4-BE49-F238E27FC236}">
                <a16:creationId xmlns:a16="http://schemas.microsoft.com/office/drawing/2014/main" id="{C068CD3C-DE5B-47D5-9629-DDF1C8B1E4DB}"/>
              </a:ext>
            </a:extLst>
          </p:cNvPr>
          <p:cNvSpPr txBox="1"/>
          <p:nvPr/>
        </p:nvSpPr>
        <p:spPr>
          <a:xfrm>
            <a:off x="3777704" y="5536978"/>
            <a:ext cx="2216402" cy="907941"/>
          </a:xfrm>
          <a:prstGeom prst="rect">
            <a:avLst/>
          </a:prstGeom>
          <a:noFill/>
        </p:spPr>
        <p:txBody>
          <a:bodyPr wrap="square" rtlCol="0">
            <a:spAutoFit/>
          </a:bodyPr>
          <a:lstStyle/>
          <a:p>
            <a:pPr algn="ctr">
              <a:spcAft>
                <a:spcPts val="600"/>
              </a:spcAft>
            </a:pPr>
            <a:r>
              <a:rPr lang="ar-LY" sz="2000" dirty="0">
                <a:solidFill>
                  <a:schemeClr val="bg1"/>
                </a:solidFill>
                <a:latin typeface="Tajawal Medium" panose="00000600000000000000" pitchFamily="2" charset="-78"/>
                <a:cs typeface="Tajawal Medium" panose="00000600000000000000" pitchFamily="2" charset="-78"/>
              </a:rPr>
              <a:t>التفوق</a:t>
            </a:r>
          </a:p>
          <a:p>
            <a:pPr algn="ctr">
              <a:spcAft>
                <a:spcPts val="600"/>
              </a:spcAft>
            </a:pPr>
            <a:r>
              <a:rPr lang="ar-LY" sz="1400" dirty="0">
                <a:solidFill>
                  <a:schemeClr val="bg1"/>
                </a:solidFill>
                <a:latin typeface="Tajawal Light" panose="00000400000000000000" pitchFamily="2" charset="-78"/>
                <a:cs typeface="Tajawal Light" panose="00000400000000000000" pitchFamily="2" charset="-78"/>
              </a:rPr>
              <a:t>تحقيق التفوق من خلال التحسين المستمر للخدمات</a:t>
            </a:r>
          </a:p>
        </p:txBody>
      </p:sp>
      <p:sp>
        <p:nvSpPr>
          <p:cNvPr id="57" name="TextBox 56">
            <a:extLst>
              <a:ext uri="{FF2B5EF4-FFF2-40B4-BE49-F238E27FC236}">
                <a16:creationId xmlns:a16="http://schemas.microsoft.com/office/drawing/2014/main" id="{D6173771-A9D4-43CF-85AD-A095090246E9}"/>
              </a:ext>
            </a:extLst>
          </p:cNvPr>
          <p:cNvSpPr txBox="1"/>
          <p:nvPr/>
        </p:nvSpPr>
        <p:spPr>
          <a:xfrm>
            <a:off x="821232" y="5536978"/>
            <a:ext cx="2216402" cy="907941"/>
          </a:xfrm>
          <a:prstGeom prst="rect">
            <a:avLst/>
          </a:prstGeom>
          <a:noFill/>
        </p:spPr>
        <p:txBody>
          <a:bodyPr wrap="square" rtlCol="0">
            <a:spAutoFit/>
          </a:bodyPr>
          <a:lstStyle/>
          <a:p>
            <a:pPr algn="ctr">
              <a:spcAft>
                <a:spcPts val="600"/>
              </a:spcAft>
            </a:pPr>
            <a:r>
              <a:rPr lang="ar-LY" sz="2000" dirty="0">
                <a:solidFill>
                  <a:schemeClr val="bg1"/>
                </a:solidFill>
                <a:latin typeface="Tajawal Medium" panose="00000600000000000000" pitchFamily="2" charset="-78"/>
                <a:cs typeface="Tajawal Medium" panose="00000600000000000000" pitchFamily="2" charset="-78"/>
              </a:rPr>
              <a:t>المرونة</a:t>
            </a:r>
          </a:p>
          <a:p>
            <a:pPr algn="ctr">
              <a:spcAft>
                <a:spcPts val="600"/>
              </a:spcAft>
            </a:pPr>
            <a:r>
              <a:rPr lang="ar-LY" sz="1400" dirty="0">
                <a:solidFill>
                  <a:schemeClr val="bg1"/>
                </a:solidFill>
                <a:latin typeface="Tajawal Light" panose="00000400000000000000" pitchFamily="2" charset="-78"/>
                <a:cs typeface="Tajawal Light" panose="00000400000000000000" pitchFamily="2" charset="-78"/>
              </a:rPr>
              <a:t>اعتماد منهجية حل المشاكل والتأقلم مع التغيير</a:t>
            </a:r>
          </a:p>
        </p:txBody>
      </p:sp>
      <p:sp>
        <p:nvSpPr>
          <p:cNvPr id="58" name="Rectangle 57">
            <a:extLst>
              <a:ext uri="{FF2B5EF4-FFF2-40B4-BE49-F238E27FC236}">
                <a16:creationId xmlns:a16="http://schemas.microsoft.com/office/drawing/2014/main" id="{C5EBE55F-74CA-4718-9D89-247390AA1B3F}"/>
              </a:ext>
            </a:extLst>
          </p:cNvPr>
          <p:cNvSpPr/>
          <p:nvPr/>
        </p:nvSpPr>
        <p:spPr>
          <a:xfrm>
            <a:off x="7828736" y="2668023"/>
            <a:ext cx="888596" cy="375268"/>
          </a:xfrm>
          <a:prstGeom prst="rect">
            <a:avLst/>
          </a:prstGeom>
          <a:solidFill>
            <a:schemeClr val="bg1">
              <a:alpha val="5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Rectangle 58">
            <a:extLst>
              <a:ext uri="{FF2B5EF4-FFF2-40B4-BE49-F238E27FC236}">
                <a16:creationId xmlns:a16="http://schemas.microsoft.com/office/drawing/2014/main" id="{E33FD3EC-48D5-4211-95F2-F8DF9FBEE52A}"/>
              </a:ext>
            </a:extLst>
          </p:cNvPr>
          <p:cNvSpPr/>
          <p:nvPr/>
        </p:nvSpPr>
        <p:spPr>
          <a:xfrm>
            <a:off x="5704567" y="2668023"/>
            <a:ext cx="2069902" cy="375268"/>
          </a:xfrm>
          <a:prstGeom prst="rect">
            <a:avLst/>
          </a:prstGeom>
          <a:solidFill>
            <a:schemeClr val="bg1">
              <a:alpha val="5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Rectangle 59">
            <a:extLst>
              <a:ext uri="{FF2B5EF4-FFF2-40B4-BE49-F238E27FC236}">
                <a16:creationId xmlns:a16="http://schemas.microsoft.com/office/drawing/2014/main" id="{48A504A4-B833-4A4C-AC38-50D211D1E9EC}"/>
              </a:ext>
            </a:extLst>
          </p:cNvPr>
          <p:cNvSpPr/>
          <p:nvPr/>
        </p:nvSpPr>
        <p:spPr>
          <a:xfrm>
            <a:off x="3855679" y="3105898"/>
            <a:ext cx="4534035" cy="375268"/>
          </a:xfrm>
          <a:prstGeom prst="rect">
            <a:avLst/>
          </a:prstGeom>
          <a:solidFill>
            <a:schemeClr val="bg1">
              <a:alpha val="5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Rectangle 60">
            <a:extLst>
              <a:ext uri="{FF2B5EF4-FFF2-40B4-BE49-F238E27FC236}">
                <a16:creationId xmlns:a16="http://schemas.microsoft.com/office/drawing/2014/main" id="{52BC28C4-6969-4AF1-A646-7A345394B134}"/>
              </a:ext>
            </a:extLst>
          </p:cNvPr>
          <p:cNvSpPr/>
          <p:nvPr/>
        </p:nvSpPr>
        <p:spPr>
          <a:xfrm>
            <a:off x="4401737" y="3513559"/>
            <a:ext cx="3990857" cy="375268"/>
          </a:xfrm>
          <a:prstGeom prst="rect">
            <a:avLst/>
          </a:prstGeom>
          <a:solidFill>
            <a:schemeClr val="bg1">
              <a:alpha val="5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Rectangle 61">
            <a:extLst>
              <a:ext uri="{FF2B5EF4-FFF2-40B4-BE49-F238E27FC236}">
                <a16:creationId xmlns:a16="http://schemas.microsoft.com/office/drawing/2014/main" id="{1FC4E87F-08CA-4441-81CC-235411A3EB79}"/>
              </a:ext>
            </a:extLst>
          </p:cNvPr>
          <p:cNvSpPr/>
          <p:nvPr/>
        </p:nvSpPr>
        <p:spPr>
          <a:xfrm>
            <a:off x="5815866" y="4381192"/>
            <a:ext cx="1293846" cy="375268"/>
          </a:xfrm>
          <a:prstGeom prst="rect">
            <a:avLst/>
          </a:prstGeom>
          <a:solidFill>
            <a:schemeClr val="bg1">
              <a:alpha val="5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E1972744-56DA-49BE-BC8B-2F75531AC4F9}"/>
              </a:ext>
            </a:extLst>
          </p:cNvPr>
          <p:cNvSpPr txBox="1"/>
          <p:nvPr/>
        </p:nvSpPr>
        <p:spPr>
          <a:xfrm>
            <a:off x="3485044" y="2590355"/>
            <a:ext cx="5254034" cy="2246769"/>
          </a:xfrm>
          <a:prstGeom prst="rect">
            <a:avLst/>
          </a:prstGeom>
          <a:noFill/>
        </p:spPr>
        <p:txBody>
          <a:bodyPr wrap="square" rtlCol="0">
            <a:spAutoFit/>
          </a:bodyPr>
          <a:lstStyle/>
          <a:p>
            <a:pPr algn="ctr">
              <a:spcAft>
                <a:spcPts val="600"/>
              </a:spcAft>
            </a:pPr>
            <a:r>
              <a:rPr lang="ar-LY" sz="2800" dirty="0">
                <a:solidFill>
                  <a:srgbClr val="8C2782"/>
                </a:solidFill>
                <a:latin typeface="Tajawal Medium" panose="00000600000000000000" pitchFamily="2" charset="-78"/>
                <a:cs typeface="Tajawal Medium" panose="00000600000000000000" pitchFamily="2" charset="-78"/>
              </a:rPr>
              <a:t>قيادة التحول الرقمي في ليبيا بتوفير شبكة وخدمات </a:t>
            </a:r>
            <a:r>
              <a:rPr lang="ar-LY" sz="2800" dirty="0">
                <a:solidFill>
                  <a:srgbClr val="8C2782"/>
                </a:solidFill>
                <a:highlight>
                  <a:srgbClr val="FFFF00"/>
                </a:highlight>
                <a:latin typeface="Tajawal Medium" panose="00000600000000000000" pitchFamily="2" charset="-78"/>
                <a:cs typeface="Tajawal Medium" panose="00000600000000000000" pitchFamily="2" charset="-78"/>
              </a:rPr>
              <a:t>متنوعة</a:t>
            </a:r>
            <a:r>
              <a:rPr lang="ar-LY" sz="2800" dirty="0">
                <a:solidFill>
                  <a:srgbClr val="8C2782"/>
                </a:solidFill>
                <a:latin typeface="Tajawal Medium" panose="00000600000000000000" pitchFamily="2" charset="-78"/>
                <a:cs typeface="Tajawal Medium" panose="00000600000000000000" pitchFamily="2" charset="-78"/>
              </a:rPr>
              <a:t> و موثوقة ومبتكرة للأفراد والحكومة والشركات من خلال إطلاق العنان لإمكانات المواهب لدينا</a:t>
            </a:r>
            <a:endParaRPr lang="en-US" sz="2800" dirty="0">
              <a:solidFill>
                <a:srgbClr val="8C2782"/>
              </a:solidFill>
              <a:latin typeface="Tajawal Medium" panose="00000600000000000000" pitchFamily="2" charset="-78"/>
              <a:cs typeface="Tajawal Medium" panose="00000600000000000000" pitchFamily="2" charset="-78"/>
            </a:endParaRPr>
          </a:p>
        </p:txBody>
      </p:sp>
      <p:cxnSp>
        <p:nvCxnSpPr>
          <p:cNvPr id="67" name="Straight Connector 66">
            <a:extLst>
              <a:ext uri="{FF2B5EF4-FFF2-40B4-BE49-F238E27FC236}">
                <a16:creationId xmlns:a16="http://schemas.microsoft.com/office/drawing/2014/main" id="{9FB2B7C0-5D22-412C-869B-834086BFA985}"/>
              </a:ext>
            </a:extLst>
          </p:cNvPr>
          <p:cNvCxnSpPr>
            <a:cxnSpLocks/>
          </p:cNvCxnSpPr>
          <p:nvPr/>
        </p:nvCxnSpPr>
        <p:spPr>
          <a:xfrm flipV="1">
            <a:off x="3436471" y="5546964"/>
            <a:ext cx="0" cy="887967"/>
          </a:xfrm>
          <a:prstGeom prst="line">
            <a:avLst/>
          </a:prstGeom>
          <a:ln>
            <a:solidFill>
              <a:schemeClr val="bg1">
                <a:alpha val="40000"/>
              </a:schemeClr>
            </a:solidFill>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55645A64-F067-4D6D-8771-42B9729B9E8C}"/>
              </a:ext>
            </a:extLst>
          </p:cNvPr>
          <p:cNvCxnSpPr>
            <a:cxnSpLocks/>
          </p:cNvCxnSpPr>
          <p:nvPr/>
        </p:nvCxnSpPr>
        <p:spPr>
          <a:xfrm flipV="1">
            <a:off x="8841071" y="5546964"/>
            <a:ext cx="0" cy="887967"/>
          </a:xfrm>
          <a:prstGeom prst="line">
            <a:avLst/>
          </a:prstGeom>
          <a:ln>
            <a:solidFill>
              <a:schemeClr val="bg1">
                <a:alpha val="40000"/>
              </a:schemeClr>
            </a:solidFill>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4F2F3990-476F-43D8-903D-9E2D3F5FB8FE}"/>
              </a:ext>
            </a:extLst>
          </p:cNvPr>
          <p:cNvCxnSpPr>
            <a:cxnSpLocks/>
          </p:cNvCxnSpPr>
          <p:nvPr/>
        </p:nvCxnSpPr>
        <p:spPr>
          <a:xfrm flipV="1">
            <a:off x="6379986" y="5546964"/>
            <a:ext cx="0" cy="887967"/>
          </a:xfrm>
          <a:prstGeom prst="line">
            <a:avLst/>
          </a:prstGeom>
          <a:ln>
            <a:solidFill>
              <a:schemeClr val="bg1">
                <a:alpha val="40000"/>
              </a:schemeClr>
            </a:solidFill>
          </a:ln>
        </p:spPr>
        <p:style>
          <a:lnRef idx="1">
            <a:schemeClr val="accent1"/>
          </a:lnRef>
          <a:fillRef idx="0">
            <a:schemeClr val="accent1"/>
          </a:fillRef>
          <a:effectRef idx="0">
            <a:schemeClr val="accent1"/>
          </a:effectRef>
          <a:fontRef idx="minor">
            <a:schemeClr val="tx1"/>
          </a:fontRef>
        </p:style>
      </p:cxnSp>
      <p:sp>
        <p:nvSpPr>
          <p:cNvPr id="70" name="Arrow: Right 69">
            <a:extLst>
              <a:ext uri="{FF2B5EF4-FFF2-40B4-BE49-F238E27FC236}">
                <a16:creationId xmlns:a16="http://schemas.microsoft.com/office/drawing/2014/main" id="{57350529-4343-4801-A745-3BC2B5A4304A}"/>
              </a:ext>
            </a:extLst>
          </p:cNvPr>
          <p:cNvSpPr/>
          <p:nvPr/>
        </p:nvSpPr>
        <p:spPr>
          <a:xfrm flipH="1">
            <a:off x="-59033" y="721074"/>
            <a:ext cx="12384371" cy="980117"/>
          </a:xfrm>
          <a:prstGeom prst="rightArrow">
            <a:avLst>
              <a:gd name="adj1" fmla="val 74157"/>
              <a:gd name="adj2" fmla="val 52013"/>
            </a:avLst>
          </a:prstGeom>
          <a:gradFill>
            <a:gsLst>
              <a:gs pos="48700">
                <a:srgbClr val="8C2782"/>
              </a:gs>
              <a:gs pos="100000">
                <a:srgbClr val="661C5F"/>
              </a:gs>
              <a:gs pos="0">
                <a:srgbClr val="4E1649"/>
              </a:gs>
            </a:gsLst>
            <a:lin ang="11400000" scaled="0"/>
          </a:gradFill>
          <a:ln>
            <a:noFill/>
          </a:ln>
          <a:effectLst>
            <a:outerShdw blurRad="190500" sx="102000" sy="102000" algn="ctr"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ar-LY" dirty="0">
                <a:latin typeface="Tajawal Medium" panose="00000600000000000000" pitchFamily="2" charset="-78"/>
                <a:cs typeface="Tajawal Medium" panose="00000600000000000000" pitchFamily="2" charset="-78"/>
              </a:rPr>
              <a:t>أن نكون الرواد في تقديم الحلول الرقمية وأن نساهم بكل فخر في تنمية مجتمعنا الليبي</a:t>
            </a:r>
            <a:endParaRPr lang="en-US" dirty="0">
              <a:latin typeface="Tajawal Medium" panose="00000600000000000000" pitchFamily="2" charset="-78"/>
              <a:cs typeface="Tajawal Medium" panose="00000600000000000000" pitchFamily="2" charset="-78"/>
            </a:endParaRPr>
          </a:p>
        </p:txBody>
      </p:sp>
    </p:spTree>
    <p:extLst>
      <p:ext uri="{BB962C8B-B14F-4D97-AF65-F5344CB8AC3E}">
        <p14:creationId xmlns:p14="http://schemas.microsoft.com/office/powerpoint/2010/main" val="15508395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AD459475-122A-4E2F-A5A3-63FBF109CA23}"/>
              </a:ext>
            </a:extLst>
          </p:cNvPr>
          <p:cNvSpPr/>
          <p:nvPr/>
        </p:nvSpPr>
        <p:spPr>
          <a:xfrm>
            <a:off x="3842536" y="809625"/>
            <a:ext cx="8349459" cy="1085850"/>
          </a:xfrm>
          <a:prstGeom prst="rect">
            <a:avLst/>
          </a:prstGeom>
          <a:gradFill>
            <a:gsLst>
              <a:gs pos="48700">
                <a:srgbClr val="8C2782"/>
              </a:gs>
              <a:gs pos="100000">
                <a:srgbClr val="661C5F"/>
              </a:gs>
              <a:gs pos="0">
                <a:srgbClr val="4E1649"/>
              </a:gs>
            </a:gsLst>
            <a:lin ang="11400000" scaled="0"/>
          </a:gradFill>
          <a:ln>
            <a:noFill/>
          </a:ln>
          <a:effectLst>
            <a:outerShdw blurRad="190500" sx="102000" sy="102000" algn="ctr"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7" name="Rectangle 6">
            <a:extLst>
              <a:ext uri="{FF2B5EF4-FFF2-40B4-BE49-F238E27FC236}">
                <a16:creationId xmlns:a16="http://schemas.microsoft.com/office/drawing/2014/main" id="{C1823903-9DF2-4C82-8867-B56369101561}"/>
              </a:ext>
            </a:extLst>
          </p:cNvPr>
          <p:cNvSpPr/>
          <p:nvPr/>
        </p:nvSpPr>
        <p:spPr>
          <a:xfrm>
            <a:off x="0" y="4838700"/>
            <a:ext cx="12192000" cy="2019300"/>
          </a:xfrm>
          <a:prstGeom prst="rect">
            <a:avLst/>
          </a:prstGeom>
          <a:gradFill>
            <a:gsLst>
              <a:gs pos="48700">
                <a:srgbClr val="8C2782"/>
              </a:gs>
              <a:gs pos="100000">
                <a:srgbClr val="661C5F"/>
              </a:gs>
              <a:gs pos="0">
                <a:srgbClr val="4E1649"/>
              </a:gs>
            </a:gsLst>
            <a:lin ang="11400000" scaled="0"/>
          </a:gradFill>
          <a:ln>
            <a:noFill/>
          </a:ln>
          <a:effectLst>
            <a:outerShdw blurRad="190500" sx="102000" sy="102000" algn="ctr"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 name="TextBox 1">
            <a:extLst>
              <a:ext uri="{FF2B5EF4-FFF2-40B4-BE49-F238E27FC236}">
                <a16:creationId xmlns:a16="http://schemas.microsoft.com/office/drawing/2014/main" id="{CB866CE2-8528-4E41-BDBD-FEBB5997966D}"/>
              </a:ext>
            </a:extLst>
          </p:cNvPr>
          <p:cNvSpPr txBox="1"/>
          <p:nvPr/>
        </p:nvSpPr>
        <p:spPr>
          <a:xfrm>
            <a:off x="6483504" y="219075"/>
            <a:ext cx="5336718" cy="369332"/>
          </a:xfrm>
          <a:prstGeom prst="rect">
            <a:avLst/>
          </a:prstGeom>
          <a:noFill/>
        </p:spPr>
        <p:txBody>
          <a:bodyPr wrap="none" rtlCol="0">
            <a:spAutoFit/>
          </a:bodyPr>
          <a:lstStyle/>
          <a:p>
            <a:pPr algn="r" rtl="1"/>
            <a:r>
              <a:rPr lang="ar-LY" dirty="0">
                <a:solidFill>
                  <a:srgbClr val="BF0D5B"/>
                </a:solidFill>
                <a:latin typeface="Tajawal Medium" panose="00000600000000000000" pitchFamily="2" charset="-78"/>
                <a:cs typeface="Tajawal Medium" panose="00000600000000000000" pitchFamily="2" charset="-78"/>
              </a:rPr>
              <a:t>02- المستهدفات والمبادرات التجارية | </a:t>
            </a:r>
            <a:r>
              <a:rPr lang="ar-LY" dirty="0">
                <a:solidFill>
                  <a:srgbClr val="BF0D5B"/>
                </a:solidFill>
                <a:latin typeface="Tajawal Light" panose="00000400000000000000" pitchFamily="2" charset="-78"/>
                <a:cs typeface="Tajawal Light" panose="00000400000000000000" pitchFamily="2" charset="-78"/>
              </a:rPr>
              <a:t>الأهداف والغايات</a:t>
            </a:r>
          </a:p>
        </p:txBody>
      </p:sp>
      <p:sp>
        <p:nvSpPr>
          <p:cNvPr id="3" name="TextBox 2">
            <a:extLst>
              <a:ext uri="{FF2B5EF4-FFF2-40B4-BE49-F238E27FC236}">
                <a16:creationId xmlns:a16="http://schemas.microsoft.com/office/drawing/2014/main" id="{412D72DA-00D2-44AD-BA9E-24CAB25C49C7}"/>
              </a:ext>
            </a:extLst>
          </p:cNvPr>
          <p:cNvSpPr txBox="1"/>
          <p:nvPr/>
        </p:nvSpPr>
        <p:spPr>
          <a:xfrm>
            <a:off x="4006924" y="914400"/>
            <a:ext cx="7813299" cy="923330"/>
          </a:xfrm>
          <a:prstGeom prst="rect">
            <a:avLst/>
          </a:prstGeom>
          <a:noFill/>
        </p:spPr>
        <p:txBody>
          <a:bodyPr wrap="square" rtlCol="0">
            <a:spAutoFit/>
          </a:bodyPr>
          <a:lstStyle/>
          <a:p>
            <a:pPr algn="just" rtl="1"/>
            <a:r>
              <a:rPr lang="ar-LY" dirty="0">
                <a:solidFill>
                  <a:schemeClr val="bg1"/>
                </a:solidFill>
                <a:latin typeface="Tajawal Medium" panose="00000600000000000000" pitchFamily="2" charset="-78"/>
                <a:cs typeface="Tajawal Medium" panose="00000600000000000000" pitchFamily="2" charset="-78"/>
              </a:rPr>
              <a:t>الرؤية التجارية: </a:t>
            </a:r>
          </a:p>
          <a:p>
            <a:pPr algn="just" rtl="1"/>
            <a:r>
              <a:rPr lang="ar-LY" dirty="0">
                <a:solidFill>
                  <a:schemeClr val="bg1"/>
                </a:solidFill>
                <a:latin typeface="Tajawal Light" panose="00000400000000000000" pitchFamily="2" charset="-78"/>
                <a:cs typeface="Tajawal Light" panose="00000400000000000000" pitchFamily="2" charset="-78"/>
              </a:rPr>
              <a:t>قيادة </a:t>
            </a:r>
            <a:r>
              <a:rPr lang="ar-LY" strike="sngStrike" dirty="0">
                <a:solidFill>
                  <a:schemeClr val="bg1"/>
                </a:solidFill>
                <a:latin typeface="Tajawal Light" panose="00000400000000000000" pitchFamily="2" charset="-78"/>
                <a:cs typeface="Tajawal Light" panose="00000400000000000000" pitchFamily="2" charset="-78"/>
              </a:rPr>
              <a:t>سوق الهاتف المحمول </a:t>
            </a:r>
            <a:r>
              <a:rPr lang="ar-LY" dirty="0">
                <a:highlight>
                  <a:srgbClr val="FFFF00"/>
                </a:highlight>
                <a:latin typeface="Tajawal Light" panose="00000400000000000000" pitchFamily="2" charset="-78"/>
                <a:cs typeface="Tajawal Light" panose="00000400000000000000" pitchFamily="2" charset="-78"/>
              </a:rPr>
              <a:t>سوق الاتصالات والخدمات الرقمية </a:t>
            </a:r>
            <a:r>
              <a:rPr lang="ar-LY" dirty="0">
                <a:solidFill>
                  <a:schemeClr val="bg1"/>
                </a:solidFill>
                <a:latin typeface="Tajawal Light" panose="00000400000000000000" pitchFamily="2" charset="-78"/>
                <a:cs typeface="Tajawal Light" panose="00000400000000000000" pitchFamily="2" charset="-78"/>
              </a:rPr>
              <a:t>في ليبيا باتباع نهج يركز على </a:t>
            </a:r>
            <a:r>
              <a:rPr lang="ar-LY" dirty="0">
                <a:highlight>
                  <a:srgbClr val="FFFF00"/>
                </a:highlight>
                <a:latin typeface="Tajawal Light" panose="00000400000000000000" pitchFamily="2" charset="-78"/>
                <a:cs typeface="Tajawal Light" panose="00000400000000000000" pitchFamily="2" charset="-78"/>
              </a:rPr>
              <a:t>الاحتياجات المختلفة </a:t>
            </a:r>
            <a:r>
              <a:rPr lang="ar-LY" dirty="0">
                <a:solidFill>
                  <a:schemeClr val="bg1"/>
                </a:solidFill>
                <a:latin typeface="Tajawal Light" panose="00000400000000000000" pitchFamily="2" charset="-78"/>
                <a:cs typeface="Tajawal Light" panose="00000400000000000000" pitchFamily="2" charset="-78"/>
              </a:rPr>
              <a:t>للعملاء  والتحول بنجاح إلى خدمة الأعمال والمؤسسات.</a:t>
            </a:r>
            <a:endParaRPr lang="en-US" dirty="0">
              <a:solidFill>
                <a:schemeClr val="bg1"/>
              </a:solidFill>
              <a:latin typeface="Tajawal Light" panose="00000400000000000000" pitchFamily="2" charset="-78"/>
              <a:cs typeface="Tajawal Light" panose="00000400000000000000" pitchFamily="2" charset="-78"/>
            </a:endParaRPr>
          </a:p>
        </p:txBody>
      </p:sp>
      <p:graphicFrame>
        <p:nvGraphicFramePr>
          <p:cNvPr id="6" name="Chart 5">
            <a:extLst>
              <a:ext uri="{FF2B5EF4-FFF2-40B4-BE49-F238E27FC236}">
                <a16:creationId xmlns:a16="http://schemas.microsoft.com/office/drawing/2014/main" id="{F26982BE-3677-49AE-B5DE-BDEF11561C41}"/>
              </a:ext>
            </a:extLst>
          </p:cNvPr>
          <p:cNvGraphicFramePr/>
          <p:nvPr/>
        </p:nvGraphicFramePr>
        <p:xfrm>
          <a:off x="9197071" y="2229624"/>
          <a:ext cx="2556476" cy="2608302"/>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50" name="Chart 49">
            <a:extLst>
              <a:ext uri="{FF2B5EF4-FFF2-40B4-BE49-F238E27FC236}">
                <a16:creationId xmlns:a16="http://schemas.microsoft.com/office/drawing/2014/main" id="{F4670123-5A92-4A70-B732-18C5BA7EDE21}"/>
              </a:ext>
            </a:extLst>
          </p:cNvPr>
          <p:cNvGraphicFramePr/>
          <p:nvPr>
            <p:extLst>
              <p:ext uri="{D42A27DB-BD31-4B8C-83A1-F6EECF244321}">
                <p14:modId xmlns:p14="http://schemas.microsoft.com/office/powerpoint/2010/main" val="16055173"/>
              </p:ext>
            </p:extLst>
          </p:nvPr>
        </p:nvGraphicFramePr>
        <p:xfrm>
          <a:off x="3038931" y="2229624"/>
          <a:ext cx="2556476" cy="2608302"/>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52" name="Chart 51">
            <a:extLst>
              <a:ext uri="{FF2B5EF4-FFF2-40B4-BE49-F238E27FC236}">
                <a16:creationId xmlns:a16="http://schemas.microsoft.com/office/drawing/2014/main" id="{144A32F6-B509-41F8-815D-E9A78BBA19E8}"/>
              </a:ext>
            </a:extLst>
          </p:cNvPr>
          <p:cNvGraphicFramePr/>
          <p:nvPr>
            <p:extLst>
              <p:ext uri="{D42A27DB-BD31-4B8C-83A1-F6EECF244321}">
                <p14:modId xmlns:p14="http://schemas.microsoft.com/office/powerpoint/2010/main" val="2425318006"/>
              </p:ext>
            </p:extLst>
          </p:nvPr>
        </p:nvGraphicFramePr>
        <p:xfrm>
          <a:off x="5596166" y="2229624"/>
          <a:ext cx="3600147" cy="2608302"/>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63" name="Chart 62">
            <a:extLst>
              <a:ext uri="{FF2B5EF4-FFF2-40B4-BE49-F238E27FC236}">
                <a16:creationId xmlns:a16="http://schemas.microsoft.com/office/drawing/2014/main" id="{2CC1E5B9-0D4B-4E78-AAFF-AF11708F169C}"/>
              </a:ext>
            </a:extLst>
          </p:cNvPr>
          <p:cNvGraphicFramePr/>
          <p:nvPr/>
        </p:nvGraphicFramePr>
        <p:xfrm>
          <a:off x="481696" y="2229624"/>
          <a:ext cx="2556476" cy="2608302"/>
        </p:xfrm>
        <a:graphic>
          <a:graphicData uri="http://schemas.openxmlformats.org/drawingml/2006/chart">
            <c:chart xmlns:c="http://schemas.openxmlformats.org/drawingml/2006/chart" xmlns:r="http://schemas.openxmlformats.org/officeDocument/2006/relationships" r:id="rId5"/>
          </a:graphicData>
        </a:graphic>
      </p:graphicFrame>
      <p:sp>
        <p:nvSpPr>
          <p:cNvPr id="64" name="TextBox 63">
            <a:extLst>
              <a:ext uri="{FF2B5EF4-FFF2-40B4-BE49-F238E27FC236}">
                <a16:creationId xmlns:a16="http://schemas.microsoft.com/office/drawing/2014/main" id="{08399270-928E-4C79-A01C-028DA0E9FC74}"/>
              </a:ext>
            </a:extLst>
          </p:cNvPr>
          <p:cNvSpPr txBox="1"/>
          <p:nvPr/>
        </p:nvSpPr>
        <p:spPr>
          <a:xfrm>
            <a:off x="9515475" y="4982170"/>
            <a:ext cx="1933272" cy="1384995"/>
          </a:xfrm>
          <a:prstGeom prst="rect">
            <a:avLst/>
          </a:prstGeom>
          <a:noFill/>
        </p:spPr>
        <p:txBody>
          <a:bodyPr wrap="square" rtlCol="0">
            <a:spAutoFit/>
          </a:bodyPr>
          <a:lstStyle/>
          <a:p>
            <a:pPr algn="r" rtl="1"/>
            <a:r>
              <a:rPr lang="ar-LY" sz="1400" dirty="0">
                <a:solidFill>
                  <a:schemeClr val="bg1"/>
                </a:solidFill>
                <a:latin typeface="Tajawal Light" panose="00000400000000000000" pitchFamily="2" charset="-78"/>
                <a:cs typeface="Tajawal Light" panose="00000400000000000000" pitchFamily="2" charset="-78"/>
              </a:rPr>
              <a:t>الرفع من الحصة السوقية باستهداف شرائح المشتركين الأفراد والمؤسسات وقطاع الأعمال واتباع خطط تجزئة السوق الممنهجة.</a:t>
            </a:r>
            <a:endParaRPr lang="en-US" sz="1400" dirty="0">
              <a:solidFill>
                <a:schemeClr val="bg1"/>
              </a:solidFill>
              <a:latin typeface="Tajawal Light" panose="00000400000000000000" pitchFamily="2" charset="-78"/>
              <a:cs typeface="Tajawal Light" panose="00000400000000000000" pitchFamily="2" charset="-78"/>
            </a:endParaRPr>
          </a:p>
        </p:txBody>
      </p:sp>
      <p:sp>
        <p:nvSpPr>
          <p:cNvPr id="65" name="TextBox 64">
            <a:extLst>
              <a:ext uri="{FF2B5EF4-FFF2-40B4-BE49-F238E27FC236}">
                <a16:creationId xmlns:a16="http://schemas.microsoft.com/office/drawing/2014/main" id="{82952C64-AC8A-418D-A1EB-2AE21D4B82F5}"/>
              </a:ext>
            </a:extLst>
          </p:cNvPr>
          <p:cNvSpPr txBox="1"/>
          <p:nvPr/>
        </p:nvSpPr>
        <p:spPr>
          <a:xfrm>
            <a:off x="6096000" y="4982170"/>
            <a:ext cx="2796271" cy="1169551"/>
          </a:xfrm>
          <a:prstGeom prst="rect">
            <a:avLst/>
          </a:prstGeom>
          <a:noFill/>
        </p:spPr>
        <p:txBody>
          <a:bodyPr wrap="square" rtlCol="0">
            <a:spAutoFit/>
          </a:bodyPr>
          <a:lstStyle/>
          <a:p>
            <a:pPr algn="r" rtl="1"/>
            <a:r>
              <a:rPr lang="ar-LY" sz="1400" dirty="0">
                <a:solidFill>
                  <a:schemeClr val="bg1"/>
                </a:solidFill>
                <a:latin typeface="Tajawal Light" panose="00000400000000000000" pitchFamily="2" charset="-78"/>
                <a:cs typeface="Tajawal Light" panose="00000400000000000000" pitchFamily="2" charset="-78"/>
              </a:rPr>
              <a:t>زيادة رقعة الانتشار وخدمات البيع واستقطاب المزيد من المشتركين.</a:t>
            </a:r>
          </a:p>
          <a:p>
            <a:pPr algn="r" rtl="1"/>
            <a:endParaRPr lang="ar-LY" sz="1400" dirty="0">
              <a:solidFill>
                <a:schemeClr val="bg1"/>
              </a:solidFill>
              <a:latin typeface="Tajawal Light" panose="00000400000000000000" pitchFamily="2" charset="-78"/>
              <a:cs typeface="Tajawal Light" panose="00000400000000000000" pitchFamily="2" charset="-78"/>
            </a:endParaRPr>
          </a:p>
          <a:p>
            <a:pPr algn="r" rtl="1"/>
            <a:r>
              <a:rPr lang="ar-LY" sz="1400" dirty="0">
                <a:solidFill>
                  <a:schemeClr val="bg1"/>
                </a:solidFill>
                <a:latin typeface="Tajawal Light" panose="00000400000000000000" pitchFamily="2" charset="-78"/>
                <a:cs typeface="Tajawal Light" panose="00000400000000000000" pitchFamily="2" charset="-78"/>
              </a:rPr>
              <a:t>نشر خدمات الانترنت لأكثر من مليون مشترك إضافي.</a:t>
            </a:r>
            <a:endParaRPr lang="en-US" sz="1400" dirty="0">
              <a:solidFill>
                <a:schemeClr val="bg1"/>
              </a:solidFill>
              <a:latin typeface="Tajawal Light" panose="00000400000000000000" pitchFamily="2" charset="-78"/>
              <a:cs typeface="Tajawal Light" panose="00000400000000000000" pitchFamily="2" charset="-78"/>
            </a:endParaRPr>
          </a:p>
        </p:txBody>
      </p:sp>
      <p:sp>
        <p:nvSpPr>
          <p:cNvPr id="71" name="TextBox 70">
            <a:extLst>
              <a:ext uri="{FF2B5EF4-FFF2-40B4-BE49-F238E27FC236}">
                <a16:creationId xmlns:a16="http://schemas.microsoft.com/office/drawing/2014/main" id="{8717D757-ABDA-4D4C-BA39-A02436897AA7}"/>
              </a:ext>
            </a:extLst>
          </p:cNvPr>
          <p:cNvSpPr txBox="1"/>
          <p:nvPr/>
        </p:nvSpPr>
        <p:spPr>
          <a:xfrm>
            <a:off x="3110597" y="4982170"/>
            <a:ext cx="2238831" cy="1600438"/>
          </a:xfrm>
          <a:prstGeom prst="rect">
            <a:avLst/>
          </a:prstGeom>
          <a:noFill/>
        </p:spPr>
        <p:txBody>
          <a:bodyPr wrap="square" rtlCol="0">
            <a:spAutoFit/>
          </a:bodyPr>
          <a:lstStyle/>
          <a:p>
            <a:pPr algn="r" rtl="1"/>
            <a:r>
              <a:rPr lang="ar-LY" sz="1400" dirty="0">
                <a:solidFill>
                  <a:schemeClr val="bg1"/>
                </a:solidFill>
                <a:latin typeface="Tajawal Light" panose="00000400000000000000" pitchFamily="2" charset="-78"/>
                <a:cs typeface="Tajawal Light" panose="00000400000000000000" pitchFamily="2" charset="-78"/>
              </a:rPr>
              <a:t>تطوير الخدمات المضافة لقطاعات التعليم والصحة والتجارة الإلكترونية.</a:t>
            </a:r>
          </a:p>
          <a:p>
            <a:pPr algn="r" rtl="1"/>
            <a:r>
              <a:rPr lang="ar-LY" sz="1400" b="1" dirty="0">
                <a:highlight>
                  <a:srgbClr val="FFFF00"/>
                </a:highlight>
                <a:latin typeface="Tajawal Light" panose="00000400000000000000" pitchFamily="2" charset="-78"/>
                <a:cs typeface="Tajawal Light" panose="00000400000000000000" pitchFamily="2" charset="-78"/>
              </a:rPr>
              <a:t>مصادر جديدة (محفظة-أجهزة-منصة تجارة الكترونية-منصة تطبيقات –منصة محتوى رقمي وغيرها)</a:t>
            </a:r>
            <a:endParaRPr lang="en-US" sz="1400" b="1" dirty="0">
              <a:highlight>
                <a:srgbClr val="FFFF00"/>
              </a:highlight>
              <a:latin typeface="Tajawal Light" panose="00000400000000000000" pitchFamily="2" charset="-78"/>
              <a:cs typeface="Tajawal Light" panose="00000400000000000000" pitchFamily="2" charset="-78"/>
            </a:endParaRPr>
          </a:p>
        </p:txBody>
      </p:sp>
      <p:sp>
        <p:nvSpPr>
          <p:cNvPr id="72" name="TextBox 71">
            <a:extLst>
              <a:ext uri="{FF2B5EF4-FFF2-40B4-BE49-F238E27FC236}">
                <a16:creationId xmlns:a16="http://schemas.microsoft.com/office/drawing/2014/main" id="{92BA299E-8421-487B-9C31-344D77D3DA53}"/>
              </a:ext>
            </a:extLst>
          </p:cNvPr>
          <p:cNvSpPr txBox="1"/>
          <p:nvPr/>
        </p:nvSpPr>
        <p:spPr>
          <a:xfrm>
            <a:off x="578456" y="4982170"/>
            <a:ext cx="2238831" cy="1600438"/>
          </a:xfrm>
          <a:prstGeom prst="rect">
            <a:avLst/>
          </a:prstGeom>
          <a:noFill/>
        </p:spPr>
        <p:txBody>
          <a:bodyPr wrap="square" rtlCol="0">
            <a:spAutoFit/>
          </a:bodyPr>
          <a:lstStyle/>
          <a:p>
            <a:pPr algn="r" rtl="1"/>
            <a:r>
              <a:rPr lang="ar-LY" sz="1400" dirty="0">
                <a:solidFill>
                  <a:schemeClr val="bg1"/>
                </a:solidFill>
                <a:latin typeface="Tajawal Light" panose="00000400000000000000" pitchFamily="2" charset="-78"/>
                <a:cs typeface="Tajawal Light" panose="00000400000000000000" pitchFamily="2" charset="-78"/>
              </a:rPr>
              <a:t>الرفع من جودة خدمات ما بعد البيع وتحسين تجربة المشتركين.</a:t>
            </a:r>
          </a:p>
          <a:p>
            <a:pPr algn="r" rtl="1"/>
            <a:endParaRPr lang="ar-LY" sz="1400" dirty="0">
              <a:solidFill>
                <a:schemeClr val="bg1"/>
              </a:solidFill>
              <a:latin typeface="Tajawal Light" panose="00000400000000000000" pitchFamily="2" charset="-78"/>
              <a:cs typeface="Tajawal Light" panose="00000400000000000000" pitchFamily="2" charset="-78"/>
            </a:endParaRPr>
          </a:p>
          <a:p>
            <a:pPr algn="r" rtl="1"/>
            <a:r>
              <a:rPr lang="ar-LY" sz="1400" dirty="0">
                <a:solidFill>
                  <a:schemeClr val="bg1"/>
                </a:solidFill>
                <a:latin typeface="Tajawal Light" panose="00000400000000000000" pitchFamily="2" charset="-78"/>
                <a:cs typeface="Tajawal Light" panose="00000400000000000000" pitchFamily="2" charset="-78"/>
              </a:rPr>
              <a:t>تقوية إمكانيات مراكز خدمات المشتركين والدعم الفوري.</a:t>
            </a:r>
          </a:p>
          <a:p>
            <a:pPr algn="r" rtl="1"/>
            <a:endParaRPr lang="en-US" sz="1400" dirty="0">
              <a:solidFill>
                <a:schemeClr val="bg1"/>
              </a:solidFill>
              <a:latin typeface="Tajawal Light" panose="00000400000000000000" pitchFamily="2" charset="-78"/>
              <a:cs typeface="Tajawal Light" panose="00000400000000000000" pitchFamily="2" charset="-78"/>
            </a:endParaRPr>
          </a:p>
        </p:txBody>
      </p:sp>
      <p:cxnSp>
        <p:nvCxnSpPr>
          <p:cNvPr id="9" name="Straight Connector 8">
            <a:extLst>
              <a:ext uri="{FF2B5EF4-FFF2-40B4-BE49-F238E27FC236}">
                <a16:creationId xmlns:a16="http://schemas.microsoft.com/office/drawing/2014/main" id="{E3EC7F0E-667E-4536-B6C3-C3DC88536B8D}"/>
              </a:ext>
            </a:extLst>
          </p:cNvPr>
          <p:cNvCxnSpPr/>
          <p:nvPr/>
        </p:nvCxnSpPr>
        <p:spPr>
          <a:xfrm>
            <a:off x="3038172" y="2219325"/>
            <a:ext cx="0" cy="441960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25FFB706-BBB3-4CB8-88DD-237D1707B535}"/>
              </a:ext>
            </a:extLst>
          </p:cNvPr>
          <p:cNvCxnSpPr/>
          <p:nvPr/>
        </p:nvCxnSpPr>
        <p:spPr>
          <a:xfrm>
            <a:off x="5595407" y="2228850"/>
            <a:ext cx="0" cy="441960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3AAFECD6-C601-44B8-9910-C9041700B447}"/>
              </a:ext>
            </a:extLst>
          </p:cNvPr>
          <p:cNvCxnSpPr/>
          <p:nvPr/>
        </p:nvCxnSpPr>
        <p:spPr>
          <a:xfrm>
            <a:off x="9200545" y="2219325"/>
            <a:ext cx="0" cy="441960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6550D8B4-3F14-BD8A-8286-B3C8C3419590}"/>
              </a:ext>
            </a:extLst>
          </p:cNvPr>
          <p:cNvSpPr txBox="1"/>
          <p:nvPr/>
        </p:nvSpPr>
        <p:spPr>
          <a:xfrm>
            <a:off x="2817287" y="1924761"/>
            <a:ext cx="3151997" cy="369332"/>
          </a:xfrm>
          <a:prstGeom prst="rect">
            <a:avLst/>
          </a:prstGeom>
          <a:noFill/>
        </p:spPr>
        <p:txBody>
          <a:bodyPr wrap="square" rtlCol="0">
            <a:spAutoFit/>
          </a:bodyPr>
          <a:lstStyle/>
          <a:p>
            <a:r>
              <a:rPr lang="ar-LY" sz="1600" b="1" dirty="0">
                <a:solidFill>
                  <a:srgbClr val="8C2782"/>
                </a:solidFill>
                <a:latin typeface="Tajawal" panose="00000500000000000000" pitchFamily="2" charset="-78"/>
                <a:cs typeface="Tajawal" panose="00000500000000000000" pitchFamily="2" charset="-78"/>
              </a:rPr>
              <a:t>3-إيرادات أخرى(ليست اتصالات</a:t>
            </a:r>
            <a:r>
              <a:rPr lang="ar-LY" dirty="0"/>
              <a:t>)</a:t>
            </a:r>
            <a:endParaRPr lang="en-US" dirty="0"/>
          </a:p>
        </p:txBody>
      </p:sp>
      <p:sp>
        <p:nvSpPr>
          <p:cNvPr id="5" name="TextBox 4">
            <a:extLst>
              <a:ext uri="{FF2B5EF4-FFF2-40B4-BE49-F238E27FC236}">
                <a16:creationId xmlns:a16="http://schemas.microsoft.com/office/drawing/2014/main" id="{9DD6A66C-76C5-43AB-F634-4C9BB05AEE38}"/>
              </a:ext>
            </a:extLst>
          </p:cNvPr>
          <p:cNvSpPr txBox="1"/>
          <p:nvPr/>
        </p:nvSpPr>
        <p:spPr>
          <a:xfrm rot="20106579">
            <a:off x="822648" y="1007183"/>
            <a:ext cx="2806847" cy="646331"/>
          </a:xfrm>
          <a:prstGeom prst="rect">
            <a:avLst/>
          </a:prstGeom>
          <a:solidFill>
            <a:srgbClr val="FFFF00"/>
          </a:solidFill>
        </p:spPr>
        <p:txBody>
          <a:bodyPr wrap="square" rtlCol="0">
            <a:spAutoFit/>
          </a:bodyPr>
          <a:lstStyle/>
          <a:p>
            <a:r>
              <a:rPr lang="ar-LY" dirty="0"/>
              <a:t>إضافة اهداف مالية واضحة</a:t>
            </a:r>
          </a:p>
          <a:p>
            <a:r>
              <a:rPr lang="ar-LY" dirty="0"/>
              <a:t>إضافة اهداف تجارية اخرى </a:t>
            </a:r>
          </a:p>
        </p:txBody>
      </p:sp>
    </p:spTree>
    <p:extLst>
      <p:ext uri="{BB962C8B-B14F-4D97-AF65-F5344CB8AC3E}">
        <p14:creationId xmlns:p14="http://schemas.microsoft.com/office/powerpoint/2010/main" val="39751594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 name="Rectangle 82">
            <a:extLst>
              <a:ext uri="{FF2B5EF4-FFF2-40B4-BE49-F238E27FC236}">
                <a16:creationId xmlns:a16="http://schemas.microsoft.com/office/drawing/2014/main" id="{93F227A2-898B-4F36-B15B-D42383F9424E}"/>
              </a:ext>
            </a:extLst>
          </p:cNvPr>
          <p:cNvSpPr/>
          <p:nvPr/>
        </p:nvSpPr>
        <p:spPr>
          <a:xfrm>
            <a:off x="-142875" y="653801"/>
            <a:ext cx="2111909" cy="5859024"/>
          </a:xfrm>
          <a:prstGeom prst="rect">
            <a:avLst/>
          </a:prstGeom>
          <a:solidFill>
            <a:srgbClr val="BF0D5B"/>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EB668AF3-E873-4402-9314-6B9E45148697}"/>
              </a:ext>
            </a:extLst>
          </p:cNvPr>
          <p:cNvSpPr/>
          <p:nvPr/>
        </p:nvSpPr>
        <p:spPr>
          <a:xfrm>
            <a:off x="7243555" y="656076"/>
            <a:ext cx="2508643" cy="5859024"/>
          </a:xfrm>
          <a:prstGeom prst="rect">
            <a:avLst/>
          </a:prstGeom>
          <a:solidFill>
            <a:schemeClr val="bg1">
              <a:lumMod val="9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5CB75909-141F-4F01-AF18-404F6808DCBE}"/>
              </a:ext>
            </a:extLst>
          </p:cNvPr>
          <p:cNvSpPr/>
          <p:nvPr/>
        </p:nvSpPr>
        <p:spPr>
          <a:xfrm>
            <a:off x="4651728" y="656076"/>
            <a:ext cx="2508643" cy="5859024"/>
          </a:xfrm>
          <a:prstGeom prst="rect">
            <a:avLst/>
          </a:prstGeom>
          <a:solidFill>
            <a:schemeClr val="bg1">
              <a:lumMod val="9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07FA37DC-9279-4B63-9C7E-71132BCF7D91}"/>
              </a:ext>
            </a:extLst>
          </p:cNvPr>
          <p:cNvSpPr/>
          <p:nvPr/>
        </p:nvSpPr>
        <p:spPr>
          <a:xfrm>
            <a:off x="2059902" y="653801"/>
            <a:ext cx="2508643" cy="5859024"/>
          </a:xfrm>
          <a:prstGeom prst="rect">
            <a:avLst/>
          </a:prstGeom>
          <a:solidFill>
            <a:schemeClr val="bg1">
              <a:lumMod val="9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AEFFC37A-3150-4109-ADD6-A85540630DB1}"/>
              </a:ext>
            </a:extLst>
          </p:cNvPr>
          <p:cNvSpPr/>
          <p:nvPr/>
        </p:nvSpPr>
        <p:spPr>
          <a:xfrm>
            <a:off x="2059902" y="815726"/>
            <a:ext cx="10132098" cy="2334255"/>
          </a:xfrm>
          <a:prstGeom prst="rect">
            <a:avLst/>
          </a:prstGeom>
          <a:solidFill>
            <a:srgbClr val="8C2782">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CB866CE2-8528-4E41-BDBD-FEBB5997966D}"/>
              </a:ext>
            </a:extLst>
          </p:cNvPr>
          <p:cNvSpPr txBox="1"/>
          <p:nvPr/>
        </p:nvSpPr>
        <p:spPr>
          <a:xfrm>
            <a:off x="5510481" y="219075"/>
            <a:ext cx="6309741" cy="369332"/>
          </a:xfrm>
          <a:prstGeom prst="rect">
            <a:avLst/>
          </a:prstGeom>
          <a:noFill/>
        </p:spPr>
        <p:txBody>
          <a:bodyPr wrap="none" rtlCol="0">
            <a:spAutoFit/>
          </a:bodyPr>
          <a:lstStyle/>
          <a:p>
            <a:pPr algn="r" rtl="1"/>
            <a:r>
              <a:rPr lang="ar-LY" dirty="0">
                <a:solidFill>
                  <a:srgbClr val="BF0D5B"/>
                </a:solidFill>
                <a:latin typeface="Tajawal Medium" panose="00000600000000000000" pitchFamily="2" charset="-78"/>
                <a:cs typeface="Tajawal Medium" panose="00000600000000000000" pitchFamily="2" charset="-78"/>
              </a:rPr>
              <a:t>02- المستهدفات والمبادرات التجارية | </a:t>
            </a:r>
            <a:r>
              <a:rPr lang="ar-LY" dirty="0">
                <a:solidFill>
                  <a:srgbClr val="BF0D5B"/>
                </a:solidFill>
                <a:latin typeface="Tajawal Light" panose="00000400000000000000" pitchFamily="2" charset="-78"/>
                <a:cs typeface="Tajawal Light" panose="00000400000000000000" pitchFamily="2" charset="-78"/>
              </a:rPr>
              <a:t>المبادرات والمشاريع التجارية</a:t>
            </a:r>
          </a:p>
        </p:txBody>
      </p:sp>
      <p:sp>
        <p:nvSpPr>
          <p:cNvPr id="75" name="Rectangle 74">
            <a:extLst>
              <a:ext uri="{FF2B5EF4-FFF2-40B4-BE49-F238E27FC236}">
                <a16:creationId xmlns:a16="http://schemas.microsoft.com/office/drawing/2014/main" id="{0A9714E2-8016-4F3C-820B-FAB8D63B4FFB}"/>
              </a:ext>
            </a:extLst>
          </p:cNvPr>
          <p:cNvSpPr/>
          <p:nvPr/>
        </p:nvSpPr>
        <p:spPr>
          <a:xfrm>
            <a:off x="2058735" y="3253122"/>
            <a:ext cx="10143025" cy="1193011"/>
          </a:xfrm>
          <a:prstGeom prst="rect">
            <a:avLst/>
          </a:prstGeom>
          <a:solidFill>
            <a:srgbClr val="8C2782">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6" name="Rectangle 75">
            <a:extLst>
              <a:ext uri="{FF2B5EF4-FFF2-40B4-BE49-F238E27FC236}">
                <a16:creationId xmlns:a16="http://schemas.microsoft.com/office/drawing/2014/main" id="{E5D2CD77-92AC-4F41-B4CA-A81096331305}"/>
              </a:ext>
            </a:extLst>
          </p:cNvPr>
          <p:cNvSpPr/>
          <p:nvPr/>
        </p:nvSpPr>
        <p:spPr>
          <a:xfrm>
            <a:off x="2059902" y="4566506"/>
            <a:ext cx="10132097" cy="1475768"/>
          </a:xfrm>
          <a:prstGeom prst="rect">
            <a:avLst/>
          </a:prstGeom>
          <a:solidFill>
            <a:srgbClr val="8C2782">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0E005282-F1CE-445C-9E64-61E97E7EF525}"/>
              </a:ext>
            </a:extLst>
          </p:cNvPr>
          <p:cNvSpPr/>
          <p:nvPr/>
        </p:nvSpPr>
        <p:spPr>
          <a:xfrm>
            <a:off x="6321393" y="850297"/>
            <a:ext cx="3403118" cy="255369"/>
          </a:xfrm>
          <a:prstGeom prst="rect">
            <a:avLst/>
          </a:prstGeom>
          <a:gradFill>
            <a:gsLst>
              <a:gs pos="48700">
                <a:srgbClr val="8C2782"/>
              </a:gs>
              <a:gs pos="100000">
                <a:srgbClr val="661C5F"/>
              </a:gs>
              <a:gs pos="0">
                <a:srgbClr val="4E1649"/>
              </a:gs>
            </a:gsLst>
            <a:lin ang="11400000" scaled="0"/>
          </a:gradFill>
          <a:ln>
            <a:noFill/>
          </a:ln>
          <a:effectLst>
            <a:outerShdw blurRad="190500" sx="102000" sy="102000" algn="ctr"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44" name="Rectangle 43">
            <a:extLst>
              <a:ext uri="{FF2B5EF4-FFF2-40B4-BE49-F238E27FC236}">
                <a16:creationId xmlns:a16="http://schemas.microsoft.com/office/drawing/2014/main" id="{CFCE2EF8-7FFC-4B0A-82F1-12ABCD581DDA}"/>
              </a:ext>
            </a:extLst>
          </p:cNvPr>
          <p:cNvSpPr/>
          <p:nvPr/>
        </p:nvSpPr>
        <p:spPr>
          <a:xfrm>
            <a:off x="5305425" y="1133648"/>
            <a:ext cx="4419086" cy="255369"/>
          </a:xfrm>
          <a:prstGeom prst="rect">
            <a:avLst/>
          </a:prstGeom>
          <a:gradFill>
            <a:gsLst>
              <a:gs pos="48700">
                <a:srgbClr val="8C2782"/>
              </a:gs>
              <a:gs pos="100000">
                <a:srgbClr val="661C5F"/>
              </a:gs>
              <a:gs pos="0">
                <a:srgbClr val="4E1649"/>
              </a:gs>
            </a:gsLst>
            <a:lin ang="11400000" scaled="0"/>
          </a:gradFill>
          <a:ln>
            <a:noFill/>
          </a:ln>
          <a:effectLst>
            <a:outerShdw blurRad="190500" sx="102000" sy="102000" algn="ctr"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45" name="Rectangle 44">
            <a:extLst>
              <a:ext uri="{FF2B5EF4-FFF2-40B4-BE49-F238E27FC236}">
                <a16:creationId xmlns:a16="http://schemas.microsoft.com/office/drawing/2014/main" id="{D107AD93-9F61-4C64-8E71-7AC63830DB53}"/>
              </a:ext>
            </a:extLst>
          </p:cNvPr>
          <p:cNvSpPr/>
          <p:nvPr/>
        </p:nvSpPr>
        <p:spPr>
          <a:xfrm>
            <a:off x="4648271" y="1416999"/>
            <a:ext cx="5076239" cy="255369"/>
          </a:xfrm>
          <a:prstGeom prst="rect">
            <a:avLst/>
          </a:prstGeom>
          <a:gradFill>
            <a:gsLst>
              <a:gs pos="48700">
                <a:srgbClr val="8C2782"/>
              </a:gs>
              <a:gs pos="100000">
                <a:srgbClr val="661C5F"/>
              </a:gs>
              <a:gs pos="0">
                <a:srgbClr val="4E1649"/>
              </a:gs>
            </a:gsLst>
            <a:lin ang="11400000" scaled="0"/>
          </a:gradFill>
          <a:ln>
            <a:noFill/>
          </a:ln>
          <a:effectLst>
            <a:outerShdw blurRad="190500" sx="102000" sy="102000" algn="ctr"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46" name="Rectangle 45">
            <a:extLst>
              <a:ext uri="{FF2B5EF4-FFF2-40B4-BE49-F238E27FC236}">
                <a16:creationId xmlns:a16="http://schemas.microsoft.com/office/drawing/2014/main" id="{EFA4D1D8-B273-4EBD-AFA2-FB085368695E}"/>
              </a:ext>
            </a:extLst>
          </p:cNvPr>
          <p:cNvSpPr/>
          <p:nvPr/>
        </p:nvSpPr>
        <p:spPr>
          <a:xfrm>
            <a:off x="6321392" y="1700350"/>
            <a:ext cx="3403117" cy="255369"/>
          </a:xfrm>
          <a:prstGeom prst="rect">
            <a:avLst/>
          </a:prstGeom>
          <a:gradFill>
            <a:gsLst>
              <a:gs pos="48700">
                <a:srgbClr val="8C2782"/>
              </a:gs>
              <a:gs pos="100000">
                <a:srgbClr val="661C5F"/>
              </a:gs>
              <a:gs pos="0">
                <a:srgbClr val="4E1649"/>
              </a:gs>
            </a:gsLst>
            <a:lin ang="11400000" scaled="0"/>
          </a:gradFill>
          <a:ln>
            <a:noFill/>
          </a:ln>
          <a:effectLst>
            <a:outerShdw blurRad="190500" sx="102000" sy="102000" algn="ctr"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47" name="Rectangle 46">
            <a:extLst>
              <a:ext uri="{FF2B5EF4-FFF2-40B4-BE49-F238E27FC236}">
                <a16:creationId xmlns:a16="http://schemas.microsoft.com/office/drawing/2014/main" id="{266694E7-DA67-4883-A4C5-D1AE51EDD844}"/>
              </a:ext>
            </a:extLst>
          </p:cNvPr>
          <p:cNvSpPr/>
          <p:nvPr/>
        </p:nvSpPr>
        <p:spPr>
          <a:xfrm>
            <a:off x="3133726" y="2555201"/>
            <a:ext cx="4026646" cy="255369"/>
          </a:xfrm>
          <a:prstGeom prst="rect">
            <a:avLst/>
          </a:prstGeom>
          <a:gradFill>
            <a:gsLst>
              <a:gs pos="48700">
                <a:srgbClr val="8C2782"/>
              </a:gs>
              <a:gs pos="100000">
                <a:srgbClr val="661C5F"/>
              </a:gs>
              <a:gs pos="0">
                <a:srgbClr val="4E1649"/>
              </a:gs>
            </a:gsLst>
            <a:lin ang="11400000" scaled="0"/>
          </a:gradFill>
          <a:ln>
            <a:noFill/>
          </a:ln>
          <a:effectLst>
            <a:outerShdw blurRad="190500" sx="102000" sy="102000" algn="ctr"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48" name="Rectangle 47">
            <a:extLst>
              <a:ext uri="{FF2B5EF4-FFF2-40B4-BE49-F238E27FC236}">
                <a16:creationId xmlns:a16="http://schemas.microsoft.com/office/drawing/2014/main" id="{E763F79A-AF7C-4F79-AA43-A5FA274D9608}"/>
              </a:ext>
            </a:extLst>
          </p:cNvPr>
          <p:cNvSpPr/>
          <p:nvPr/>
        </p:nvSpPr>
        <p:spPr>
          <a:xfrm>
            <a:off x="2058735" y="2838551"/>
            <a:ext cx="6554736" cy="255369"/>
          </a:xfrm>
          <a:prstGeom prst="rect">
            <a:avLst/>
          </a:prstGeom>
          <a:gradFill>
            <a:gsLst>
              <a:gs pos="48700">
                <a:srgbClr val="8C2782"/>
              </a:gs>
              <a:gs pos="100000">
                <a:srgbClr val="661C5F"/>
              </a:gs>
              <a:gs pos="0">
                <a:srgbClr val="4E1649"/>
              </a:gs>
            </a:gsLst>
            <a:lin ang="11400000" scaled="0"/>
          </a:gradFill>
          <a:ln>
            <a:noFill/>
          </a:ln>
          <a:effectLst>
            <a:outerShdw blurRad="190500" sx="102000" sy="102000" algn="ctr"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4" name="TextBox 3">
            <a:extLst>
              <a:ext uri="{FF2B5EF4-FFF2-40B4-BE49-F238E27FC236}">
                <a16:creationId xmlns:a16="http://schemas.microsoft.com/office/drawing/2014/main" id="{368EAE0E-E834-4A34-8ED5-37445ABC3AAB}"/>
              </a:ext>
            </a:extLst>
          </p:cNvPr>
          <p:cNvSpPr txBox="1"/>
          <p:nvPr/>
        </p:nvSpPr>
        <p:spPr>
          <a:xfrm>
            <a:off x="104614" y="810594"/>
            <a:ext cx="1709122" cy="861774"/>
          </a:xfrm>
          <a:prstGeom prst="rect">
            <a:avLst/>
          </a:prstGeom>
          <a:noFill/>
        </p:spPr>
        <p:txBody>
          <a:bodyPr wrap="none" rtlCol="0">
            <a:spAutoFit/>
          </a:bodyPr>
          <a:lstStyle/>
          <a:p>
            <a:pPr algn="r" rtl="1"/>
            <a:r>
              <a:rPr lang="ar-LY" sz="3200" dirty="0">
                <a:solidFill>
                  <a:schemeClr val="bg1"/>
                </a:solidFill>
                <a:latin typeface="Tajawal Medium" panose="00000600000000000000" pitchFamily="2" charset="-78"/>
                <a:cs typeface="Tajawal Medium" panose="00000600000000000000" pitchFamily="2" charset="-78"/>
              </a:rPr>
              <a:t>60%</a:t>
            </a:r>
          </a:p>
          <a:p>
            <a:pPr algn="r" rtl="1"/>
            <a:r>
              <a:rPr lang="ar-LY" dirty="0">
                <a:solidFill>
                  <a:schemeClr val="bg1"/>
                </a:solidFill>
                <a:latin typeface="Tajawal Medium" panose="00000600000000000000" pitchFamily="2" charset="-78"/>
                <a:cs typeface="Tajawal Medium" panose="00000600000000000000" pitchFamily="2" charset="-78"/>
              </a:rPr>
              <a:t>الحصة السوقية</a:t>
            </a:r>
            <a:endParaRPr lang="en-US" dirty="0">
              <a:solidFill>
                <a:schemeClr val="bg1"/>
              </a:solidFill>
              <a:latin typeface="Tajawal Medium" panose="00000600000000000000" pitchFamily="2" charset="-78"/>
              <a:cs typeface="Tajawal Medium" panose="00000600000000000000" pitchFamily="2" charset="-78"/>
            </a:endParaRPr>
          </a:p>
        </p:txBody>
      </p:sp>
      <p:sp>
        <p:nvSpPr>
          <p:cNvPr id="19" name="TextBox 18">
            <a:extLst>
              <a:ext uri="{FF2B5EF4-FFF2-40B4-BE49-F238E27FC236}">
                <a16:creationId xmlns:a16="http://schemas.microsoft.com/office/drawing/2014/main" id="{7DC28AE4-4324-4743-B510-EC113076E72C}"/>
              </a:ext>
            </a:extLst>
          </p:cNvPr>
          <p:cNvSpPr txBox="1"/>
          <p:nvPr/>
        </p:nvSpPr>
        <p:spPr>
          <a:xfrm>
            <a:off x="296973" y="2288207"/>
            <a:ext cx="1516763" cy="861774"/>
          </a:xfrm>
          <a:prstGeom prst="rect">
            <a:avLst/>
          </a:prstGeom>
          <a:noFill/>
        </p:spPr>
        <p:txBody>
          <a:bodyPr wrap="none" rtlCol="0">
            <a:spAutoFit/>
          </a:bodyPr>
          <a:lstStyle>
            <a:defPPr>
              <a:defRPr lang="en-US"/>
            </a:defPPr>
            <a:lvl1pPr algn="r" rtl="1">
              <a:defRPr>
                <a:solidFill>
                  <a:srgbClr val="8C2782"/>
                </a:solidFill>
                <a:latin typeface="Tajawal Medium" panose="00000600000000000000" pitchFamily="2" charset="-78"/>
                <a:cs typeface="Tajawal Medium" panose="00000600000000000000" pitchFamily="2" charset="-78"/>
              </a:defRPr>
            </a:lvl1pPr>
          </a:lstStyle>
          <a:p>
            <a:r>
              <a:rPr lang="ar-LY" sz="3200" dirty="0">
                <a:solidFill>
                  <a:schemeClr val="bg1"/>
                </a:solidFill>
              </a:rPr>
              <a:t>7</a:t>
            </a:r>
            <a:r>
              <a:rPr lang="ar-LY" dirty="0">
                <a:solidFill>
                  <a:schemeClr val="bg1"/>
                </a:solidFill>
              </a:rPr>
              <a:t> مليون</a:t>
            </a:r>
          </a:p>
          <a:p>
            <a:r>
              <a:rPr lang="ar-LY" dirty="0">
                <a:solidFill>
                  <a:schemeClr val="bg1"/>
                </a:solidFill>
              </a:rPr>
              <a:t>مشترك نشط</a:t>
            </a:r>
            <a:endParaRPr lang="en-US" dirty="0">
              <a:solidFill>
                <a:schemeClr val="bg1"/>
              </a:solidFill>
            </a:endParaRPr>
          </a:p>
        </p:txBody>
      </p:sp>
      <p:sp>
        <p:nvSpPr>
          <p:cNvPr id="20" name="TextBox 19">
            <a:extLst>
              <a:ext uri="{FF2B5EF4-FFF2-40B4-BE49-F238E27FC236}">
                <a16:creationId xmlns:a16="http://schemas.microsoft.com/office/drawing/2014/main" id="{B630AEEE-C247-4F4D-AC41-C62EDDC4869E}"/>
              </a:ext>
            </a:extLst>
          </p:cNvPr>
          <p:cNvSpPr txBox="1"/>
          <p:nvPr/>
        </p:nvSpPr>
        <p:spPr>
          <a:xfrm>
            <a:off x="250487" y="3780218"/>
            <a:ext cx="1563249" cy="861774"/>
          </a:xfrm>
          <a:prstGeom prst="rect">
            <a:avLst/>
          </a:prstGeom>
          <a:noFill/>
        </p:spPr>
        <p:txBody>
          <a:bodyPr wrap="none" rtlCol="0">
            <a:spAutoFit/>
          </a:bodyPr>
          <a:lstStyle>
            <a:defPPr>
              <a:defRPr lang="en-US"/>
            </a:defPPr>
            <a:lvl1pPr algn="r" rtl="1">
              <a:defRPr>
                <a:solidFill>
                  <a:srgbClr val="8C2782"/>
                </a:solidFill>
                <a:latin typeface="Tajawal Medium" panose="00000600000000000000" pitchFamily="2" charset="-78"/>
                <a:cs typeface="Tajawal Medium" panose="00000600000000000000" pitchFamily="2" charset="-78"/>
              </a:defRPr>
            </a:lvl1pPr>
          </a:lstStyle>
          <a:p>
            <a:r>
              <a:rPr lang="en-US" sz="3200" dirty="0">
                <a:solidFill>
                  <a:schemeClr val="bg1"/>
                </a:solidFill>
              </a:rPr>
              <a:t>4.5</a:t>
            </a:r>
            <a:r>
              <a:rPr lang="ar-LY" dirty="0">
                <a:solidFill>
                  <a:schemeClr val="bg1"/>
                </a:solidFill>
              </a:rPr>
              <a:t> مليون</a:t>
            </a:r>
          </a:p>
          <a:p>
            <a:r>
              <a:rPr lang="ar-LY" dirty="0">
                <a:solidFill>
                  <a:schemeClr val="bg1"/>
                </a:solidFill>
              </a:rPr>
              <a:t>مشترك انترنت</a:t>
            </a:r>
            <a:endParaRPr lang="en-US" dirty="0">
              <a:solidFill>
                <a:schemeClr val="bg1"/>
              </a:solidFill>
            </a:endParaRPr>
          </a:p>
        </p:txBody>
      </p:sp>
      <p:sp>
        <p:nvSpPr>
          <p:cNvPr id="21" name="TextBox 20">
            <a:extLst>
              <a:ext uri="{FF2B5EF4-FFF2-40B4-BE49-F238E27FC236}">
                <a16:creationId xmlns:a16="http://schemas.microsoft.com/office/drawing/2014/main" id="{08B57003-771E-4DD2-9D20-16AC4250D736}"/>
              </a:ext>
            </a:extLst>
          </p:cNvPr>
          <p:cNvSpPr txBox="1"/>
          <p:nvPr/>
        </p:nvSpPr>
        <p:spPr>
          <a:xfrm>
            <a:off x="152704" y="5257883"/>
            <a:ext cx="1661032" cy="861774"/>
          </a:xfrm>
          <a:prstGeom prst="rect">
            <a:avLst/>
          </a:prstGeom>
          <a:noFill/>
        </p:spPr>
        <p:txBody>
          <a:bodyPr wrap="none" rtlCol="0">
            <a:spAutoFit/>
          </a:bodyPr>
          <a:lstStyle>
            <a:defPPr>
              <a:defRPr lang="en-US"/>
            </a:defPPr>
            <a:lvl1pPr algn="r" rtl="1">
              <a:defRPr>
                <a:solidFill>
                  <a:srgbClr val="8C2782"/>
                </a:solidFill>
                <a:latin typeface="Tajawal Medium" panose="00000600000000000000" pitchFamily="2" charset="-78"/>
                <a:cs typeface="Tajawal Medium" panose="00000600000000000000" pitchFamily="2" charset="-78"/>
              </a:defRPr>
            </a:lvl1pPr>
          </a:lstStyle>
          <a:p>
            <a:r>
              <a:rPr lang="ar-LY" sz="3200" dirty="0">
                <a:solidFill>
                  <a:schemeClr val="bg1"/>
                </a:solidFill>
              </a:rPr>
              <a:t>30</a:t>
            </a:r>
            <a:r>
              <a:rPr lang="ar-LY" dirty="0">
                <a:solidFill>
                  <a:schemeClr val="bg1"/>
                </a:solidFill>
              </a:rPr>
              <a:t> معدل</a:t>
            </a:r>
          </a:p>
          <a:p>
            <a:r>
              <a:rPr lang="ar-LY" dirty="0">
                <a:solidFill>
                  <a:schemeClr val="bg1"/>
                </a:solidFill>
              </a:rPr>
              <a:t>رضا المشتركين</a:t>
            </a:r>
            <a:endParaRPr lang="en-US" dirty="0">
              <a:solidFill>
                <a:schemeClr val="bg1"/>
              </a:solidFill>
            </a:endParaRPr>
          </a:p>
        </p:txBody>
      </p:sp>
      <p:sp>
        <p:nvSpPr>
          <p:cNvPr id="25" name="TextBox 24">
            <a:extLst>
              <a:ext uri="{FF2B5EF4-FFF2-40B4-BE49-F238E27FC236}">
                <a16:creationId xmlns:a16="http://schemas.microsoft.com/office/drawing/2014/main" id="{48C73223-C113-462D-958D-1ADFE14F673F}"/>
              </a:ext>
            </a:extLst>
          </p:cNvPr>
          <p:cNvSpPr txBox="1"/>
          <p:nvPr/>
        </p:nvSpPr>
        <p:spPr>
          <a:xfrm>
            <a:off x="7143750" y="845537"/>
            <a:ext cx="2582758" cy="261610"/>
          </a:xfrm>
          <a:prstGeom prst="rect">
            <a:avLst/>
          </a:prstGeom>
          <a:noFill/>
        </p:spPr>
        <p:txBody>
          <a:bodyPr wrap="square" rtlCol="0">
            <a:spAutoFit/>
          </a:bodyPr>
          <a:lstStyle/>
          <a:p>
            <a:pPr algn="r" rtl="1"/>
            <a:r>
              <a:rPr lang="ar-LY" sz="1100" dirty="0">
                <a:solidFill>
                  <a:schemeClr val="bg1"/>
                </a:solidFill>
                <a:latin typeface="Tajawal" panose="00000500000000000000" pitchFamily="2" charset="-78"/>
                <a:cs typeface="Tajawal" panose="00000500000000000000" pitchFamily="2" charset="-78"/>
              </a:rPr>
              <a:t>مشروع تطوير خدمات الدفع الآجل والعقود</a:t>
            </a:r>
            <a:endParaRPr lang="en-US" sz="1100" dirty="0">
              <a:solidFill>
                <a:schemeClr val="bg1"/>
              </a:solidFill>
              <a:latin typeface="Tajawal" panose="00000500000000000000" pitchFamily="2" charset="-78"/>
              <a:cs typeface="Tajawal" panose="00000500000000000000" pitchFamily="2" charset="-78"/>
            </a:endParaRPr>
          </a:p>
        </p:txBody>
      </p:sp>
      <p:sp>
        <p:nvSpPr>
          <p:cNvPr id="26" name="TextBox 25">
            <a:extLst>
              <a:ext uri="{FF2B5EF4-FFF2-40B4-BE49-F238E27FC236}">
                <a16:creationId xmlns:a16="http://schemas.microsoft.com/office/drawing/2014/main" id="{6DFCD89F-9628-4DA8-BAE8-116EC33F6EE7}"/>
              </a:ext>
            </a:extLst>
          </p:cNvPr>
          <p:cNvSpPr txBox="1"/>
          <p:nvPr/>
        </p:nvSpPr>
        <p:spPr>
          <a:xfrm>
            <a:off x="7041157" y="1128970"/>
            <a:ext cx="2685351" cy="261610"/>
          </a:xfrm>
          <a:prstGeom prst="rect">
            <a:avLst/>
          </a:prstGeom>
          <a:noFill/>
        </p:spPr>
        <p:txBody>
          <a:bodyPr wrap="square" rtlCol="0">
            <a:spAutoFit/>
          </a:bodyPr>
          <a:lstStyle/>
          <a:p>
            <a:pPr algn="r" rtl="1"/>
            <a:r>
              <a:rPr lang="ar-LY" sz="1100" dirty="0">
                <a:solidFill>
                  <a:schemeClr val="bg1"/>
                </a:solidFill>
                <a:latin typeface="Tajawal" panose="00000500000000000000" pitchFamily="2" charset="-78"/>
                <a:cs typeface="Tajawal" panose="00000500000000000000" pitchFamily="2" charset="-78"/>
              </a:rPr>
              <a:t>مشروع تطوير باقات للأجانب والفئات الخاصة</a:t>
            </a:r>
            <a:endParaRPr lang="en-US" sz="1100" dirty="0">
              <a:solidFill>
                <a:schemeClr val="bg1"/>
              </a:solidFill>
              <a:latin typeface="Tajawal" panose="00000500000000000000" pitchFamily="2" charset="-78"/>
              <a:cs typeface="Tajawal" panose="00000500000000000000" pitchFamily="2" charset="-78"/>
            </a:endParaRPr>
          </a:p>
        </p:txBody>
      </p:sp>
      <p:sp>
        <p:nvSpPr>
          <p:cNvPr id="27" name="TextBox 26">
            <a:extLst>
              <a:ext uri="{FF2B5EF4-FFF2-40B4-BE49-F238E27FC236}">
                <a16:creationId xmlns:a16="http://schemas.microsoft.com/office/drawing/2014/main" id="{55C8494F-F039-4609-B4EF-CD35EDED54EE}"/>
              </a:ext>
            </a:extLst>
          </p:cNvPr>
          <p:cNvSpPr txBox="1"/>
          <p:nvPr/>
        </p:nvSpPr>
        <p:spPr>
          <a:xfrm>
            <a:off x="7013906" y="1419732"/>
            <a:ext cx="2712602" cy="261610"/>
          </a:xfrm>
          <a:prstGeom prst="rect">
            <a:avLst/>
          </a:prstGeom>
          <a:noFill/>
        </p:spPr>
        <p:txBody>
          <a:bodyPr wrap="square" rtlCol="0">
            <a:spAutoFit/>
          </a:bodyPr>
          <a:lstStyle/>
          <a:p>
            <a:pPr algn="r" rtl="1"/>
            <a:r>
              <a:rPr lang="ar-LY" sz="1100" dirty="0">
                <a:solidFill>
                  <a:schemeClr val="bg1"/>
                </a:solidFill>
                <a:latin typeface="Tajawal" panose="00000500000000000000" pitchFamily="2" charset="-78"/>
                <a:cs typeface="Tajawal" panose="00000500000000000000" pitchFamily="2" charset="-78"/>
              </a:rPr>
              <a:t>مشروع تطوير قواعد المشتركين </a:t>
            </a:r>
            <a:r>
              <a:rPr lang="en-US" sz="1100" dirty="0">
                <a:solidFill>
                  <a:schemeClr val="bg1"/>
                </a:solidFill>
                <a:latin typeface="Tajawal" panose="00000500000000000000" pitchFamily="2" charset="-78"/>
                <a:cs typeface="Tajawal" panose="00000500000000000000" pitchFamily="2" charset="-78"/>
              </a:rPr>
              <a:t>CBM &amp; CVM</a:t>
            </a:r>
          </a:p>
        </p:txBody>
      </p:sp>
      <p:sp>
        <p:nvSpPr>
          <p:cNvPr id="28" name="TextBox 27">
            <a:extLst>
              <a:ext uri="{FF2B5EF4-FFF2-40B4-BE49-F238E27FC236}">
                <a16:creationId xmlns:a16="http://schemas.microsoft.com/office/drawing/2014/main" id="{1DD951C7-3FCC-4193-B898-415B43DD6AA6}"/>
              </a:ext>
            </a:extLst>
          </p:cNvPr>
          <p:cNvSpPr txBox="1"/>
          <p:nvPr/>
        </p:nvSpPr>
        <p:spPr>
          <a:xfrm>
            <a:off x="7339316" y="1711064"/>
            <a:ext cx="2387192" cy="261610"/>
          </a:xfrm>
          <a:prstGeom prst="rect">
            <a:avLst/>
          </a:prstGeom>
          <a:noFill/>
        </p:spPr>
        <p:txBody>
          <a:bodyPr wrap="square" rtlCol="0">
            <a:spAutoFit/>
          </a:bodyPr>
          <a:lstStyle/>
          <a:p>
            <a:pPr algn="r" rtl="1"/>
            <a:r>
              <a:rPr lang="ar-LY" sz="1100" dirty="0">
                <a:solidFill>
                  <a:schemeClr val="bg1"/>
                </a:solidFill>
                <a:latin typeface="Tajawal" panose="00000500000000000000" pitchFamily="2" charset="-78"/>
                <a:cs typeface="Tajawal" panose="00000500000000000000" pitchFamily="2" charset="-78"/>
              </a:rPr>
              <a:t>مشروع تطوير منصة الخدمات المضافة</a:t>
            </a:r>
            <a:endParaRPr lang="en-US" sz="1100" dirty="0">
              <a:solidFill>
                <a:schemeClr val="bg1"/>
              </a:solidFill>
              <a:latin typeface="Tajawal" panose="00000500000000000000" pitchFamily="2" charset="-78"/>
              <a:cs typeface="Tajawal" panose="00000500000000000000" pitchFamily="2" charset="-78"/>
            </a:endParaRPr>
          </a:p>
        </p:txBody>
      </p:sp>
      <p:sp>
        <p:nvSpPr>
          <p:cNvPr id="29" name="TextBox 28">
            <a:extLst>
              <a:ext uri="{FF2B5EF4-FFF2-40B4-BE49-F238E27FC236}">
                <a16:creationId xmlns:a16="http://schemas.microsoft.com/office/drawing/2014/main" id="{DAB2D2D4-5590-4134-B49F-B0DD7170D7B4}"/>
              </a:ext>
            </a:extLst>
          </p:cNvPr>
          <p:cNvSpPr txBox="1"/>
          <p:nvPr/>
        </p:nvSpPr>
        <p:spPr>
          <a:xfrm>
            <a:off x="5361762" y="2541209"/>
            <a:ext cx="1795684" cy="261610"/>
          </a:xfrm>
          <a:prstGeom prst="rect">
            <a:avLst/>
          </a:prstGeom>
          <a:noFill/>
        </p:spPr>
        <p:txBody>
          <a:bodyPr wrap="square" rtlCol="0">
            <a:spAutoFit/>
          </a:bodyPr>
          <a:lstStyle/>
          <a:p>
            <a:pPr algn="r" rtl="1"/>
            <a:r>
              <a:rPr lang="ar-LY" sz="1100" dirty="0">
                <a:solidFill>
                  <a:schemeClr val="bg1"/>
                </a:solidFill>
                <a:latin typeface="Tajawal" panose="00000500000000000000" pitchFamily="2" charset="-78"/>
                <a:cs typeface="Tajawal" panose="00000500000000000000" pitchFamily="2" charset="-78"/>
              </a:rPr>
              <a:t>مشروع تطوير باقات الانترنت</a:t>
            </a:r>
            <a:endParaRPr lang="en-US" sz="1100" dirty="0">
              <a:solidFill>
                <a:schemeClr val="bg1"/>
              </a:solidFill>
              <a:latin typeface="Tajawal" panose="00000500000000000000" pitchFamily="2" charset="-78"/>
              <a:cs typeface="Tajawal" panose="00000500000000000000" pitchFamily="2" charset="-78"/>
            </a:endParaRPr>
          </a:p>
        </p:txBody>
      </p:sp>
      <p:sp>
        <p:nvSpPr>
          <p:cNvPr id="30" name="TextBox 29">
            <a:extLst>
              <a:ext uri="{FF2B5EF4-FFF2-40B4-BE49-F238E27FC236}">
                <a16:creationId xmlns:a16="http://schemas.microsoft.com/office/drawing/2014/main" id="{C3D1957B-B7E6-42C4-BB33-F9E81F19774C}"/>
              </a:ext>
            </a:extLst>
          </p:cNvPr>
          <p:cNvSpPr txBox="1"/>
          <p:nvPr/>
        </p:nvSpPr>
        <p:spPr>
          <a:xfrm>
            <a:off x="6260246" y="2836225"/>
            <a:ext cx="2340705" cy="261610"/>
          </a:xfrm>
          <a:prstGeom prst="rect">
            <a:avLst/>
          </a:prstGeom>
          <a:noFill/>
        </p:spPr>
        <p:txBody>
          <a:bodyPr wrap="square" rtlCol="0">
            <a:spAutoFit/>
          </a:bodyPr>
          <a:lstStyle/>
          <a:p>
            <a:pPr algn="r" rtl="1"/>
            <a:r>
              <a:rPr lang="ar-LY" sz="1100" dirty="0">
                <a:solidFill>
                  <a:schemeClr val="bg1"/>
                </a:solidFill>
                <a:latin typeface="Tajawal" panose="00000500000000000000" pitchFamily="2" charset="-78"/>
                <a:cs typeface="Tajawal" panose="00000500000000000000" pitchFamily="2" charset="-78"/>
              </a:rPr>
              <a:t>مشروع تسويق أجهزة الانترنت المنزلية</a:t>
            </a:r>
            <a:endParaRPr lang="en-US" sz="1100" dirty="0">
              <a:solidFill>
                <a:schemeClr val="bg1"/>
              </a:solidFill>
              <a:latin typeface="Tajawal" panose="00000500000000000000" pitchFamily="2" charset="-78"/>
              <a:cs typeface="Tajawal" panose="00000500000000000000" pitchFamily="2" charset="-78"/>
            </a:endParaRPr>
          </a:p>
        </p:txBody>
      </p:sp>
      <p:sp>
        <p:nvSpPr>
          <p:cNvPr id="53" name="Rectangle 52">
            <a:extLst>
              <a:ext uri="{FF2B5EF4-FFF2-40B4-BE49-F238E27FC236}">
                <a16:creationId xmlns:a16="http://schemas.microsoft.com/office/drawing/2014/main" id="{7BC94B34-A24E-45CC-8B5D-1EF711429B1D}"/>
              </a:ext>
            </a:extLst>
          </p:cNvPr>
          <p:cNvSpPr/>
          <p:nvPr/>
        </p:nvSpPr>
        <p:spPr>
          <a:xfrm>
            <a:off x="3133725" y="1983376"/>
            <a:ext cx="4819649" cy="255369"/>
          </a:xfrm>
          <a:prstGeom prst="rect">
            <a:avLst/>
          </a:prstGeom>
          <a:gradFill>
            <a:gsLst>
              <a:gs pos="48700">
                <a:srgbClr val="8C2782"/>
              </a:gs>
              <a:gs pos="100000">
                <a:srgbClr val="661C5F"/>
              </a:gs>
              <a:gs pos="0">
                <a:srgbClr val="4E1649"/>
              </a:gs>
            </a:gsLst>
            <a:lin ang="11400000" scaled="0"/>
          </a:gradFill>
          <a:ln>
            <a:noFill/>
          </a:ln>
          <a:effectLst>
            <a:outerShdw blurRad="190500" sx="102000" sy="102000" algn="ctr"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54" name="TextBox 53">
            <a:extLst>
              <a:ext uri="{FF2B5EF4-FFF2-40B4-BE49-F238E27FC236}">
                <a16:creationId xmlns:a16="http://schemas.microsoft.com/office/drawing/2014/main" id="{D5CE2520-A2E8-41B3-9BB9-731FD5158C38}"/>
              </a:ext>
            </a:extLst>
          </p:cNvPr>
          <p:cNvSpPr txBox="1"/>
          <p:nvPr/>
        </p:nvSpPr>
        <p:spPr>
          <a:xfrm>
            <a:off x="5507581" y="1975840"/>
            <a:ext cx="2432076" cy="261610"/>
          </a:xfrm>
          <a:prstGeom prst="rect">
            <a:avLst/>
          </a:prstGeom>
          <a:noFill/>
        </p:spPr>
        <p:txBody>
          <a:bodyPr wrap="square" rtlCol="0">
            <a:spAutoFit/>
          </a:bodyPr>
          <a:lstStyle/>
          <a:p>
            <a:pPr algn="r" rtl="1"/>
            <a:r>
              <a:rPr lang="ar-LY" sz="1100" dirty="0">
                <a:solidFill>
                  <a:schemeClr val="bg1"/>
                </a:solidFill>
                <a:latin typeface="Tajawal" panose="00000500000000000000" pitchFamily="2" charset="-78"/>
                <a:cs typeface="Tajawal" panose="00000500000000000000" pitchFamily="2" charset="-78"/>
              </a:rPr>
              <a:t>مشروع تطوير خدمات المكالمات </a:t>
            </a:r>
            <a:r>
              <a:rPr lang="en-US" sz="1100" dirty="0">
                <a:solidFill>
                  <a:schemeClr val="bg1"/>
                </a:solidFill>
                <a:latin typeface="Tajawal" panose="00000500000000000000" pitchFamily="2" charset="-78"/>
                <a:cs typeface="Tajawal" panose="00000500000000000000" pitchFamily="2" charset="-78"/>
              </a:rPr>
              <a:t>VOLTE</a:t>
            </a:r>
          </a:p>
        </p:txBody>
      </p:sp>
      <p:sp>
        <p:nvSpPr>
          <p:cNvPr id="55" name="Rectangle 54">
            <a:extLst>
              <a:ext uri="{FF2B5EF4-FFF2-40B4-BE49-F238E27FC236}">
                <a16:creationId xmlns:a16="http://schemas.microsoft.com/office/drawing/2014/main" id="{2FF97514-B42F-4070-9CCC-F447BF90C391}"/>
              </a:ext>
            </a:extLst>
          </p:cNvPr>
          <p:cNvSpPr/>
          <p:nvPr/>
        </p:nvSpPr>
        <p:spPr>
          <a:xfrm>
            <a:off x="3752851" y="2271591"/>
            <a:ext cx="5971660" cy="255369"/>
          </a:xfrm>
          <a:prstGeom prst="rect">
            <a:avLst/>
          </a:prstGeom>
          <a:gradFill>
            <a:gsLst>
              <a:gs pos="48700">
                <a:srgbClr val="8C2782"/>
              </a:gs>
              <a:gs pos="100000">
                <a:srgbClr val="661C5F"/>
              </a:gs>
              <a:gs pos="0">
                <a:srgbClr val="4E1649"/>
              </a:gs>
            </a:gsLst>
            <a:lin ang="11400000" scaled="0"/>
          </a:gradFill>
          <a:ln>
            <a:noFill/>
          </a:ln>
          <a:effectLst>
            <a:outerShdw blurRad="190500" sx="102000" sy="102000" algn="ctr"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56" name="TextBox 55">
            <a:extLst>
              <a:ext uri="{FF2B5EF4-FFF2-40B4-BE49-F238E27FC236}">
                <a16:creationId xmlns:a16="http://schemas.microsoft.com/office/drawing/2014/main" id="{86E81626-7643-422D-8B3A-C94D3D753107}"/>
              </a:ext>
            </a:extLst>
          </p:cNvPr>
          <p:cNvSpPr txBox="1"/>
          <p:nvPr/>
        </p:nvSpPr>
        <p:spPr>
          <a:xfrm>
            <a:off x="6678879" y="2282305"/>
            <a:ext cx="3047629" cy="261610"/>
          </a:xfrm>
          <a:prstGeom prst="rect">
            <a:avLst/>
          </a:prstGeom>
          <a:noFill/>
        </p:spPr>
        <p:txBody>
          <a:bodyPr wrap="square" rtlCol="0">
            <a:spAutoFit/>
          </a:bodyPr>
          <a:lstStyle/>
          <a:p>
            <a:pPr algn="r" rtl="1"/>
            <a:r>
              <a:rPr lang="ar-LY" sz="1100" dirty="0">
                <a:solidFill>
                  <a:schemeClr val="bg1"/>
                </a:solidFill>
                <a:latin typeface="Tajawal" panose="00000500000000000000" pitchFamily="2" charset="-78"/>
                <a:cs typeface="Tajawal" panose="00000500000000000000" pitchFamily="2" charset="-78"/>
              </a:rPr>
              <a:t>مشروع تحديث نظام دعم العمليات التجارية </a:t>
            </a:r>
            <a:r>
              <a:rPr lang="en-US" sz="1100" dirty="0">
                <a:solidFill>
                  <a:schemeClr val="bg1"/>
                </a:solidFill>
                <a:latin typeface="Tajawal" panose="00000500000000000000" pitchFamily="2" charset="-78"/>
                <a:cs typeface="Tajawal" panose="00000500000000000000" pitchFamily="2" charset="-78"/>
              </a:rPr>
              <a:t>BSS V9</a:t>
            </a:r>
          </a:p>
        </p:txBody>
      </p:sp>
      <p:sp>
        <p:nvSpPr>
          <p:cNvPr id="57" name="Rectangle 56">
            <a:extLst>
              <a:ext uri="{FF2B5EF4-FFF2-40B4-BE49-F238E27FC236}">
                <a16:creationId xmlns:a16="http://schemas.microsoft.com/office/drawing/2014/main" id="{99A92949-790A-4063-9B2D-943371876BED}"/>
              </a:ext>
            </a:extLst>
          </p:cNvPr>
          <p:cNvSpPr/>
          <p:nvPr/>
        </p:nvSpPr>
        <p:spPr>
          <a:xfrm>
            <a:off x="5810469" y="3295465"/>
            <a:ext cx="3914040" cy="255369"/>
          </a:xfrm>
          <a:prstGeom prst="rect">
            <a:avLst/>
          </a:prstGeom>
          <a:gradFill>
            <a:gsLst>
              <a:gs pos="48700">
                <a:srgbClr val="8C2782"/>
              </a:gs>
              <a:gs pos="100000">
                <a:srgbClr val="661C5F"/>
              </a:gs>
              <a:gs pos="0">
                <a:srgbClr val="4E1649"/>
              </a:gs>
            </a:gsLst>
            <a:lin ang="11400000" scaled="0"/>
          </a:gradFill>
          <a:ln>
            <a:noFill/>
          </a:ln>
          <a:effectLst>
            <a:outerShdw blurRad="190500" sx="102000" sy="102000" algn="ctr"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1" name="TextBox 30">
            <a:extLst>
              <a:ext uri="{FF2B5EF4-FFF2-40B4-BE49-F238E27FC236}">
                <a16:creationId xmlns:a16="http://schemas.microsoft.com/office/drawing/2014/main" id="{F7C10C0F-7C49-4064-927F-F1C445FDCC86}"/>
              </a:ext>
            </a:extLst>
          </p:cNvPr>
          <p:cNvSpPr txBox="1"/>
          <p:nvPr/>
        </p:nvSpPr>
        <p:spPr>
          <a:xfrm>
            <a:off x="6967418" y="3293703"/>
            <a:ext cx="2759090" cy="261610"/>
          </a:xfrm>
          <a:prstGeom prst="rect">
            <a:avLst/>
          </a:prstGeom>
          <a:noFill/>
        </p:spPr>
        <p:txBody>
          <a:bodyPr wrap="square" rtlCol="0">
            <a:spAutoFit/>
          </a:bodyPr>
          <a:lstStyle/>
          <a:p>
            <a:pPr algn="r" rtl="1"/>
            <a:r>
              <a:rPr lang="ar-LY" sz="1100" dirty="0">
                <a:solidFill>
                  <a:schemeClr val="bg1"/>
                </a:solidFill>
                <a:latin typeface="Tajawal" panose="00000500000000000000" pitchFamily="2" charset="-78"/>
                <a:cs typeface="Tajawal" panose="00000500000000000000" pitchFamily="2" charset="-78"/>
              </a:rPr>
              <a:t>مشروع تطوير آليات البيع غير المباشر والتوزيع</a:t>
            </a:r>
            <a:endParaRPr lang="en-US" sz="1100" dirty="0">
              <a:solidFill>
                <a:schemeClr val="bg1"/>
              </a:solidFill>
              <a:latin typeface="Tajawal" panose="00000500000000000000" pitchFamily="2" charset="-78"/>
              <a:cs typeface="Tajawal" panose="00000500000000000000" pitchFamily="2" charset="-78"/>
            </a:endParaRPr>
          </a:p>
        </p:txBody>
      </p:sp>
      <p:sp>
        <p:nvSpPr>
          <p:cNvPr id="59" name="Rectangle 58">
            <a:extLst>
              <a:ext uri="{FF2B5EF4-FFF2-40B4-BE49-F238E27FC236}">
                <a16:creationId xmlns:a16="http://schemas.microsoft.com/office/drawing/2014/main" id="{27C5FFEC-36AC-488F-9365-CE1039BDBBF0}"/>
              </a:ext>
            </a:extLst>
          </p:cNvPr>
          <p:cNvSpPr/>
          <p:nvPr/>
        </p:nvSpPr>
        <p:spPr>
          <a:xfrm>
            <a:off x="3133725" y="3579710"/>
            <a:ext cx="5473413" cy="255369"/>
          </a:xfrm>
          <a:prstGeom prst="rect">
            <a:avLst/>
          </a:prstGeom>
          <a:gradFill>
            <a:gsLst>
              <a:gs pos="48700">
                <a:srgbClr val="8C2782"/>
              </a:gs>
              <a:gs pos="100000">
                <a:srgbClr val="661C5F"/>
              </a:gs>
              <a:gs pos="0">
                <a:srgbClr val="4E1649"/>
              </a:gs>
            </a:gsLst>
            <a:lin ang="11400000" scaled="0"/>
          </a:gradFill>
          <a:ln>
            <a:noFill/>
          </a:ln>
          <a:effectLst>
            <a:outerShdw blurRad="190500" sx="102000" sy="102000" algn="ctr"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2" name="TextBox 31">
            <a:extLst>
              <a:ext uri="{FF2B5EF4-FFF2-40B4-BE49-F238E27FC236}">
                <a16:creationId xmlns:a16="http://schemas.microsoft.com/office/drawing/2014/main" id="{C65BF555-66C8-48AC-9D5B-67656928CE17}"/>
              </a:ext>
            </a:extLst>
          </p:cNvPr>
          <p:cNvSpPr txBox="1"/>
          <p:nvPr/>
        </p:nvSpPr>
        <p:spPr>
          <a:xfrm>
            <a:off x="6500695" y="3580840"/>
            <a:ext cx="2100255" cy="261610"/>
          </a:xfrm>
          <a:prstGeom prst="rect">
            <a:avLst/>
          </a:prstGeom>
          <a:noFill/>
        </p:spPr>
        <p:txBody>
          <a:bodyPr wrap="square" rtlCol="0">
            <a:spAutoFit/>
          </a:bodyPr>
          <a:lstStyle/>
          <a:p>
            <a:pPr algn="r" rtl="1"/>
            <a:r>
              <a:rPr lang="ar-LY" sz="1100" dirty="0">
                <a:solidFill>
                  <a:schemeClr val="bg1"/>
                </a:solidFill>
                <a:latin typeface="Tajawal" panose="00000500000000000000" pitchFamily="2" charset="-78"/>
                <a:cs typeface="Tajawal" panose="00000500000000000000" pitchFamily="2" charset="-78"/>
              </a:rPr>
              <a:t>مشروع </a:t>
            </a:r>
            <a:r>
              <a:rPr lang="ar-LY" sz="1100" dirty="0" err="1">
                <a:solidFill>
                  <a:schemeClr val="bg1"/>
                </a:solidFill>
                <a:latin typeface="Tajawal" panose="00000500000000000000" pitchFamily="2" charset="-78"/>
                <a:cs typeface="Tajawal" panose="00000500000000000000" pitchFamily="2" charset="-78"/>
              </a:rPr>
              <a:t>رقمنة</a:t>
            </a:r>
            <a:r>
              <a:rPr lang="ar-LY" sz="1100" dirty="0">
                <a:solidFill>
                  <a:schemeClr val="bg1"/>
                </a:solidFill>
                <a:latin typeface="Tajawal" panose="00000500000000000000" pitchFamily="2" charset="-78"/>
                <a:cs typeface="Tajawal" panose="00000500000000000000" pitchFamily="2" charset="-78"/>
              </a:rPr>
              <a:t> خدمات المشتركين</a:t>
            </a:r>
            <a:endParaRPr lang="en-US" sz="1100" dirty="0">
              <a:solidFill>
                <a:schemeClr val="bg1"/>
              </a:solidFill>
              <a:latin typeface="Tajawal" panose="00000500000000000000" pitchFamily="2" charset="-78"/>
              <a:cs typeface="Tajawal" panose="00000500000000000000" pitchFamily="2" charset="-78"/>
            </a:endParaRPr>
          </a:p>
        </p:txBody>
      </p:sp>
      <p:sp>
        <p:nvSpPr>
          <p:cNvPr id="60" name="Rectangle 59">
            <a:extLst>
              <a:ext uri="{FF2B5EF4-FFF2-40B4-BE49-F238E27FC236}">
                <a16:creationId xmlns:a16="http://schemas.microsoft.com/office/drawing/2014/main" id="{E7CD3966-2C9E-442D-9DAF-878C69FB3F41}"/>
              </a:ext>
            </a:extLst>
          </p:cNvPr>
          <p:cNvSpPr/>
          <p:nvPr/>
        </p:nvSpPr>
        <p:spPr>
          <a:xfrm>
            <a:off x="3133725" y="3856268"/>
            <a:ext cx="6590784" cy="255369"/>
          </a:xfrm>
          <a:prstGeom prst="rect">
            <a:avLst/>
          </a:prstGeom>
          <a:gradFill>
            <a:gsLst>
              <a:gs pos="48700">
                <a:srgbClr val="8C2782"/>
              </a:gs>
              <a:gs pos="100000">
                <a:srgbClr val="661C5F"/>
              </a:gs>
              <a:gs pos="0">
                <a:srgbClr val="4E1649"/>
              </a:gs>
            </a:gsLst>
            <a:lin ang="11400000" scaled="0"/>
          </a:gradFill>
          <a:ln>
            <a:noFill/>
          </a:ln>
          <a:effectLst>
            <a:outerShdw blurRad="190500" sx="102000" sy="102000" algn="ctr"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3" name="TextBox 32">
            <a:extLst>
              <a:ext uri="{FF2B5EF4-FFF2-40B4-BE49-F238E27FC236}">
                <a16:creationId xmlns:a16="http://schemas.microsoft.com/office/drawing/2014/main" id="{C5630925-5612-4F8F-9377-A8ED12D1AADE}"/>
              </a:ext>
            </a:extLst>
          </p:cNvPr>
          <p:cNvSpPr txBox="1"/>
          <p:nvPr/>
        </p:nvSpPr>
        <p:spPr>
          <a:xfrm>
            <a:off x="6778264" y="3861199"/>
            <a:ext cx="2948244" cy="261610"/>
          </a:xfrm>
          <a:prstGeom prst="rect">
            <a:avLst/>
          </a:prstGeom>
          <a:noFill/>
        </p:spPr>
        <p:txBody>
          <a:bodyPr wrap="square" rtlCol="0">
            <a:spAutoFit/>
          </a:bodyPr>
          <a:lstStyle/>
          <a:p>
            <a:pPr algn="r" rtl="1"/>
            <a:r>
              <a:rPr lang="ar-LY" sz="1100" dirty="0">
                <a:solidFill>
                  <a:schemeClr val="bg1"/>
                </a:solidFill>
                <a:latin typeface="Tajawal" panose="00000500000000000000" pitchFamily="2" charset="-78"/>
                <a:cs typeface="Tajawal" panose="00000500000000000000" pitchFamily="2" charset="-78"/>
              </a:rPr>
              <a:t>مشروع تطوير تطبيق ليبيانا والمنصات الإلكترونية</a:t>
            </a:r>
            <a:endParaRPr lang="en-US" sz="1100" dirty="0">
              <a:solidFill>
                <a:schemeClr val="bg1"/>
              </a:solidFill>
              <a:latin typeface="Tajawal" panose="00000500000000000000" pitchFamily="2" charset="-78"/>
              <a:cs typeface="Tajawal" panose="00000500000000000000" pitchFamily="2" charset="-78"/>
            </a:endParaRPr>
          </a:p>
        </p:txBody>
      </p:sp>
      <p:sp>
        <p:nvSpPr>
          <p:cNvPr id="61" name="Rectangle 60">
            <a:extLst>
              <a:ext uri="{FF2B5EF4-FFF2-40B4-BE49-F238E27FC236}">
                <a16:creationId xmlns:a16="http://schemas.microsoft.com/office/drawing/2014/main" id="{78CC97EB-5919-42CE-BB76-5E1BBD748ED6}"/>
              </a:ext>
            </a:extLst>
          </p:cNvPr>
          <p:cNvSpPr/>
          <p:nvPr/>
        </p:nvSpPr>
        <p:spPr>
          <a:xfrm>
            <a:off x="2059903" y="4142317"/>
            <a:ext cx="4261490" cy="255369"/>
          </a:xfrm>
          <a:prstGeom prst="rect">
            <a:avLst/>
          </a:prstGeom>
          <a:gradFill>
            <a:gsLst>
              <a:gs pos="48700">
                <a:srgbClr val="8C2782"/>
              </a:gs>
              <a:gs pos="100000">
                <a:srgbClr val="661C5F"/>
              </a:gs>
              <a:gs pos="0">
                <a:srgbClr val="4E1649"/>
              </a:gs>
            </a:gsLst>
            <a:lin ang="11400000" scaled="0"/>
          </a:gradFill>
          <a:ln>
            <a:noFill/>
          </a:ln>
          <a:effectLst>
            <a:outerShdw blurRad="190500" sx="102000" sy="102000" algn="ctr"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62" name="TextBox 61">
            <a:extLst>
              <a:ext uri="{FF2B5EF4-FFF2-40B4-BE49-F238E27FC236}">
                <a16:creationId xmlns:a16="http://schemas.microsoft.com/office/drawing/2014/main" id="{448294BB-384E-4EAA-9DD5-C32729D8730D}"/>
              </a:ext>
            </a:extLst>
          </p:cNvPr>
          <p:cNvSpPr txBox="1"/>
          <p:nvPr/>
        </p:nvSpPr>
        <p:spPr>
          <a:xfrm>
            <a:off x="2650900" y="4147248"/>
            <a:ext cx="3663811" cy="261610"/>
          </a:xfrm>
          <a:prstGeom prst="rect">
            <a:avLst/>
          </a:prstGeom>
          <a:noFill/>
        </p:spPr>
        <p:txBody>
          <a:bodyPr wrap="square" rtlCol="0">
            <a:spAutoFit/>
          </a:bodyPr>
          <a:lstStyle/>
          <a:p>
            <a:pPr algn="r" rtl="1"/>
            <a:r>
              <a:rPr lang="ar-LY" sz="1100" dirty="0">
                <a:solidFill>
                  <a:schemeClr val="bg1"/>
                </a:solidFill>
                <a:latin typeface="Tajawal" panose="00000500000000000000" pitchFamily="2" charset="-78"/>
                <a:cs typeface="Tajawal" panose="00000500000000000000" pitchFamily="2" charset="-78"/>
              </a:rPr>
              <a:t>مشروع توسعة خدمات المشتركين (للمؤسسات والقطاعات)</a:t>
            </a:r>
            <a:endParaRPr lang="en-US" sz="1100" dirty="0">
              <a:solidFill>
                <a:schemeClr val="bg1"/>
              </a:solidFill>
              <a:latin typeface="Tajawal" panose="00000500000000000000" pitchFamily="2" charset="-78"/>
              <a:cs typeface="Tajawal" panose="00000500000000000000" pitchFamily="2" charset="-78"/>
            </a:endParaRPr>
          </a:p>
        </p:txBody>
      </p:sp>
      <p:sp>
        <p:nvSpPr>
          <p:cNvPr id="66" name="Rectangle 65">
            <a:extLst>
              <a:ext uri="{FF2B5EF4-FFF2-40B4-BE49-F238E27FC236}">
                <a16:creationId xmlns:a16="http://schemas.microsoft.com/office/drawing/2014/main" id="{6BF4DDC7-6E4E-4EA7-BBF2-8B9A37774DE1}"/>
              </a:ext>
            </a:extLst>
          </p:cNvPr>
          <p:cNvSpPr/>
          <p:nvPr/>
        </p:nvSpPr>
        <p:spPr>
          <a:xfrm>
            <a:off x="5810469" y="4609606"/>
            <a:ext cx="3914040" cy="255369"/>
          </a:xfrm>
          <a:prstGeom prst="rect">
            <a:avLst/>
          </a:prstGeom>
          <a:gradFill>
            <a:gsLst>
              <a:gs pos="48700">
                <a:srgbClr val="8C2782"/>
              </a:gs>
              <a:gs pos="100000">
                <a:srgbClr val="661C5F"/>
              </a:gs>
              <a:gs pos="0">
                <a:srgbClr val="4E1649"/>
              </a:gs>
            </a:gsLst>
            <a:lin ang="11400000" scaled="0"/>
          </a:gradFill>
          <a:ln>
            <a:noFill/>
          </a:ln>
          <a:effectLst>
            <a:outerShdw blurRad="190500" sx="102000" sy="102000" algn="ctr"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67" name="Rectangle 66">
            <a:extLst>
              <a:ext uri="{FF2B5EF4-FFF2-40B4-BE49-F238E27FC236}">
                <a16:creationId xmlns:a16="http://schemas.microsoft.com/office/drawing/2014/main" id="{19EC5133-1D85-4251-B5DD-A0C50E1A354A}"/>
              </a:ext>
            </a:extLst>
          </p:cNvPr>
          <p:cNvSpPr/>
          <p:nvPr/>
        </p:nvSpPr>
        <p:spPr>
          <a:xfrm>
            <a:off x="2059901" y="4885596"/>
            <a:ext cx="4261491" cy="255369"/>
          </a:xfrm>
          <a:prstGeom prst="rect">
            <a:avLst/>
          </a:prstGeom>
          <a:gradFill>
            <a:gsLst>
              <a:gs pos="48700">
                <a:srgbClr val="8C2782"/>
              </a:gs>
              <a:gs pos="100000">
                <a:srgbClr val="661C5F"/>
              </a:gs>
              <a:gs pos="0">
                <a:srgbClr val="4E1649"/>
              </a:gs>
            </a:gsLst>
            <a:lin ang="11400000" scaled="0"/>
          </a:gradFill>
          <a:ln>
            <a:noFill/>
          </a:ln>
          <a:effectLst>
            <a:outerShdw blurRad="190500" sx="102000" sy="102000" algn="ctr"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68" name="Rectangle 67">
            <a:extLst>
              <a:ext uri="{FF2B5EF4-FFF2-40B4-BE49-F238E27FC236}">
                <a16:creationId xmlns:a16="http://schemas.microsoft.com/office/drawing/2014/main" id="{9FFF38BA-81EA-4F55-AFC0-8F32B07CF496}"/>
              </a:ext>
            </a:extLst>
          </p:cNvPr>
          <p:cNvSpPr/>
          <p:nvPr/>
        </p:nvSpPr>
        <p:spPr>
          <a:xfrm>
            <a:off x="3133726" y="5161989"/>
            <a:ext cx="5762624" cy="255369"/>
          </a:xfrm>
          <a:prstGeom prst="rect">
            <a:avLst/>
          </a:prstGeom>
          <a:gradFill>
            <a:gsLst>
              <a:gs pos="48700">
                <a:srgbClr val="8C2782"/>
              </a:gs>
              <a:gs pos="100000">
                <a:srgbClr val="661C5F"/>
              </a:gs>
              <a:gs pos="0">
                <a:srgbClr val="4E1649"/>
              </a:gs>
            </a:gsLst>
            <a:lin ang="11400000" scaled="0"/>
          </a:gradFill>
          <a:ln>
            <a:noFill/>
          </a:ln>
          <a:effectLst>
            <a:outerShdw blurRad="190500" sx="102000" sy="102000" algn="ctr"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69" name="Rectangle 68">
            <a:extLst>
              <a:ext uri="{FF2B5EF4-FFF2-40B4-BE49-F238E27FC236}">
                <a16:creationId xmlns:a16="http://schemas.microsoft.com/office/drawing/2014/main" id="{2A95FC87-33C3-4847-9FEA-099B38EF690C}"/>
              </a:ext>
            </a:extLst>
          </p:cNvPr>
          <p:cNvSpPr/>
          <p:nvPr/>
        </p:nvSpPr>
        <p:spPr>
          <a:xfrm>
            <a:off x="2059902" y="5438382"/>
            <a:ext cx="6836448" cy="255369"/>
          </a:xfrm>
          <a:prstGeom prst="rect">
            <a:avLst/>
          </a:prstGeom>
          <a:gradFill>
            <a:gsLst>
              <a:gs pos="48700">
                <a:srgbClr val="8C2782"/>
              </a:gs>
              <a:gs pos="100000">
                <a:srgbClr val="661C5F"/>
              </a:gs>
              <a:gs pos="0">
                <a:srgbClr val="4E1649"/>
              </a:gs>
            </a:gsLst>
            <a:lin ang="11400000" scaled="0"/>
          </a:gradFill>
          <a:ln>
            <a:noFill/>
          </a:ln>
          <a:effectLst>
            <a:outerShdw blurRad="190500" sx="102000" sy="102000" algn="ctr"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70" name="Rectangle 69">
            <a:extLst>
              <a:ext uri="{FF2B5EF4-FFF2-40B4-BE49-F238E27FC236}">
                <a16:creationId xmlns:a16="http://schemas.microsoft.com/office/drawing/2014/main" id="{01623548-82F2-47A4-8EFF-90CD66AEE00E}"/>
              </a:ext>
            </a:extLst>
          </p:cNvPr>
          <p:cNvSpPr/>
          <p:nvPr/>
        </p:nvSpPr>
        <p:spPr>
          <a:xfrm>
            <a:off x="2059902" y="5724300"/>
            <a:ext cx="6836448" cy="255369"/>
          </a:xfrm>
          <a:prstGeom prst="rect">
            <a:avLst/>
          </a:prstGeom>
          <a:gradFill>
            <a:gsLst>
              <a:gs pos="48700">
                <a:srgbClr val="8C2782"/>
              </a:gs>
              <a:gs pos="100000">
                <a:srgbClr val="661C5F"/>
              </a:gs>
              <a:gs pos="0">
                <a:srgbClr val="4E1649"/>
              </a:gs>
            </a:gsLst>
            <a:lin ang="11400000" scaled="0"/>
          </a:gradFill>
          <a:ln>
            <a:noFill/>
          </a:ln>
          <a:effectLst>
            <a:outerShdw blurRad="190500" sx="102000" sy="102000" algn="ctr"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4" name="TextBox 33">
            <a:extLst>
              <a:ext uri="{FF2B5EF4-FFF2-40B4-BE49-F238E27FC236}">
                <a16:creationId xmlns:a16="http://schemas.microsoft.com/office/drawing/2014/main" id="{37774EF3-4E5E-42D1-99D3-6BF94DE888AD}"/>
              </a:ext>
            </a:extLst>
          </p:cNvPr>
          <p:cNvSpPr txBox="1"/>
          <p:nvPr/>
        </p:nvSpPr>
        <p:spPr>
          <a:xfrm>
            <a:off x="6686893" y="4598800"/>
            <a:ext cx="3039615" cy="261610"/>
          </a:xfrm>
          <a:prstGeom prst="rect">
            <a:avLst/>
          </a:prstGeom>
          <a:noFill/>
        </p:spPr>
        <p:txBody>
          <a:bodyPr wrap="square" rtlCol="0">
            <a:spAutoFit/>
          </a:bodyPr>
          <a:lstStyle/>
          <a:p>
            <a:pPr algn="r" rtl="1"/>
            <a:r>
              <a:rPr lang="ar-LY" sz="1100" dirty="0">
                <a:solidFill>
                  <a:schemeClr val="bg1"/>
                </a:solidFill>
                <a:latin typeface="Tajawal" panose="00000500000000000000" pitchFamily="2" charset="-78"/>
                <a:cs typeface="Tajawal" panose="00000500000000000000" pitchFamily="2" charset="-78"/>
              </a:rPr>
              <a:t>مشروع إنشاء إجراءات وعمليات قسم المؤسسات</a:t>
            </a:r>
            <a:endParaRPr lang="en-US" sz="1100" dirty="0">
              <a:solidFill>
                <a:schemeClr val="bg1"/>
              </a:solidFill>
              <a:latin typeface="Tajawal" panose="00000500000000000000" pitchFamily="2" charset="-78"/>
              <a:cs typeface="Tajawal" panose="00000500000000000000" pitchFamily="2" charset="-78"/>
            </a:endParaRPr>
          </a:p>
        </p:txBody>
      </p:sp>
      <p:sp>
        <p:nvSpPr>
          <p:cNvPr id="35" name="TextBox 34">
            <a:extLst>
              <a:ext uri="{FF2B5EF4-FFF2-40B4-BE49-F238E27FC236}">
                <a16:creationId xmlns:a16="http://schemas.microsoft.com/office/drawing/2014/main" id="{4115DD28-8255-47A3-B592-E098EEE2F945}"/>
              </a:ext>
            </a:extLst>
          </p:cNvPr>
          <p:cNvSpPr txBox="1"/>
          <p:nvPr/>
        </p:nvSpPr>
        <p:spPr>
          <a:xfrm>
            <a:off x="4031780" y="4876606"/>
            <a:ext cx="2045753" cy="261610"/>
          </a:xfrm>
          <a:prstGeom prst="rect">
            <a:avLst/>
          </a:prstGeom>
          <a:noFill/>
        </p:spPr>
        <p:txBody>
          <a:bodyPr wrap="square" rtlCol="0">
            <a:spAutoFit/>
          </a:bodyPr>
          <a:lstStyle/>
          <a:p>
            <a:pPr algn="r" rtl="1"/>
            <a:r>
              <a:rPr lang="ar-LY" sz="1100" dirty="0">
                <a:solidFill>
                  <a:schemeClr val="bg1"/>
                </a:solidFill>
                <a:latin typeface="Tajawal" panose="00000500000000000000" pitchFamily="2" charset="-78"/>
                <a:cs typeface="Tajawal" panose="00000500000000000000" pitchFamily="2" charset="-78"/>
              </a:rPr>
              <a:t>مشروع تطوير الخدمات السحابية</a:t>
            </a:r>
            <a:endParaRPr lang="en-US" sz="1100" dirty="0">
              <a:solidFill>
                <a:schemeClr val="bg1"/>
              </a:solidFill>
              <a:latin typeface="Tajawal" panose="00000500000000000000" pitchFamily="2" charset="-78"/>
              <a:cs typeface="Tajawal" panose="00000500000000000000" pitchFamily="2" charset="-78"/>
            </a:endParaRPr>
          </a:p>
        </p:txBody>
      </p:sp>
      <p:sp>
        <p:nvSpPr>
          <p:cNvPr id="36" name="TextBox 35">
            <a:extLst>
              <a:ext uri="{FF2B5EF4-FFF2-40B4-BE49-F238E27FC236}">
                <a16:creationId xmlns:a16="http://schemas.microsoft.com/office/drawing/2014/main" id="{EEAAA28F-6FF5-400E-849D-AB7DA39E0BFE}"/>
              </a:ext>
            </a:extLst>
          </p:cNvPr>
          <p:cNvSpPr txBox="1"/>
          <p:nvPr/>
        </p:nvSpPr>
        <p:spPr>
          <a:xfrm>
            <a:off x="7015791" y="5153781"/>
            <a:ext cx="1880643" cy="261610"/>
          </a:xfrm>
          <a:prstGeom prst="rect">
            <a:avLst/>
          </a:prstGeom>
          <a:noFill/>
        </p:spPr>
        <p:txBody>
          <a:bodyPr wrap="square" rtlCol="0">
            <a:spAutoFit/>
          </a:bodyPr>
          <a:lstStyle/>
          <a:p>
            <a:pPr algn="r" rtl="1"/>
            <a:r>
              <a:rPr lang="ar-LY" sz="1100" dirty="0">
                <a:solidFill>
                  <a:schemeClr val="bg1"/>
                </a:solidFill>
                <a:latin typeface="Tajawal" panose="00000500000000000000" pitchFamily="2" charset="-78"/>
                <a:cs typeface="Tajawal" panose="00000500000000000000" pitchFamily="2" charset="-78"/>
              </a:rPr>
              <a:t>مبادرة </a:t>
            </a:r>
            <a:r>
              <a:rPr lang="ar-LY" sz="1100" dirty="0" err="1">
                <a:solidFill>
                  <a:schemeClr val="bg1"/>
                </a:solidFill>
                <a:latin typeface="Tajawal" panose="00000500000000000000" pitchFamily="2" charset="-78"/>
                <a:cs typeface="Tajawal" panose="00000500000000000000" pitchFamily="2" charset="-78"/>
              </a:rPr>
              <a:t>رقمنة</a:t>
            </a:r>
            <a:r>
              <a:rPr lang="ar-LY" sz="1100" dirty="0">
                <a:solidFill>
                  <a:schemeClr val="bg1"/>
                </a:solidFill>
                <a:latin typeface="Tajawal" panose="00000500000000000000" pitchFamily="2" charset="-78"/>
                <a:cs typeface="Tajawal" panose="00000500000000000000" pitchFamily="2" charset="-78"/>
              </a:rPr>
              <a:t> الخدمات الصحية</a:t>
            </a:r>
            <a:endParaRPr lang="en-US" sz="1100" dirty="0">
              <a:solidFill>
                <a:schemeClr val="bg1"/>
              </a:solidFill>
              <a:latin typeface="Tajawal" panose="00000500000000000000" pitchFamily="2" charset="-78"/>
              <a:cs typeface="Tajawal" panose="00000500000000000000" pitchFamily="2" charset="-78"/>
            </a:endParaRPr>
          </a:p>
        </p:txBody>
      </p:sp>
      <p:sp>
        <p:nvSpPr>
          <p:cNvPr id="37" name="TextBox 36">
            <a:extLst>
              <a:ext uri="{FF2B5EF4-FFF2-40B4-BE49-F238E27FC236}">
                <a16:creationId xmlns:a16="http://schemas.microsoft.com/office/drawing/2014/main" id="{F0F13BB3-2EC1-4495-B5A3-76DAF1991A4D}"/>
              </a:ext>
            </a:extLst>
          </p:cNvPr>
          <p:cNvSpPr txBox="1"/>
          <p:nvPr/>
        </p:nvSpPr>
        <p:spPr>
          <a:xfrm>
            <a:off x="6918007" y="5430956"/>
            <a:ext cx="1978427" cy="261610"/>
          </a:xfrm>
          <a:prstGeom prst="rect">
            <a:avLst/>
          </a:prstGeom>
          <a:noFill/>
        </p:spPr>
        <p:txBody>
          <a:bodyPr wrap="square" rtlCol="0">
            <a:spAutoFit/>
          </a:bodyPr>
          <a:lstStyle/>
          <a:p>
            <a:pPr algn="r" rtl="1"/>
            <a:r>
              <a:rPr lang="ar-LY" sz="1100" dirty="0">
                <a:solidFill>
                  <a:schemeClr val="bg1"/>
                </a:solidFill>
                <a:latin typeface="Tajawal" panose="00000500000000000000" pitchFamily="2" charset="-78"/>
                <a:cs typeface="Tajawal" panose="00000500000000000000" pitchFamily="2" charset="-78"/>
              </a:rPr>
              <a:t>مبادرة </a:t>
            </a:r>
            <a:r>
              <a:rPr lang="ar-LY" sz="1100" dirty="0" err="1">
                <a:solidFill>
                  <a:schemeClr val="bg1"/>
                </a:solidFill>
                <a:latin typeface="Tajawal" panose="00000500000000000000" pitchFamily="2" charset="-78"/>
                <a:cs typeface="Tajawal" panose="00000500000000000000" pitchFamily="2" charset="-78"/>
              </a:rPr>
              <a:t>رقمنة</a:t>
            </a:r>
            <a:r>
              <a:rPr lang="ar-LY" sz="1100" dirty="0">
                <a:solidFill>
                  <a:schemeClr val="bg1"/>
                </a:solidFill>
                <a:latin typeface="Tajawal" panose="00000500000000000000" pitchFamily="2" charset="-78"/>
                <a:cs typeface="Tajawal" panose="00000500000000000000" pitchFamily="2" charset="-78"/>
              </a:rPr>
              <a:t> الخدمات التعليمية</a:t>
            </a:r>
            <a:endParaRPr lang="en-US" sz="1100" dirty="0">
              <a:solidFill>
                <a:schemeClr val="bg1"/>
              </a:solidFill>
              <a:latin typeface="Tajawal" panose="00000500000000000000" pitchFamily="2" charset="-78"/>
              <a:cs typeface="Tajawal" panose="00000500000000000000" pitchFamily="2" charset="-78"/>
            </a:endParaRPr>
          </a:p>
        </p:txBody>
      </p:sp>
      <p:sp>
        <p:nvSpPr>
          <p:cNvPr id="38" name="TextBox 37">
            <a:extLst>
              <a:ext uri="{FF2B5EF4-FFF2-40B4-BE49-F238E27FC236}">
                <a16:creationId xmlns:a16="http://schemas.microsoft.com/office/drawing/2014/main" id="{5E670719-723B-44E5-92FD-0CBCD2301DEE}"/>
              </a:ext>
            </a:extLst>
          </p:cNvPr>
          <p:cNvSpPr txBox="1"/>
          <p:nvPr/>
        </p:nvSpPr>
        <p:spPr>
          <a:xfrm>
            <a:off x="6571759" y="5712168"/>
            <a:ext cx="2324675" cy="261610"/>
          </a:xfrm>
          <a:prstGeom prst="rect">
            <a:avLst/>
          </a:prstGeom>
          <a:noFill/>
        </p:spPr>
        <p:txBody>
          <a:bodyPr wrap="square" rtlCol="0">
            <a:spAutoFit/>
          </a:bodyPr>
          <a:lstStyle/>
          <a:p>
            <a:pPr algn="r" rtl="1"/>
            <a:r>
              <a:rPr lang="ar-LY" sz="1100" dirty="0">
                <a:solidFill>
                  <a:schemeClr val="bg1"/>
                </a:solidFill>
                <a:latin typeface="Tajawal" panose="00000500000000000000" pitchFamily="2" charset="-78"/>
                <a:cs typeface="Tajawal" panose="00000500000000000000" pitchFamily="2" charset="-78"/>
              </a:rPr>
              <a:t>مبادرة تطوير الخدمات المالية والتجارية</a:t>
            </a:r>
            <a:endParaRPr lang="en-US" sz="1100" dirty="0">
              <a:solidFill>
                <a:schemeClr val="bg1"/>
              </a:solidFill>
              <a:latin typeface="Tajawal" panose="00000500000000000000" pitchFamily="2" charset="-78"/>
              <a:cs typeface="Tajawal" panose="00000500000000000000" pitchFamily="2" charset="-78"/>
            </a:endParaRPr>
          </a:p>
        </p:txBody>
      </p:sp>
      <p:sp>
        <p:nvSpPr>
          <p:cNvPr id="10" name="Right Brace 9">
            <a:extLst>
              <a:ext uri="{FF2B5EF4-FFF2-40B4-BE49-F238E27FC236}">
                <a16:creationId xmlns:a16="http://schemas.microsoft.com/office/drawing/2014/main" id="{192DB56B-3DB0-4376-8828-6FE913E8735D}"/>
              </a:ext>
            </a:extLst>
          </p:cNvPr>
          <p:cNvSpPr/>
          <p:nvPr/>
        </p:nvSpPr>
        <p:spPr>
          <a:xfrm>
            <a:off x="9820275" y="815726"/>
            <a:ext cx="308652" cy="2334255"/>
          </a:xfrm>
          <a:prstGeom prst="rightBrace">
            <a:avLst>
              <a:gd name="adj1" fmla="val 156461"/>
              <a:gd name="adj2" fmla="val 50000"/>
            </a:avLst>
          </a:prstGeom>
          <a:ln>
            <a:solidFill>
              <a:srgbClr val="8C278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73" name="Right Brace 72">
            <a:extLst>
              <a:ext uri="{FF2B5EF4-FFF2-40B4-BE49-F238E27FC236}">
                <a16:creationId xmlns:a16="http://schemas.microsoft.com/office/drawing/2014/main" id="{9AC8BF80-01F6-46C4-B2B1-D594179966D5}"/>
              </a:ext>
            </a:extLst>
          </p:cNvPr>
          <p:cNvSpPr/>
          <p:nvPr/>
        </p:nvSpPr>
        <p:spPr>
          <a:xfrm>
            <a:off x="9810468" y="3247860"/>
            <a:ext cx="308652" cy="1193010"/>
          </a:xfrm>
          <a:prstGeom prst="rightBrace">
            <a:avLst>
              <a:gd name="adj1" fmla="val 156461"/>
              <a:gd name="adj2" fmla="val 50000"/>
            </a:avLst>
          </a:prstGeom>
          <a:ln>
            <a:solidFill>
              <a:srgbClr val="8C278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74" name="Right Brace 73">
            <a:extLst>
              <a:ext uri="{FF2B5EF4-FFF2-40B4-BE49-F238E27FC236}">
                <a16:creationId xmlns:a16="http://schemas.microsoft.com/office/drawing/2014/main" id="{B2BF0307-3BF5-4C8C-9CB5-87A1BE8A1374}"/>
              </a:ext>
            </a:extLst>
          </p:cNvPr>
          <p:cNvSpPr/>
          <p:nvPr/>
        </p:nvSpPr>
        <p:spPr>
          <a:xfrm>
            <a:off x="9810468" y="4566506"/>
            <a:ext cx="308652" cy="1475768"/>
          </a:xfrm>
          <a:prstGeom prst="rightBrace">
            <a:avLst>
              <a:gd name="adj1" fmla="val 156461"/>
              <a:gd name="adj2" fmla="val 50000"/>
            </a:avLst>
          </a:prstGeom>
          <a:ln>
            <a:solidFill>
              <a:srgbClr val="8C278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79" name="TextBox 78">
            <a:extLst>
              <a:ext uri="{FF2B5EF4-FFF2-40B4-BE49-F238E27FC236}">
                <a16:creationId xmlns:a16="http://schemas.microsoft.com/office/drawing/2014/main" id="{51DEC570-F172-4493-AE8D-1B2855A0C9E0}"/>
              </a:ext>
            </a:extLst>
          </p:cNvPr>
          <p:cNvSpPr txBox="1"/>
          <p:nvPr/>
        </p:nvSpPr>
        <p:spPr>
          <a:xfrm>
            <a:off x="8164137" y="6122076"/>
            <a:ext cx="649537" cy="369332"/>
          </a:xfrm>
          <a:prstGeom prst="rect">
            <a:avLst/>
          </a:prstGeom>
          <a:noFill/>
        </p:spPr>
        <p:txBody>
          <a:bodyPr wrap="square" rtlCol="0">
            <a:spAutoFit/>
          </a:bodyPr>
          <a:lstStyle/>
          <a:p>
            <a:pPr rtl="1"/>
            <a:r>
              <a:rPr lang="ar-LY" dirty="0">
                <a:solidFill>
                  <a:srgbClr val="8C2782"/>
                </a:solidFill>
                <a:latin typeface="Tajawal Medium" panose="00000600000000000000" pitchFamily="2" charset="-78"/>
                <a:cs typeface="Tajawal Medium" panose="00000600000000000000" pitchFamily="2" charset="-78"/>
              </a:rPr>
              <a:t>2023</a:t>
            </a:r>
            <a:endParaRPr lang="en-US" dirty="0">
              <a:solidFill>
                <a:srgbClr val="8C2782"/>
              </a:solidFill>
              <a:latin typeface="Tajawal Medium" panose="00000600000000000000" pitchFamily="2" charset="-78"/>
              <a:cs typeface="Tajawal Medium" panose="00000600000000000000" pitchFamily="2" charset="-78"/>
            </a:endParaRPr>
          </a:p>
        </p:txBody>
      </p:sp>
      <p:sp>
        <p:nvSpPr>
          <p:cNvPr id="80" name="TextBox 79">
            <a:extLst>
              <a:ext uri="{FF2B5EF4-FFF2-40B4-BE49-F238E27FC236}">
                <a16:creationId xmlns:a16="http://schemas.microsoft.com/office/drawing/2014/main" id="{8770CC35-3A6B-42AE-893A-2C11E960B1FA}"/>
              </a:ext>
            </a:extLst>
          </p:cNvPr>
          <p:cNvSpPr txBox="1"/>
          <p:nvPr/>
        </p:nvSpPr>
        <p:spPr>
          <a:xfrm>
            <a:off x="5602902" y="6122076"/>
            <a:ext cx="663964" cy="369332"/>
          </a:xfrm>
          <a:prstGeom prst="rect">
            <a:avLst/>
          </a:prstGeom>
          <a:noFill/>
        </p:spPr>
        <p:txBody>
          <a:bodyPr wrap="square" rtlCol="0">
            <a:spAutoFit/>
          </a:bodyPr>
          <a:lstStyle/>
          <a:p>
            <a:pPr rtl="1"/>
            <a:r>
              <a:rPr lang="ar-LY" dirty="0">
                <a:solidFill>
                  <a:srgbClr val="8C2782"/>
                </a:solidFill>
                <a:latin typeface="Tajawal Medium" panose="00000600000000000000" pitchFamily="2" charset="-78"/>
                <a:cs typeface="Tajawal Medium" panose="00000600000000000000" pitchFamily="2" charset="-78"/>
              </a:rPr>
              <a:t>2024</a:t>
            </a:r>
            <a:endParaRPr lang="en-US" dirty="0">
              <a:solidFill>
                <a:srgbClr val="8C2782"/>
              </a:solidFill>
              <a:latin typeface="Tajawal Medium" panose="00000600000000000000" pitchFamily="2" charset="-78"/>
              <a:cs typeface="Tajawal Medium" panose="00000600000000000000" pitchFamily="2" charset="-78"/>
            </a:endParaRPr>
          </a:p>
        </p:txBody>
      </p:sp>
      <p:sp>
        <p:nvSpPr>
          <p:cNvPr id="81" name="TextBox 80">
            <a:extLst>
              <a:ext uri="{FF2B5EF4-FFF2-40B4-BE49-F238E27FC236}">
                <a16:creationId xmlns:a16="http://schemas.microsoft.com/office/drawing/2014/main" id="{559C1D32-E1BD-421A-8994-50DD4392E386}"/>
              </a:ext>
            </a:extLst>
          </p:cNvPr>
          <p:cNvSpPr txBox="1"/>
          <p:nvPr/>
        </p:nvSpPr>
        <p:spPr>
          <a:xfrm>
            <a:off x="2986617" y="6143314"/>
            <a:ext cx="651140" cy="369332"/>
          </a:xfrm>
          <a:prstGeom prst="rect">
            <a:avLst/>
          </a:prstGeom>
          <a:noFill/>
        </p:spPr>
        <p:txBody>
          <a:bodyPr wrap="square" rtlCol="0">
            <a:spAutoFit/>
          </a:bodyPr>
          <a:lstStyle/>
          <a:p>
            <a:pPr rtl="1"/>
            <a:r>
              <a:rPr lang="ar-LY" dirty="0">
                <a:solidFill>
                  <a:srgbClr val="8C2782"/>
                </a:solidFill>
                <a:latin typeface="Tajawal Medium" panose="00000600000000000000" pitchFamily="2" charset="-78"/>
                <a:cs typeface="Tajawal Medium" panose="00000600000000000000" pitchFamily="2" charset="-78"/>
              </a:rPr>
              <a:t>2025</a:t>
            </a:r>
            <a:endParaRPr lang="en-US" dirty="0">
              <a:solidFill>
                <a:srgbClr val="8C2782"/>
              </a:solidFill>
              <a:latin typeface="Tajawal Medium" panose="00000600000000000000" pitchFamily="2" charset="-78"/>
              <a:cs typeface="Tajawal Medium" panose="00000600000000000000" pitchFamily="2" charset="-78"/>
            </a:endParaRPr>
          </a:p>
        </p:txBody>
      </p:sp>
      <p:sp>
        <p:nvSpPr>
          <p:cNvPr id="22" name="TextBox 21">
            <a:extLst>
              <a:ext uri="{FF2B5EF4-FFF2-40B4-BE49-F238E27FC236}">
                <a16:creationId xmlns:a16="http://schemas.microsoft.com/office/drawing/2014/main" id="{1B50F3B9-7BFC-4FC1-8C93-4F4E37F3654B}"/>
              </a:ext>
            </a:extLst>
          </p:cNvPr>
          <p:cNvSpPr txBox="1"/>
          <p:nvPr/>
        </p:nvSpPr>
        <p:spPr>
          <a:xfrm>
            <a:off x="10167027" y="1694109"/>
            <a:ext cx="1168910" cy="523220"/>
          </a:xfrm>
          <a:prstGeom prst="rect">
            <a:avLst/>
          </a:prstGeom>
          <a:noFill/>
        </p:spPr>
        <p:txBody>
          <a:bodyPr wrap="square" rtlCol="0">
            <a:spAutoFit/>
          </a:bodyPr>
          <a:lstStyle/>
          <a:p>
            <a:pPr rtl="1"/>
            <a:r>
              <a:rPr lang="ar-LY" sz="1400" dirty="0">
                <a:solidFill>
                  <a:srgbClr val="8C2782"/>
                </a:solidFill>
                <a:latin typeface="Tajawal" panose="00000500000000000000" pitchFamily="2" charset="-78"/>
                <a:cs typeface="Tajawal" panose="00000500000000000000" pitchFamily="2" charset="-78"/>
              </a:rPr>
              <a:t>مسار تطوير </a:t>
            </a:r>
          </a:p>
          <a:p>
            <a:pPr rtl="1"/>
            <a:r>
              <a:rPr lang="ar-LY" sz="1400" dirty="0">
                <a:solidFill>
                  <a:srgbClr val="8C2782"/>
                </a:solidFill>
                <a:latin typeface="Tajawal" panose="00000500000000000000" pitchFamily="2" charset="-78"/>
                <a:cs typeface="Tajawal" panose="00000500000000000000" pitchFamily="2" charset="-78"/>
              </a:rPr>
              <a:t>خدمات الأفراد</a:t>
            </a:r>
            <a:endParaRPr lang="en-US" sz="1400" dirty="0">
              <a:solidFill>
                <a:srgbClr val="8C2782"/>
              </a:solidFill>
              <a:latin typeface="Tajawal" panose="00000500000000000000" pitchFamily="2" charset="-78"/>
              <a:cs typeface="Tajawal" panose="00000500000000000000" pitchFamily="2" charset="-78"/>
            </a:endParaRPr>
          </a:p>
        </p:txBody>
      </p:sp>
      <p:sp>
        <p:nvSpPr>
          <p:cNvPr id="23" name="TextBox 22">
            <a:extLst>
              <a:ext uri="{FF2B5EF4-FFF2-40B4-BE49-F238E27FC236}">
                <a16:creationId xmlns:a16="http://schemas.microsoft.com/office/drawing/2014/main" id="{EA64F319-8AE4-4566-B63E-BBDB9BFAA8D5}"/>
              </a:ext>
            </a:extLst>
          </p:cNvPr>
          <p:cNvSpPr txBox="1"/>
          <p:nvPr/>
        </p:nvSpPr>
        <p:spPr>
          <a:xfrm>
            <a:off x="10167027" y="3575050"/>
            <a:ext cx="1911101" cy="523220"/>
          </a:xfrm>
          <a:prstGeom prst="rect">
            <a:avLst/>
          </a:prstGeom>
          <a:noFill/>
        </p:spPr>
        <p:txBody>
          <a:bodyPr wrap="square" rtlCol="0">
            <a:spAutoFit/>
          </a:bodyPr>
          <a:lstStyle/>
          <a:p>
            <a:pPr rtl="1"/>
            <a:r>
              <a:rPr lang="ar-LY" sz="1400" dirty="0">
                <a:solidFill>
                  <a:srgbClr val="8C2782"/>
                </a:solidFill>
                <a:latin typeface="Tajawal" panose="00000500000000000000" pitchFamily="2" charset="-78"/>
                <a:cs typeface="Tajawal" panose="00000500000000000000" pitchFamily="2" charset="-78"/>
              </a:rPr>
              <a:t>مسار تطوير المبيعات وخدمات المشتركين</a:t>
            </a:r>
            <a:endParaRPr lang="en-US" sz="1400" dirty="0">
              <a:solidFill>
                <a:srgbClr val="8C2782"/>
              </a:solidFill>
              <a:latin typeface="Tajawal" panose="00000500000000000000" pitchFamily="2" charset="-78"/>
              <a:cs typeface="Tajawal" panose="00000500000000000000" pitchFamily="2" charset="-78"/>
            </a:endParaRPr>
          </a:p>
        </p:txBody>
      </p:sp>
      <p:sp>
        <p:nvSpPr>
          <p:cNvPr id="24" name="TextBox 23">
            <a:extLst>
              <a:ext uri="{FF2B5EF4-FFF2-40B4-BE49-F238E27FC236}">
                <a16:creationId xmlns:a16="http://schemas.microsoft.com/office/drawing/2014/main" id="{7CD73BDD-840A-4D82-8758-E71EAF959CFB}"/>
              </a:ext>
            </a:extLst>
          </p:cNvPr>
          <p:cNvSpPr txBox="1"/>
          <p:nvPr/>
        </p:nvSpPr>
        <p:spPr>
          <a:xfrm>
            <a:off x="10167027" y="5003901"/>
            <a:ext cx="1911102" cy="523220"/>
          </a:xfrm>
          <a:prstGeom prst="rect">
            <a:avLst/>
          </a:prstGeom>
          <a:noFill/>
        </p:spPr>
        <p:txBody>
          <a:bodyPr wrap="square" rtlCol="0">
            <a:spAutoFit/>
          </a:bodyPr>
          <a:lstStyle/>
          <a:p>
            <a:pPr rtl="1"/>
            <a:r>
              <a:rPr lang="ar-LY" sz="1400" dirty="0">
                <a:solidFill>
                  <a:srgbClr val="8C2782"/>
                </a:solidFill>
                <a:latin typeface="Tajawal" panose="00000500000000000000" pitchFamily="2" charset="-78"/>
                <a:cs typeface="Tajawal" panose="00000500000000000000" pitchFamily="2" charset="-78"/>
              </a:rPr>
              <a:t>مسار تطوير خدمات المؤسسات والشركات</a:t>
            </a:r>
            <a:endParaRPr lang="en-US" sz="1400" dirty="0">
              <a:solidFill>
                <a:srgbClr val="8C2782"/>
              </a:solidFill>
              <a:latin typeface="Tajawal" panose="00000500000000000000" pitchFamily="2" charset="-78"/>
              <a:cs typeface="Tajawal" panose="00000500000000000000" pitchFamily="2" charset="-78"/>
            </a:endParaRPr>
          </a:p>
        </p:txBody>
      </p:sp>
      <p:sp>
        <p:nvSpPr>
          <p:cNvPr id="3" name="TextBox 2">
            <a:extLst>
              <a:ext uri="{FF2B5EF4-FFF2-40B4-BE49-F238E27FC236}">
                <a16:creationId xmlns:a16="http://schemas.microsoft.com/office/drawing/2014/main" id="{189F6EA6-8D8C-75E6-E10A-4868149C3CF6}"/>
              </a:ext>
            </a:extLst>
          </p:cNvPr>
          <p:cNvSpPr txBox="1"/>
          <p:nvPr/>
        </p:nvSpPr>
        <p:spPr>
          <a:xfrm rot="20106579">
            <a:off x="1819394" y="576597"/>
            <a:ext cx="2806847" cy="646331"/>
          </a:xfrm>
          <a:prstGeom prst="rect">
            <a:avLst/>
          </a:prstGeom>
          <a:solidFill>
            <a:srgbClr val="FFFF00"/>
          </a:solidFill>
        </p:spPr>
        <p:txBody>
          <a:bodyPr wrap="square" rtlCol="0">
            <a:spAutoFit/>
          </a:bodyPr>
          <a:lstStyle/>
          <a:p>
            <a:r>
              <a:rPr lang="ar-LY" dirty="0"/>
              <a:t>إضافة اهداف مالية واضحة</a:t>
            </a:r>
          </a:p>
          <a:p>
            <a:r>
              <a:rPr lang="ar-LY" dirty="0"/>
              <a:t>إضافة اهداف تجارية اخرى </a:t>
            </a:r>
          </a:p>
        </p:txBody>
      </p:sp>
    </p:spTree>
    <p:extLst>
      <p:ext uri="{BB962C8B-B14F-4D97-AF65-F5344CB8AC3E}">
        <p14:creationId xmlns:p14="http://schemas.microsoft.com/office/powerpoint/2010/main" val="212364758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1F8A793-1636-3B70-1E79-6CAEC4049D8B}"/>
              </a:ext>
            </a:extLst>
          </p:cNvPr>
          <p:cNvPicPr>
            <a:picLocks noChangeAspect="1"/>
          </p:cNvPicPr>
          <p:nvPr/>
        </p:nvPicPr>
        <p:blipFill rotWithShape="1">
          <a:blip r:embed="rId3"/>
          <a:srcRect l="22668" t="24120" r="27406" b="29900"/>
          <a:stretch/>
        </p:blipFill>
        <p:spPr>
          <a:xfrm>
            <a:off x="595900" y="819363"/>
            <a:ext cx="10159195" cy="5262938"/>
          </a:xfrm>
          <a:prstGeom prst="rect">
            <a:avLst/>
          </a:prstGeom>
        </p:spPr>
      </p:pic>
      <p:sp>
        <p:nvSpPr>
          <p:cNvPr id="6" name="TextBox 5">
            <a:extLst>
              <a:ext uri="{FF2B5EF4-FFF2-40B4-BE49-F238E27FC236}">
                <a16:creationId xmlns:a16="http://schemas.microsoft.com/office/drawing/2014/main" id="{958BEFF9-7119-B4AF-848B-C8360A828990}"/>
              </a:ext>
            </a:extLst>
          </p:cNvPr>
          <p:cNvSpPr txBox="1"/>
          <p:nvPr/>
        </p:nvSpPr>
        <p:spPr>
          <a:xfrm rot="20106579">
            <a:off x="7490729" y="547795"/>
            <a:ext cx="2806847" cy="923330"/>
          </a:xfrm>
          <a:prstGeom prst="rect">
            <a:avLst/>
          </a:prstGeom>
          <a:solidFill>
            <a:srgbClr val="FFFF00"/>
          </a:solidFill>
        </p:spPr>
        <p:txBody>
          <a:bodyPr wrap="square" rtlCol="0">
            <a:spAutoFit/>
          </a:bodyPr>
          <a:lstStyle/>
          <a:p>
            <a:r>
              <a:rPr lang="ar-LY" dirty="0"/>
              <a:t>تعديل وفق مستهدف سنة 2024</a:t>
            </a:r>
          </a:p>
          <a:p>
            <a:r>
              <a:rPr lang="ar-LY" dirty="0"/>
              <a:t>إضافة إيرادات أخرى غير رقمية (الأجهزة)</a:t>
            </a:r>
          </a:p>
        </p:txBody>
      </p:sp>
    </p:spTree>
    <p:extLst>
      <p:ext uri="{BB962C8B-B14F-4D97-AF65-F5344CB8AC3E}">
        <p14:creationId xmlns:p14="http://schemas.microsoft.com/office/powerpoint/2010/main" val="277464284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571912" y="282876"/>
            <a:ext cx="11353800" cy="1019452"/>
          </a:xfrm>
          <a:prstGeom prst="rect">
            <a:avLst/>
          </a:prstGeom>
        </p:spPr>
        <p:txBody>
          <a:bodyPr>
            <a:normAutofit/>
          </a:bodyPr>
          <a:lstStyle>
            <a:lvl1pPr algn="r" defTabSz="914400" rtl="1" eaLnBrk="1" latinLnBrk="0" hangingPunct="1">
              <a:lnSpc>
                <a:spcPct val="90000"/>
              </a:lnSpc>
              <a:spcBef>
                <a:spcPct val="0"/>
              </a:spcBef>
              <a:buNone/>
              <a:defRPr sz="4400" kern="1200">
                <a:solidFill>
                  <a:srgbClr val="92278F"/>
                </a:solidFill>
                <a:latin typeface="+mj-lt"/>
                <a:ea typeface="+mj-ea"/>
                <a:cs typeface="+mj-cs"/>
              </a:defRPr>
            </a:lvl1pPr>
          </a:lstStyle>
          <a:p>
            <a:r>
              <a:rPr lang="ar-LY" dirty="0"/>
              <a:t>المهمة</a:t>
            </a:r>
            <a:endParaRPr lang="en-US" dirty="0"/>
          </a:p>
        </p:txBody>
      </p:sp>
      <p:sp>
        <p:nvSpPr>
          <p:cNvPr id="3" name="TextBox 2"/>
          <p:cNvSpPr txBox="1"/>
          <p:nvPr/>
        </p:nvSpPr>
        <p:spPr>
          <a:xfrm>
            <a:off x="1842654" y="1470771"/>
            <a:ext cx="8760276" cy="3916457"/>
          </a:xfrm>
          <a:prstGeom prst="rect">
            <a:avLst/>
          </a:prstGeom>
          <a:noFill/>
        </p:spPr>
        <p:txBody>
          <a:bodyPr wrap="square" rtlCol="0">
            <a:spAutoFit/>
          </a:bodyPr>
          <a:lstStyle/>
          <a:p>
            <a:pPr algn="ctr" rtl="1">
              <a:lnSpc>
                <a:spcPct val="150000"/>
              </a:lnSpc>
            </a:pPr>
            <a:r>
              <a:rPr lang="ar-LY" sz="2800" dirty="0">
                <a:cs typeface="+mj-cs"/>
              </a:rPr>
              <a:t>الريادة في السوق، بفهم المشتركين والوصول إليهم والحفاظ عليهم بتلبية احتياجاتهم المختلفة الشخصية وفي المنزل او فالعمل، من خلال خدمات وعروض مناسبة ،تجربة رقمية مميزة وخدمات مضافة تثرى محفظة الخدمات و شراكات تدعم العلامة التجارية، مع العمل على تنويع الدخل وزيادته</a:t>
            </a:r>
          </a:p>
        </p:txBody>
      </p:sp>
    </p:spTree>
    <p:extLst>
      <p:ext uri="{BB962C8B-B14F-4D97-AF65-F5344CB8AC3E}">
        <p14:creationId xmlns:p14="http://schemas.microsoft.com/office/powerpoint/2010/main" val="296628313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1" imgH="423" progId="TCLayout.ActiveDocument.1">
                  <p:embed/>
                </p:oleObj>
              </mc:Choice>
              <mc:Fallback>
                <p:oleObj name="think-cell Slide" r:id="rId3" imgW="421" imgH="423" progId="TCLayout.ActiveDocument.1">
                  <p:embed/>
                  <p:pic>
                    <p:nvPicPr>
                      <p:cNvPr id="6" name="Object 5"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Title 1"/>
          <p:cNvSpPr txBox="1">
            <a:spLocks/>
          </p:cNvSpPr>
          <p:nvPr/>
        </p:nvSpPr>
        <p:spPr>
          <a:xfrm>
            <a:off x="444137" y="4156279"/>
            <a:ext cx="7600528" cy="1302340"/>
          </a:xfrm>
          <a:prstGeom prst="rect">
            <a:avLst/>
          </a:prstGeom>
        </p:spPr>
        <p:txBody>
          <a:bodyPr vert="horz" lIns="91440" tIns="45720" rIns="91440" bIns="45720" rtlCol="0" anchor="b">
            <a:normAutofit fontScale="77500" lnSpcReduction="20000"/>
          </a:bodyPr>
          <a:lstStyle>
            <a:lvl1pPr algn="ctr" defTabSz="914400" rtl="1" eaLnBrk="1" latinLnBrk="0" hangingPunct="1">
              <a:lnSpc>
                <a:spcPct val="90000"/>
              </a:lnSpc>
              <a:spcBef>
                <a:spcPct val="0"/>
              </a:spcBef>
              <a:buNone/>
              <a:defRPr sz="6000" kern="1200">
                <a:solidFill>
                  <a:srgbClr val="92278F"/>
                </a:solidFill>
                <a:latin typeface="+mj-lt"/>
                <a:ea typeface="+mj-ea"/>
                <a:cs typeface="+mj-cs"/>
              </a:defRPr>
            </a:lvl1pPr>
          </a:lstStyle>
          <a:p>
            <a:r>
              <a:rPr lang="ar-LY" dirty="0"/>
              <a:t>المستهدفات التجارية 2024</a:t>
            </a:r>
          </a:p>
          <a:p>
            <a:pPr algn="l"/>
            <a:r>
              <a:rPr lang="ar-LY" sz="5200" dirty="0"/>
              <a:t>مستهدفات ومبادرات</a:t>
            </a:r>
          </a:p>
        </p:txBody>
      </p:sp>
      <p:sp>
        <p:nvSpPr>
          <p:cNvPr id="5" name="Subtitle 2"/>
          <p:cNvSpPr txBox="1">
            <a:spLocks/>
          </p:cNvSpPr>
          <p:nvPr/>
        </p:nvSpPr>
        <p:spPr>
          <a:xfrm>
            <a:off x="661851" y="5143455"/>
            <a:ext cx="3139440" cy="630328"/>
          </a:xfrm>
          <a:prstGeom prst="rect">
            <a:avLst/>
          </a:prstGeom>
        </p:spPr>
        <p:txBody>
          <a:bodyPr vert="horz" lIns="91440" tIns="45720" rIns="91440" bIns="45720" rtlCol="0">
            <a:normAutofit/>
          </a:bodyPr>
          <a:lstStyle>
            <a:lvl1pPr marL="0" indent="0" algn="ctr" defTabSz="914400" rtl="1"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1"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1"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1"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1"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en-US" sz="3600" b="1" dirty="0"/>
          </a:p>
        </p:txBody>
      </p:sp>
    </p:spTree>
    <p:extLst>
      <p:ext uri="{BB962C8B-B14F-4D97-AF65-F5344CB8AC3E}">
        <p14:creationId xmlns:p14="http://schemas.microsoft.com/office/powerpoint/2010/main" val="333894948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bg>
      <p:bgPr>
        <a:gradFill>
          <a:gsLst>
            <a:gs pos="55000">
              <a:srgbClr val="990099"/>
            </a:gs>
            <a:gs pos="100000">
              <a:schemeClr val="accent2">
                <a:lumMod val="89000"/>
              </a:schemeClr>
            </a:gs>
            <a:gs pos="100000">
              <a:schemeClr val="accent2">
                <a:lumMod val="75000"/>
              </a:schemeClr>
            </a:gs>
            <a:gs pos="97000">
              <a:schemeClr val="accent2">
                <a:lumMod val="70000"/>
              </a:schemeClr>
            </a:gs>
          </a:gsLst>
          <a:path path="circle">
            <a:fillToRect r="100000" b="100000"/>
          </a:path>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86E6DB-A1A3-C0FA-0DE4-F5E25CB2814E}"/>
              </a:ext>
            </a:extLst>
          </p:cNvPr>
          <p:cNvSpPr txBox="1">
            <a:spLocks/>
          </p:cNvSpPr>
          <p:nvPr/>
        </p:nvSpPr>
        <p:spPr>
          <a:xfrm>
            <a:off x="602734" y="221231"/>
            <a:ext cx="11353800" cy="569879"/>
          </a:xfrm>
          <a:prstGeom prst="rect">
            <a:avLst/>
          </a:prstGeom>
        </p:spPr>
        <p:txBody>
          <a:bodyPr>
            <a:normAutofit lnSpcReduction="10000"/>
          </a:bodyPr>
          <a:lstStyle>
            <a:lvl1pPr algn="r" defTabSz="914400" rtl="1" eaLnBrk="1" latinLnBrk="0" hangingPunct="1">
              <a:lnSpc>
                <a:spcPct val="90000"/>
              </a:lnSpc>
              <a:spcBef>
                <a:spcPct val="0"/>
              </a:spcBef>
              <a:buNone/>
              <a:defRPr sz="4400" kern="1200">
                <a:solidFill>
                  <a:srgbClr val="92278F"/>
                </a:solidFill>
                <a:latin typeface="+mj-lt"/>
                <a:ea typeface="+mj-ea"/>
                <a:cs typeface="+mj-cs"/>
              </a:defRPr>
            </a:lvl1pPr>
          </a:lstStyle>
          <a:p>
            <a:r>
              <a:rPr lang="ar-LY" sz="3600" dirty="0">
                <a:solidFill>
                  <a:schemeClr val="bg1"/>
                </a:solidFill>
              </a:rPr>
              <a:t>المستهدفات التجارية 2024</a:t>
            </a:r>
            <a:endParaRPr lang="en-US" sz="3600" dirty="0">
              <a:solidFill>
                <a:schemeClr val="bg1"/>
              </a:solidFill>
            </a:endParaRPr>
          </a:p>
        </p:txBody>
      </p:sp>
      <p:grpSp>
        <p:nvGrpSpPr>
          <p:cNvPr id="150" name="Group 149">
            <a:extLst>
              <a:ext uri="{FF2B5EF4-FFF2-40B4-BE49-F238E27FC236}">
                <a16:creationId xmlns:a16="http://schemas.microsoft.com/office/drawing/2014/main" id="{A1BBA7DB-E2D7-19FC-25E6-899AC68949C7}"/>
              </a:ext>
            </a:extLst>
          </p:cNvPr>
          <p:cNvGrpSpPr>
            <a:grpSpLocks noChangeAspect="1"/>
          </p:cNvGrpSpPr>
          <p:nvPr/>
        </p:nvGrpSpPr>
        <p:grpSpPr>
          <a:xfrm>
            <a:off x="4137896" y="1866119"/>
            <a:ext cx="3177264" cy="3757407"/>
            <a:chOff x="4221356" y="1626130"/>
            <a:chExt cx="3815479" cy="4512156"/>
          </a:xfrm>
        </p:grpSpPr>
        <p:sp>
          <p:nvSpPr>
            <p:cNvPr id="151" name="Freeform 5">
              <a:extLst>
                <a:ext uri="{FF2B5EF4-FFF2-40B4-BE49-F238E27FC236}">
                  <a16:creationId xmlns:a16="http://schemas.microsoft.com/office/drawing/2014/main" id="{299AEE41-814B-D161-E37C-CCDB5213248B}"/>
                </a:ext>
              </a:extLst>
            </p:cNvPr>
            <p:cNvSpPr>
              <a:spLocks/>
            </p:cNvSpPr>
            <p:nvPr/>
          </p:nvSpPr>
          <p:spPr bwMode="auto">
            <a:xfrm>
              <a:off x="6605324" y="2793384"/>
              <a:ext cx="1431511" cy="374482"/>
            </a:xfrm>
            <a:custGeom>
              <a:avLst/>
              <a:gdLst>
                <a:gd name="T0" fmla="*/ 1013 w 1013"/>
                <a:gd name="T1" fmla="*/ 265 h 265"/>
                <a:gd name="T2" fmla="*/ 0 w 1013"/>
                <a:gd name="T3" fmla="*/ 0 h 265"/>
                <a:gd name="T4" fmla="*/ 675 w 1013"/>
                <a:gd name="T5" fmla="*/ 241 h 265"/>
                <a:gd name="T6" fmla="*/ 1013 w 1013"/>
                <a:gd name="T7" fmla="*/ 265 h 265"/>
              </a:gdLst>
              <a:ahLst/>
              <a:cxnLst>
                <a:cxn ang="0">
                  <a:pos x="T0" y="T1"/>
                </a:cxn>
                <a:cxn ang="0">
                  <a:pos x="T2" y="T3"/>
                </a:cxn>
                <a:cxn ang="0">
                  <a:pos x="T4" y="T5"/>
                </a:cxn>
                <a:cxn ang="0">
                  <a:pos x="T6" y="T7"/>
                </a:cxn>
              </a:cxnLst>
              <a:rect l="0" t="0" r="r" b="b"/>
              <a:pathLst>
                <a:path w="1013" h="265">
                  <a:moveTo>
                    <a:pt x="1013" y="265"/>
                  </a:moveTo>
                  <a:lnTo>
                    <a:pt x="0" y="0"/>
                  </a:lnTo>
                  <a:lnTo>
                    <a:pt x="675" y="241"/>
                  </a:lnTo>
                  <a:lnTo>
                    <a:pt x="1013" y="265"/>
                  </a:lnTo>
                  <a:close/>
                </a:path>
              </a:pathLst>
            </a:custGeom>
            <a:solidFill>
              <a:srgbClr val="984E96">
                <a:lumMod val="75000"/>
              </a:srgbClr>
            </a:solidFill>
            <a:ln>
              <a:noFill/>
            </a:ln>
          </p:spPr>
          <p:txBody>
            <a:bodyPr vert="horz" wrap="square" lIns="121920" tIns="60960" rIns="121920" bIns="6096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id-ID" sz="3200" b="0" i="0" u="none" strike="noStrike" kern="0" cap="none" spc="0" normalizeH="0" baseline="0" noProof="0">
                <a:ln>
                  <a:noFill/>
                </a:ln>
                <a:solidFill>
                  <a:schemeClr val="bg1"/>
                </a:solidFill>
                <a:effectLst/>
                <a:uLnTx/>
                <a:uFillTx/>
                <a:latin typeface="Roboto Thin"/>
                <a:cs typeface="+mj-cs"/>
              </a:endParaRPr>
            </a:p>
          </p:txBody>
        </p:sp>
        <p:sp>
          <p:nvSpPr>
            <p:cNvPr id="152" name="Freeform 6">
              <a:extLst>
                <a:ext uri="{FF2B5EF4-FFF2-40B4-BE49-F238E27FC236}">
                  <a16:creationId xmlns:a16="http://schemas.microsoft.com/office/drawing/2014/main" id="{3A9CF69B-4E11-589B-8475-6F1189D4D217}"/>
                </a:ext>
              </a:extLst>
            </p:cNvPr>
            <p:cNvSpPr>
              <a:spLocks/>
            </p:cNvSpPr>
            <p:nvPr/>
          </p:nvSpPr>
          <p:spPr bwMode="auto">
            <a:xfrm>
              <a:off x="7559193" y="3133950"/>
              <a:ext cx="477641" cy="1131925"/>
            </a:xfrm>
            <a:custGeom>
              <a:avLst/>
              <a:gdLst>
                <a:gd name="T0" fmla="*/ 0 w 338"/>
                <a:gd name="T1" fmla="*/ 801 h 801"/>
                <a:gd name="T2" fmla="*/ 338 w 338"/>
                <a:gd name="T3" fmla="*/ 24 h 801"/>
                <a:gd name="T4" fmla="*/ 0 w 338"/>
                <a:gd name="T5" fmla="*/ 0 h 801"/>
                <a:gd name="T6" fmla="*/ 0 w 338"/>
                <a:gd name="T7" fmla="*/ 801 h 801"/>
              </a:gdLst>
              <a:ahLst/>
              <a:cxnLst>
                <a:cxn ang="0">
                  <a:pos x="T0" y="T1"/>
                </a:cxn>
                <a:cxn ang="0">
                  <a:pos x="T2" y="T3"/>
                </a:cxn>
                <a:cxn ang="0">
                  <a:pos x="T4" y="T5"/>
                </a:cxn>
                <a:cxn ang="0">
                  <a:pos x="T6" y="T7"/>
                </a:cxn>
              </a:cxnLst>
              <a:rect l="0" t="0" r="r" b="b"/>
              <a:pathLst>
                <a:path w="338" h="801">
                  <a:moveTo>
                    <a:pt x="0" y="801"/>
                  </a:moveTo>
                  <a:lnTo>
                    <a:pt x="338" y="24"/>
                  </a:lnTo>
                  <a:lnTo>
                    <a:pt x="0" y="0"/>
                  </a:lnTo>
                  <a:lnTo>
                    <a:pt x="0" y="801"/>
                  </a:lnTo>
                  <a:close/>
                </a:path>
              </a:pathLst>
            </a:custGeom>
            <a:solidFill>
              <a:srgbClr val="984E96"/>
            </a:solidFill>
            <a:ln>
              <a:noFill/>
            </a:ln>
          </p:spPr>
          <p:txBody>
            <a:bodyPr vert="horz" wrap="square" lIns="121920" tIns="60960" rIns="121920" bIns="6096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id-ID" sz="3200" b="0" i="0" u="none" strike="noStrike" kern="0" cap="none" spc="0" normalizeH="0" baseline="0" noProof="0">
                <a:ln>
                  <a:noFill/>
                </a:ln>
                <a:solidFill>
                  <a:schemeClr val="bg1"/>
                </a:solidFill>
                <a:effectLst/>
                <a:uLnTx/>
                <a:uFillTx/>
                <a:latin typeface="Roboto Thin"/>
                <a:cs typeface="+mj-cs"/>
              </a:endParaRPr>
            </a:p>
          </p:txBody>
        </p:sp>
        <p:sp>
          <p:nvSpPr>
            <p:cNvPr id="153" name="Freeform 7">
              <a:extLst>
                <a:ext uri="{FF2B5EF4-FFF2-40B4-BE49-F238E27FC236}">
                  <a16:creationId xmlns:a16="http://schemas.microsoft.com/office/drawing/2014/main" id="{F9AA0409-84EA-D933-6FB3-B6C26F5A31F9}"/>
                </a:ext>
              </a:extLst>
            </p:cNvPr>
            <p:cNvSpPr>
              <a:spLocks/>
            </p:cNvSpPr>
            <p:nvPr/>
          </p:nvSpPr>
          <p:spPr bwMode="auto">
            <a:xfrm>
              <a:off x="6605324" y="2793384"/>
              <a:ext cx="953870" cy="1472492"/>
            </a:xfrm>
            <a:custGeom>
              <a:avLst/>
              <a:gdLst>
                <a:gd name="T0" fmla="*/ 675 w 675"/>
                <a:gd name="T1" fmla="*/ 1042 h 1042"/>
                <a:gd name="T2" fmla="*/ 675 w 675"/>
                <a:gd name="T3" fmla="*/ 241 h 1042"/>
                <a:gd name="T4" fmla="*/ 0 w 675"/>
                <a:gd name="T5" fmla="*/ 0 h 1042"/>
                <a:gd name="T6" fmla="*/ 0 w 675"/>
                <a:gd name="T7" fmla="*/ 800 h 1042"/>
                <a:gd name="T8" fmla="*/ 675 w 675"/>
                <a:gd name="T9" fmla="*/ 1042 h 1042"/>
              </a:gdLst>
              <a:ahLst/>
              <a:cxnLst>
                <a:cxn ang="0">
                  <a:pos x="T0" y="T1"/>
                </a:cxn>
                <a:cxn ang="0">
                  <a:pos x="T2" y="T3"/>
                </a:cxn>
                <a:cxn ang="0">
                  <a:pos x="T4" y="T5"/>
                </a:cxn>
                <a:cxn ang="0">
                  <a:pos x="T6" y="T7"/>
                </a:cxn>
                <a:cxn ang="0">
                  <a:pos x="T8" y="T9"/>
                </a:cxn>
              </a:cxnLst>
              <a:rect l="0" t="0" r="r" b="b"/>
              <a:pathLst>
                <a:path w="675" h="1042">
                  <a:moveTo>
                    <a:pt x="675" y="1042"/>
                  </a:moveTo>
                  <a:lnTo>
                    <a:pt x="675" y="241"/>
                  </a:lnTo>
                  <a:lnTo>
                    <a:pt x="0" y="0"/>
                  </a:lnTo>
                  <a:lnTo>
                    <a:pt x="0" y="800"/>
                  </a:lnTo>
                  <a:lnTo>
                    <a:pt x="675" y="1042"/>
                  </a:lnTo>
                  <a:close/>
                </a:path>
              </a:pathLst>
            </a:custGeom>
            <a:solidFill>
              <a:srgbClr val="D1D1D1"/>
            </a:solidFill>
            <a:ln>
              <a:noFill/>
            </a:ln>
          </p:spPr>
          <p:txBody>
            <a:bodyPr vert="horz" wrap="square" lIns="121920" tIns="60960" rIns="121920" bIns="6096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id-ID" sz="3200" b="0" i="0" u="none" strike="noStrike" kern="0" cap="none" spc="0" normalizeH="0" baseline="0" noProof="0">
                <a:ln>
                  <a:noFill/>
                </a:ln>
                <a:solidFill>
                  <a:schemeClr val="bg1"/>
                </a:solidFill>
                <a:effectLst/>
                <a:uLnTx/>
                <a:uFillTx/>
                <a:latin typeface="Roboto Thin"/>
                <a:cs typeface="+mj-cs"/>
              </a:endParaRPr>
            </a:p>
          </p:txBody>
        </p:sp>
        <p:sp>
          <p:nvSpPr>
            <p:cNvPr id="154" name="Freeform 8">
              <a:extLst>
                <a:ext uri="{FF2B5EF4-FFF2-40B4-BE49-F238E27FC236}">
                  <a16:creationId xmlns:a16="http://schemas.microsoft.com/office/drawing/2014/main" id="{DCFDA4EA-FEEB-4034-607F-22170057CC25}"/>
                </a:ext>
              </a:extLst>
            </p:cNvPr>
            <p:cNvSpPr>
              <a:spLocks/>
            </p:cNvSpPr>
            <p:nvPr/>
          </p:nvSpPr>
          <p:spPr bwMode="auto">
            <a:xfrm>
              <a:off x="4221356" y="2793384"/>
              <a:ext cx="1430098" cy="374482"/>
            </a:xfrm>
            <a:custGeom>
              <a:avLst/>
              <a:gdLst>
                <a:gd name="T0" fmla="*/ 0 w 1012"/>
                <a:gd name="T1" fmla="*/ 265 h 265"/>
                <a:gd name="T2" fmla="*/ 1012 w 1012"/>
                <a:gd name="T3" fmla="*/ 0 h 265"/>
                <a:gd name="T4" fmla="*/ 337 w 1012"/>
                <a:gd name="T5" fmla="*/ 241 h 265"/>
                <a:gd name="T6" fmla="*/ 0 w 1012"/>
                <a:gd name="T7" fmla="*/ 265 h 265"/>
              </a:gdLst>
              <a:ahLst/>
              <a:cxnLst>
                <a:cxn ang="0">
                  <a:pos x="T0" y="T1"/>
                </a:cxn>
                <a:cxn ang="0">
                  <a:pos x="T2" y="T3"/>
                </a:cxn>
                <a:cxn ang="0">
                  <a:pos x="T4" y="T5"/>
                </a:cxn>
                <a:cxn ang="0">
                  <a:pos x="T6" y="T7"/>
                </a:cxn>
              </a:cxnLst>
              <a:rect l="0" t="0" r="r" b="b"/>
              <a:pathLst>
                <a:path w="1012" h="265">
                  <a:moveTo>
                    <a:pt x="0" y="265"/>
                  </a:moveTo>
                  <a:lnTo>
                    <a:pt x="1012" y="0"/>
                  </a:lnTo>
                  <a:lnTo>
                    <a:pt x="337" y="241"/>
                  </a:lnTo>
                  <a:lnTo>
                    <a:pt x="0" y="265"/>
                  </a:lnTo>
                  <a:close/>
                </a:path>
              </a:pathLst>
            </a:custGeom>
            <a:solidFill>
              <a:srgbClr val="7F417E"/>
            </a:solidFill>
            <a:ln>
              <a:noFill/>
            </a:ln>
          </p:spPr>
          <p:txBody>
            <a:bodyPr vert="horz" wrap="square" lIns="121920" tIns="60960" rIns="121920" bIns="6096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id-ID" sz="3200" b="0" i="0" u="none" strike="noStrike" kern="0" cap="none" spc="0" normalizeH="0" baseline="0" noProof="0">
                <a:ln>
                  <a:noFill/>
                </a:ln>
                <a:solidFill>
                  <a:schemeClr val="bg1"/>
                </a:solidFill>
                <a:effectLst/>
                <a:uLnTx/>
                <a:uFillTx/>
                <a:latin typeface="Roboto Thin"/>
                <a:cs typeface="+mj-cs"/>
              </a:endParaRPr>
            </a:p>
          </p:txBody>
        </p:sp>
        <p:sp>
          <p:nvSpPr>
            <p:cNvPr id="155" name="Freeform 9">
              <a:extLst>
                <a:ext uri="{FF2B5EF4-FFF2-40B4-BE49-F238E27FC236}">
                  <a16:creationId xmlns:a16="http://schemas.microsoft.com/office/drawing/2014/main" id="{279E802F-35B5-66CC-620A-DC313885A5A5}"/>
                </a:ext>
              </a:extLst>
            </p:cNvPr>
            <p:cNvSpPr>
              <a:spLocks/>
            </p:cNvSpPr>
            <p:nvPr/>
          </p:nvSpPr>
          <p:spPr bwMode="auto">
            <a:xfrm>
              <a:off x="4221356" y="3133950"/>
              <a:ext cx="476229" cy="1131925"/>
            </a:xfrm>
            <a:custGeom>
              <a:avLst/>
              <a:gdLst>
                <a:gd name="T0" fmla="*/ 337 w 337"/>
                <a:gd name="T1" fmla="*/ 801 h 801"/>
                <a:gd name="T2" fmla="*/ 0 w 337"/>
                <a:gd name="T3" fmla="*/ 24 h 801"/>
                <a:gd name="T4" fmla="*/ 337 w 337"/>
                <a:gd name="T5" fmla="*/ 0 h 801"/>
                <a:gd name="T6" fmla="*/ 337 w 337"/>
                <a:gd name="T7" fmla="*/ 801 h 801"/>
              </a:gdLst>
              <a:ahLst/>
              <a:cxnLst>
                <a:cxn ang="0">
                  <a:pos x="T0" y="T1"/>
                </a:cxn>
                <a:cxn ang="0">
                  <a:pos x="T2" y="T3"/>
                </a:cxn>
                <a:cxn ang="0">
                  <a:pos x="T4" y="T5"/>
                </a:cxn>
                <a:cxn ang="0">
                  <a:pos x="T6" y="T7"/>
                </a:cxn>
              </a:cxnLst>
              <a:rect l="0" t="0" r="r" b="b"/>
              <a:pathLst>
                <a:path w="337" h="801">
                  <a:moveTo>
                    <a:pt x="337" y="801"/>
                  </a:moveTo>
                  <a:lnTo>
                    <a:pt x="0" y="24"/>
                  </a:lnTo>
                  <a:lnTo>
                    <a:pt x="337" y="0"/>
                  </a:lnTo>
                  <a:lnTo>
                    <a:pt x="337" y="801"/>
                  </a:lnTo>
                  <a:close/>
                </a:path>
              </a:pathLst>
            </a:custGeom>
            <a:solidFill>
              <a:srgbClr val="984E96">
                <a:lumMod val="60000"/>
                <a:lumOff val="40000"/>
              </a:srgbClr>
            </a:solidFill>
            <a:ln>
              <a:noFill/>
            </a:ln>
          </p:spPr>
          <p:txBody>
            <a:bodyPr vert="horz" wrap="square" lIns="121920" tIns="60960" rIns="121920" bIns="6096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id-ID" sz="3200" b="0" i="0" u="none" strike="noStrike" kern="0" cap="none" spc="0" normalizeH="0" baseline="0" noProof="0">
                <a:ln>
                  <a:noFill/>
                </a:ln>
                <a:solidFill>
                  <a:schemeClr val="bg1"/>
                </a:solidFill>
                <a:effectLst/>
                <a:uLnTx/>
                <a:uFillTx/>
                <a:latin typeface="Roboto Thin"/>
                <a:cs typeface="+mj-cs"/>
              </a:endParaRPr>
            </a:p>
          </p:txBody>
        </p:sp>
        <p:sp>
          <p:nvSpPr>
            <p:cNvPr id="156" name="Freeform 10">
              <a:extLst>
                <a:ext uri="{FF2B5EF4-FFF2-40B4-BE49-F238E27FC236}">
                  <a16:creationId xmlns:a16="http://schemas.microsoft.com/office/drawing/2014/main" id="{9184CB45-3CAB-12F8-FA75-11C95CFB2DA6}"/>
                </a:ext>
              </a:extLst>
            </p:cNvPr>
            <p:cNvSpPr>
              <a:spLocks/>
            </p:cNvSpPr>
            <p:nvPr/>
          </p:nvSpPr>
          <p:spPr bwMode="auto">
            <a:xfrm>
              <a:off x="4697585" y="2793384"/>
              <a:ext cx="953870" cy="1472492"/>
            </a:xfrm>
            <a:custGeom>
              <a:avLst/>
              <a:gdLst>
                <a:gd name="T0" fmla="*/ 0 w 675"/>
                <a:gd name="T1" fmla="*/ 1042 h 1042"/>
                <a:gd name="T2" fmla="*/ 0 w 675"/>
                <a:gd name="T3" fmla="*/ 241 h 1042"/>
                <a:gd name="T4" fmla="*/ 675 w 675"/>
                <a:gd name="T5" fmla="*/ 0 h 1042"/>
                <a:gd name="T6" fmla="*/ 675 w 675"/>
                <a:gd name="T7" fmla="*/ 800 h 1042"/>
                <a:gd name="T8" fmla="*/ 0 w 675"/>
                <a:gd name="T9" fmla="*/ 1042 h 1042"/>
              </a:gdLst>
              <a:ahLst/>
              <a:cxnLst>
                <a:cxn ang="0">
                  <a:pos x="T0" y="T1"/>
                </a:cxn>
                <a:cxn ang="0">
                  <a:pos x="T2" y="T3"/>
                </a:cxn>
                <a:cxn ang="0">
                  <a:pos x="T4" y="T5"/>
                </a:cxn>
                <a:cxn ang="0">
                  <a:pos x="T6" y="T7"/>
                </a:cxn>
                <a:cxn ang="0">
                  <a:pos x="T8" y="T9"/>
                </a:cxn>
              </a:cxnLst>
              <a:rect l="0" t="0" r="r" b="b"/>
              <a:pathLst>
                <a:path w="675" h="1042">
                  <a:moveTo>
                    <a:pt x="0" y="1042"/>
                  </a:moveTo>
                  <a:lnTo>
                    <a:pt x="0" y="241"/>
                  </a:lnTo>
                  <a:lnTo>
                    <a:pt x="675" y="0"/>
                  </a:lnTo>
                  <a:lnTo>
                    <a:pt x="675" y="800"/>
                  </a:lnTo>
                  <a:lnTo>
                    <a:pt x="0" y="1042"/>
                  </a:lnTo>
                  <a:close/>
                </a:path>
              </a:pathLst>
            </a:custGeom>
            <a:solidFill>
              <a:srgbClr val="A6A6A6"/>
            </a:solidFill>
            <a:ln>
              <a:noFill/>
            </a:ln>
          </p:spPr>
          <p:txBody>
            <a:bodyPr vert="horz" wrap="square" lIns="121920" tIns="60960" rIns="121920" bIns="6096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id-ID" sz="3200" b="0" i="0" u="none" strike="noStrike" kern="0" cap="none" spc="0" normalizeH="0" baseline="0" noProof="0">
                <a:ln>
                  <a:noFill/>
                </a:ln>
                <a:solidFill>
                  <a:schemeClr val="bg1"/>
                </a:solidFill>
                <a:effectLst/>
                <a:uLnTx/>
                <a:uFillTx/>
                <a:latin typeface="Roboto Thin"/>
                <a:cs typeface="+mj-cs"/>
              </a:endParaRPr>
            </a:p>
          </p:txBody>
        </p:sp>
        <p:sp>
          <p:nvSpPr>
            <p:cNvPr id="157" name="Freeform 13">
              <a:extLst>
                <a:ext uri="{FF2B5EF4-FFF2-40B4-BE49-F238E27FC236}">
                  <a16:creationId xmlns:a16="http://schemas.microsoft.com/office/drawing/2014/main" id="{76C94752-91D5-E676-A585-73ACA736126B}"/>
                </a:ext>
              </a:extLst>
            </p:cNvPr>
            <p:cNvSpPr>
              <a:spLocks/>
            </p:cNvSpPr>
            <p:nvPr/>
          </p:nvSpPr>
          <p:spPr bwMode="auto">
            <a:xfrm>
              <a:off x="5175226" y="4626226"/>
              <a:ext cx="1907739" cy="686786"/>
            </a:xfrm>
            <a:custGeom>
              <a:avLst/>
              <a:gdLst>
                <a:gd name="T0" fmla="*/ 675 w 1350"/>
                <a:gd name="T1" fmla="*/ 486 h 486"/>
                <a:gd name="T2" fmla="*/ 0 w 1350"/>
                <a:gd name="T3" fmla="*/ 242 h 486"/>
                <a:gd name="T4" fmla="*/ 675 w 1350"/>
                <a:gd name="T5" fmla="*/ 0 h 486"/>
                <a:gd name="T6" fmla="*/ 1350 w 1350"/>
                <a:gd name="T7" fmla="*/ 242 h 486"/>
                <a:gd name="T8" fmla="*/ 675 w 1350"/>
                <a:gd name="T9" fmla="*/ 486 h 486"/>
              </a:gdLst>
              <a:ahLst/>
              <a:cxnLst>
                <a:cxn ang="0">
                  <a:pos x="T0" y="T1"/>
                </a:cxn>
                <a:cxn ang="0">
                  <a:pos x="T2" y="T3"/>
                </a:cxn>
                <a:cxn ang="0">
                  <a:pos x="T4" y="T5"/>
                </a:cxn>
                <a:cxn ang="0">
                  <a:pos x="T6" y="T7"/>
                </a:cxn>
                <a:cxn ang="0">
                  <a:pos x="T8" y="T9"/>
                </a:cxn>
              </a:cxnLst>
              <a:rect l="0" t="0" r="r" b="b"/>
              <a:pathLst>
                <a:path w="1350" h="486">
                  <a:moveTo>
                    <a:pt x="675" y="486"/>
                  </a:moveTo>
                  <a:lnTo>
                    <a:pt x="0" y="242"/>
                  </a:lnTo>
                  <a:lnTo>
                    <a:pt x="675" y="0"/>
                  </a:lnTo>
                  <a:lnTo>
                    <a:pt x="1350" y="242"/>
                  </a:lnTo>
                  <a:lnTo>
                    <a:pt x="675" y="486"/>
                  </a:lnTo>
                  <a:close/>
                </a:path>
              </a:pathLst>
            </a:custGeom>
            <a:solidFill>
              <a:sysClr val="window" lastClr="FFFFFF">
                <a:lumMod val="65000"/>
              </a:sysClr>
            </a:solidFill>
            <a:ln>
              <a:noFill/>
            </a:ln>
          </p:spPr>
          <p:txBody>
            <a:bodyPr vert="horz" wrap="square" lIns="121920" tIns="60960" rIns="121920" bIns="6096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id-ID" sz="3200" b="0" i="0" u="none" strike="noStrike" kern="0" cap="none" spc="0" normalizeH="0" baseline="0" noProof="0">
                <a:ln>
                  <a:noFill/>
                </a:ln>
                <a:solidFill>
                  <a:schemeClr val="bg1"/>
                </a:solidFill>
                <a:effectLst/>
                <a:uLnTx/>
                <a:uFillTx/>
                <a:latin typeface="Roboto Thin"/>
                <a:cs typeface="+mj-cs"/>
              </a:endParaRPr>
            </a:p>
          </p:txBody>
        </p:sp>
        <p:sp>
          <p:nvSpPr>
            <p:cNvPr id="158" name="Freeform 15">
              <a:extLst>
                <a:ext uri="{FF2B5EF4-FFF2-40B4-BE49-F238E27FC236}">
                  <a16:creationId xmlns:a16="http://schemas.microsoft.com/office/drawing/2014/main" id="{81B735C2-6E2A-BA41-FB29-57CEB5111501}"/>
                </a:ext>
              </a:extLst>
            </p:cNvPr>
            <p:cNvSpPr>
              <a:spLocks/>
            </p:cNvSpPr>
            <p:nvPr/>
          </p:nvSpPr>
          <p:spPr bwMode="auto">
            <a:xfrm>
              <a:off x="6129095" y="4968206"/>
              <a:ext cx="953870" cy="1170080"/>
            </a:xfrm>
            <a:custGeom>
              <a:avLst/>
              <a:gdLst>
                <a:gd name="T0" fmla="*/ 0 w 675"/>
                <a:gd name="T1" fmla="*/ 828 h 828"/>
                <a:gd name="T2" fmla="*/ 0 w 675"/>
                <a:gd name="T3" fmla="*/ 244 h 828"/>
                <a:gd name="T4" fmla="*/ 675 w 675"/>
                <a:gd name="T5" fmla="*/ 0 h 828"/>
                <a:gd name="T6" fmla="*/ 0 w 675"/>
                <a:gd name="T7" fmla="*/ 828 h 828"/>
              </a:gdLst>
              <a:ahLst/>
              <a:cxnLst>
                <a:cxn ang="0">
                  <a:pos x="T0" y="T1"/>
                </a:cxn>
                <a:cxn ang="0">
                  <a:pos x="T2" y="T3"/>
                </a:cxn>
                <a:cxn ang="0">
                  <a:pos x="T4" y="T5"/>
                </a:cxn>
                <a:cxn ang="0">
                  <a:pos x="T6" y="T7"/>
                </a:cxn>
              </a:cxnLst>
              <a:rect l="0" t="0" r="r" b="b"/>
              <a:pathLst>
                <a:path w="675" h="828">
                  <a:moveTo>
                    <a:pt x="0" y="828"/>
                  </a:moveTo>
                  <a:lnTo>
                    <a:pt x="0" y="244"/>
                  </a:lnTo>
                  <a:lnTo>
                    <a:pt x="675" y="0"/>
                  </a:lnTo>
                  <a:lnTo>
                    <a:pt x="0" y="828"/>
                  </a:lnTo>
                  <a:close/>
                </a:path>
              </a:pathLst>
            </a:custGeom>
            <a:solidFill>
              <a:srgbClr val="B46CB2">
                <a:lumMod val="75000"/>
              </a:srgbClr>
            </a:solidFill>
            <a:ln>
              <a:noFill/>
            </a:ln>
          </p:spPr>
          <p:txBody>
            <a:bodyPr vert="horz" wrap="square" lIns="121920" tIns="60960" rIns="121920" bIns="6096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id-ID" sz="3200" b="0" i="0" u="none" strike="noStrike" kern="0" cap="none" spc="0" normalizeH="0" baseline="0" noProof="0">
                <a:ln>
                  <a:noFill/>
                </a:ln>
                <a:solidFill>
                  <a:schemeClr val="bg1"/>
                </a:solidFill>
                <a:effectLst/>
                <a:uLnTx/>
                <a:uFillTx/>
                <a:latin typeface="Roboto Thin"/>
                <a:cs typeface="+mj-cs"/>
              </a:endParaRPr>
            </a:p>
          </p:txBody>
        </p:sp>
        <p:sp>
          <p:nvSpPr>
            <p:cNvPr id="159" name="Freeform 16">
              <a:extLst>
                <a:ext uri="{FF2B5EF4-FFF2-40B4-BE49-F238E27FC236}">
                  <a16:creationId xmlns:a16="http://schemas.microsoft.com/office/drawing/2014/main" id="{2F5A2834-5524-2DD3-F6A9-33A8B0E279FF}"/>
                </a:ext>
              </a:extLst>
            </p:cNvPr>
            <p:cNvSpPr>
              <a:spLocks/>
            </p:cNvSpPr>
            <p:nvPr/>
          </p:nvSpPr>
          <p:spPr bwMode="auto">
            <a:xfrm>
              <a:off x="5175226" y="4968206"/>
              <a:ext cx="953870" cy="1170080"/>
            </a:xfrm>
            <a:custGeom>
              <a:avLst/>
              <a:gdLst>
                <a:gd name="T0" fmla="*/ 675 w 675"/>
                <a:gd name="T1" fmla="*/ 828 h 828"/>
                <a:gd name="T2" fmla="*/ 675 w 675"/>
                <a:gd name="T3" fmla="*/ 244 h 828"/>
                <a:gd name="T4" fmla="*/ 0 w 675"/>
                <a:gd name="T5" fmla="*/ 0 h 828"/>
                <a:gd name="T6" fmla="*/ 675 w 675"/>
                <a:gd name="T7" fmla="*/ 828 h 828"/>
              </a:gdLst>
              <a:ahLst/>
              <a:cxnLst>
                <a:cxn ang="0">
                  <a:pos x="T0" y="T1"/>
                </a:cxn>
                <a:cxn ang="0">
                  <a:pos x="T2" y="T3"/>
                </a:cxn>
                <a:cxn ang="0">
                  <a:pos x="T4" y="T5"/>
                </a:cxn>
                <a:cxn ang="0">
                  <a:pos x="T6" y="T7"/>
                </a:cxn>
              </a:cxnLst>
              <a:rect l="0" t="0" r="r" b="b"/>
              <a:pathLst>
                <a:path w="675" h="828">
                  <a:moveTo>
                    <a:pt x="675" y="828"/>
                  </a:moveTo>
                  <a:lnTo>
                    <a:pt x="675" y="244"/>
                  </a:lnTo>
                  <a:lnTo>
                    <a:pt x="0" y="0"/>
                  </a:lnTo>
                  <a:lnTo>
                    <a:pt x="675" y="828"/>
                  </a:lnTo>
                  <a:close/>
                </a:path>
              </a:pathLst>
            </a:custGeom>
            <a:solidFill>
              <a:srgbClr val="B46CB2"/>
            </a:solidFill>
            <a:ln>
              <a:noFill/>
            </a:ln>
          </p:spPr>
          <p:txBody>
            <a:bodyPr vert="horz" wrap="square" lIns="121920" tIns="60960" rIns="121920" bIns="6096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id-ID" sz="3200" b="0" i="0" u="none" strike="noStrike" kern="0" cap="none" spc="0" normalizeH="0" baseline="0" noProof="0">
                <a:ln>
                  <a:noFill/>
                </a:ln>
                <a:solidFill>
                  <a:schemeClr val="bg1"/>
                </a:solidFill>
                <a:effectLst/>
                <a:uLnTx/>
                <a:uFillTx/>
                <a:latin typeface="Roboto Thin"/>
                <a:cs typeface="+mj-cs"/>
              </a:endParaRPr>
            </a:p>
          </p:txBody>
        </p:sp>
        <p:sp>
          <p:nvSpPr>
            <p:cNvPr id="160" name="Freeform 17">
              <a:extLst>
                <a:ext uri="{FF2B5EF4-FFF2-40B4-BE49-F238E27FC236}">
                  <a16:creationId xmlns:a16="http://schemas.microsoft.com/office/drawing/2014/main" id="{E4ECB793-90C5-580F-591C-FA33038290AF}"/>
                </a:ext>
              </a:extLst>
            </p:cNvPr>
            <p:cNvSpPr>
              <a:spLocks/>
            </p:cNvSpPr>
            <p:nvPr/>
          </p:nvSpPr>
          <p:spPr bwMode="auto">
            <a:xfrm>
              <a:off x="6129095" y="3307767"/>
              <a:ext cx="953870" cy="1472492"/>
            </a:xfrm>
            <a:custGeom>
              <a:avLst/>
              <a:gdLst>
                <a:gd name="T0" fmla="*/ 0 w 675"/>
                <a:gd name="T1" fmla="*/ 242 h 1042"/>
                <a:gd name="T2" fmla="*/ 0 w 675"/>
                <a:gd name="T3" fmla="*/ 1042 h 1042"/>
                <a:gd name="T4" fmla="*/ 675 w 675"/>
                <a:gd name="T5" fmla="*/ 801 h 1042"/>
                <a:gd name="T6" fmla="*/ 675 w 675"/>
                <a:gd name="T7" fmla="*/ 0 h 1042"/>
                <a:gd name="T8" fmla="*/ 0 w 675"/>
                <a:gd name="T9" fmla="*/ 242 h 1042"/>
              </a:gdLst>
              <a:ahLst/>
              <a:cxnLst>
                <a:cxn ang="0">
                  <a:pos x="T0" y="T1"/>
                </a:cxn>
                <a:cxn ang="0">
                  <a:pos x="T2" y="T3"/>
                </a:cxn>
                <a:cxn ang="0">
                  <a:pos x="T4" y="T5"/>
                </a:cxn>
                <a:cxn ang="0">
                  <a:pos x="T6" y="T7"/>
                </a:cxn>
                <a:cxn ang="0">
                  <a:pos x="T8" y="T9"/>
                </a:cxn>
              </a:cxnLst>
              <a:rect l="0" t="0" r="r" b="b"/>
              <a:pathLst>
                <a:path w="675" h="1042">
                  <a:moveTo>
                    <a:pt x="0" y="242"/>
                  </a:moveTo>
                  <a:lnTo>
                    <a:pt x="0" y="1042"/>
                  </a:lnTo>
                  <a:lnTo>
                    <a:pt x="675" y="801"/>
                  </a:lnTo>
                  <a:lnTo>
                    <a:pt x="675" y="0"/>
                  </a:lnTo>
                  <a:lnTo>
                    <a:pt x="0" y="242"/>
                  </a:lnTo>
                  <a:close/>
                </a:path>
              </a:pathLst>
            </a:custGeom>
            <a:solidFill>
              <a:sysClr val="window" lastClr="FFFFFF">
                <a:lumMod val="75000"/>
              </a:sysClr>
            </a:solidFill>
            <a:ln>
              <a:noFill/>
            </a:ln>
          </p:spPr>
          <p:txBody>
            <a:bodyPr vert="horz" wrap="square" lIns="121920" tIns="60960" rIns="121920" bIns="6096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id-ID" sz="3200" b="0" i="0" u="none" strike="noStrike" kern="0" cap="none" spc="0" normalizeH="0" baseline="0" noProof="0">
                <a:ln>
                  <a:noFill/>
                </a:ln>
                <a:solidFill>
                  <a:schemeClr val="bg1"/>
                </a:solidFill>
                <a:effectLst/>
                <a:uLnTx/>
                <a:uFillTx/>
                <a:latin typeface="Roboto Thin"/>
                <a:cs typeface="+mj-cs"/>
              </a:endParaRPr>
            </a:p>
          </p:txBody>
        </p:sp>
        <p:sp>
          <p:nvSpPr>
            <p:cNvPr id="161" name="Freeform 19">
              <a:extLst>
                <a:ext uri="{FF2B5EF4-FFF2-40B4-BE49-F238E27FC236}">
                  <a16:creationId xmlns:a16="http://schemas.microsoft.com/office/drawing/2014/main" id="{B31E4646-DA9E-91C4-A0F8-E66E74AA2C71}"/>
                </a:ext>
              </a:extLst>
            </p:cNvPr>
            <p:cNvSpPr>
              <a:spLocks/>
            </p:cNvSpPr>
            <p:nvPr/>
          </p:nvSpPr>
          <p:spPr bwMode="auto">
            <a:xfrm>
              <a:off x="5175226" y="2967200"/>
              <a:ext cx="1907739" cy="682546"/>
            </a:xfrm>
            <a:custGeom>
              <a:avLst/>
              <a:gdLst>
                <a:gd name="T0" fmla="*/ 675 w 1350"/>
                <a:gd name="T1" fmla="*/ 0 h 483"/>
                <a:gd name="T2" fmla="*/ 0 w 1350"/>
                <a:gd name="T3" fmla="*/ 241 h 483"/>
                <a:gd name="T4" fmla="*/ 675 w 1350"/>
                <a:gd name="T5" fmla="*/ 483 h 483"/>
                <a:gd name="T6" fmla="*/ 1350 w 1350"/>
                <a:gd name="T7" fmla="*/ 241 h 483"/>
                <a:gd name="T8" fmla="*/ 675 w 1350"/>
                <a:gd name="T9" fmla="*/ 0 h 483"/>
              </a:gdLst>
              <a:ahLst/>
              <a:cxnLst>
                <a:cxn ang="0">
                  <a:pos x="T0" y="T1"/>
                </a:cxn>
                <a:cxn ang="0">
                  <a:pos x="T2" y="T3"/>
                </a:cxn>
                <a:cxn ang="0">
                  <a:pos x="T4" y="T5"/>
                </a:cxn>
                <a:cxn ang="0">
                  <a:pos x="T6" y="T7"/>
                </a:cxn>
                <a:cxn ang="0">
                  <a:pos x="T8" y="T9"/>
                </a:cxn>
              </a:cxnLst>
              <a:rect l="0" t="0" r="r" b="b"/>
              <a:pathLst>
                <a:path w="1350" h="483">
                  <a:moveTo>
                    <a:pt x="675" y="0"/>
                  </a:moveTo>
                  <a:lnTo>
                    <a:pt x="0" y="241"/>
                  </a:lnTo>
                  <a:lnTo>
                    <a:pt x="675" y="483"/>
                  </a:lnTo>
                  <a:lnTo>
                    <a:pt x="1350" y="241"/>
                  </a:lnTo>
                  <a:lnTo>
                    <a:pt x="675" y="0"/>
                  </a:lnTo>
                  <a:close/>
                </a:path>
              </a:pathLst>
            </a:custGeom>
            <a:solidFill>
              <a:sysClr val="window" lastClr="FFFFFF">
                <a:lumMod val="85000"/>
              </a:sysClr>
            </a:solidFill>
            <a:ln>
              <a:noFill/>
            </a:ln>
          </p:spPr>
          <p:txBody>
            <a:bodyPr vert="horz" wrap="square" lIns="121920" tIns="60960" rIns="121920" bIns="6096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id-ID" sz="3200" b="0" i="0" u="none" strike="noStrike" kern="0" cap="none" spc="0" normalizeH="0" baseline="0" noProof="0">
                <a:ln>
                  <a:noFill/>
                </a:ln>
                <a:solidFill>
                  <a:schemeClr val="bg1"/>
                </a:solidFill>
                <a:effectLst/>
                <a:uLnTx/>
                <a:uFillTx/>
                <a:latin typeface="Roboto Thin"/>
                <a:cs typeface="+mj-cs"/>
              </a:endParaRPr>
            </a:p>
          </p:txBody>
        </p:sp>
        <p:sp>
          <p:nvSpPr>
            <p:cNvPr id="162" name="Freeform 21">
              <a:extLst>
                <a:ext uri="{FF2B5EF4-FFF2-40B4-BE49-F238E27FC236}">
                  <a16:creationId xmlns:a16="http://schemas.microsoft.com/office/drawing/2014/main" id="{C019455E-31EF-B070-C9B1-3D33384A75C2}"/>
                </a:ext>
              </a:extLst>
            </p:cNvPr>
            <p:cNvSpPr>
              <a:spLocks/>
            </p:cNvSpPr>
            <p:nvPr/>
          </p:nvSpPr>
          <p:spPr bwMode="auto">
            <a:xfrm>
              <a:off x="5175226" y="3307767"/>
              <a:ext cx="953870" cy="1472492"/>
            </a:xfrm>
            <a:custGeom>
              <a:avLst/>
              <a:gdLst>
                <a:gd name="T0" fmla="*/ 0 w 675"/>
                <a:gd name="T1" fmla="*/ 0 h 1042"/>
                <a:gd name="T2" fmla="*/ 0 w 675"/>
                <a:gd name="T3" fmla="*/ 801 h 1042"/>
                <a:gd name="T4" fmla="*/ 675 w 675"/>
                <a:gd name="T5" fmla="*/ 1042 h 1042"/>
                <a:gd name="T6" fmla="*/ 675 w 675"/>
                <a:gd name="T7" fmla="*/ 242 h 1042"/>
                <a:gd name="T8" fmla="*/ 0 w 675"/>
                <a:gd name="T9" fmla="*/ 0 h 1042"/>
              </a:gdLst>
              <a:ahLst/>
              <a:cxnLst>
                <a:cxn ang="0">
                  <a:pos x="T0" y="T1"/>
                </a:cxn>
                <a:cxn ang="0">
                  <a:pos x="T2" y="T3"/>
                </a:cxn>
                <a:cxn ang="0">
                  <a:pos x="T4" y="T5"/>
                </a:cxn>
                <a:cxn ang="0">
                  <a:pos x="T6" y="T7"/>
                </a:cxn>
                <a:cxn ang="0">
                  <a:pos x="T8" y="T9"/>
                </a:cxn>
              </a:cxnLst>
              <a:rect l="0" t="0" r="r" b="b"/>
              <a:pathLst>
                <a:path w="675" h="1042">
                  <a:moveTo>
                    <a:pt x="0" y="0"/>
                  </a:moveTo>
                  <a:lnTo>
                    <a:pt x="0" y="801"/>
                  </a:lnTo>
                  <a:lnTo>
                    <a:pt x="675" y="1042"/>
                  </a:lnTo>
                  <a:lnTo>
                    <a:pt x="675" y="242"/>
                  </a:lnTo>
                  <a:lnTo>
                    <a:pt x="0" y="0"/>
                  </a:lnTo>
                  <a:close/>
                </a:path>
              </a:pathLst>
            </a:custGeom>
            <a:solidFill>
              <a:sysClr val="window" lastClr="FFFFFF">
                <a:lumMod val="50000"/>
              </a:sysClr>
            </a:solidFill>
            <a:ln>
              <a:noFill/>
            </a:ln>
          </p:spPr>
          <p:txBody>
            <a:bodyPr vert="horz" wrap="square" lIns="121920" tIns="60960" rIns="121920" bIns="6096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id-ID" sz="3200" b="0" i="0" u="none" strike="noStrike" kern="0" cap="none" spc="0" normalizeH="0" baseline="0" noProof="0">
                <a:ln>
                  <a:noFill/>
                </a:ln>
                <a:solidFill>
                  <a:schemeClr val="bg1"/>
                </a:solidFill>
                <a:effectLst/>
                <a:uLnTx/>
                <a:uFillTx/>
                <a:latin typeface="Roboto Thin"/>
                <a:cs typeface="+mj-cs"/>
              </a:endParaRPr>
            </a:p>
          </p:txBody>
        </p:sp>
        <p:sp>
          <p:nvSpPr>
            <p:cNvPr id="163" name="Freeform 45">
              <a:extLst>
                <a:ext uri="{FF2B5EF4-FFF2-40B4-BE49-F238E27FC236}">
                  <a16:creationId xmlns:a16="http://schemas.microsoft.com/office/drawing/2014/main" id="{C91423F5-3877-E5A3-6C98-F4571CE7D4DB}"/>
                </a:ext>
              </a:extLst>
            </p:cNvPr>
            <p:cNvSpPr>
              <a:spLocks/>
            </p:cNvSpPr>
            <p:nvPr/>
          </p:nvSpPr>
          <p:spPr bwMode="auto">
            <a:xfrm>
              <a:off x="6129095" y="1626130"/>
              <a:ext cx="953870" cy="1514886"/>
            </a:xfrm>
            <a:custGeom>
              <a:avLst/>
              <a:gdLst>
                <a:gd name="T0" fmla="*/ 0 w 675"/>
                <a:gd name="T1" fmla="*/ 0 h 1072"/>
                <a:gd name="T2" fmla="*/ 0 w 675"/>
                <a:gd name="T3" fmla="*/ 1072 h 1072"/>
                <a:gd name="T4" fmla="*/ 675 w 675"/>
                <a:gd name="T5" fmla="*/ 828 h 1072"/>
                <a:gd name="T6" fmla="*/ 0 w 675"/>
                <a:gd name="T7" fmla="*/ 0 h 1072"/>
              </a:gdLst>
              <a:ahLst/>
              <a:cxnLst>
                <a:cxn ang="0">
                  <a:pos x="T0" y="T1"/>
                </a:cxn>
                <a:cxn ang="0">
                  <a:pos x="T2" y="T3"/>
                </a:cxn>
                <a:cxn ang="0">
                  <a:pos x="T4" y="T5"/>
                </a:cxn>
                <a:cxn ang="0">
                  <a:pos x="T6" y="T7"/>
                </a:cxn>
              </a:cxnLst>
              <a:rect l="0" t="0" r="r" b="b"/>
              <a:pathLst>
                <a:path w="675" h="1072">
                  <a:moveTo>
                    <a:pt x="0" y="0"/>
                  </a:moveTo>
                  <a:lnTo>
                    <a:pt x="0" y="1072"/>
                  </a:lnTo>
                  <a:lnTo>
                    <a:pt x="675" y="828"/>
                  </a:lnTo>
                  <a:lnTo>
                    <a:pt x="0" y="0"/>
                  </a:lnTo>
                  <a:close/>
                </a:path>
              </a:pathLst>
            </a:custGeom>
            <a:solidFill>
              <a:srgbClr val="7F417E">
                <a:lumMod val="75000"/>
              </a:srgbClr>
            </a:solidFill>
            <a:ln>
              <a:noFill/>
            </a:ln>
          </p:spPr>
          <p:txBody>
            <a:bodyPr vert="horz" wrap="square" lIns="121920" tIns="60960" rIns="121920" bIns="6096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id-ID" sz="3200" b="0" i="0" u="none" strike="noStrike" kern="0" cap="none" spc="0" normalizeH="0" baseline="0" noProof="0">
                <a:ln>
                  <a:noFill/>
                </a:ln>
                <a:solidFill>
                  <a:schemeClr val="bg1"/>
                </a:solidFill>
                <a:effectLst/>
                <a:uLnTx/>
                <a:uFillTx/>
                <a:latin typeface="Roboto Thin"/>
                <a:cs typeface="+mj-cs"/>
              </a:endParaRPr>
            </a:p>
          </p:txBody>
        </p:sp>
        <p:sp>
          <p:nvSpPr>
            <p:cNvPr id="164" name="Freeform 46">
              <a:extLst>
                <a:ext uri="{FF2B5EF4-FFF2-40B4-BE49-F238E27FC236}">
                  <a16:creationId xmlns:a16="http://schemas.microsoft.com/office/drawing/2014/main" id="{3A6C6D60-4FDE-25A2-79C3-3CA82916576C}"/>
                </a:ext>
              </a:extLst>
            </p:cNvPr>
            <p:cNvSpPr>
              <a:spLocks/>
            </p:cNvSpPr>
            <p:nvPr/>
          </p:nvSpPr>
          <p:spPr bwMode="auto">
            <a:xfrm>
              <a:off x="5175226" y="1626130"/>
              <a:ext cx="953870" cy="1514886"/>
            </a:xfrm>
            <a:custGeom>
              <a:avLst/>
              <a:gdLst>
                <a:gd name="T0" fmla="*/ 675 w 675"/>
                <a:gd name="T1" fmla="*/ 0 h 1072"/>
                <a:gd name="T2" fmla="*/ 675 w 675"/>
                <a:gd name="T3" fmla="*/ 1072 h 1072"/>
                <a:gd name="T4" fmla="*/ 0 w 675"/>
                <a:gd name="T5" fmla="*/ 828 h 1072"/>
                <a:gd name="T6" fmla="*/ 675 w 675"/>
                <a:gd name="T7" fmla="*/ 0 h 1072"/>
              </a:gdLst>
              <a:ahLst/>
              <a:cxnLst>
                <a:cxn ang="0">
                  <a:pos x="T0" y="T1"/>
                </a:cxn>
                <a:cxn ang="0">
                  <a:pos x="T2" y="T3"/>
                </a:cxn>
                <a:cxn ang="0">
                  <a:pos x="T4" y="T5"/>
                </a:cxn>
                <a:cxn ang="0">
                  <a:pos x="T6" y="T7"/>
                </a:cxn>
              </a:cxnLst>
              <a:rect l="0" t="0" r="r" b="b"/>
              <a:pathLst>
                <a:path w="675" h="1072">
                  <a:moveTo>
                    <a:pt x="675" y="0"/>
                  </a:moveTo>
                  <a:lnTo>
                    <a:pt x="675" y="1072"/>
                  </a:lnTo>
                  <a:lnTo>
                    <a:pt x="0" y="828"/>
                  </a:lnTo>
                  <a:lnTo>
                    <a:pt x="675" y="0"/>
                  </a:lnTo>
                  <a:close/>
                </a:path>
              </a:pathLst>
            </a:custGeom>
            <a:solidFill>
              <a:srgbClr val="7F417E"/>
            </a:solidFill>
            <a:ln>
              <a:noFill/>
            </a:ln>
          </p:spPr>
          <p:txBody>
            <a:bodyPr vert="horz" wrap="square" lIns="121920" tIns="60960" rIns="121920" bIns="6096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id-ID" sz="3200" b="0" i="0" u="none" strike="noStrike" kern="0" cap="none" spc="0" normalizeH="0" baseline="0" noProof="0">
                <a:ln>
                  <a:noFill/>
                </a:ln>
                <a:solidFill>
                  <a:schemeClr val="bg1"/>
                </a:solidFill>
                <a:effectLst/>
                <a:uLnTx/>
                <a:uFillTx/>
                <a:latin typeface="Roboto Thin"/>
                <a:cs typeface="+mj-cs"/>
              </a:endParaRPr>
            </a:p>
          </p:txBody>
        </p:sp>
        <p:sp>
          <p:nvSpPr>
            <p:cNvPr id="165" name="Freeform 47">
              <a:extLst>
                <a:ext uri="{FF2B5EF4-FFF2-40B4-BE49-F238E27FC236}">
                  <a16:creationId xmlns:a16="http://schemas.microsoft.com/office/drawing/2014/main" id="{13A6A500-327D-C1FA-89B4-28F776B176CC}"/>
                </a:ext>
              </a:extLst>
            </p:cNvPr>
            <p:cNvSpPr>
              <a:spLocks/>
            </p:cNvSpPr>
            <p:nvPr/>
          </p:nvSpPr>
          <p:spPr bwMode="auto">
            <a:xfrm>
              <a:off x="4256389" y="3827464"/>
              <a:ext cx="1432924" cy="1130512"/>
            </a:xfrm>
            <a:custGeom>
              <a:avLst/>
              <a:gdLst>
                <a:gd name="T0" fmla="*/ 0 w 1014"/>
                <a:gd name="T1" fmla="*/ 535 h 800"/>
                <a:gd name="T2" fmla="*/ 1014 w 1014"/>
                <a:gd name="T3" fmla="*/ 800 h 800"/>
                <a:gd name="T4" fmla="*/ 1014 w 1014"/>
                <a:gd name="T5" fmla="*/ 0 h 800"/>
                <a:gd name="T6" fmla="*/ 0 w 1014"/>
                <a:gd name="T7" fmla="*/ 535 h 800"/>
              </a:gdLst>
              <a:ahLst/>
              <a:cxnLst>
                <a:cxn ang="0">
                  <a:pos x="T0" y="T1"/>
                </a:cxn>
                <a:cxn ang="0">
                  <a:pos x="T2" y="T3"/>
                </a:cxn>
                <a:cxn ang="0">
                  <a:pos x="T4" y="T5"/>
                </a:cxn>
                <a:cxn ang="0">
                  <a:pos x="T6" y="T7"/>
                </a:cxn>
              </a:cxnLst>
              <a:rect l="0" t="0" r="r" b="b"/>
              <a:pathLst>
                <a:path w="1014" h="800">
                  <a:moveTo>
                    <a:pt x="0" y="535"/>
                  </a:moveTo>
                  <a:lnTo>
                    <a:pt x="1014" y="800"/>
                  </a:lnTo>
                  <a:lnTo>
                    <a:pt x="1014" y="0"/>
                  </a:lnTo>
                  <a:lnTo>
                    <a:pt x="0" y="535"/>
                  </a:lnTo>
                  <a:close/>
                </a:path>
              </a:pathLst>
            </a:custGeom>
            <a:solidFill>
              <a:srgbClr val="AA5AA8"/>
            </a:solidFill>
            <a:ln>
              <a:noFill/>
            </a:ln>
          </p:spPr>
          <p:txBody>
            <a:bodyPr vert="horz" wrap="square" lIns="121920" tIns="60960" rIns="121920" bIns="6096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id-ID" sz="3200" b="0" i="0" u="none" strike="noStrike" kern="0" cap="none" spc="0" normalizeH="0" baseline="0" noProof="0">
                <a:ln>
                  <a:noFill/>
                </a:ln>
                <a:solidFill>
                  <a:schemeClr val="bg1"/>
                </a:solidFill>
                <a:effectLst/>
                <a:uLnTx/>
                <a:uFillTx/>
                <a:latin typeface="Roboto Thin"/>
                <a:cs typeface="+mj-cs"/>
              </a:endParaRPr>
            </a:p>
          </p:txBody>
        </p:sp>
        <p:sp>
          <p:nvSpPr>
            <p:cNvPr id="166" name="Freeform 48">
              <a:extLst>
                <a:ext uri="{FF2B5EF4-FFF2-40B4-BE49-F238E27FC236}">
                  <a16:creationId xmlns:a16="http://schemas.microsoft.com/office/drawing/2014/main" id="{D27E2465-C648-EE75-A6ED-E93B5A0E6296}"/>
                </a:ext>
              </a:extLst>
            </p:cNvPr>
            <p:cNvSpPr>
              <a:spLocks/>
            </p:cNvSpPr>
            <p:nvPr/>
          </p:nvSpPr>
          <p:spPr bwMode="auto">
            <a:xfrm>
              <a:off x="4245380" y="3495714"/>
              <a:ext cx="1432924" cy="1098009"/>
            </a:xfrm>
            <a:custGeom>
              <a:avLst/>
              <a:gdLst>
                <a:gd name="T0" fmla="*/ 339 w 1014"/>
                <a:gd name="T1" fmla="*/ 0 h 777"/>
                <a:gd name="T2" fmla="*/ 0 w 1014"/>
                <a:gd name="T3" fmla="*/ 777 h 777"/>
                <a:gd name="T4" fmla="*/ 1014 w 1014"/>
                <a:gd name="T5" fmla="*/ 242 h 777"/>
                <a:gd name="T6" fmla="*/ 339 w 1014"/>
                <a:gd name="T7" fmla="*/ 0 h 777"/>
              </a:gdLst>
              <a:ahLst/>
              <a:cxnLst>
                <a:cxn ang="0">
                  <a:pos x="T0" y="T1"/>
                </a:cxn>
                <a:cxn ang="0">
                  <a:pos x="T2" y="T3"/>
                </a:cxn>
                <a:cxn ang="0">
                  <a:pos x="T4" y="T5"/>
                </a:cxn>
                <a:cxn ang="0">
                  <a:pos x="T6" y="T7"/>
                </a:cxn>
              </a:cxnLst>
              <a:rect l="0" t="0" r="r" b="b"/>
              <a:pathLst>
                <a:path w="1014" h="777">
                  <a:moveTo>
                    <a:pt x="339" y="0"/>
                  </a:moveTo>
                  <a:lnTo>
                    <a:pt x="0" y="777"/>
                  </a:lnTo>
                  <a:lnTo>
                    <a:pt x="1014" y="242"/>
                  </a:lnTo>
                  <a:lnTo>
                    <a:pt x="339" y="0"/>
                  </a:lnTo>
                  <a:close/>
                </a:path>
              </a:pathLst>
            </a:custGeom>
            <a:solidFill>
              <a:srgbClr val="AA5AA8">
                <a:lumMod val="75000"/>
              </a:srgbClr>
            </a:solidFill>
            <a:ln>
              <a:noFill/>
            </a:ln>
          </p:spPr>
          <p:txBody>
            <a:bodyPr vert="horz" wrap="square" lIns="121920" tIns="60960" rIns="121920" bIns="6096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id-ID" sz="3200" b="0" i="0" u="none" strike="noStrike" kern="0" cap="none" spc="0" normalizeH="0" baseline="0" noProof="0">
                <a:ln>
                  <a:noFill/>
                </a:ln>
                <a:solidFill>
                  <a:schemeClr val="bg1"/>
                </a:solidFill>
                <a:effectLst/>
                <a:uLnTx/>
                <a:uFillTx/>
                <a:latin typeface="Roboto Thin"/>
                <a:cs typeface="+mj-cs"/>
              </a:endParaRPr>
            </a:p>
          </p:txBody>
        </p:sp>
        <p:sp>
          <p:nvSpPr>
            <p:cNvPr id="167" name="Freeform 49">
              <a:extLst>
                <a:ext uri="{FF2B5EF4-FFF2-40B4-BE49-F238E27FC236}">
                  <a16:creationId xmlns:a16="http://schemas.microsoft.com/office/drawing/2014/main" id="{D11DF4D9-448E-AF82-11CB-CC9620B781DB}"/>
                </a:ext>
              </a:extLst>
            </p:cNvPr>
            <p:cNvSpPr>
              <a:spLocks/>
            </p:cNvSpPr>
            <p:nvPr/>
          </p:nvSpPr>
          <p:spPr bwMode="auto">
            <a:xfrm>
              <a:off x="6605324" y="3830629"/>
              <a:ext cx="1431511" cy="1130512"/>
            </a:xfrm>
            <a:custGeom>
              <a:avLst/>
              <a:gdLst>
                <a:gd name="T0" fmla="*/ 1013 w 1013"/>
                <a:gd name="T1" fmla="*/ 535 h 800"/>
                <a:gd name="T2" fmla="*/ 0 w 1013"/>
                <a:gd name="T3" fmla="*/ 800 h 800"/>
                <a:gd name="T4" fmla="*/ 0 w 1013"/>
                <a:gd name="T5" fmla="*/ 0 h 800"/>
                <a:gd name="T6" fmla="*/ 1013 w 1013"/>
                <a:gd name="T7" fmla="*/ 535 h 800"/>
              </a:gdLst>
              <a:ahLst/>
              <a:cxnLst>
                <a:cxn ang="0">
                  <a:pos x="T0" y="T1"/>
                </a:cxn>
                <a:cxn ang="0">
                  <a:pos x="T2" y="T3"/>
                </a:cxn>
                <a:cxn ang="0">
                  <a:pos x="T4" y="T5"/>
                </a:cxn>
                <a:cxn ang="0">
                  <a:pos x="T6" y="T7"/>
                </a:cxn>
              </a:cxnLst>
              <a:rect l="0" t="0" r="r" b="b"/>
              <a:pathLst>
                <a:path w="1013" h="800">
                  <a:moveTo>
                    <a:pt x="1013" y="535"/>
                  </a:moveTo>
                  <a:lnTo>
                    <a:pt x="0" y="800"/>
                  </a:lnTo>
                  <a:lnTo>
                    <a:pt x="0" y="0"/>
                  </a:lnTo>
                  <a:lnTo>
                    <a:pt x="1013" y="535"/>
                  </a:lnTo>
                  <a:close/>
                </a:path>
              </a:pathLst>
            </a:custGeom>
            <a:solidFill>
              <a:srgbClr val="C085C0"/>
            </a:solidFill>
            <a:ln>
              <a:noFill/>
            </a:ln>
          </p:spPr>
          <p:txBody>
            <a:bodyPr vert="horz" wrap="square" lIns="121920" tIns="60960" rIns="121920" bIns="6096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id-ID" sz="3200" b="0" i="0" u="none" strike="noStrike" kern="0" cap="none" spc="0" normalizeH="0" baseline="0" noProof="0">
                <a:ln>
                  <a:noFill/>
                </a:ln>
                <a:solidFill>
                  <a:schemeClr val="bg1"/>
                </a:solidFill>
                <a:effectLst/>
                <a:uLnTx/>
                <a:uFillTx/>
                <a:latin typeface="Roboto Thin"/>
                <a:cs typeface="+mj-cs"/>
              </a:endParaRPr>
            </a:p>
          </p:txBody>
        </p:sp>
        <p:sp>
          <p:nvSpPr>
            <p:cNvPr id="168" name="Freeform 50">
              <a:extLst>
                <a:ext uri="{FF2B5EF4-FFF2-40B4-BE49-F238E27FC236}">
                  <a16:creationId xmlns:a16="http://schemas.microsoft.com/office/drawing/2014/main" id="{97D65D6D-9F6A-A70A-4D6D-6C5721ADB15A}"/>
                </a:ext>
              </a:extLst>
            </p:cNvPr>
            <p:cNvSpPr>
              <a:spLocks/>
            </p:cNvSpPr>
            <p:nvPr/>
          </p:nvSpPr>
          <p:spPr bwMode="auto">
            <a:xfrm>
              <a:off x="6605324" y="3488649"/>
              <a:ext cx="1431511" cy="1098009"/>
            </a:xfrm>
            <a:custGeom>
              <a:avLst/>
              <a:gdLst>
                <a:gd name="T0" fmla="*/ 675 w 1013"/>
                <a:gd name="T1" fmla="*/ 0 h 777"/>
                <a:gd name="T2" fmla="*/ 1013 w 1013"/>
                <a:gd name="T3" fmla="*/ 777 h 777"/>
                <a:gd name="T4" fmla="*/ 0 w 1013"/>
                <a:gd name="T5" fmla="*/ 242 h 777"/>
                <a:gd name="T6" fmla="*/ 675 w 1013"/>
                <a:gd name="T7" fmla="*/ 0 h 777"/>
              </a:gdLst>
              <a:ahLst/>
              <a:cxnLst>
                <a:cxn ang="0">
                  <a:pos x="T0" y="T1"/>
                </a:cxn>
                <a:cxn ang="0">
                  <a:pos x="T2" y="T3"/>
                </a:cxn>
                <a:cxn ang="0">
                  <a:pos x="T4" y="T5"/>
                </a:cxn>
                <a:cxn ang="0">
                  <a:pos x="T6" y="T7"/>
                </a:cxn>
              </a:cxnLst>
              <a:rect l="0" t="0" r="r" b="b"/>
              <a:pathLst>
                <a:path w="1013" h="777">
                  <a:moveTo>
                    <a:pt x="675" y="0"/>
                  </a:moveTo>
                  <a:lnTo>
                    <a:pt x="1013" y="777"/>
                  </a:lnTo>
                  <a:lnTo>
                    <a:pt x="0" y="242"/>
                  </a:lnTo>
                  <a:lnTo>
                    <a:pt x="675" y="0"/>
                  </a:lnTo>
                  <a:close/>
                </a:path>
              </a:pathLst>
            </a:custGeom>
            <a:solidFill>
              <a:srgbClr val="C085C0">
                <a:lumMod val="75000"/>
              </a:srgbClr>
            </a:solidFill>
            <a:ln>
              <a:noFill/>
            </a:ln>
          </p:spPr>
          <p:txBody>
            <a:bodyPr vert="horz" wrap="square" lIns="121920" tIns="60960" rIns="121920" bIns="6096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id-ID" sz="3200" b="0" i="0" u="none" strike="noStrike" kern="0" cap="none" spc="0" normalizeH="0" baseline="0" noProof="0">
                <a:ln>
                  <a:noFill/>
                </a:ln>
                <a:solidFill>
                  <a:schemeClr val="bg1"/>
                </a:solidFill>
                <a:effectLst/>
                <a:uLnTx/>
                <a:uFillTx/>
                <a:latin typeface="Roboto Thin"/>
                <a:cs typeface="+mj-cs"/>
              </a:endParaRPr>
            </a:p>
          </p:txBody>
        </p:sp>
      </p:grpSp>
      <p:sp>
        <p:nvSpPr>
          <p:cNvPr id="169" name="Rounded Rectangle 23">
            <a:extLst>
              <a:ext uri="{FF2B5EF4-FFF2-40B4-BE49-F238E27FC236}">
                <a16:creationId xmlns:a16="http://schemas.microsoft.com/office/drawing/2014/main" id="{507DD92D-3526-E634-5FA7-E764A2001B75}"/>
              </a:ext>
            </a:extLst>
          </p:cNvPr>
          <p:cNvSpPr/>
          <p:nvPr/>
        </p:nvSpPr>
        <p:spPr>
          <a:xfrm>
            <a:off x="5497079" y="1169560"/>
            <a:ext cx="555387" cy="550931"/>
          </a:xfrm>
          <a:prstGeom prst="roundRect">
            <a:avLst/>
          </a:prstGeom>
          <a:solidFill>
            <a:srgbClr val="7F417E">
              <a:lumMod val="60000"/>
              <a:lumOff val="4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id-ID" sz="1200" b="0" i="0" u="none" strike="noStrike" kern="0" cap="none" spc="0" normalizeH="0" baseline="0" noProof="0">
              <a:ln>
                <a:noFill/>
              </a:ln>
              <a:solidFill>
                <a:schemeClr val="bg1"/>
              </a:solidFill>
              <a:effectLst/>
              <a:uLnTx/>
              <a:uFillTx/>
              <a:latin typeface="Roboto Thin"/>
              <a:ea typeface="+mn-ea"/>
              <a:cs typeface="+mj-cs"/>
            </a:endParaRPr>
          </a:p>
        </p:txBody>
      </p:sp>
      <p:sp>
        <p:nvSpPr>
          <p:cNvPr id="170" name="Rectangle 169">
            <a:extLst>
              <a:ext uri="{FF2B5EF4-FFF2-40B4-BE49-F238E27FC236}">
                <a16:creationId xmlns:a16="http://schemas.microsoft.com/office/drawing/2014/main" id="{DFFB860C-D9E5-0EF7-3491-9E0D3BED473E}"/>
              </a:ext>
            </a:extLst>
          </p:cNvPr>
          <p:cNvSpPr/>
          <p:nvPr/>
        </p:nvSpPr>
        <p:spPr>
          <a:xfrm>
            <a:off x="5428843" y="1295472"/>
            <a:ext cx="691856" cy="390107"/>
          </a:xfrm>
          <a:prstGeom prst="rect">
            <a:avLst/>
          </a:prstGeom>
        </p:spPr>
        <p:txBody>
          <a:bodyPr wrap="none" lIns="121920" rIns="121920" bIns="60960">
            <a:spAutoFit/>
          </a:bodyPr>
          <a:lstStyle/>
          <a:p>
            <a:pPr algn="ctr">
              <a:lnSpc>
                <a:spcPct val="89000"/>
              </a:lnSpc>
            </a:pPr>
            <a:r>
              <a:rPr lang="ar-LY" sz="2000" dirty="0">
                <a:solidFill>
                  <a:schemeClr val="bg1"/>
                </a:solidFill>
                <a:latin typeface="Roboto Thin"/>
                <a:cs typeface="+mj-cs"/>
              </a:rPr>
              <a:t>57%</a:t>
            </a:r>
            <a:endParaRPr lang="en-US" sz="2000" dirty="0">
              <a:solidFill>
                <a:schemeClr val="bg1"/>
              </a:solidFill>
              <a:latin typeface="Roboto Thin"/>
              <a:cs typeface="+mj-cs"/>
            </a:endParaRPr>
          </a:p>
        </p:txBody>
      </p:sp>
      <p:sp>
        <p:nvSpPr>
          <p:cNvPr id="171" name="Rounded Rectangle 25">
            <a:extLst>
              <a:ext uri="{FF2B5EF4-FFF2-40B4-BE49-F238E27FC236}">
                <a16:creationId xmlns:a16="http://schemas.microsoft.com/office/drawing/2014/main" id="{B2B92856-2AA2-E764-F5D4-959A3395DCA6}"/>
              </a:ext>
            </a:extLst>
          </p:cNvPr>
          <p:cNvSpPr/>
          <p:nvPr/>
        </p:nvSpPr>
        <p:spPr>
          <a:xfrm>
            <a:off x="7487853" y="2831985"/>
            <a:ext cx="555387" cy="550931"/>
          </a:xfrm>
          <a:prstGeom prst="roundRect">
            <a:avLst/>
          </a:prstGeom>
          <a:solidFill>
            <a:srgbClr val="7F417E">
              <a:lumMod val="60000"/>
              <a:lumOff val="4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id-ID" sz="1200" b="0" i="0" u="none" strike="noStrike" kern="0" cap="none" spc="0" normalizeH="0" baseline="0" noProof="0">
              <a:ln>
                <a:noFill/>
              </a:ln>
              <a:solidFill>
                <a:schemeClr val="bg1"/>
              </a:solidFill>
              <a:effectLst/>
              <a:uLnTx/>
              <a:uFillTx/>
              <a:latin typeface="Roboto Thin"/>
              <a:ea typeface="+mn-ea"/>
              <a:cs typeface="+mj-cs"/>
            </a:endParaRPr>
          </a:p>
        </p:txBody>
      </p:sp>
      <p:sp>
        <p:nvSpPr>
          <p:cNvPr id="172" name="Rectangle 171">
            <a:extLst>
              <a:ext uri="{FF2B5EF4-FFF2-40B4-BE49-F238E27FC236}">
                <a16:creationId xmlns:a16="http://schemas.microsoft.com/office/drawing/2014/main" id="{86DA4F68-DE29-A869-5FBE-F779BCE60E62}"/>
              </a:ext>
            </a:extLst>
          </p:cNvPr>
          <p:cNvSpPr/>
          <p:nvPr/>
        </p:nvSpPr>
        <p:spPr>
          <a:xfrm>
            <a:off x="7464701" y="2957897"/>
            <a:ext cx="603691" cy="390107"/>
          </a:xfrm>
          <a:prstGeom prst="rect">
            <a:avLst/>
          </a:prstGeom>
        </p:spPr>
        <p:txBody>
          <a:bodyPr wrap="none" lIns="121920" rIns="121920" bIns="60960">
            <a:spAutoFit/>
          </a:bodyPr>
          <a:lstStyle/>
          <a:p>
            <a:pPr algn="ctr">
              <a:lnSpc>
                <a:spcPct val="89000"/>
              </a:lnSpc>
            </a:pPr>
            <a:r>
              <a:rPr lang="ar-LY" sz="2000" dirty="0">
                <a:solidFill>
                  <a:schemeClr val="bg1"/>
                </a:solidFill>
                <a:latin typeface="Roboto Thin"/>
                <a:cs typeface="+mj-cs"/>
              </a:rPr>
              <a:t>3.5</a:t>
            </a:r>
            <a:endParaRPr lang="en-US" sz="2000" dirty="0">
              <a:solidFill>
                <a:schemeClr val="bg1"/>
              </a:solidFill>
              <a:latin typeface="Roboto Thin"/>
              <a:cs typeface="+mj-cs"/>
            </a:endParaRPr>
          </a:p>
        </p:txBody>
      </p:sp>
      <p:sp>
        <p:nvSpPr>
          <p:cNvPr id="173" name="Rounded Rectangle 27">
            <a:extLst>
              <a:ext uri="{FF2B5EF4-FFF2-40B4-BE49-F238E27FC236}">
                <a16:creationId xmlns:a16="http://schemas.microsoft.com/office/drawing/2014/main" id="{21A6DF5C-B25B-11CF-4670-839BAB5602FC}"/>
              </a:ext>
            </a:extLst>
          </p:cNvPr>
          <p:cNvSpPr/>
          <p:nvPr/>
        </p:nvSpPr>
        <p:spPr>
          <a:xfrm>
            <a:off x="7522604" y="4039343"/>
            <a:ext cx="555387" cy="550931"/>
          </a:xfrm>
          <a:prstGeom prst="roundRect">
            <a:avLst/>
          </a:prstGeom>
          <a:solidFill>
            <a:srgbClr val="7F417E">
              <a:lumMod val="60000"/>
              <a:lumOff val="4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id-ID" sz="1200" b="0" i="0" u="none" strike="noStrike" kern="0" cap="none" spc="0" normalizeH="0" baseline="0" noProof="0">
              <a:ln>
                <a:noFill/>
              </a:ln>
              <a:solidFill>
                <a:schemeClr val="bg1"/>
              </a:solidFill>
              <a:effectLst/>
              <a:uLnTx/>
              <a:uFillTx/>
              <a:latin typeface="Roboto Thin"/>
              <a:ea typeface="+mn-ea"/>
              <a:cs typeface="+mj-cs"/>
            </a:endParaRPr>
          </a:p>
        </p:txBody>
      </p:sp>
      <p:sp>
        <p:nvSpPr>
          <p:cNvPr id="174" name="Rectangle 173">
            <a:extLst>
              <a:ext uri="{FF2B5EF4-FFF2-40B4-BE49-F238E27FC236}">
                <a16:creationId xmlns:a16="http://schemas.microsoft.com/office/drawing/2014/main" id="{29C74202-359A-6531-4C5B-343D7A94D32B}"/>
              </a:ext>
            </a:extLst>
          </p:cNvPr>
          <p:cNvSpPr/>
          <p:nvPr/>
        </p:nvSpPr>
        <p:spPr>
          <a:xfrm>
            <a:off x="7552150" y="4165255"/>
            <a:ext cx="496290" cy="390107"/>
          </a:xfrm>
          <a:prstGeom prst="rect">
            <a:avLst/>
          </a:prstGeom>
        </p:spPr>
        <p:txBody>
          <a:bodyPr wrap="none" lIns="121920" rIns="121920" bIns="60960">
            <a:spAutoFit/>
          </a:bodyPr>
          <a:lstStyle/>
          <a:p>
            <a:pPr algn="ctr">
              <a:lnSpc>
                <a:spcPct val="89000"/>
              </a:lnSpc>
            </a:pPr>
            <a:r>
              <a:rPr lang="ar-LY" sz="2000" dirty="0">
                <a:solidFill>
                  <a:schemeClr val="bg1"/>
                </a:solidFill>
                <a:latin typeface="Roboto Thin"/>
                <a:cs typeface="+mj-cs"/>
              </a:rPr>
              <a:t>22</a:t>
            </a:r>
            <a:endParaRPr lang="en-US" sz="2000" dirty="0">
              <a:solidFill>
                <a:schemeClr val="bg1"/>
              </a:solidFill>
              <a:latin typeface="Roboto Thin"/>
              <a:cs typeface="+mj-cs"/>
            </a:endParaRPr>
          </a:p>
        </p:txBody>
      </p:sp>
      <p:sp>
        <p:nvSpPr>
          <p:cNvPr id="175" name="Rounded Rectangle 29">
            <a:extLst>
              <a:ext uri="{FF2B5EF4-FFF2-40B4-BE49-F238E27FC236}">
                <a16:creationId xmlns:a16="http://schemas.microsoft.com/office/drawing/2014/main" id="{875DF536-8A77-1869-9E20-BF7371781594}"/>
              </a:ext>
            </a:extLst>
          </p:cNvPr>
          <p:cNvSpPr/>
          <p:nvPr/>
        </p:nvSpPr>
        <p:spPr>
          <a:xfrm>
            <a:off x="3429903" y="2849531"/>
            <a:ext cx="555387" cy="550931"/>
          </a:xfrm>
          <a:prstGeom prst="roundRect">
            <a:avLst/>
          </a:prstGeom>
          <a:solidFill>
            <a:srgbClr val="7F417E">
              <a:lumMod val="60000"/>
              <a:lumOff val="4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id-ID" sz="1200" b="0" i="0" u="none" strike="noStrike" kern="0" cap="none" spc="0" normalizeH="0" baseline="0" noProof="0">
              <a:ln>
                <a:noFill/>
              </a:ln>
              <a:solidFill>
                <a:schemeClr val="bg1"/>
              </a:solidFill>
              <a:effectLst/>
              <a:uLnTx/>
              <a:uFillTx/>
              <a:latin typeface="Roboto Thin"/>
              <a:ea typeface="+mn-ea"/>
              <a:cs typeface="+mj-cs"/>
            </a:endParaRPr>
          </a:p>
        </p:txBody>
      </p:sp>
      <p:sp>
        <p:nvSpPr>
          <p:cNvPr id="176" name="Rectangle 175">
            <a:extLst>
              <a:ext uri="{FF2B5EF4-FFF2-40B4-BE49-F238E27FC236}">
                <a16:creationId xmlns:a16="http://schemas.microsoft.com/office/drawing/2014/main" id="{5A8FF447-F87F-89AD-C50B-A92F60B81DB4}"/>
              </a:ext>
            </a:extLst>
          </p:cNvPr>
          <p:cNvSpPr/>
          <p:nvPr/>
        </p:nvSpPr>
        <p:spPr>
          <a:xfrm>
            <a:off x="3401741" y="2975443"/>
            <a:ext cx="611707" cy="390107"/>
          </a:xfrm>
          <a:prstGeom prst="rect">
            <a:avLst/>
          </a:prstGeom>
        </p:spPr>
        <p:txBody>
          <a:bodyPr wrap="none" lIns="121920" rIns="121920" bIns="60960">
            <a:spAutoFit/>
          </a:bodyPr>
          <a:lstStyle/>
          <a:p>
            <a:pPr algn="ctr">
              <a:lnSpc>
                <a:spcPct val="89000"/>
              </a:lnSpc>
            </a:pPr>
            <a:r>
              <a:rPr lang="ar-LY" sz="2000" dirty="0">
                <a:solidFill>
                  <a:schemeClr val="bg1"/>
                </a:solidFill>
                <a:latin typeface="Roboto Thin"/>
                <a:cs typeface="+mj-cs"/>
              </a:rPr>
              <a:t>6.5</a:t>
            </a:r>
            <a:endParaRPr lang="en-US" sz="2000" dirty="0">
              <a:solidFill>
                <a:schemeClr val="bg1"/>
              </a:solidFill>
              <a:latin typeface="Roboto Thin"/>
              <a:cs typeface="+mj-cs"/>
            </a:endParaRPr>
          </a:p>
        </p:txBody>
      </p:sp>
      <p:sp>
        <p:nvSpPr>
          <p:cNvPr id="177" name="Rounded Rectangle 31">
            <a:extLst>
              <a:ext uri="{FF2B5EF4-FFF2-40B4-BE49-F238E27FC236}">
                <a16:creationId xmlns:a16="http://schemas.microsoft.com/office/drawing/2014/main" id="{ECEC36C2-E542-FCF5-F232-EEDE3A25D851}"/>
              </a:ext>
            </a:extLst>
          </p:cNvPr>
          <p:cNvSpPr/>
          <p:nvPr/>
        </p:nvSpPr>
        <p:spPr>
          <a:xfrm>
            <a:off x="5488368" y="5755064"/>
            <a:ext cx="555387" cy="550931"/>
          </a:xfrm>
          <a:prstGeom prst="roundRect">
            <a:avLst/>
          </a:prstGeom>
          <a:solidFill>
            <a:srgbClr val="7F417E">
              <a:lumMod val="60000"/>
              <a:lumOff val="4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id-ID" sz="1200" b="0" i="0" u="none" strike="noStrike" kern="0" cap="none" spc="0" normalizeH="0" baseline="0" noProof="0">
              <a:ln>
                <a:noFill/>
              </a:ln>
              <a:solidFill>
                <a:schemeClr val="bg1"/>
              </a:solidFill>
              <a:effectLst/>
              <a:uLnTx/>
              <a:uFillTx/>
              <a:latin typeface="Roboto Thin"/>
              <a:ea typeface="+mn-ea"/>
              <a:cs typeface="+mj-cs"/>
            </a:endParaRPr>
          </a:p>
        </p:txBody>
      </p:sp>
      <p:sp>
        <p:nvSpPr>
          <p:cNvPr id="178" name="Rectangle 177">
            <a:extLst>
              <a:ext uri="{FF2B5EF4-FFF2-40B4-BE49-F238E27FC236}">
                <a16:creationId xmlns:a16="http://schemas.microsoft.com/office/drawing/2014/main" id="{2C8A667A-1A8B-63B0-6490-A37C9D96F86E}"/>
              </a:ext>
            </a:extLst>
          </p:cNvPr>
          <p:cNvSpPr/>
          <p:nvPr/>
        </p:nvSpPr>
        <p:spPr>
          <a:xfrm>
            <a:off x="5500282" y="5880976"/>
            <a:ext cx="531556" cy="390107"/>
          </a:xfrm>
          <a:prstGeom prst="rect">
            <a:avLst/>
          </a:prstGeom>
        </p:spPr>
        <p:txBody>
          <a:bodyPr wrap="none" lIns="121920" rIns="121920" bIns="60960">
            <a:spAutoFit/>
          </a:bodyPr>
          <a:lstStyle/>
          <a:p>
            <a:pPr algn="ctr">
              <a:lnSpc>
                <a:spcPct val="89000"/>
              </a:lnSpc>
            </a:pPr>
            <a:r>
              <a:rPr lang="ar-LY" sz="2000" dirty="0">
                <a:solidFill>
                  <a:schemeClr val="bg1"/>
                </a:solidFill>
                <a:latin typeface="Roboto Thin"/>
                <a:cs typeface="+mj-cs"/>
              </a:rPr>
              <a:t>40</a:t>
            </a:r>
            <a:endParaRPr lang="en-US" sz="2000" dirty="0">
              <a:solidFill>
                <a:schemeClr val="bg1"/>
              </a:solidFill>
              <a:latin typeface="Roboto Thin"/>
              <a:cs typeface="+mj-cs"/>
            </a:endParaRPr>
          </a:p>
        </p:txBody>
      </p:sp>
      <p:sp>
        <p:nvSpPr>
          <p:cNvPr id="179" name="Rounded Rectangle 33">
            <a:extLst>
              <a:ext uri="{FF2B5EF4-FFF2-40B4-BE49-F238E27FC236}">
                <a16:creationId xmlns:a16="http://schemas.microsoft.com/office/drawing/2014/main" id="{F7A208C2-8173-2AFE-F2A8-51561D7AD5FE}"/>
              </a:ext>
            </a:extLst>
          </p:cNvPr>
          <p:cNvSpPr/>
          <p:nvPr/>
        </p:nvSpPr>
        <p:spPr>
          <a:xfrm>
            <a:off x="3395153" y="4165255"/>
            <a:ext cx="555387" cy="550931"/>
          </a:xfrm>
          <a:prstGeom prst="roundRect">
            <a:avLst/>
          </a:prstGeom>
          <a:solidFill>
            <a:srgbClr val="7F417E">
              <a:lumMod val="60000"/>
              <a:lumOff val="4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id-ID" sz="1200" b="0" i="0" u="none" strike="noStrike" kern="0" cap="none" spc="0" normalizeH="0" baseline="0" noProof="0">
              <a:ln>
                <a:noFill/>
              </a:ln>
              <a:solidFill>
                <a:schemeClr val="bg1"/>
              </a:solidFill>
              <a:effectLst/>
              <a:uLnTx/>
              <a:uFillTx/>
              <a:latin typeface="Roboto Thin"/>
              <a:ea typeface="+mn-ea"/>
              <a:cs typeface="+mj-cs"/>
            </a:endParaRPr>
          </a:p>
        </p:txBody>
      </p:sp>
      <p:sp>
        <p:nvSpPr>
          <p:cNvPr id="180" name="Rectangle 179">
            <a:extLst>
              <a:ext uri="{FF2B5EF4-FFF2-40B4-BE49-F238E27FC236}">
                <a16:creationId xmlns:a16="http://schemas.microsoft.com/office/drawing/2014/main" id="{F3D311BC-73D1-3F21-A4F8-487C17F1AF18}"/>
              </a:ext>
            </a:extLst>
          </p:cNvPr>
          <p:cNvSpPr/>
          <p:nvPr/>
        </p:nvSpPr>
        <p:spPr>
          <a:xfrm>
            <a:off x="3313291" y="4291167"/>
            <a:ext cx="719108" cy="390107"/>
          </a:xfrm>
          <a:prstGeom prst="rect">
            <a:avLst/>
          </a:prstGeom>
        </p:spPr>
        <p:txBody>
          <a:bodyPr wrap="none" lIns="121920" rIns="121920" bIns="60960">
            <a:spAutoFit/>
          </a:bodyPr>
          <a:lstStyle/>
          <a:p>
            <a:pPr algn="ctr">
              <a:lnSpc>
                <a:spcPct val="89000"/>
              </a:lnSpc>
            </a:pPr>
            <a:r>
              <a:rPr lang="ar-LY" sz="2000" dirty="0">
                <a:solidFill>
                  <a:schemeClr val="bg1"/>
                </a:solidFill>
                <a:latin typeface="Roboto Thin"/>
                <a:cs typeface="+mj-cs"/>
              </a:rPr>
              <a:t>95%</a:t>
            </a:r>
            <a:endParaRPr lang="en-US" sz="2000" dirty="0">
              <a:solidFill>
                <a:schemeClr val="bg1"/>
              </a:solidFill>
              <a:latin typeface="Roboto Thin"/>
              <a:cs typeface="+mj-cs"/>
            </a:endParaRPr>
          </a:p>
        </p:txBody>
      </p:sp>
      <p:grpSp>
        <p:nvGrpSpPr>
          <p:cNvPr id="181" name="Group 180">
            <a:extLst>
              <a:ext uri="{FF2B5EF4-FFF2-40B4-BE49-F238E27FC236}">
                <a16:creationId xmlns:a16="http://schemas.microsoft.com/office/drawing/2014/main" id="{0CA85764-960D-874E-9DA3-6329B3EBB815}"/>
              </a:ext>
            </a:extLst>
          </p:cNvPr>
          <p:cNvGrpSpPr/>
          <p:nvPr/>
        </p:nvGrpSpPr>
        <p:grpSpPr>
          <a:xfrm>
            <a:off x="4336222" y="793172"/>
            <a:ext cx="2265230" cy="381643"/>
            <a:chOff x="8474206" y="2612481"/>
            <a:chExt cx="2265230" cy="1130542"/>
          </a:xfrm>
        </p:grpSpPr>
        <p:sp>
          <p:nvSpPr>
            <p:cNvPr id="182" name="Text Placeholder 5">
              <a:extLst>
                <a:ext uri="{FF2B5EF4-FFF2-40B4-BE49-F238E27FC236}">
                  <a16:creationId xmlns:a16="http://schemas.microsoft.com/office/drawing/2014/main" id="{84D54CE7-9AED-5954-2FA4-40296AE1DC55}"/>
                </a:ext>
              </a:extLst>
            </p:cNvPr>
            <p:cNvSpPr txBox="1">
              <a:spLocks/>
            </p:cNvSpPr>
            <p:nvPr/>
          </p:nvSpPr>
          <p:spPr>
            <a:xfrm>
              <a:off x="8917156" y="2846036"/>
              <a:ext cx="1822280" cy="896987"/>
            </a:xfrm>
            <a:prstGeom prst="rect">
              <a:avLst/>
            </a:prstGeom>
          </p:spPr>
          <p:txBody>
            <a:bodyPr vert="horz" lIns="91440" tIns="45720" rIns="91440" bIns="45720" rtlCol="0">
              <a:noAutofit/>
            </a:bodyPr>
            <a:lstStyle>
              <a:lvl1pPr marL="0" indent="0" algn="ctr" defTabSz="914400" rtl="0" eaLnBrk="1" latinLnBrk="0" hangingPunct="1">
                <a:lnSpc>
                  <a:spcPct val="86000"/>
                </a:lnSpc>
                <a:spcBef>
                  <a:spcPts val="0"/>
                </a:spcBef>
                <a:buFont typeface="Arial" panose="020B0604020202020204" pitchFamily="34" charset="0"/>
                <a:buNone/>
                <a:defRPr sz="1600" kern="1200" baseline="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r">
                <a:lnSpc>
                  <a:spcPct val="110000"/>
                </a:lnSpc>
              </a:pPr>
              <a:r>
                <a:rPr lang="en-US" sz="1100" dirty="0">
                  <a:solidFill>
                    <a:schemeClr val="bg1"/>
                  </a:solidFill>
                  <a:latin typeface="Roboto Thin"/>
                  <a:ea typeface="Open Sans Light" panose="020B0306030504020204" pitchFamily="34" charset="0"/>
                  <a:cs typeface="+mj-cs"/>
                </a:rPr>
                <a:t> </a:t>
              </a:r>
              <a:endParaRPr lang="id-ID" sz="1100" dirty="0">
                <a:solidFill>
                  <a:schemeClr val="bg1"/>
                </a:solidFill>
                <a:latin typeface="Roboto Thin"/>
                <a:cs typeface="+mj-cs"/>
              </a:endParaRPr>
            </a:p>
          </p:txBody>
        </p:sp>
        <p:sp>
          <p:nvSpPr>
            <p:cNvPr id="183" name="TextBox 182">
              <a:extLst>
                <a:ext uri="{FF2B5EF4-FFF2-40B4-BE49-F238E27FC236}">
                  <a16:creationId xmlns:a16="http://schemas.microsoft.com/office/drawing/2014/main" id="{A700A71A-E233-9C64-8AA0-4CC823796D9B}"/>
                </a:ext>
              </a:extLst>
            </p:cNvPr>
            <p:cNvSpPr txBox="1"/>
            <p:nvPr/>
          </p:nvSpPr>
          <p:spPr>
            <a:xfrm>
              <a:off x="8474206" y="2612481"/>
              <a:ext cx="2218765" cy="911729"/>
            </a:xfrm>
            <a:prstGeom prst="rect">
              <a:avLst/>
            </a:prstGeom>
            <a:noFill/>
          </p:spPr>
          <p:txBody>
            <a:bodyPr wrap="square" rtlCol="0">
              <a:spAutoFit/>
            </a:bodyPr>
            <a:lstStyle/>
            <a:p>
              <a:pPr algn="r"/>
              <a:r>
                <a:rPr lang="ar-LY" sz="1400" b="1" dirty="0">
                  <a:solidFill>
                    <a:schemeClr val="bg1"/>
                  </a:solidFill>
                  <a:latin typeface="Roboto Thin"/>
                  <a:cs typeface="+mj-cs"/>
                </a:rPr>
                <a:t>الحصة السوقية</a:t>
              </a:r>
              <a:endParaRPr lang="id-ID" sz="1400" b="1" dirty="0">
                <a:solidFill>
                  <a:schemeClr val="bg1"/>
                </a:solidFill>
                <a:latin typeface="Roboto Thin"/>
                <a:cs typeface="+mj-cs"/>
              </a:endParaRPr>
            </a:p>
          </p:txBody>
        </p:sp>
      </p:grpSp>
      <p:sp>
        <p:nvSpPr>
          <p:cNvPr id="186" name="TextBox 185">
            <a:extLst>
              <a:ext uri="{FF2B5EF4-FFF2-40B4-BE49-F238E27FC236}">
                <a16:creationId xmlns:a16="http://schemas.microsoft.com/office/drawing/2014/main" id="{617709FD-94A8-B60A-A652-9490162879DD}"/>
              </a:ext>
            </a:extLst>
          </p:cNvPr>
          <p:cNvSpPr txBox="1"/>
          <p:nvPr/>
        </p:nvSpPr>
        <p:spPr>
          <a:xfrm>
            <a:off x="8109517" y="2973998"/>
            <a:ext cx="2302155" cy="307777"/>
          </a:xfrm>
          <a:prstGeom prst="rect">
            <a:avLst/>
          </a:prstGeom>
          <a:noFill/>
        </p:spPr>
        <p:txBody>
          <a:bodyPr wrap="square" rtlCol="0">
            <a:spAutoFit/>
          </a:bodyPr>
          <a:lstStyle/>
          <a:p>
            <a:r>
              <a:rPr lang="ar-LY" sz="1400" b="1" dirty="0">
                <a:solidFill>
                  <a:schemeClr val="bg1"/>
                </a:solidFill>
                <a:latin typeface="Roboto Thin"/>
                <a:cs typeface="+mj-cs"/>
              </a:rPr>
              <a:t>الإيرادات الاجمالية (مليار)</a:t>
            </a:r>
            <a:endParaRPr lang="id-ID" sz="1400" b="1" dirty="0">
              <a:solidFill>
                <a:schemeClr val="bg1"/>
              </a:solidFill>
              <a:latin typeface="Roboto Thin"/>
              <a:cs typeface="+mj-cs"/>
            </a:endParaRPr>
          </a:p>
        </p:txBody>
      </p:sp>
      <p:grpSp>
        <p:nvGrpSpPr>
          <p:cNvPr id="187" name="Group 186">
            <a:extLst>
              <a:ext uri="{FF2B5EF4-FFF2-40B4-BE49-F238E27FC236}">
                <a16:creationId xmlns:a16="http://schemas.microsoft.com/office/drawing/2014/main" id="{AED45528-1D2E-F6B4-8D7E-30529D8E607C}"/>
              </a:ext>
            </a:extLst>
          </p:cNvPr>
          <p:cNvGrpSpPr/>
          <p:nvPr/>
        </p:nvGrpSpPr>
        <p:grpSpPr>
          <a:xfrm>
            <a:off x="8192907" y="4157949"/>
            <a:ext cx="2218765" cy="388949"/>
            <a:chOff x="8027893" y="2583618"/>
            <a:chExt cx="2218765" cy="877113"/>
          </a:xfrm>
        </p:grpSpPr>
        <p:sp>
          <p:nvSpPr>
            <p:cNvPr id="188" name="Text Placeholder 5">
              <a:extLst>
                <a:ext uri="{FF2B5EF4-FFF2-40B4-BE49-F238E27FC236}">
                  <a16:creationId xmlns:a16="http://schemas.microsoft.com/office/drawing/2014/main" id="{60DD90D7-3F78-0A94-409B-A5BDFAC69DC5}"/>
                </a:ext>
              </a:extLst>
            </p:cNvPr>
            <p:cNvSpPr txBox="1">
              <a:spLocks/>
            </p:cNvSpPr>
            <p:nvPr/>
          </p:nvSpPr>
          <p:spPr>
            <a:xfrm>
              <a:off x="8041341" y="2846037"/>
              <a:ext cx="1801659" cy="614694"/>
            </a:xfrm>
            <a:prstGeom prst="rect">
              <a:avLst/>
            </a:prstGeom>
          </p:spPr>
          <p:txBody>
            <a:bodyPr vert="horz" lIns="91440" tIns="45720" rIns="91440" bIns="45720" rtlCol="0">
              <a:noAutofit/>
            </a:bodyPr>
            <a:lstStyle>
              <a:lvl1pPr marL="0" indent="0" algn="ctr" defTabSz="914400" rtl="0" eaLnBrk="1" latinLnBrk="0" hangingPunct="1">
                <a:lnSpc>
                  <a:spcPct val="86000"/>
                </a:lnSpc>
                <a:spcBef>
                  <a:spcPts val="0"/>
                </a:spcBef>
                <a:buFont typeface="Arial" panose="020B0604020202020204" pitchFamily="34" charset="0"/>
                <a:buNone/>
                <a:defRPr sz="1600" kern="1200" baseline="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lnSpc>
                  <a:spcPct val="110000"/>
                </a:lnSpc>
              </a:pPr>
              <a:r>
                <a:rPr lang="en-US" sz="1100" b="1" dirty="0">
                  <a:solidFill>
                    <a:schemeClr val="bg1"/>
                  </a:solidFill>
                  <a:latin typeface="Roboto Thin"/>
                  <a:ea typeface="Open Sans Light" panose="020B0306030504020204" pitchFamily="34" charset="0"/>
                  <a:cs typeface="+mj-cs"/>
                </a:rPr>
                <a:t>. </a:t>
              </a:r>
              <a:endParaRPr lang="id-ID" sz="1100" b="1" dirty="0">
                <a:solidFill>
                  <a:schemeClr val="bg1"/>
                </a:solidFill>
                <a:latin typeface="Roboto Thin"/>
                <a:cs typeface="+mj-cs"/>
              </a:endParaRPr>
            </a:p>
          </p:txBody>
        </p:sp>
        <p:sp>
          <p:nvSpPr>
            <p:cNvPr id="189" name="TextBox 188">
              <a:extLst>
                <a:ext uri="{FF2B5EF4-FFF2-40B4-BE49-F238E27FC236}">
                  <a16:creationId xmlns:a16="http://schemas.microsoft.com/office/drawing/2014/main" id="{C4554B0B-824E-AADE-BFFE-9E975DE08620}"/>
                </a:ext>
              </a:extLst>
            </p:cNvPr>
            <p:cNvSpPr txBox="1"/>
            <p:nvPr/>
          </p:nvSpPr>
          <p:spPr>
            <a:xfrm>
              <a:off x="8027893" y="2583618"/>
              <a:ext cx="2218765" cy="694063"/>
            </a:xfrm>
            <a:prstGeom prst="rect">
              <a:avLst/>
            </a:prstGeom>
            <a:noFill/>
          </p:spPr>
          <p:txBody>
            <a:bodyPr wrap="square" rtlCol="0">
              <a:spAutoFit/>
            </a:bodyPr>
            <a:lstStyle/>
            <a:p>
              <a:r>
                <a:rPr lang="ar-LY" sz="1400" b="1" dirty="0">
                  <a:solidFill>
                    <a:schemeClr val="bg1"/>
                  </a:solidFill>
                  <a:latin typeface="Roboto Thin"/>
                  <a:cs typeface="+mj-cs"/>
                </a:rPr>
                <a:t>معدل رضا المشتركين</a:t>
              </a:r>
              <a:endParaRPr lang="id-ID" sz="1400" b="1" dirty="0">
                <a:solidFill>
                  <a:schemeClr val="bg1"/>
                </a:solidFill>
                <a:latin typeface="Roboto Thin"/>
                <a:cs typeface="+mj-cs"/>
              </a:endParaRPr>
            </a:p>
          </p:txBody>
        </p:sp>
      </p:grpSp>
      <p:sp>
        <p:nvSpPr>
          <p:cNvPr id="192" name="TextBox 191">
            <a:extLst>
              <a:ext uri="{FF2B5EF4-FFF2-40B4-BE49-F238E27FC236}">
                <a16:creationId xmlns:a16="http://schemas.microsoft.com/office/drawing/2014/main" id="{F2975DD1-BD7A-50ED-745D-D1FF205C0AD3}"/>
              </a:ext>
            </a:extLst>
          </p:cNvPr>
          <p:cNvSpPr txBox="1"/>
          <p:nvPr/>
        </p:nvSpPr>
        <p:spPr>
          <a:xfrm>
            <a:off x="6205817" y="5867300"/>
            <a:ext cx="1736107" cy="738664"/>
          </a:xfrm>
          <a:prstGeom prst="rect">
            <a:avLst/>
          </a:prstGeom>
          <a:noFill/>
        </p:spPr>
        <p:txBody>
          <a:bodyPr wrap="square" rtlCol="0">
            <a:spAutoFit/>
          </a:bodyPr>
          <a:lstStyle/>
          <a:p>
            <a:r>
              <a:rPr lang="ar-LY" sz="1400" b="1" dirty="0">
                <a:solidFill>
                  <a:schemeClr val="bg1"/>
                </a:solidFill>
                <a:latin typeface="Roboto Thin"/>
                <a:cs typeface="+mj-cs"/>
              </a:rPr>
              <a:t>معدل الاستهلاك الشهري (د ل)</a:t>
            </a:r>
          </a:p>
          <a:p>
            <a:endParaRPr lang="id-ID" sz="1400" b="1" dirty="0">
              <a:solidFill>
                <a:schemeClr val="bg1"/>
              </a:solidFill>
              <a:latin typeface="Roboto Thin"/>
              <a:cs typeface="+mj-cs"/>
            </a:endParaRPr>
          </a:p>
        </p:txBody>
      </p:sp>
      <p:sp>
        <p:nvSpPr>
          <p:cNvPr id="195" name="TextBox 194">
            <a:extLst>
              <a:ext uri="{FF2B5EF4-FFF2-40B4-BE49-F238E27FC236}">
                <a16:creationId xmlns:a16="http://schemas.microsoft.com/office/drawing/2014/main" id="{8CEA582F-6D8D-BF19-5104-C6DB18F79633}"/>
              </a:ext>
            </a:extLst>
          </p:cNvPr>
          <p:cNvSpPr txBox="1"/>
          <p:nvPr/>
        </p:nvSpPr>
        <p:spPr>
          <a:xfrm>
            <a:off x="1062213" y="2912740"/>
            <a:ext cx="2218765" cy="307777"/>
          </a:xfrm>
          <a:prstGeom prst="rect">
            <a:avLst/>
          </a:prstGeom>
          <a:noFill/>
        </p:spPr>
        <p:txBody>
          <a:bodyPr wrap="square" rtlCol="0">
            <a:spAutoFit/>
          </a:bodyPr>
          <a:lstStyle/>
          <a:p>
            <a:pPr algn="r"/>
            <a:r>
              <a:rPr lang="ar-LY" sz="1400" b="1" dirty="0">
                <a:solidFill>
                  <a:schemeClr val="bg1"/>
                </a:solidFill>
                <a:latin typeface="Roboto Thin"/>
                <a:cs typeface="+mj-cs"/>
              </a:rPr>
              <a:t>(مليون) مشترك نشط</a:t>
            </a:r>
            <a:endParaRPr lang="id-ID" sz="1400" b="1" dirty="0">
              <a:solidFill>
                <a:schemeClr val="bg1"/>
              </a:solidFill>
              <a:latin typeface="Roboto Thin"/>
              <a:cs typeface="+mj-cs"/>
            </a:endParaRPr>
          </a:p>
        </p:txBody>
      </p:sp>
      <p:sp>
        <p:nvSpPr>
          <p:cNvPr id="198" name="TextBox 197">
            <a:extLst>
              <a:ext uri="{FF2B5EF4-FFF2-40B4-BE49-F238E27FC236}">
                <a16:creationId xmlns:a16="http://schemas.microsoft.com/office/drawing/2014/main" id="{E1CB7320-012F-6654-788A-1FEAD88511B7}"/>
              </a:ext>
            </a:extLst>
          </p:cNvPr>
          <p:cNvSpPr txBox="1"/>
          <p:nvPr/>
        </p:nvSpPr>
        <p:spPr>
          <a:xfrm>
            <a:off x="994838" y="4274317"/>
            <a:ext cx="2218765" cy="523220"/>
          </a:xfrm>
          <a:prstGeom prst="rect">
            <a:avLst/>
          </a:prstGeom>
          <a:noFill/>
        </p:spPr>
        <p:txBody>
          <a:bodyPr wrap="square" rtlCol="0">
            <a:spAutoFit/>
          </a:bodyPr>
          <a:lstStyle/>
          <a:p>
            <a:pPr algn="r"/>
            <a:r>
              <a:rPr lang="ar-LY" sz="1400" b="1" dirty="0">
                <a:solidFill>
                  <a:schemeClr val="bg1"/>
                </a:solidFill>
                <a:latin typeface="Roboto Thin"/>
                <a:cs typeface="+mj-cs"/>
              </a:rPr>
              <a:t>مشترك انترنت الجيل الرابع</a:t>
            </a:r>
            <a:endParaRPr lang="id-ID" sz="1400" b="1" dirty="0">
              <a:solidFill>
                <a:schemeClr val="bg1"/>
              </a:solidFill>
              <a:latin typeface="Roboto Thin"/>
              <a:cs typeface="+mj-cs"/>
            </a:endParaRPr>
          </a:p>
        </p:txBody>
      </p:sp>
      <p:sp>
        <p:nvSpPr>
          <p:cNvPr id="224" name="TextBox 223">
            <a:extLst>
              <a:ext uri="{FF2B5EF4-FFF2-40B4-BE49-F238E27FC236}">
                <a16:creationId xmlns:a16="http://schemas.microsoft.com/office/drawing/2014/main" id="{75F558C6-F719-B108-5CDC-4662E1BC4559}"/>
              </a:ext>
            </a:extLst>
          </p:cNvPr>
          <p:cNvSpPr txBox="1"/>
          <p:nvPr/>
        </p:nvSpPr>
        <p:spPr>
          <a:xfrm>
            <a:off x="9579982" y="2073742"/>
            <a:ext cx="1875703" cy="369296"/>
          </a:xfrm>
          <a:prstGeom prst="rect">
            <a:avLst/>
          </a:prstGeom>
          <a:noFill/>
        </p:spPr>
        <p:txBody>
          <a:bodyPr wrap="square" lIns="182843" tIns="91422" rIns="182843" bIns="91422" rtlCol="0">
            <a:spAutoFit/>
          </a:bodyPr>
          <a:lstStyle/>
          <a:p>
            <a:r>
              <a:rPr lang="ar-LY" sz="1200" dirty="0">
                <a:solidFill>
                  <a:schemeClr val="bg1"/>
                </a:solidFill>
                <a:latin typeface="Lato Regular"/>
                <a:cs typeface="+mj-cs"/>
              </a:rPr>
              <a:t>إيرادات مؤسسات</a:t>
            </a:r>
            <a:endParaRPr lang="en-US" sz="1200" dirty="0">
              <a:solidFill>
                <a:schemeClr val="bg1"/>
              </a:solidFill>
              <a:latin typeface="Lato Regular"/>
              <a:cs typeface="+mj-cs"/>
            </a:endParaRPr>
          </a:p>
        </p:txBody>
      </p:sp>
      <p:sp>
        <p:nvSpPr>
          <p:cNvPr id="226" name="Rounded Rectangle 25">
            <a:extLst>
              <a:ext uri="{FF2B5EF4-FFF2-40B4-BE49-F238E27FC236}">
                <a16:creationId xmlns:a16="http://schemas.microsoft.com/office/drawing/2014/main" id="{1BE38BCF-6F99-FF2C-7438-D5B39A54303B}"/>
              </a:ext>
            </a:extLst>
          </p:cNvPr>
          <p:cNvSpPr/>
          <p:nvPr/>
        </p:nvSpPr>
        <p:spPr>
          <a:xfrm>
            <a:off x="9263079" y="2058353"/>
            <a:ext cx="421480" cy="400073"/>
          </a:xfrm>
          <a:prstGeom prst="roundRect">
            <a:avLst/>
          </a:prstGeom>
          <a:solidFill>
            <a:schemeClr val="bg1">
              <a:lumMod val="50000"/>
              <a:alpha val="78824"/>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id-ID" sz="1200" b="0" i="0" u="none" strike="noStrike" kern="0" cap="none" spc="0" normalizeH="0" baseline="0" noProof="0">
              <a:ln>
                <a:noFill/>
              </a:ln>
              <a:solidFill>
                <a:schemeClr val="bg1"/>
              </a:solidFill>
              <a:effectLst/>
              <a:uLnTx/>
              <a:uFillTx/>
              <a:latin typeface="Roboto Thin"/>
              <a:ea typeface="+mn-ea"/>
              <a:cs typeface="+mj-cs"/>
            </a:endParaRPr>
          </a:p>
        </p:txBody>
      </p:sp>
      <p:sp>
        <p:nvSpPr>
          <p:cNvPr id="228" name="Rectangle 227">
            <a:extLst>
              <a:ext uri="{FF2B5EF4-FFF2-40B4-BE49-F238E27FC236}">
                <a16:creationId xmlns:a16="http://schemas.microsoft.com/office/drawing/2014/main" id="{9FCC60A7-F6C2-696E-C16D-E4CC628990E6}"/>
              </a:ext>
            </a:extLst>
          </p:cNvPr>
          <p:cNvSpPr/>
          <p:nvPr/>
        </p:nvSpPr>
        <p:spPr>
          <a:xfrm>
            <a:off x="9176985" y="2094949"/>
            <a:ext cx="602089" cy="333617"/>
          </a:xfrm>
          <a:prstGeom prst="rect">
            <a:avLst/>
          </a:prstGeom>
        </p:spPr>
        <p:txBody>
          <a:bodyPr wrap="none" lIns="121920" rIns="121920" bIns="60960">
            <a:spAutoFit/>
          </a:bodyPr>
          <a:lstStyle/>
          <a:p>
            <a:pPr algn="ctr">
              <a:lnSpc>
                <a:spcPct val="89000"/>
              </a:lnSpc>
            </a:pPr>
            <a:r>
              <a:rPr lang="ar-LY" sz="1600" dirty="0">
                <a:solidFill>
                  <a:schemeClr val="bg1"/>
                </a:solidFill>
                <a:latin typeface="Roboto Thin"/>
                <a:cs typeface="+mj-cs"/>
              </a:rPr>
              <a:t>10%</a:t>
            </a:r>
            <a:endParaRPr lang="en-US" sz="1600" dirty="0">
              <a:solidFill>
                <a:schemeClr val="bg1"/>
              </a:solidFill>
              <a:latin typeface="Roboto Thin"/>
              <a:cs typeface="+mj-cs"/>
            </a:endParaRPr>
          </a:p>
        </p:txBody>
      </p:sp>
      <p:cxnSp>
        <p:nvCxnSpPr>
          <p:cNvPr id="230" name="Connector: Elbow 229">
            <a:extLst>
              <a:ext uri="{FF2B5EF4-FFF2-40B4-BE49-F238E27FC236}">
                <a16:creationId xmlns:a16="http://schemas.microsoft.com/office/drawing/2014/main" id="{303EC82E-6211-A657-90CB-093EE0C274DD}"/>
              </a:ext>
            </a:extLst>
          </p:cNvPr>
          <p:cNvCxnSpPr>
            <a:cxnSpLocks/>
          </p:cNvCxnSpPr>
          <p:nvPr/>
        </p:nvCxnSpPr>
        <p:spPr>
          <a:xfrm flipV="1">
            <a:off x="7765546" y="2261194"/>
            <a:ext cx="1411437" cy="570228"/>
          </a:xfrm>
          <a:prstGeom prst="bentConnector3">
            <a:avLst>
              <a:gd name="adj1" fmla="val -227"/>
            </a:avLst>
          </a:prstGeom>
          <a:ln>
            <a:solidFill>
              <a:schemeClr val="bg2">
                <a:lumMod val="75000"/>
              </a:schemeClr>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231" name="Connector: Elbow 230">
            <a:extLst>
              <a:ext uri="{FF2B5EF4-FFF2-40B4-BE49-F238E27FC236}">
                <a16:creationId xmlns:a16="http://schemas.microsoft.com/office/drawing/2014/main" id="{A5F20027-E5FD-56D5-24AC-C0E7FAC11C8B}"/>
              </a:ext>
            </a:extLst>
          </p:cNvPr>
          <p:cNvCxnSpPr>
            <a:cxnSpLocks/>
          </p:cNvCxnSpPr>
          <p:nvPr/>
        </p:nvCxnSpPr>
        <p:spPr>
          <a:xfrm rot="16200000" flipV="1">
            <a:off x="2527024" y="1597038"/>
            <a:ext cx="516854" cy="1844293"/>
          </a:xfrm>
          <a:prstGeom prst="bentConnector2">
            <a:avLst/>
          </a:prstGeom>
          <a:ln>
            <a:solidFill>
              <a:schemeClr val="bg2">
                <a:lumMod val="75000"/>
              </a:schemeClr>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235" name="Rounded Rectangle 25">
            <a:extLst>
              <a:ext uri="{FF2B5EF4-FFF2-40B4-BE49-F238E27FC236}">
                <a16:creationId xmlns:a16="http://schemas.microsoft.com/office/drawing/2014/main" id="{2CC841BE-CFD0-F220-252F-F4ECDA74F822}"/>
              </a:ext>
            </a:extLst>
          </p:cNvPr>
          <p:cNvSpPr/>
          <p:nvPr/>
        </p:nvSpPr>
        <p:spPr>
          <a:xfrm>
            <a:off x="1351520" y="2132640"/>
            <a:ext cx="421480" cy="400073"/>
          </a:xfrm>
          <a:prstGeom prst="roundRect">
            <a:avLst/>
          </a:prstGeom>
          <a:solidFill>
            <a:schemeClr val="bg1">
              <a:lumMod val="50000"/>
              <a:alpha val="78824"/>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id-ID" sz="1200" b="0" i="0" u="none" strike="noStrike" kern="0" cap="none" spc="0" normalizeH="0" baseline="0" noProof="0">
              <a:ln>
                <a:noFill/>
              </a:ln>
              <a:solidFill>
                <a:schemeClr val="bg1"/>
              </a:solidFill>
              <a:effectLst/>
              <a:uLnTx/>
              <a:uFillTx/>
              <a:latin typeface="Roboto Thin"/>
              <a:ea typeface="+mn-ea"/>
              <a:cs typeface="+mj-cs"/>
            </a:endParaRPr>
          </a:p>
        </p:txBody>
      </p:sp>
      <p:sp>
        <p:nvSpPr>
          <p:cNvPr id="236" name="Rectangle 235">
            <a:extLst>
              <a:ext uri="{FF2B5EF4-FFF2-40B4-BE49-F238E27FC236}">
                <a16:creationId xmlns:a16="http://schemas.microsoft.com/office/drawing/2014/main" id="{F5299B9F-C8ED-A9BA-711A-B7C362B00153}"/>
              </a:ext>
            </a:extLst>
          </p:cNvPr>
          <p:cNvSpPr/>
          <p:nvPr/>
        </p:nvSpPr>
        <p:spPr>
          <a:xfrm>
            <a:off x="1305299" y="2169235"/>
            <a:ext cx="513922" cy="333617"/>
          </a:xfrm>
          <a:prstGeom prst="rect">
            <a:avLst/>
          </a:prstGeom>
        </p:spPr>
        <p:txBody>
          <a:bodyPr wrap="none" lIns="121920" rIns="121920" bIns="60960">
            <a:spAutoFit/>
          </a:bodyPr>
          <a:lstStyle/>
          <a:p>
            <a:pPr algn="ctr">
              <a:lnSpc>
                <a:spcPct val="89000"/>
              </a:lnSpc>
            </a:pPr>
            <a:r>
              <a:rPr lang="ar-LY" sz="1600" dirty="0">
                <a:solidFill>
                  <a:schemeClr val="bg1"/>
                </a:solidFill>
                <a:latin typeface="Roboto Thin"/>
                <a:cs typeface="+mj-cs"/>
              </a:rPr>
              <a:t>5%</a:t>
            </a:r>
            <a:endParaRPr lang="en-US" sz="1600" dirty="0">
              <a:solidFill>
                <a:schemeClr val="bg1"/>
              </a:solidFill>
              <a:latin typeface="Roboto Thin"/>
              <a:cs typeface="+mj-cs"/>
            </a:endParaRPr>
          </a:p>
        </p:txBody>
      </p:sp>
      <p:sp>
        <p:nvSpPr>
          <p:cNvPr id="240" name="TextBox 239">
            <a:extLst>
              <a:ext uri="{FF2B5EF4-FFF2-40B4-BE49-F238E27FC236}">
                <a16:creationId xmlns:a16="http://schemas.microsoft.com/office/drawing/2014/main" id="{E76C3FED-ABCC-24F5-9286-B455BD16C63F}"/>
              </a:ext>
            </a:extLst>
          </p:cNvPr>
          <p:cNvSpPr txBox="1"/>
          <p:nvPr/>
        </p:nvSpPr>
        <p:spPr>
          <a:xfrm>
            <a:off x="126865" y="2189778"/>
            <a:ext cx="1224656" cy="369296"/>
          </a:xfrm>
          <a:prstGeom prst="rect">
            <a:avLst/>
          </a:prstGeom>
          <a:noFill/>
        </p:spPr>
        <p:txBody>
          <a:bodyPr wrap="square" lIns="182843" tIns="91422" rIns="182843" bIns="91422" rtlCol="0">
            <a:spAutoFit/>
          </a:bodyPr>
          <a:lstStyle/>
          <a:p>
            <a:r>
              <a:rPr lang="ar-LY" sz="1200" dirty="0">
                <a:solidFill>
                  <a:schemeClr val="bg1"/>
                </a:solidFill>
                <a:latin typeface="Lato Regular"/>
                <a:cs typeface="+mj-cs"/>
              </a:rPr>
              <a:t>معدل النزوح</a:t>
            </a:r>
            <a:endParaRPr lang="en-US" sz="1200" dirty="0">
              <a:solidFill>
                <a:schemeClr val="bg1"/>
              </a:solidFill>
              <a:latin typeface="Lato Regular"/>
              <a:cs typeface="+mj-cs"/>
            </a:endParaRPr>
          </a:p>
        </p:txBody>
      </p:sp>
      <p:cxnSp>
        <p:nvCxnSpPr>
          <p:cNvPr id="241" name="Connector: Elbow 240">
            <a:extLst>
              <a:ext uri="{FF2B5EF4-FFF2-40B4-BE49-F238E27FC236}">
                <a16:creationId xmlns:a16="http://schemas.microsoft.com/office/drawing/2014/main" id="{8F884811-1840-37D0-7F99-BB95ED4161FD}"/>
              </a:ext>
            </a:extLst>
          </p:cNvPr>
          <p:cNvCxnSpPr>
            <a:cxnSpLocks/>
            <a:endCxn id="272" idx="1"/>
          </p:cNvCxnSpPr>
          <p:nvPr/>
        </p:nvCxnSpPr>
        <p:spPr>
          <a:xfrm>
            <a:off x="7791819" y="4631905"/>
            <a:ext cx="1369308" cy="353720"/>
          </a:xfrm>
          <a:prstGeom prst="bentConnector3">
            <a:avLst>
              <a:gd name="adj1" fmla="val 479"/>
            </a:avLst>
          </a:prstGeom>
          <a:ln>
            <a:solidFill>
              <a:schemeClr val="bg2">
                <a:lumMod val="75000"/>
              </a:schemeClr>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244" name="TextBox 243">
            <a:extLst>
              <a:ext uri="{FF2B5EF4-FFF2-40B4-BE49-F238E27FC236}">
                <a16:creationId xmlns:a16="http://schemas.microsoft.com/office/drawing/2014/main" id="{41B24C64-B8E6-B896-575E-D5AE54D88B8E}"/>
              </a:ext>
            </a:extLst>
          </p:cNvPr>
          <p:cNvSpPr txBox="1"/>
          <p:nvPr/>
        </p:nvSpPr>
        <p:spPr>
          <a:xfrm>
            <a:off x="9473820" y="4801539"/>
            <a:ext cx="1875703" cy="369296"/>
          </a:xfrm>
          <a:prstGeom prst="rect">
            <a:avLst/>
          </a:prstGeom>
          <a:noFill/>
        </p:spPr>
        <p:txBody>
          <a:bodyPr wrap="square" lIns="182843" tIns="91422" rIns="182843" bIns="91422" rtlCol="0">
            <a:spAutoFit/>
          </a:bodyPr>
          <a:lstStyle/>
          <a:p>
            <a:r>
              <a:rPr lang="ar-LY" sz="1200" dirty="0">
                <a:solidFill>
                  <a:schemeClr val="bg1"/>
                </a:solidFill>
                <a:latin typeface="Lato Regular"/>
                <a:cs typeface="+mj-cs"/>
              </a:rPr>
              <a:t>معدل الاستجابة</a:t>
            </a:r>
            <a:endParaRPr lang="en-US" sz="1200" dirty="0">
              <a:solidFill>
                <a:schemeClr val="bg1"/>
              </a:solidFill>
              <a:latin typeface="Lato Regular"/>
              <a:cs typeface="+mj-cs"/>
            </a:endParaRPr>
          </a:p>
        </p:txBody>
      </p:sp>
      <p:sp>
        <p:nvSpPr>
          <p:cNvPr id="245" name="Rounded Rectangle 25">
            <a:extLst>
              <a:ext uri="{FF2B5EF4-FFF2-40B4-BE49-F238E27FC236}">
                <a16:creationId xmlns:a16="http://schemas.microsoft.com/office/drawing/2014/main" id="{1EB1BACD-BB98-B8F0-11F4-B827FB20F55D}"/>
              </a:ext>
            </a:extLst>
          </p:cNvPr>
          <p:cNvSpPr/>
          <p:nvPr/>
        </p:nvSpPr>
        <p:spPr>
          <a:xfrm>
            <a:off x="9161127" y="4786151"/>
            <a:ext cx="421480" cy="400073"/>
          </a:xfrm>
          <a:prstGeom prst="roundRect">
            <a:avLst/>
          </a:prstGeom>
          <a:solidFill>
            <a:srgbClr val="BE81BD">
              <a:alpha val="78824"/>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id-ID" sz="1200" b="0" i="0" u="none" strike="noStrike" kern="0" cap="none" spc="0" normalizeH="0" baseline="0" noProof="0">
              <a:ln>
                <a:noFill/>
              </a:ln>
              <a:solidFill>
                <a:schemeClr val="bg1"/>
              </a:solidFill>
              <a:effectLst/>
              <a:uLnTx/>
              <a:uFillTx/>
              <a:latin typeface="Roboto Thin"/>
              <a:ea typeface="+mn-ea"/>
              <a:cs typeface="+mj-cs"/>
            </a:endParaRPr>
          </a:p>
        </p:txBody>
      </p:sp>
      <p:cxnSp>
        <p:nvCxnSpPr>
          <p:cNvPr id="247" name="Connector: Elbow 246">
            <a:extLst>
              <a:ext uri="{FF2B5EF4-FFF2-40B4-BE49-F238E27FC236}">
                <a16:creationId xmlns:a16="http://schemas.microsoft.com/office/drawing/2014/main" id="{5B130ACF-9CCA-7840-F243-25AE1039984C}"/>
              </a:ext>
            </a:extLst>
          </p:cNvPr>
          <p:cNvCxnSpPr>
            <a:cxnSpLocks/>
            <a:endCxn id="273" idx="1"/>
          </p:cNvCxnSpPr>
          <p:nvPr/>
        </p:nvCxnSpPr>
        <p:spPr>
          <a:xfrm>
            <a:off x="7800296" y="4555926"/>
            <a:ext cx="1370494" cy="987492"/>
          </a:xfrm>
          <a:prstGeom prst="bentConnector3">
            <a:avLst>
              <a:gd name="adj1" fmla="val -228"/>
            </a:avLst>
          </a:prstGeom>
          <a:ln>
            <a:solidFill>
              <a:schemeClr val="bg2">
                <a:lumMod val="75000"/>
              </a:schemeClr>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250" name="TextBox 249">
            <a:extLst>
              <a:ext uri="{FF2B5EF4-FFF2-40B4-BE49-F238E27FC236}">
                <a16:creationId xmlns:a16="http://schemas.microsoft.com/office/drawing/2014/main" id="{36549E55-E936-4821-257A-1619649AA360}"/>
              </a:ext>
            </a:extLst>
          </p:cNvPr>
          <p:cNvSpPr txBox="1"/>
          <p:nvPr/>
        </p:nvSpPr>
        <p:spPr>
          <a:xfrm>
            <a:off x="9473819" y="5358771"/>
            <a:ext cx="1875703" cy="553961"/>
          </a:xfrm>
          <a:prstGeom prst="rect">
            <a:avLst/>
          </a:prstGeom>
          <a:noFill/>
        </p:spPr>
        <p:txBody>
          <a:bodyPr wrap="square" lIns="182843" tIns="91422" rIns="182843" bIns="91422" rtlCol="0">
            <a:spAutoFit/>
          </a:bodyPr>
          <a:lstStyle/>
          <a:p>
            <a:r>
              <a:rPr lang="ar-LY" sz="1200" dirty="0">
                <a:solidFill>
                  <a:schemeClr val="bg1"/>
                </a:solidFill>
                <a:latin typeface="Lato Regular"/>
                <a:cs typeface="+mj-cs"/>
              </a:rPr>
              <a:t>المكالمات التي تم الرد عليها</a:t>
            </a:r>
            <a:endParaRPr lang="en-US" sz="1200" dirty="0">
              <a:solidFill>
                <a:schemeClr val="bg1"/>
              </a:solidFill>
              <a:latin typeface="Lato Regular"/>
              <a:cs typeface="+mj-cs"/>
            </a:endParaRPr>
          </a:p>
        </p:txBody>
      </p:sp>
      <p:sp>
        <p:nvSpPr>
          <p:cNvPr id="251" name="Rounded Rectangle 25">
            <a:extLst>
              <a:ext uri="{FF2B5EF4-FFF2-40B4-BE49-F238E27FC236}">
                <a16:creationId xmlns:a16="http://schemas.microsoft.com/office/drawing/2014/main" id="{6EE2357B-338D-6D08-DA2A-F5BDE789BC2C}"/>
              </a:ext>
            </a:extLst>
          </p:cNvPr>
          <p:cNvSpPr/>
          <p:nvPr/>
        </p:nvSpPr>
        <p:spPr>
          <a:xfrm>
            <a:off x="9170790" y="5343382"/>
            <a:ext cx="421480" cy="400073"/>
          </a:xfrm>
          <a:prstGeom prst="roundRect">
            <a:avLst/>
          </a:prstGeom>
          <a:solidFill>
            <a:srgbClr val="BE81BD">
              <a:alpha val="78824"/>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id-ID" sz="1200" b="0" i="0" u="none" strike="noStrike" kern="0" cap="none" spc="0" normalizeH="0" baseline="0" noProof="0">
              <a:ln>
                <a:noFill/>
              </a:ln>
              <a:solidFill>
                <a:schemeClr val="bg1"/>
              </a:solidFill>
              <a:effectLst/>
              <a:uLnTx/>
              <a:uFillTx/>
              <a:latin typeface="Roboto Thin"/>
              <a:ea typeface="+mn-ea"/>
              <a:cs typeface="+mj-cs"/>
            </a:endParaRPr>
          </a:p>
        </p:txBody>
      </p:sp>
      <p:sp>
        <p:nvSpPr>
          <p:cNvPr id="253" name="Rounded Rectangle 25">
            <a:extLst>
              <a:ext uri="{FF2B5EF4-FFF2-40B4-BE49-F238E27FC236}">
                <a16:creationId xmlns:a16="http://schemas.microsoft.com/office/drawing/2014/main" id="{CE22697D-35AF-7538-8C15-A7368793D157}"/>
              </a:ext>
            </a:extLst>
          </p:cNvPr>
          <p:cNvSpPr/>
          <p:nvPr/>
        </p:nvSpPr>
        <p:spPr>
          <a:xfrm>
            <a:off x="2426168" y="6058122"/>
            <a:ext cx="421480" cy="400073"/>
          </a:xfrm>
          <a:prstGeom prst="roundRect">
            <a:avLst/>
          </a:prstGeom>
          <a:solidFill>
            <a:schemeClr val="bg1">
              <a:lumMod val="50000"/>
              <a:alpha val="78824"/>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id-ID" sz="1200" b="0" i="0" u="none" strike="noStrike" kern="0" cap="none" spc="0" normalizeH="0" baseline="0" noProof="0">
              <a:ln>
                <a:noFill/>
              </a:ln>
              <a:solidFill>
                <a:schemeClr val="bg1"/>
              </a:solidFill>
              <a:effectLst/>
              <a:uLnTx/>
              <a:uFillTx/>
              <a:latin typeface="Roboto Thin"/>
              <a:ea typeface="+mn-ea"/>
              <a:cs typeface="+mj-cs"/>
            </a:endParaRPr>
          </a:p>
        </p:txBody>
      </p:sp>
      <p:cxnSp>
        <p:nvCxnSpPr>
          <p:cNvPr id="254" name="Connector: Elbow 253">
            <a:extLst>
              <a:ext uri="{FF2B5EF4-FFF2-40B4-BE49-F238E27FC236}">
                <a16:creationId xmlns:a16="http://schemas.microsoft.com/office/drawing/2014/main" id="{9683C291-8C59-FBBF-195A-E293C7B1F9AC}"/>
              </a:ext>
            </a:extLst>
          </p:cNvPr>
          <p:cNvCxnSpPr>
            <a:cxnSpLocks/>
            <a:stCxn id="178" idx="1"/>
            <a:endCxn id="253" idx="3"/>
          </p:cNvCxnSpPr>
          <p:nvPr/>
        </p:nvCxnSpPr>
        <p:spPr>
          <a:xfrm rot="10800000" flipV="1">
            <a:off x="2847648" y="6076029"/>
            <a:ext cx="2652634" cy="182129"/>
          </a:xfrm>
          <a:prstGeom prst="bentConnector3">
            <a:avLst>
              <a:gd name="adj1" fmla="val 50000"/>
            </a:avLst>
          </a:prstGeom>
          <a:ln>
            <a:solidFill>
              <a:schemeClr val="bg2">
                <a:lumMod val="75000"/>
              </a:schemeClr>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258" name="Connector: Elbow 257">
            <a:extLst>
              <a:ext uri="{FF2B5EF4-FFF2-40B4-BE49-F238E27FC236}">
                <a16:creationId xmlns:a16="http://schemas.microsoft.com/office/drawing/2014/main" id="{47D21013-470B-C3DF-DB43-CC45C2DD4973}"/>
              </a:ext>
            </a:extLst>
          </p:cNvPr>
          <p:cNvCxnSpPr>
            <a:cxnSpLocks/>
            <a:stCxn id="179" idx="2"/>
            <a:endCxn id="253" idx="0"/>
          </p:cNvCxnSpPr>
          <p:nvPr/>
        </p:nvCxnSpPr>
        <p:spPr>
          <a:xfrm rot="5400000">
            <a:off x="2483910" y="4869185"/>
            <a:ext cx="1341936" cy="1035939"/>
          </a:xfrm>
          <a:prstGeom prst="bentConnector3">
            <a:avLst>
              <a:gd name="adj1" fmla="val 50000"/>
            </a:avLst>
          </a:prstGeom>
          <a:ln>
            <a:solidFill>
              <a:schemeClr val="bg2">
                <a:lumMod val="75000"/>
              </a:schemeClr>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272" name="Rounded Rectangle 25">
            <a:extLst>
              <a:ext uri="{FF2B5EF4-FFF2-40B4-BE49-F238E27FC236}">
                <a16:creationId xmlns:a16="http://schemas.microsoft.com/office/drawing/2014/main" id="{3F031129-D31C-5D74-032E-DCF57E820A5F}"/>
              </a:ext>
            </a:extLst>
          </p:cNvPr>
          <p:cNvSpPr/>
          <p:nvPr/>
        </p:nvSpPr>
        <p:spPr>
          <a:xfrm>
            <a:off x="9161127" y="4785588"/>
            <a:ext cx="421480" cy="400073"/>
          </a:xfrm>
          <a:prstGeom prst="roundRect">
            <a:avLst/>
          </a:prstGeom>
          <a:solidFill>
            <a:schemeClr val="bg1">
              <a:lumMod val="50000"/>
              <a:alpha val="78824"/>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ar-LY" sz="800" kern="0" dirty="0">
                <a:solidFill>
                  <a:schemeClr val="bg1"/>
                </a:solidFill>
                <a:latin typeface="Roboto Thin"/>
                <a:cs typeface="+mj-cs"/>
              </a:rPr>
              <a:t>95 </a:t>
            </a:r>
            <a:r>
              <a:rPr lang="en-US" sz="800" kern="0" dirty="0">
                <a:solidFill>
                  <a:schemeClr val="bg1"/>
                </a:solidFill>
                <a:latin typeface="Roboto Thin"/>
                <a:cs typeface="+mj-cs"/>
              </a:rPr>
              <a:t>s</a:t>
            </a:r>
            <a:endParaRPr kumimoji="0" lang="id-ID" sz="800" b="0" i="0" u="none" strike="noStrike" kern="0" cap="none" spc="0" normalizeH="0" baseline="0" noProof="0" dirty="0">
              <a:ln>
                <a:noFill/>
              </a:ln>
              <a:solidFill>
                <a:schemeClr val="bg1"/>
              </a:solidFill>
              <a:effectLst/>
              <a:uLnTx/>
              <a:uFillTx/>
              <a:latin typeface="Roboto Thin"/>
              <a:ea typeface="+mn-ea"/>
              <a:cs typeface="+mj-cs"/>
            </a:endParaRPr>
          </a:p>
        </p:txBody>
      </p:sp>
      <p:sp>
        <p:nvSpPr>
          <p:cNvPr id="273" name="Rounded Rectangle 25">
            <a:extLst>
              <a:ext uri="{FF2B5EF4-FFF2-40B4-BE49-F238E27FC236}">
                <a16:creationId xmlns:a16="http://schemas.microsoft.com/office/drawing/2014/main" id="{88281532-369C-B1EC-273E-C2C02467D878}"/>
              </a:ext>
            </a:extLst>
          </p:cNvPr>
          <p:cNvSpPr/>
          <p:nvPr/>
        </p:nvSpPr>
        <p:spPr>
          <a:xfrm>
            <a:off x="9170790" y="5343381"/>
            <a:ext cx="421480" cy="400073"/>
          </a:xfrm>
          <a:prstGeom prst="roundRect">
            <a:avLst/>
          </a:prstGeom>
          <a:solidFill>
            <a:schemeClr val="bg1">
              <a:lumMod val="50000"/>
              <a:alpha val="78824"/>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ar-LY" sz="700" b="0" i="0" u="none" strike="noStrike" kern="0" cap="none" spc="0" normalizeH="0" baseline="0" noProof="0" dirty="0">
                <a:ln>
                  <a:noFill/>
                </a:ln>
                <a:solidFill>
                  <a:schemeClr val="bg1"/>
                </a:solidFill>
                <a:effectLst/>
                <a:uLnTx/>
                <a:uFillTx/>
                <a:latin typeface="Roboto Thin"/>
                <a:ea typeface="+mn-ea"/>
                <a:cs typeface="+mj-cs"/>
              </a:rPr>
              <a:t>95%</a:t>
            </a:r>
            <a:endParaRPr kumimoji="0" lang="id-ID" sz="700" b="0" i="0" u="none" strike="noStrike" kern="0" cap="none" spc="0" normalizeH="0" baseline="0" noProof="0" dirty="0">
              <a:ln>
                <a:noFill/>
              </a:ln>
              <a:solidFill>
                <a:schemeClr val="bg1"/>
              </a:solidFill>
              <a:effectLst/>
              <a:uLnTx/>
              <a:uFillTx/>
              <a:latin typeface="Roboto Thin"/>
              <a:ea typeface="+mn-ea"/>
              <a:cs typeface="+mj-cs"/>
            </a:endParaRPr>
          </a:p>
        </p:txBody>
      </p:sp>
      <p:sp>
        <p:nvSpPr>
          <p:cNvPr id="274" name="TextBox 273">
            <a:extLst>
              <a:ext uri="{FF2B5EF4-FFF2-40B4-BE49-F238E27FC236}">
                <a16:creationId xmlns:a16="http://schemas.microsoft.com/office/drawing/2014/main" id="{66B78612-955E-E19F-33CC-67D5BE0D3252}"/>
              </a:ext>
            </a:extLst>
          </p:cNvPr>
          <p:cNvSpPr txBox="1"/>
          <p:nvPr/>
        </p:nvSpPr>
        <p:spPr>
          <a:xfrm>
            <a:off x="835054" y="5871303"/>
            <a:ext cx="1690301" cy="553961"/>
          </a:xfrm>
          <a:prstGeom prst="rect">
            <a:avLst/>
          </a:prstGeom>
          <a:noFill/>
        </p:spPr>
        <p:txBody>
          <a:bodyPr wrap="square" lIns="182843" tIns="91422" rIns="182843" bIns="91422" rtlCol="0">
            <a:spAutoFit/>
          </a:bodyPr>
          <a:lstStyle/>
          <a:p>
            <a:r>
              <a:rPr lang="ar-LY" sz="1200" dirty="0">
                <a:solidFill>
                  <a:schemeClr val="bg1"/>
                </a:solidFill>
                <a:latin typeface="Lato Regular"/>
                <a:cs typeface="+mj-cs"/>
              </a:rPr>
              <a:t>معدل الاستهلاك الشهري للأنترنت</a:t>
            </a:r>
            <a:endParaRPr lang="en-US" sz="1200" dirty="0">
              <a:solidFill>
                <a:schemeClr val="bg1"/>
              </a:solidFill>
              <a:latin typeface="Lato Regular"/>
              <a:cs typeface="+mj-cs"/>
            </a:endParaRPr>
          </a:p>
        </p:txBody>
      </p:sp>
      <p:sp>
        <p:nvSpPr>
          <p:cNvPr id="285" name="TextBox 284">
            <a:extLst>
              <a:ext uri="{FF2B5EF4-FFF2-40B4-BE49-F238E27FC236}">
                <a16:creationId xmlns:a16="http://schemas.microsoft.com/office/drawing/2014/main" id="{B041EDEC-9F6F-5805-3314-297DA50EA840}"/>
              </a:ext>
            </a:extLst>
          </p:cNvPr>
          <p:cNvSpPr txBox="1"/>
          <p:nvPr/>
        </p:nvSpPr>
        <p:spPr>
          <a:xfrm>
            <a:off x="9592270" y="1569058"/>
            <a:ext cx="1875703" cy="553961"/>
          </a:xfrm>
          <a:prstGeom prst="rect">
            <a:avLst/>
          </a:prstGeom>
          <a:noFill/>
        </p:spPr>
        <p:txBody>
          <a:bodyPr wrap="square" lIns="182843" tIns="91422" rIns="182843" bIns="91422" rtlCol="0">
            <a:spAutoFit/>
          </a:bodyPr>
          <a:lstStyle/>
          <a:p>
            <a:r>
              <a:rPr lang="ar-LY" sz="1200" dirty="0">
                <a:solidFill>
                  <a:schemeClr val="bg1"/>
                </a:solidFill>
                <a:latin typeface="Lato Regular"/>
                <a:cs typeface="+mj-cs"/>
              </a:rPr>
              <a:t>إيرادات مشتركين افراد</a:t>
            </a:r>
            <a:endParaRPr lang="en-US" sz="1200" dirty="0">
              <a:solidFill>
                <a:schemeClr val="bg1"/>
              </a:solidFill>
              <a:latin typeface="Lato Regular"/>
              <a:cs typeface="+mj-cs"/>
            </a:endParaRPr>
          </a:p>
        </p:txBody>
      </p:sp>
      <p:sp>
        <p:nvSpPr>
          <p:cNvPr id="286" name="Rounded Rectangle 25">
            <a:extLst>
              <a:ext uri="{FF2B5EF4-FFF2-40B4-BE49-F238E27FC236}">
                <a16:creationId xmlns:a16="http://schemas.microsoft.com/office/drawing/2014/main" id="{7B2CABE9-96C7-1242-D16B-16622DE658E3}"/>
              </a:ext>
            </a:extLst>
          </p:cNvPr>
          <p:cNvSpPr/>
          <p:nvPr/>
        </p:nvSpPr>
        <p:spPr>
          <a:xfrm>
            <a:off x="9275367" y="1553669"/>
            <a:ext cx="421480" cy="400073"/>
          </a:xfrm>
          <a:prstGeom prst="roundRect">
            <a:avLst/>
          </a:prstGeom>
          <a:solidFill>
            <a:schemeClr val="bg1">
              <a:lumMod val="50000"/>
              <a:alpha val="78824"/>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id-ID" sz="1200" b="0" i="0" u="none" strike="noStrike" kern="0" cap="none" spc="0" normalizeH="0" baseline="0" noProof="0">
              <a:ln>
                <a:noFill/>
              </a:ln>
              <a:solidFill>
                <a:schemeClr val="bg1"/>
              </a:solidFill>
              <a:effectLst/>
              <a:uLnTx/>
              <a:uFillTx/>
              <a:latin typeface="Roboto Thin"/>
              <a:ea typeface="+mn-ea"/>
              <a:cs typeface="+mj-cs"/>
            </a:endParaRPr>
          </a:p>
        </p:txBody>
      </p:sp>
      <p:sp>
        <p:nvSpPr>
          <p:cNvPr id="287" name="Rectangle 286">
            <a:extLst>
              <a:ext uri="{FF2B5EF4-FFF2-40B4-BE49-F238E27FC236}">
                <a16:creationId xmlns:a16="http://schemas.microsoft.com/office/drawing/2014/main" id="{DC867A7A-3140-1181-B07D-28CD6A87374C}"/>
              </a:ext>
            </a:extLst>
          </p:cNvPr>
          <p:cNvSpPr/>
          <p:nvPr/>
        </p:nvSpPr>
        <p:spPr>
          <a:xfrm>
            <a:off x="9175647" y="1590265"/>
            <a:ext cx="629339" cy="333617"/>
          </a:xfrm>
          <a:prstGeom prst="rect">
            <a:avLst/>
          </a:prstGeom>
        </p:spPr>
        <p:txBody>
          <a:bodyPr wrap="none" lIns="121920" rIns="121920" bIns="60960">
            <a:spAutoFit/>
          </a:bodyPr>
          <a:lstStyle/>
          <a:p>
            <a:pPr algn="ctr">
              <a:lnSpc>
                <a:spcPct val="89000"/>
              </a:lnSpc>
            </a:pPr>
            <a:r>
              <a:rPr lang="ar-LY" sz="1600" dirty="0">
                <a:solidFill>
                  <a:schemeClr val="bg1"/>
                </a:solidFill>
                <a:latin typeface="Roboto Thin"/>
                <a:cs typeface="+mj-cs"/>
              </a:rPr>
              <a:t>60%</a:t>
            </a:r>
            <a:endParaRPr lang="en-US" sz="1600" dirty="0">
              <a:solidFill>
                <a:schemeClr val="bg1"/>
              </a:solidFill>
              <a:latin typeface="Roboto Thin"/>
              <a:cs typeface="+mj-cs"/>
            </a:endParaRPr>
          </a:p>
        </p:txBody>
      </p:sp>
      <p:cxnSp>
        <p:nvCxnSpPr>
          <p:cNvPr id="288" name="Connector: Elbow 287">
            <a:extLst>
              <a:ext uri="{FF2B5EF4-FFF2-40B4-BE49-F238E27FC236}">
                <a16:creationId xmlns:a16="http://schemas.microsoft.com/office/drawing/2014/main" id="{53999FB8-8940-ACFE-0604-D58CB51EB424}"/>
              </a:ext>
            </a:extLst>
          </p:cNvPr>
          <p:cNvCxnSpPr>
            <a:cxnSpLocks/>
            <a:endCxn id="287" idx="1"/>
          </p:cNvCxnSpPr>
          <p:nvPr/>
        </p:nvCxnSpPr>
        <p:spPr>
          <a:xfrm flipV="1">
            <a:off x="7777835" y="1757074"/>
            <a:ext cx="1397812" cy="570228"/>
          </a:xfrm>
          <a:prstGeom prst="bentConnector3">
            <a:avLst>
              <a:gd name="adj1" fmla="val -1451"/>
            </a:avLst>
          </a:prstGeom>
          <a:ln>
            <a:solidFill>
              <a:schemeClr val="bg2">
                <a:lumMod val="75000"/>
              </a:schemeClr>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289" name="TextBox 288">
            <a:extLst>
              <a:ext uri="{FF2B5EF4-FFF2-40B4-BE49-F238E27FC236}">
                <a16:creationId xmlns:a16="http://schemas.microsoft.com/office/drawing/2014/main" id="{AD097C10-03E9-6299-D290-A3AF2130CC72}"/>
              </a:ext>
            </a:extLst>
          </p:cNvPr>
          <p:cNvSpPr txBox="1"/>
          <p:nvPr/>
        </p:nvSpPr>
        <p:spPr>
          <a:xfrm>
            <a:off x="9592270" y="1086615"/>
            <a:ext cx="1875703" cy="369296"/>
          </a:xfrm>
          <a:prstGeom prst="rect">
            <a:avLst/>
          </a:prstGeom>
          <a:noFill/>
        </p:spPr>
        <p:txBody>
          <a:bodyPr wrap="square" lIns="182843" tIns="91422" rIns="182843" bIns="91422" rtlCol="0">
            <a:spAutoFit/>
          </a:bodyPr>
          <a:lstStyle/>
          <a:p>
            <a:r>
              <a:rPr lang="ar-LY" sz="1200" dirty="0">
                <a:solidFill>
                  <a:schemeClr val="bg1"/>
                </a:solidFill>
                <a:latin typeface="Lato Regular"/>
                <a:cs typeface="+mj-cs"/>
              </a:rPr>
              <a:t>إيرادات خدمات أخرى </a:t>
            </a:r>
            <a:r>
              <a:rPr lang="id-ID" sz="1200" dirty="0">
                <a:solidFill>
                  <a:schemeClr val="bg1"/>
                </a:solidFill>
                <a:latin typeface="Lato Regular"/>
                <a:cs typeface="+mj-cs"/>
              </a:rPr>
              <a:t> </a:t>
            </a:r>
            <a:endParaRPr lang="en-US" sz="1200" dirty="0">
              <a:solidFill>
                <a:schemeClr val="bg1"/>
              </a:solidFill>
              <a:latin typeface="Lato Regular"/>
              <a:cs typeface="+mj-cs"/>
            </a:endParaRPr>
          </a:p>
        </p:txBody>
      </p:sp>
      <p:sp>
        <p:nvSpPr>
          <p:cNvPr id="290" name="Rounded Rectangle 25">
            <a:extLst>
              <a:ext uri="{FF2B5EF4-FFF2-40B4-BE49-F238E27FC236}">
                <a16:creationId xmlns:a16="http://schemas.microsoft.com/office/drawing/2014/main" id="{C8E04635-F4FC-1DC0-8DC5-95AD0A340B2E}"/>
              </a:ext>
            </a:extLst>
          </p:cNvPr>
          <p:cNvSpPr/>
          <p:nvPr/>
        </p:nvSpPr>
        <p:spPr>
          <a:xfrm>
            <a:off x="9275367" y="1071226"/>
            <a:ext cx="421480" cy="400073"/>
          </a:xfrm>
          <a:prstGeom prst="roundRect">
            <a:avLst/>
          </a:prstGeom>
          <a:solidFill>
            <a:schemeClr val="bg1">
              <a:lumMod val="50000"/>
              <a:alpha val="78824"/>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id-ID" sz="1200" b="0" i="0" u="none" strike="noStrike" kern="0" cap="none" spc="0" normalizeH="0" baseline="0" noProof="0">
              <a:ln>
                <a:noFill/>
              </a:ln>
              <a:solidFill>
                <a:schemeClr val="bg1"/>
              </a:solidFill>
              <a:effectLst/>
              <a:uLnTx/>
              <a:uFillTx/>
              <a:latin typeface="Roboto Thin"/>
              <a:ea typeface="+mn-ea"/>
              <a:cs typeface="+mj-cs"/>
            </a:endParaRPr>
          </a:p>
        </p:txBody>
      </p:sp>
      <p:sp>
        <p:nvSpPr>
          <p:cNvPr id="291" name="Rectangle 290">
            <a:extLst>
              <a:ext uri="{FF2B5EF4-FFF2-40B4-BE49-F238E27FC236}">
                <a16:creationId xmlns:a16="http://schemas.microsoft.com/office/drawing/2014/main" id="{DE1541B2-9F4D-631B-63EC-485F1D3D0B22}"/>
              </a:ext>
            </a:extLst>
          </p:cNvPr>
          <p:cNvSpPr/>
          <p:nvPr/>
        </p:nvSpPr>
        <p:spPr>
          <a:xfrm>
            <a:off x="9178854" y="1107822"/>
            <a:ext cx="622927" cy="333617"/>
          </a:xfrm>
          <a:prstGeom prst="rect">
            <a:avLst/>
          </a:prstGeom>
        </p:spPr>
        <p:txBody>
          <a:bodyPr wrap="none" lIns="121920" rIns="121920" bIns="60960">
            <a:spAutoFit/>
          </a:bodyPr>
          <a:lstStyle/>
          <a:p>
            <a:pPr algn="ctr">
              <a:lnSpc>
                <a:spcPct val="89000"/>
              </a:lnSpc>
            </a:pPr>
            <a:r>
              <a:rPr lang="ar-LY" sz="1600" dirty="0">
                <a:solidFill>
                  <a:schemeClr val="bg1"/>
                </a:solidFill>
                <a:latin typeface="Roboto Thin"/>
                <a:cs typeface="+mj-cs"/>
              </a:rPr>
              <a:t>30%</a:t>
            </a:r>
            <a:endParaRPr lang="en-US" sz="1600" dirty="0">
              <a:solidFill>
                <a:schemeClr val="bg1"/>
              </a:solidFill>
              <a:latin typeface="Roboto Thin"/>
              <a:cs typeface="+mj-cs"/>
            </a:endParaRPr>
          </a:p>
        </p:txBody>
      </p:sp>
      <p:cxnSp>
        <p:nvCxnSpPr>
          <p:cNvPr id="292" name="Connector: Elbow 291">
            <a:extLst>
              <a:ext uri="{FF2B5EF4-FFF2-40B4-BE49-F238E27FC236}">
                <a16:creationId xmlns:a16="http://schemas.microsoft.com/office/drawing/2014/main" id="{7BA52059-E8AA-BC35-F322-7034CD73067B}"/>
              </a:ext>
            </a:extLst>
          </p:cNvPr>
          <p:cNvCxnSpPr>
            <a:cxnSpLocks/>
            <a:endCxn id="291" idx="1"/>
          </p:cNvCxnSpPr>
          <p:nvPr/>
        </p:nvCxnSpPr>
        <p:spPr>
          <a:xfrm rot="5400000" flipH="1" flipV="1">
            <a:off x="7693522" y="1346655"/>
            <a:ext cx="1557356" cy="1413308"/>
          </a:xfrm>
          <a:prstGeom prst="bentConnector2">
            <a:avLst/>
          </a:prstGeom>
          <a:ln>
            <a:solidFill>
              <a:schemeClr val="bg2">
                <a:lumMod val="75000"/>
              </a:schemeClr>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310" name="Rectangle 309">
            <a:extLst>
              <a:ext uri="{FF2B5EF4-FFF2-40B4-BE49-F238E27FC236}">
                <a16:creationId xmlns:a16="http://schemas.microsoft.com/office/drawing/2014/main" id="{CB5DF35A-76E9-44A6-E909-7FCD16E9650B}"/>
              </a:ext>
            </a:extLst>
          </p:cNvPr>
          <p:cNvSpPr/>
          <p:nvPr/>
        </p:nvSpPr>
        <p:spPr>
          <a:xfrm>
            <a:off x="2322240" y="6082054"/>
            <a:ext cx="629339" cy="333617"/>
          </a:xfrm>
          <a:prstGeom prst="rect">
            <a:avLst/>
          </a:prstGeom>
        </p:spPr>
        <p:txBody>
          <a:bodyPr wrap="none" lIns="121920" rIns="121920" bIns="60960">
            <a:spAutoFit/>
          </a:bodyPr>
          <a:lstStyle/>
          <a:p>
            <a:pPr algn="ctr">
              <a:lnSpc>
                <a:spcPct val="89000"/>
              </a:lnSpc>
            </a:pPr>
            <a:r>
              <a:rPr lang="ar-LY" sz="1600" dirty="0">
                <a:solidFill>
                  <a:schemeClr val="bg1"/>
                </a:solidFill>
                <a:latin typeface="Roboto Thin"/>
                <a:cs typeface="+mj-cs"/>
              </a:rPr>
              <a:t>50%</a:t>
            </a:r>
            <a:endParaRPr lang="en-US" sz="1600" dirty="0">
              <a:solidFill>
                <a:schemeClr val="bg1"/>
              </a:solidFill>
              <a:latin typeface="Roboto Thin"/>
              <a:cs typeface="+mj-cs"/>
            </a:endParaRPr>
          </a:p>
        </p:txBody>
      </p:sp>
      <p:cxnSp>
        <p:nvCxnSpPr>
          <p:cNvPr id="311" name="Connector: Elbow 310">
            <a:extLst>
              <a:ext uri="{FF2B5EF4-FFF2-40B4-BE49-F238E27FC236}">
                <a16:creationId xmlns:a16="http://schemas.microsoft.com/office/drawing/2014/main" id="{B3D079F9-E106-FE52-A872-89A7701AE4CF}"/>
              </a:ext>
            </a:extLst>
          </p:cNvPr>
          <p:cNvCxnSpPr>
            <a:cxnSpLocks/>
            <a:endCxn id="313" idx="1"/>
          </p:cNvCxnSpPr>
          <p:nvPr/>
        </p:nvCxnSpPr>
        <p:spPr>
          <a:xfrm rot="16200000" flipH="1">
            <a:off x="7719794" y="4789653"/>
            <a:ext cx="1539792" cy="1378972"/>
          </a:xfrm>
          <a:prstGeom prst="bentConnector2">
            <a:avLst/>
          </a:prstGeom>
          <a:ln>
            <a:solidFill>
              <a:schemeClr val="bg2">
                <a:lumMod val="75000"/>
              </a:schemeClr>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312" name="TextBox 311">
            <a:extLst>
              <a:ext uri="{FF2B5EF4-FFF2-40B4-BE49-F238E27FC236}">
                <a16:creationId xmlns:a16="http://schemas.microsoft.com/office/drawing/2014/main" id="{2547C284-B5EC-2B95-2566-7D64FC1BA969}"/>
              </a:ext>
            </a:extLst>
          </p:cNvPr>
          <p:cNvSpPr txBox="1"/>
          <p:nvPr/>
        </p:nvSpPr>
        <p:spPr>
          <a:xfrm>
            <a:off x="9483256" y="5912518"/>
            <a:ext cx="1875703" cy="369296"/>
          </a:xfrm>
          <a:prstGeom prst="rect">
            <a:avLst/>
          </a:prstGeom>
          <a:noFill/>
        </p:spPr>
        <p:txBody>
          <a:bodyPr wrap="square" lIns="182843" tIns="91422" rIns="182843" bIns="91422" rtlCol="0">
            <a:spAutoFit/>
          </a:bodyPr>
          <a:lstStyle/>
          <a:p>
            <a:r>
              <a:rPr lang="ar-LY" sz="1200" dirty="0">
                <a:solidFill>
                  <a:schemeClr val="bg1"/>
                </a:solidFill>
                <a:latin typeface="Lato Regular"/>
                <a:cs typeface="+mj-cs"/>
              </a:rPr>
              <a:t>الوصول</a:t>
            </a:r>
            <a:endParaRPr lang="en-US" sz="1200" dirty="0">
              <a:solidFill>
                <a:schemeClr val="bg1"/>
              </a:solidFill>
              <a:latin typeface="Lato Regular"/>
              <a:cs typeface="+mj-cs"/>
            </a:endParaRPr>
          </a:p>
        </p:txBody>
      </p:sp>
      <p:sp>
        <p:nvSpPr>
          <p:cNvPr id="313" name="Rounded Rectangle 25">
            <a:extLst>
              <a:ext uri="{FF2B5EF4-FFF2-40B4-BE49-F238E27FC236}">
                <a16:creationId xmlns:a16="http://schemas.microsoft.com/office/drawing/2014/main" id="{EB0286BB-B8DC-3631-DEBC-7C513A1C2726}"/>
              </a:ext>
            </a:extLst>
          </p:cNvPr>
          <p:cNvSpPr/>
          <p:nvPr/>
        </p:nvSpPr>
        <p:spPr>
          <a:xfrm>
            <a:off x="9179176" y="6048998"/>
            <a:ext cx="421480" cy="400073"/>
          </a:xfrm>
          <a:prstGeom prst="roundRect">
            <a:avLst/>
          </a:prstGeom>
          <a:solidFill>
            <a:schemeClr val="bg1">
              <a:lumMod val="50000"/>
              <a:alpha val="78824"/>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chemeClr val="bg1"/>
                </a:solidFill>
                <a:effectLst/>
                <a:uLnTx/>
                <a:uFillTx/>
                <a:latin typeface="Roboto Thin"/>
                <a:ea typeface="+mn-ea"/>
                <a:cs typeface="+mj-cs"/>
              </a:rPr>
              <a:t>98%</a:t>
            </a:r>
            <a:endParaRPr kumimoji="0" lang="id-ID" sz="800" b="0" i="0" u="none" strike="noStrike" kern="0" cap="none" spc="0" normalizeH="0" baseline="0" noProof="0" dirty="0">
              <a:ln>
                <a:noFill/>
              </a:ln>
              <a:solidFill>
                <a:schemeClr val="bg1"/>
              </a:solidFill>
              <a:effectLst/>
              <a:uLnTx/>
              <a:uFillTx/>
              <a:latin typeface="Roboto Thin"/>
              <a:ea typeface="+mn-ea"/>
              <a:cs typeface="+mj-cs"/>
            </a:endParaRPr>
          </a:p>
        </p:txBody>
      </p:sp>
    </p:spTree>
    <p:extLst>
      <p:ext uri="{BB962C8B-B14F-4D97-AF65-F5344CB8AC3E}">
        <p14:creationId xmlns:p14="http://schemas.microsoft.com/office/powerpoint/2010/main" val="25079160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bg>
      <p:bgPr>
        <a:gradFill>
          <a:gsLst>
            <a:gs pos="55000">
              <a:srgbClr val="990099"/>
            </a:gs>
            <a:gs pos="100000">
              <a:schemeClr val="accent2">
                <a:lumMod val="89000"/>
              </a:schemeClr>
            </a:gs>
            <a:gs pos="100000">
              <a:schemeClr val="accent2">
                <a:lumMod val="75000"/>
              </a:schemeClr>
            </a:gs>
            <a:gs pos="97000">
              <a:schemeClr val="accent2">
                <a:lumMod val="70000"/>
              </a:schemeClr>
            </a:gs>
          </a:gsLst>
          <a:path path="circle">
            <a:fillToRect r="100000" b="100000"/>
          </a:path>
        </a:gra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731369" y="6615283"/>
            <a:ext cx="1610032" cy="365125"/>
          </a:xfrm>
        </p:spPr>
        <p:txBody>
          <a:bodyPr/>
          <a:lstStyle/>
          <a:p>
            <a:fld id="{96AA2960-29D5-4634-84E7-6E845DB3B97E}" type="slidenum">
              <a:rPr lang="en-US" smtClean="0"/>
              <a:t>25</a:t>
            </a:fld>
            <a:endParaRPr lang="en-US"/>
          </a:p>
        </p:txBody>
      </p:sp>
      <p:sp>
        <p:nvSpPr>
          <p:cNvPr id="26" name="Oval 25"/>
          <p:cNvSpPr/>
          <p:nvPr/>
        </p:nvSpPr>
        <p:spPr>
          <a:xfrm>
            <a:off x="2577744" y="2934283"/>
            <a:ext cx="1547063" cy="1535482"/>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mj-cs"/>
            </a:endParaRPr>
          </a:p>
        </p:txBody>
      </p:sp>
      <p:grpSp>
        <p:nvGrpSpPr>
          <p:cNvPr id="27" name="Group 26"/>
          <p:cNvGrpSpPr/>
          <p:nvPr/>
        </p:nvGrpSpPr>
        <p:grpSpPr>
          <a:xfrm>
            <a:off x="1902243" y="2273352"/>
            <a:ext cx="2897117" cy="2868216"/>
            <a:chOff x="2302829" y="1402349"/>
            <a:chExt cx="4566285" cy="4554829"/>
          </a:xfrm>
        </p:grpSpPr>
        <p:sp>
          <p:nvSpPr>
            <p:cNvPr id="36" name="Rectangle 35"/>
            <p:cNvSpPr/>
            <p:nvPr/>
          </p:nvSpPr>
          <p:spPr>
            <a:xfrm rot="16200000" flipV="1">
              <a:off x="2762156" y="3140591"/>
              <a:ext cx="142427" cy="1061082"/>
            </a:xfrm>
            <a:prstGeom prst="rect">
              <a:avLst/>
            </a:prstGeom>
            <a:solidFill>
              <a:srgbClr val="FF000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mj-cs"/>
              </a:endParaRPr>
            </a:p>
          </p:txBody>
        </p:sp>
        <p:sp>
          <p:nvSpPr>
            <p:cNvPr id="37" name="Donut 36"/>
            <p:cNvSpPr/>
            <p:nvPr/>
          </p:nvSpPr>
          <p:spPr>
            <a:xfrm>
              <a:off x="2877593" y="1962005"/>
              <a:ext cx="3418252" cy="3418255"/>
            </a:xfrm>
            <a:prstGeom prst="donut">
              <a:avLst>
                <a:gd name="adj" fmla="val 6085"/>
              </a:avLst>
            </a:prstGeom>
            <a:solidFill>
              <a:srgbClr val="FF000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Arial" panose="020B0604020202020204" pitchFamily="34" charset="0"/>
                <a:cs typeface="+mj-cs"/>
              </a:endParaRPr>
            </a:p>
          </p:txBody>
        </p:sp>
        <p:sp>
          <p:nvSpPr>
            <p:cNvPr id="38" name="Rectangle 37"/>
            <p:cNvSpPr/>
            <p:nvPr/>
          </p:nvSpPr>
          <p:spPr>
            <a:xfrm>
              <a:off x="4515506" y="1402349"/>
              <a:ext cx="142427" cy="1061082"/>
            </a:xfrm>
            <a:prstGeom prst="rect">
              <a:avLst/>
            </a:prstGeom>
            <a:solidFill>
              <a:srgbClr val="FF000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mj-cs"/>
              </a:endParaRPr>
            </a:p>
          </p:txBody>
        </p:sp>
        <p:sp>
          <p:nvSpPr>
            <p:cNvPr id="39" name="Rectangle 38"/>
            <p:cNvSpPr/>
            <p:nvPr/>
          </p:nvSpPr>
          <p:spPr>
            <a:xfrm rot="16200000" flipV="1">
              <a:off x="6267359" y="3140591"/>
              <a:ext cx="142427" cy="1061082"/>
            </a:xfrm>
            <a:prstGeom prst="rect">
              <a:avLst/>
            </a:prstGeom>
            <a:solidFill>
              <a:srgbClr val="FF000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mj-cs"/>
              </a:endParaRPr>
            </a:p>
          </p:txBody>
        </p:sp>
        <p:sp>
          <p:nvSpPr>
            <p:cNvPr id="40" name="Rectangle 39"/>
            <p:cNvSpPr/>
            <p:nvPr/>
          </p:nvSpPr>
          <p:spPr>
            <a:xfrm>
              <a:off x="4515506" y="4896095"/>
              <a:ext cx="142427" cy="1061083"/>
            </a:xfrm>
            <a:prstGeom prst="rect">
              <a:avLst/>
            </a:prstGeom>
            <a:solidFill>
              <a:srgbClr val="FF000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mj-cs"/>
              </a:endParaRPr>
            </a:p>
          </p:txBody>
        </p:sp>
      </p:grpSp>
      <p:grpSp>
        <p:nvGrpSpPr>
          <p:cNvPr id="28" name="Group 27"/>
          <p:cNvGrpSpPr/>
          <p:nvPr/>
        </p:nvGrpSpPr>
        <p:grpSpPr>
          <a:xfrm>
            <a:off x="2744726" y="3104460"/>
            <a:ext cx="1214228" cy="1205136"/>
            <a:chOff x="3193308" y="1698919"/>
            <a:chExt cx="2448272" cy="2448271"/>
          </a:xfrm>
        </p:grpSpPr>
        <p:sp>
          <p:nvSpPr>
            <p:cNvPr id="29" name="Oval 28"/>
            <p:cNvSpPr/>
            <p:nvPr/>
          </p:nvSpPr>
          <p:spPr>
            <a:xfrm>
              <a:off x="3193308" y="1698919"/>
              <a:ext cx="2448272" cy="2448271"/>
            </a:xfrm>
            <a:prstGeom prst="ellipse">
              <a:avLst/>
            </a:prstGeom>
            <a:solidFill>
              <a:srgbClr val="FF000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latin typeface="Arial" panose="020B0604020202020204" pitchFamily="34" charset="0"/>
                <a:cs typeface="+mj-cs"/>
              </a:endParaRPr>
            </a:p>
          </p:txBody>
        </p:sp>
        <p:sp>
          <p:nvSpPr>
            <p:cNvPr id="30" name="Donut 29"/>
            <p:cNvSpPr/>
            <p:nvPr/>
          </p:nvSpPr>
          <p:spPr>
            <a:xfrm>
              <a:off x="3414889" y="1933199"/>
              <a:ext cx="2016224" cy="2016224"/>
            </a:xfrm>
            <a:prstGeom prst="donut">
              <a:avLst>
                <a:gd name="adj" fmla="val 8909"/>
              </a:avLst>
            </a:prstGeom>
            <a:solidFill>
              <a:schemeClr val="bg1">
                <a:lumMod val="6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solidFill>
                  <a:schemeClr val="tx1"/>
                </a:solidFill>
                <a:latin typeface="Arial" panose="020B0604020202020204" pitchFamily="34" charset="0"/>
                <a:cs typeface="+mj-cs"/>
              </a:endParaRPr>
            </a:p>
          </p:txBody>
        </p:sp>
        <p:sp>
          <p:nvSpPr>
            <p:cNvPr id="31" name="Donut 30"/>
            <p:cNvSpPr/>
            <p:nvPr/>
          </p:nvSpPr>
          <p:spPr>
            <a:xfrm>
              <a:off x="3829984" y="2348294"/>
              <a:ext cx="1186034" cy="1186034"/>
            </a:xfrm>
            <a:prstGeom prst="donut">
              <a:avLst>
                <a:gd name="adj" fmla="val 14925"/>
              </a:avLst>
            </a:prstGeom>
            <a:solidFill>
              <a:schemeClr val="bg1">
                <a:lumMod val="6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solidFill>
                  <a:schemeClr val="tx1"/>
                </a:solidFill>
                <a:latin typeface="Arial" panose="020B0604020202020204" pitchFamily="34" charset="0"/>
                <a:cs typeface="+mj-cs"/>
              </a:endParaRPr>
            </a:p>
          </p:txBody>
        </p:sp>
        <p:sp>
          <p:nvSpPr>
            <p:cNvPr id="32" name="Oval 31"/>
            <p:cNvSpPr/>
            <p:nvPr/>
          </p:nvSpPr>
          <p:spPr>
            <a:xfrm>
              <a:off x="4242981" y="2761291"/>
              <a:ext cx="360040" cy="360040"/>
            </a:xfrm>
            <a:prstGeom prst="ellipse">
              <a:avLst/>
            </a:prstGeom>
            <a:solidFill>
              <a:schemeClr val="bg1">
                <a:lumMod val="6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latin typeface="Arial" panose="020B0604020202020204" pitchFamily="34" charset="0"/>
                <a:cs typeface="+mj-cs"/>
              </a:endParaRPr>
            </a:p>
          </p:txBody>
        </p:sp>
        <p:sp>
          <p:nvSpPr>
            <p:cNvPr id="33" name="Donut 32"/>
            <p:cNvSpPr/>
            <p:nvPr/>
          </p:nvSpPr>
          <p:spPr>
            <a:xfrm>
              <a:off x="3409330" y="1914942"/>
              <a:ext cx="2016224" cy="2016224"/>
            </a:xfrm>
            <a:prstGeom prst="donut">
              <a:avLst>
                <a:gd name="adj" fmla="val 8909"/>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solidFill>
                  <a:schemeClr val="tx1"/>
                </a:solidFill>
                <a:latin typeface="Arial" panose="020B0604020202020204" pitchFamily="34" charset="0"/>
                <a:cs typeface="+mj-cs"/>
              </a:endParaRPr>
            </a:p>
          </p:txBody>
        </p:sp>
        <p:sp>
          <p:nvSpPr>
            <p:cNvPr id="34" name="Donut 33"/>
            <p:cNvSpPr/>
            <p:nvPr/>
          </p:nvSpPr>
          <p:spPr>
            <a:xfrm>
              <a:off x="3824427" y="2330037"/>
              <a:ext cx="1186034" cy="1186034"/>
            </a:xfrm>
            <a:prstGeom prst="donut">
              <a:avLst>
                <a:gd name="adj" fmla="val 14932"/>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solidFill>
                  <a:schemeClr val="tx1"/>
                </a:solidFill>
                <a:latin typeface="Arial" panose="020B0604020202020204" pitchFamily="34" charset="0"/>
                <a:cs typeface="+mj-cs"/>
              </a:endParaRPr>
            </a:p>
          </p:txBody>
        </p:sp>
        <p:sp>
          <p:nvSpPr>
            <p:cNvPr id="35" name="Oval 34"/>
            <p:cNvSpPr/>
            <p:nvPr/>
          </p:nvSpPr>
          <p:spPr>
            <a:xfrm>
              <a:off x="4237424" y="2743034"/>
              <a:ext cx="360040" cy="360040"/>
            </a:xfrm>
            <a:prstGeom prst="ellipse">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latin typeface="Arial" panose="020B0604020202020204" pitchFamily="34" charset="0"/>
                <a:cs typeface="+mj-cs"/>
              </a:endParaRPr>
            </a:p>
          </p:txBody>
        </p:sp>
      </p:grpSp>
      <p:sp>
        <p:nvSpPr>
          <p:cNvPr id="24" name="Notched Right Arrow 23"/>
          <p:cNvSpPr/>
          <p:nvPr/>
        </p:nvSpPr>
        <p:spPr>
          <a:xfrm rot="2700000">
            <a:off x="936000" y="1772833"/>
            <a:ext cx="1874621" cy="935554"/>
          </a:xfrm>
          <a:prstGeom prst="notchedRightArrow">
            <a:avLst/>
          </a:prstGeom>
          <a:solidFill>
            <a:schemeClr val="bg1"/>
          </a:solidFill>
          <a:ln>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Arial" panose="020B0604020202020204" pitchFamily="34" charset="0"/>
              <a:cs typeface="+mj-cs"/>
            </a:endParaRPr>
          </a:p>
        </p:txBody>
      </p:sp>
      <p:sp>
        <p:nvSpPr>
          <p:cNvPr id="25" name="TextBox 24"/>
          <p:cNvSpPr txBox="1"/>
          <p:nvPr/>
        </p:nvSpPr>
        <p:spPr>
          <a:xfrm rot="2709014">
            <a:off x="1067419" y="2040835"/>
            <a:ext cx="1564369" cy="338554"/>
          </a:xfrm>
          <a:prstGeom prst="rect">
            <a:avLst/>
          </a:prstGeom>
          <a:noFill/>
        </p:spPr>
        <p:txBody>
          <a:bodyPr wrap="square" rtlCol="0">
            <a:spAutoFit/>
          </a:bodyPr>
          <a:lstStyle/>
          <a:p>
            <a:pPr algn="ctr"/>
            <a:r>
              <a:rPr lang="ar-LY" sz="1600" dirty="0">
                <a:latin typeface="Arial" panose="020B0604020202020204" pitchFamily="34" charset="0"/>
                <a:cs typeface="+mj-cs"/>
              </a:rPr>
              <a:t>منتجات</a:t>
            </a:r>
            <a:endParaRPr lang="en-US" sz="1600" dirty="0">
              <a:latin typeface="Arial" panose="020B0604020202020204" pitchFamily="34" charset="0"/>
              <a:cs typeface="+mj-cs"/>
            </a:endParaRPr>
          </a:p>
        </p:txBody>
      </p:sp>
      <p:sp>
        <p:nvSpPr>
          <p:cNvPr id="22" name="Notched Right Arrow 21"/>
          <p:cNvSpPr/>
          <p:nvPr/>
        </p:nvSpPr>
        <p:spPr>
          <a:xfrm rot="8100000">
            <a:off x="3926748" y="1734447"/>
            <a:ext cx="1888757" cy="928550"/>
          </a:xfrm>
          <a:prstGeom prst="notchedRightArrow">
            <a:avLst/>
          </a:prstGeom>
          <a:solidFill>
            <a:schemeClr val="bg1"/>
          </a:solidFill>
          <a:ln>
            <a:solidFill>
              <a:srgbClr val="EE5430"/>
            </a:solid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Arial" panose="020B0604020202020204" pitchFamily="34" charset="0"/>
              <a:cs typeface="+mj-cs"/>
            </a:endParaRPr>
          </a:p>
        </p:txBody>
      </p:sp>
      <p:sp>
        <p:nvSpPr>
          <p:cNvPr id="23" name="TextBox 22"/>
          <p:cNvSpPr txBox="1"/>
          <p:nvPr/>
        </p:nvSpPr>
        <p:spPr>
          <a:xfrm rot="18914059" flipH="1">
            <a:off x="4358673" y="1982299"/>
            <a:ext cx="1091345" cy="338554"/>
          </a:xfrm>
          <a:prstGeom prst="rect">
            <a:avLst/>
          </a:prstGeom>
          <a:noFill/>
        </p:spPr>
        <p:txBody>
          <a:bodyPr wrap="square" rtlCol="0">
            <a:spAutoFit/>
          </a:bodyPr>
          <a:lstStyle/>
          <a:p>
            <a:pPr algn="ctr"/>
            <a:r>
              <a:rPr lang="ar-LY" sz="1600" dirty="0">
                <a:latin typeface="Arial" panose="020B0604020202020204" pitchFamily="34" charset="0"/>
                <a:cs typeface="+mj-cs"/>
              </a:rPr>
              <a:t>مشاريع</a:t>
            </a:r>
            <a:endParaRPr lang="en-US" sz="1600" dirty="0">
              <a:latin typeface="Arial" panose="020B0604020202020204" pitchFamily="34" charset="0"/>
              <a:cs typeface="+mj-cs"/>
            </a:endParaRPr>
          </a:p>
        </p:txBody>
      </p:sp>
      <p:sp>
        <p:nvSpPr>
          <p:cNvPr id="20" name="Notched Right Arrow 19"/>
          <p:cNvSpPr/>
          <p:nvPr/>
        </p:nvSpPr>
        <p:spPr>
          <a:xfrm rot="13500000">
            <a:off x="3959422" y="4778556"/>
            <a:ext cx="1874621" cy="935553"/>
          </a:xfrm>
          <a:prstGeom prst="notchedRightArrow">
            <a:avLst/>
          </a:prstGeom>
          <a:solidFill>
            <a:schemeClr val="bg1"/>
          </a:solidFill>
          <a:ln>
            <a:solidFill>
              <a:srgbClr val="F18B29"/>
            </a:solid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Arial" panose="020B0604020202020204" pitchFamily="34" charset="0"/>
              <a:cs typeface="+mj-cs"/>
            </a:endParaRPr>
          </a:p>
        </p:txBody>
      </p:sp>
      <p:sp>
        <p:nvSpPr>
          <p:cNvPr id="21" name="TextBox 20"/>
          <p:cNvSpPr txBox="1"/>
          <p:nvPr/>
        </p:nvSpPr>
        <p:spPr>
          <a:xfrm rot="2688611">
            <a:off x="4488854" y="5077056"/>
            <a:ext cx="898851" cy="338554"/>
          </a:xfrm>
          <a:prstGeom prst="rect">
            <a:avLst/>
          </a:prstGeom>
          <a:noFill/>
        </p:spPr>
        <p:txBody>
          <a:bodyPr wrap="square" rtlCol="0">
            <a:spAutoFit/>
          </a:bodyPr>
          <a:lstStyle/>
          <a:p>
            <a:pPr algn="ctr"/>
            <a:r>
              <a:rPr lang="ar-LY" sz="1600" dirty="0">
                <a:latin typeface="Arial" panose="020B0604020202020204" pitchFamily="34" charset="0"/>
                <a:cs typeface="+mj-cs"/>
              </a:rPr>
              <a:t>خدمات</a:t>
            </a:r>
            <a:endParaRPr lang="en-US" sz="1600" dirty="0">
              <a:latin typeface="Arial" panose="020B0604020202020204" pitchFamily="34" charset="0"/>
              <a:cs typeface="+mj-cs"/>
            </a:endParaRPr>
          </a:p>
        </p:txBody>
      </p:sp>
      <p:sp>
        <p:nvSpPr>
          <p:cNvPr id="18" name="Notched Right Arrow 17"/>
          <p:cNvSpPr/>
          <p:nvPr/>
        </p:nvSpPr>
        <p:spPr>
          <a:xfrm rot="18900000">
            <a:off x="928933" y="4782056"/>
            <a:ext cx="1888756" cy="928551"/>
          </a:xfrm>
          <a:prstGeom prst="notchedRightArrow">
            <a:avLst/>
          </a:prstGeom>
          <a:solidFill>
            <a:schemeClr val="bg1"/>
          </a:solidFill>
          <a:ln>
            <a:solidFill>
              <a:srgbClr val="008EAF"/>
            </a:solid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mj-cs"/>
            </a:endParaRPr>
          </a:p>
        </p:txBody>
      </p:sp>
      <p:sp>
        <p:nvSpPr>
          <p:cNvPr id="19" name="TextBox 18"/>
          <p:cNvSpPr txBox="1"/>
          <p:nvPr/>
        </p:nvSpPr>
        <p:spPr>
          <a:xfrm rot="18917631" flipH="1">
            <a:off x="824847" y="5156424"/>
            <a:ext cx="2062515" cy="338554"/>
          </a:xfrm>
          <a:prstGeom prst="rect">
            <a:avLst/>
          </a:prstGeom>
          <a:noFill/>
        </p:spPr>
        <p:txBody>
          <a:bodyPr wrap="square" rtlCol="0">
            <a:spAutoFit/>
          </a:bodyPr>
          <a:lstStyle/>
          <a:p>
            <a:pPr algn="ctr"/>
            <a:r>
              <a:rPr lang="ar-LY" sz="1600" dirty="0">
                <a:latin typeface="Arial" panose="020B0604020202020204" pitchFamily="34" charset="0"/>
                <a:cs typeface="+mj-cs"/>
              </a:rPr>
              <a:t>شراكات استراتيجية</a:t>
            </a:r>
            <a:endParaRPr lang="en-US" sz="1600" dirty="0">
              <a:latin typeface="Arial" panose="020B0604020202020204" pitchFamily="34" charset="0"/>
              <a:cs typeface="+mj-cs"/>
            </a:endParaRPr>
          </a:p>
        </p:txBody>
      </p:sp>
      <p:sp>
        <p:nvSpPr>
          <p:cNvPr id="2" name="Title 1">
            <a:extLst>
              <a:ext uri="{FF2B5EF4-FFF2-40B4-BE49-F238E27FC236}">
                <a16:creationId xmlns:a16="http://schemas.microsoft.com/office/drawing/2014/main" id="{343C430B-2173-C54D-E7AE-82FF880CDBC9}"/>
              </a:ext>
            </a:extLst>
          </p:cNvPr>
          <p:cNvSpPr txBox="1">
            <a:spLocks/>
          </p:cNvSpPr>
          <p:nvPr/>
        </p:nvSpPr>
        <p:spPr>
          <a:xfrm>
            <a:off x="5998792" y="2473452"/>
            <a:ext cx="5966859" cy="2367456"/>
          </a:xfrm>
          <a:prstGeom prst="rect">
            <a:avLst/>
          </a:prstGeom>
        </p:spPr>
        <p:txBody>
          <a:bodyPr>
            <a:normAutofit fontScale="92500" lnSpcReduction="10000"/>
          </a:bodyPr>
          <a:lstStyle>
            <a:lvl1pPr algn="r" defTabSz="914400" rtl="1" eaLnBrk="1" latinLnBrk="0" hangingPunct="1">
              <a:lnSpc>
                <a:spcPct val="90000"/>
              </a:lnSpc>
              <a:spcBef>
                <a:spcPct val="0"/>
              </a:spcBef>
              <a:buNone/>
              <a:defRPr sz="4400" kern="1200">
                <a:solidFill>
                  <a:srgbClr val="92278F"/>
                </a:solidFill>
                <a:latin typeface="+mj-lt"/>
                <a:ea typeface="+mj-ea"/>
                <a:cs typeface="+mj-cs"/>
              </a:defRPr>
            </a:lvl1pPr>
          </a:lstStyle>
          <a:p>
            <a:pPr>
              <a:lnSpc>
                <a:spcPct val="170000"/>
              </a:lnSpc>
            </a:pPr>
            <a:r>
              <a:rPr lang="ar-LY" sz="1600" dirty="0">
                <a:solidFill>
                  <a:schemeClr val="bg1"/>
                </a:solidFill>
              </a:rPr>
              <a:t>تم وضع المشاريع الازمة لتحقيق الأهداف المطلوبة، بالإضافة للمنتجات والخدمات التي تحقق الأهداف بحيث يتم قياس ما تم تحقيقه </a:t>
            </a:r>
            <a:r>
              <a:rPr lang="ar-LY" sz="1600" dirty="0" err="1">
                <a:solidFill>
                  <a:schemeClr val="bg1"/>
                </a:solidFill>
              </a:rPr>
              <a:t>والتاكد</a:t>
            </a:r>
            <a:r>
              <a:rPr lang="ar-LY" sz="1600" dirty="0">
                <a:solidFill>
                  <a:schemeClr val="bg1"/>
                </a:solidFill>
              </a:rPr>
              <a:t> دائما اننا في اتجاه الهدف ولم نحيد عنه</a:t>
            </a:r>
          </a:p>
          <a:p>
            <a:pPr>
              <a:lnSpc>
                <a:spcPct val="170000"/>
              </a:lnSpc>
            </a:pPr>
            <a:endParaRPr lang="ar-LY" sz="1600" dirty="0">
              <a:solidFill>
                <a:schemeClr val="bg1"/>
              </a:solidFill>
            </a:endParaRPr>
          </a:p>
          <a:p>
            <a:pPr>
              <a:lnSpc>
                <a:spcPct val="170000"/>
              </a:lnSpc>
            </a:pPr>
            <a:r>
              <a:rPr lang="ar-LY" sz="1600" dirty="0">
                <a:solidFill>
                  <a:schemeClr val="bg1"/>
                </a:solidFill>
              </a:rPr>
              <a:t>بتغير طبيعة السوق وتوجهات الشركة اصبح من الملح وجود شراكات تقوي الوضع التنافسي وتحقق سرعة الوصول للسوق</a:t>
            </a:r>
          </a:p>
          <a:p>
            <a:pPr>
              <a:lnSpc>
                <a:spcPct val="170000"/>
              </a:lnSpc>
            </a:pPr>
            <a:endParaRPr lang="ar-LY" sz="1600" dirty="0">
              <a:solidFill>
                <a:schemeClr val="bg1"/>
              </a:solidFill>
            </a:endParaRPr>
          </a:p>
          <a:p>
            <a:pPr>
              <a:lnSpc>
                <a:spcPct val="170000"/>
              </a:lnSpc>
            </a:pPr>
            <a:endParaRPr lang="ar-LY" sz="1600" dirty="0">
              <a:solidFill>
                <a:schemeClr val="bg1"/>
              </a:solidFill>
            </a:endParaRPr>
          </a:p>
          <a:p>
            <a:pPr>
              <a:lnSpc>
                <a:spcPct val="170000"/>
              </a:lnSpc>
            </a:pPr>
            <a:endParaRPr lang="en-US" sz="1600" dirty="0">
              <a:solidFill>
                <a:schemeClr val="bg1"/>
              </a:solidFill>
            </a:endParaRPr>
          </a:p>
        </p:txBody>
      </p:sp>
      <p:grpSp>
        <p:nvGrpSpPr>
          <p:cNvPr id="70" name="Group 69">
            <a:extLst>
              <a:ext uri="{FF2B5EF4-FFF2-40B4-BE49-F238E27FC236}">
                <a16:creationId xmlns:a16="http://schemas.microsoft.com/office/drawing/2014/main" id="{1D837396-635C-AA47-49BF-23D31423871D}"/>
              </a:ext>
            </a:extLst>
          </p:cNvPr>
          <p:cNvGrpSpPr/>
          <p:nvPr/>
        </p:nvGrpSpPr>
        <p:grpSpPr>
          <a:xfrm flipH="1" flipV="1">
            <a:off x="11341837" y="475886"/>
            <a:ext cx="427095" cy="260046"/>
            <a:chOff x="453101" y="43542"/>
            <a:chExt cx="6568120" cy="5840138"/>
          </a:xfrm>
        </p:grpSpPr>
        <p:sp>
          <p:nvSpPr>
            <p:cNvPr id="71" name="Rounded Rectangle 2">
              <a:extLst>
                <a:ext uri="{FF2B5EF4-FFF2-40B4-BE49-F238E27FC236}">
                  <a16:creationId xmlns:a16="http://schemas.microsoft.com/office/drawing/2014/main" id="{3C1F116F-B4A8-8F86-9166-E5C44A6B2070}"/>
                </a:ext>
              </a:extLst>
            </p:cNvPr>
            <p:cNvSpPr/>
            <p:nvPr/>
          </p:nvSpPr>
          <p:spPr>
            <a:xfrm rot="10800000">
              <a:off x="453101" y="43542"/>
              <a:ext cx="3152030" cy="5840138"/>
            </a:xfrm>
            <a:custGeom>
              <a:avLst/>
              <a:gdLst>
                <a:gd name="connsiteX0" fmla="*/ 0 w 888289"/>
                <a:gd name="connsiteY0" fmla="*/ 26797 h 818225"/>
                <a:gd name="connsiteX1" fmla="*/ 26797 w 888289"/>
                <a:gd name="connsiteY1" fmla="*/ 0 h 818225"/>
                <a:gd name="connsiteX2" fmla="*/ 861492 w 888289"/>
                <a:gd name="connsiteY2" fmla="*/ 0 h 818225"/>
                <a:gd name="connsiteX3" fmla="*/ 888289 w 888289"/>
                <a:gd name="connsiteY3" fmla="*/ 26797 h 818225"/>
                <a:gd name="connsiteX4" fmla="*/ 888289 w 888289"/>
                <a:gd name="connsiteY4" fmla="*/ 791428 h 818225"/>
                <a:gd name="connsiteX5" fmla="*/ 861492 w 888289"/>
                <a:gd name="connsiteY5" fmla="*/ 818225 h 818225"/>
                <a:gd name="connsiteX6" fmla="*/ 26797 w 888289"/>
                <a:gd name="connsiteY6" fmla="*/ 818225 h 818225"/>
                <a:gd name="connsiteX7" fmla="*/ 0 w 888289"/>
                <a:gd name="connsiteY7" fmla="*/ 791428 h 818225"/>
                <a:gd name="connsiteX8" fmla="*/ 0 w 888289"/>
                <a:gd name="connsiteY8" fmla="*/ 26797 h 818225"/>
                <a:gd name="connsiteX0" fmla="*/ 0 w 888289"/>
                <a:gd name="connsiteY0" fmla="*/ 26797 h 1717694"/>
                <a:gd name="connsiteX1" fmla="*/ 26797 w 888289"/>
                <a:gd name="connsiteY1" fmla="*/ 0 h 1717694"/>
                <a:gd name="connsiteX2" fmla="*/ 861492 w 888289"/>
                <a:gd name="connsiteY2" fmla="*/ 0 h 1717694"/>
                <a:gd name="connsiteX3" fmla="*/ 888289 w 888289"/>
                <a:gd name="connsiteY3" fmla="*/ 26797 h 1717694"/>
                <a:gd name="connsiteX4" fmla="*/ 888289 w 888289"/>
                <a:gd name="connsiteY4" fmla="*/ 791428 h 1717694"/>
                <a:gd name="connsiteX5" fmla="*/ 212851 w 888289"/>
                <a:gd name="connsiteY5" fmla="*/ 1717694 h 1717694"/>
                <a:gd name="connsiteX6" fmla="*/ 26797 w 888289"/>
                <a:gd name="connsiteY6" fmla="*/ 818225 h 1717694"/>
                <a:gd name="connsiteX7" fmla="*/ 0 w 888289"/>
                <a:gd name="connsiteY7" fmla="*/ 791428 h 1717694"/>
                <a:gd name="connsiteX8" fmla="*/ 0 w 888289"/>
                <a:gd name="connsiteY8" fmla="*/ 26797 h 1717694"/>
                <a:gd name="connsiteX0" fmla="*/ 0 w 890655"/>
                <a:gd name="connsiteY0" fmla="*/ 26797 h 1717694"/>
                <a:gd name="connsiteX1" fmla="*/ 26797 w 890655"/>
                <a:gd name="connsiteY1" fmla="*/ 0 h 1717694"/>
                <a:gd name="connsiteX2" fmla="*/ 861492 w 890655"/>
                <a:gd name="connsiteY2" fmla="*/ 0 h 1717694"/>
                <a:gd name="connsiteX3" fmla="*/ 888289 w 890655"/>
                <a:gd name="connsiteY3" fmla="*/ 26797 h 1717694"/>
                <a:gd name="connsiteX4" fmla="*/ 888289 w 890655"/>
                <a:gd name="connsiteY4" fmla="*/ 791428 h 1717694"/>
                <a:gd name="connsiteX5" fmla="*/ 212851 w 890655"/>
                <a:gd name="connsiteY5" fmla="*/ 1717694 h 1717694"/>
                <a:gd name="connsiteX6" fmla="*/ 26797 w 890655"/>
                <a:gd name="connsiteY6" fmla="*/ 818225 h 1717694"/>
                <a:gd name="connsiteX7" fmla="*/ 0 w 890655"/>
                <a:gd name="connsiteY7" fmla="*/ 791428 h 1717694"/>
                <a:gd name="connsiteX8" fmla="*/ 0 w 890655"/>
                <a:gd name="connsiteY8" fmla="*/ 26797 h 1717694"/>
                <a:gd name="connsiteX0" fmla="*/ 0 w 890666"/>
                <a:gd name="connsiteY0" fmla="*/ 26797 h 1637500"/>
                <a:gd name="connsiteX1" fmla="*/ 26797 w 890666"/>
                <a:gd name="connsiteY1" fmla="*/ 0 h 1637500"/>
                <a:gd name="connsiteX2" fmla="*/ 861492 w 890666"/>
                <a:gd name="connsiteY2" fmla="*/ 0 h 1637500"/>
                <a:gd name="connsiteX3" fmla="*/ 888289 w 890666"/>
                <a:gd name="connsiteY3" fmla="*/ 26797 h 1637500"/>
                <a:gd name="connsiteX4" fmla="*/ 888289 w 890666"/>
                <a:gd name="connsiteY4" fmla="*/ 791428 h 1637500"/>
                <a:gd name="connsiteX5" fmla="*/ 216385 w 890666"/>
                <a:gd name="connsiteY5" fmla="*/ 1637500 h 1637500"/>
                <a:gd name="connsiteX6" fmla="*/ 26797 w 890666"/>
                <a:gd name="connsiteY6" fmla="*/ 818225 h 1637500"/>
                <a:gd name="connsiteX7" fmla="*/ 0 w 890666"/>
                <a:gd name="connsiteY7" fmla="*/ 791428 h 1637500"/>
                <a:gd name="connsiteX8" fmla="*/ 0 w 890666"/>
                <a:gd name="connsiteY8" fmla="*/ 26797 h 1637500"/>
                <a:gd name="connsiteX0" fmla="*/ 0 w 888289"/>
                <a:gd name="connsiteY0" fmla="*/ 26797 h 1637500"/>
                <a:gd name="connsiteX1" fmla="*/ 26797 w 888289"/>
                <a:gd name="connsiteY1" fmla="*/ 0 h 1637500"/>
                <a:gd name="connsiteX2" fmla="*/ 861492 w 888289"/>
                <a:gd name="connsiteY2" fmla="*/ 0 h 1637500"/>
                <a:gd name="connsiteX3" fmla="*/ 888289 w 888289"/>
                <a:gd name="connsiteY3" fmla="*/ 26797 h 1637500"/>
                <a:gd name="connsiteX4" fmla="*/ 888289 w 888289"/>
                <a:gd name="connsiteY4" fmla="*/ 791428 h 1637500"/>
                <a:gd name="connsiteX5" fmla="*/ 216385 w 888289"/>
                <a:gd name="connsiteY5" fmla="*/ 1637500 h 1637500"/>
                <a:gd name="connsiteX6" fmla="*/ 26797 w 888289"/>
                <a:gd name="connsiteY6" fmla="*/ 818225 h 1637500"/>
                <a:gd name="connsiteX7" fmla="*/ 0 w 888289"/>
                <a:gd name="connsiteY7" fmla="*/ 791428 h 1637500"/>
                <a:gd name="connsiteX8" fmla="*/ 0 w 888289"/>
                <a:gd name="connsiteY8" fmla="*/ 26797 h 1637500"/>
                <a:gd name="connsiteX0" fmla="*/ 22776 w 911065"/>
                <a:gd name="connsiteY0" fmla="*/ 26797 h 1637500"/>
                <a:gd name="connsiteX1" fmla="*/ 49573 w 911065"/>
                <a:gd name="connsiteY1" fmla="*/ 0 h 1637500"/>
                <a:gd name="connsiteX2" fmla="*/ 884268 w 911065"/>
                <a:gd name="connsiteY2" fmla="*/ 0 h 1637500"/>
                <a:gd name="connsiteX3" fmla="*/ 911065 w 911065"/>
                <a:gd name="connsiteY3" fmla="*/ 26797 h 1637500"/>
                <a:gd name="connsiteX4" fmla="*/ 911065 w 911065"/>
                <a:gd name="connsiteY4" fmla="*/ 791428 h 1637500"/>
                <a:gd name="connsiteX5" fmla="*/ 239161 w 911065"/>
                <a:gd name="connsiteY5" fmla="*/ 1637500 h 1637500"/>
                <a:gd name="connsiteX6" fmla="*/ 3746 w 911065"/>
                <a:gd name="connsiteY6" fmla="*/ 1281571 h 1637500"/>
                <a:gd name="connsiteX7" fmla="*/ 22776 w 911065"/>
                <a:gd name="connsiteY7" fmla="*/ 791428 h 1637500"/>
                <a:gd name="connsiteX8" fmla="*/ 22776 w 911065"/>
                <a:gd name="connsiteY8" fmla="*/ 26797 h 1637500"/>
                <a:gd name="connsiteX0" fmla="*/ 25857 w 914146"/>
                <a:gd name="connsiteY0" fmla="*/ 26797 h 1637500"/>
                <a:gd name="connsiteX1" fmla="*/ 52654 w 914146"/>
                <a:gd name="connsiteY1" fmla="*/ 0 h 1637500"/>
                <a:gd name="connsiteX2" fmla="*/ 887349 w 914146"/>
                <a:gd name="connsiteY2" fmla="*/ 0 h 1637500"/>
                <a:gd name="connsiteX3" fmla="*/ 914146 w 914146"/>
                <a:gd name="connsiteY3" fmla="*/ 26797 h 1637500"/>
                <a:gd name="connsiteX4" fmla="*/ 914146 w 914146"/>
                <a:gd name="connsiteY4" fmla="*/ 791428 h 1637500"/>
                <a:gd name="connsiteX5" fmla="*/ 242242 w 914146"/>
                <a:gd name="connsiteY5" fmla="*/ 1637500 h 1637500"/>
                <a:gd name="connsiteX6" fmla="*/ 6827 w 914146"/>
                <a:gd name="connsiteY6" fmla="*/ 1281571 h 1637500"/>
                <a:gd name="connsiteX7" fmla="*/ 25857 w 914146"/>
                <a:gd name="connsiteY7" fmla="*/ 791428 h 1637500"/>
                <a:gd name="connsiteX8" fmla="*/ 25857 w 914146"/>
                <a:gd name="connsiteY8" fmla="*/ 26797 h 1637500"/>
                <a:gd name="connsiteX0" fmla="*/ 28617 w 916906"/>
                <a:gd name="connsiteY0" fmla="*/ 26797 h 1637169"/>
                <a:gd name="connsiteX1" fmla="*/ 55414 w 916906"/>
                <a:gd name="connsiteY1" fmla="*/ 0 h 1637169"/>
                <a:gd name="connsiteX2" fmla="*/ 890109 w 916906"/>
                <a:gd name="connsiteY2" fmla="*/ 0 h 1637169"/>
                <a:gd name="connsiteX3" fmla="*/ 916906 w 916906"/>
                <a:gd name="connsiteY3" fmla="*/ 26797 h 1637169"/>
                <a:gd name="connsiteX4" fmla="*/ 916906 w 916906"/>
                <a:gd name="connsiteY4" fmla="*/ 791428 h 1637169"/>
                <a:gd name="connsiteX5" fmla="*/ 230335 w 916906"/>
                <a:gd name="connsiteY5" fmla="*/ 1637169 h 1637169"/>
                <a:gd name="connsiteX6" fmla="*/ 9587 w 916906"/>
                <a:gd name="connsiteY6" fmla="*/ 1281571 h 1637169"/>
                <a:gd name="connsiteX7" fmla="*/ 28617 w 916906"/>
                <a:gd name="connsiteY7" fmla="*/ 791428 h 1637169"/>
                <a:gd name="connsiteX8" fmla="*/ 28617 w 916906"/>
                <a:gd name="connsiteY8" fmla="*/ 26797 h 1637169"/>
                <a:gd name="connsiteX0" fmla="*/ 22777 w 911066"/>
                <a:gd name="connsiteY0" fmla="*/ 26797 h 1637169"/>
                <a:gd name="connsiteX1" fmla="*/ 49574 w 911066"/>
                <a:gd name="connsiteY1" fmla="*/ 0 h 1637169"/>
                <a:gd name="connsiteX2" fmla="*/ 884269 w 911066"/>
                <a:gd name="connsiteY2" fmla="*/ 0 h 1637169"/>
                <a:gd name="connsiteX3" fmla="*/ 911066 w 911066"/>
                <a:gd name="connsiteY3" fmla="*/ 26797 h 1637169"/>
                <a:gd name="connsiteX4" fmla="*/ 911066 w 911066"/>
                <a:gd name="connsiteY4" fmla="*/ 791428 h 1637169"/>
                <a:gd name="connsiteX5" fmla="*/ 224495 w 911066"/>
                <a:gd name="connsiteY5" fmla="*/ 1637169 h 1637169"/>
                <a:gd name="connsiteX6" fmla="*/ 3747 w 911066"/>
                <a:gd name="connsiteY6" fmla="*/ 1281571 h 1637169"/>
                <a:gd name="connsiteX7" fmla="*/ 22777 w 911066"/>
                <a:gd name="connsiteY7" fmla="*/ 791428 h 1637169"/>
                <a:gd name="connsiteX8" fmla="*/ 22777 w 911066"/>
                <a:gd name="connsiteY8" fmla="*/ 26797 h 1637169"/>
                <a:gd name="connsiteX0" fmla="*/ 21009 w 909298"/>
                <a:gd name="connsiteY0" fmla="*/ 26797 h 1637169"/>
                <a:gd name="connsiteX1" fmla="*/ 47806 w 909298"/>
                <a:gd name="connsiteY1" fmla="*/ 0 h 1637169"/>
                <a:gd name="connsiteX2" fmla="*/ 882501 w 909298"/>
                <a:gd name="connsiteY2" fmla="*/ 0 h 1637169"/>
                <a:gd name="connsiteX3" fmla="*/ 909298 w 909298"/>
                <a:gd name="connsiteY3" fmla="*/ 26797 h 1637169"/>
                <a:gd name="connsiteX4" fmla="*/ 909298 w 909298"/>
                <a:gd name="connsiteY4" fmla="*/ 791428 h 1637169"/>
                <a:gd name="connsiteX5" fmla="*/ 222727 w 909298"/>
                <a:gd name="connsiteY5" fmla="*/ 1637169 h 1637169"/>
                <a:gd name="connsiteX6" fmla="*/ 1979 w 909298"/>
                <a:gd name="connsiteY6" fmla="*/ 1281571 h 1637169"/>
                <a:gd name="connsiteX7" fmla="*/ 438268 w 909298"/>
                <a:gd name="connsiteY7" fmla="*/ 867118 h 1637169"/>
                <a:gd name="connsiteX8" fmla="*/ 21009 w 909298"/>
                <a:gd name="connsiteY8" fmla="*/ 791428 h 1637169"/>
                <a:gd name="connsiteX9" fmla="*/ 21009 w 909298"/>
                <a:gd name="connsiteY9" fmla="*/ 26797 h 1637169"/>
                <a:gd name="connsiteX0" fmla="*/ 19630 w 907919"/>
                <a:gd name="connsiteY0" fmla="*/ 26797 h 1637169"/>
                <a:gd name="connsiteX1" fmla="*/ 46427 w 907919"/>
                <a:gd name="connsiteY1" fmla="*/ 0 h 1637169"/>
                <a:gd name="connsiteX2" fmla="*/ 881122 w 907919"/>
                <a:gd name="connsiteY2" fmla="*/ 0 h 1637169"/>
                <a:gd name="connsiteX3" fmla="*/ 907919 w 907919"/>
                <a:gd name="connsiteY3" fmla="*/ 26797 h 1637169"/>
                <a:gd name="connsiteX4" fmla="*/ 907919 w 907919"/>
                <a:gd name="connsiteY4" fmla="*/ 791428 h 1637169"/>
                <a:gd name="connsiteX5" fmla="*/ 221348 w 907919"/>
                <a:gd name="connsiteY5" fmla="*/ 1637169 h 1637169"/>
                <a:gd name="connsiteX6" fmla="*/ 600 w 907919"/>
                <a:gd name="connsiteY6" fmla="*/ 1281571 h 1637169"/>
                <a:gd name="connsiteX7" fmla="*/ 436889 w 907919"/>
                <a:gd name="connsiteY7" fmla="*/ 867118 h 1637169"/>
                <a:gd name="connsiteX8" fmla="*/ 19630 w 907919"/>
                <a:gd name="connsiteY8" fmla="*/ 791428 h 1637169"/>
                <a:gd name="connsiteX9" fmla="*/ 19630 w 907919"/>
                <a:gd name="connsiteY9" fmla="*/ 26797 h 1637169"/>
                <a:gd name="connsiteX0" fmla="*/ 11 w 888300"/>
                <a:gd name="connsiteY0" fmla="*/ 26797 h 1637352"/>
                <a:gd name="connsiteX1" fmla="*/ 26808 w 888300"/>
                <a:gd name="connsiteY1" fmla="*/ 0 h 1637352"/>
                <a:gd name="connsiteX2" fmla="*/ 861503 w 888300"/>
                <a:gd name="connsiteY2" fmla="*/ 0 h 1637352"/>
                <a:gd name="connsiteX3" fmla="*/ 888300 w 888300"/>
                <a:gd name="connsiteY3" fmla="*/ 26797 h 1637352"/>
                <a:gd name="connsiteX4" fmla="*/ 888300 w 888300"/>
                <a:gd name="connsiteY4" fmla="*/ 791428 h 1637352"/>
                <a:gd name="connsiteX5" fmla="*/ 201729 w 888300"/>
                <a:gd name="connsiteY5" fmla="*/ 1637169 h 1637352"/>
                <a:gd name="connsiteX6" fmla="*/ 417270 w 888300"/>
                <a:gd name="connsiteY6" fmla="*/ 867118 h 1637352"/>
                <a:gd name="connsiteX7" fmla="*/ 11 w 888300"/>
                <a:gd name="connsiteY7" fmla="*/ 791428 h 1637352"/>
                <a:gd name="connsiteX8" fmla="*/ 11 w 888300"/>
                <a:gd name="connsiteY8" fmla="*/ 26797 h 1637352"/>
                <a:gd name="connsiteX0" fmla="*/ 7446 w 895735"/>
                <a:gd name="connsiteY0" fmla="*/ 26797 h 1650894"/>
                <a:gd name="connsiteX1" fmla="*/ 34243 w 895735"/>
                <a:gd name="connsiteY1" fmla="*/ 0 h 1650894"/>
                <a:gd name="connsiteX2" fmla="*/ 868938 w 895735"/>
                <a:gd name="connsiteY2" fmla="*/ 0 h 1650894"/>
                <a:gd name="connsiteX3" fmla="*/ 895735 w 895735"/>
                <a:gd name="connsiteY3" fmla="*/ 26797 h 1650894"/>
                <a:gd name="connsiteX4" fmla="*/ 895735 w 895735"/>
                <a:gd name="connsiteY4" fmla="*/ 791428 h 1650894"/>
                <a:gd name="connsiteX5" fmla="*/ 209164 w 895735"/>
                <a:gd name="connsiteY5" fmla="*/ 1637169 h 1650894"/>
                <a:gd name="connsiteX6" fmla="*/ 5740 w 895735"/>
                <a:gd name="connsiteY6" fmla="*/ 1265089 h 1650894"/>
                <a:gd name="connsiteX7" fmla="*/ 424705 w 895735"/>
                <a:gd name="connsiteY7" fmla="*/ 867118 h 1650894"/>
                <a:gd name="connsiteX8" fmla="*/ 7446 w 895735"/>
                <a:gd name="connsiteY8" fmla="*/ 791428 h 1650894"/>
                <a:gd name="connsiteX9" fmla="*/ 7446 w 895735"/>
                <a:gd name="connsiteY9" fmla="*/ 26797 h 1650894"/>
                <a:gd name="connsiteX0" fmla="*/ 1706 w 889995"/>
                <a:gd name="connsiteY0" fmla="*/ 26797 h 1650483"/>
                <a:gd name="connsiteX1" fmla="*/ 28503 w 889995"/>
                <a:gd name="connsiteY1" fmla="*/ 0 h 1650483"/>
                <a:gd name="connsiteX2" fmla="*/ 863198 w 889995"/>
                <a:gd name="connsiteY2" fmla="*/ 0 h 1650483"/>
                <a:gd name="connsiteX3" fmla="*/ 889995 w 889995"/>
                <a:gd name="connsiteY3" fmla="*/ 26797 h 1650483"/>
                <a:gd name="connsiteX4" fmla="*/ 889995 w 889995"/>
                <a:gd name="connsiteY4" fmla="*/ 791428 h 1650483"/>
                <a:gd name="connsiteX5" fmla="*/ 203424 w 889995"/>
                <a:gd name="connsiteY5" fmla="*/ 1637169 h 1650483"/>
                <a:gd name="connsiteX6" fmla="*/ 0 w 889995"/>
                <a:gd name="connsiteY6" fmla="*/ 1265089 h 1650483"/>
                <a:gd name="connsiteX7" fmla="*/ 418965 w 889995"/>
                <a:gd name="connsiteY7" fmla="*/ 867118 h 1650483"/>
                <a:gd name="connsiteX8" fmla="*/ 1706 w 889995"/>
                <a:gd name="connsiteY8" fmla="*/ 791428 h 1650483"/>
                <a:gd name="connsiteX9" fmla="*/ 1706 w 889995"/>
                <a:gd name="connsiteY9" fmla="*/ 26797 h 1650483"/>
                <a:gd name="connsiteX0" fmla="*/ 1706 w 889995"/>
                <a:gd name="connsiteY0" fmla="*/ 26797 h 1637169"/>
                <a:gd name="connsiteX1" fmla="*/ 28503 w 889995"/>
                <a:gd name="connsiteY1" fmla="*/ 0 h 1637169"/>
                <a:gd name="connsiteX2" fmla="*/ 863198 w 889995"/>
                <a:gd name="connsiteY2" fmla="*/ 0 h 1637169"/>
                <a:gd name="connsiteX3" fmla="*/ 889995 w 889995"/>
                <a:gd name="connsiteY3" fmla="*/ 26797 h 1637169"/>
                <a:gd name="connsiteX4" fmla="*/ 889995 w 889995"/>
                <a:gd name="connsiteY4" fmla="*/ 791428 h 1637169"/>
                <a:gd name="connsiteX5" fmla="*/ 203424 w 889995"/>
                <a:gd name="connsiteY5" fmla="*/ 1637169 h 1637169"/>
                <a:gd name="connsiteX6" fmla="*/ 0 w 889995"/>
                <a:gd name="connsiteY6" fmla="*/ 1265089 h 1637169"/>
                <a:gd name="connsiteX7" fmla="*/ 418965 w 889995"/>
                <a:gd name="connsiteY7" fmla="*/ 867118 h 1637169"/>
                <a:gd name="connsiteX8" fmla="*/ 1706 w 889995"/>
                <a:gd name="connsiteY8" fmla="*/ 791428 h 1637169"/>
                <a:gd name="connsiteX9" fmla="*/ 1706 w 889995"/>
                <a:gd name="connsiteY9" fmla="*/ 26797 h 1637169"/>
                <a:gd name="connsiteX0" fmla="*/ 1706 w 889995"/>
                <a:gd name="connsiteY0" fmla="*/ 26797 h 1637169"/>
                <a:gd name="connsiteX1" fmla="*/ 28503 w 889995"/>
                <a:gd name="connsiteY1" fmla="*/ 0 h 1637169"/>
                <a:gd name="connsiteX2" fmla="*/ 863198 w 889995"/>
                <a:gd name="connsiteY2" fmla="*/ 0 h 1637169"/>
                <a:gd name="connsiteX3" fmla="*/ 889995 w 889995"/>
                <a:gd name="connsiteY3" fmla="*/ 26797 h 1637169"/>
                <a:gd name="connsiteX4" fmla="*/ 889995 w 889995"/>
                <a:gd name="connsiteY4" fmla="*/ 791428 h 1637169"/>
                <a:gd name="connsiteX5" fmla="*/ 203424 w 889995"/>
                <a:gd name="connsiteY5" fmla="*/ 1637169 h 1637169"/>
                <a:gd name="connsiteX6" fmla="*/ 0 w 889995"/>
                <a:gd name="connsiteY6" fmla="*/ 1265089 h 1637169"/>
                <a:gd name="connsiteX7" fmla="*/ 418965 w 889995"/>
                <a:gd name="connsiteY7" fmla="*/ 867118 h 1637169"/>
                <a:gd name="connsiteX8" fmla="*/ 1706 w 889995"/>
                <a:gd name="connsiteY8" fmla="*/ 791428 h 1637169"/>
                <a:gd name="connsiteX9" fmla="*/ 1706 w 889995"/>
                <a:gd name="connsiteY9" fmla="*/ 26797 h 1637169"/>
                <a:gd name="connsiteX0" fmla="*/ 1706 w 889995"/>
                <a:gd name="connsiteY0" fmla="*/ 26797 h 1637169"/>
                <a:gd name="connsiteX1" fmla="*/ 28503 w 889995"/>
                <a:gd name="connsiteY1" fmla="*/ 0 h 1637169"/>
                <a:gd name="connsiteX2" fmla="*/ 863198 w 889995"/>
                <a:gd name="connsiteY2" fmla="*/ 0 h 1637169"/>
                <a:gd name="connsiteX3" fmla="*/ 889995 w 889995"/>
                <a:gd name="connsiteY3" fmla="*/ 26797 h 1637169"/>
                <a:gd name="connsiteX4" fmla="*/ 889995 w 889995"/>
                <a:gd name="connsiteY4" fmla="*/ 791428 h 1637169"/>
                <a:gd name="connsiteX5" fmla="*/ 203424 w 889995"/>
                <a:gd name="connsiteY5" fmla="*/ 1637169 h 1637169"/>
                <a:gd name="connsiteX6" fmla="*/ 0 w 889995"/>
                <a:gd name="connsiteY6" fmla="*/ 1265089 h 1637169"/>
                <a:gd name="connsiteX7" fmla="*/ 418965 w 889995"/>
                <a:gd name="connsiteY7" fmla="*/ 867118 h 1637169"/>
                <a:gd name="connsiteX8" fmla="*/ 1706 w 889995"/>
                <a:gd name="connsiteY8" fmla="*/ 791428 h 1637169"/>
                <a:gd name="connsiteX9" fmla="*/ 1706 w 889995"/>
                <a:gd name="connsiteY9" fmla="*/ 26797 h 1637169"/>
                <a:gd name="connsiteX0" fmla="*/ 1706 w 889995"/>
                <a:gd name="connsiteY0" fmla="*/ 26797 h 1637169"/>
                <a:gd name="connsiteX1" fmla="*/ 28503 w 889995"/>
                <a:gd name="connsiteY1" fmla="*/ 0 h 1637169"/>
                <a:gd name="connsiteX2" fmla="*/ 863198 w 889995"/>
                <a:gd name="connsiteY2" fmla="*/ 0 h 1637169"/>
                <a:gd name="connsiteX3" fmla="*/ 889995 w 889995"/>
                <a:gd name="connsiteY3" fmla="*/ 26797 h 1637169"/>
                <a:gd name="connsiteX4" fmla="*/ 889995 w 889995"/>
                <a:gd name="connsiteY4" fmla="*/ 791428 h 1637169"/>
                <a:gd name="connsiteX5" fmla="*/ 203424 w 889995"/>
                <a:gd name="connsiteY5" fmla="*/ 1637169 h 1637169"/>
                <a:gd name="connsiteX6" fmla="*/ 0 w 889995"/>
                <a:gd name="connsiteY6" fmla="*/ 1265089 h 1637169"/>
                <a:gd name="connsiteX7" fmla="*/ 418965 w 889995"/>
                <a:gd name="connsiteY7" fmla="*/ 867118 h 1637169"/>
                <a:gd name="connsiteX8" fmla="*/ 1706 w 889995"/>
                <a:gd name="connsiteY8" fmla="*/ 791428 h 1637169"/>
                <a:gd name="connsiteX9" fmla="*/ 1706 w 889995"/>
                <a:gd name="connsiteY9" fmla="*/ 26797 h 1637169"/>
                <a:gd name="connsiteX0" fmla="*/ 1706 w 889995"/>
                <a:gd name="connsiteY0" fmla="*/ 26797 h 1637169"/>
                <a:gd name="connsiteX1" fmla="*/ 28503 w 889995"/>
                <a:gd name="connsiteY1" fmla="*/ 0 h 1637169"/>
                <a:gd name="connsiteX2" fmla="*/ 863198 w 889995"/>
                <a:gd name="connsiteY2" fmla="*/ 0 h 1637169"/>
                <a:gd name="connsiteX3" fmla="*/ 889995 w 889995"/>
                <a:gd name="connsiteY3" fmla="*/ 26797 h 1637169"/>
                <a:gd name="connsiteX4" fmla="*/ 889995 w 889995"/>
                <a:gd name="connsiteY4" fmla="*/ 791428 h 1637169"/>
                <a:gd name="connsiteX5" fmla="*/ 203424 w 889995"/>
                <a:gd name="connsiteY5" fmla="*/ 1637169 h 1637169"/>
                <a:gd name="connsiteX6" fmla="*/ 0 w 889995"/>
                <a:gd name="connsiteY6" fmla="*/ 1265089 h 1637169"/>
                <a:gd name="connsiteX7" fmla="*/ 417744 w 889995"/>
                <a:gd name="connsiteY7" fmla="*/ 844648 h 1637169"/>
                <a:gd name="connsiteX8" fmla="*/ 1706 w 889995"/>
                <a:gd name="connsiteY8" fmla="*/ 791428 h 1637169"/>
                <a:gd name="connsiteX9" fmla="*/ 1706 w 889995"/>
                <a:gd name="connsiteY9" fmla="*/ 26797 h 1637169"/>
                <a:gd name="connsiteX0" fmla="*/ 1706 w 889995"/>
                <a:gd name="connsiteY0" fmla="*/ 26797 h 1637169"/>
                <a:gd name="connsiteX1" fmla="*/ 28503 w 889995"/>
                <a:gd name="connsiteY1" fmla="*/ 0 h 1637169"/>
                <a:gd name="connsiteX2" fmla="*/ 863198 w 889995"/>
                <a:gd name="connsiteY2" fmla="*/ 0 h 1637169"/>
                <a:gd name="connsiteX3" fmla="*/ 889995 w 889995"/>
                <a:gd name="connsiteY3" fmla="*/ 26797 h 1637169"/>
                <a:gd name="connsiteX4" fmla="*/ 889995 w 889995"/>
                <a:gd name="connsiteY4" fmla="*/ 791428 h 1637169"/>
                <a:gd name="connsiteX5" fmla="*/ 203424 w 889995"/>
                <a:gd name="connsiteY5" fmla="*/ 1637169 h 1637169"/>
                <a:gd name="connsiteX6" fmla="*/ 0 w 889995"/>
                <a:gd name="connsiteY6" fmla="*/ 1265089 h 1637169"/>
                <a:gd name="connsiteX7" fmla="*/ 417744 w 889995"/>
                <a:gd name="connsiteY7" fmla="*/ 844648 h 1637169"/>
                <a:gd name="connsiteX8" fmla="*/ 1706 w 889995"/>
                <a:gd name="connsiteY8" fmla="*/ 791428 h 1637169"/>
                <a:gd name="connsiteX9" fmla="*/ 1706 w 889995"/>
                <a:gd name="connsiteY9" fmla="*/ 26797 h 1637169"/>
                <a:gd name="connsiteX0" fmla="*/ 1706 w 889995"/>
                <a:gd name="connsiteY0" fmla="*/ 26797 h 1637169"/>
                <a:gd name="connsiteX1" fmla="*/ 28503 w 889995"/>
                <a:gd name="connsiteY1" fmla="*/ 0 h 1637169"/>
                <a:gd name="connsiteX2" fmla="*/ 863198 w 889995"/>
                <a:gd name="connsiteY2" fmla="*/ 0 h 1637169"/>
                <a:gd name="connsiteX3" fmla="*/ 889995 w 889995"/>
                <a:gd name="connsiteY3" fmla="*/ 26797 h 1637169"/>
                <a:gd name="connsiteX4" fmla="*/ 889995 w 889995"/>
                <a:gd name="connsiteY4" fmla="*/ 791428 h 1637169"/>
                <a:gd name="connsiteX5" fmla="*/ 203424 w 889995"/>
                <a:gd name="connsiteY5" fmla="*/ 1637169 h 1637169"/>
                <a:gd name="connsiteX6" fmla="*/ 0 w 889995"/>
                <a:gd name="connsiteY6" fmla="*/ 1265089 h 1637169"/>
                <a:gd name="connsiteX7" fmla="*/ 417744 w 889995"/>
                <a:gd name="connsiteY7" fmla="*/ 844648 h 1637169"/>
                <a:gd name="connsiteX8" fmla="*/ 1706 w 889995"/>
                <a:gd name="connsiteY8" fmla="*/ 791428 h 1637169"/>
                <a:gd name="connsiteX9" fmla="*/ 1706 w 889995"/>
                <a:gd name="connsiteY9" fmla="*/ 26797 h 1637169"/>
                <a:gd name="connsiteX0" fmla="*/ 1706 w 889995"/>
                <a:gd name="connsiteY0" fmla="*/ 26797 h 1637169"/>
                <a:gd name="connsiteX1" fmla="*/ 28503 w 889995"/>
                <a:gd name="connsiteY1" fmla="*/ 0 h 1637169"/>
                <a:gd name="connsiteX2" fmla="*/ 863198 w 889995"/>
                <a:gd name="connsiteY2" fmla="*/ 0 h 1637169"/>
                <a:gd name="connsiteX3" fmla="*/ 889995 w 889995"/>
                <a:gd name="connsiteY3" fmla="*/ 26797 h 1637169"/>
                <a:gd name="connsiteX4" fmla="*/ 889995 w 889995"/>
                <a:gd name="connsiteY4" fmla="*/ 791428 h 1637169"/>
                <a:gd name="connsiteX5" fmla="*/ 203424 w 889995"/>
                <a:gd name="connsiteY5" fmla="*/ 1637169 h 1637169"/>
                <a:gd name="connsiteX6" fmla="*/ 0 w 889995"/>
                <a:gd name="connsiteY6" fmla="*/ 1265089 h 1637169"/>
                <a:gd name="connsiteX7" fmla="*/ 417744 w 889995"/>
                <a:gd name="connsiteY7" fmla="*/ 844648 h 1637169"/>
                <a:gd name="connsiteX8" fmla="*/ 1706 w 889995"/>
                <a:gd name="connsiteY8" fmla="*/ 791428 h 1637169"/>
                <a:gd name="connsiteX9" fmla="*/ 1706 w 889995"/>
                <a:gd name="connsiteY9" fmla="*/ 26797 h 1637169"/>
                <a:gd name="connsiteX0" fmla="*/ 1706 w 889995"/>
                <a:gd name="connsiteY0" fmla="*/ 26797 h 1637169"/>
                <a:gd name="connsiteX1" fmla="*/ 28503 w 889995"/>
                <a:gd name="connsiteY1" fmla="*/ 0 h 1637169"/>
                <a:gd name="connsiteX2" fmla="*/ 863198 w 889995"/>
                <a:gd name="connsiteY2" fmla="*/ 0 h 1637169"/>
                <a:gd name="connsiteX3" fmla="*/ 889995 w 889995"/>
                <a:gd name="connsiteY3" fmla="*/ 26797 h 1637169"/>
                <a:gd name="connsiteX4" fmla="*/ 889995 w 889995"/>
                <a:gd name="connsiteY4" fmla="*/ 791428 h 1637169"/>
                <a:gd name="connsiteX5" fmla="*/ 203424 w 889995"/>
                <a:gd name="connsiteY5" fmla="*/ 1637169 h 1637169"/>
                <a:gd name="connsiteX6" fmla="*/ 0 w 889995"/>
                <a:gd name="connsiteY6" fmla="*/ 1265089 h 1637169"/>
                <a:gd name="connsiteX7" fmla="*/ 417744 w 889995"/>
                <a:gd name="connsiteY7" fmla="*/ 844648 h 1637169"/>
                <a:gd name="connsiteX8" fmla="*/ 1706 w 889995"/>
                <a:gd name="connsiteY8" fmla="*/ 791428 h 1637169"/>
                <a:gd name="connsiteX9" fmla="*/ 1706 w 889995"/>
                <a:gd name="connsiteY9" fmla="*/ 26797 h 1637169"/>
                <a:gd name="connsiteX0" fmla="*/ 1706 w 889995"/>
                <a:gd name="connsiteY0" fmla="*/ 26797 h 1637169"/>
                <a:gd name="connsiteX1" fmla="*/ 28503 w 889995"/>
                <a:gd name="connsiteY1" fmla="*/ 0 h 1637169"/>
                <a:gd name="connsiteX2" fmla="*/ 863198 w 889995"/>
                <a:gd name="connsiteY2" fmla="*/ 0 h 1637169"/>
                <a:gd name="connsiteX3" fmla="*/ 889995 w 889995"/>
                <a:gd name="connsiteY3" fmla="*/ 26797 h 1637169"/>
                <a:gd name="connsiteX4" fmla="*/ 889995 w 889995"/>
                <a:gd name="connsiteY4" fmla="*/ 791428 h 1637169"/>
                <a:gd name="connsiteX5" fmla="*/ 203424 w 889995"/>
                <a:gd name="connsiteY5" fmla="*/ 1637169 h 1637169"/>
                <a:gd name="connsiteX6" fmla="*/ 0 w 889995"/>
                <a:gd name="connsiteY6" fmla="*/ 1265089 h 1637169"/>
                <a:gd name="connsiteX7" fmla="*/ 417744 w 889995"/>
                <a:gd name="connsiteY7" fmla="*/ 844648 h 1637169"/>
                <a:gd name="connsiteX8" fmla="*/ 1706 w 889995"/>
                <a:gd name="connsiteY8" fmla="*/ 791428 h 1637169"/>
                <a:gd name="connsiteX9" fmla="*/ 1706 w 889995"/>
                <a:gd name="connsiteY9" fmla="*/ 26797 h 1637169"/>
                <a:gd name="connsiteX0" fmla="*/ 1706 w 889995"/>
                <a:gd name="connsiteY0" fmla="*/ 26797 h 1637169"/>
                <a:gd name="connsiteX1" fmla="*/ 28503 w 889995"/>
                <a:gd name="connsiteY1" fmla="*/ 0 h 1637169"/>
                <a:gd name="connsiteX2" fmla="*/ 863198 w 889995"/>
                <a:gd name="connsiteY2" fmla="*/ 0 h 1637169"/>
                <a:gd name="connsiteX3" fmla="*/ 889995 w 889995"/>
                <a:gd name="connsiteY3" fmla="*/ 26797 h 1637169"/>
                <a:gd name="connsiteX4" fmla="*/ 889995 w 889995"/>
                <a:gd name="connsiteY4" fmla="*/ 791428 h 1637169"/>
                <a:gd name="connsiteX5" fmla="*/ 203424 w 889995"/>
                <a:gd name="connsiteY5" fmla="*/ 1637169 h 1637169"/>
                <a:gd name="connsiteX6" fmla="*/ 0 w 889995"/>
                <a:gd name="connsiteY6" fmla="*/ 1265089 h 1637169"/>
                <a:gd name="connsiteX7" fmla="*/ 417744 w 889995"/>
                <a:gd name="connsiteY7" fmla="*/ 844648 h 1637169"/>
                <a:gd name="connsiteX8" fmla="*/ 1706 w 889995"/>
                <a:gd name="connsiteY8" fmla="*/ 791428 h 1637169"/>
                <a:gd name="connsiteX9" fmla="*/ 1706 w 889995"/>
                <a:gd name="connsiteY9" fmla="*/ 26797 h 1637169"/>
                <a:gd name="connsiteX0" fmla="*/ 1706 w 889995"/>
                <a:gd name="connsiteY0" fmla="*/ 26797 h 1637169"/>
                <a:gd name="connsiteX1" fmla="*/ 28503 w 889995"/>
                <a:gd name="connsiteY1" fmla="*/ 0 h 1637169"/>
                <a:gd name="connsiteX2" fmla="*/ 863198 w 889995"/>
                <a:gd name="connsiteY2" fmla="*/ 0 h 1637169"/>
                <a:gd name="connsiteX3" fmla="*/ 889995 w 889995"/>
                <a:gd name="connsiteY3" fmla="*/ 26797 h 1637169"/>
                <a:gd name="connsiteX4" fmla="*/ 889995 w 889995"/>
                <a:gd name="connsiteY4" fmla="*/ 791428 h 1637169"/>
                <a:gd name="connsiteX5" fmla="*/ 203424 w 889995"/>
                <a:gd name="connsiteY5" fmla="*/ 1637169 h 1637169"/>
                <a:gd name="connsiteX6" fmla="*/ 0 w 889995"/>
                <a:gd name="connsiteY6" fmla="*/ 1265089 h 1637169"/>
                <a:gd name="connsiteX7" fmla="*/ 417744 w 889995"/>
                <a:gd name="connsiteY7" fmla="*/ 844648 h 1637169"/>
                <a:gd name="connsiteX8" fmla="*/ 1706 w 889995"/>
                <a:gd name="connsiteY8" fmla="*/ 791428 h 1637169"/>
                <a:gd name="connsiteX9" fmla="*/ 1706 w 889995"/>
                <a:gd name="connsiteY9" fmla="*/ 26797 h 1637169"/>
                <a:gd name="connsiteX0" fmla="*/ 1706 w 889995"/>
                <a:gd name="connsiteY0" fmla="*/ 26797 h 1637169"/>
                <a:gd name="connsiteX1" fmla="*/ 28503 w 889995"/>
                <a:gd name="connsiteY1" fmla="*/ 0 h 1637169"/>
                <a:gd name="connsiteX2" fmla="*/ 863198 w 889995"/>
                <a:gd name="connsiteY2" fmla="*/ 0 h 1637169"/>
                <a:gd name="connsiteX3" fmla="*/ 889995 w 889995"/>
                <a:gd name="connsiteY3" fmla="*/ 26797 h 1637169"/>
                <a:gd name="connsiteX4" fmla="*/ 889995 w 889995"/>
                <a:gd name="connsiteY4" fmla="*/ 791428 h 1637169"/>
                <a:gd name="connsiteX5" fmla="*/ 203424 w 889995"/>
                <a:gd name="connsiteY5" fmla="*/ 1637169 h 1637169"/>
                <a:gd name="connsiteX6" fmla="*/ 0 w 889995"/>
                <a:gd name="connsiteY6" fmla="*/ 1265089 h 1637169"/>
                <a:gd name="connsiteX7" fmla="*/ 425547 w 889995"/>
                <a:gd name="connsiteY7" fmla="*/ 843097 h 1637169"/>
                <a:gd name="connsiteX8" fmla="*/ 1706 w 889995"/>
                <a:gd name="connsiteY8" fmla="*/ 791428 h 1637169"/>
                <a:gd name="connsiteX9" fmla="*/ 1706 w 889995"/>
                <a:gd name="connsiteY9" fmla="*/ 26797 h 1637169"/>
                <a:gd name="connsiteX0" fmla="*/ 1706 w 889995"/>
                <a:gd name="connsiteY0" fmla="*/ 26797 h 1637169"/>
                <a:gd name="connsiteX1" fmla="*/ 28503 w 889995"/>
                <a:gd name="connsiteY1" fmla="*/ 0 h 1637169"/>
                <a:gd name="connsiteX2" fmla="*/ 863198 w 889995"/>
                <a:gd name="connsiteY2" fmla="*/ 0 h 1637169"/>
                <a:gd name="connsiteX3" fmla="*/ 889995 w 889995"/>
                <a:gd name="connsiteY3" fmla="*/ 26797 h 1637169"/>
                <a:gd name="connsiteX4" fmla="*/ 889995 w 889995"/>
                <a:gd name="connsiteY4" fmla="*/ 791428 h 1637169"/>
                <a:gd name="connsiteX5" fmla="*/ 203424 w 889995"/>
                <a:gd name="connsiteY5" fmla="*/ 1637169 h 1637169"/>
                <a:gd name="connsiteX6" fmla="*/ 0 w 889995"/>
                <a:gd name="connsiteY6" fmla="*/ 1265089 h 1637169"/>
                <a:gd name="connsiteX7" fmla="*/ 425547 w 889995"/>
                <a:gd name="connsiteY7" fmla="*/ 843097 h 1637169"/>
                <a:gd name="connsiteX8" fmla="*/ 1706 w 889995"/>
                <a:gd name="connsiteY8" fmla="*/ 791428 h 1637169"/>
                <a:gd name="connsiteX9" fmla="*/ 1706 w 889995"/>
                <a:gd name="connsiteY9" fmla="*/ 26797 h 1637169"/>
                <a:gd name="connsiteX0" fmla="*/ 1706 w 889995"/>
                <a:gd name="connsiteY0" fmla="*/ 26797 h 1637169"/>
                <a:gd name="connsiteX1" fmla="*/ 28503 w 889995"/>
                <a:gd name="connsiteY1" fmla="*/ 0 h 1637169"/>
                <a:gd name="connsiteX2" fmla="*/ 863198 w 889995"/>
                <a:gd name="connsiteY2" fmla="*/ 0 h 1637169"/>
                <a:gd name="connsiteX3" fmla="*/ 889995 w 889995"/>
                <a:gd name="connsiteY3" fmla="*/ 26797 h 1637169"/>
                <a:gd name="connsiteX4" fmla="*/ 889995 w 889995"/>
                <a:gd name="connsiteY4" fmla="*/ 791428 h 1637169"/>
                <a:gd name="connsiteX5" fmla="*/ 203424 w 889995"/>
                <a:gd name="connsiteY5" fmla="*/ 1637169 h 1637169"/>
                <a:gd name="connsiteX6" fmla="*/ 0 w 889995"/>
                <a:gd name="connsiteY6" fmla="*/ 1265089 h 1637169"/>
                <a:gd name="connsiteX7" fmla="*/ 425547 w 889995"/>
                <a:gd name="connsiteY7" fmla="*/ 843097 h 1637169"/>
                <a:gd name="connsiteX8" fmla="*/ 1706 w 889995"/>
                <a:gd name="connsiteY8" fmla="*/ 791428 h 1637169"/>
                <a:gd name="connsiteX9" fmla="*/ 1706 w 889995"/>
                <a:gd name="connsiteY9" fmla="*/ 26797 h 1637169"/>
                <a:gd name="connsiteX0" fmla="*/ 1706 w 889995"/>
                <a:gd name="connsiteY0" fmla="*/ 26797 h 1637169"/>
                <a:gd name="connsiteX1" fmla="*/ 28503 w 889995"/>
                <a:gd name="connsiteY1" fmla="*/ 0 h 1637169"/>
                <a:gd name="connsiteX2" fmla="*/ 863198 w 889995"/>
                <a:gd name="connsiteY2" fmla="*/ 0 h 1637169"/>
                <a:gd name="connsiteX3" fmla="*/ 889995 w 889995"/>
                <a:gd name="connsiteY3" fmla="*/ 26797 h 1637169"/>
                <a:gd name="connsiteX4" fmla="*/ 889995 w 889995"/>
                <a:gd name="connsiteY4" fmla="*/ 791428 h 1637169"/>
                <a:gd name="connsiteX5" fmla="*/ 203424 w 889995"/>
                <a:gd name="connsiteY5" fmla="*/ 1637169 h 1637169"/>
                <a:gd name="connsiteX6" fmla="*/ 0 w 889995"/>
                <a:gd name="connsiteY6" fmla="*/ 1265089 h 1637169"/>
                <a:gd name="connsiteX7" fmla="*/ 425547 w 889995"/>
                <a:gd name="connsiteY7" fmla="*/ 843097 h 1637169"/>
                <a:gd name="connsiteX8" fmla="*/ 1706 w 889995"/>
                <a:gd name="connsiteY8" fmla="*/ 791428 h 1637169"/>
                <a:gd name="connsiteX9" fmla="*/ 1706 w 889995"/>
                <a:gd name="connsiteY9" fmla="*/ 26797 h 1637169"/>
                <a:gd name="connsiteX0" fmla="*/ 1706 w 889995"/>
                <a:gd name="connsiteY0" fmla="*/ 26797 h 1637169"/>
                <a:gd name="connsiteX1" fmla="*/ 28503 w 889995"/>
                <a:gd name="connsiteY1" fmla="*/ 0 h 1637169"/>
                <a:gd name="connsiteX2" fmla="*/ 863198 w 889995"/>
                <a:gd name="connsiteY2" fmla="*/ 0 h 1637169"/>
                <a:gd name="connsiteX3" fmla="*/ 889995 w 889995"/>
                <a:gd name="connsiteY3" fmla="*/ 26797 h 1637169"/>
                <a:gd name="connsiteX4" fmla="*/ 889995 w 889995"/>
                <a:gd name="connsiteY4" fmla="*/ 791428 h 1637169"/>
                <a:gd name="connsiteX5" fmla="*/ 203424 w 889995"/>
                <a:gd name="connsiteY5" fmla="*/ 1637169 h 1637169"/>
                <a:gd name="connsiteX6" fmla="*/ 0 w 889995"/>
                <a:gd name="connsiteY6" fmla="*/ 1265089 h 1637169"/>
                <a:gd name="connsiteX7" fmla="*/ 425547 w 889995"/>
                <a:gd name="connsiteY7" fmla="*/ 843097 h 1637169"/>
                <a:gd name="connsiteX8" fmla="*/ 1706 w 889995"/>
                <a:gd name="connsiteY8" fmla="*/ 791428 h 1637169"/>
                <a:gd name="connsiteX9" fmla="*/ 1706 w 889995"/>
                <a:gd name="connsiteY9" fmla="*/ 26797 h 1637169"/>
                <a:gd name="connsiteX0" fmla="*/ 1706 w 889995"/>
                <a:gd name="connsiteY0" fmla="*/ 26797 h 1637169"/>
                <a:gd name="connsiteX1" fmla="*/ 28503 w 889995"/>
                <a:gd name="connsiteY1" fmla="*/ 0 h 1637169"/>
                <a:gd name="connsiteX2" fmla="*/ 863198 w 889995"/>
                <a:gd name="connsiteY2" fmla="*/ 0 h 1637169"/>
                <a:gd name="connsiteX3" fmla="*/ 889995 w 889995"/>
                <a:gd name="connsiteY3" fmla="*/ 26797 h 1637169"/>
                <a:gd name="connsiteX4" fmla="*/ 889995 w 889995"/>
                <a:gd name="connsiteY4" fmla="*/ 791428 h 1637169"/>
                <a:gd name="connsiteX5" fmla="*/ 203424 w 889995"/>
                <a:gd name="connsiteY5" fmla="*/ 1637169 h 1637169"/>
                <a:gd name="connsiteX6" fmla="*/ 0 w 889995"/>
                <a:gd name="connsiteY6" fmla="*/ 1265089 h 1637169"/>
                <a:gd name="connsiteX7" fmla="*/ 425547 w 889995"/>
                <a:gd name="connsiteY7" fmla="*/ 843097 h 1637169"/>
                <a:gd name="connsiteX8" fmla="*/ 1706 w 889995"/>
                <a:gd name="connsiteY8" fmla="*/ 791428 h 1637169"/>
                <a:gd name="connsiteX9" fmla="*/ 1706 w 889995"/>
                <a:gd name="connsiteY9" fmla="*/ 26797 h 1637169"/>
                <a:gd name="connsiteX0" fmla="*/ 1706 w 889995"/>
                <a:gd name="connsiteY0" fmla="*/ 29683 h 1640055"/>
                <a:gd name="connsiteX1" fmla="*/ 28503 w 889995"/>
                <a:gd name="connsiteY1" fmla="*/ 2886 h 1640055"/>
                <a:gd name="connsiteX2" fmla="*/ 863163 w 889995"/>
                <a:gd name="connsiteY2" fmla="*/ 0 h 1640055"/>
                <a:gd name="connsiteX3" fmla="*/ 889995 w 889995"/>
                <a:gd name="connsiteY3" fmla="*/ 29683 h 1640055"/>
                <a:gd name="connsiteX4" fmla="*/ 889995 w 889995"/>
                <a:gd name="connsiteY4" fmla="*/ 794314 h 1640055"/>
                <a:gd name="connsiteX5" fmla="*/ 203424 w 889995"/>
                <a:gd name="connsiteY5" fmla="*/ 1640055 h 1640055"/>
                <a:gd name="connsiteX6" fmla="*/ 0 w 889995"/>
                <a:gd name="connsiteY6" fmla="*/ 1267975 h 1640055"/>
                <a:gd name="connsiteX7" fmla="*/ 425547 w 889995"/>
                <a:gd name="connsiteY7" fmla="*/ 845983 h 1640055"/>
                <a:gd name="connsiteX8" fmla="*/ 1706 w 889995"/>
                <a:gd name="connsiteY8" fmla="*/ 794314 h 1640055"/>
                <a:gd name="connsiteX9" fmla="*/ 1706 w 889995"/>
                <a:gd name="connsiteY9" fmla="*/ 29683 h 1640055"/>
                <a:gd name="connsiteX0" fmla="*/ 1706 w 889995"/>
                <a:gd name="connsiteY0" fmla="*/ 35487 h 1645859"/>
                <a:gd name="connsiteX1" fmla="*/ 28503 w 889995"/>
                <a:gd name="connsiteY1" fmla="*/ 8690 h 1645859"/>
                <a:gd name="connsiteX2" fmla="*/ 865980 w 889995"/>
                <a:gd name="connsiteY2" fmla="*/ 0 h 1645859"/>
                <a:gd name="connsiteX3" fmla="*/ 889995 w 889995"/>
                <a:gd name="connsiteY3" fmla="*/ 35487 h 1645859"/>
                <a:gd name="connsiteX4" fmla="*/ 889995 w 889995"/>
                <a:gd name="connsiteY4" fmla="*/ 800118 h 1645859"/>
                <a:gd name="connsiteX5" fmla="*/ 203424 w 889995"/>
                <a:gd name="connsiteY5" fmla="*/ 1645859 h 1645859"/>
                <a:gd name="connsiteX6" fmla="*/ 0 w 889995"/>
                <a:gd name="connsiteY6" fmla="*/ 1273779 h 1645859"/>
                <a:gd name="connsiteX7" fmla="*/ 425547 w 889995"/>
                <a:gd name="connsiteY7" fmla="*/ 851787 h 1645859"/>
                <a:gd name="connsiteX8" fmla="*/ 1706 w 889995"/>
                <a:gd name="connsiteY8" fmla="*/ 800118 h 1645859"/>
                <a:gd name="connsiteX9" fmla="*/ 1706 w 889995"/>
                <a:gd name="connsiteY9" fmla="*/ 35487 h 1645859"/>
                <a:gd name="connsiteX0" fmla="*/ 1706 w 889995"/>
                <a:gd name="connsiteY0" fmla="*/ 39664 h 1650036"/>
                <a:gd name="connsiteX1" fmla="*/ 28503 w 889995"/>
                <a:gd name="connsiteY1" fmla="*/ 12867 h 1650036"/>
                <a:gd name="connsiteX2" fmla="*/ 865930 w 889995"/>
                <a:gd name="connsiteY2" fmla="*/ 0 h 1650036"/>
                <a:gd name="connsiteX3" fmla="*/ 889995 w 889995"/>
                <a:gd name="connsiteY3" fmla="*/ 39664 h 1650036"/>
                <a:gd name="connsiteX4" fmla="*/ 889995 w 889995"/>
                <a:gd name="connsiteY4" fmla="*/ 804295 h 1650036"/>
                <a:gd name="connsiteX5" fmla="*/ 203424 w 889995"/>
                <a:gd name="connsiteY5" fmla="*/ 1650036 h 1650036"/>
                <a:gd name="connsiteX6" fmla="*/ 0 w 889995"/>
                <a:gd name="connsiteY6" fmla="*/ 1277956 h 1650036"/>
                <a:gd name="connsiteX7" fmla="*/ 425547 w 889995"/>
                <a:gd name="connsiteY7" fmla="*/ 855964 h 1650036"/>
                <a:gd name="connsiteX8" fmla="*/ 1706 w 889995"/>
                <a:gd name="connsiteY8" fmla="*/ 804295 h 1650036"/>
                <a:gd name="connsiteX9" fmla="*/ 1706 w 889995"/>
                <a:gd name="connsiteY9" fmla="*/ 39664 h 1650036"/>
                <a:gd name="connsiteX0" fmla="*/ 1706 w 889995"/>
                <a:gd name="connsiteY0" fmla="*/ 37452 h 1647824"/>
                <a:gd name="connsiteX1" fmla="*/ 28503 w 889995"/>
                <a:gd name="connsiteY1" fmla="*/ 10655 h 1647824"/>
                <a:gd name="connsiteX2" fmla="*/ 855515 w 889995"/>
                <a:gd name="connsiteY2" fmla="*/ 0 h 1647824"/>
                <a:gd name="connsiteX3" fmla="*/ 889995 w 889995"/>
                <a:gd name="connsiteY3" fmla="*/ 37452 h 1647824"/>
                <a:gd name="connsiteX4" fmla="*/ 889995 w 889995"/>
                <a:gd name="connsiteY4" fmla="*/ 802083 h 1647824"/>
                <a:gd name="connsiteX5" fmla="*/ 203424 w 889995"/>
                <a:gd name="connsiteY5" fmla="*/ 1647824 h 1647824"/>
                <a:gd name="connsiteX6" fmla="*/ 0 w 889995"/>
                <a:gd name="connsiteY6" fmla="*/ 1275744 h 1647824"/>
                <a:gd name="connsiteX7" fmla="*/ 425547 w 889995"/>
                <a:gd name="connsiteY7" fmla="*/ 853752 h 1647824"/>
                <a:gd name="connsiteX8" fmla="*/ 1706 w 889995"/>
                <a:gd name="connsiteY8" fmla="*/ 802083 h 1647824"/>
                <a:gd name="connsiteX9" fmla="*/ 1706 w 889995"/>
                <a:gd name="connsiteY9" fmla="*/ 37452 h 1647824"/>
                <a:gd name="connsiteX0" fmla="*/ 1706 w 889995"/>
                <a:gd name="connsiteY0" fmla="*/ 37452 h 1647824"/>
                <a:gd name="connsiteX1" fmla="*/ 28503 w 889995"/>
                <a:gd name="connsiteY1" fmla="*/ 10655 h 1647824"/>
                <a:gd name="connsiteX2" fmla="*/ 855515 w 889995"/>
                <a:gd name="connsiteY2" fmla="*/ 0 h 1647824"/>
                <a:gd name="connsiteX3" fmla="*/ 889995 w 889995"/>
                <a:gd name="connsiteY3" fmla="*/ 37452 h 1647824"/>
                <a:gd name="connsiteX4" fmla="*/ 889995 w 889995"/>
                <a:gd name="connsiteY4" fmla="*/ 802083 h 1647824"/>
                <a:gd name="connsiteX5" fmla="*/ 203424 w 889995"/>
                <a:gd name="connsiteY5" fmla="*/ 1647824 h 1647824"/>
                <a:gd name="connsiteX6" fmla="*/ 0 w 889995"/>
                <a:gd name="connsiteY6" fmla="*/ 1275744 h 1647824"/>
                <a:gd name="connsiteX7" fmla="*/ 425547 w 889995"/>
                <a:gd name="connsiteY7" fmla="*/ 853752 h 1647824"/>
                <a:gd name="connsiteX8" fmla="*/ 4305 w 889995"/>
                <a:gd name="connsiteY8" fmla="*/ 802052 h 1647824"/>
                <a:gd name="connsiteX9" fmla="*/ 1706 w 889995"/>
                <a:gd name="connsiteY9" fmla="*/ 37452 h 1647824"/>
                <a:gd name="connsiteX0" fmla="*/ 1706 w 889995"/>
                <a:gd name="connsiteY0" fmla="*/ 37452 h 1647824"/>
                <a:gd name="connsiteX1" fmla="*/ 28503 w 889995"/>
                <a:gd name="connsiteY1" fmla="*/ 10655 h 1647824"/>
                <a:gd name="connsiteX2" fmla="*/ 855515 w 889995"/>
                <a:gd name="connsiteY2" fmla="*/ 0 h 1647824"/>
                <a:gd name="connsiteX3" fmla="*/ 889995 w 889995"/>
                <a:gd name="connsiteY3" fmla="*/ 37452 h 1647824"/>
                <a:gd name="connsiteX4" fmla="*/ 889995 w 889995"/>
                <a:gd name="connsiteY4" fmla="*/ 802083 h 1647824"/>
                <a:gd name="connsiteX5" fmla="*/ 203424 w 889995"/>
                <a:gd name="connsiteY5" fmla="*/ 1647824 h 1647824"/>
                <a:gd name="connsiteX6" fmla="*/ 0 w 889995"/>
                <a:gd name="connsiteY6" fmla="*/ 1275744 h 1647824"/>
                <a:gd name="connsiteX7" fmla="*/ 425547 w 889995"/>
                <a:gd name="connsiteY7" fmla="*/ 853752 h 1647824"/>
                <a:gd name="connsiteX8" fmla="*/ 8657 w 889995"/>
                <a:gd name="connsiteY8" fmla="*/ 803733 h 1647824"/>
                <a:gd name="connsiteX9" fmla="*/ 1706 w 889995"/>
                <a:gd name="connsiteY9" fmla="*/ 37452 h 1647824"/>
                <a:gd name="connsiteX0" fmla="*/ 1706 w 889995"/>
                <a:gd name="connsiteY0" fmla="*/ 37452 h 1647824"/>
                <a:gd name="connsiteX1" fmla="*/ 28503 w 889995"/>
                <a:gd name="connsiteY1" fmla="*/ 10655 h 1647824"/>
                <a:gd name="connsiteX2" fmla="*/ 855515 w 889995"/>
                <a:gd name="connsiteY2" fmla="*/ 0 h 1647824"/>
                <a:gd name="connsiteX3" fmla="*/ 889995 w 889995"/>
                <a:gd name="connsiteY3" fmla="*/ 37452 h 1647824"/>
                <a:gd name="connsiteX4" fmla="*/ 889995 w 889995"/>
                <a:gd name="connsiteY4" fmla="*/ 802083 h 1647824"/>
                <a:gd name="connsiteX5" fmla="*/ 203424 w 889995"/>
                <a:gd name="connsiteY5" fmla="*/ 1647824 h 1647824"/>
                <a:gd name="connsiteX6" fmla="*/ 0 w 889995"/>
                <a:gd name="connsiteY6" fmla="*/ 1275744 h 1647824"/>
                <a:gd name="connsiteX7" fmla="*/ 425547 w 889995"/>
                <a:gd name="connsiteY7" fmla="*/ 853752 h 1647824"/>
                <a:gd name="connsiteX8" fmla="*/ 11256 w 889995"/>
                <a:gd name="connsiteY8" fmla="*/ 803702 h 1647824"/>
                <a:gd name="connsiteX9" fmla="*/ 1706 w 889995"/>
                <a:gd name="connsiteY9" fmla="*/ 37452 h 1647824"/>
                <a:gd name="connsiteX0" fmla="*/ 1706 w 889995"/>
                <a:gd name="connsiteY0" fmla="*/ 37452 h 1647824"/>
                <a:gd name="connsiteX1" fmla="*/ 28503 w 889995"/>
                <a:gd name="connsiteY1" fmla="*/ 10655 h 1647824"/>
                <a:gd name="connsiteX2" fmla="*/ 855515 w 889995"/>
                <a:gd name="connsiteY2" fmla="*/ 0 h 1647824"/>
                <a:gd name="connsiteX3" fmla="*/ 889995 w 889995"/>
                <a:gd name="connsiteY3" fmla="*/ 37452 h 1647824"/>
                <a:gd name="connsiteX4" fmla="*/ 889995 w 889995"/>
                <a:gd name="connsiteY4" fmla="*/ 802083 h 1647824"/>
                <a:gd name="connsiteX5" fmla="*/ 203424 w 889995"/>
                <a:gd name="connsiteY5" fmla="*/ 1647824 h 1647824"/>
                <a:gd name="connsiteX6" fmla="*/ 0 w 889995"/>
                <a:gd name="connsiteY6" fmla="*/ 1275744 h 1647824"/>
                <a:gd name="connsiteX7" fmla="*/ 425547 w 889995"/>
                <a:gd name="connsiteY7" fmla="*/ 853752 h 1647824"/>
                <a:gd name="connsiteX8" fmla="*/ 6904 w 889995"/>
                <a:gd name="connsiteY8" fmla="*/ 802021 h 1647824"/>
                <a:gd name="connsiteX9" fmla="*/ 1706 w 889995"/>
                <a:gd name="connsiteY9" fmla="*/ 37452 h 1647824"/>
                <a:gd name="connsiteX0" fmla="*/ 0 w 890888"/>
                <a:gd name="connsiteY0" fmla="*/ 37483 h 1647824"/>
                <a:gd name="connsiteX1" fmla="*/ 29396 w 890888"/>
                <a:gd name="connsiteY1" fmla="*/ 10655 h 1647824"/>
                <a:gd name="connsiteX2" fmla="*/ 856408 w 890888"/>
                <a:gd name="connsiteY2" fmla="*/ 0 h 1647824"/>
                <a:gd name="connsiteX3" fmla="*/ 890888 w 890888"/>
                <a:gd name="connsiteY3" fmla="*/ 37452 h 1647824"/>
                <a:gd name="connsiteX4" fmla="*/ 890888 w 890888"/>
                <a:gd name="connsiteY4" fmla="*/ 802083 h 1647824"/>
                <a:gd name="connsiteX5" fmla="*/ 204317 w 890888"/>
                <a:gd name="connsiteY5" fmla="*/ 1647824 h 1647824"/>
                <a:gd name="connsiteX6" fmla="*/ 893 w 890888"/>
                <a:gd name="connsiteY6" fmla="*/ 1275744 h 1647824"/>
                <a:gd name="connsiteX7" fmla="*/ 426440 w 890888"/>
                <a:gd name="connsiteY7" fmla="*/ 853752 h 1647824"/>
                <a:gd name="connsiteX8" fmla="*/ 7797 w 890888"/>
                <a:gd name="connsiteY8" fmla="*/ 802021 h 1647824"/>
                <a:gd name="connsiteX9" fmla="*/ 0 w 890888"/>
                <a:gd name="connsiteY9" fmla="*/ 37483 h 1647824"/>
                <a:gd name="connsiteX0" fmla="*/ 0 w 892631"/>
                <a:gd name="connsiteY0" fmla="*/ 36637 h 1647824"/>
                <a:gd name="connsiteX1" fmla="*/ 31139 w 892631"/>
                <a:gd name="connsiteY1" fmla="*/ 10655 h 1647824"/>
                <a:gd name="connsiteX2" fmla="*/ 858151 w 892631"/>
                <a:gd name="connsiteY2" fmla="*/ 0 h 1647824"/>
                <a:gd name="connsiteX3" fmla="*/ 892631 w 892631"/>
                <a:gd name="connsiteY3" fmla="*/ 37452 h 1647824"/>
                <a:gd name="connsiteX4" fmla="*/ 892631 w 892631"/>
                <a:gd name="connsiteY4" fmla="*/ 802083 h 1647824"/>
                <a:gd name="connsiteX5" fmla="*/ 206060 w 892631"/>
                <a:gd name="connsiteY5" fmla="*/ 1647824 h 1647824"/>
                <a:gd name="connsiteX6" fmla="*/ 2636 w 892631"/>
                <a:gd name="connsiteY6" fmla="*/ 1275744 h 1647824"/>
                <a:gd name="connsiteX7" fmla="*/ 428183 w 892631"/>
                <a:gd name="connsiteY7" fmla="*/ 853752 h 1647824"/>
                <a:gd name="connsiteX8" fmla="*/ 9540 w 892631"/>
                <a:gd name="connsiteY8" fmla="*/ 802021 h 1647824"/>
                <a:gd name="connsiteX9" fmla="*/ 0 w 892631"/>
                <a:gd name="connsiteY9" fmla="*/ 36637 h 1647824"/>
                <a:gd name="connsiteX0" fmla="*/ 0 w 894353"/>
                <a:gd name="connsiteY0" fmla="*/ 37523 h 1647824"/>
                <a:gd name="connsiteX1" fmla="*/ 32861 w 894353"/>
                <a:gd name="connsiteY1" fmla="*/ 10655 h 1647824"/>
                <a:gd name="connsiteX2" fmla="*/ 859873 w 894353"/>
                <a:gd name="connsiteY2" fmla="*/ 0 h 1647824"/>
                <a:gd name="connsiteX3" fmla="*/ 894353 w 894353"/>
                <a:gd name="connsiteY3" fmla="*/ 37452 h 1647824"/>
                <a:gd name="connsiteX4" fmla="*/ 894353 w 894353"/>
                <a:gd name="connsiteY4" fmla="*/ 802083 h 1647824"/>
                <a:gd name="connsiteX5" fmla="*/ 207782 w 894353"/>
                <a:gd name="connsiteY5" fmla="*/ 1647824 h 1647824"/>
                <a:gd name="connsiteX6" fmla="*/ 4358 w 894353"/>
                <a:gd name="connsiteY6" fmla="*/ 1275744 h 1647824"/>
                <a:gd name="connsiteX7" fmla="*/ 429905 w 894353"/>
                <a:gd name="connsiteY7" fmla="*/ 853752 h 1647824"/>
                <a:gd name="connsiteX8" fmla="*/ 11262 w 894353"/>
                <a:gd name="connsiteY8" fmla="*/ 802021 h 1647824"/>
                <a:gd name="connsiteX9" fmla="*/ 0 w 894353"/>
                <a:gd name="connsiteY9" fmla="*/ 37523 h 1647824"/>
                <a:gd name="connsiteX0" fmla="*/ 0 w 891733"/>
                <a:gd name="connsiteY0" fmla="*/ 39225 h 1647824"/>
                <a:gd name="connsiteX1" fmla="*/ 30241 w 891733"/>
                <a:gd name="connsiteY1" fmla="*/ 10655 h 1647824"/>
                <a:gd name="connsiteX2" fmla="*/ 857253 w 891733"/>
                <a:gd name="connsiteY2" fmla="*/ 0 h 1647824"/>
                <a:gd name="connsiteX3" fmla="*/ 891733 w 891733"/>
                <a:gd name="connsiteY3" fmla="*/ 37452 h 1647824"/>
                <a:gd name="connsiteX4" fmla="*/ 891733 w 891733"/>
                <a:gd name="connsiteY4" fmla="*/ 802083 h 1647824"/>
                <a:gd name="connsiteX5" fmla="*/ 205162 w 891733"/>
                <a:gd name="connsiteY5" fmla="*/ 1647824 h 1647824"/>
                <a:gd name="connsiteX6" fmla="*/ 1738 w 891733"/>
                <a:gd name="connsiteY6" fmla="*/ 1275744 h 1647824"/>
                <a:gd name="connsiteX7" fmla="*/ 427285 w 891733"/>
                <a:gd name="connsiteY7" fmla="*/ 853752 h 1647824"/>
                <a:gd name="connsiteX8" fmla="*/ 8642 w 891733"/>
                <a:gd name="connsiteY8" fmla="*/ 802021 h 1647824"/>
                <a:gd name="connsiteX9" fmla="*/ 0 w 891733"/>
                <a:gd name="connsiteY9" fmla="*/ 39225 h 1647824"/>
                <a:gd name="connsiteX0" fmla="*/ 1738 w 889995"/>
                <a:gd name="connsiteY0" fmla="*/ 40050 h 1647824"/>
                <a:gd name="connsiteX1" fmla="*/ 28503 w 889995"/>
                <a:gd name="connsiteY1" fmla="*/ 10655 h 1647824"/>
                <a:gd name="connsiteX2" fmla="*/ 855515 w 889995"/>
                <a:gd name="connsiteY2" fmla="*/ 0 h 1647824"/>
                <a:gd name="connsiteX3" fmla="*/ 889995 w 889995"/>
                <a:gd name="connsiteY3" fmla="*/ 37452 h 1647824"/>
                <a:gd name="connsiteX4" fmla="*/ 889995 w 889995"/>
                <a:gd name="connsiteY4" fmla="*/ 802083 h 1647824"/>
                <a:gd name="connsiteX5" fmla="*/ 203424 w 889995"/>
                <a:gd name="connsiteY5" fmla="*/ 1647824 h 1647824"/>
                <a:gd name="connsiteX6" fmla="*/ 0 w 889995"/>
                <a:gd name="connsiteY6" fmla="*/ 1275744 h 1647824"/>
                <a:gd name="connsiteX7" fmla="*/ 425547 w 889995"/>
                <a:gd name="connsiteY7" fmla="*/ 853752 h 1647824"/>
                <a:gd name="connsiteX8" fmla="*/ 6904 w 889995"/>
                <a:gd name="connsiteY8" fmla="*/ 802021 h 1647824"/>
                <a:gd name="connsiteX9" fmla="*/ 1738 w 889995"/>
                <a:gd name="connsiteY9" fmla="*/ 40050 h 1647824"/>
                <a:gd name="connsiteX0" fmla="*/ 1738 w 889995"/>
                <a:gd name="connsiteY0" fmla="*/ 36823 h 1644597"/>
                <a:gd name="connsiteX1" fmla="*/ 28503 w 889995"/>
                <a:gd name="connsiteY1" fmla="*/ 7428 h 1644597"/>
                <a:gd name="connsiteX2" fmla="*/ 852288 w 889995"/>
                <a:gd name="connsiteY2" fmla="*/ 0 h 1644597"/>
                <a:gd name="connsiteX3" fmla="*/ 889995 w 889995"/>
                <a:gd name="connsiteY3" fmla="*/ 34225 h 1644597"/>
                <a:gd name="connsiteX4" fmla="*/ 889995 w 889995"/>
                <a:gd name="connsiteY4" fmla="*/ 798856 h 1644597"/>
                <a:gd name="connsiteX5" fmla="*/ 203424 w 889995"/>
                <a:gd name="connsiteY5" fmla="*/ 1644597 h 1644597"/>
                <a:gd name="connsiteX6" fmla="*/ 0 w 889995"/>
                <a:gd name="connsiteY6" fmla="*/ 1272517 h 1644597"/>
                <a:gd name="connsiteX7" fmla="*/ 425547 w 889995"/>
                <a:gd name="connsiteY7" fmla="*/ 850525 h 1644597"/>
                <a:gd name="connsiteX8" fmla="*/ 6904 w 889995"/>
                <a:gd name="connsiteY8" fmla="*/ 798794 h 1644597"/>
                <a:gd name="connsiteX9" fmla="*/ 1738 w 889995"/>
                <a:gd name="connsiteY9" fmla="*/ 36823 h 1644597"/>
                <a:gd name="connsiteX0" fmla="*/ 1738 w 889995"/>
                <a:gd name="connsiteY0" fmla="*/ 40050 h 1647824"/>
                <a:gd name="connsiteX1" fmla="*/ 28503 w 889995"/>
                <a:gd name="connsiteY1" fmla="*/ 10655 h 1647824"/>
                <a:gd name="connsiteX2" fmla="*/ 853364 w 889995"/>
                <a:gd name="connsiteY2" fmla="*/ 0 h 1647824"/>
                <a:gd name="connsiteX3" fmla="*/ 889995 w 889995"/>
                <a:gd name="connsiteY3" fmla="*/ 37452 h 1647824"/>
                <a:gd name="connsiteX4" fmla="*/ 889995 w 889995"/>
                <a:gd name="connsiteY4" fmla="*/ 802083 h 1647824"/>
                <a:gd name="connsiteX5" fmla="*/ 203424 w 889995"/>
                <a:gd name="connsiteY5" fmla="*/ 1647824 h 1647824"/>
                <a:gd name="connsiteX6" fmla="*/ 0 w 889995"/>
                <a:gd name="connsiteY6" fmla="*/ 1275744 h 1647824"/>
                <a:gd name="connsiteX7" fmla="*/ 425547 w 889995"/>
                <a:gd name="connsiteY7" fmla="*/ 853752 h 1647824"/>
                <a:gd name="connsiteX8" fmla="*/ 6904 w 889995"/>
                <a:gd name="connsiteY8" fmla="*/ 802021 h 1647824"/>
                <a:gd name="connsiteX9" fmla="*/ 1738 w 889995"/>
                <a:gd name="connsiteY9" fmla="*/ 40050 h 1647824"/>
                <a:gd name="connsiteX0" fmla="*/ 1738 w 889995"/>
                <a:gd name="connsiteY0" fmla="*/ 37898 h 1645672"/>
                <a:gd name="connsiteX1" fmla="*/ 28503 w 889995"/>
                <a:gd name="connsiteY1" fmla="*/ 8503 h 1645672"/>
                <a:gd name="connsiteX2" fmla="*/ 852288 w 889995"/>
                <a:gd name="connsiteY2" fmla="*/ 0 h 1645672"/>
                <a:gd name="connsiteX3" fmla="*/ 889995 w 889995"/>
                <a:gd name="connsiteY3" fmla="*/ 35300 h 1645672"/>
                <a:gd name="connsiteX4" fmla="*/ 889995 w 889995"/>
                <a:gd name="connsiteY4" fmla="*/ 799931 h 1645672"/>
                <a:gd name="connsiteX5" fmla="*/ 203424 w 889995"/>
                <a:gd name="connsiteY5" fmla="*/ 1645672 h 1645672"/>
                <a:gd name="connsiteX6" fmla="*/ 0 w 889995"/>
                <a:gd name="connsiteY6" fmla="*/ 1273592 h 1645672"/>
                <a:gd name="connsiteX7" fmla="*/ 425547 w 889995"/>
                <a:gd name="connsiteY7" fmla="*/ 851600 h 1645672"/>
                <a:gd name="connsiteX8" fmla="*/ 6904 w 889995"/>
                <a:gd name="connsiteY8" fmla="*/ 799869 h 1645672"/>
                <a:gd name="connsiteX9" fmla="*/ 1738 w 889995"/>
                <a:gd name="connsiteY9" fmla="*/ 37898 h 1645672"/>
                <a:gd name="connsiteX0" fmla="*/ 1738 w 889995"/>
                <a:gd name="connsiteY0" fmla="*/ 41125 h 1648899"/>
                <a:gd name="connsiteX1" fmla="*/ 28503 w 889995"/>
                <a:gd name="connsiteY1" fmla="*/ 11730 h 1648899"/>
                <a:gd name="connsiteX2" fmla="*/ 852288 w 889995"/>
                <a:gd name="connsiteY2" fmla="*/ 0 h 1648899"/>
                <a:gd name="connsiteX3" fmla="*/ 889995 w 889995"/>
                <a:gd name="connsiteY3" fmla="*/ 38527 h 1648899"/>
                <a:gd name="connsiteX4" fmla="*/ 889995 w 889995"/>
                <a:gd name="connsiteY4" fmla="*/ 803158 h 1648899"/>
                <a:gd name="connsiteX5" fmla="*/ 203424 w 889995"/>
                <a:gd name="connsiteY5" fmla="*/ 1648899 h 1648899"/>
                <a:gd name="connsiteX6" fmla="*/ 0 w 889995"/>
                <a:gd name="connsiteY6" fmla="*/ 1276819 h 1648899"/>
                <a:gd name="connsiteX7" fmla="*/ 425547 w 889995"/>
                <a:gd name="connsiteY7" fmla="*/ 854827 h 1648899"/>
                <a:gd name="connsiteX8" fmla="*/ 6904 w 889995"/>
                <a:gd name="connsiteY8" fmla="*/ 803096 h 1648899"/>
                <a:gd name="connsiteX9" fmla="*/ 1738 w 889995"/>
                <a:gd name="connsiteY9" fmla="*/ 41125 h 1648899"/>
                <a:gd name="connsiteX0" fmla="*/ 1738 w 889995"/>
                <a:gd name="connsiteY0" fmla="*/ 41125 h 1648899"/>
                <a:gd name="connsiteX1" fmla="*/ 28503 w 889995"/>
                <a:gd name="connsiteY1" fmla="*/ 7427 h 1648899"/>
                <a:gd name="connsiteX2" fmla="*/ 852288 w 889995"/>
                <a:gd name="connsiteY2" fmla="*/ 0 h 1648899"/>
                <a:gd name="connsiteX3" fmla="*/ 889995 w 889995"/>
                <a:gd name="connsiteY3" fmla="*/ 38527 h 1648899"/>
                <a:gd name="connsiteX4" fmla="*/ 889995 w 889995"/>
                <a:gd name="connsiteY4" fmla="*/ 803158 h 1648899"/>
                <a:gd name="connsiteX5" fmla="*/ 203424 w 889995"/>
                <a:gd name="connsiteY5" fmla="*/ 1648899 h 1648899"/>
                <a:gd name="connsiteX6" fmla="*/ 0 w 889995"/>
                <a:gd name="connsiteY6" fmla="*/ 1276819 h 1648899"/>
                <a:gd name="connsiteX7" fmla="*/ 425547 w 889995"/>
                <a:gd name="connsiteY7" fmla="*/ 854827 h 1648899"/>
                <a:gd name="connsiteX8" fmla="*/ 6904 w 889995"/>
                <a:gd name="connsiteY8" fmla="*/ 803096 h 1648899"/>
                <a:gd name="connsiteX9" fmla="*/ 1738 w 889995"/>
                <a:gd name="connsiteY9" fmla="*/ 41125 h 1648899"/>
                <a:gd name="connsiteX0" fmla="*/ 1738 w 889995"/>
                <a:gd name="connsiteY0" fmla="*/ 41125 h 1648899"/>
                <a:gd name="connsiteX1" fmla="*/ 28503 w 889995"/>
                <a:gd name="connsiteY1" fmla="*/ 3124 h 1648899"/>
                <a:gd name="connsiteX2" fmla="*/ 852288 w 889995"/>
                <a:gd name="connsiteY2" fmla="*/ 0 h 1648899"/>
                <a:gd name="connsiteX3" fmla="*/ 889995 w 889995"/>
                <a:gd name="connsiteY3" fmla="*/ 38527 h 1648899"/>
                <a:gd name="connsiteX4" fmla="*/ 889995 w 889995"/>
                <a:gd name="connsiteY4" fmla="*/ 803158 h 1648899"/>
                <a:gd name="connsiteX5" fmla="*/ 203424 w 889995"/>
                <a:gd name="connsiteY5" fmla="*/ 1648899 h 1648899"/>
                <a:gd name="connsiteX6" fmla="*/ 0 w 889995"/>
                <a:gd name="connsiteY6" fmla="*/ 1276819 h 1648899"/>
                <a:gd name="connsiteX7" fmla="*/ 425547 w 889995"/>
                <a:gd name="connsiteY7" fmla="*/ 854827 h 1648899"/>
                <a:gd name="connsiteX8" fmla="*/ 6904 w 889995"/>
                <a:gd name="connsiteY8" fmla="*/ 803096 h 1648899"/>
                <a:gd name="connsiteX9" fmla="*/ 1738 w 889995"/>
                <a:gd name="connsiteY9" fmla="*/ 41125 h 1648899"/>
                <a:gd name="connsiteX0" fmla="*/ 1738 w 889995"/>
                <a:gd name="connsiteY0" fmla="*/ 42304 h 1650078"/>
                <a:gd name="connsiteX1" fmla="*/ 28503 w 889995"/>
                <a:gd name="connsiteY1" fmla="*/ 0 h 1650078"/>
                <a:gd name="connsiteX2" fmla="*/ 852288 w 889995"/>
                <a:gd name="connsiteY2" fmla="*/ 1179 h 1650078"/>
                <a:gd name="connsiteX3" fmla="*/ 889995 w 889995"/>
                <a:gd name="connsiteY3" fmla="*/ 39706 h 1650078"/>
                <a:gd name="connsiteX4" fmla="*/ 889995 w 889995"/>
                <a:gd name="connsiteY4" fmla="*/ 804337 h 1650078"/>
                <a:gd name="connsiteX5" fmla="*/ 203424 w 889995"/>
                <a:gd name="connsiteY5" fmla="*/ 1650078 h 1650078"/>
                <a:gd name="connsiteX6" fmla="*/ 0 w 889995"/>
                <a:gd name="connsiteY6" fmla="*/ 1277998 h 1650078"/>
                <a:gd name="connsiteX7" fmla="*/ 425547 w 889995"/>
                <a:gd name="connsiteY7" fmla="*/ 856006 h 1650078"/>
                <a:gd name="connsiteX8" fmla="*/ 6904 w 889995"/>
                <a:gd name="connsiteY8" fmla="*/ 804275 h 1650078"/>
                <a:gd name="connsiteX9" fmla="*/ 1738 w 889995"/>
                <a:gd name="connsiteY9" fmla="*/ 42304 h 1650078"/>
                <a:gd name="connsiteX0" fmla="*/ 1738 w 889995"/>
                <a:gd name="connsiteY0" fmla="*/ 41228 h 1649002"/>
                <a:gd name="connsiteX1" fmla="*/ 29579 w 889995"/>
                <a:gd name="connsiteY1" fmla="*/ 0 h 1649002"/>
                <a:gd name="connsiteX2" fmla="*/ 852288 w 889995"/>
                <a:gd name="connsiteY2" fmla="*/ 103 h 1649002"/>
                <a:gd name="connsiteX3" fmla="*/ 889995 w 889995"/>
                <a:gd name="connsiteY3" fmla="*/ 38630 h 1649002"/>
                <a:gd name="connsiteX4" fmla="*/ 889995 w 889995"/>
                <a:gd name="connsiteY4" fmla="*/ 803261 h 1649002"/>
                <a:gd name="connsiteX5" fmla="*/ 203424 w 889995"/>
                <a:gd name="connsiteY5" fmla="*/ 1649002 h 1649002"/>
                <a:gd name="connsiteX6" fmla="*/ 0 w 889995"/>
                <a:gd name="connsiteY6" fmla="*/ 1276922 h 1649002"/>
                <a:gd name="connsiteX7" fmla="*/ 425547 w 889995"/>
                <a:gd name="connsiteY7" fmla="*/ 854930 h 1649002"/>
                <a:gd name="connsiteX8" fmla="*/ 6904 w 889995"/>
                <a:gd name="connsiteY8" fmla="*/ 803199 h 1649002"/>
                <a:gd name="connsiteX9" fmla="*/ 1738 w 889995"/>
                <a:gd name="connsiteY9" fmla="*/ 41228 h 1649002"/>
                <a:gd name="connsiteX0" fmla="*/ 1738 w 889995"/>
                <a:gd name="connsiteY0" fmla="*/ 41228 h 1649002"/>
                <a:gd name="connsiteX1" fmla="*/ 29579 w 889995"/>
                <a:gd name="connsiteY1" fmla="*/ 0 h 1649002"/>
                <a:gd name="connsiteX2" fmla="*/ 852288 w 889995"/>
                <a:gd name="connsiteY2" fmla="*/ 103 h 1649002"/>
                <a:gd name="connsiteX3" fmla="*/ 889995 w 889995"/>
                <a:gd name="connsiteY3" fmla="*/ 38630 h 1649002"/>
                <a:gd name="connsiteX4" fmla="*/ 889995 w 889995"/>
                <a:gd name="connsiteY4" fmla="*/ 803261 h 1649002"/>
                <a:gd name="connsiteX5" fmla="*/ 203424 w 889995"/>
                <a:gd name="connsiteY5" fmla="*/ 1649002 h 1649002"/>
                <a:gd name="connsiteX6" fmla="*/ 0 w 889995"/>
                <a:gd name="connsiteY6" fmla="*/ 1276922 h 1649002"/>
                <a:gd name="connsiteX7" fmla="*/ 425547 w 889995"/>
                <a:gd name="connsiteY7" fmla="*/ 854930 h 1649002"/>
                <a:gd name="connsiteX8" fmla="*/ 6904 w 889995"/>
                <a:gd name="connsiteY8" fmla="*/ 803199 h 1649002"/>
                <a:gd name="connsiteX9" fmla="*/ 1738 w 889995"/>
                <a:gd name="connsiteY9" fmla="*/ 41228 h 1649002"/>
                <a:gd name="connsiteX0" fmla="*/ 1738 w 889995"/>
                <a:gd name="connsiteY0" fmla="*/ 41228 h 1649002"/>
                <a:gd name="connsiteX1" fmla="*/ 29579 w 889995"/>
                <a:gd name="connsiteY1" fmla="*/ 0 h 1649002"/>
                <a:gd name="connsiteX2" fmla="*/ 852288 w 889995"/>
                <a:gd name="connsiteY2" fmla="*/ 103 h 1649002"/>
                <a:gd name="connsiteX3" fmla="*/ 889995 w 889995"/>
                <a:gd name="connsiteY3" fmla="*/ 38630 h 1649002"/>
                <a:gd name="connsiteX4" fmla="*/ 889995 w 889995"/>
                <a:gd name="connsiteY4" fmla="*/ 803261 h 1649002"/>
                <a:gd name="connsiteX5" fmla="*/ 203424 w 889995"/>
                <a:gd name="connsiteY5" fmla="*/ 1649002 h 1649002"/>
                <a:gd name="connsiteX6" fmla="*/ 0 w 889995"/>
                <a:gd name="connsiteY6" fmla="*/ 1276922 h 1649002"/>
                <a:gd name="connsiteX7" fmla="*/ 425547 w 889995"/>
                <a:gd name="connsiteY7" fmla="*/ 854930 h 1649002"/>
                <a:gd name="connsiteX8" fmla="*/ 6904 w 889995"/>
                <a:gd name="connsiteY8" fmla="*/ 803199 h 1649002"/>
                <a:gd name="connsiteX9" fmla="*/ 1738 w 889995"/>
                <a:gd name="connsiteY9" fmla="*/ 41228 h 1649002"/>
                <a:gd name="connsiteX0" fmla="*/ 0 w 890409"/>
                <a:gd name="connsiteY0" fmla="*/ 44455 h 1649002"/>
                <a:gd name="connsiteX1" fmla="*/ 29993 w 890409"/>
                <a:gd name="connsiteY1" fmla="*/ 0 h 1649002"/>
                <a:gd name="connsiteX2" fmla="*/ 852702 w 890409"/>
                <a:gd name="connsiteY2" fmla="*/ 103 h 1649002"/>
                <a:gd name="connsiteX3" fmla="*/ 890409 w 890409"/>
                <a:gd name="connsiteY3" fmla="*/ 38630 h 1649002"/>
                <a:gd name="connsiteX4" fmla="*/ 890409 w 890409"/>
                <a:gd name="connsiteY4" fmla="*/ 803261 h 1649002"/>
                <a:gd name="connsiteX5" fmla="*/ 203838 w 890409"/>
                <a:gd name="connsiteY5" fmla="*/ 1649002 h 1649002"/>
                <a:gd name="connsiteX6" fmla="*/ 414 w 890409"/>
                <a:gd name="connsiteY6" fmla="*/ 1276922 h 1649002"/>
                <a:gd name="connsiteX7" fmla="*/ 425961 w 890409"/>
                <a:gd name="connsiteY7" fmla="*/ 854930 h 1649002"/>
                <a:gd name="connsiteX8" fmla="*/ 7318 w 890409"/>
                <a:gd name="connsiteY8" fmla="*/ 803199 h 1649002"/>
                <a:gd name="connsiteX9" fmla="*/ 0 w 890409"/>
                <a:gd name="connsiteY9" fmla="*/ 44455 h 1649002"/>
                <a:gd name="connsiteX0" fmla="*/ 662 w 889995"/>
                <a:gd name="connsiteY0" fmla="*/ 44455 h 1649002"/>
                <a:gd name="connsiteX1" fmla="*/ 29579 w 889995"/>
                <a:gd name="connsiteY1" fmla="*/ 0 h 1649002"/>
                <a:gd name="connsiteX2" fmla="*/ 852288 w 889995"/>
                <a:gd name="connsiteY2" fmla="*/ 103 h 1649002"/>
                <a:gd name="connsiteX3" fmla="*/ 889995 w 889995"/>
                <a:gd name="connsiteY3" fmla="*/ 38630 h 1649002"/>
                <a:gd name="connsiteX4" fmla="*/ 889995 w 889995"/>
                <a:gd name="connsiteY4" fmla="*/ 803261 h 1649002"/>
                <a:gd name="connsiteX5" fmla="*/ 203424 w 889995"/>
                <a:gd name="connsiteY5" fmla="*/ 1649002 h 1649002"/>
                <a:gd name="connsiteX6" fmla="*/ 0 w 889995"/>
                <a:gd name="connsiteY6" fmla="*/ 1276922 h 1649002"/>
                <a:gd name="connsiteX7" fmla="*/ 425547 w 889995"/>
                <a:gd name="connsiteY7" fmla="*/ 854930 h 1649002"/>
                <a:gd name="connsiteX8" fmla="*/ 6904 w 889995"/>
                <a:gd name="connsiteY8" fmla="*/ 803199 h 1649002"/>
                <a:gd name="connsiteX9" fmla="*/ 662 w 889995"/>
                <a:gd name="connsiteY9" fmla="*/ 44455 h 1649002"/>
                <a:gd name="connsiteX0" fmla="*/ 662 w 889995"/>
                <a:gd name="connsiteY0" fmla="*/ 44455 h 1649002"/>
                <a:gd name="connsiteX1" fmla="*/ 29579 w 889995"/>
                <a:gd name="connsiteY1" fmla="*/ 0 h 1649002"/>
                <a:gd name="connsiteX2" fmla="*/ 852288 w 889995"/>
                <a:gd name="connsiteY2" fmla="*/ 103 h 1649002"/>
                <a:gd name="connsiteX3" fmla="*/ 889995 w 889995"/>
                <a:gd name="connsiteY3" fmla="*/ 38630 h 1649002"/>
                <a:gd name="connsiteX4" fmla="*/ 889995 w 889995"/>
                <a:gd name="connsiteY4" fmla="*/ 803261 h 1649002"/>
                <a:gd name="connsiteX5" fmla="*/ 203424 w 889995"/>
                <a:gd name="connsiteY5" fmla="*/ 1649002 h 1649002"/>
                <a:gd name="connsiteX6" fmla="*/ 0 w 889995"/>
                <a:gd name="connsiteY6" fmla="*/ 1276922 h 1649002"/>
                <a:gd name="connsiteX7" fmla="*/ 425547 w 889995"/>
                <a:gd name="connsiteY7" fmla="*/ 854930 h 1649002"/>
                <a:gd name="connsiteX8" fmla="*/ 3677 w 889995"/>
                <a:gd name="connsiteY8" fmla="*/ 804275 h 1649002"/>
                <a:gd name="connsiteX9" fmla="*/ 662 w 889995"/>
                <a:gd name="connsiteY9" fmla="*/ 44455 h 1649002"/>
                <a:gd name="connsiteX0" fmla="*/ 3440 w 892773"/>
                <a:gd name="connsiteY0" fmla="*/ 44455 h 1649002"/>
                <a:gd name="connsiteX1" fmla="*/ 32357 w 892773"/>
                <a:gd name="connsiteY1" fmla="*/ 0 h 1649002"/>
                <a:gd name="connsiteX2" fmla="*/ 855066 w 892773"/>
                <a:gd name="connsiteY2" fmla="*/ 103 h 1649002"/>
                <a:gd name="connsiteX3" fmla="*/ 892773 w 892773"/>
                <a:gd name="connsiteY3" fmla="*/ 38630 h 1649002"/>
                <a:gd name="connsiteX4" fmla="*/ 892773 w 892773"/>
                <a:gd name="connsiteY4" fmla="*/ 803261 h 1649002"/>
                <a:gd name="connsiteX5" fmla="*/ 206202 w 892773"/>
                <a:gd name="connsiteY5" fmla="*/ 1649002 h 1649002"/>
                <a:gd name="connsiteX6" fmla="*/ 2778 w 892773"/>
                <a:gd name="connsiteY6" fmla="*/ 1276922 h 1649002"/>
                <a:gd name="connsiteX7" fmla="*/ 428325 w 892773"/>
                <a:gd name="connsiteY7" fmla="*/ 854930 h 1649002"/>
                <a:gd name="connsiteX8" fmla="*/ 0 w 892773"/>
                <a:gd name="connsiteY8" fmla="*/ 802124 h 1649002"/>
                <a:gd name="connsiteX9" fmla="*/ 3440 w 892773"/>
                <a:gd name="connsiteY9" fmla="*/ 44455 h 1649002"/>
                <a:gd name="connsiteX0" fmla="*/ 662 w 889995"/>
                <a:gd name="connsiteY0" fmla="*/ 44455 h 1649002"/>
                <a:gd name="connsiteX1" fmla="*/ 29579 w 889995"/>
                <a:gd name="connsiteY1" fmla="*/ 0 h 1649002"/>
                <a:gd name="connsiteX2" fmla="*/ 852288 w 889995"/>
                <a:gd name="connsiteY2" fmla="*/ 103 h 1649002"/>
                <a:gd name="connsiteX3" fmla="*/ 889995 w 889995"/>
                <a:gd name="connsiteY3" fmla="*/ 38630 h 1649002"/>
                <a:gd name="connsiteX4" fmla="*/ 889995 w 889995"/>
                <a:gd name="connsiteY4" fmla="*/ 803261 h 1649002"/>
                <a:gd name="connsiteX5" fmla="*/ 203424 w 889995"/>
                <a:gd name="connsiteY5" fmla="*/ 1649002 h 1649002"/>
                <a:gd name="connsiteX6" fmla="*/ 0 w 889995"/>
                <a:gd name="connsiteY6" fmla="*/ 1276922 h 1649002"/>
                <a:gd name="connsiteX7" fmla="*/ 425547 w 889995"/>
                <a:gd name="connsiteY7" fmla="*/ 854930 h 1649002"/>
                <a:gd name="connsiteX8" fmla="*/ 1525 w 889995"/>
                <a:gd name="connsiteY8" fmla="*/ 802124 h 1649002"/>
                <a:gd name="connsiteX9" fmla="*/ 662 w 889995"/>
                <a:gd name="connsiteY9" fmla="*/ 44455 h 1649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89995" h="1649002">
                  <a:moveTo>
                    <a:pt x="662" y="44455"/>
                  </a:moveTo>
                  <a:cubicBezTo>
                    <a:pt x="662" y="29655"/>
                    <a:pt x="-282" y="0"/>
                    <a:pt x="29579" y="0"/>
                  </a:cubicBezTo>
                  <a:lnTo>
                    <a:pt x="852288" y="103"/>
                  </a:lnTo>
                  <a:cubicBezTo>
                    <a:pt x="879997" y="1179"/>
                    <a:pt x="889995" y="23830"/>
                    <a:pt x="889995" y="38630"/>
                  </a:cubicBezTo>
                  <a:lnTo>
                    <a:pt x="889995" y="803261"/>
                  </a:lnTo>
                  <a:cubicBezTo>
                    <a:pt x="845845" y="1436811"/>
                    <a:pt x="271627" y="1615678"/>
                    <a:pt x="203424" y="1649002"/>
                  </a:cubicBezTo>
                  <a:cubicBezTo>
                    <a:pt x="95599" y="1443297"/>
                    <a:pt x="71113" y="1405086"/>
                    <a:pt x="0" y="1276922"/>
                  </a:cubicBezTo>
                  <a:cubicBezTo>
                    <a:pt x="199743" y="1156586"/>
                    <a:pt x="409698" y="1069183"/>
                    <a:pt x="425547" y="854930"/>
                  </a:cubicBezTo>
                  <a:cubicBezTo>
                    <a:pt x="446866" y="733943"/>
                    <a:pt x="72450" y="919191"/>
                    <a:pt x="1525" y="802124"/>
                  </a:cubicBezTo>
                  <a:cubicBezTo>
                    <a:pt x="1525" y="547247"/>
                    <a:pt x="662" y="299332"/>
                    <a:pt x="662" y="44455"/>
                  </a:cubicBezTo>
                  <a:close/>
                </a:path>
              </a:pathLst>
            </a:custGeom>
            <a:solidFill>
              <a:srgbClr val="F18921"/>
            </a:solidFill>
            <a:ln>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endParaRPr>
            </a:p>
          </p:txBody>
        </p:sp>
        <p:sp>
          <p:nvSpPr>
            <p:cNvPr id="72" name="Rounded Rectangle 2">
              <a:extLst>
                <a:ext uri="{FF2B5EF4-FFF2-40B4-BE49-F238E27FC236}">
                  <a16:creationId xmlns:a16="http://schemas.microsoft.com/office/drawing/2014/main" id="{A2D79C4B-C93B-40C3-B71C-2A5BDBF01983}"/>
                </a:ext>
              </a:extLst>
            </p:cNvPr>
            <p:cNvSpPr/>
            <p:nvPr/>
          </p:nvSpPr>
          <p:spPr>
            <a:xfrm rot="10800000">
              <a:off x="3869191" y="43542"/>
              <a:ext cx="3152030" cy="5840138"/>
            </a:xfrm>
            <a:custGeom>
              <a:avLst/>
              <a:gdLst>
                <a:gd name="connsiteX0" fmla="*/ 0 w 888289"/>
                <a:gd name="connsiteY0" fmla="*/ 26797 h 818225"/>
                <a:gd name="connsiteX1" fmla="*/ 26797 w 888289"/>
                <a:gd name="connsiteY1" fmla="*/ 0 h 818225"/>
                <a:gd name="connsiteX2" fmla="*/ 861492 w 888289"/>
                <a:gd name="connsiteY2" fmla="*/ 0 h 818225"/>
                <a:gd name="connsiteX3" fmla="*/ 888289 w 888289"/>
                <a:gd name="connsiteY3" fmla="*/ 26797 h 818225"/>
                <a:gd name="connsiteX4" fmla="*/ 888289 w 888289"/>
                <a:gd name="connsiteY4" fmla="*/ 791428 h 818225"/>
                <a:gd name="connsiteX5" fmla="*/ 861492 w 888289"/>
                <a:gd name="connsiteY5" fmla="*/ 818225 h 818225"/>
                <a:gd name="connsiteX6" fmla="*/ 26797 w 888289"/>
                <a:gd name="connsiteY6" fmla="*/ 818225 h 818225"/>
                <a:gd name="connsiteX7" fmla="*/ 0 w 888289"/>
                <a:gd name="connsiteY7" fmla="*/ 791428 h 818225"/>
                <a:gd name="connsiteX8" fmla="*/ 0 w 888289"/>
                <a:gd name="connsiteY8" fmla="*/ 26797 h 818225"/>
                <a:gd name="connsiteX0" fmla="*/ 0 w 888289"/>
                <a:gd name="connsiteY0" fmla="*/ 26797 h 1717694"/>
                <a:gd name="connsiteX1" fmla="*/ 26797 w 888289"/>
                <a:gd name="connsiteY1" fmla="*/ 0 h 1717694"/>
                <a:gd name="connsiteX2" fmla="*/ 861492 w 888289"/>
                <a:gd name="connsiteY2" fmla="*/ 0 h 1717694"/>
                <a:gd name="connsiteX3" fmla="*/ 888289 w 888289"/>
                <a:gd name="connsiteY3" fmla="*/ 26797 h 1717694"/>
                <a:gd name="connsiteX4" fmla="*/ 888289 w 888289"/>
                <a:gd name="connsiteY4" fmla="*/ 791428 h 1717694"/>
                <a:gd name="connsiteX5" fmla="*/ 212851 w 888289"/>
                <a:gd name="connsiteY5" fmla="*/ 1717694 h 1717694"/>
                <a:gd name="connsiteX6" fmla="*/ 26797 w 888289"/>
                <a:gd name="connsiteY6" fmla="*/ 818225 h 1717694"/>
                <a:gd name="connsiteX7" fmla="*/ 0 w 888289"/>
                <a:gd name="connsiteY7" fmla="*/ 791428 h 1717694"/>
                <a:gd name="connsiteX8" fmla="*/ 0 w 888289"/>
                <a:gd name="connsiteY8" fmla="*/ 26797 h 1717694"/>
                <a:gd name="connsiteX0" fmla="*/ 0 w 890655"/>
                <a:gd name="connsiteY0" fmla="*/ 26797 h 1717694"/>
                <a:gd name="connsiteX1" fmla="*/ 26797 w 890655"/>
                <a:gd name="connsiteY1" fmla="*/ 0 h 1717694"/>
                <a:gd name="connsiteX2" fmla="*/ 861492 w 890655"/>
                <a:gd name="connsiteY2" fmla="*/ 0 h 1717694"/>
                <a:gd name="connsiteX3" fmla="*/ 888289 w 890655"/>
                <a:gd name="connsiteY3" fmla="*/ 26797 h 1717694"/>
                <a:gd name="connsiteX4" fmla="*/ 888289 w 890655"/>
                <a:gd name="connsiteY4" fmla="*/ 791428 h 1717694"/>
                <a:gd name="connsiteX5" fmla="*/ 212851 w 890655"/>
                <a:gd name="connsiteY5" fmla="*/ 1717694 h 1717694"/>
                <a:gd name="connsiteX6" fmla="*/ 26797 w 890655"/>
                <a:gd name="connsiteY6" fmla="*/ 818225 h 1717694"/>
                <a:gd name="connsiteX7" fmla="*/ 0 w 890655"/>
                <a:gd name="connsiteY7" fmla="*/ 791428 h 1717694"/>
                <a:gd name="connsiteX8" fmla="*/ 0 w 890655"/>
                <a:gd name="connsiteY8" fmla="*/ 26797 h 1717694"/>
                <a:gd name="connsiteX0" fmla="*/ 0 w 890666"/>
                <a:gd name="connsiteY0" fmla="*/ 26797 h 1637500"/>
                <a:gd name="connsiteX1" fmla="*/ 26797 w 890666"/>
                <a:gd name="connsiteY1" fmla="*/ 0 h 1637500"/>
                <a:gd name="connsiteX2" fmla="*/ 861492 w 890666"/>
                <a:gd name="connsiteY2" fmla="*/ 0 h 1637500"/>
                <a:gd name="connsiteX3" fmla="*/ 888289 w 890666"/>
                <a:gd name="connsiteY3" fmla="*/ 26797 h 1637500"/>
                <a:gd name="connsiteX4" fmla="*/ 888289 w 890666"/>
                <a:gd name="connsiteY4" fmla="*/ 791428 h 1637500"/>
                <a:gd name="connsiteX5" fmla="*/ 216385 w 890666"/>
                <a:gd name="connsiteY5" fmla="*/ 1637500 h 1637500"/>
                <a:gd name="connsiteX6" fmla="*/ 26797 w 890666"/>
                <a:gd name="connsiteY6" fmla="*/ 818225 h 1637500"/>
                <a:gd name="connsiteX7" fmla="*/ 0 w 890666"/>
                <a:gd name="connsiteY7" fmla="*/ 791428 h 1637500"/>
                <a:gd name="connsiteX8" fmla="*/ 0 w 890666"/>
                <a:gd name="connsiteY8" fmla="*/ 26797 h 1637500"/>
                <a:gd name="connsiteX0" fmla="*/ 0 w 888289"/>
                <a:gd name="connsiteY0" fmla="*/ 26797 h 1637500"/>
                <a:gd name="connsiteX1" fmla="*/ 26797 w 888289"/>
                <a:gd name="connsiteY1" fmla="*/ 0 h 1637500"/>
                <a:gd name="connsiteX2" fmla="*/ 861492 w 888289"/>
                <a:gd name="connsiteY2" fmla="*/ 0 h 1637500"/>
                <a:gd name="connsiteX3" fmla="*/ 888289 w 888289"/>
                <a:gd name="connsiteY3" fmla="*/ 26797 h 1637500"/>
                <a:gd name="connsiteX4" fmla="*/ 888289 w 888289"/>
                <a:gd name="connsiteY4" fmla="*/ 791428 h 1637500"/>
                <a:gd name="connsiteX5" fmla="*/ 216385 w 888289"/>
                <a:gd name="connsiteY5" fmla="*/ 1637500 h 1637500"/>
                <a:gd name="connsiteX6" fmla="*/ 26797 w 888289"/>
                <a:gd name="connsiteY6" fmla="*/ 818225 h 1637500"/>
                <a:gd name="connsiteX7" fmla="*/ 0 w 888289"/>
                <a:gd name="connsiteY7" fmla="*/ 791428 h 1637500"/>
                <a:gd name="connsiteX8" fmla="*/ 0 w 888289"/>
                <a:gd name="connsiteY8" fmla="*/ 26797 h 1637500"/>
                <a:gd name="connsiteX0" fmla="*/ 22776 w 911065"/>
                <a:gd name="connsiteY0" fmla="*/ 26797 h 1637500"/>
                <a:gd name="connsiteX1" fmla="*/ 49573 w 911065"/>
                <a:gd name="connsiteY1" fmla="*/ 0 h 1637500"/>
                <a:gd name="connsiteX2" fmla="*/ 884268 w 911065"/>
                <a:gd name="connsiteY2" fmla="*/ 0 h 1637500"/>
                <a:gd name="connsiteX3" fmla="*/ 911065 w 911065"/>
                <a:gd name="connsiteY3" fmla="*/ 26797 h 1637500"/>
                <a:gd name="connsiteX4" fmla="*/ 911065 w 911065"/>
                <a:gd name="connsiteY4" fmla="*/ 791428 h 1637500"/>
                <a:gd name="connsiteX5" fmla="*/ 239161 w 911065"/>
                <a:gd name="connsiteY5" fmla="*/ 1637500 h 1637500"/>
                <a:gd name="connsiteX6" fmla="*/ 3746 w 911065"/>
                <a:gd name="connsiteY6" fmla="*/ 1281571 h 1637500"/>
                <a:gd name="connsiteX7" fmla="*/ 22776 w 911065"/>
                <a:gd name="connsiteY7" fmla="*/ 791428 h 1637500"/>
                <a:gd name="connsiteX8" fmla="*/ 22776 w 911065"/>
                <a:gd name="connsiteY8" fmla="*/ 26797 h 1637500"/>
                <a:gd name="connsiteX0" fmla="*/ 25857 w 914146"/>
                <a:gd name="connsiteY0" fmla="*/ 26797 h 1637500"/>
                <a:gd name="connsiteX1" fmla="*/ 52654 w 914146"/>
                <a:gd name="connsiteY1" fmla="*/ 0 h 1637500"/>
                <a:gd name="connsiteX2" fmla="*/ 887349 w 914146"/>
                <a:gd name="connsiteY2" fmla="*/ 0 h 1637500"/>
                <a:gd name="connsiteX3" fmla="*/ 914146 w 914146"/>
                <a:gd name="connsiteY3" fmla="*/ 26797 h 1637500"/>
                <a:gd name="connsiteX4" fmla="*/ 914146 w 914146"/>
                <a:gd name="connsiteY4" fmla="*/ 791428 h 1637500"/>
                <a:gd name="connsiteX5" fmla="*/ 242242 w 914146"/>
                <a:gd name="connsiteY5" fmla="*/ 1637500 h 1637500"/>
                <a:gd name="connsiteX6" fmla="*/ 6827 w 914146"/>
                <a:gd name="connsiteY6" fmla="*/ 1281571 h 1637500"/>
                <a:gd name="connsiteX7" fmla="*/ 25857 w 914146"/>
                <a:gd name="connsiteY7" fmla="*/ 791428 h 1637500"/>
                <a:gd name="connsiteX8" fmla="*/ 25857 w 914146"/>
                <a:gd name="connsiteY8" fmla="*/ 26797 h 1637500"/>
                <a:gd name="connsiteX0" fmla="*/ 28617 w 916906"/>
                <a:gd name="connsiteY0" fmla="*/ 26797 h 1637169"/>
                <a:gd name="connsiteX1" fmla="*/ 55414 w 916906"/>
                <a:gd name="connsiteY1" fmla="*/ 0 h 1637169"/>
                <a:gd name="connsiteX2" fmla="*/ 890109 w 916906"/>
                <a:gd name="connsiteY2" fmla="*/ 0 h 1637169"/>
                <a:gd name="connsiteX3" fmla="*/ 916906 w 916906"/>
                <a:gd name="connsiteY3" fmla="*/ 26797 h 1637169"/>
                <a:gd name="connsiteX4" fmla="*/ 916906 w 916906"/>
                <a:gd name="connsiteY4" fmla="*/ 791428 h 1637169"/>
                <a:gd name="connsiteX5" fmla="*/ 230335 w 916906"/>
                <a:gd name="connsiteY5" fmla="*/ 1637169 h 1637169"/>
                <a:gd name="connsiteX6" fmla="*/ 9587 w 916906"/>
                <a:gd name="connsiteY6" fmla="*/ 1281571 h 1637169"/>
                <a:gd name="connsiteX7" fmla="*/ 28617 w 916906"/>
                <a:gd name="connsiteY7" fmla="*/ 791428 h 1637169"/>
                <a:gd name="connsiteX8" fmla="*/ 28617 w 916906"/>
                <a:gd name="connsiteY8" fmla="*/ 26797 h 1637169"/>
                <a:gd name="connsiteX0" fmla="*/ 22777 w 911066"/>
                <a:gd name="connsiteY0" fmla="*/ 26797 h 1637169"/>
                <a:gd name="connsiteX1" fmla="*/ 49574 w 911066"/>
                <a:gd name="connsiteY1" fmla="*/ 0 h 1637169"/>
                <a:gd name="connsiteX2" fmla="*/ 884269 w 911066"/>
                <a:gd name="connsiteY2" fmla="*/ 0 h 1637169"/>
                <a:gd name="connsiteX3" fmla="*/ 911066 w 911066"/>
                <a:gd name="connsiteY3" fmla="*/ 26797 h 1637169"/>
                <a:gd name="connsiteX4" fmla="*/ 911066 w 911066"/>
                <a:gd name="connsiteY4" fmla="*/ 791428 h 1637169"/>
                <a:gd name="connsiteX5" fmla="*/ 224495 w 911066"/>
                <a:gd name="connsiteY5" fmla="*/ 1637169 h 1637169"/>
                <a:gd name="connsiteX6" fmla="*/ 3747 w 911066"/>
                <a:gd name="connsiteY6" fmla="*/ 1281571 h 1637169"/>
                <a:gd name="connsiteX7" fmla="*/ 22777 w 911066"/>
                <a:gd name="connsiteY7" fmla="*/ 791428 h 1637169"/>
                <a:gd name="connsiteX8" fmla="*/ 22777 w 911066"/>
                <a:gd name="connsiteY8" fmla="*/ 26797 h 1637169"/>
                <a:gd name="connsiteX0" fmla="*/ 21009 w 909298"/>
                <a:gd name="connsiteY0" fmla="*/ 26797 h 1637169"/>
                <a:gd name="connsiteX1" fmla="*/ 47806 w 909298"/>
                <a:gd name="connsiteY1" fmla="*/ 0 h 1637169"/>
                <a:gd name="connsiteX2" fmla="*/ 882501 w 909298"/>
                <a:gd name="connsiteY2" fmla="*/ 0 h 1637169"/>
                <a:gd name="connsiteX3" fmla="*/ 909298 w 909298"/>
                <a:gd name="connsiteY3" fmla="*/ 26797 h 1637169"/>
                <a:gd name="connsiteX4" fmla="*/ 909298 w 909298"/>
                <a:gd name="connsiteY4" fmla="*/ 791428 h 1637169"/>
                <a:gd name="connsiteX5" fmla="*/ 222727 w 909298"/>
                <a:gd name="connsiteY5" fmla="*/ 1637169 h 1637169"/>
                <a:gd name="connsiteX6" fmla="*/ 1979 w 909298"/>
                <a:gd name="connsiteY6" fmla="*/ 1281571 h 1637169"/>
                <a:gd name="connsiteX7" fmla="*/ 438268 w 909298"/>
                <a:gd name="connsiteY7" fmla="*/ 867118 h 1637169"/>
                <a:gd name="connsiteX8" fmla="*/ 21009 w 909298"/>
                <a:gd name="connsiteY8" fmla="*/ 791428 h 1637169"/>
                <a:gd name="connsiteX9" fmla="*/ 21009 w 909298"/>
                <a:gd name="connsiteY9" fmla="*/ 26797 h 1637169"/>
                <a:gd name="connsiteX0" fmla="*/ 19630 w 907919"/>
                <a:gd name="connsiteY0" fmla="*/ 26797 h 1637169"/>
                <a:gd name="connsiteX1" fmla="*/ 46427 w 907919"/>
                <a:gd name="connsiteY1" fmla="*/ 0 h 1637169"/>
                <a:gd name="connsiteX2" fmla="*/ 881122 w 907919"/>
                <a:gd name="connsiteY2" fmla="*/ 0 h 1637169"/>
                <a:gd name="connsiteX3" fmla="*/ 907919 w 907919"/>
                <a:gd name="connsiteY3" fmla="*/ 26797 h 1637169"/>
                <a:gd name="connsiteX4" fmla="*/ 907919 w 907919"/>
                <a:gd name="connsiteY4" fmla="*/ 791428 h 1637169"/>
                <a:gd name="connsiteX5" fmla="*/ 221348 w 907919"/>
                <a:gd name="connsiteY5" fmla="*/ 1637169 h 1637169"/>
                <a:gd name="connsiteX6" fmla="*/ 600 w 907919"/>
                <a:gd name="connsiteY6" fmla="*/ 1281571 h 1637169"/>
                <a:gd name="connsiteX7" fmla="*/ 436889 w 907919"/>
                <a:gd name="connsiteY7" fmla="*/ 867118 h 1637169"/>
                <a:gd name="connsiteX8" fmla="*/ 19630 w 907919"/>
                <a:gd name="connsiteY8" fmla="*/ 791428 h 1637169"/>
                <a:gd name="connsiteX9" fmla="*/ 19630 w 907919"/>
                <a:gd name="connsiteY9" fmla="*/ 26797 h 1637169"/>
                <a:gd name="connsiteX0" fmla="*/ 11 w 888300"/>
                <a:gd name="connsiteY0" fmla="*/ 26797 h 1637352"/>
                <a:gd name="connsiteX1" fmla="*/ 26808 w 888300"/>
                <a:gd name="connsiteY1" fmla="*/ 0 h 1637352"/>
                <a:gd name="connsiteX2" fmla="*/ 861503 w 888300"/>
                <a:gd name="connsiteY2" fmla="*/ 0 h 1637352"/>
                <a:gd name="connsiteX3" fmla="*/ 888300 w 888300"/>
                <a:gd name="connsiteY3" fmla="*/ 26797 h 1637352"/>
                <a:gd name="connsiteX4" fmla="*/ 888300 w 888300"/>
                <a:gd name="connsiteY4" fmla="*/ 791428 h 1637352"/>
                <a:gd name="connsiteX5" fmla="*/ 201729 w 888300"/>
                <a:gd name="connsiteY5" fmla="*/ 1637169 h 1637352"/>
                <a:gd name="connsiteX6" fmla="*/ 417270 w 888300"/>
                <a:gd name="connsiteY6" fmla="*/ 867118 h 1637352"/>
                <a:gd name="connsiteX7" fmla="*/ 11 w 888300"/>
                <a:gd name="connsiteY7" fmla="*/ 791428 h 1637352"/>
                <a:gd name="connsiteX8" fmla="*/ 11 w 888300"/>
                <a:gd name="connsiteY8" fmla="*/ 26797 h 1637352"/>
                <a:gd name="connsiteX0" fmla="*/ 7446 w 895735"/>
                <a:gd name="connsiteY0" fmla="*/ 26797 h 1650894"/>
                <a:gd name="connsiteX1" fmla="*/ 34243 w 895735"/>
                <a:gd name="connsiteY1" fmla="*/ 0 h 1650894"/>
                <a:gd name="connsiteX2" fmla="*/ 868938 w 895735"/>
                <a:gd name="connsiteY2" fmla="*/ 0 h 1650894"/>
                <a:gd name="connsiteX3" fmla="*/ 895735 w 895735"/>
                <a:gd name="connsiteY3" fmla="*/ 26797 h 1650894"/>
                <a:gd name="connsiteX4" fmla="*/ 895735 w 895735"/>
                <a:gd name="connsiteY4" fmla="*/ 791428 h 1650894"/>
                <a:gd name="connsiteX5" fmla="*/ 209164 w 895735"/>
                <a:gd name="connsiteY5" fmla="*/ 1637169 h 1650894"/>
                <a:gd name="connsiteX6" fmla="*/ 5740 w 895735"/>
                <a:gd name="connsiteY6" fmla="*/ 1265089 h 1650894"/>
                <a:gd name="connsiteX7" fmla="*/ 424705 w 895735"/>
                <a:gd name="connsiteY7" fmla="*/ 867118 h 1650894"/>
                <a:gd name="connsiteX8" fmla="*/ 7446 w 895735"/>
                <a:gd name="connsiteY8" fmla="*/ 791428 h 1650894"/>
                <a:gd name="connsiteX9" fmla="*/ 7446 w 895735"/>
                <a:gd name="connsiteY9" fmla="*/ 26797 h 1650894"/>
                <a:gd name="connsiteX0" fmla="*/ 1706 w 889995"/>
                <a:gd name="connsiteY0" fmla="*/ 26797 h 1650483"/>
                <a:gd name="connsiteX1" fmla="*/ 28503 w 889995"/>
                <a:gd name="connsiteY1" fmla="*/ 0 h 1650483"/>
                <a:gd name="connsiteX2" fmla="*/ 863198 w 889995"/>
                <a:gd name="connsiteY2" fmla="*/ 0 h 1650483"/>
                <a:gd name="connsiteX3" fmla="*/ 889995 w 889995"/>
                <a:gd name="connsiteY3" fmla="*/ 26797 h 1650483"/>
                <a:gd name="connsiteX4" fmla="*/ 889995 w 889995"/>
                <a:gd name="connsiteY4" fmla="*/ 791428 h 1650483"/>
                <a:gd name="connsiteX5" fmla="*/ 203424 w 889995"/>
                <a:gd name="connsiteY5" fmla="*/ 1637169 h 1650483"/>
                <a:gd name="connsiteX6" fmla="*/ 0 w 889995"/>
                <a:gd name="connsiteY6" fmla="*/ 1265089 h 1650483"/>
                <a:gd name="connsiteX7" fmla="*/ 418965 w 889995"/>
                <a:gd name="connsiteY7" fmla="*/ 867118 h 1650483"/>
                <a:gd name="connsiteX8" fmla="*/ 1706 w 889995"/>
                <a:gd name="connsiteY8" fmla="*/ 791428 h 1650483"/>
                <a:gd name="connsiteX9" fmla="*/ 1706 w 889995"/>
                <a:gd name="connsiteY9" fmla="*/ 26797 h 1650483"/>
                <a:gd name="connsiteX0" fmla="*/ 1706 w 889995"/>
                <a:gd name="connsiteY0" fmla="*/ 26797 h 1637169"/>
                <a:gd name="connsiteX1" fmla="*/ 28503 w 889995"/>
                <a:gd name="connsiteY1" fmla="*/ 0 h 1637169"/>
                <a:gd name="connsiteX2" fmla="*/ 863198 w 889995"/>
                <a:gd name="connsiteY2" fmla="*/ 0 h 1637169"/>
                <a:gd name="connsiteX3" fmla="*/ 889995 w 889995"/>
                <a:gd name="connsiteY3" fmla="*/ 26797 h 1637169"/>
                <a:gd name="connsiteX4" fmla="*/ 889995 w 889995"/>
                <a:gd name="connsiteY4" fmla="*/ 791428 h 1637169"/>
                <a:gd name="connsiteX5" fmla="*/ 203424 w 889995"/>
                <a:gd name="connsiteY5" fmla="*/ 1637169 h 1637169"/>
                <a:gd name="connsiteX6" fmla="*/ 0 w 889995"/>
                <a:gd name="connsiteY6" fmla="*/ 1265089 h 1637169"/>
                <a:gd name="connsiteX7" fmla="*/ 418965 w 889995"/>
                <a:gd name="connsiteY7" fmla="*/ 867118 h 1637169"/>
                <a:gd name="connsiteX8" fmla="*/ 1706 w 889995"/>
                <a:gd name="connsiteY8" fmla="*/ 791428 h 1637169"/>
                <a:gd name="connsiteX9" fmla="*/ 1706 w 889995"/>
                <a:gd name="connsiteY9" fmla="*/ 26797 h 1637169"/>
                <a:gd name="connsiteX0" fmla="*/ 1706 w 889995"/>
                <a:gd name="connsiteY0" fmla="*/ 26797 h 1637169"/>
                <a:gd name="connsiteX1" fmla="*/ 28503 w 889995"/>
                <a:gd name="connsiteY1" fmla="*/ 0 h 1637169"/>
                <a:gd name="connsiteX2" fmla="*/ 863198 w 889995"/>
                <a:gd name="connsiteY2" fmla="*/ 0 h 1637169"/>
                <a:gd name="connsiteX3" fmla="*/ 889995 w 889995"/>
                <a:gd name="connsiteY3" fmla="*/ 26797 h 1637169"/>
                <a:gd name="connsiteX4" fmla="*/ 889995 w 889995"/>
                <a:gd name="connsiteY4" fmla="*/ 791428 h 1637169"/>
                <a:gd name="connsiteX5" fmla="*/ 203424 w 889995"/>
                <a:gd name="connsiteY5" fmla="*/ 1637169 h 1637169"/>
                <a:gd name="connsiteX6" fmla="*/ 0 w 889995"/>
                <a:gd name="connsiteY6" fmla="*/ 1265089 h 1637169"/>
                <a:gd name="connsiteX7" fmla="*/ 418965 w 889995"/>
                <a:gd name="connsiteY7" fmla="*/ 867118 h 1637169"/>
                <a:gd name="connsiteX8" fmla="*/ 1706 w 889995"/>
                <a:gd name="connsiteY8" fmla="*/ 791428 h 1637169"/>
                <a:gd name="connsiteX9" fmla="*/ 1706 w 889995"/>
                <a:gd name="connsiteY9" fmla="*/ 26797 h 1637169"/>
                <a:gd name="connsiteX0" fmla="*/ 1706 w 889995"/>
                <a:gd name="connsiteY0" fmla="*/ 26797 h 1637169"/>
                <a:gd name="connsiteX1" fmla="*/ 28503 w 889995"/>
                <a:gd name="connsiteY1" fmla="*/ 0 h 1637169"/>
                <a:gd name="connsiteX2" fmla="*/ 863198 w 889995"/>
                <a:gd name="connsiteY2" fmla="*/ 0 h 1637169"/>
                <a:gd name="connsiteX3" fmla="*/ 889995 w 889995"/>
                <a:gd name="connsiteY3" fmla="*/ 26797 h 1637169"/>
                <a:gd name="connsiteX4" fmla="*/ 889995 w 889995"/>
                <a:gd name="connsiteY4" fmla="*/ 791428 h 1637169"/>
                <a:gd name="connsiteX5" fmla="*/ 203424 w 889995"/>
                <a:gd name="connsiteY5" fmla="*/ 1637169 h 1637169"/>
                <a:gd name="connsiteX6" fmla="*/ 0 w 889995"/>
                <a:gd name="connsiteY6" fmla="*/ 1265089 h 1637169"/>
                <a:gd name="connsiteX7" fmla="*/ 418965 w 889995"/>
                <a:gd name="connsiteY7" fmla="*/ 867118 h 1637169"/>
                <a:gd name="connsiteX8" fmla="*/ 1706 w 889995"/>
                <a:gd name="connsiteY8" fmla="*/ 791428 h 1637169"/>
                <a:gd name="connsiteX9" fmla="*/ 1706 w 889995"/>
                <a:gd name="connsiteY9" fmla="*/ 26797 h 1637169"/>
                <a:gd name="connsiteX0" fmla="*/ 1706 w 889995"/>
                <a:gd name="connsiteY0" fmla="*/ 26797 h 1637169"/>
                <a:gd name="connsiteX1" fmla="*/ 28503 w 889995"/>
                <a:gd name="connsiteY1" fmla="*/ 0 h 1637169"/>
                <a:gd name="connsiteX2" fmla="*/ 863198 w 889995"/>
                <a:gd name="connsiteY2" fmla="*/ 0 h 1637169"/>
                <a:gd name="connsiteX3" fmla="*/ 889995 w 889995"/>
                <a:gd name="connsiteY3" fmla="*/ 26797 h 1637169"/>
                <a:gd name="connsiteX4" fmla="*/ 889995 w 889995"/>
                <a:gd name="connsiteY4" fmla="*/ 791428 h 1637169"/>
                <a:gd name="connsiteX5" fmla="*/ 203424 w 889995"/>
                <a:gd name="connsiteY5" fmla="*/ 1637169 h 1637169"/>
                <a:gd name="connsiteX6" fmla="*/ 0 w 889995"/>
                <a:gd name="connsiteY6" fmla="*/ 1265089 h 1637169"/>
                <a:gd name="connsiteX7" fmla="*/ 418965 w 889995"/>
                <a:gd name="connsiteY7" fmla="*/ 867118 h 1637169"/>
                <a:gd name="connsiteX8" fmla="*/ 1706 w 889995"/>
                <a:gd name="connsiteY8" fmla="*/ 791428 h 1637169"/>
                <a:gd name="connsiteX9" fmla="*/ 1706 w 889995"/>
                <a:gd name="connsiteY9" fmla="*/ 26797 h 1637169"/>
                <a:gd name="connsiteX0" fmla="*/ 1706 w 889995"/>
                <a:gd name="connsiteY0" fmla="*/ 26797 h 1637169"/>
                <a:gd name="connsiteX1" fmla="*/ 28503 w 889995"/>
                <a:gd name="connsiteY1" fmla="*/ 0 h 1637169"/>
                <a:gd name="connsiteX2" fmla="*/ 863198 w 889995"/>
                <a:gd name="connsiteY2" fmla="*/ 0 h 1637169"/>
                <a:gd name="connsiteX3" fmla="*/ 889995 w 889995"/>
                <a:gd name="connsiteY3" fmla="*/ 26797 h 1637169"/>
                <a:gd name="connsiteX4" fmla="*/ 889995 w 889995"/>
                <a:gd name="connsiteY4" fmla="*/ 791428 h 1637169"/>
                <a:gd name="connsiteX5" fmla="*/ 203424 w 889995"/>
                <a:gd name="connsiteY5" fmla="*/ 1637169 h 1637169"/>
                <a:gd name="connsiteX6" fmla="*/ 0 w 889995"/>
                <a:gd name="connsiteY6" fmla="*/ 1265089 h 1637169"/>
                <a:gd name="connsiteX7" fmla="*/ 417744 w 889995"/>
                <a:gd name="connsiteY7" fmla="*/ 844648 h 1637169"/>
                <a:gd name="connsiteX8" fmla="*/ 1706 w 889995"/>
                <a:gd name="connsiteY8" fmla="*/ 791428 h 1637169"/>
                <a:gd name="connsiteX9" fmla="*/ 1706 w 889995"/>
                <a:gd name="connsiteY9" fmla="*/ 26797 h 1637169"/>
                <a:gd name="connsiteX0" fmla="*/ 1706 w 889995"/>
                <a:gd name="connsiteY0" fmla="*/ 26797 h 1637169"/>
                <a:gd name="connsiteX1" fmla="*/ 28503 w 889995"/>
                <a:gd name="connsiteY1" fmla="*/ 0 h 1637169"/>
                <a:gd name="connsiteX2" fmla="*/ 863198 w 889995"/>
                <a:gd name="connsiteY2" fmla="*/ 0 h 1637169"/>
                <a:gd name="connsiteX3" fmla="*/ 889995 w 889995"/>
                <a:gd name="connsiteY3" fmla="*/ 26797 h 1637169"/>
                <a:gd name="connsiteX4" fmla="*/ 889995 w 889995"/>
                <a:gd name="connsiteY4" fmla="*/ 791428 h 1637169"/>
                <a:gd name="connsiteX5" fmla="*/ 203424 w 889995"/>
                <a:gd name="connsiteY5" fmla="*/ 1637169 h 1637169"/>
                <a:gd name="connsiteX6" fmla="*/ 0 w 889995"/>
                <a:gd name="connsiteY6" fmla="*/ 1265089 h 1637169"/>
                <a:gd name="connsiteX7" fmla="*/ 417744 w 889995"/>
                <a:gd name="connsiteY7" fmla="*/ 844648 h 1637169"/>
                <a:gd name="connsiteX8" fmla="*/ 1706 w 889995"/>
                <a:gd name="connsiteY8" fmla="*/ 791428 h 1637169"/>
                <a:gd name="connsiteX9" fmla="*/ 1706 w 889995"/>
                <a:gd name="connsiteY9" fmla="*/ 26797 h 1637169"/>
                <a:gd name="connsiteX0" fmla="*/ 1706 w 889995"/>
                <a:gd name="connsiteY0" fmla="*/ 26797 h 1637169"/>
                <a:gd name="connsiteX1" fmla="*/ 28503 w 889995"/>
                <a:gd name="connsiteY1" fmla="*/ 0 h 1637169"/>
                <a:gd name="connsiteX2" fmla="*/ 863198 w 889995"/>
                <a:gd name="connsiteY2" fmla="*/ 0 h 1637169"/>
                <a:gd name="connsiteX3" fmla="*/ 889995 w 889995"/>
                <a:gd name="connsiteY3" fmla="*/ 26797 h 1637169"/>
                <a:gd name="connsiteX4" fmla="*/ 889995 w 889995"/>
                <a:gd name="connsiteY4" fmla="*/ 791428 h 1637169"/>
                <a:gd name="connsiteX5" fmla="*/ 203424 w 889995"/>
                <a:gd name="connsiteY5" fmla="*/ 1637169 h 1637169"/>
                <a:gd name="connsiteX6" fmla="*/ 0 w 889995"/>
                <a:gd name="connsiteY6" fmla="*/ 1265089 h 1637169"/>
                <a:gd name="connsiteX7" fmla="*/ 417744 w 889995"/>
                <a:gd name="connsiteY7" fmla="*/ 844648 h 1637169"/>
                <a:gd name="connsiteX8" fmla="*/ 1706 w 889995"/>
                <a:gd name="connsiteY8" fmla="*/ 791428 h 1637169"/>
                <a:gd name="connsiteX9" fmla="*/ 1706 w 889995"/>
                <a:gd name="connsiteY9" fmla="*/ 26797 h 1637169"/>
                <a:gd name="connsiteX0" fmla="*/ 1706 w 889995"/>
                <a:gd name="connsiteY0" fmla="*/ 26797 h 1637169"/>
                <a:gd name="connsiteX1" fmla="*/ 28503 w 889995"/>
                <a:gd name="connsiteY1" fmla="*/ 0 h 1637169"/>
                <a:gd name="connsiteX2" fmla="*/ 863198 w 889995"/>
                <a:gd name="connsiteY2" fmla="*/ 0 h 1637169"/>
                <a:gd name="connsiteX3" fmla="*/ 889995 w 889995"/>
                <a:gd name="connsiteY3" fmla="*/ 26797 h 1637169"/>
                <a:gd name="connsiteX4" fmla="*/ 889995 w 889995"/>
                <a:gd name="connsiteY4" fmla="*/ 791428 h 1637169"/>
                <a:gd name="connsiteX5" fmla="*/ 203424 w 889995"/>
                <a:gd name="connsiteY5" fmla="*/ 1637169 h 1637169"/>
                <a:gd name="connsiteX6" fmla="*/ 0 w 889995"/>
                <a:gd name="connsiteY6" fmla="*/ 1265089 h 1637169"/>
                <a:gd name="connsiteX7" fmla="*/ 417744 w 889995"/>
                <a:gd name="connsiteY7" fmla="*/ 844648 h 1637169"/>
                <a:gd name="connsiteX8" fmla="*/ 1706 w 889995"/>
                <a:gd name="connsiteY8" fmla="*/ 791428 h 1637169"/>
                <a:gd name="connsiteX9" fmla="*/ 1706 w 889995"/>
                <a:gd name="connsiteY9" fmla="*/ 26797 h 1637169"/>
                <a:gd name="connsiteX0" fmla="*/ 1706 w 889995"/>
                <a:gd name="connsiteY0" fmla="*/ 26797 h 1637169"/>
                <a:gd name="connsiteX1" fmla="*/ 28503 w 889995"/>
                <a:gd name="connsiteY1" fmla="*/ 0 h 1637169"/>
                <a:gd name="connsiteX2" fmla="*/ 863198 w 889995"/>
                <a:gd name="connsiteY2" fmla="*/ 0 h 1637169"/>
                <a:gd name="connsiteX3" fmla="*/ 889995 w 889995"/>
                <a:gd name="connsiteY3" fmla="*/ 26797 h 1637169"/>
                <a:gd name="connsiteX4" fmla="*/ 889995 w 889995"/>
                <a:gd name="connsiteY4" fmla="*/ 791428 h 1637169"/>
                <a:gd name="connsiteX5" fmla="*/ 203424 w 889995"/>
                <a:gd name="connsiteY5" fmla="*/ 1637169 h 1637169"/>
                <a:gd name="connsiteX6" fmla="*/ 0 w 889995"/>
                <a:gd name="connsiteY6" fmla="*/ 1265089 h 1637169"/>
                <a:gd name="connsiteX7" fmla="*/ 417744 w 889995"/>
                <a:gd name="connsiteY7" fmla="*/ 844648 h 1637169"/>
                <a:gd name="connsiteX8" fmla="*/ 1706 w 889995"/>
                <a:gd name="connsiteY8" fmla="*/ 791428 h 1637169"/>
                <a:gd name="connsiteX9" fmla="*/ 1706 w 889995"/>
                <a:gd name="connsiteY9" fmla="*/ 26797 h 1637169"/>
                <a:gd name="connsiteX0" fmla="*/ 1706 w 889995"/>
                <a:gd name="connsiteY0" fmla="*/ 26797 h 1637169"/>
                <a:gd name="connsiteX1" fmla="*/ 28503 w 889995"/>
                <a:gd name="connsiteY1" fmla="*/ 0 h 1637169"/>
                <a:gd name="connsiteX2" fmla="*/ 863198 w 889995"/>
                <a:gd name="connsiteY2" fmla="*/ 0 h 1637169"/>
                <a:gd name="connsiteX3" fmla="*/ 889995 w 889995"/>
                <a:gd name="connsiteY3" fmla="*/ 26797 h 1637169"/>
                <a:gd name="connsiteX4" fmla="*/ 889995 w 889995"/>
                <a:gd name="connsiteY4" fmla="*/ 791428 h 1637169"/>
                <a:gd name="connsiteX5" fmla="*/ 203424 w 889995"/>
                <a:gd name="connsiteY5" fmla="*/ 1637169 h 1637169"/>
                <a:gd name="connsiteX6" fmla="*/ 0 w 889995"/>
                <a:gd name="connsiteY6" fmla="*/ 1265089 h 1637169"/>
                <a:gd name="connsiteX7" fmla="*/ 417744 w 889995"/>
                <a:gd name="connsiteY7" fmla="*/ 844648 h 1637169"/>
                <a:gd name="connsiteX8" fmla="*/ 1706 w 889995"/>
                <a:gd name="connsiteY8" fmla="*/ 791428 h 1637169"/>
                <a:gd name="connsiteX9" fmla="*/ 1706 w 889995"/>
                <a:gd name="connsiteY9" fmla="*/ 26797 h 1637169"/>
                <a:gd name="connsiteX0" fmla="*/ 1706 w 889995"/>
                <a:gd name="connsiteY0" fmla="*/ 26797 h 1637169"/>
                <a:gd name="connsiteX1" fmla="*/ 28503 w 889995"/>
                <a:gd name="connsiteY1" fmla="*/ 0 h 1637169"/>
                <a:gd name="connsiteX2" fmla="*/ 863198 w 889995"/>
                <a:gd name="connsiteY2" fmla="*/ 0 h 1637169"/>
                <a:gd name="connsiteX3" fmla="*/ 889995 w 889995"/>
                <a:gd name="connsiteY3" fmla="*/ 26797 h 1637169"/>
                <a:gd name="connsiteX4" fmla="*/ 889995 w 889995"/>
                <a:gd name="connsiteY4" fmla="*/ 791428 h 1637169"/>
                <a:gd name="connsiteX5" fmla="*/ 203424 w 889995"/>
                <a:gd name="connsiteY5" fmla="*/ 1637169 h 1637169"/>
                <a:gd name="connsiteX6" fmla="*/ 0 w 889995"/>
                <a:gd name="connsiteY6" fmla="*/ 1265089 h 1637169"/>
                <a:gd name="connsiteX7" fmla="*/ 417744 w 889995"/>
                <a:gd name="connsiteY7" fmla="*/ 844648 h 1637169"/>
                <a:gd name="connsiteX8" fmla="*/ 1706 w 889995"/>
                <a:gd name="connsiteY8" fmla="*/ 791428 h 1637169"/>
                <a:gd name="connsiteX9" fmla="*/ 1706 w 889995"/>
                <a:gd name="connsiteY9" fmla="*/ 26797 h 1637169"/>
                <a:gd name="connsiteX0" fmla="*/ 1706 w 889995"/>
                <a:gd name="connsiteY0" fmla="*/ 26797 h 1637169"/>
                <a:gd name="connsiteX1" fmla="*/ 28503 w 889995"/>
                <a:gd name="connsiteY1" fmla="*/ 0 h 1637169"/>
                <a:gd name="connsiteX2" fmla="*/ 863198 w 889995"/>
                <a:gd name="connsiteY2" fmla="*/ 0 h 1637169"/>
                <a:gd name="connsiteX3" fmla="*/ 889995 w 889995"/>
                <a:gd name="connsiteY3" fmla="*/ 26797 h 1637169"/>
                <a:gd name="connsiteX4" fmla="*/ 889995 w 889995"/>
                <a:gd name="connsiteY4" fmla="*/ 791428 h 1637169"/>
                <a:gd name="connsiteX5" fmla="*/ 203424 w 889995"/>
                <a:gd name="connsiteY5" fmla="*/ 1637169 h 1637169"/>
                <a:gd name="connsiteX6" fmla="*/ 0 w 889995"/>
                <a:gd name="connsiteY6" fmla="*/ 1265089 h 1637169"/>
                <a:gd name="connsiteX7" fmla="*/ 417744 w 889995"/>
                <a:gd name="connsiteY7" fmla="*/ 844648 h 1637169"/>
                <a:gd name="connsiteX8" fmla="*/ 1706 w 889995"/>
                <a:gd name="connsiteY8" fmla="*/ 791428 h 1637169"/>
                <a:gd name="connsiteX9" fmla="*/ 1706 w 889995"/>
                <a:gd name="connsiteY9" fmla="*/ 26797 h 1637169"/>
                <a:gd name="connsiteX0" fmla="*/ 1706 w 889995"/>
                <a:gd name="connsiteY0" fmla="*/ 26797 h 1637169"/>
                <a:gd name="connsiteX1" fmla="*/ 28503 w 889995"/>
                <a:gd name="connsiteY1" fmla="*/ 0 h 1637169"/>
                <a:gd name="connsiteX2" fmla="*/ 863198 w 889995"/>
                <a:gd name="connsiteY2" fmla="*/ 0 h 1637169"/>
                <a:gd name="connsiteX3" fmla="*/ 889995 w 889995"/>
                <a:gd name="connsiteY3" fmla="*/ 26797 h 1637169"/>
                <a:gd name="connsiteX4" fmla="*/ 889995 w 889995"/>
                <a:gd name="connsiteY4" fmla="*/ 791428 h 1637169"/>
                <a:gd name="connsiteX5" fmla="*/ 203424 w 889995"/>
                <a:gd name="connsiteY5" fmla="*/ 1637169 h 1637169"/>
                <a:gd name="connsiteX6" fmla="*/ 0 w 889995"/>
                <a:gd name="connsiteY6" fmla="*/ 1265089 h 1637169"/>
                <a:gd name="connsiteX7" fmla="*/ 425547 w 889995"/>
                <a:gd name="connsiteY7" fmla="*/ 843097 h 1637169"/>
                <a:gd name="connsiteX8" fmla="*/ 1706 w 889995"/>
                <a:gd name="connsiteY8" fmla="*/ 791428 h 1637169"/>
                <a:gd name="connsiteX9" fmla="*/ 1706 w 889995"/>
                <a:gd name="connsiteY9" fmla="*/ 26797 h 1637169"/>
                <a:gd name="connsiteX0" fmla="*/ 1706 w 889995"/>
                <a:gd name="connsiteY0" fmla="*/ 26797 h 1637169"/>
                <a:gd name="connsiteX1" fmla="*/ 28503 w 889995"/>
                <a:gd name="connsiteY1" fmla="*/ 0 h 1637169"/>
                <a:gd name="connsiteX2" fmla="*/ 863198 w 889995"/>
                <a:gd name="connsiteY2" fmla="*/ 0 h 1637169"/>
                <a:gd name="connsiteX3" fmla="*/ 889995 w 889995"/>
                <a:gd name="connsiteY3" fmla="*/ 26797 h 1637169"/>
                <a:gd name="connsiteX4" fmla="*/ 889995 w 889995"/>
                <a:gd name="connsiteY4" fmla="*/ 791428 h 1637169"/>
                <a:gd name="connsiteX5" fmla="*/ 203424 w 889995"/>
                <a:gd name="connsiteY5" fmla="*/ 1637169 h 1637169"/>
                <a:gd name="connsiteX6" fmla="*/ 0 w 889995"/>
                <a:gd name="connsiteY6" fmla="*/ 1265089 h 1637169"/>
                <a:gd name="connsiteX7" fmla="*/ 425547 w 889995"/>
                <a:gd name="connsiteY7" fmla="*/ 843097 h 1637169"/>
                <a:gd name="connsiteX8" fmla="*/ 1706 w 889995"/>
                <a:gd name="connsiteY8" fmla="*/ 791428 h 1637169"/>
                <a:gd name="connsiteX9" fmla="*/ 1706 w 889995"/>
                <a:gd name="connsiteY9" fmla="*/ 26797 h 1637169"/>
                <a:gd name="connsiteX0" fmla="*/ 1706 w 889995"/>
                <a:gd name="connsiteY0" fmla="*/ 26797 h 1637169"/>
                <a:gd name="connsiteX1" fmla="*/ 28503 w 889995"/>
                <a:gd name="connsiteY1" fmla="*/ 0 h 1637169"/>
                <a:gd name="connsiteX2" fmla="*/ 863198 w 889995"/>
                <a:gd name="connsiteY2" fmla="*/ 0 h 1637169"/>
                <a:gd name="connsiteX3" fmla="*/ 889995 w 889995"/>
                <a:gd name="connsiteY3" fmla="*/ 26797 h 1637169"/>
                <a:gd name="connsiteX4" fmla="*/ 889995 w 889995"/>
                <a:gd name="connsiteY4" fmla="*/ 791428 h 1637169"/>
                <a:gd name="connsiteX5" fmla="*/ 203424 w 889995"/>
                <a:gd name="connsiteY5" fmla="*/ 1637169 h 1637169"/>
                <a:gd name="connsiteX6" fmla="*/ 0 w 889995"/>
                <a:gd name="connsiteY6" fmla="*/ 1265089 h 1637169"/>
                <a:gd name="connsiteX7" fmla="*/ 425547 w 889995"/>
                <a:gd name="connsiteY7" fmla="*/ 843097 h 1637169"/>
                <a:gd name="connsiteX8" fmla="*/ 1706 w 889995"/>
                <a:gd name="connsiteY8" fmla="*/ 791428 h 1637169"/>
                <a:gd name="connsiteX9" fmla="*/ 1706 w 889995"/>
                <a:gd name="connsiteY9" fmla="*/ 26797 h 1637169"/>
                <a:gd name="connsiteX0" fmla="*/ 1706 w 889995"/>
                <a:gd name="connsiteY0" fmla="*/ 26797 h 1637169"/>
                <a:gd name="connsiteX1" fmla="*/ 28503 w 889995"/>
                <a:gd name="connsiteY1" fmla="*/ 0 h 1637169"/>
                <a:gd name="connsiteX2" fmla="*/ 863198 w 889995"/>
                <a:gd name="connsiteY2" fmla="*/ 0 h 1637169"/>
                <a:gd name="connsiteX3" fmla="*/ 889995 w 889995"/>
                <a:gd name="connsiteY3" fmla="*/ 26797 h 1637169"/>
                <a:gd name="connsiteX4" fmla="*/ 889995 w 889995"/>
                <a:gd name="connsiteY4" fmla="*/ 791428 h 1637169"/>
                <a:gd name="connsiteX5" fmla="*/ 203424 w 889995"/>
                <a:gd name="connsiteY5" fmla="*/ 1637169 h 1637169"/>
                <a:gd name="connsiteX6" fmla="*/ 0 w 889995"/>
                <a:gd name="connsiteY6" fmla="*/ 1265089 h 1637169"/>
                <a:gd name="connsiteX7" fmla="*/ 425547 w 889995"/>
                <a:gd name="connsiteY7" fmla="*/ 843097 h 1637169"/>
                <a:gd name="connsiteX8" fmla="*/ 1706 w 889995"/>
                <a:gd name="connsiteY8" fmla="*/ 791428 h 1637169"/>
                <a:gd name="connsiteX9" fmla="*/ 1706 w 889995"/>
                <a:gd name="connsiteY9" fmla="*/ 26797 h 1637169"/>
                <a:gd name="connsiteX0" fmla="*/ 1706 w 889995"/>
                <a:gd name="connsiteY0" fmla="*/ 26797 h 1637169"/>
                <a:gd name="connsiteX1" fmla="*/ 28503 w 889995"/>
                <a:gd name="connsiteY1" fmla="*/ 0 h 1637169"/>
                <a:gd name="connsiteX2" fmla="*/ 863198 w 889995"/>
                <a:gd name="connsiteY2" fmla="*/ 0 h 1637169"/>
                <a:gd name="connsiteX3" fmla="*/ 889995 w 889995"/>
                <a:gd name="connsiteY3" fmla="*/ 26797 h 1637169"/>
                <a:gd name="connsiteX4" fmla="*/ 889995 w 889995"/>
                <a:gd name="connsiteY4" fmla="*/ 791428 h 1637169"/>
                <a:gd name="connsiteX5" fmla="*/ 203424 w 889995"/>
                <a:gd name="connsiteY5" fmla="*/ 1637169 h 1637169"/>
                <a:gd name="connsiteX6" fmla="*/ 0 w 889995"/>
                <a:gd name="connsiteY6" fmla="*/ 1265089 h 1637169"/>
                <a:gd name="connsiteX7" fmla="*/ 425547 w 889995"/>
                <a:gd name="connsiteY7" fmla="*/ 843097 h 1637169"/>
                <a:gd name="connsiteX8" fmla="*/ 1706 w 889995"/>
                <a:gd name="connsiteY8" fmla="*/ 791428 h 1637169"/>
                <a:gd name="connsiteX9" fmla="*/ 1706 w 889995"/>
                <a:gd name="connsiteY9" fmla="*/ 26797 h 1637169"/>
                <a:gd name="connsiteX0" fmla="*/ 1706 w 889995"/>
                <a:gd name="connsiteY0" fmla="*/ 26797 h 1637169"/>
                <a:gd name="connsiteX1" fmla="*/ 28503 w 889995"/>
                <a:gd name="connsiteY1" fmla="*/ 0 h 1637169"/>
                <a:gd name="connsiteX2" fmla="*/ 863198 w 889995"/>
                <a:gd name="connsiteY2" fmla="*/ 0 h 1637169"/>
                <a:gd name="connsiteX3" fmla="*/ 889995 w 889995"/>
                <a:gd name="connsiteY3" fmla="*/ 26797 h 1637169"/>
                <a:gd name="connsiteX4" fmla="*/ 889995 w 889995"/>
                <a:gd name="connsiteY4" fmla="*/ 791428 h 1637169"/>
                <a:gd name="connsiteX5" fmla="*/ 203424 w 889995"/>
                <a:gd name="connsiteY5" fmla="*/ 1637169 h 1637169"/>
                <a:gd name="connsiteX6" fmla="*/ 0 w 889995"/>
                <a:gd name="connsiteY6" fmla="*/ 1265089 h 1637169"/>
                <a:gd name="connsiteX7" fmla="*/ 425547 w 889995"/>
                <a:gd name="connsiteY7" fmla="*/ 843097 h 1637169"/>
                <a:gd name="connsiteX8" fmla="*/ 1706 w 889995"/>
                <a:gd name="connsiteY8" fmla="*/ 791428 h 1637169"/>
                <a:gd name="connsiteX9" fmla="*/ 1706 w 889995"/>
                <a:gd name="connsiteY9" fmla="*/ 26797 h 1637169"/>
                <a:gd name="connsiteX0" fmla="*/ 1706 w 889995"/>
                <a:gd name="connsiteY0" fmla="*/ 29683 h 1640055"/>
                <a:gd name="connsiteX1" fmla="*/ 28503 w 889995"/>
                <a:gd name="connsiteY1" fmla="*/ 2886 h 1640055"/>
                <a:gd name="connsiteX2" fmla="*/ 863163 w 889995"/>
                <a:gd name="connsiteY2" fmla="*/ 0 h 1640055"/>
                <a:gd name="connsiteX3" fmla="*/ 889995 w 889995"/>
                <a:gd name="connsiteY3" fmla="*/ 29683 h 1640055"/>
                <a:gd name="connsiteX4" fmla="*/ 889995 w 889995"/>
                <a:gd name="connsiteY4" fmla="*/ 794314 h 1640055"/>
                <a:gd name="connsiteX5" fmla="*/ 203424 w 889995"/>
                <a:gd name="connsiteY5" fmla="*/ 1640055 h 1640055"/>
                <a:gd name="connsiteX6" fmla="*/ 0 w 889995"/>
                <a:gd name="connsiteY6" fmla="*/ 1267975 h 1640055"/>
                <a:gd name="connsiteX7" fmla="*/ 425547 w 889995"/>
                <a:gd name="connsiteY7" fmla="*/ 845983 h 1640055"/>
                <a:gd name="connsiteX8" fmla="*/ 1706 w 889995"/>
                <a:gd name="connsiteY8" fmla="*/ 794314 h 1640055"/>
                <a:gd name="connsiteX9" fmla="*/ 1706 w 889995"/>
                <a:gd name="connsiteY9" fmla="*/ 29683 h 1640055"/>
                <a:gd name="connsiteX0" fmla="*/ 1706 w 889995"/>
                <a:gd name="connsiteY0" fmla="*/ 35487 h 1645859"/>
                <a:gd name="connsiteX1" fmla="*/ 28503 w 889995"/>
                <a:gd name="connsiteY1" fmla="*/ 8690 h 1645859"/>
                <a:gd name="connsiteX2" fmla="*/ 865980 w 889995"/>
                <a:gd name="connsiteY2" fmla="*/ 0 h 1645859"/>
                <a:gd name="connsiteX3" fmla="*/ 889995 w 889995"/>
                <a:gd name="connsiteY3" fmla="*/ 35487 h 1645859"/>
                <a:gd name="connsiteX4" fmla="*/ 889995 w 889995"/>
                <a:gd name="connsiteY4" fmla="*/ 800118 h 1645859"/>
                <a:gd name="connsiteX5" fmla="*/ 203424 w 889995"/>
                <a:gd name="connsiteY5" fmla="*/ 1645859 h 1645859"/>
                <a:gd name="connsiteX6" fmla="*/ 0 w 889995"/>
                <a:gd name="connsiteY6" fmla="*/ 1273779 h 1645859"/>
                <a:gd name="connsiteX7" fmla="*/ 425547 w 889995"/>
                <a:gd name="connsiteY7" fmla="*/ 851787 h 1645859"/>
                <a:gd name="connsiteX8" fmla="*/ 1706 w 889995"/>
                <a:gd name="connsiteY8" fmla="*/ 800118 h 1645859"/>
                <a:gd name="connsiteX9" fmla="*/ 1706 w 889995"/>
                <a:gd name="connsiteY9" fmla="*/ 35487 h 1645859"/>
                <a:gd name="connsiteX0" fmla="*/ 1706 w 889995"/>
                <a:gd name="connsiteY0" fmla="*/ 39664 h 1650036"/>
                <a:gd name="connsiteX1" fmla="*/ 28503 w 889995"/>
                <a:gd name="connsiteY1" fmla="*/ 12867 h 1650036"/>
                <a:gd name="connsiteX2" fmla="*/ 865930 w 889995"/>
                <a:gd name="connsiteY2" fmla="*/ 0 h 1650036"/>
                <a:gd name="connsiteX3" fmla="*/ 889995 w 889995"/>
                <a:gd name="connsiteY3" fmla="*/ 39664 h 1650036"/>
                <a:gd name="connsiteX4" fmla="*/ 889995 w 889995"/>
                <a:gd name="connsiteY4" fmla="*/ 804295 h 1650036"/>
                <a:gd name="connsiteX5" fmla="*/ 203424 w 889995"/>
                <a:gd name="connsiteY5" fmla="*/ 1650036 h 1650036"/>
                <a:gd name="connsiteX6" fmla="*/ 0 w 889995"/>
                <a:gd name="connsiteY6" fmla="*/ 1277956 h 1650036"/>
                <a:gd name="connsiteX7" fmla="*/ 425547 w 889995"/>
                <a:gd name="connsiteY7" fmla="*/ 855964 h 1650036"/>
                <a:gd name="connsiteX8" fmla="*/ 1706 w 889995"/>
                <a:gd name="connsiteY8" fmla="*/ 804295 h 1650036"/>
                <a:gd name="connsiteX9" fmla="*/ 1706 w 889995"/>
                <a:gd name="connsiteY9" fmla="*/ 39664 h 1650036"/>
                <a:gd name="connsiteX0" fmla="*/ 1706 w 889995"/>
                <a:gd name="connsiteY0" fmla="*/ 37452 h 1647824"/>
                <a:gd name="connsiteX1" fmla="*/ 28503 w 889995"/>
                <a:gd name="connsiteY1" fmla="*/ 10655 h 1647824"/>
                <a:gd name="connsiteX2" fmla="*/ 855515 w 889995"/>
                <a:gd name="connsiteY2" fmla="*/ 0 h 1647824"/>
                <a:gd name="connsiteX3" fmla="*/ 889995 w 889995"/>
                <a:gd name="connsiteY3" fmla="*/ 37452 h 1647824"/>
                <a:gd name="connsiteX4" fmla="*/ 889995 w 889995"/>
                <a:gd name="connsiteY4" fmla="*/ 802083 h 1647824"/>
                <a:gd name="connsiteX5" fmla="*/ 203424 w 889995"/>
                <a:gd name="connsiteY5" fmla="*/ 1647824 h 1647824"/>
                <a:gd name="connsiteX6" fmla="*/ 0 w 889995"/>
                <a:gd name="connsiteY6" fmla="*/ 1275744 h 1647824"/>
                <a:gd name="connsiteX7" fmla="*/ 425547 w 889995"/>
                <a:gd name="connsiteY7" fmla="*/ 853752 h 1647824"/>
                <a:gd name="connsiteX8" fmla="*/ 1706 w 889995"/>
                <a:gd name="connsiteY8" fmla="*/ 802083 h 1647824"/>
                <a:gd name="connsiteX9" fmla="*/ 1706 w 889995"/>
                <a:gd name="connsiteY9" fmla="*/ 37452 h 1647824"/>
                <a:gd name="connsiteX0" fmla="*/ 1706 w 889995"/>
                <a:gd name="connsiteY0" fmla="*/ 37452 h 1647824"/>
                <a:gd name="connsiteX1" fmla="*/ 28503 w 889995"/>
                <a:gd name="connsiteY1" fmla="*/ 10655 h 1647824"/>
                <a:gd name="connsiteX2" fmla="*/ 855515 w 889995"/>
                <a:gd name="connsiteY2" fmla="*/ 0 h 1647824"/>
                <a:gd name="connsiteX3" fmla="*/ 889995 w 889995"/>
                <a:gd name="connsiteY3" fmla="*/ 37452 h 1647824"/>
                <a:gd name="connsiteX4" fmla="*/ 889995 w 889995"/>
                <a:gd name="connsiteY4" fmla="*/ 802083 h 1647824"/>
                <a:gd name="connsiteX5" fmla="*/ 203424 w 889995"/>
                <a:gd name="connsiteY5" fmla="*/ 1647824 h 1647824"/>
                <a:gd name="connsiteX6" fmla="*/ 0 w 889995"/>
                <a:gd name="connsiteY6" fmla="*/ 1275744 h 1647824"/>
                <a:gd name="connsiteX7" fmla="*/ 425547 w 889995"/>
                <a:gd name="connsiteY7" fmla="*/ 853752 h 1647824"/>
                <a:gd name="connsiteX8" fmla="*/ 4305 w 889995"/>
                <a:gd name="connsiteY8" fmla="*/ 802052 h 1647824"/>
                <a:gd name="connsiteX9" fmla="*/ 1706 w 889995"/>
                <a:gd name="connsiteY9" fmla="*/ 37452 h 1647824"/>
                <a:gd name="connsiteX0" fmla="*/ 1706 w 889995"/>
                <a:gd name="connsiteY0" fmla="*/ 37452 h 1647824"/>
                <a:gd name="connsiteX1" fmla="*/ 28503 w 889995"/>
                <a:gd name="connsiteY1" fmla="*/ 10655 h 1647824"/>
                <a:gd name="connsiteX2" fmla="*/ 855515 w 889995"/>
                <a:gd name="connsiteY2" fmla="*/ 0 h 1647824"/>
                <a:gd name="connsiteX3" fmla="*/ 889995 w 889995"/>
                <a:gd name="connsiteY3" fmla="*/ 37452 h 1647824"/>
                <a:gd name="connsiteX4" fmla="*/ 889995 w 889995"/>
                <a:gd name="connsiteY4" fmla="*/ 802083 h 1647824"/>
                <a:gd name="connsiteX5" fmla="*/ 203424 w 889995"/>
                <a:gd name="connsiteY5" fmla="*/ 1647824 h 1647824"/>
                <a:gd name="connsiteX6" fmla="*/ 0 w 889995"/>
                <a:gd name="connsiteY6" fmla="*/ 1275744 h 1647824"/>
                <a:gd name="connsiteX7" fmla="*/ 425547 w 889995"/>
                <a:gd name="connsiteY7" fmla="*/ 853752 h 1647824"/>
                <a:gd name="connsiteX8" fmla="*/ 8657 w 889995"/>
                <a:gd name="connsiteY8" fmla="*/ 803733 h 1647824"/>
                <a:gd name="connsiteX9" fmla="*/ 1706 w 889995"/>
                <a:gd name="connsiteY9" fmla="*/ 37452 h 1647824"/>
                <a:gd name="connsiteX0" fmla="*/ 1706 w 889995"/>
                <a:gd name="connsiteY0" fmla="*/ 37452 h 1647824"/>
                <a:gd name="connsiteX1" fmla="*/ 28503 w 889995"/>
                <a:gd name="connsiteY1" fmla="*/ 10655 h 1647824"/>
                <a:gd name="connsiteX2" fmla="*/ 855515 w 889995"/>
                <a:gd name="connsiteY2" fmla="*/ 0 h 1647824"/>
                <a:gd name="connsiteX3" fmla="*/ 889995 w 889995"/>
                <a:gd name="connsiteY3" fmla="*/ 37452 h 1647824"/>
                <a:gd name="connsiteX4" fmla="*/ 889995 w 889995"/>
                <a:gd name="connsiteY4" fmla="*/ 802083 h 1647824"/>
                <a:gd name="connsiteX5" fmla="*/ 203424 w 889995"/>
                <a:gd name="connsiteY5" fmla="*/ 1647824 h 1647824"/>
                <a:gd name="connsiteX6" fmla="*/ 0 w 889995"/>
                <a:gd name="connsiteY6" fmla="*/ 1275744 h 1647824"/>
                <a:gd name="connsiteX7" fmla="*/ 425547 w 889995"/>
                <a:gd name="connsiteY7" fmla="*/ 853752 h 1647824"/>
                <a:gd name="connsiteX8" fmla="*/ 11256 w 889995"/>
                <a:gd name="connsiteY8" fmla="*/ 803702 h 1647824"/>
                <a:gd name="connsiteX9" fmla="*/ 1706 w 889995"/>
                <a:gd name="connsiteY9" fmla="*/ 37452 h 1647824"/>
                <a:gd name="connsiteX0" fmla="*/ 1706 w 889995"/>
                <a:gd name="connsiteY0" fmla="*/ 37452 h 1647824"/>
                <a:gd name="connsiteX1" fmla="*/ 28503 w 889995"/>
                <a:gd name="connsiteY1" fmla="*/ 10655 h 1647824"/>
                <a:gd name="connsiteX2" fmla="*/ 855515 w 889995"/>
                <a:gd name="connsiteY2" fmla="*/ 0 h 1647824"/>
                <a:gd name="connsiteX3" fmla="*/ 889995 w 889995"/>
                <a:gd name="connsiteY3" fmla="*/ 37452 h 1647824"/>
                <a:gd name="connsiteX4" fmla="*/ 889995 w 889995"/>
                <a:gd name="connsiteY4" fmla="*/ 802083 h 1647824"/>
                <a:gd name="connsiteX5" fmla="*/ 203424 w 889995"/>
                <a:gd name="connsiteY5" fmla="*/ 1647824 h 1647824"/>
                <a:gd name="connsiteX6" fmla="*/ 0 w 889995"/>
                <a:gd name="connsiteY6" fmla="*/ 1275744 h 1647824"/>
                <a:gd name="connsiteX7" fmla="*/ 425547 w 889995"/>
                <a:gd name="connsiteY7" fmla="*/ 853752 h 1647824"/>
                <a:gd name="connsiteX8" fmla="*/ 6904 w 889995"/>
                <a:gd name="connsiteY8" fmla="*/ 802021 h 1647824"/>
                <a:gd name="connsiteX9" fmla="*/ 1706 w 889995"/>
                <a:gd name="connsiteY9" fmla="*/ 37452 h 1647824"/>
                <a:gd name="connsiteX0" fmla="*/ 0 w 890888"/>
                <a:gd name="connsiteY0" fmla="*/ 37483 h 1647824"/>
                <a:gd name="connsiteX1" fmla="*/ 29396 w 890888"/>
                <a:gd name="connsiteY1" fmla="*/ 10655 h 1647824"/>
                <a:gd name="connsiteX2" fmla="*/ 856408 w 890888"/>
                <a:gd name="connsiteY2" fmla="*/ 0 h 1647824"/>
                <a:gd name="connsiteX3" fmla="*/ 890888 w 890888"/>
                <a:gd name="connsiteY3" fmla="*/ 37452 h 1647824"/>
                <a:gd name="connsiteX4" fmla="*/ 890888 w 890888"/>
                <a:gd name="connsiteY4" fmla="*/ 802083 h 1647824"/>
                <a:gd name="connsiteX5" fmla="*/ 204317 w 890888"/>
                <a:gd name="connsiteY5" fmla="*/ 1647824 h 1647824"/>
                <a:gd name="connsiteX6" fmla="*/ 893 w 890888"/>
                <a:gd name="connsiteY6" fmla="*/ 1275744 h 1647824"/>
                <a:gd name="connsiteX7" fmla="*/ 426440 w 890888"/>
                <a:gd name="connsiteY7" fmla="*/ 853752 h 1647824"/>
                <a:gd name="connsiteX8" fmla="*/ 7797 w 890888"/>
                <a:gd name="connsiteY8" fmla="*/ 802021 h 1647824"/>
                <a:gd name="connsiteX9" fmla="*/ 0 w 890888"/>
                <a:gd name="connsiteY9" fmla="*/ 37483 h 1647824"/>
                <a:gd name="connsiteX0" fmla="*/ 0 w 892631"/>
                <a:gd name="connsiteY0" fmla="*/ 36637 h 1647824"/>
                <a:gd name="connsiteX1" fmla="*/ 31139 w 892631"/>
                <a:gd name="connsiteY1" fmla="*/ 10655 h 1647824"/>
                <a:gd name="connsiteX2" fmla="*/ 858151 w 892631"/>
                <a:gd name="connsiteY2" fmla="*/ 0 h 1647824"/>
                <a:gd name="connsiteX3" fmla="*/ 892631 w 892631"/>
                <a:gd name="connsiteY3" fmla="*/ 37452 h 1647824"/>
                <a:gd name="connsiteX4" fmla="*/ 892631 w 892631"/>
                <a:gd name="connsiteY4" fmla="*/ 802083 h 1647824"/>
                <a:gd name="connsiteX5" fmla="*/ 206060 w 892631"/>
                <a:gd name="connsiteY5" fmla="*/ 1647824 h 1647824"/>
                <a:gd name="connsiteX6" fmla="*/ 2636 w 892631"/>
                <a:gd name="connsiteY6" fmla="*/ 1275744 h 1647824"/>
                <a:gd name="connsiteX7" fmla="*/ 428183 w 892631"/>
                <a:gd name="connsiteY7" fmla="*/ 853752 h 1647824"/>
                <a:gd name="connsiteX8" fmla="*/ 9540 w 892631"/>
                <a:gd name="connsiteY8" fmla="*/ 802021 h 1647824"/>
                <a:gd name="connsiteX9" fmla="*/ 0 w 892631"/>
                <a:gd name="connsiteY9" fmla="*/ 36637 h 1647824"/>
                <a:gd name="connsiteX0" fmla="*/ 0 w 894353"/>
                <a:gd name="connsiteY0" fmla="*/ 37523 h 1647824"/>
                <a:gd name="connsiteX1" fmla="*/ 32861 w 894353"/>
                <a:gd name="connsiteY1" fmla="*/ 10655 h 1647824"/>
                <a:gd name="connsiteX2" fmla="*/ 859873 w 894353"/>
                <a:gd name="connsiteY2" fmla="*/ 0 h 1647824"/>
                <a:gd name="connsiteX3" fmla="*/ 894353 w 894353"/>
                <a:gd name="connsiteY3" fmla="*/ 37452 h 1647824"/>
                <a:gd name="connsiteX4" fmla="*/ 894353 w 894353"/>
                <a:gd name="connsiteY4" fmla="*/ 802083 h 1647824"/>
                <a:gd name="connsiteX5" fmla="*/ 207782 w 894353"/>
                <a:gd name="connsiteY5" fmla="*/ 1647824 h 1647824"/>
                <a:gd name="connsiteX6" fmla="*/ 4358 w 894353"/>
                <a:gd name="connsiteY6" fmla="*/ 1275744 h 1647824"/>
                <a:gd name="connsiteX7" fmla="*/ 429905 w 894353"/>
                <a:gd name="connsiteY7" fmla="*/ 853752 h 1647824"/>
                <a:gd name="connsiteX8" fmla="*/ 11262 w 894353"/>
                <a:gd name="connsiteY8" fmla="*/ 802021 h 1647824"/>
                <a:gd name="connsiteX9" fmla="*/ 0 w 894353"/>
                <a:gd name="connsiteY9" fmla="*/ 37523 h 1647824"/>
                <a:gd name="connsiteX0" fmla="*/ 0 w 891733"/>
                <a:gd name="connsiteY0" fmla="*/ 39225 h 1647824"/>
                <a:gd name="connsiteX1" fmla="*/ 30241 w 891733"/>
                <a:gd name="connsiteY1" fmla="*/ 10655 h 1647824"/>
                <a:gd name="connsiteX2" fmla="*/ 857253 w 891733"/>
                <a:gd name="connsiteY2" fmla="*/ 0 h 1647824"/>
                <a:gd name="connsiteX3" fmla="*/ 891733 w 891733"/>
                <a:gd name="connsiteY3" fmla="*/ 37452 h 1647824"/>
                <a:gd name="connsiteX4" fmla="*/ 891733 w 891733"/>
                <a:gd name="connsiteY4" fmla="*/ 802083 h 1647824"/>
                <a:gd name="connsiteX5" fmla="*/ 205162 w 891733"/>
                <a:gd name="connsiteY5" fmla="*/ 1647824 h 1647824"/>
                <a:gd name="connsiteX6" fmla="*/ 1738 w 891733"/>
                <a:gd name="connsiteY6" fmla="*/ 1275744 h 1647824"/>
                <a:gd name="connsiteX7" fmla="*/ 427285 w 891733"/>
                <a:gd name="connsiteY7" fmla="*/ 853752 h 1647824"/>
                <a:gd name="connsiteX8" fmla="*/ 8642 w 891733"/>
                <a:gd name="connsiteY8" fmla="*/ 802021 h 1647824"/>
                <a:gd name="connsiteX9" fmla="*/ 0 w 891733"/>
                <a:gd name="connsiteY9" fmla="*/ 39225 h 1647824"/>
                <a:gd name="connsiteX0" fmla="*/ 1738 w 889995"/>
                <a:gd name="connsiteY0" fmla="*/ 40050 h 1647824"/>
                <a:gd name="connsiteX1" fmla="*/ 28503 w 889995"/>
                <a:gd name="connsiteY1" fmla="*/ 10655 h 1647824"/>
                <a:gd name="connsiteX2" fmla="*/ 855515 w 889995"/>
                <a:gd name="connsiteY2" fmla="*/ 0 h 1647824"/>
                <a:gd name="connsiteX3" fmla="*/ 889995 w 889995"/>
                <a:gd name="connsiteY3" fmla="*/ 37452 h 1647824"/>
                <a:gd name="connsiteX4" fmla="*/ 889995 w 889995"/>
                <a:gd name="connsiteY4" fmla="*/ 802083 h 1647824"/>
                <a:gd name="connsiteX5" fmla="*/ 203424 w 889995"/>
                <a:gd name="connsiteY5" fmla="*/ 1647824 h 1647824"/>
                <a:gd name="connsiteX6" fmla="*/ 0 w 889995"/>
                <a:gd name="connsiteY6" fmla="*/ 1275744 h 1647824"/>
                <a:gd name="connsiteX7" fmla="*/ 425547 w 889995"/>
                <a:gd name="connsiteY7" fmla="*/ 853752 h 1647824"/>
                <a:gd name="connsiteX8" fmla="*/ 6904 w 889995"/>
                <a:gd name="connsiteY8" fmla="*/ 802021 h 1647824"/>
                <a:gd name="connsiteX9" fmla="*/ 1738 w 889995"/>
                <a:gd name="connsiteY9" fmla="*/ 40050 h 1647824"/>
                <a:gd name="connsiteX0" fmla="*/ 1738 w 889995"/>
                <a:gd name="connsiteY0" fmla="*/ 36823 h 1644597"/>
                <a:gd name="connsiteX1" fmla="*/ 28503 w 889995"/>
                <a:gd name="connsiteY1" fmla="*/ 7428 h 1644597"/>
                <a:gd name="connsiteX2" fmla="*/ 852288 w 889995"/>
                <a:gd name="connsiteY2" fmla="*/ 0 h 1644597"/>
                <a:gd name="connsiteX3" fmla="*/ 889995 w 889995"/>
                <a:gd name="connsiteY3" fmla="*/ 34225 h 1644597"/>
                <a:gd name="connsiteX4" fmla="*/ 889995 w 889995"/>
                <a:gd name="connsiteY4" fmla="*/ 798856 h 1644597"/>
                <a:gd name="connsiteX5" fmla="*/ 203424 w 889995"/>
                <a:gd name="connsiteY5" fmla="*/ 1644597 h 1644597"/>
                <a:gd name="connsiteX6" fmla="*/ 0 w 889995"/>
                <a:gd name="connsiteY6" fmla="*/ 1272517 h 1644597"/>
                <a:gd name="connsiteX7" fmla="*/ 425547 w 889995"/>
                <a:gd name="connsiteY7" fmla="*/ 850525 h 1644597"/>
                <a:gd name="connsiteX8" fmla="*/ 6904 w 889995"/>
                <a:gd name="connsiteY8" fmla="*/ 798794 h 1644597"/>
                <a:gd name="connsiteX9" fmla="*/ 1738 w 889995"/>
                <a:gd name="connsiteY9" fmla="*/ 36823 h 1644597"/>
                <a:gd name="connsiteX0" fmla="*/ 1738 w 889995"/>
                <a:gd name="connsiteY0" fmla="*/ 40050 h 1647824"/>
                <a:gd name="connsiteX1" fmla="*/ 28503 w 889995"/>
                <a:gd name="connsiteY1" fmla="*/ 10655 h 1647824"/>
                <a:gd name="connsiteX2" fmla="*/ 853364 w 889995"/>
                <a:gd name="connsiteY2" fmla="*/ 0 h 1647824"/>
                <a:gd name="connsiteX3" fmla="*/ 889995 w 889995"/>
                <a:gd name="connsiteY3" fmla="*/ 37452 h 1647824"/>
                <a:gd name="connsiteX4" fmla="*/ 889995 w 889995"/>
                <a:gd name="connsiteY4" fmla="*/ 802083 h 1647824"/>
                <a:gd name="connsiteX5" fmla="*/ 203424 w 889995"/>
                <a:gd name="connsiteY5" fmla="*/ 1647824 h 1647824"/>
                <a:gd name="connsiteX6" fmla="*/ 0 w 889995"/>
                <a:gd name="connsiteY6" fmla="*/ 1275744 h 1647824"/>
                <a:gd name="connsiteX7" fmla="*/ 425547 w 889995"/>
                <a:gd name="connsiteY7" fmla="*/ 853752 h 1647824"/>
                <a:gd name="connsiteX8" fmla="*/ 6904 w 889995"/>
                <a:gd name="connsiteY8" fmla="*/ 802021 h 1647824"/>
                <a:gd name="connsiteX9" fmla="*/ 1738 w 889995"/>
                <a:gd name="connsiteY9" fmla="*/ 40050 h 1647824"/>
                <a:gd name="connsiteX0" fmla="*/ 1738 w 889995"/>
                <a:gd name="connsiteY0" fmla="*/ 37898 h 1645672"/>
                <a:gd name="connsiteX1" fmla="*/ 28503 w 889995"/>
                <a:gd name="connsiteY1" fmla="*/ 8503 h 1645672"/>
                <a:gd name="connsiteX2" fmla="*/ 852288 w 889995"/>
                <a:gd name="connsiteY2" fmla="*/ 0 h 1645672"/>
                <a:gd name="connsiteX3" fmla="*/ 889995 w 889995"/>
                <a:gd name="connsiteY3" fmla="*/ 35300 h 1645672"/>
                <a:gd name="connsiteX4" fmla="*/ 889995 w 889995"/>
                <a:gd name="connsiteY4" fmla="*/ 799931 h 1645672"/>
                <a:gd name="connsiteX5" fmla="*/ 203424 w 889995"/>
                <a:gd name="connsiteY5" fmla="*/ 1645672 h 1645672"/>
                <a:gd name="connsiteX6" fmla="*/ 0 w 889995"/>
                <a:gd name="connsiteY6" fmla="*/ 1273592 h 1645672"/>
                <a:gd name="connsiteX7" fmla="*/ 425547 w 889995"/>
                <a:gd name="connsiteY7" fmla="*/ 851600 h 1645672"/>
                <a:gd name="connsiteX8" fmla="*/ 6904 w 889995"/>
                <a:gd name="connsiteY8" fmla="*/ 799869 h 1645672"/>
                <a:gd name="connsiteX9" fmla="*/ 1738 w 889995"/>
                <a:gd name="connsiteY9" fmla="*/ 37898 h 1645672"/>
                <a:gd name="connsiteX0" fmla="*/ 1738 w 889995"/>
                <a:gd name="connsiteY0" fmla="*/ 41125 h 1648899"/>
                <a:gd name="connsiteX1" fmla="*/ 28503 w 889995"/>
                <a:gd name="connsiteY1" fmla="*/ 11730 h 1648899"/>
                <a:gd name="connsiteX2" fmla="*/ 852288 w 889995"/>
                <a:gd name="connsiteY2" fmla="*/ 0 h 1648899"/>
                <a:gd name="connsiteX3" fmla="*/ 889995 w 889995"/>
                <a:gd name="connsiteY3" fmla="*/ 38527 h 1648899"/>
                <a:gd name="connsiteX4" fmla="*/ 889995 w 889995"/>
                <a:gd name="connsiteY4" fmla="*/ 803158 h 1648899"/>
                <a:gd name="connsiteX5" fmla="*/ 203424 w 889995"/>
                <a:gd name="connsiteY5" fmla="*/ 1648899 h 1648899"/>
                <a:gd name="connsiteX6" fmla="*/ 0 w 889995"/>
                <a:gd name="connsiteY6" fmla="*/ 1276819 h 1648899"/>
                <a:gd name="connsiteX7" fmla="*/ 425547 w 889995"/>
                <a:gd name="connsiteY7" fmla="*/ 854827 h 1648899"/>
                <a:gd name="connsiteX8" fmla="*/ 6904 w 889995"/>
                <a:gd name="connsiteY8" fmla="*/ 803096 h 1648899"/>
                <a:gd name="connsiteX9" fmla="*/ 1738 w 889995"/>
                <a:gd name="connsiteY9" fmla="*/ 41125 h 1648899"/>
                <a:gd name="connsiteX0" fmla="*/ 1738 w 889995"/>
                <a:gd name="connsiteY0" fmla="*/ 41125 h 1648899"/>
                <a:gd name="connsiteX1" fmla="*/ 28503 w 889995"/>
                <a:gd name="connsiteY1" fmla="*/ 7427 h 1648899"/>
                <a:gd name="connsiteX2" fmla="*/ 852288 w 889995"/>
                <a:gd name="connsiteY2" fmla="*/ 0 h 1648899"/>
                <a:gd name="connsiteX3" fmla="*/ 889995 w 889995"/>
                <a:gd name="connsiteY3" fmla="*/ 38527 h 1648899"/>
                <a:gd name="connsiteX4" fmla="*/ 889995 w 889995"/>
                <a:gd name="connsiteY4" fmla="*/ 803158 h 1648899"/>
                <a:gd name="connsiteX5" fmla="*/ 203424 w 889995"/>
                <a:gd name="connsiteY5" fmla="*/ 1648899 h 1648899"/>
                <a:gd name="connsiteX6" fmla="*/ 0 w 889995"/>
                <a:gd name="connsiteY6" fmla="*/ 1276819 h 1648899"/>
                <a:gd name="connsiteX7" fmla="*/ 425547 w 889995"/>
                <a:gd name="connsiteY7" fmla="*/ 854827 h 1648899"/>
                <a:gd name="connsiteX8" fmla="*/ 6904 w 889995"/>
                <a:gd name="connsiteY8" fmla="*/ 803096 h 1648899"/>
                <a:gd name="connsiteX9" fmla="*/ 1738 w 889995"/>
                <a:gd name="connsiteY9" fmla="*/ 41125 h 1648899"/>
                <a:gd name="connsiteX0" fmla="*/ 1738 w 889995"/>
                <a:gd name="connsiteY0" fmla="*/ 41125 h 1648899"/>
                <a:gd name="connsiteX1" fmla="*/ 28503 w 889995"/>
                <a:gd name="connsiteY1" fmla="*/ 3124 h 1648899"/>
                <a:gd name="connsiteX2" fmla="*/ 852288 w 889995"/>
                <a:gd name="connsiteY2" fmla="*/ 0 h 1648899"/>
                <a:gd name="connsiteX3" fmla="*/ 889995 w 889995"/>
                <a:gd name="connsiteY3" fmla="*/ 38527 h 1648899"/>
                <a:gd name="connsiteX4" fmla="*/ 889995 w 889995"/>
                <a:gd name="connsiteY4" fmla="*/ 803158 h 1648899"/>
                <a:gd name="connsiteX5" fmla="*/ 203424 w 889995"/>
                <a:gd name="connsiteY5" fmla="*/ 1648899 h 1648899"/>
                <a:gd name="connsiteX6" fmla="*/ 0 w 889995"/>
                <a:gd name="connsiteY6" fmla="*/ 1276819 h 1648899"/>
                <a:gd name="connsiteX7" fmla="*/ 425547 w 889995"/>
                <a:gd name="connsiteY7" fmla="*/ 854827 h 1648899"/>
                <a:gd name="connsiteX8" fmla="*/ 6904 w 889995"/>
                <a:gd name="connsiteY8" fmla="*/ 803096 h 1648899"/>
                <a:gd name="connsiteX9" fmla="*/ 1738 w 889995"/>
                <a:gd name="connsiteY9" fmla="*/ 41125 h 1648899"/>
                <a:gd name="connsiteX0" fmla="*/ 1738 w 889995"/>
                <a:gd name="connsiteY0" fmla="*/ 42304 h 1650078"/>
                <a:gd name="connsiteX1" fmla="*/ 28503 w 889995"/>
                <a:gd name="connsiteY1" fmla="*/ 0 h 1650078"/>
                <a:gd name="connsiteX2" fmla="*/ 852288 w 889995"/>
                <a:gd name="connsiteY2" fmla="*/ 1179 h 1650078"/>
                <a:gd name="connsiteX3" fmla="*/ 889995 w 889995"/>
                <a:gd name="connsiteY3" fmla="*/ 39706 h 1650078"/>
                <a:gd name="connsiteX4" fmla="*/ 889995 w 889995"/>
                <a:gd name="connsiteY4" fmla="*/ 804337 h 1650078"/>
                <a:gd name="connsiteX5" fmla="*/ 203424 w 889995"/>
                <a:gd name="connsiteY5" fmla="*/ 1650078 h 1650078"/>
                <a:gd name="connsiteX6" fmla="*/ 0 w 889995"/>
                <a:gd name="connsiteY6" fmla="*/ 1277998 h 1650078"/>
                <a:gd name="connsiteX7" fmla="*/ 425547 w 889995"/>
                <a:gd name="connsiteY7" fmla="*/ 856006 h 1650078"/>
                <a:gd name="connsiteX8" fmla="*/ 6904 w 889995"/>
                <a:gd name="connsiteY8" fmla="*/ 804275 h 1650078"/>
                <a:gd name="connsiteX9" fmla="*/ 1738 w 889995"/>
                <a:gd name="connsiteY9" fmla="*/ 42304 h 1650078"/>
                <a:gd name="connsiteX0" fmla="*/ 1738 w 889995"/>
                <a:gd name="connsiteY0" fmla="*/ 41228 h 1649002"/>
                <a:gd name="connsiteX1" fmla="*/ 29579 w 889995"/>
                <a:gd name="connsiteY1" fmla="*/ 0 h 1649002"/>
                <a:gd name="connsiteX2" fmla="*/ 852288 w 889995"/>
                <a:gd name="connsiteY2" fmla="*/ 103 h 1649002"/>
                <a:gd name="connsiteX3" fmla="*/ 889995 w 889995"/>
                <a:gd name="connsiteY3" fmla="*/ 38630 h 1649002"/>
                <a:gd name="connsiteX4" fmla="*/ 889995 w 889995"/>
                <a:gd name="connsiteY4" fmla="*/ 803261 h 1649002"/>
                <a:gd name="connsiteX5" fmla="*/ 203424 w 889995"/>
                <a:gd name="connsiteY5" fmla="*/ 1649002 h 1649002"/>
                <a:gd name="connsiteX6" fmla="*/ 0 w 889995"/>
                <a:gd name="connsiteY6" fmla="*/ 1276922 h 1649002"/>
                <a:gd name="connsiteX7" fmla="*/ 425547 w 889995"/>
                <a:gd name="connsiteY7" fmla="*/ 854930 h 1649002"/>
                <a:gd name="connsiteX8" fmla="*/ 6904 w 889995"/>
                <a:gd name="connsiteY8" fmla="*/ 803199 h 1649002"/>
                <a:gd name="connsiteX9" fmla="*/ 1738 w 889995"/>
                <a:gd name="connsiteY9" fmla="*/ 41228 h 1649002"/>
                <a:gd name="connsiteX0" fmla="*/ 1738 w 889995"/>
                <a:gd name="connsiteY0" fmla="*/ 41228 h 1649002"/>
                <a:gd name="connsiteX1" fmla="*/ 29579 w 889995"/>
                <a:gd name="connsiteY1" fmla="*/ 0 h 1649002"/>
                <a:gd name="connsiteX2" fmla="*/ 852288 w 889995"/>
                <a:gd name="connsiteY2" fmla="*/ 103 h 1649002"/>
                <a:gd name="connsiteX3" fmla="*/ 889995 w 889995"/>
                <a:gd name="connsiteY3" fmla="*/ 38630 h 1649002"/>
                <a:gd name="connsiteX4" fmla="*/ 889995 w 889995"/>
                <a:gd name="connsiteY4" fmla="*/ 803261 h 1649002"/>
                <a:gd name="connsiteX5" fmla="*/ 203424 w 889995"/>
                <a:gd name="connsiteY5" fmla="*/ 1649002 h 1649002"/>
                <a:gd name="connsiteX6" fmla="*/ 0 w 889995"/>
                <a:gd name="connsiteY6" fmla="*/ 1276922 h 1649002"/>
                <a:gd name="connsiteX7" fmla="*/ 425547 w 889995"/>
                <a:gd name="connsiteY7" fmla="*/ 854930 h 1649002"/>
                <a:gd name="connsiteX8" fmla="*/ 6904 w 889995"/>
                <a:gd name="connsiteY8" fmla="*/ 803199 h 1649002"/>
                <a:gd name="connsiteX9" fmla="*/ 1738 w 889995"/>
                <a:gd name="connsiteY9" fmla="*/ 41228 h 1649002"/>
                <a:gd name="connsiteX0" fmla="*/ 1738 w 889995"/>
                <a:gd name="connsiteY0" fmla="*/ 41228 h 1649002"/>
                <a:gd name="connsiteX1" fmla="*/ 29579 w 889995"/>
                <a:gd name="connsiteY1" fmla="*/ 0 h 1649002"/>
                <a:gd name="connsiteX2" fmla="*/ 852288 w 889995"/>
                <a:gd name="connsiteY2" fmla="*/ 103 h 1649002"/>
                <a:gd name="connsiteX3" fmla="*/ 889995 w 889995"/>
                <a:gd name="connsiteY3" fmla="*/ 38630 h 1649002"/>
                <a:gd name="connsiteX4" fmla="*/ 889995 w 889995"/>
                <a:gd name="connsiteY4" fmla="*/ 803261 h 1649002"/>
                <a:gd name="connsiteX5" fmla="*/ 203424 w 889995"/>
                <a:gd name="connsiteY5" fmla="*/ 1649002 h 1649002"/>
                <a:gd name="connsiteX6" fmla="*/ 0 w 889995"/>
                <a:gd name="connsiteY6" fmla="*/ 1276922 h 1649002"/>
                <a:gd name="connsiteX7" fmla="*/ 425547 w 889995"/>
                <a:gd name="connsiteY7" fmla="*/ 854930 h 1649002"/>
                <a:gd name="connsiteX8" fmla="*/ 6904 w 889995"/>
                <a:gd name="connsiteY8" fmla="*/ 803199 h 1649002"/>
                <a:gd name="connsiteX9" fmla="*/ 1738 w 889995"/>
                <a:gd name="connsiteY9" fmla="*/ 41228 h 1649002"/>
                <a:gd name="connsiteX0" fmla="*/ 0 w 890409"/>
                <a:gd name="connsiteY0" fmla="*/ 44455 h 1649002"/>
                <a:gd name="connsiteX1" fmla="*/ 29993 w 890409"/>
                <a:gd name="connsiteY1" fmla="*/ 0 h 1649002"/>
                <a:gd name="connsiteX2" fmla="*/ 852702 w 890409"/>
                <a:gd name="connsiteY2" fmla="*/ 103 h 1649002"/>
                <a:gd name="connsiteX3" fmla="*/ 890409 w 890409"/>
                <a:gd name="connsiteY3" fmla="*/ 38630 h 1649002"/>
                <a:gd name="connsiteX4" fmla="*/ 890409 w 890409"/>
                <a:gd name="connsiteY4" fmla="*/ 803261 h 1649002"/>
                <a:gd name="connsiteX5" fmla="*/ 203838 w 890409"/>
                <a:gd name="connsiteY5" fmla="*/ 1649002 h 1649002"/>
                <a:gd name="connsiteX6" fmla="*/ 414 w 890409"/>
                <a:gd name="connsiteY6" fmla="*/ 1276922 h 1649002"/>
                <a:gd name="connsiteX7" fmla="*/ 425961 w 890409"/>
                <a:gd name="connsiteY7" fmla="*/ 854930 h 1649002"/>
                <a:gd name="connsiteX8" fmla="*/ 7318 w 890409"/>
                <a:gd name="connsiteY8" fmla="*/ 803199 h 1649002"/>
                <a:gd name="connsiteX9" fmla="*/ 0 w 890409"/>
                <a:gd name="connsiteY9" fmla="*/ 44455 h 1649002"/>
                <a:gd name="connsiteX0" fmla="*/ 662 w 889995"/>
                <a:gd name="connsiteY0" fmla="*/ 44455 h 1649002"/>
                <a:gd name="connsiteX1" fmla="*/ 29579 w 889995"/>
                <a:gd name="connsiteY1" fmla="*/ 0 h 1649002"/>
                <a:gd name="connsiteX2" fmla="*/ 852288 w 889995"/>
                <a:gd name="connsiteY2" fmla="*/ 103 h 1649002"/>
                <a:gd name="connsiteX3" fmla="*/ 889995 w 889995"/>
                <a:gd name="connsiteY3" fmla="*/ 38630 h 1649002"/>
                <a:gd name="connsiteX4" fmla="*/ 889995 w 889995"/>
                <a:gd name="connsiteY4" fmla="*/ 803261 h 1649002"/>
                <a:gd name="connsiteX5" fmla="*/ 203424 w 889995"/>
                <a:gd name="connsiteY5" fmla="*/ 1649002 h 1649002"/>
                <a:gd name="connsiteX6" fmla="*/ 0 w 889995"/>
                <a:gd name="connsiteY6" fmla="*/ 1276922 h 1649002"/>
                <a:gd name="connsiteX7" fmla="*/ 425547 w 889995"/>
                <a:gd name="connsiteY7" fmla="*/ 854930 h 1649002"/>
                <a:gd name="connsiteX8" fmla="*/ 6904 w 889995"/>
                <a:gd name="connsiteY8" fmla="*/ 803199 h 1649002"/>
                <a:gd name="connsiteX9" fmla="*/ 662 w 889995"/>
                <a:gd name="connsiteY9" fmla="*/ 44455 h 1649002"/>
                <a:gd name="connsiteX0" fmla="*/ 662 w 889995"/>
                <a:gd name="connsiteY0" fmla="*/ 44455 h 1649002"/>
                <a:gd name="connsiteX1" fmla="*/ 29579 w 889995"/>
                <a:gd name="connsiteY1" fmla="*/ 0 h 1649002"/>
                <a:gd name="connsiteX2" fmla="*/ 852288 w 889995"/>
                <a:gd name="connsiteY2" fmla="*/ 103 h 1649002"/>
                <a:gd name="connsiteX3" fmla="*/ 889995 w 889995"/>
                <a:gd name="connsiteY3" fmla="*/ 38630 h 1649002"/>
                <a:gd name="connsiteX4" fmla="*/ 889995 w 889995"/>
                <a:gd name="connsiteY4" fmla="*/ 803261 h 1649002"/>
                <a:gd name="connsiteX5" fmla="*/ 203424 w 889995"/>
                <a:gd name="connsiteY5" fmla="*/ 1649002 h 1649002"/>
                <a:gd name="connsiteX6" fmla="*/ 0 w 889995"/>
                <a:gd name="connsiteY6" fmla="*/ 1276922 h 1649002"/>
                <a:gd name="connsiteX7" fmla="*/ 425547 w 889995"/>
                <a:gd name="connsiteY7" fmla="*/ 854930 h 1649002"/>
                <a:gd name="connsiteX8" fmla="*/ 3677 w 889995"/>
                <a:gd name="connsiteY8" fmla="*/ 804275 h 1649002"/>
                <a:gd name="connsiteX9" fmla="*/ 662 w 889995"/>
                <a:gd name="connsiteY9" fmla="*/ 44455 h 1649002"/>
                <a:gd name="connsiteX0" fmla="*/ 3440 w 892773"/>
                <a:gd name="connsiteY0" fmla="*/ 44455 h 1649002"/>
                <a:gd name="connsiteX1" fmla="*/ 32357 w 892773"/>
                <a:gd name="connsiteY1" fmla="*/ 0 h 1649002"/>
                <a:gd name="connsiteX2" fmla="*/ 855066 w 892773"/>
                <a:gd name="connsiteY2" fmla="*/ 103 h 1649002"/>
                <a:gd name="connsiteX3" fmla="*/ 892773 w 892773"/>
                <a:gd name="connsiteY3" fmla="*/ 38630 h 1649002"/>
                <a:gd name="connsiteX4" fmla="*/ 892773 w 892773"/>
                <a:gd name="connsiteY4" fmla="*/ 803261 h 1649002"/>
                <a:gd name="connsiteX5" fmla="*/ 206202 w 892773"/>
                <a:gd name="connsiteY5" fmla="*/ 1649002 h 1649002"/>
                <a:gd name="connsiteX6" fmla="*/ 2778 w 892773"/>
                <a:gd name="connsiteY6" fmla="*/ 1276922 h 1649002"/>
                <a:gd name="connsiteX7" fmla="*/ 428325 w 892773"/>
                <a:gd name="connsiteY7" fmla="*/ 854930 h 1649002"/>
                <a:gd name="connsiteX8" fmla="*/ 0 w 892773"/>
                <a:gd name="connsiteY8" fmla="*/ 802124 h 1649002"/>
                <a:gd name="connsiteX9" fmla="*/ 3440 w 892773"/>
                <a:gd name="connsiteY9" fmla="*/ 44455 h 1649002"/>
                <a:gd name="connsiteX0" fmla="*/ 662 w 889995"/>
                <a:gd name="connsiteY0" fmla="*/ 44455 h 1649002"/>
                <a:gd name="connsiteX1" fmla="*/ 29579 w 889995"/>
                <a:gd name="connsiteY1" fmla="*/ 0 h 1649002"/>
                <a:gd name="connsiteX2" fmla="*/ 852288 w 889995"/>
                <a:gd name="connsiteY2" fmla="*/ 103 h 1649002"/>
                <a:gd name="connsiteX3" fmla="*/ 889995 w 889995"/>
                <a:gd name="connsiteY3" fmla="*/ 38630 h 1649002"/>
                <a:gd name="connsiteX4" fmla="*/ 889995 w 889995"/>
                <a:gd name="connsiteY4" fmla="*/ 803261 h 1649002"/>
                <a:gd name="connsiteX5" fmla="*/ 203424 w 889995"/>
                <a:gd name="connsiteY5" fmla="*/ 1649002 h 1649002"/>
                <a:gd name="connsiteX6" fmla="*/ 0 w 889995"/>
                <a:gd name="connsiteY6" fmla="*/ 1276922 h 1649002"/>
                <a:gd name="connsiteX7" fmla="*/ 425547 w 889995"/>
                <a:gd name="connsiteY7" fmla="*/ 854930 h 1649002"/>
                <a:gd name="connsiteX8" fmla="*/ 1525 w 889995"/>
                <a:gd name="connsiteY8" fmla="*/ 802124 h 1649002"/>
                <a:gd name="connsiteX9" fmla="*/ 662 w 889995"/>
                <a:gd name="connsiteY9" fmla="*/ 44455 h 1649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89995" h="1649002">
                  <a:moveTo>
                    <a:pt x="662" y="44455"/>
                  </a:moveTo>
                  <a:cubicBezTo>
                    <a:pt x="662" y="29655"/>
                    <a:pt x="-282" y="0"/>
                    <a:pt x="29579" y="0"/>
                  </a:cubicBezTo>
                  <a:lnTo>
                    <a:pt x="852288" y="103"/>
                  </a:lnTo>
                  <a:cubicBezTo>
                    <a:pt x="879997" y="1179"/>
                    <a:pt x="889995" y="23830"/>
                    <a:pt x="889995" y="38630"/>
                  </a:cubicBezTo>
                  <a:lnTo>
                    <a:pt x="889995" y="803261"/>
                  </a:lnTo>
                  <a:cubicBezTo>
                    <a:pt x="845845" y="1436811"/>
                    <a:pt x="271627" y="1615678"/>
                    <a:pt x="203424" y="1649002"/>
                  </a:cubicBezTo>
                  <a:cubicBezTo>
                    <a:pt x="95599" y="1443297"/>
                    <a:pt x="71113" y="1405086"/>
                    <a:pt x="0" y="1276922"/>
                  </a:cubicBezTo>
                  <a:cubicBezTo>
                    <a:pt x="199743" y="1156586"/>
                    <a:pt x="409698" y="1069183"/>
                    <a:pt x="425547" y="854930"/>
                  </a:cubicBezTo>
                  <a:cubicBezTo>
                    <a:pt x="446866" y="733943"/>
                    <a:pt x="72450" y="919191"/>
                    <a:pt x="1525" y="802124"/>
                  </a:cubicBezTo>
                  <a:cubicBezTo>
                    <a:pt x="1525" y="547247"/>
                    <a:pt x="662" y="299332"/>
                    <a:pt x="662" y="44455"/>
                  </a:cubicBezTo>
                  <a:close/>
                </a:path>
              </a:pathLst>
            </a:custGeom>
            <a:solidFill>
              <a:srgbClr val="F18921"/>
            </a:solidFill>
            <a:ln>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endParaRPr>
            </a:p>
          </p:txBody>
        </p:sp>
      </p:grpSp>
      <p:grpSp>
        <p:nvGrpSpPr>
          <p:cNvPr id="73" name="Group 72">
            <a:extLst>
              <a:ext uri="{FF2B5EF4-FFF2-40B4-BE49-F238E27FC236}">
                <a16:creationId xmlns:a16="http://schemas.microsoft.com/office/drawing/2014/main" id="{84D310A5-5456-49E4-4DF4-4963909F10A9}"/>
              </a:ext>
            </a:extLst>
          </p:cNvPr>
          <p:cNvGrpSpPr/>
          <p:nvPr/>
        </p:nvGrpSpPr>
        <p:grpSpPr>
          <a:xfrm>
            <a:off x="5796576" y="1117527"/>
            <a:ext cx="388801" cy="305792"/>
            <a:chOff x="453101" y="43542"/>
            <a:chExt cx="6568120" cy="5840137"/>
          </a:xfrm>
        </p:grpSpPr>
        <p:sp>
          <p:nvSpPr>
            <p:cNvPr id="74" name="Rounded Rectangle 2">
              <a:extLst>
                <a:ext uri="{FF2B5EF4-FFF2-40B4-BE49-F238E27FC236}">
                  <a16:creationId xmlns:a16="http://schemas.microsoft.com/office/drawing/2014/main" id="{C9EC2563-1B48-A52A-A365-3519CCC30211}"/>
                </a:ext>
              </a:extLst>
            </p:cNvPr>
            <p:cNvSpPr/>
            <p:nvPr/>
          </p:nvSpPr>
          <p:spPr>
            <a:xfrm rot="10800000">
              <a:off x="453101" y="43542"/>
              <a:ext cx="3152028" cy="5840137"/>
            </a:xfrm>
            <a:custGeom>
              <a:avLst/>
              <a:gdLst>
                <a:gd name="connsiteX0" fmla="*/ 0 w 888289"/>
                <a:gd name="connsiteY0" fmla="*/ 26797 h 818225"/>
                <a:gd name="connsiteX1" fmla="*/ 26797 w 888289"/>
                <a:gd name="connsiteY1" fmla="*/ 0 h 818225"/>
                <a:gd name="connsiteX2" fmla="*/ 861492 w 888289"/>
                <a:gd name="connsiteY2" fmla="*/ 0 h 818225"/>
                <a:gd name="connsiteX3" fmla="*/ 888289 w 888289"/>
                <a:gd name="connsiteY3" fmla="*/ 26797 h 818225"/>
                <a:gd name="connsiteX4" fmla="*/ 888289 w 888289"/>
                <a:gd name="connsiteY4" fmla="*/ 791428 h 818225"/>
                <a:gd name="connsiteX5" fmla="*/ 861492 w 888289"/>
                <a:gd name="connsiteY5" fmla="*/ 818225 h 818225"/>
                <a:gd name="connsiteX6" fmla="*/ 26797 w 888289"/>
                <a:gd name="connsiteY6" fmla="*/ 818225 h 818225"/>
                <a:gd name="connsiteX7" fmla="*/ 0 w 888289"/>
                <a:gd name="connsiteY7" fmla="*/ 791428 h 818225"/>
                <a:gd name="connsiteX8" fmla="*/ 0 w 888289"/>
                <a:gd name="connsiteY8" fmla="*/ 26797 h 818225"/>
                <a:gd name="connsiteX0" fmla="*/ 0 w 888289"/>
                <a:gd name="connsiteY0" fmla="*/ 26797 h 1717694"/>
                <a:gd name="connsiteX1" fmla="*/ 26797 w 888289"/>
                <a:gd name="connsiteY1" fmla="*/ 0 h 1717694"/>
                <a:gd name="connsiteX2" fmla="*/ 861492 w 888289"/>
                <a:gd name="connsiteY2" fmla="*/ 0 h 1717694"/>
                <a:gd name="connsiteX3" fmla="*/ 888289 w 888289"/>
                <a:gd name="connsiteY3" fmla="*/ 26797 h 1717694"/>
                <a:gd name="connsiteX4" fmla="*/ 888289 w 888289"/>
                <a:gd name="connsiteY4" fmla="*/ 791428 h 1717694"/>
                <a:gd name="connsiteX5" fmla="*/ 212851 w 888289"/>
                <a:gd name="connsiteY5" fmla="*/ 1717694 h 1717694"/>
                <a:gd name="connsiteX6" fmla="*/ 26797 w 888289"/>
                <a:gd name="connsiteY6" fmla="*/ 818225 h 1717694"/>
                <a:gd name="connsiteX7" fmla="*/ 0 w 888289"/>
                <a:gd name="connsiteY7" fmla="*/ 791428 h 1717694"/>
                <a:gd name="connsiteX8" fmla="*/ 0 w 888289"/>
                <a:gd name="connsiteY8" fmla="*/ 26797 h 1717694"/>
                <a:gd name="connsiteX0" fmla="*/ 0 w 890655"/>
                <a:gd name="connsiteY0" fmla="*/ 26797 h 1717694"/>
                <a:gd name="connsiteX1" fmla="*/ 26797 w 890655"/>
                <a:gd name="connsiteY1" fmla="*/ 0 h 1717694"/>
                <a:gd name="connsiteX2" fmla="*/ 861492 w 890655"/>
                <a:gd name="connsiteY2" fmla="*/ 0 h 1717694"/>
                <a:gd name="connsiteX3" fmla="*/ 888289 w 890655"/>
                <a:gd name="connsiteY3" fmla="*/ 26797 h 1717694"/>
                <a:gd name="connsiteX4" fmla="*/ 888289 w 890655"/>
                <a:gd name="connsiteY4" fmla="*/ 791428 h 1717694"/>
                <a:gd name="connsiteX5" fmla="*/ 212851 w 890655"/>
                <a:gd name="connsiteY5" fmla="*/ 1717694 h 1717694"/>
                <a:gd name="connsiteX6" fmla="*/ 26797 w 890655"/>
                <a:gd name="connsiteY6" fmla="*/ 818225 h 1717694"/>
                <a:gd name="connsiteX7" fmla="*/ 0 w 890655"/>
                <a:gd name="connsiteY7" fmla="*/ 791428 h 1717694"/>
                <a:gd name="connsiteX8" fmla="*/ 0 w 890655"/>
                <a:gd name="connsiteY8" fmla="*/ 26797 h 1717694"/>
                <a:gd name="connsiteX0" fmla="*/ 0 w 890666"/>
                <a:gd name="connsiteY0" fmla="*/ 26797 h 1637500"/>
                <a:gd name="connsiteX1" fmla="*/ 26797 w 890666"/>
                <a:gd name="connsiteY1" fmla="*/ 0 h 1637500"/>
                <a:gd name="connsiteX2" fmla="*/ 861492 w 890666"/>
                <a:gd name="connsiteY2" fmla="*/ 0 h 1637500"/>
                <a:gd name="connsiteX3" fmla="*/ 888289 w 890666"/>
                <a:gd name="connsiteY3" fmla="*/ 26797 h 1637500"/>
                <a:gd name="connsiteX4" fmla="*/ 888289 w 890666"/>
                <a:gd name="connsiteY4" fmla="*/ 791428 h 1637500"/>
                <a:gd name="connsiteX5" fmla="*/ 216385 w 890666"/>
                <a:gd name="connsiteY5" fmla="*/ 1637500 h 1637500"/>
                <a:gd name="connsiteX6" fmla="*/ 26797 w 890666"/>
                <a:gd name="connsiteY6" fmla="*/ 818225 h 1637500"/>
                <a:gd name="connsiteX7" fmla="*/ 0 w 890666"/>
                <a:gd name="connsiteY7" fmla="*/ 791428 h 1637500"/>
                <a:gd name="connsiteX8" fmla="*/ 0 w 890666"/>
                <a:gd name="connsiteY8" fmla="*/ 26797 h 1637500"/>
                <a:gd name="connsiteX0" fmla="*/ 0 w 888289"/>
                <a:gd name="connsiteY0" fmla="*/ 26797 h 1637500"/>
                <a:gd name="connsiteX1" fmla="*/ 26797 w 888289"/>
                <a:gd name="connsiteY1" fmla="*/ 0 h 1637500"/>
                <a:gd name="connsiteX2" fmla="*/ 861492 w 888289"/>
                <a:gd name="connsiteY2" fmla="*/ 0 h 1637500"/>
                <a:gd name="connsiteX3" fmla="*/ 888289 w 888289"/>
                <a:gd name="connsiteY3" fmla="*/ 26797 h 1637500"/>
                <a:gd name="connsiteX4" fmla="*/ 888289 w 888289"/>
                <a:gd name="connsiteY4" fmla="*/ 791428 h 1637500"/>
                <a:gd name="connsiteX5" fmla="*/ 216385 w 888289"/>
                <a:gd name="connsiteY5" fmla="*/ 1637500 h 1637500"/>
                <a:gd name="connsiteX6" fmla="*/ 26797 w 888289"/>
                <a:gd name="connsiteY6" fmla="*/ 818225 h 1637500"/>
                <a:gd name="connsiteX7" fmla="*/ 0 w 888289"/>
                <a:gd name="connsiteY7" fmla="*/ 791428 h 1637500"/>
                <a:gd name="connsiteX8" fmla="*/ 0 w 888289"/>
                <a:gd name="connsiteY8" fmla="*/ 26797 h 1637500"/>
                <a:gd name="connsiteX0" fmla="*/ 22776 w 911065"/>
                <a:gd name="connsiteY0" fmla="*/ 26797 h 1637500"/>
                <a:gd name="connsiteX1" fmla="*/ 49573 w 911065"/>
                <a:gd name="connsiteY1" fmla="*/ 0 h 1637500"/>
                <a:gd name="connsiteX2" fmla="*/ 884268 w 911065"/>
                <a:gd name="connsiteY2" fmla="*/ 0 h 1637500"/>
                <a:gd name="connsiteX3" fmla="*/ 911065 w 911065"/>
                <a:gd name="connsiteY3" fmla="*/ 26797 h 1637500"/>
                <a:gd name="connsiteX4" fmla="*/ 911065 w 911065"/>
                <a:gd name="connsiteY4" fmla="*/ 791428 h 1637500"/>
                <a:gd name="connsiteX5" fmla="*/ 239161 w 911065"/>
                <a:gd name="connsiteY5" fmla="*/ 1637500 h 1637500"/>
                <a:gd name="connsiteX6" fmla="*/ 3746 w 911065"/>
                <a:gd name="connsiteY6" fmla="*/ 1281571 h 1637500"/>
                <a:gd name="connsiteX7" fmla="*/ 22776 w 911065"/>
                <a:gd name="connsiteY7" fmla="*/ 791428 h 1637500"/>
                <a:gd name="connsiteX8" fmla="*/ 22776 w 911065"/>
                <a:gd name="connsiteY8" fmla="*/ 26797 h 1637500"/>
                <a:gd name="connsiteX0" fmla="*/ 25857 w 914146"/>
                <a:gd name="connsiteY0" fmla="*/ 26797 h 1637500"/>
                <a:gd name="connsiteX1" fmla="*/ 52654 w 914146"/>
                <a:gd name="connsiteY1" fmla="*/ 0 h 1637500"/>
                <a:gd name="connsiteX2" fmla="*/ 887349 w 914146"/>
                <a:gd name="connsiteY2" fmla="*/ 0 h 1637500"/>
                <a:gd name="connsiteX3" fmla="*/ 914146 w 914146"/>
                <a:gd name="connsiteY3" fmla="*/ 26797 h 1637500"/>
                <a:gd name="connsiteX4" fmla="*/ 914146 w 914146"/>
                <a:gd name="connsiteY4" fmla="*/ 791428 h 1637500"/>
                <a:gd name="connsiteX5" fmla="*/ 242242 w 914146"/>
                <a:gd name="connsiteY5" fmla="*/ 1637500 h 1637500"/>
                <a:gd name="connsiteX6" fmla="*/ 6827 w 914146"/>
                <a:gd name="connsiteY6" fmla="*/ 1281571 h 1637500"/>
                <a:gd name="connsiteX7" fmla="*/ 25857 w 914146"/>
                <a:gd name="connsiteY7" fmla="*/ 791428 h 1637500"/>
                <a:gd name="connsiteX8" fmla="*/ 25857 w 914146"/>
                <a:gd name="connsiteY8" fmla="*/ 26797 h 1637500"/>
                <a:gd name="connsiteX0" fmla="*/ 28617 w 916906"/>
                <a:gd name="connsiteY0" fmla="*/ 26797 h 1637169"/>
                <a:gd name="connsiteX1" fmla="*/ 55414 w 916906"/>
                <a:gd name="connsiteY1" fmla="*/ 0 h 1637169"/>
                <a:gd name="connsiteX2" fmla="*/ 890109 w 916906"/>
                <a:gd name="connsiteY2" fmla="*/ 0 h 1637169"/>
                <a:gd name="connsiteX3" fmla="*/ 916906 w 916906"/>
                <a:gd name="connsiteY3" fmla="*/ 26797 h 1637169"/>
                <a:gd name="connsiteX4" fmla="*/ 916906 w 916906"/>
                <a:gd name="connsiteY4" fmla="*/ 791428 h 1637169"/>
                <a:gd name="connsiteX5" fmla="*/ 230335 w 916906"/>
                <a:gd name="connsiteY5" fmla="*/ 1637169 h 1637169"/>
                <a:gd name="connsiteX6" fmla="*/ 9587 w 916906"/>
                <a:gd name="connsiteY6" fmla="*/ 1281571 h 1637169"/>
                <a:gd name="connsiteX7" fmla="*/ 28617 w 916906"/>
                <a:gd name="connsiteY7" fmla="*/ 791428 h 1637169"/>
                <a:gd name="connsiteX8" fmla="*/ 28617 w 916906"/>
                <a:gd name="connsiteY8" fmla="*/ 26797 h 1637169"/>
                <a:gd name="connsiteX0" fmla="*/ 22777 w 911066"/>
                <a:gd name="connsiteY0" fmla="*/ 26797 h 1637169"/>
                <a:gd name="connsiteX1" fmla="*/ 49574 w 911066"/>
                <a:gd name="connsiteY1" fmla="*/ 0 h 1637169"/>
                <a:gd name="connsiteX2" fmla="*/ 884269 w 911066"/>
                <a:gd name="connsiteY2" fmla="*/ 0 h 1637169"/>
                <a:gd name="connsiteX3" fmla="*/ 911066 w 911066"/>
                <a:gd name="connsiteY3" fmla="*/ 26797 h 1637169"/>
                <a:gd name="connsiteX4" fmla="*/ 911066 w 911066"/>
                <a:gd name="connsiteY4" fmla="*/ 791428 h 1637169"/>
                <a:gd name="connsiteX5" fmla="*/ 224495 w 911066"/>
                <a:gd name="connsiteY5" fmla="*/ 1637169 h 1637169"/>
                <a:gd name="connsiteX6" fmla="*/ 3747 w 911066"/>
                <a:gd name="connsiteY6" fmla="*/ 1281571 h 1637169"/>
                <a:gd name="connsiteX7" fmla="*/ 22777 w 911066"/>
                <a:gd name="connsiteY7" fmla="*/ 791428 h 1637169"/>
                <a:gd name="connsiteX8" fmla="*/ 22777 w 911066"/>
                <a:gd name="connsiteY8" fmla="*/ 26797 h 1637169"/>
                <a:gd name="connsiteX0" fmla="*/ 21009 w 909298"/>
                <a:gd name="connsiteY0" fmla="*/ 26797 h 1637169"/>
                <a:gd name="connsiteX1" fmla="*/ 47806 w 909298"/>
                <a:gd name="connsiteY1" fmla="*/ 0 h 1637169"/>
                <a:gd name="connsiteX2" fmla="*/ 882501 w 909298"/>
                <a:gd name="connsiteY2" fmla="*/ 0 h 1637169"/>
                <a:gd name="connsiteX3" fmla="*/ 909298 w 909298"/>
                <a:gd name="connsiteY3" fmla="*/ 26797 h 1637169"/>
                <a:gd name="connsiteX4" fmla="*/ 909298 w 909298"/>
                <a:gd name="connsiteY4" fmla="*/ 791428 h 1637169"/>
                <a:gd name="connsiteX5" fmla="*/ 222727 w 909298"/>
                <a:gd name="connsiteY5" fmla="*/ 1637169 h 1637169"/>
                <a:gd name="connsiteX6" fmla="*/ 1979 w 909298"/>
                <a:gd name="connsiteY6" fmla="*/ 1281571 h 1637169"/>
                <a:gd name="connsiteX7" fmla="*/ 438268 w 909298"/>
                <a:gd name="connsiteY7" fmla="*/ 867118 h 1637169"/>
                <a:gd name="connsiteX8" fmla="*/ 21009 w 909298"/>
                <a:gd name="connsiteY8" fmla="*/ 791428 h 1637169"/>
                <a:gd name="connsiteX9" fmla="*/ 21009 w 909298"/>
                <a:gd name="connsiteY9" fmla="*/ 26797 h 1637169"/>
                <a:gd name="connsiteX0" fmla="*/ 19630 w 907919"/>
                <a:gd name="connsiteY0" fmla="*/ 26797 h 1637169"/>
                <a:gd name="connsiteX1" fmla="*/ 46427 w 907919"/>
                <a:gd name="connsiteY1" fmla="*/ 0 h 1637169"/>
                <a:gd name="connsiteX2" fmla="*/ 881122 w 907919"/>
                <a:gd name="connsiteY2" fmla="*/ 0 h 1637169"/>
                <a:gd name="connsiteX3" fmla="*/ 907919 w 907919"/>
                <a:gd name="connsiteY3" fmla="*/ 26797 h 1637169"/>
                <a:gd name="connsiteX4" fmla="*/ 907919 w 907919"/>
                <a:gd name="connsiteY4" fmla="*/ 791428 h 1637169"/>
                <a:gd name="connsiteX5" fmla="*/ 221348 w 907919"/>
                <a:gd name="connsiteY5" fmla="*/ 1637169 h 1637169"/>
                <a:gd name="connsiteX6" fmla="*/ 600 w 907919"/>
                <a:gd name="connsiteY6" fmla="*/ 1281571 h 1637169"/>
                <a:gd name="connsiteX7" fmla="*/ 436889 w 907919"/>
                <a:gd name="connsiteY7" fmla="*/ 867118 h 1637169"/>
                <a:gd name="connsiteX8" fmla="*/ 19630 w 907919"/>
                <a:gd name="connsiteY8" fmla="*/ 791428 h 1637169"/>
                <a:gd name="connsiteX9" fmla="*/ 19630 w 907919"/>
                <a:gd name="connsiteY9" fmla="*/ 26797 h 1637169"/>
                <a:gd name="connsiteX0" fmla="*/ 11 w 888300"/>
                <a:gd name="connsiteY0" fmla="*/ 26797 h 1637352"/>
                <a:gd name="connsiteX1" fmla="*/ 26808 w 888300"/>
                <a:gd name="connsiteY1" fmla="*/ 0 h 1637352"/>
                <a:gd name="connsiteX2" fmla="*/ 861503 w 888300"/>
                <a:gd name="connsiteY2" fmla="*/ 0 h 1637352"/>
                <a:gd name="connsiteX3" fmla="*/ 888300 w 888300"/>
                <a:gd name="connsiteY3" fmla="*/ 26797 h 1637352"/>
                <a:gd name="connsiteX4" fmla="*/ 888300 w 888300"/>
                <a:gd name="connsiteY4" fmla="*/ 791428 h 1637352"/>
                <a:gd name="connsiteX5" fmla="*/ 201729 w 888300"/>
                <a:gd name="connsiteY5" fmla="*/ 1637169 h 1637352"/>
                <a:gd name="connsiteX6" fmla="*/ 417270 w 888300"/>
                <a:gd name="connsiteY6" fmla="*/ 867118 h 1637352"/>
                <a:gd name="connsiteX7" fmla="*/ 11 w 888300"/>
                <a:gd name="connsiteY7" fmla="*/ 791428 h 1637352"/>
                <a:gd name="connsiteX8" fmla="*/ 11 w 888300"/>
                <a:gd name="connsiteY8" fmla="*/ 26797 h 1637352"/>
                <a:gd name="connsiteX0" fmla="*/ 7446 w 895735"/>
                <a:gd name="connsiteY0" fmla="*/ 26797 h 1650894"/>
                <a:gd name="connsiteX1" fmla="*/ 34243 w 895735"/>
                <a:gd name="connsiteY1" fmla="*/ 0 h 1650894"/>
                <a:gd name="connsiteX2" fmla="*/ 868938 w 895735"/>
                <a:gd name="connsiteY2" fmla="*/ 0 h 1650894"/>
                <a:gd name="connsiteX3" fmla="*/ 895735 w 895735"/>
                <a:gd name="connsiteY3" fmla="*/ 26797 h 1650894"/>
                <a:gd name="connsiteX4" fmla="*/ 895735 w 895735"/>
                <a:gd name="connsiteY4" fmla="*/ 791428 h 1650894"/>
                <a:gd name="connsiteX5" fmla="*/ 209164 w 895735"/>
                <a:gd name="connsiteY5" fmla="*/ 1637169 h 1650894"/>
                <a:gd name="connsiteX6" fmla="*/ 5740 w 895735"/>
                <a:gd name="connsiteY6" fmla="*/ 1265089 h 1650894"/>
                <a:gd name="connsiteX7" fmla="*/ 424705 w 895735"/>
                <a:gd name="connsiteY7" fmla="*/ 867118 h 1650894"/>
                <a:gd name="connsiteX8" fmla="*/ 7446 w 895735"/>
                <a:gd name="connsiteY8" fmla="*/ 791428 h 1650894"/>
                <a:gd name="connsiteX9" fmla="*/ 7446 w 895735"/>
                <a:gd name="connsiteY9" fmla="*/ 26797 h 1650894"/>
                <a:gd name="connsiteX0" fmla="*/ 1706 w 889995"/>
                <a:gd name="connsiteY0" fmla="*/ 26797 h 1650483"/>
                <a:gd name="connsiteX1" fmla="*/ 28503 w 889995"/>
                <a:gd name="connsiteY1" fmla="*/ 0 h 1650483"/>
                <a:gd name="connsiteX2" fmla="*/ 863198 w 889995"/>
                <a:gd name="connsiteY2" fmla="*/ 0 h 1650483"/>
                <a:gd name="connsiteX3" fmla="*/ 889995 w 889995"/>
                <a:gd name="connsiteY3" fmla="*/ 26797 h 1650483"/>
                <a:gd name="connsiteX4" fmla="*/ 889995 w 889995"/>
                <a:gd name="connsiteY4" fmla="*/ 791428 h 1650483"/>
                <a:gd name="connsiteX5" fmla="*/ 203424 w 889995"/>
                <a:gd name="connsiteY5" fmla="*/ 1637169 h 1650483"/>
                <a:gd name="connsiteX6" fmla="*/ 0 w 889995"/>
                <a:gd name="connsiteY6" fmla="*/ 1265089 h 1650483"/>
                <a:gd name="connsiteX7" fmla="*/ 418965 w 889995"/>
                <a:gd name="connsiteY7" fmla="*/ 867118 h 1650483"/>
                <a:gd name="connsiteX8" fmla="*/ 1706 w 889995"/>
                <a:gd name="connsiteY8" fmla="*/ 791428 h 1650483"/>
                <a:gd name="connsiteX9" fmla="*/ 1706 w 889995"/>
                <a:gd name="connsiteY9" fmla="*/ 26797 h 1650483"/>
                <a:gd name="connsiteX0" fmla="*/ 1706 w 889995"/>
                <a:gd name="connsiteY0" fmla="*/ 26797 h 1637169"/>
                <a:gd name="connsiteX1" fmla="*/ 28503 w 889995"/>
                <a:gd name="connsiteY1" fmla="*/ 0 h 1637169"/>
                <a:gd name="connsiteX2" fmla="*/ 863198 w 889995"/>
                <a:gd name="connsiteY2" fmla="*/ 0 h 1637169"/>
                <a:gd name="connsiteX3" fmla="*/ 889995 w 889995"/>
                <a:gd name="connsiteY3" fmla="*/ 26797 h 1637169"/>
                <a:gd name="connsiteX4" fmla="*/ 889995 w 889995"/>
                <a:gd name="connsiteY4" fmla="*/ 791428 h 1637169"/>
                <a:gd name="connsiteX5" fmla="*/ 203424 w 889995"/>
                <a:gd name="connsiteY5" fmla="*/ 1637169 h 1637169"/>
                <a:gd name="connsiteX6" fmla="*/ 0 w 889995"/>
                <a:gd name="connsiteY6" fmla="*/ 1265089 h 1637169"/>
                <a:gd name="connsiteX7" fmla="*/ 418965 w 889995"/>
                <a:gd name="connsiteY7" fmla="*/ 867118 h 1637169"/>
                <a:gd name="connsiteX8" fmla="*/ 1706 w 889995"/>
                <a:gd name="connsiteY8" fmla="*/ 791428 h 1637169"/>
                <a:gd name="connsiteX9" fmla="*/ 1706 w 889995"/>
                <a:gd name="connsiteY9" fmla="*/ 26797 h 1637169"/>
                <a:gd name="connsiteX0" fmla="*/ 1706 w 889995"/>
                <a:gd name="connsiteY0" fmla="*/ 26797 h 1637169"/>
                <a:gd name="connsiteX1" fmla="*/ 28503 w 889995"/>
                <a:gd name="connsiteY1" fmla="*/ 0 h 1637169"/>
                <a:gd name="connsiteX2" fmla="*/ 863198 w 889995"/>
                <a:gd name="connsiteY2" fmla="*/ 0 h 1637169"/>
                <a:gd name="connsiteX3" fmla="*/ 889995 w 889995"/>
                <a:gd name="connsiteY3" fmla="*/ 26797 h 1637169"/>
                <a:gd name="connsiteX4" fmla="*/ 889995 w 889995"/>
                <a:gd name="connsiteY4" fmla="*/ 791428 h 1637169"/>
                <a:gd name="connsiteX5" fmla="*/ 203424 w 889995"/>
                <a:gd name="connsiteY5" fmla="*/ 1637169 h 1637169"/>
                <a:gd name="connsiteX6" fmla="*/ 0 w 889995"/>
                <a:gd name="connsiteY6" fmla="*/ 1265089 h 1637169"/>
                <a:gd name="connsiteX7" fmla="*/ 418965 w 889995"/>
                <a:gd name="connsiteY7" fmla="*/ 867118 h 1637169"/>
                <a:gd name="connsiteX8" fmla="*/ 1706 w 889995"/>
                <a:gd name="connsiteY8" fmla="*/ 791428 h 1637169"/>
                <a:gd name="connsiteX9" fmla="*/ 1706 w 889995"/>
                <a:gd name="connsiteY9" fmla="*/ 26797 h 1637169"/>
                <a:gd name="connsiteX0" fmla="*/ 1706 w 889995"/>
                <a:gd name="connsiteY0" fmla="*/ 26797 h 1637169"/>
                <a:gd name="connsiteX1" fmla="*/ 28503 w 889995"/>
                <a:gd name="connsiteY1" fmla="*/ 0 h 1637169"/>
                <a:gd name="connsiteX2" fmla="*/ 863198 w 889995"/>
                <a:gd name="connsiteY2" fmla="*/ 0 h 1637169"/>
                <a:gd name="connsiteX3" fmla="*/ 889995 w 889995"/>
                <a:gd name="connsiteY3" fmla="*/ 26797 h 1637169"/>
                <a:gd name="connsiteX4" fmla="*/ 889995 w 889995"/>
                <a:gd name="connsiteY4" fmla="*/ 791428 h 1637169"/>
                <a:gd name="connsiteX5" fmla="*/ 203424 w 889995"/>
                <a:gd name="connsiteY5" fmla="*/ 1637169 h 1637169"/>
                <a:gd name="connsiteX6" fmla="*/ 0 w 889995"/>
                <a:gd name="connsiteY6" fmla="*/ 1265089 h 1637169"/>
                <a:gd name="connsiteX7" fmla="*/ 418965 w 889995"/>
                <a:gd name="connsiteY7" fmla="*/ 867118 h 1637169"/>
                <a:gd name="connsiteX8" fmla="*/ 1706 w 889995"/>
                <a:gd name="connsiteY8" fmla="*/ 791428 h 1637169"/>
                <a:gd name="connsiteX9" fmla="*/ 1706 w 889995"/>
                <a:gd name="connsiteY9" fmla="*/ 26797 h 1637169"/>
                <a:gd name="connsiteX0" fmla="*/ 1706 w 889995"/>
                <a:gd name="connsiteY0" fmla="*/ 26797 h 1637169"/>
                <a:gd name="connsiteX1" fmla="*/ 28503 w 889995"/>
                <a:gd name="connsiteY1" fmla="*/ 0 h 1637169"/>
                <a:gd name="connsiteX2" fmla="*/ 863198 w 889995"/>
                <a:gd name="connsiteY2" fmla="*/ 0 h 1637169"/>
                <a:gd name="connsiteX3" fmla="*/ 889995 w 889995"/>
                <a:gd name="connsiteY3" fmla="*/ 26797 h 1637169"/>
                <a:gd name="connsiteX4" fmla="*/ 889995 w 889995"/>
                <a:gd name="connsiteY4" fmla="*/ 791428 h 1637169"/>
                <a:gd name="connsiteX5" fmla="*/ 203424 w 889995"/>
                <a:gd name="connsiteY5" fmla="*/ 1637169 h 1637169"/>
                <a:gd name="connsiteX6" fmla="*/ 0 w 889995"/>
                <a:gd name="connsiteY6" fmla="*/ 1265089 h 1637169"/>
                <a:gd name="connsiteX7" fmla="*/ 418965 w 889995"/>
                <a:gd name="connsiteY7" fmla="*/ 867118 h 1637169"/>
                <a:gd name="connsiteX8" fmla="*/ 1706 w 889995"/>
                <a:gd name="connsiteY8" fmla="*/ 791428 h 1637169"/>
                <a:gd name="connsiteX9" fmla="*/ 1706 w 889995"/>
                <a:gd name="connsiteY9" fmla="*/ 26797 h 1637169"/>
                <a:gd name="connsiteX0" fmla="*/ 1706 w 889995"/>
                <a:gd name="connsiteY0" fmla="*/ 26797 h 1637169"/>
                <a:gd name="connsiteX1" fmla="*/ 28503 w 889995"/>
                <a:gd name="connsiteY1" fmla="*/ 0 h 1637169"/>
                <a:gd name="connsiteX2" fmla="*/ 863198 w 889995"/>
                <a:gd name="connsiteY2" fmla="*/ 0 h 1637169"/>
                <a:gd name="connsiteX3" fmla="*/ 889995 w 889995"/>
                <a:gd name="connsiteY3" fmla="*/ 26797 h 1637169"/>
                <a:gd name="connsiteX4" fmla="*/ 889995 w 889995"/>
                <a:gd name="connsiteY4" fmla="*/ 791428 h 1637169"/>
                <a:gd name="connsiteX5" fmla="*/ 203424 w 889995"/>
                <a:gd name="connsiteY5" fmla="*/ 1637169 h 1637169"/>
                <a:gd name="connsiteX6" fmla="*/ 0 w 889995"/>
                <a:gd name="connsiteY6" fmla="*/ 1265089 h 1637169"/>
                <a:gd name="connsiteX7" fmla="*/ 417744 w 889995"/>
                <a:gd name="connsiteY7" fmla="*/ 844648 h 1637169"/>
                <a:gd name="connsiteX8" fmla="*/ 1706 w 889995"/>
                <a:gd name="connsiteY8" fmla="*/ 791428 h 1637169"/>
                <a:gd name="connsiteX9" fmla="*/ 1706 w 889995"/>
                <a:gd name="connsiteY9" fmla="*/ 26797 h 1637169"/>
                <a:gd name="connsiteX0" fmla="*/ 1706 w 889995"/>
                <a:gd name="connsiteY0" fmla="*/ 26797 h 1637169"/>
                <a:gd name="connsiteX1" fmla="*/ 28503 w 889995"/>
                <a:gd name="connsiteY1" fmla="*/ 0 h 1637169"/>
                <a:gd name="connsiteX2" fmla="*/ 863198 w 889995"/>
                <a:gd name="connsiteY2" fmla="*/ 0 h 1637169"/>
                <a:gd name="connsiteX3" fmla="*/ 889995 w 889995"/>
                <a:gd name="connsiteY3" fmla="*/ 26797 h 1637169"/>
                <a:gd name="connsiteX4" fmla="*/ 889995 w 889995"/>
                <a:gd name="connsiteY4" fmla="*/ 791428 h 1637169"/>
                <a:gd name="connsiteX5" fmla="*/ 203424 w 889995"/>
                <a:gd name="connsiteY5" fmla="*/ 1637169 h 1637169"/>
                <a:gd name="connsiteX6" fmla="*/ 0 w 889995"/>
                <a:gd name="connsiteY6" fmla="*/ 1265089 h 1637169"/>
                <a:gd name="connsiteX7" fmla="*/ 417744 w 889995"/>
                <a:gd name="connsiteY7" fmla="*/ 844648 h 1637169"/>
                <a:gd name="connsiteX8" fmla="*/ 1706 w 889995"/>
                <a:gd name="connsiteY8" fmla="*/ 791428 h 1637169"/>
                <a:gd name="connsiteX9" fmla="*/ 1706 w 889995"/>
                <a:gd name="connsiteY9" fmla="*/ 26797 h 1637169"/>
                <a:gd name="connsiteX0" fmla="*/ 1706 w 889995"/>
                <a:gd name="connsiteY0" fmla="*/ 26797 h 1637169"/>
                <a:gd name="connsiteX1" fmla="*/ 28503 w 889995"/>
                <a:gd name="connsiteY1" fmla="*/ 0 h 1637169"/>
                <a:gd name="connsiteX2" fmla="*/ 863198 w 889995"/>
                <a:gd name="connsiteY2" fmla="*/ 0 h 1637169"/>
                <a:gd name="connsiteX3" fmla="*/ 889995 w 889995"/>
                <a:gd name="connsiteY3" fmla="*/ 26797 h 1637169"/>
                <a:gd name="connsiteX4" fmla="*/ 889995 w 889995"/>
                <a:gd name="connsiteY4" fmla="*/ 791428 h 1637169"/>
                <a:gd name="connsiteX5" fmla="*/ 203424 w 889995"/>
                <a:gd name="connsiteY5" fmla="*/ 1637169 h 1637169"/>
                <a:gd name="connsiteX6" fmla="*/ 0 w 889995"/>
                <a:gd name="connsiteY6" fmla="*/ 1265089 h 1637169"/>
                <a:gd name="connsiteX7" fmla="*/ 417744 w 889995"/>
                <a:gd name="connsiteY7" fmla="*/ 844648 h 1637169"/>
                <a:gd name="connsiteX8" fmla="*/ 1706 w 889995"/>
                <a:gd name="connsiteY8" fmla="*/ 791428 h 1637169"/>
                <a:gd name="connsiteX9" fmla="*/ 1706 w 889995"/>
                <a:gd name="connsiteY9" fmla="*/ 26797 h 1637169"/>
                <a:gd name="connsiteX0" fmla="*/ 1706 w 889995"/>
                <a:gd name="connsiteY0" fmla="*/ 26797 h 1637169"/>
                <a:gd name="connsiteX1" fmla="*/ 28503 w 889995"/>
                <a:gd name="connsiteY1" fmla="*/ 0 h 1637169"/>
                <a:gd name="connsiteX2" fmla="*/ 863198 w 889995"/>
                <a:gd name="connsiteY2" fmla="*/ 0 h 1637169"/>
                <a:gd name="connsiteX3" fmla="*/ 889995 w 889995"/>
                <a:gd name="connsiteY3" fmla="*/ 26797 h 1637169"/>
                <a:gd name="connsiteX4" fmla="*/ 889995 w 889995"/>
                <a:gd name="connsiteY4" fmla="*/ 791428 h 1637169"/>
                <a:gd name="connsiteX5" fmla="*/ 203424 w 889995"/>
                <a:gd name="connsiteY5" fmla="*/ 1637169 h 1637169"/>
                <a:gd name="connsiteX6" fmla="*/ 0 w 889995"/>
                <a:gd name="connsiteY6" fmla="*/ 1265089 h 1637169"/>
                <a:gd name="connsiteX7" fmla="*/ 417744 w 889995"/>
                <a:gd name="connsiteY7" fmla="*/ 844648 h 1637169"/>
                <a:gd name="connsiteX8" fmla="*/ 1706 w 889995"/>
                <a:gd name="connsiteY8" fmla="*/ 791428 h 1637169"/>
                <a:gd name="connsiteX9" fmla="*/ 1706 w 889995"/>
                <a:gd name="connsiteY9" fmla="*/ 26797 h 1637169"/>
                <a:gd name="connsiteX0" fmla="*/ 1706 w 889995"/>
                <a:gd name="connsiteY0" fmla="*/ 26797 h 1637169"/>
                <a:gd name="connsiteX1" fmla="*/ 28503 w 889995"/>
                <a:gd name="connsiteY1" fmla="*/ 0 h 1637169"/>
                <a:gd name="connsiteX2" fmla="*/ 863198 w 889995"/>
                <a:gd name="connsiteY2" fmla="*/ 0 h 1637169"/>
                <a:gd name="connsiteX3" fmla="*/ 889995 w 889995"/>
                <a:gd name="connsiteY3" fmla="*/ 26797 h 1637169"/>
                <a:gd name="connsiteX4" fmla="*/ 889995 w 889995"/>
                <a:gd name="connsiteY4" fmla="*/ 791428 h 1637169"/>
                <a:gd name="connsiteX5" fmla="*/ 203424 w 889995"/>
                <a:gd name="connsiteY5" fmla="*/ 1637169 h 1637169"/>
                <a:gd name="connsiteX6" fmla="*/ 0 w 889995"/>
                <a:gd name="connsiteY6" fmla="*/ 1265089 h 1637169"/>
                <a:gd name="connsiteX7" fmla="*/ 417744 w 889995"/>
                <a:gd name="connsiteY7" fmla="*/ 844648 h 1637169"/>
                <a:gd name="connsiteX8" fmla="*/ 1706 w 889995"/>
                <a:gd name="connsiteY8" fmla="*/ 791428 h 1637169"/>
                <a:gd name="connsiteX9" fmla="*/ 1706 w 889995"/>
                <a:gd name="connsiteY9" fmla="*/ 26797 h 1637169"/>
                <a:gd name="connsiteX0" fmla="*/ 1706 w 889995"/>
                <a:gd name="connsiteY0" fmla="*/ 26797 h 1637169"/>
                <a:gd name="connsiteX1" fmla="*/ 28503 w 889995"/>
                <a:gd name="connsiteY1" fmla="*/ 0 h 1637169"/>
                <a:gd name="connsiteX2" fmla="*/ 863198 w 889995"/>
                <a:gd name="connsiteY2" fmla="*/ 0 h 1637169"/>
                <a:gd name="connsiteX3" fmla="*/ 889995 w 889995"/>
                <a:gd name="connsiteY3" fmla="*/ 26797 h 1637169"/>
                <a:gd name="connsiteX4" fmla="*/ 889995 w 889995"/>
                <a:gd name="connsiteY4" fmla="*/ 791428 h 1637169"/>
                <a:gd name="connsiteX5" fmla="*/ 203424 w 889995"/>
                <a:gd name="connsiteY5" fmla="*/ 1637169 h 1637169"/>
                <a:gd name="connsiteX6" fmla="*/ 0 w 889995"/>
                <a:gd name="connsiteY6" fmla="*/ 1265089 h 1637169"/>
                <a:gd name="connsiteX7" fmla="*/ 417744 w 889995"/>
                <a:gd name="connsiteY7" fmla="*/ 844648 h 1637169"/>
                <a:gd name="connsiteX8" fmla="*/ 1706 w 889995"/>
                <a:gd name="connsiteY8" fmla="*/ 791428 h 1637169"/>
                <a:gd name="connsiteX9" fmla="*/ 1706 w 889995"/>
                <a:gd name="connsiteY9" fmla="*/ 26797 h 1637169"/>
                <a:gd name="connsiteX0" fmla="*/ 1706 w 889995"/>
                <a:gd name="connsiteY0" fmla="*/ 26797 h 1637169"/>
                <a:gd name="connsiteX1" fmla="*/ 28503 w 889995"/>
                <a:gd name="connsiteY1" fmla="*/ 0 h 1637169"/>
                <a:gd name="connsiteX2" fmla="*/ 863198 w 889995"/>
                <a:gd name="connsiteY2" fmla="*/ 0 h 1637169"/>
                <a:gd name="connsiteX3" fmla="*/ 889995 w 889995"/>
                <a:gd name="connsiteY3" fmla="*/ 26797 h 1637169"/>
                <a:gd name="connsiteX4" fmla="*/ 889995 w 889995"/>
                <a:gd name="connsiteY4" fmla="*/ 791428 h 1637169"/>
                <a:gd name="connsiteX5" fmla="*/ 203424 w 889995"/>
                <a:gd name="connsiteY5" fmla="*/ 1637169 h 1637169"/>
                <a:gd name="connsiteX6" fmla="*/ 0 w 889995"/>
                <a:gd name="connsiteY6" fmla="*/ 1265089 h 1637169"/>
                <a:gd name="connsiteX7" fmla="*/ 417744 w 889995"/>
                <a:gd name="connsiteY7" fmla="*/ 844648 h 1637169"/>
                <a:gd name="connsiteX8" fmla="*/ 1706 w 889995"/>
                <a:gd name="connsiteY8" fmla="*/ 791428 h 1637169"/>
                <a:gd name="connsiteX9" fmla="*/ 1706 w 889995"/>
                <a:gd name="connsiteY9" fmla="*/ 26797 h 1637169"/>
                <a:gd name="connsiteX0" fmla="*/ 1706 w 889995"/>
                <a:gd name="connsiteY0" fmla="*/ 26797 h 1637169"/>
                <a:gd name="connsiteX1" fmla="*/ 28503 w 889995"/>
                <a:gd name="connsiteY1" fmla="*/ 0 h 1637169"/>
                <a:gd name="connsiteX2" fmla="*/ 863198 w 889995"/>
                <a:gd name="connsiteY2" fmla="*/ 0 h 1637169"/>
                <a:gd name="connsiteX3" fmla="*/ 889995 w 889995"/>
                <a:gd name="connsiteY3" fmla="*/ 26797 h 1637169"/>
                <a:gd name="connsiteX4" fmla="*/ 889995 w 889995"/>
                <a:gd name="connsiteY4" fmla="*/ 791428 h 1637169"/>
                <a:gd name="connsiteX5" fmla="*/ 203424 w 889995"/>
                <a:gd name="connsiteY5" fmla="*/ 1637169 h 1637169"/>
                <a:gd name="connsiteX6" fmla="*/ 0 w 889995"/>
                <a:gd name="connsiteY6" fmla="*/ 1265089 h 1637169"/>
                <a:gd name="connsiteX7" fmla="*/ 417744 w 889995"/>
                <a:gd name="connsiteY7" fmla="*/ 844648 h 1637169"/>
                <a:gd name="connsiteX8" fmla="*/ 1706 w 889995"/>
                <a:gd name="connsiteY8" fmla="*/ 791428 h 1637169"/>
                <a:gd name="connsiteX9" fmla="*/ 1706 w 889995"/>
                <a:gd name="connsiteY9" fmla="*/ 26797 h 1637169"/>
                <a:gd name="connsiteX0" fmla="*/ 1706 w 889995"/>
                <a:gd name="connsiteY0" fmla="*/ 26797 h 1637169"/>
                <a:gd name="connsiteX1" fmla="*/ 28503 w 889995"/>
                <a:gd name="connsiteY1" fmla="*/ 0 h 1637169"/>
                <a:gd name="connsiteX2" fmla="*/ 863198 w 889995"/>
                <a:gd name="connsiteY2" fmla="*/ 0 h 1637169"/>
                <a:gd name="connsiteX3" fmla="*/ 889995 w 889995"/>
                <a:gd name="connsiteY3" fmla="*/ 26797 h 1637169"/>
                <a:gd name="connsiteX4" fmla="*/ 889995 w 889995"/>
                <a:gd name="connsiteY4" fmla="*/ 791428 h 1637169"/>
                <a:gd name="connsiteX5" fmla="*/ 203424 w 889995"/>
                <a:gd name="connsiteY5" fmla="*/ 1637169 h 1637169"/>
                <a:gd name="connsiteX6" fmla="*/ 0 w 889995"/>
                <a:gd name="connsiteY6" fmla="*/ 1265089 h 1637169"/>
                <a:gd name="connsiteX7" fmla="*/ 425547 w 889995"/>
                <a:gd name="connsiteY7" fmla="*/ 843097 h 1637169"/>
                <a:gd name="connsiteX8" fmla="*/ 1706 w 889995"/>
                <a:gd name="connsiteY8" fmla="*/ 791428 h 1637169"/>
                <a:gd name="connsiteX9" fmla="*/ 1706 w 889995"/>
                <a:gd name="connsiteY9" fmla="*/ 26797 h 1637169"/>
                <a:gd name="connsiteX0" fmla="*/ 1706 w 889995"/>
                <a:gd name="connsiteY0" fmla="*/ 26797 h 1637169"/>
                <a:gd name="connsiteX1" fmla="*/ 28503 w 889995"/>
                <a:gd name="connsiteY1" fmla="*/ 0 h 1637169"/>
                <a:gd name="connsiteX2" fmla="*/ 863198 w 889995"/>
                <a:gd name="connsiteY2" fmla="*/ 0 h 1637169"/>
                <a:gd name="connsiteX3" fmla="*/ 889995 w 889995"/>
                <a:gd name="connsiteY3" fmla="*/ 26797 h 1637169"/>
                <a:gd name="connsiteX4" fmla="*/ 889995 w 889995"/>
                <a:gd name="connsiteY4" fmla="*/ 791428 h 1637169"/>
                <a:gd name="connsiteX5" fmla="*/ 203424 w 889995"/>
                <a:gd name="connsiteY5" fmla="*/ 1637169 h 1637169"/>
                <a:gd name="connsiteX6" fmla="*/ 0 w 889995"/>
                <a:gd name="connsiteY6" fmla="*/ 1265089 h 1637169"/>
                <a:gd name="connsiteX7" fmla="*/ 425547 w 889995"/>
                <a:gd name="connsiteY7" fmla="*/ 843097 h 1637169"/>
                <a:gd name="connsiteX8" fmla="*/ 1706 w 889995"/>
                <a:gd name="connsiteY8" fmla="*/ 791428 h 1637169"/>
                <a:gd name="connsiteX9" fmla="*/ 1706 w 889995"/>
                <a:gd name="connsiteY9" fmla="*/ 26797 h 1637169"/>
                <a:gd name="connsiteX0" fmla="*/ 1706 w 889995"/>
                <a:gd name="connsiteY0" fmla="*/ 26797 h 1637169"/>
                <a:gd name="connsiteX1" fmla="*/ 28503 w 889995"/>
                <a:gd name="connsiteY1" fmla="*/ 0 h 1637169"/>
                <a:gd name="connsiteX2" fmla="*/ 863198 w 889995"/>
                <a:gd name="connsiteY2" fmla="*/ 0 h 1637169"/>
                <a:gd name="connsiteX3" fmla="*/ 889995 w 889995"/>
                <a:gd name="connsiteY3" fmla="*/ 26797 h 1637169"/>
                <a:gd name="connsiteX4" fmla="*/ 889995 w 889995"/>
                <a:gd name="connsiteY4" fmla="*/ 791428 h 1637169"/>
                <a:gd name="connsiteX5" fmla="*/ 203424 w 889995"/>
                <a:gd name="connsiteY5" fmla="*/ 1637169 h 1637169"/>
                <a:gd name="connsiteX6" fmla="*/ 0 w 889995"/>
                <a:gd name="connsiteY6" fmla="*/ 1265089 h 1637169"/>
                <a:gd name="connsiteX7" fmla="*/ 425547 w 889995"/>
                <a:gd name="connsiteY7" fmla="*/ 843097 h 1637169"/>
                <a:gd name="connsiteX8" fmla="*/ 1706 w 889995"/>
                <a:gd name="connsiteY8" fmla="*/ 791428 h 1637169"/>
                <a:gd name="connsiteX9" fmla="*/ 1706 w 889995"/>
                <a:gd name="connsiteY9" fmla="*/ 26797 h 1637169"/>
                <a:gd name="connsiteX0" fmla="*/ 1706 w 889995"/>
                <a:gd name="connsiteY0" fmla="*/ 26797 h 1637169"/>
                <a:gd name="connsiteX1" fmla="*/ 28503 w 889995"/>
                <a:gd name="connsiteY1" fmla="*/ 0 h 1637169"/>
                <a:gd name="connsiteX2" fmla="*/ 863198 w 889995"/>
                <a:gd name="connsiteY2" fmla="*/ 0 h 1637169"/>
                <a:gd name="connsiteX3" fmla="*/ 889995 w 889995"/>
                <a:gd name="connsiteY3" fmla="*/ 26797 h 1637169"/>
                <a:gd name="connsiteX4" fmla="*/ 889995 w 889995"/>
                <a:gd name="connsiteY4" fmla="*/ 791428 h 1637169"/>
                <a:gd name="connsiteX5" fmla="*/ 203424 w 889995"/>
                <a:gd name="connsiteY5" fmla="*/ 1637169 h 1637169"/>
                <a:gd name="connsiteX6" fmla="*/ 0 w 889995"/>
                <a:gd name="connsiteY6" fmla="*/ 1265089 h 1637169"/>
                <a:gd name="connsiteX7" fmla="*/ 425547 w 889995"/>
                <a:gd name="connsiteY7" fmla="*/ 843097 h 1637169"/>
                <a:gd name="connsiteX8" fmla="*/ 1706 w 889995"/>
                <a:gd name="connsiteY8" fmla="*/ 791428 h 1637169"/>
                <a:gd name="connsiteX9" fmla="*/ 1706 w 889995"/>
                <a:gd name="connsiteY9" fmla="*/ 26797 h 1637169"/>
                <a:gd name="connsiteX0" fmla="*/ 1706 w 889995"/>
                <a:gd name="connsiteY0" fmla="*/ 26797 h 1637169"/>
                <a:gd name="connsiteX1" fmla="*/ 28503 w 889995"/>
                <a:gd name="connsiteY1" fmla="*/ 0 h 1637169"/>
                <a:gd name="connsiteX2" fmla="*/ 863198 w 889995"/>
                <a:gd name="connsiteY2" fmla="*/ 0 h 1637169"/>
                <a:gd name="connsiteX3" fmla="*/ 889995 w 889995"/>
                <a:gd name="connsiteY3" fmla="*/ 26797 h 1637169"/>
                <a:gd name="connsiteX4" fmla="*/ 889995 w 889995"/>
                <a:gd name="connsiteY4" fmla="*/ 791428 h 1637169"/>
                <a:gd name="connsiteX5" fmla="*/ 203424 w 889995"/>
                <a:gd name="connsiteY5" fmla="*/ 1637169 h 1637169"/>
                <a:gd name="connsiteX6" fmla="*/ 0 w 889995"/>
                <a:gd name="connsiteY6" fmla="*/ 1265089 h 1637169"/>
                <a:gd name="connsiteX7" fmla="*/ 425547 w 889995"/>
                <a:gd name="connsiteY7" fmla="*/ 843097 h 1637169"/>
                <a:gd name="connsiteX8" fmla="*/ 1706 w 889995"/>
                <a:gd name="connsiteY8" fmla="*/ 791428 h 1637169"/>
                <a:gd name="connsiteX9" fmla="*/ 1706 w 889995"/>
                <a:gd name="connsiteY9" fmla="*/ 26797 h 1637169"/>
                <a:gd name="connsiteX0" fmla="*/ 1706 w 889995"/>
                <a:gd name="connsiteY0" fmla="*/ 26797 h 1637169"/>
                <a:gd name="connsiteX1" fmla="*/ 28503 w 889995"/>
                <a:gd name="connsiteY1" fmla="*/ 0 h 1637169"/>
                <a:gd name="connsiteX2" fmla="*/ 863198 w 889995"/>
                <a:gd name="connsiteY2" fmla="*/ 0 h 1637169"/>
                <a:gd name="connsiteX3" fmla="*/ 889995 w 889995"/>
                <a:gd name="connsiteY3" fmla="*/ 26797 h 1637169"/>
                <a:gd name="connsiteX4" fmla="*/ 889995 w 889995"/>
                <a:gd name="connsiteY4" fmla="*/ 791428 h 1637169"/>
                <a:gd name="connsiteX5" fmla="*/ 203424 w 889995"/>
                <a:gd name="connsiteY5" fmla="*/ 1637169 h 1637169"/>
                <a:gd name="connsiteX6" fmla="*/ 0 w 889995"/>
                <a:gd name="connsiteY6" fmla="*/ 1265089 h 1637169"/>
                <a:gd name="connsiteX7" fmla="*/ 425547 w 889995"/>
                <a:gd name="connsiteY7" fmla="*/ 843097 h 1637169"/>
                <a:gd name="connsiteX8" fmla="*/ 1706 w 889995"/>
                <a:gd name="connsiteY8" fmla="*/ 791428 h 1637169"/>
                <a:gd name="connsiteX9" fmla="*/ 1706 w 889995"/>
                <a:gd name="connsiteY9" fmla="*/ 26797 h 1637169"/>
                <a:gd name="connsiteX0" fmla="*/ 1706 w 889995"/>
                <a:gd name="connsiteY0" fmla="*/ 29683 h 1640055"/>
                <a:gd name="connsiteX1" fmla="*/ 28503 w 889995"/>
                <a:gd name="connsiteY1" fmla="*/ 2886 h 1640055"/>
                <a:gd name="connsiteX2" fmla="*/ 863163 w 889995"/>
                <a:gd name="connsiteY2" fmla="*/ 0 h 1640055"/>
                <a:gd name="connsiteX3" fmla="*/ 889995 w 889995"/>
                <a:gd name="connsiteY3" fmla="*/ 29683 h 1640055"/>
                <a:gd name="connsiteX4" fmla="*/ 889995 w 889995"/>
                <a:gd name="connsiteY4" fmla="*/ 794314 h 1640055"/>
                <a:gd name="connsiteX5" fmla="*/ 203424 w 889995"/>
                <a:gd name="connsiteY5" fmla="*/ 1640055 h 1640055"/>
                <a:gd name="connsiteX6" fmla="*/ 0 w 889995"/>
                <a:gd name="connsiteY6" fmla="*/ 1267975 h 1640055"/>
                <a:gd name="connsiteX7" fmla="*/ 425547 w 889995"/>
                <a:gd name="connsiteY7" fmla="*/ 845983 h 1640055"/>
                <a:gd name="connsiteX8" fmla="*/ 1706 w 889995"/>
                <a:gd name="connsiteY8" fmla="*/ 794314 h 1640055"/>
                <a:gd name="connsiteX9" fmla="*/ 1706 w 889995"/>
                <a:gd name="connsiteY9" fmla="*/ 29683 h 1640055"/>
                <a:gd name="connsiteX0" fmla="*/ 1706 w 889995"/>
                <a:gd name="connsiteY0" fmla="*/ 35487 h 1645859"/>
                <a:gd name="connsiteX1" fmla="*/ 28503 w 889995"/>
                <a:gd name="connsiteY1" fmla="*/ 8690 h 1645859"/>
                <a:gd name="connsiteX2" fmla="*/ 865980 w 889995"/>
                <a:gd name="connsiteY2" fmla="*/ 0 h 1645859"/>
                <a:gd name="connsiteX3" fmla="*/ 889995 w 889995"/>
                <a:gd name="connsiteY3" fmla="*/ 35487 h 1645859"/>
                <a:gd name="connsiteX4" fmla="*/ 889995 w 889995"/>
                <a:gd name="connsiteY4" fmla="*/ 800118 h 1645859"/>
                <a:gd name="connsiteX5" fmla="*/ 203424 w 889995"/>
                <a:gd name="connsiteY5" fmla="*/ 1645859 h 1645859"/>
                <a:gd name="connsiteX6" fmla="*/ 0 w 889995"/>
                <a:gd name="connsiteY6" fmla="*/ 1273779 h 1645859"/>
                <a:gd name="connsiteX7" fmla="*/ 425547 w 889995"/>
                <a:gd name="connsiteY7" fmla="*/ 851787 h 1645859"/>
                <a:gd name="connsiteX8" fmla="*/ 1706 w 889995"/>
                <a:gd name="connsiteY8" fmla="*/ 800118 h 1645859"/>
                <a:gd name="connsiteX9" fmla="*/ 1706 w 889995"/>
                <a:gd name="connsiteY9" fmla="*/ 35487 h 1645859"/>
                <a:gd name="connsiteX0" fmla="*/ 1706 w 889995"/>
                <a:gd name="connsiteY0" fmla="*/ 39664 h 1650036"/>
                <a:gd name="connsiteX1" fmla="*/ 28503 w 889995"/>
                <a:gd name="connsiteY1" fmla="*/ 12867 h 1650036"/>
                <a:gd name="connsiteX2" fmla="*/ 865930 w 889995"/>
                <a:gd name="connsiteY2" fmla="*/ 0 h 1650036"/>
                <a:gd name="connsiteX3" fmla="*/ 889995 w 889995"/>
                <a:gd name="connsiteY3" fmla="*/ 39664 h 1650036"/>
                <a:gd name="connsiteX4" fmla="*/ 889995 w 889995"/>
                <a:gd name="connsiteY4" fmla="*/ 804295 h 1650036"/>
                <a:gd name="connsiteX5" fmla="*/ 203424 w 889995"/>
                <a:gd name="connsiteY5" fmla="*/ 1650036 h 1650036"/>
                <a:gd name="connsiteX6" fmla="*/ 0 w 889995"/>
                <a:gd name="connsiteY6" fmla="*/ 1277956 h 1650036"/>
                <a:gd name="connsiteX7" fmla="*/ 425547 w 889995"/>
                <a:gd name="connsiteY7" fmla="*/ 855964 h 1650036"/>
                <a:gd name="connsiteX8" fmla="*/ 1706 w 889995"/>
                <a:gd name="connsiteY8" fmla="*/ 804295 h 1650036"/>
                <a:gd name="connsiteX9" fmla="*/ 1706 w 889995"/>
                <a:gd name="connsiteY9" fmla="*/ 39664 h 1650036"/>
                <a:gd name="connsiteX0" fmla="*/ 1706 w 889995"/>
                <a:gd name="connsiteY0" fmla="*/ 37452 h 1647824"/>
                <a:gd name="connsiteX1" fmla="*/ 28503 w 889995"/>
                <a:gd name="connsiteY1" fmla="*/ 10655 h 1647824"/>
                <a:gd name="connsiteX2" fmla="*/ 855515 w 889995"/>
                <a:gd name="connsiteY2" fmla="*/ 0 h 1647824"/>
                <a:gd name="connsiteX3" fmla="*/ 889995 w 889995"/>
                <a:gd name="connsiteY3" fmla="*/ 37452 h 1647824"/>
                <a:gd name="connsiteX4" fmla="*/ 889995 w 889995"/>
                <a:gd name="connsiteY4" fmla="*/ 802083 h 1647824"/>
                <a:gd name="connsiteX5" fmla="*/ 203424 w 889995"/>
                <a:gd name="connsiteY5" fmla="*/ 1647824 h 1647824"/>
                <a:gd name="connsiteX6" fmla="*/ 0 w 889995"/>
                <a:gd name="connsiteY6" fmla="*/ 1275744 h 1647824"/>
                <a:gd name="connsiteX7" fmla="*/ 425547 w 889995"/>
                <a:gd name="connsiteY7" fmla="*/ 853752 h 1647824"/>
                <a:gd name="connsiteX8" fmla="*/ 1706 w 889995"/>
                <a:gd name="connsiteY8" fmla="*/ 802083 h 1647824"/>
                <a:gd name="connsiteX9" fmla="*/ 1706 w 889995"/>
                <a:gd name="connsiteY9" fmla="*/ 37452 h 1647824"/>
                <a:gd name="connsiteX0" fmla="*/ 1706 w 889995"/>
                <a:gd name="connsiteY0" fmla="*/ 37452 h 1647824"/>
                <a:gd name="connsiteX1" fmla="*/ 28503 w 889995"/>
                <a:gd name="connsiteY1" fmla="*/ 10655 h 1647824"/>
                <a:gd name="connsiteX2" fmla="*/ 855515 w 889995"/>
                <a:gd name="connsiteY2" fmla="*/ 0 h 1647824"/>
                <a:gd name="connsiteX3" fmla="*/ 889995 w 889995"/>
                <a:gd name="connsiteY3" fmla="*/ 37452 h 1647824"/>
                <a:gd name="connsiteX4" fmla="*/ 889995 w 889995"/>
                <a:gd name="connsiteY4" fmla="*/ 802083 h 1647824"/>
                <a:gd name="connsiteX5" fmla="*/ 203424 w 889995"/>
                <a:gd name="connsiteY5" fmla="*/ 1647824 h 1647824"/>
                <a:gd name="connsiteX6" fmla="*/ 0 w 889995"/>
                <a:gd name="connsiteY6" fmla="*/ 1275744 h 1647824"/>
                <a:gd name="connsiteX7" fmla="*/ 425547 w 889995"/>
                <a:gd name="connsiteY7" fmla="*/ 853752 h 1647824"/>
                <a:gd name="connsiteX8" fmla="*/ 4305 w 889995"/>
                <a:gd name="connsiteY8" fmla="*/ 802052 h 1647824"/>
                <a:gd name="connsiteX9" fmla="*/ 1706 w 889995"/>
                <a:gd name="connsiteY9" fmla="*/ 37452 h 1647824"/>
                <a:gd name="connsiteX0" fmla="*/ 1706 w 889995"/>
                <a:gd name="connsiteY0" fmla="*/ 37452 h 1647824"/>
                <a:gd name="connsiteX1" fmla="*/ 28503 w 889995"/>
                <a:gd name="connsiteY1" fmla="*/ 10655 h 1647824"/>
                <a:gd name="connsiteX2" fmla="*/ 855515 w 889995"/>
                <a:gd name="connsiteY2" fmla="*/ 0 h 1647824"/>
                <a:gd name="connsiteX3" fmla="*/ 889995 w 889995"/>
                <a:gd name="connsiteY3" fmla="*/ 37452 h 1647824"/>
                <a:gd name="connsiteX4" fmla="*/ 889995 w 889995"/>
                <a:gd name="connsiteY4" fmla="*/ 802083 h 1647824"/>
                <a:gd name="connsiteX5" fmla="*/ 203424 w 889995"/>
                <a:gd name="connsiteY5" fmla="*/ 1647824 h 1647824"/>
                <a:gd name="connsiteX6" fmla="*/ 0 w 889995"/>
                <a:gd name="connsiteY6" fmla="*/ 1275744 h 1647824"/>
                <a:gd name="connsiteX7" fmla="*/ 425547 w 889995"/>
                <a:gd name="connsiteY7" fmla="*/ 853752 h 1647824"/>
                <a:gd name="connsiteX8" fmla="*/ 8657 w 889995"/>
                <a:gd name="connsiteY8" fmla="*/ 803733 h 1647824"/>
                <a:gd name="connsiteX9" fmla="*/ 1706 w 889995"/>
                <a:gd name="connsiteY9" fmla="*/ 37452 h 1647824"/>
                <a:gd name="connsiteX0" fmla="*/ 1706 w 889995"/>
                <a:gd name="connsiteY0" fmla="*/ 37452 h 1647824"/>
                <a:gd name="connsiteX1" fmla="*/ 28503 w 889995"/>
                <a:gd name="connsiteY1" fmla="*/ 10655 h 1647824"/>
                <a:gd name="connsiteX2" fmla="*/ 855515 w 889995"/>
                <a:gd name="connsiteY2" fmla="*/ 0 h 1647824"/>
                <a:gd name="connsiteX3" fmla="*/ 889995 w 889995"/>
                <a:gd name="connsiteY3" fmla="*/ 37452 h 1647824"/>
                <a:gd name="connsiteX4" fmla="*/ 889995 w 889995"/>
                <a:gd name="connsiteY4" fmla="*/ 802083 h 1647824"/>
                <a:gd name="connsiteX5" fmla="*/ 203424 w 889995"/>
                <a:gd name="connsiteY5" fmla="*/ 1647824 h 1647824"/>
                <a:gd name="connsiteX6" fmla="*/ 0 w 889995"/>
                <a:gd name="connsiteY6" fmla="*/ 1275744 h 1647824"/>
                <a:gd name="connsiteX7" fmla="*/ 425547 w 889995"/>
                <a:gd name="connsiteY7" fmla="*/ 853752 h 1647824"/>
                <a:gd name="connsiteX8" fmla="*/ 11256 w 889995"/>
                <a:gd name="connsiteY8" fmla="*/ 803702 h 1647824"/>
                <a:gd name="connsiteX9" fmla="*/ 1706 w 889995"/>
                <a:gd name="connsiteY9" fmla="*/ 37452 h 1647824"/>
                <a:gd name="connsiteX0" fmla="*/ 1706 w 889995"/>
                <a:gd name="connsiteY0" fmla="*/ 37452 h 1647824"/>
                <a:gd name="connsiteX1" fmla="*/ 28503 w 889995"/>
                <a:gd name="connsiteY1" fmla="*/ 10655 h 1647824"/>
                <a:gd name="connsiteX2" fmla="*/ 855515 w 889995"/>
                <a:gd name="connsiteY2" fmla="*/ 0 h 1647824"/>
                <a:gd name="connsiteX3" fmla="*/ 889995 w 889995"/>
                <a:gd name="connsiteY3" fmla="*/ 37452 h 1647824"/>
                <a:gd name="connsiteX4" fmla="*/ 889995 w 889995"/>
                <a:gd name="connsiteY4" fmla="*/ 802083 h 1647824"/>
                <a:gd name="connsiteX5" fmla="*/ 203424 w 889995"/>
                <a:gd name="connsiteY5" fmla="*/ 1647824 h 1647824"/>
                <a:gd name="connsiteX6" fmla="*/ 0 w 889995"/>
                <a:gd name="connsiteY6" fmla="*/ 1275744 h 1647824"/>
                <a:gd name="connsiteX7" fmla="*/ 425547 w 889995"/>
                <a:gd name="connsiteY7" fmla="*/ 853752 h 1647824"/>
                <a:gd name="connsiteX8" fmla="*/ 6904 w 889995"/>
                <a:gd name="connsiteY8" fmla="*/ 802021 h 1647824"/>
                <a:gd name="connsiteX9" fmla="*/ 1706 w 889995"/>
                <a:gd name="connsiteY9" fmla="*/ 37452 h 1647824"/>
                <a:gd name="connsiteX0" fmla="*/ 0 w 890888"/>
                <a:gd name="connsiteY0" fmla="*/ 37483 h 1647824"/>
                <a:gd name="connsiteX1" fmla="*/ 29396 w 890888"/>
                <a:gd name="connsiteY1" fmla="*/ 10655 h 1647824"/>
                <a:gd name="connsiteX2" fmla="*/ 856408 w 890888"/>
                <a:gd name="connsiteY2" fmla="*/ 0 h 1647824"/>
                <a:gd name="connsiteX3" fmla="*/ 890888 w 890888"/>
                <a:gd name="connsiteY3" fmla="*/ 37452 h 1647824"/>
                <a:gd name="connsiteX4" fmla="*/ 890888 w 890888"/>
                <a:gd name="connsiteY4" fmla="*/ 802083 h 1647824"/>
                <a:gd name="connsiteX5" fmla="*/ 204317 w 890888"/>
                <a:gd name="connsiteY5" fmla="*/ 1647824 h 1647824"/>
                <a:gd name="connsiteX6" fmla="*/ 893 w 890888"/>
                <a:gd name="connsiteY6" fmla="*/ 1275744 h 1647824"/>
                <a:gd name="connsiteX7" fmla="*/ 426440 w 890888"/>
                <a:gd name="connsiteY7" fmla="*/ 853752 h 1647824"/>
                <a:gd name="connsiteX8" fmla="*/ 7797 w 890888"/>
                <a:gd name="connsiteY8" fmla="*/ 802021 h 1647824"/>
                <a:gd name="connsiteX9" fmla="*/ 0 w 890888"/>
                <a:gd name="connsiteY9" fmla="*/ 37483 h 1647824"/>
                <a:gd name="connsiteX0" fmla="*/ 0 w 892631"/>
                <a:gd name="connsiteY0" fmla="*/ 36637 h 1647824"/>
                <a:gd name="connsiteX1" fmla="*/ 31139 w 892631"/>
                <a:gd name="connsiteY1" fmla="*/ 10655 h 1647824"/>
                <a:gd name="connsiteX2" fmla="*/ 858151 w 892631"/>
                <a:gd name="connsiteY2" fmla="*/ 0 h 1647824"/>
                <a:gd name="connsiteX3" fmla="*/ 892631 w 892631"/>
                <a:gd name="connsiteY3" fmla="*/ 37452 h 1647824"/>
                <a:gd name="connsiteX4" fmla="*/ 892631 w 892631"/>
                <a:gd name="connsiteY4" fmla="*/ 802083 h 1647824"/>
                <a:gd name="connsiteX5" fmla="*/ 206060 w 892631"/>
                <a:gd name="connsiteY5" fmla="*/ 1647824 h 1647824"/>
                <a:gd name="connsiteX6" fmla="*/ 2636 w 892631"/>
                <a:gd name="connsiteY6" fmla="*/ 1275744 h 1647824"/>
                <a:gd name="connsiteX7" fmla="*/ 428183 w 892631"/>
                <a:gd name="connsiteY7" fmla="*/ 853752 h 1647824"/>
                <a:gd name="connsiteX8" fmla="*/ 9540 w 892631"/>
                <a:gd name="connsiteY8" fmla="*/ 802021 h 1647824"/>
                <a:gd name="connsiteX9" fmla="*/ 0 w 892631"/>
                <a:gd name="connsiteY9" fmla="*/ 36637 h 1647824"/>
                <a:gd name="connsiteX0" fmla="*/ 0 w 894353"/>
                <a:gd name="connsiteY0" fmla="*/ 37523 h 1647824"/>
                <a:gd name="connsiteX1" fmla="*/ 32861 w 894353"/>
                <a:gd name="connsiteY1" fmla="*/ 10655 h 1647824"/>
                <a:gd name="connsiteX2" fmla="*/ 859873 w 894353"/>
                <a:gd name="connsiteY2" fmla="*/ 0 h 1647824"/>
                <a:gd name="connsiteX3" fmla="*/ 894353 w 894353"/>
                <a:gd name="connsiteY3" fmla="*/ 37452 h 1647824"/>
                <a:gd name="connsiteX4" fmla="*/ 894353 w 894353"/>
                <a:gd name="connsiteY4" fmla="*/ 802083 h 1647824"/>
                <a:gd name="connsiteX5" fmla="*/ 207782 w 894353"/>
                <a:gd name="connsiteY5" fmla="*/ 1647824 h 1647824"/>
                <a:gd name="connsiteX6" fmla="*/ 4358 w 894353"/>
                <a:gd name="connsiteY6" fmla="*/ 1275744 h 1647824"/>
                <a:gd name="connsiteX7" fmla="*/ 429905 w 894353"/>
                <a:gd name="connsiteY7" fmla="*/ 853752 h 1647824"/>
                <a:gd name="connsiteX8" fmla="*/ 11262 w 894353"/>
                <a:gd name="connsiteY8" fmla="*/ 802021 h 1647824"/>
                <a:gd name="connsiteX9" fmla="*/ 0 w 894353"/>
                <a:gd name="connsiteY9" fmla="*/ 37523 h 1647824"/>
                <a:gd name="connsiteX0" fmla="*/ 0 w 891733"/>
                <a:gd name="connsiteY0" fmla="*/ 39225 h 1647824"/>
                <a:gd name="connsiteX1" fmla="*/ 30241 w 891733"/>
                <a:gd name="connsiteY1" fmla="*/ 10655 h 1647824"/>
                <a:gd name="connsiteX2" fmla="*/ 857253 w 891733"/>
                <a:gd name="connsiteY2" fmla="*/ 0 h 1647824"/>
                <a:gd name="connsiteX3" fmla="*/ 891733 w 891733"/>
                <a:gd name="connsiteY3" fmla="*/ 37452 h 1647824"/>
                <a:gd name="connsiteX4" fmla="*/ 891733 w 891733"/>
                <a:gd name="connsiteY4" fmla="*/ 802083 h 1647824"/>
                <a:gd name="connsiteX5" fmla="*/ 205162 w 891733"/>
                <a:gd name="connsiteY5" fmla="*/ 1647824 h 1647824"/>
                <a:gd name="connsiteX6" fmla="*/ 1738 w 891733"/>
                <a:gd name="connsiteY6" fmla="*/ 1275744 h 1647824"/>
                <a:gd name="connsiteX7" fmla="*/ 427285 w 891733"/>
                <a:gd name="connsiteY7" fmla="*/ 853752 h 1647824"/>
                <a:gd name="connsiteX8" fmla="*/ 8642 w 891733"/>
                <a:gd name="connsiteY8" fmla="*/ 802021 h 1647824"/>
                <a:gd name="connsiteX9" fmla="*/ 0 w 891733"/>
                <a:gd name="connsiteY9" fmla="*/ 39225 h 1647824"/>
                <a:gd name="connsiteX0" fmla="*/ 1738 w 889995"/>
                <a:gd name="connsiteY0" fmla="*/ 40050 h 1647824"/>
                <a:gd name="connsiteX1" fmla="*/ 28503 w 889995"/>
                <a:gd name="connsiteY1" fmla="*/ 10655 h 1647824"/>
                <a:gd name="connsiteX2" fmla="*/ 855515 w 889995"/>
                <a:gd name="connsiteY2" fmla="*/ 0 h 1647824"/>
                <a:gd name="connsiteX3" fmla="*/ 889995 w 889995"/>
                <a:gd name="connsiteY3" fmla="*/ 37452 h 1647824"/>
                <a:gd name="connsiteX4" fmla="*/ 889995 w 889995"/>
                <a:gd name="connsiteY4" fmla="*/ 802083 h 1647824"/>
                <a:gd name="connsiteX5" fmla="*/ 203424 w 889995"/>
                <a:gd name="connsiteY5" fmla="*/ 1647824 h 1647824"/>
                <a:gd name="connsiteX6" fmla="*/ 0 w 889995"/>
                <a:gd name="connsiteY6" fmla="*/ 1275744 h 1647824"/>
                <a:gd name="connsiteX7" fmla="*/ 425547 w 889995"/>
                <a:gd name="connsiteY7" fmla="*/ 853752 h 1647824"/>
                <a:gd name="connsiteX8" fmla="*/ 6904 w 889995"/>
                <a:gd name="connsiteY8" fmla="*/ 802021 h 1647824"/>
                <a:gd name="connsiteX9" fmla="*/ 1738 w 889995"/>
                <a:gd name="connsiteY9" fmla="*/ 40050 h 1647824"/>
                <a:gd name="connsiteX0" fmla="*/ 1738 w 889995"/>
                <a:gd name="connsiteY0" fmla="*/ 36823 h 1644597"/>
                <a:gd name="connsiteX1" fmla="*/ 28503 w 889995"/>
                <a:gd name="connsiteY1" fmla="*/ 7428 h 1644597"/>
                <a:gd name="connsiteX2" fmla="*/ 852288 w 889995"/>
                <a:gd name="connsiteY2" fmla="*/ 0 h 1644597"/>
                <a:gd name="connsiteX3" fmla="*/ 889995 w 889995"/>
                <a:gd name="connsiteY3" fmla="*/ 34225 h 1644597"/>
                <a:gd name="connsiteX4" fmla="*/ 889995 w 889995"/>
                <a:gd name="connsiteY4" fmla="*/ 798856 h 1644597"/>
                <a:gd name="connsiteX5" fmla="*/ 203424 w 889995"/>
                <a:gd name="connsiteY5" fmla="*/ 1644597 h 1644597"/>
                <a:gd name="connsiteX6" fmla="*/ 0 w 889995"/>
                <a:gd name="connsiteY6" fmla="*/ 1272517 h 1644597"/>
                <a:gd name="connsiteX7" fmla="*/ 425547 w 889995"/>
                <a:gd name="connsiteY7" fmla="*/ 850525 h 1644597"/>
                <a:gd name="connsiteX8" fmla="*/ 6904 w 889995"/>
                <a:gd name="connsiteY8" fmla="*/ 798794 h 1644597"/>
                <a:gd name="connsiteX9" fmla="*/ 1738 w 889995"/>
                <a:gd name="connsiteY9" fmla="*/ 36823 h 1644597"/>
                <a:gd name="connsiteX0" fmla="*/ 1738 w 889995"/>
                <a:gd name="connsiteY0" fmla="*/ 40050 h 1647824"/>
                <a:gd name="connsiteX1" fmla="*/ 28503 w 889995"/>
                <a:gd name="connsiteY1" fmla="*/ 10655 h 1647824"/>
                <a:gd name="connsiteX2" fmla="*/ 853364 w 889995"/>
                <a:gd name="connsiteY2" fmla="*/ 0 h 1647824"/>
                <a:gd name="connsiteX3" fmla="*/ 889995 w 889995"/>
                <a:gd name="connsiteY3" fmla="*/ 37452 h 1647824"/>
                <a:gd name="connsiteX4" fmla="*/ 889995 w 889995"/>
                <a:gd name="connsiteY4" fmla="*/ 802083 h 1647824"/>
                <a:gd name="connsiteX5" fmla="*/ 203424 w 889995"/>
                <a:gd name="connsiteY5" fmla="*/ 1647824 h 1647824"/>
                <a:gd name="connsiteX6" fmla="*/ 0 w 889995"/>
                <a:gd name="connsiteY6" fmla="*/ 1275744 h 1647824"/>
                <a:gd name="connsiteX7" fmla="*/ 425547 w 889995"/>
                <a:gd name="connsiteY7" fmla="*/ 853752 h 1647824"/>
                <a:gd name="connsiteX8" fmla="*/ 6904 w 889995"/>
                <a:gd name="connsiteY8" fmla="*/ 802021 h 1647824"/>
                <a:gd name="connsiteX9" fmla="*/ 1738 w 889995"/>
                <a:gd name="connsiteY9" fmla="*/ 40050 h 1647824"/>
                <a:gd name="connsiteX0" fmla="*/ 1738 w 889995"/>
                <a:gd name="connsiteY0" fmla="*/ 37898 h 1645672"/>
                <a:gd name="connsiteX1" fmla="*/ 28503 w 889995"/>
                <a:gd name="connsiteY1" fmla="*/ 8503 h 1645672"/>
                <a:gd name="connsiteX2" fmla="*/ 852288 w 889995"/>
                <a:gd name="connsiteY2" fmla="*/ 0 h 1645672"/>
                <a:gd name="connsiteX3" fmla="*/ 889995 w 889995"/>
                <a:gd name="connsiteY3" fmla="*/ 35300 h 1645672"/>
                <a:gd name="connsiteX4" fmla="*/ 889995 w 889995"/>
                <a:gd name="connsiteY4" fmla="*/ 799931 h 1645672"/>
                <a:gd name="connsiteX5" fmla="*/ 203424 w 889995"/>
                <a:gd name="connsiteY5" fmla="*/ 1645672 h 1645672"/>
                <a:gd name="connsiteX6" fmla="*/ 0 w 889995"/>
                <a:gd name="connsiteY6" fmla="*/ 1273592 h 1645672"/>
                <a:gd name="connsiteX7" fmla="*/ 425547 w 889995"/>
                <a:gd name="connsiteY7" fmla="*/ 851600 h 1645672"/>
                <a:gd name="connsiteX8" fmla="*/ 6904 w 889995"/>
                <a:gd name="connsiteY8" fmla="*/ 799869 h 1645672"/>
                <a:gd name="connsiteX9" fmla="*/ 1738 w 889995"/>
                <a:gd name="connsiteY9" fmla="*/ 37898 h 1645672"/>
                <a:gd name="connsiteX0" fmla="*/ 1738 w 889995"/>
                <a:gd name="connsiteY0" fmla="*/ 41125 h 1648899"/>
                <a:gd name="connsiteX1" fmla="*/ 28503 w 889995"/>
                <a:gd name="connsiteY1" fmla="*/ 11730 h 1648899"/>
                <a:gd name="connsiteX2" fmla="*/ 852288 w 889995"/>
                <a:gd name="connsiteY2" fmla="*/ 0 h 1648899"/>
                <a:gd name="connsiteX3" fmla="*/ 889995 w 889995"/>
                <a:gd name="connsiteY3" fmla="*/ 38527 h 1648899"/>
                <a:gd name="connsiteX4" fmla="*/ 889995 w 889995"/>
                <a:gd name="connsiteY4" fmla="*/ 803158 h 1648899"/>
                <a:gd name="connsiteX5" fmla="*/ 203424 w 889995"/>
                <a:gd name="connsiteY5" fmla="*/ 1648899 h 1648899"/>
                <a:gd name="connsiteX6" fmla="*/ 0 w 889995"/>
                <a:gd name="connsiteY6" fmla="*/ 1276819 h 1648899"/>
                <a:gd name="connsiteX7" fmla="*/ 425547 w 889995"/>
                <a:gd name="connsiteY7" fmla="*/ 854827 h 1648899"/>
                <a:gd name="connsiteX8" fmla="*/ 6904 w 889995"/>
                <a:gd name="connsiteY8" fmla="*/ 803096 h 1648899"/>
                <a:gd name="connsiteX9" fmla="*/ 1738 w 889995"/>
                <a:gd name="connsiteY9" fmla="*/ 41125 h 1648899"/>
                <a:gd name="connsiteX0" fmla="*/ 1738 w 889995"/>
                <a:gd name="connsiteY0" fmla="*/ 41125 h 1648899"/>
                <a:gd name="connsiteX1" fmla="*/ 28503 w 889995"/>
                <a:gd name="connsiteY1" fmla="*/ 7427 h 1648899"/>
                <a:gd name="connsiteX2" fmla="*/ 852288 w 889995"/>
                <a:gd name="connsiteY2" fmla="*/ 0 h 1648899"/>
                <a:gd name="connsiteX3" fmla="*/ 889995 w 889995"/>
                <a:gd name="connsiteY3" fmla="*/ 38527 h 1648899"/>
                <a:gd name="connsiteX4" fmla="*/ 889995 w 889995"/>
                <a:gd name="connsiteY4" fmla="*/ 803158 h 1648899"/>
                <a:gd name="connsiteX5" fmla="*/ 203424 w 889995"/>
                <a:gd name="connsiteY5" fmla="*/ 1648899 h 1648899"/>
                <a:gd name="connsiteX6" fmla="*/ 0 w 889995"/>
                <a:gd name="connsiteY6" fmla="*/ 1276819 h 1648899"/>
                <a:gd name="connsiteX7" fmla="*/ 425547 w 889995"/>
                <a:gd name="connsiteY7" fmla="*/ 854827 h 1648899"/>
                <a:gd name="connsiteX8" fmla="*/ 6904 w 889995"/>
                <a:gd name="connsiteY8" fmla="*/ 803096 h 1648899"/>
                <a:gd name="connsiteX9" fmla="*/ 1738 w 889995"/>
                <a:gd name="connsiteY9" fmla="*/ 41125 h 1648899"/>
                <a:gd name="connsiteX0" fmla="*/ 1738 w 889995"/>
                <a:gd name="connsiteY0" fmla="*/ 41125 h 1648899"/>
                <a:gd name="connsiteX1" fmla="*/ 28503 w 889995"/>
                <a:gd name="connsiteY1" fmla="*/ 3124 h 1648899"/>
                <a:gd name="connsiteX2" fmla="*/ 852288 w 889995"/>
                <a:gd name="connsiteY2" fmla="*/ 0 h 1648899"/>
                <a:gd name="connsiteX3" fmla="*/ 889995 w 889995"/>
                <a:gd name="connsiteY3" fmla="*/ 38527 h 1648899"/>
                <a:gd name="connsiteX4" fmla="*/ 889995 w 889995"/>
                <a:gd name="connsiteY4" fmla="*/ 803158 h 1648899"/>
                <a:gd name="connsiteX5" fmla="*/ 203424 w 889995"/>
                <a:gd name="connsiteY5" fmla="*/ 1648899 h 1648899"/>
                <a:gd name="connsiteX6" fmla="*/ 0 w 889995"/>
                <a:gd name="connsiteY6" fmla="*/ 1276819 h 1648899"/>
                <a:gd name="connsiteX7" fmla="*/ 425547 w 889995"/>
                <a:gd name="connsiteY7" fmla="*/ 854827 h 1648899"/>
                <a:gd name="connsiteX8" fmla="*/ 6904 w 889995"/>
                <a:gd name="connsiteY8" fmla="*/ 803096 h 1648899"/>
                <a:gd name="connsiteX9" fmla="*/ 1738 w 889995"/>
                <a:gd name="connsiteY9" fmla="*/ 41125 h 1648899"/>
                <a:gd name="connsiteX0" fmla="*/ 1738 w 889995"/>
                <a:gd name="connsiteY0" fmla="*/ 42304 h 1650078"/>
                <a:gd name="connsiteX1" fmla="*/ 28503 w 889995"/>
                <a:gd name="connsiteY1" fmla="*/ 0 h 1650078"/>
                <a:gd name="connsiteX2" fmla="*/ 852288 w 889995"/>
                <a:gd name="connsiteY2" fmla="*/ 1179 h 1650078"/>
                <a:gd name="connsiteX3" fmla="*/ 889995 w 889995"/>
                <a:gd name="connsiteY3" fmla="*/ 39706 h 1650078"/>
                <a:gd name="connsiteX4" fmla="*/ 889995 w 889995"/>
                <a:gd name="connsiteY4" fmla="*/ 804337 h 1650078"/>
                <a:gd name="connsiteX5" fmla="*/ 203424 w 889995"/>
                <a:gd name="connsiteY5" fmla="*/ 1650078 h 1650078"/>
                <a:gd name="connsiteX6" fmla="*/ 0 w 889995"/>
                <a:gd name="connsiteY6" fmla="*/ 1277998 h 1650078"/>
                <a:gd name="connsiteX7" fmla="*/ 425547 w 889995"/>
                <a:gd name="connsiteY7" fmla="*/ 856006 h 1650078"/>
                <a:gd name="connsiteX8" fmla="*/ 6904 w 889995"/>
                <a:gd name="connsiteY8" fmla="*/ 804275 h 1650078"/>
                <a:gd name="connsiteX9" fmla="*/ 1738 w 889995"/>
                <a:gd name="connsiteY9" fmla="*/ 42304 h 1650078"/>
                <a:gd name="connsiteX0" fmla="*/ 1738 w 889995"/>
                <a:gd name="connsiteY0" fmla="*/ 41228 h 1649002"/>
                <a:gd name="connsiteX1" fmla="*/ 29579 w 889995"/>
                <a:gd name="connsiteY1" fmla="*/ 0 h 1649002"/>
                <a:gd name="connsiteX2" fmla="*/ 852288 w 889995"/>
                <a:gd name="connsiteY2" fmla="*/ 103 h 1649002"/>
                <a:gd name="connsiteX3" fmla="*/ 889995 w 889995"/>
                <a:gd name="connsiteY3" fmla="*/ 38630 h 1649002"/>
                <a:gd name="connsiteX4" fmla="*/ 889995 w 889995"/>
                <a:gd name="connsiteY4" fmla="*/ 803261 h 1649002"/>
                <a:gd name="connsiteX5" fmla="*/ 203424 w 889995"/>
                <a:gd name="connsiteY5" fmla="*/ 1649002 h 1649002"/>
                <a:gd name="connsiteX6" fmla="*/ 0 w 889995"/>
                <a:gd name="connsiteY6" fmla="*/ 1276922 h 1649002"/>
                <a:gd name="connsiteX7" fmla="*/ 425547 w 889995"/>
                <a:gd name="connsiteY7" fmla="*/ 854930 h 1649002"/>
                <a:gd name="connsiteX8" fmla="*/ 6904 w 889995"/>
                <a:gd name="connsiteY8" fmla="*/ 803199 h 1649002"/>
                <a:gd name="connsiteX9" fmla="*/ 1738 w 889995"/>
                <a:gd name="connsiteY9" fmla="*/ 41228 h 1649002"/>
                <a:gd name="connsiteX0" fmla="*/ 1738 w 889995"/>
                <a:gd name="connsiteY0" fmla="*/ 41228 h 1649002"/>
                <a:gd name="connsiteX1" fmla="*/ 29579 w 889995"/>
                <a:gd name="connsiteY1" fmla="*/ 0 h 1649002"/>
                <a:gd name="connsiteX2" fmla="*/ 852288 w 889995"/>
                <a:gd name="connsiteY2" fmla="*/ 103 h 1649002"/>
                <a:gd name="connsiteX3" fmla="*/ 889995 w 889995"/>
                <a:gd name="connsiteY3" fmla="*/ 38630 h 1649002"/>
                <a:gd name="connsiteX4" fmla="*/ 889995 w 889995"/>
                <a:gd name="connsiteY4" fmla="*/ 803261 h 1649002"/>
                <a:gd name="connsiteX5" fmla="*/ 203424 w 889995"/>
                <a:gd name="connsiteY5" fmla="*/ 1649002 h 1649002"/>
                <a:gd name="connsiteX6" fmla="*/ 0 w 889995"/>
                <a:gd name="connsiteY6" fmla="*/ 1276922 h 1649002"/>
                <a:gd name="connsiteX7" fmla="*/ 425547 w 889995"/>
                <a:gd name="connsiteY7" fmla="*/ 854930 h 1649002"/>
                <a:gd name="connsiteX8" fmla="*/ 6904 w 889995"/>
                <a:gd name="connsiteY8" fmla="*/ 803199 h 1649002"/>
                <a:gd name="connsiteX9" fmla="*/ 1738 w 889995"/>
                <a:gd name="connsiteY9" fmla="*/ 41228 h 1649002"/>
                <a:gd name="connsiteX0" fmla="*/ 1738 w 889995"/>
                <a:gd name="connsiteY0" fmla="*/ 41228 h 1649002"/>
                <a:gd name="connsiteX1" fmla="*/ 29579 w 889995"/>
                <a:gd name="connsiteY1" fmla="*/ 0 h 1649002"/>
                <a:gd name="connsiteX2" fmla="*/ 852288 w 889995"/>
                <a:gd name="connsiteY2" fmla="*/ 103 h 1649002"/>
                <a:gd name="connsiteX3" fmla="*/ 889995 w 889995"/>
                <a:gd name="connsiteY3" fmla="*/ 38630 h 1649002"/>
                <a:gd name="connsiteX4" fmla="*/ 889995 w 889995"/>
                <a:gd name="connsiteY4" fmla="*/ 803261 h 1649002"/>
                <a:gd name="connsiteX5" fmla="*/ 203424 w 889995"/>
                <a:gd name="connsiteY5" fmla="*/ 1649002 h 1649002"/>
                <a:gd name="connsiteX6" fmla="*/ 0 w 889995"/>
                <a:gd name="connsiteY6" fmla="*/ 1276922 h 1649002"/>
                <a:gd name="connsiteX7" fmla="*/ 425547 w 889995"/>
                <a:gd name="connsiteY7" fmla="*/ 854930 h 1649002"/>
                <a:gd name="connsiteX8" fmla="*/ 6904 w 889995"/>
                <a:gd name="connsiteY8" fmla="*/ 803199 h 1649002"/>
                <a:gd name="connsiteX9" fmla="*/ 1738 w 889995"/>
                <a:gd name="connsiteY9" fmla="*/ 41228 h 1649002"/>
                <a:gd name="connsiteX0" fmla="*/ 0 w 890409"/>
                <a:gd name="connsiteY0" fmla="*/ 44455 h 1649002"/>
                <a:gd name="connsiteX1" fmla="*/ 29993 w 890409"/>
                <a:gd name="connsiteY1" fmla="*/ 0 h 1649002"/>
                <a:gd name="connsiteX2" fmla="*/ 852702 w 890409"/>
                <a:gd name="connsiteY2" fmla="*/ 103 h 1649002"/>
                <a:gd name="connsiteX3" fmla="*/ 890409 w 890409"/>
                <a:gd name="connsiteY3" fmla="*/ 38630 h 1649002"/>
                <a:gd name="connsiteX4" fmla="*/ 890409 w 890409"/>
                <a:gd name="connsiteY4" fmla="*/ 803261 h 1649002"/>
                <a:gd name="connsiteX5" fmla="*/ 203838 w 890409"/>
                <a:gd name="connsiteY5" fmla="*/ 1649002 h 1649002"/>
                <a:gd name="connsiteX6" fmla="*/ 414 w 890409"/>
                <a:gd name="connsiteY6" fmla="*/ 1276922 h 1649002"/>
                <a:gd name="connsiteX7" fmla="*/ 425961 w 890409"/>
                <a:gd name="connsiteY7" fmla="*/ 854930 h 1649002"/>
                <a:gd name="connsiteX8" fmla="*/ 7318 w 890409"/>
                <a:gd name="connsiteY8" fmla="*/ 803199 h 1649002"/>
                <a:gd name="connsiteX9" fmla="*/ 0 w 890409"/>
                <a:gd name="connsiteY9" fmla="*/ 44455 h 1649002"/>
                <a:gd name="connsiteX0" fmla="*/ 662 w 889995"/>
                <a:gd name="connsiteY0" fmla="*/ 44455 h 1649002"/>
                <a:gd name="connsiteX1" fmla="*/ 29579 w 889995"/>
                <a:gd name="connsiteY1" fmla="*/ 0 h 1649002"/>
                <a:gd name="connsiteX2" fmla="*/ 852288 w 889995"/>
                <a:gd name="connsiteY2" fmla="*/ 103 h 1649002"/>
                <a:gd name="connsiteX3" fmla="*/ 889995 w 889995"/>
                <a:gd name="connsiteY3" fmla="*/ 38630 h 1649002"/>
                <a:gd name="connsiteX4" fmla="*/ 889995 w 889995"/>
                <a:gd name="connsiteY4" fmla="*/ 803261 h 1649002"/>
                <a:gd name="connsiteX5" fmla="*/ 203424 w 889995"/>
                <a:gd name="connsiteY5" fmla="*/ 1649002 h 1649002"/>
                <a:gd name="connsiteX6" fmla="*/ 0 w 889995"/>
                <a:gd name="connsiteY6" fmla="*/ 1276922 h 1649002"/>
                <a:gd name="connsiteX7" fmla="*/ 425547 w 889995"/>
                <a:gd name="connsiteY7" fmla="*/ 854930 h 1649002"/>
                <a:gd name="connsiteX8" fmla="*/ 6904 w 889995"/>
                <a:gd name="connsiteY8" fmla="*/ 803199 h 1649002"/>
                <a:gd name="connsiteX9" fmla="*/ 662 w 889995"/>
                <a:gd name="connsiteY9" fmla="*/ 44455 h 1649002"/>
                <a:gd name="connsiteX0" fmla="*/ 662 w 889995"/>
                <a:gd name="connsiteY0" fmla="*/ 44455 h 1649002"/>
                <a:gd name="connsiteX1" fmla="*/ 29579 w 889995"/>
                <a:gd name="connsiteY1" fmla="*/ 0 h 1649002"/>
                <a:gd name="connsiteX2" fmla="*/ 852288 w 889995"/>
                <a:gd name="connsiteY2" fmla="*/ 103 h 1649002"/>
                <a:gd name="connsiteX3" fmla="*/ 889995 w 889995"/>
                <a:gd name="connsiteY3" fmla="*/ 38630 h 1649002"/>
                <a:gd name="connsiteX4" fmla="*/ 889995 w 889995"/>
                <a:gd name="connsiteY4" fmla="*/ 803261 h 1649002"/>
                <a:gd name="connsiteX5" fmla="*/ 203424 w 889995"/>
                <a:gd name="connsiteY5" fmla="*/ 1649002 h 1649002"/>
                <a:gd name="connsiteX6" fmla="*/ 0 w 889995"/>
                <a:gd name="connsiteY6" fmla="*/ 1276922 h 1649002"/>
                <a:gd name="connsiteX7" fmla="*/ 425547 w 889995"/>
                <a:gd name="connsiteY7" fmla="*/ 854930 h 1649002"/>
                <a:gd name="connsiteX8" fmla="*/ 3677 w 889995"/>
                <a:gd name="connsiteY8" fmla="*/ 804275 h 1649002"/>
                <a:gd name="connsiteX9" fmla="*/ 662 w 889995"/>
                <a:gd name="connsiteY9" fmla="*/ 44455 h 1649002"/>
                <a:gd name="connsiteX0" fmla="*/ 3440 w 892773"/>
                <a:gd name="connsiteY0" fmla="*/ 44455 h 1649002"/>
                <a:gd name="connsiteX1" fmla="*/ 32357 w 892773"/>
                <a:gd name="connsiteY1" fmla="*/ 0 h 1649002"/>
                <a:gd name="connsiteX2" fmla="*/ 855066 w 892773"/>
                <a:gd name="connsiteY2" fmla="*/ 103 h 1649002"/>
                <a:gd name="connsiteX3" fmla="*/ 892773 w 892773"/>
                <a:gd name="connsiteY3" fmla="*/ 38630 h 1649002"/>
                <a:gd name="connsiteX4" fmla="*/ 892773 w 892773"/>
                <a:gd name="connsiteY4" fmla="*/ 803261 h 1649002"/>
                <a:gd name="connsiteX5" fmla="*/ 206202 w 892773"/>
                <a:gd name="connsiteY5" fmla="*/ 1649002 h 1649002"/>
                <a:gd name="connsiteX6" fmla="*/ 2778 w 892773"/>
                <a:gd name="connsiteY6" fmla="*/ 1276922 h 1649002"/>
                <a:gd name="connsiteX7" fmla="*/ 428325 w 892773"/>
                <a:gd name="connsiteY7" fmla="*/ 854930 h 1649002"/>
                <a:gd name="connsiteX8" fmla="*/ 0 w 892773"/>
                <a:gd name="connsiteY8" fmla="*/ 802124 h 1649002"/>
                <a:gd name="connsiteX9" fmla="*/ 3440 w 892773"/>
                <a:gd name="connsiteY9" fmla="*/ 44455 h 1649002"/>
                <a:gd name="connsiteX0" fmla="*/ 662 w 889995"/>
                <a:gd name="connsiteY0" fmla="*/ 44455 h 1649002"/>
                <a:gd name="connsiteX1" fmla="*/ 29579 w 889995"/>
                <a:gd name="connsiteY1" fmla="*/ 0 h 1649002"/>
                <a:gd name="connsiteX2" fmla="*/ 852288 w 889995"/>
                <a:gd name="connsiteY2" fmla="*/ 103 h 1649002"/>
                <a:gd name="connsiteX3" fmla="*/ 889995 w 889995"/>
                <a:gd name="connsiteY3" fmla="*/ 38630 h 1649002"/>
                <a:gd name="connsiteX4" fmla="*/ 889995 w 889995"/>
                <a:gd name="connsiteY4" fmla="*/ 803261 h 1649002"/>
                <a:gd name="connsiteX5" fmla="*/ 203424 w 889995"/>
                <a:gd name="connsiteY5" fmla="*/ 1649002 h 1649002"/>
                <a:gd name="connsiteX6" fmla="*/ 0 w 889995"/>
                <a:gd name="connsiteY6" fmla="*/ 1276922 h 1649002"/>
                <a:gd name="connsiteX7" fmla="*/ 425547 w 889995"/>
                <a:gd name="connsiteY7" fmla="*/ 854930 h 1649002"/>
                <a:gd name="connsiteX8" fmla="*/ 1525 w 889995"/>
                <a:gd name="connsiteY8" fmla="*/ 802124 h 1649002"/>
                <a:gd name="connsiteX9" fmla="*/ 662 w 889995"/>
                <a:gd name="connsiteY9" fmla="*/ 44455 h 1649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89995" h="1649002">
                  <a:moveTo>
                    <a:pt x="662" y="44455"/>
                  </a:moveTo>
                  <a:cubicBezTo>
                    <a:pt x="662" y="29655"/>
                    <a:pt x="-282" y="0"/>
                    <a:pt x="29579" y="0"/>
                  </a:cubicBezTo>
                  <a:lnTo>
                    <a:pt x="852288" y="103"/>
                  </a:lnTo>
                  <a:cubicBezTo>
                    <a:pt x="879997" y="1179"/>
                    <a:pt x="889995" y="23830"/>
                    <a:pt x="889995" y="38630"/>
                  </a:cubicBezTo>
                  <a:lnTo>
                    <a:pt x="889995" y="803261"/>
                  </a:lnTo>
                  <a:cubicBezTo>
                    <a:pt x="845845" y="1436811"/>
                    <a:pt x="271627" y="1615678"/>
                    <a:pt x="203424" y="1649002"/>
                  </a:cubicBezTo>
                  <a:cubicBezTo>
                    <a:pt x="95599" y="1443297"/>
                    <a:pt x="71113" y="1405086"/>
                    <a:pt x="0" y="1276922"/>
                  </a:cubicBezTo>
                  <a:cubicBezTo>
                    <a:pt x="199743" y="1156586"/>
                    <a:pt x="409698" y="1069183"/>
                    <a:pt x="425547" y="854930"/>
                  </a:cubicBezTo>
                  <a:cubicBezTo>
                    <a:pt x="446866" y="733943"/>
                    <a:pt x="72450" y="919191"/>
                    <a:pt x="1525" y="802124"/>
                  </a:cubicBezTo>
                  <a:cubicBezTo>
                    <a:pt x="1525" y="547247"/>
                    <a:pt x="662" y="299332"/>
                    <a:pt x="662" y="44455"/>
                  </a:cubicBezTo>
                  <a:close/>
                </a:path>
              </a:pathLst>
            </a:custGeom>
            <a:solidFill>
              <a:srgbClr val="EE512B"/>
            </a:solidFill>
            <a:ln>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endParaRPr>
            </a:p>
          </p:txBody>
        </p:sp>
        <p:sp>
          <p:nvSpPr>
            <p:cNvPr id="75" name="Rounded Rectangle 2">
              <a:extLst>
                <a:ext uri="{FF2B5EF4-FFF2-40B4-BE49-F238E27FC236}">
                  <a16:creationId xmlns:a16="http://schemas.microsoft.com/office/drawing/2014/main" id="{55CF3803-0E04-87F9-E5A9-EC2602619628}"/>
                </a:ext>
              </a:extLst>
            </p:cNvPr>
            <p:cNvSpPr/>
            <p:nvPr/>
          </p:nvSpPr>
          <p:spPr>
            <a:xfrm rot="10800000">
              <a:off x="3869193" y="43542"/>
              <a:ext cx="3152028" cy="5840137"/>
            </a:xfrm>
            <a:custGeom>
              <a:avLst/>
              <a:gdLst>
                <a:gd name="connsiteX0" fmla="*/ 0 w 888289"/>
                <a:gd name="connsiteY0" fmla="*/ 26797 h 818225"/>
                <a:gd name="connsiteX1" fmla="*/ 26797 w 888289"/>
                <a:gd name="connsiteY1" fmla="*/ 0 h 818225"/>
                <a:gd name="connsiteX2" fmla="*/ 861492 w 888289"/>
                <a:gd name="connsiteY2" fmla="*/ 0 h 818225"/>
                <a:gd name="connsiteX3" fmla="*/ 888289 w 888289"/>
                <a:gd name="connsiteY3" fmla="*/ 26797 h 818225"/>
                <a:gd name="connsiteX4" fmla="*/ 888289 w 888289"/>
                <a:gd name="connsiteY4" fmla="*/ 791428 h 818225"/>
                <a:gd name="connsiteX5" fmla="*/ 861492 w 888289"/>
                <a:gd name="connsiteY5" fmla="*/ 818225 h 818225"/>
                <a:gd name="connsiteX6" fmla="*/ 26797 w 888289"/>
                <a:gd name="connsiteY6" fmla="*/ 818225 h 818225"/>
                <a:gd name="connsiteX7" fmla="*/ 0 w 888289"/>
                <a:gd name="connsiteY7" fmla="*/ 791428 h 818225"/>
                <a:gd name="connsiteX8" fmla="*/ 0 w 888289"/>
                <a:gd name="connsiteY8" fmla="*/ 26797 h 818225"/>
                <a:gd name="connsiteX0" fmla="*/ 0 w 888289"/>
                <a:gd name="connsiteY0" fmla="*/ 26797 h 1717694"/>
                <a:gd name="connsiteX1" fmla="*/ 26797 w 888289"/>
                <a:gd name="connsiteY1" fmla="*/ 0 h 1717694"/>
                <a:gd name="connsiteX2" fmla="*/ 861492 w 888289"/>
                <a:gd name="connsiteY2" fmla="*/ 0 h 1717694"/>
                <a:gd name="connsiteX3" fmla="*/ 888289 w 888289"/>
                <a:gd name="connsiteY3" fmla="*/ 26797 h 1717694"/>
                <a:gd name="connsiteX4" fmla="*/ 888289 w 888289"/>
                <a:gd name="connsiteY4" fmla="*/ 791428 h 1717694"/>
                <a:gd name="connsiteX5" fmla="*/ 212851 w 888289"/>
                <a:gd name="connsiteY5" fmla="*/ 1717694 h 1717694"/>
                <a:gd name="connsiteX6" fmla="*/ 26797 w 888289"/>
                <a:gd name="connsiteY6" fmla="*/ 818225 h 1717694"/>
                <a:gd name="connsiteX7" fmla="*/ 0 w 888289"/>
                <a:gd name="connsiteY7" fmla="*/ 791428 h 1717694"/>
                <a:gd name="connsiteX8" fmla="*/ 0 w 888289"/>
                <a:gd name="connsiteY8" fmla="*/ 26797 h 1717694"/>
                <a:gd name="connsiteX0" fmla="*/ 0 w 890655"/>
                <a:gd name="connsiteY0" fmla="*/ 26797 h 1717694"/>
                <a:gd name="connsiteX1" fmla="*/ 26797 w 890655"/>
                <a:gd name="connsiteY1" fmla="*/ 0 h 1717694"/>
                <a:gd name="connsiteX2" fmla="*/ 861492 w 890655"/>
                <a:gd name="connsiteY2" fmla="*/ 0 h 1717694"/>
                <a:gd name="connsiteX3" fmla="*/ 888289 w 890655"/>
                <a:gd name="connsiteY3" fmla="*/ 26797 h 1717694"/>
                <a:gd name="connsiteX4" fmla="*/ 888289 w 890655"/>
                <a:gd name="connsiteY4" fmla="*/ 791428 h 1717694"/>
                <a:gd name="connsiteX5" fmla="*/ 212851 w 890655"/>
                <a:gd name="connsiteY5" fmla="*/ 1717694 h 1717694"/>
                <a:gd name="connsiteX6" fmla="*/ 26797 w 890655"/>
                <a:gd name="connsiteY6" fmla="*/ 818225 h 1717694"/>
                <a:gd name="connsiteX7" fmla="*/ 0 w 890655"/>
                <a:gd name="connsiteY7" fmla="*/ 791428 h 1717694"/>
                <a:gd name="connsiteX8" fmla="*/ 0 w 890655"/>
                <a:gd name="connsiteY8" fmla="*/ 26797 h 1717694"/>
                <a:gd name="connsiteX0" fmla="*/ 0 w 890666"/>
                <a:gd name="connsiteY0" fmla="*/ 26797 h 1637500"/>
                <a:gd name="connsiteX1" fmla="*/ 26797 w 890666"/>
                <a:gd name="connsiteY1" fmla="*/ 0 h 1637500"/>
                <a:gd name="connsiteX2" fmla="*/ 861492 w 890666"/>
                <a:gd name="connsiteY2" fmla="*/ 0 h 1637500"/>
                <a:gd name="connsiteX3" fmla="*/ 888289 w 890666"/>
                <a:gd name="connsiteY3" fmla="*/ 26797 h 1637500"/>
                <a:gd name="connsiteX4" fmla="*/ 888289 w 890666"/>
                <a:gd name="connsiteY4" fmla="*/ 791428 h 1637500"/>
                <a:gd name="connsiteX5" fmla="*/ 216385 w 890666"/>
                <a:gd name="connsiteY5" fmla="*/ 1637500 h 1637500"/>
                <a:gd name="connsiteX6" fmla="*/ 26797 w 890666"/>
                <a:gd name="connsiteY6" fmla="*/ 818225 h 1637500"/>
                <a:gd name="connsiteX7" fmla="*/ 0 w 890666"/>
                <a:gd name="connsiteY7" fmla="*/ 791428 h 1637500"/>
                <a:gd name="connsiteX8" fmla="*/ 0 w 890666"/>
                <a:gd name="connsiteY8" fmla="*/ 26797 h 1637500"/>
                <a:gd name="connsiteX0" fmla="*/ 0 w 888289"/>
                <a:gd name="connsiteY0" fmla="*/ 26797 h 1637500"/>
                <a:gd name="connsiteX1" fmla="*/ 26797 w 888289"/>
                <a:gd name="connsiteY1" fmla="*/ 0 h 1637500"/>
                <a:gd name="connsiteX2" fmla="*/ 861492 w 888289"/>
                <a:gd name="connsiteY2" fmla="*/ 0 h 1637500"/>
                <a:gd name="connsiteX3" fmla="*/ 888289 w 888289"/>
                <a:gd name="connsiteY3" fmla="*/ 26797 h 1637500"/>
                <a:gd name="connsiteX4" fmla="*/ 888289 w 888289"/>
                <a:gd name="connsiteY4" fmla="*/ 791428 h 1637500"/>
                <a:gd name="connsiteX5" fmla="*/ 216385 w 888289"/>
                <a:gd name="connsiteY5" fmla="*/ 1637500 h 1637500"/>
                <a:gd name="connsiteX6" fmla="*/ 26797 w 888289"/>
                <a:gd name="connsiteY6" fmla="*/ 818225 h 1637500"/>
                <a:gd name="connsiteX7" fmla="*/ 0 w 888289"/>
                <a:gd name="connsiteY7" fmla="*/ 791428 h 1637500"/>
                <a:gd name="connsiteX8" fmla="*/ 0 w 888289"/>
                <a:gd name="connsiteY8" fmla="*/ 26797 h 1637500"/>
                <a:gd name="connsiteX0" fmla="*/ 22776 w 911065"/>
                <a:gd name="connsiteY0" fmla="*/ 26797 h 1637500"/>
                <a:gd name="connsiteX1" fmla="*/ 49573 w 911065"/>
                <a:gd name="connsiteY1" fmla="*/ 0 h 1637500"/>
                <a:gd name="connsiteX2" fmla="*/ 884268 w 911065"/>
                <a:gd name="connsiteY2" fmla="*/ 0 h 1637500"/>
                <a:gd name="connsiteX3" fmla="*/ 911065 w 911065"/>
                <a:gd name="connsiteY3" fmla="*/ 26797 h 1637500"/>
                <a:gd name="connsiteX4" fmla="*/ 911065 w 911065"/>
                <a:gd name="connsiteY4" fmla="*/ 791428 h 1637500"/>
                <a:gd name="connsiteX5" fmla="*/ 239161 w 911065"/>
                <a:gd name="connsiteY5" fmla="*/ 1637500 h 1637500"/>
                <a:gd name="connsiteX6" fmla="*/ 3746 w 911065"/>
                <a:gd name="connsiteY6" fmla="*/ 1281571 h 1637500"/>
                <a:gd name="connsiteX7" fmla="*/ 22776 w 911065"/>
                <a:gd name="connsiteY7" fmla="*/ 791428 h 1637500"/>
                <a:gd name="connsiteX8" fmla="*/ 22776 w 911065"/>
                <a:gd name="connsiteY8" fmla="*/ 26797 h 1637500"/>
                <a:gd name="connsiteX0" fmla="*/ 25857 w 914146"/>
                <a:gd name="connsiteY0" fmla="*/ 26797 h 1637500"/>
                <a:gd name="connsiteX1" fmla="*/ 52654 w 914146"/>
                <a:gd name="connsiteY1" fmla="*/ 0 h 1637500"/>
                <a:gd name="connsiteX2" fmla="*/ 887349 w 914146"/>
                <a:gd name="connsiteY2" fmla="*/ 0 h 1637500"/>
                <a:gd name="connsiteX3" fmla="*/ 914146 w 914146"/>
                <a:gd name="connsiteY3" fmla="*/ 26797 h 1637500"/>
                <a:gd name="connsiteX4" fmla="*/ 914146 w 914146"/>
                <a:gd name="connsiteY4" fmla="*/ 791428 h 1637500"/>
                <a:gd name="connsiteX5" fmla="*/ 242242 w 914146"/>
                <a:gd name="connsiteY5" fmla="*/ 1637500 h 1637500"/>
                <a:gd name="connsiteX6" fmla="*/ 6827 w 914146"/>
                <a:gd name="connsiteY6" fmla="*/ 1281571 h 1637500"/>
                <a:gd name="connsiteX7" fmla="*/ 25857 w 914146"/>
                <a:gd name="connsiteY7" fmla="*/ 791428 h 1637500"/>
                <a:gd name="connsiteX8" fmla="*/ 25857 w 914146"/>
                <a:gd name="connsiteY8" fmla="*/ 26797 h 1637500"/>
                <a:gd name="connsiteX0" fmla="*/ 28617 w 916906"/>
                <a:gd name="connsiteY0" fmla="*/ 26797 h 1637169"/>
                <a:gd name="connsiteX1" fmla="*/ 55414 w 916906"/>
                <a:gd name="connsiteY1" fmla="*/ 0 h 1637169"/>
                <a:gd name="connsiteX2" fmla="*/ 890109 w 916906"/>
                <a:gd name="connsiteY2" fmla="*/ 0 h 1637169"/>
                <a:gd name="connsiteX3" fmla="*/ 916906 w 916906"/>
                <a:gd name="connsiteY3" fmla="*/ 26797 h 1637169"/>
                <a:gd name="connsiteX4" fmla="*/ 916906 w 916906"/>
                <a:gd name="connsiteY4" fmla="*/ 791428 h 1637169"/>
                <a:gd name="connsiteX5" fmla="*/ 230335 w 916906"/>
                <a:gd name="connsiteY5" fmla="*/ 1637169 h 1637169"/>
                <a:gd name="connsiteX6" fmla="*/ 9587 w 916906"/>
                <a:gd name="connsiteY6" fmla="*/ 1281571 h 1637169"/>
                <a:gd name="connsiteX7" fmla="*/ 28617 w 916906"/>
                <a:gd name="connsiteY7" fmla="*/ 791428 h 1637169"/>
                <a:gd name="connsiteX8" fmla="*/ 28617 w 916906"/>
                <a:gd name="connsiteY8" fmla="*/ 26797 h 1637169"/>
                <a:gd name="connsiteX0" fmla="*/ 22777 w 911066"/>
                <a:gd name="connsiteY0" fmla="*/ 26797 h 1637169"/>
                <a:gd name="connsiteX1" fmla="*/ 49574 w 911066"/>
                <a:gd name="connsiteY1" fmla="*/ 0 h 1637169"/>
                <a:gd name="connsiteX2" fmla="*/ 884269 w 911066"/>
                <a:gd name="connsiteY2" fmla="*/ 0 h 1637169"/>
                <a:gd name="connsiteX3" fmla="*/ 911066 w 911066"/>
                <a:gd name="connsiteY3" fmla="*/ 26797 h 1637169"/>
                <a:gd name="connsiteX4" fmla="*/ 911066 w 911066"/>
                <a:gd name="connsiteY4" fmla="*/ 791428 h 1637169"/>
                <a:gd name="connsiteX5" fmla="*/ 224495 w 911066"/>
                <a:gd name="connsiteY5" fmla="*/ 1637169 h 1637169"/>
                <a:gd name="connsiteX6" fmla="*/ 3747 w 911066"/>
                <a:gd name="connsiteY6" fmla="*/ 1281571 h 1637169"/>
                <a:gd name="connsiteX7" fmla="*/ 22777 w 911066"/>
                <a:gd name="connsiteY7" fmla="*/ 791428 h 1637169"/>
                <a:gd name="connsiteX8" fmla="*/ 22777 w 911066"/>
                <a:gd name="connsiteY8" fmla="*/ 26797 h 1637169"/>
                <a:gd name="connsiteX0" fmla="*/ 21009 w 909298"/>
                <a:gd name="connsiteY0" fmla="*/ 26797 h 1637169"/>
                <a:gd name="connsiteX1" fmla="*/ 47806 w 909298"/>
                <a:gd name="connsiteY1" fmla="*/ 0 h 1637169"/>
                <a:gd name="connsiteX2" fmla="*/ 882501 w 909298"/>
                <a:gd name="connsiteY2" fmla="*/ 0 h 1637169"/>
                <a:gd name="connsiteX3" fmla="*/ 909298 w 909298"/>
                <a:gd name="connsiteY3" fmla="*/ 26797 h 1637169"/>
                <a:gd name="connsiteX4" fmla="*/ 909298 w 909298"/>
                <a:gd name="connsiteY4" fmla="*/ 791428 h 1637169"/>
                <a:gd name="connsiteX5" fmla="*/ 222727 w 909298"/>
                <a:gd name="connsiteY5" fmla="*/ 1637169 h 1637169"/>
                <a:gd name="connsiteX6" fmla="*/ 1979 w 909298"/>
                <a:gd name="connsiteY6" fmla="*/ 1281571 h 1637169"/>
                <a:gd name="connsiteX7" fmla="*/ 438268 w 909298"/>
                <a:gd name="connsiteY7" fmla="*/ 867118 h 1637169"/>
                <a:gd name="connsiteX8" fmla="*/ 21009 w 909298"/>
                <a:gd name="connsiteY8" fmla="*/ 791428 h 1637169"/>
                <a:gd name="connsiteX9" fmla="*/ 21009 w 909298"/>
                <a:gd name="connsiteY9" fmla="*/ 26797 h 1637169"/>
                <a:gd name="connsiteX0" fmla="*/ 19630 w 907919"/>
                <a:gd name="connsiteY0" fmla="*/ 26797 h 1637169"/>
                <a:gd name="connsiteX1" fmla="*/ 46427 w 907919"/>
                <a:gd name="connsiteY1" fmla="*/ 0 h 1637169"/>
                <a:gd name="connsiteX2" fmla="*/ 881122 w 907919"/>
                <a:gd name="connsiteY2" fmla="*/ 0 h 1637169"/>
                <a:gd name="connsiteX3" fmla="*/ 907919 w 907919"/>
                <a:gd name="connsiteY3" fmla="*/ 26797 h 1637169"/>
                <a:gd name="connsiteX4" fmla="*/ 907919 w 907919"/>
                <a:gd name="connsiteY4" fmla="*/ 791428 h 1637169"/>
                <a:gd name="connsiteX5" fmla="*/ 221348 w 907919"/>
                <a:gd name="connsiteY5" fmla="*/ 1637169 h 1637169"/>
                <a:gd name="connsiteX6" fmla="*/ 600 w 907919"/>
                <a:gd name="connsiteY6" fmla="*/ 1281571 h 1637169"/>
                <a:gd name="connsiteX7" fmla="*/ 436889 w 907919"/>
                <a:gd name="connsiteY7" fmla="*/ 867118 h 1637169"/>
                <a:gd name="connsiteX8" fmla="*/ 19630 w 907919"/>
                <a:gd name="connsiteY8" fmla="*/ 791428 h 1637169"/>
                <a:gd name="connsiteX9" fmla="*/ 19630 w 907919"/>
                <a:gd name="connsiteY9" fmla="*/ 26797 h 1637169"/>
                <a:gd name="connsiteX0" fmla="*/ 11 w 888300"/>
                <a:gd name="connsiteY0" fmla="*/ 26797 h 1637352"/>
                <a:gd name="connsiteX1" fmla="*/ 26808 w 888300"/>
                <a:gd name="connsiteY1" fmla="*/ 0 h 1637352"/>
                <a:gd name="connsiteX2" fmla="*/ 861503 w 888300"/>
                <a:gd name="connsiteY2" fmla="*/ 0 h 1637352"/>
                <a:gd name="connsiteX3" fmla="*/ 888300 w 888300"/>
                <a:gd name="connsiteY3" fmla="*/ 26797 h 1637352"/>
                <a:gd name="connsiteX4" fmla="*/ 888300 w 888300"/>
                <a:gd name="connsiteY4" fmla="*/ 791428 h 1637352"/>
                <a:gd name="connsiteX5" fmla="*/ 201729 w 888300"/>
                <a:gd name="connsiteY5" fmla="*/ 1637169 h 1637352"/>
                <a:gd name="connsiteX6" fmla="*/ 417270 w 888300"/>
                <a:gd name="connsiteY6" fmla="*/ 867118 h 1637352"/>
                <a:gd name="connsiteX7" fmla="*/ 11 w 888300"/>
                <a:gd name="connsiteY7" fmla="*/ 791428 h 1637352"/>
                <a:gd name="connsiteX8" fmla="*/ 11 w 888300"/>
                <a:gd name="connsiteY8" fmla="*/ 26797 h 1637352"/>
                <a:gd name="connsiteX0" fmla="*/ 7446 w 895735"/>
                <a:gd name="connsiteY0" fmla="*/ 26797 h 1650894"/>
                <a:gd name="connsiteX1" fmla="*/ 34243 w 895735"/>
                <a:gd name="connsiteY1" fmla="*/ 0 h 1650894"/>
                <a:gd name="connsiteX2" fmla="*/ 868938 w 895735"/>
                <a:gd name="connsiteY2" fmla="*/ 0 h 1650894"/>
                <a:gd name="connsiteX3" fmla="*/ 895735 w 895735"/>
                <a:gd name="connsiteY3" fmla="*/ 26797 h 1650894"/>
                <a:gd name="connsiteX4" fmla="*/ 895735 w 895735"/>
                <a:gd name="connsiteY4" fmla="*/ 791428 h 1650894"/>
                <a:gd name="connsiteX5" fmla="*/ 209164 w 895735"/>
                <a:gd name="connsiteY5" fmla="*/ 1637169 h 1650894"/>
                <a:gd name="connsiteX6" fmla="*/ 5740 w 895735"/>
                <a:gd name="connsiteY6" fmla="*/ 1265089 h 1650894"/>
                <a:gd name="connsiteX7" fmla="*/ 424705 w 895735"/>
                <a:gd name="connsiteY7" fmla="*/ 867118 h 1650894"/>
                <a:gd name="connsiteX8" fmla="*/ 7446 w 895735"/>
                <a:gd name="connsiteY8" fmla="*/ 791428 h 1650894"/>
                <a:gd name="connsiteX9" fmla="*/ 7446 w 895735"/>
                <a:gd name="connsiteY9" fmla="*/ 26797 h 1650894"/>
                <a:gd name="connsiteX0" fmla="*/ 1706 w 889995"/>
                <a:gd name="connsiteY0" fmla="*/ 26797 h 1650483"/>
                <a:gd name="connsiteX1" fmla="*/ 28503 w 889995"/>
                <a:gd name="connsiteY1" fmla="*/ 0 h 1650483"/>
                <a:gd name="connsiteX2" fmla="*/ 863198 w 889995"/>
                <a:gd name="connsiteY2" fmla="*/ 0 h 1650483"/>
                <a:gd name="connsiteX3" fmla="*/ 889995 w 889995"/>
                <a:gd name="connsiteY3" fmla="*/ 26797 h 1650483"/>
                <a:gd name="connsiteX4" fmla="*/ 889995 w 889995"/>
                <a:gd name="connsiteY4" fmla="*/ 791428 h 1650483"/>
                <a:gd name="connsiteX5" fmla="*/ 203424 w 889995"/>
                <a:gd name="connsiteY5" fmla="*/ 1637169 h 1650483"/>
                <a:gd name="connsiteX6" fmla="*/ 0 w 889995"/>
                <a:gd name="connsiteY6" fmla="*/ 1265089 h 1650483"/>
                <a:gd name="connsiteX7" fmla="*/ 418965 w 889995"/>
                <a:gd name="connsiteY7" fmla="*/ 867118 h 1650483"/>
                <a:gd name="connsiteX8" fmla="*/ 1706 w 889995"/>
                <a:gd name="connsiteY8" fmla="*/ 791428 h 1650483"/>
                <a:gd name="connsiteX9" fmla="*/ 1706 w 889995"/>
                <a:gd name="connsiteY9" fmla="*/ 26797 h 1650483"/>
                <a:gd name="connsiteX0" fmla="*/ 1706 w 889995"/>
                <a:gd name="connsiteY0" fmla="*/ 26797 h 1637169"/>
                <a:gd name="connsiteX1" fmla="*/ 28503 w 889995"/>
                <a:gd name="connsiteY1" fmla="*/ 0 h 1637169"/>
                <a:gd name="connsiteX2" fmla="*/ 863198 w 889995"/>
                <a:gd name="connsiteY2" fmla="*/ 0 h 1637169"/>
                <a:gd name="connsiteX3" fmla="*/ 889995 w 889995"/>
                <a:gd name="connsiteY3" fmla="*/ 26797 h 1637169"/>
                <a:gd name="connsiteX4" fmla="*/ 889995 w 889995"/>
                <a:gd name="connsiteY4" fmla="*/ 791428 h 1637169"/>
                <a:gd name="connsiteX5" fmla="*/ 203424 w 889995"/>
                <a:gd name="connsiteY5" fmla="*/ 1637169 h 1637169"/>
                <a:gd name="connsiteX6" fmla="*/ 0 w 889995"/>
                <a:gd name="connsiteY6" fmla="*/ 1265089 h 1637169"/>
                <a:gd name="connsiteX7" fmla="*/ 418965 w 889995"/>
                <a:gd name="connsiteY7" fmla="*/ 867118 h 1637169"/>
                <a:gd name="connsiteX8" fmla="*/ 1706 w 889995"/>
                <a:gd name="connsiteY8" fmla="*/ 791428 h 1637169"/>
                <a:gd name="connsiteX9" fmla="*/ 1706 w 889995"/>
                <a:gd name="connsiteY9" fmla="*/ 26797 h 1637169"/>
                <a:gd name="connsiteX0" fmla="*/ 1706 w 889995"/>
                <a:gd name="connsiteY0" fmla="*/ 26797 h 1637169"/>
                <a:gd name="connsiteX1" fmla="*/ 28503 w 889995"/>
                <a:gd name="connsiteY1" fmla="*/ 0 h 1637169"/>
                <a:gd name="connsiteX2" fmla="*/ 863198 w 889995"/>
                <a:gd name="connsiteY2" fmla="*/ 0 h 1637169"/>
                <a:gd name="connsiteX3" fmla="*/ 889995 w 889995"/>
                <a:gd name="connsiteY3" fmla="*/ 26797 h 1637169"/>
                <a:gd name="connsiteX4" fmla="*/ 889995 w 889995"/>
                <a:gd name="connsiteY4" fmla="*/ 791428 h 1637169"/>
                <a:gd name="connsiteX5" fmla="*/ 203424 w 889995"/>
                <a:gd name="connsiteY5" fmla="*/ 1637169 h 1637169"/>
                <a:gd name="connsiteX6" fmla="*/ 0 w 889995"/>
                <a:gd name="connsiteY6" fmla="*/ 1265089 h 1637169"/>
                <a:gd name="connsiteX7" fmla="*/ 418965 w 889995"/>
                <a:gd name="connsiteY7" fmla="*/ 867118 h 1637169"/>
                <a:gd name="connsiteX8" fmla="*/ 1706 w 889995"/>
                <a:gd name="connsiteY8" fmla="*/ 791428 h 1637169"/>
                <a:gd name="connsiteX9" fmla="*/ 1706 w 889995"/>
                <a:gd name="connsiteY9" fmla="*/ 26797 h 1637169"/>
                <a:gd name="connsiteX0" fmla="*/ 1706 w 889995"/>
                <a:gd name="connsiteY0" fmla="*/ 26797 h 1637169"/>
                <a:gd name="connsiteX1" fmla="*/ 28503 w 889995"/>
                <a:gd name="connsiteY1" fmla="*/ 0 h 1637169"/>
                <a:gd name="connsiteX2" fmla="*/ 863198 w 889995"/>
                <a:gd name="connsiteY2" fmla="*/ 0 h 1637169"/>
                <a:gd name="connsiteX3" fmla="*/ 889995 w 889995"/>
                <a:gd name="connsiteY3" fmla="*/ 26797 h 1637169"/>
                <a:gd name="connsiteX4" fmla="*/ 889995 w 889995"/>
                <a:gd name="connsiteY4" fmla="*/ 791428 h 1637169"/>
                <a:gd name="connsiteX5" fmla="*/ 203424 w 889995"/>
                <a:gd name="connsiteY5" fmla="*/ 1637169 h 1637169"/>
                <a:gd name="connsiteX6" fmla="*/ 0 w 889995"/>
                <a:gd name="connsiteY6" fmla="*/ 1265089 h 1637169"/>
                <a:gd name="connsiteX7" fmla="*/ 418965 w 889995"/>
                <a:gd name="connsiteY7" fmla="*/ 867118 h 1637169"/>
                <a:gd name="connsiteX8" fmla="*/ 1706 w 889995"/>
                <a:gd name="connsiteY8" fmla="*/ 791428 h 1637169"/>
                <a:gd name="connsiteX9" fmla="*/ 1706 w 889995"/>
                <a:gd name="connsiteY9" fmla="*/ 26797 h 1637169"/>
                <a:gd name="connsiteX0" fmla="*/ 1706 w 889995"/>
                <a:gd name="connsiteY0" fmla="*/ 26797 h 1637169"/>
                <a:gd name="connsiteX1" fmla="*/ 28503 w 889995"/>
                <a:gd name="connsiteY1" fmla="*/ 0 h 1637169"/>
                <a:gd name="connsiteX2" fmla="*/ 863198 w 889995"/>
                <a:gd name="connsiteY2" fmla="*/ 0 h 1637169"/>
                <a:gd name="connsiteX3" fmla="*/ 889995 w 889995"/>
                <a:gd name="connsiteY3" fmla="*/ 26797 h 1637169"/>
                <a:gd name="connsiteX4" fmla="*/ 889995 w 889995"/>
                <a:gd name="connsiteY4" fmla="*/ 791428 h 1637169"/>
                <a:gd name="connsiteX5" fmla="*/ 203424 w 889995"/>
                <a:gd name="connsiteY5" fmla="*/ 1637169 h 1637169"/>
                <a:gd name="connsiteX6" fmla="*/ 0 w 889995"/>
                <a:gd name="connsiteY6" fmla="*/ 1265089 h 1637169"/>
                <a:gd name="connsiteX7" fmla="*/ 418965 w 889995"/>
                <a:gd name="connsiteY7" fmla="*/ 867118 h 1637169"/>
                <a:gd name="connsiteX8" fmla="*/ 1706 w 889995"/>
                <a:gd name="connsiteY8" fmla="*/ 791428 h 1637169"/>
                <a:gd name="connsiteX9" fmla="*/ 1706 w 889995"/>
                <a:gd name="connsiteY9" fmla="*/ 26797 h 1637169"/>
                <a:gd name="connsiteX0" fmla="*/ 1706 w 889995"/>
                <a:gd name="connsiteY0" fmla="*/ 26797 h 1637169"/>
                <a:gd name="connsiteX1" fmla="*/ 28503 w 889995"/>
                <a:gd name="connsiteY1" fmla="*/ 0 h 1637169"/>
                <a:gd name="connsiteX2" fmla="*/ 863198 w 889995"/>
                <a:gd name="connsiteY2" fmla="*/ 0 h 1637169"/>
                <a:gd name="connsiteX3" fmla="*/ 889995 w 889995"/>
                <a:gd name="connsiteY3" fmla="*/ 26797 h 1637169"/>
                <a:gd name="connsiteX4" fmla="*/ 889995 w 889995"/>
                <a:gd name="connsiteY4" fmla="*/ 791428 h 1637169"/>
                <a:gd name="connsiteX5" fmla="*/ 203424 w 889995"/>
                <a:gd name="connsiteY5" fmla="*/ 1637169 h 1637169"/>
                <a:gd name="connsiteX6" fmla="*/ 0 w 889995"/>
                <a:gd name="connsiteY6" fmla="*/ 1265089 h 1637169"/>
                <a:gd name="connsiteX7" fmla="*/ 417744 w 889995"/>
                <a:gd name="connsiteY7" fmla="*/ 844648 h 1637169"/>
                <a:gd name="connsiteX8" fmla="*/ 1706 w 889995"/>
                <a:gd name="connsiteY8" fmla="*/ 791428 h 1637169"/>
                <a:gd name="connsiteX9" fmla="*/ 1706 w 889995"/>
                <a:gd name="connsiteY9" fmla="*/ 26797 h 1637169"/>
                <a:gd name="connsiteX0" fmla="*/ 1706 w 889995"/>
                <a:gd name="connsiteY0" fmla="*/ 26797 h 1637169"/>
                <a:gd name="connsiteX1" fmla="*/ 28503 w 889995"/>
                <a:gd name="connsiteY1" fmla="*/ 0 h 1637169"/>
                <a:gd name="connsiteX2" fmla="*/ 863198 w 889995"/>
                <a:gd name="connsiteY2" fmla="*/ 0 h 1637169"/>
                <a:gd name="connsiteX3" fmla="*/ 889995 w 889995"/>
                <a:gd name="connsiteY3" fmla="*/ 26797 h 1637169"/>
                <a:gd name="connsiteX4" fmla="*/ 889995 w 889995"/>
                <a:gd name="connsiteY4" fmla="*/ 791428 h 1637169"/>
                <a:gd name="connsiteX5" fmla="*/ 203424 w 889995"/>
                <a:gd name="connsiteY5" fmla="*/ 1637169 h 1637169"/>
                <a:gd name="connsiteX6" fmla="*/ 0 w 889995"/>
                <a:gd name="connsiteY6" fmla="*/ 1265089 h 1637169"/>
                <a:gd name="connsiteX7" fmla="*/ 417744 w 889995"/>
                <a:gd name="connsiteY7" fmla="*/ 844648 h 1637169"/>
                <a:gd name="connsiteX8" fmla="*/ 1706 w 889995"/>
                <a:gd name="connsiteY8" fmla="*/ 791428 h 1637169"/>
                <a:gd name="connsiteX9" fmla="*/ 1706 w 889995"/>
                <a:gd name="connsiteY9" fmla="*/ 26797 h 1637169"/>
                <a:gd name="connsiteX0" fmla="*/ 1706 w 889995"/>
                <a:gd name="connsiteY0" fmla="*/ 26797 h 1637169"/>
                <a:gd name="connsiteX1" fmla="*/ 28503 w 889995"/>
                <a:gd name="connsiteY1" fmla="*/ 0 h 1637169"/>
                <a:gd name="connsiteX2" fmla="*/ 863198 w 889995"/>
                <a:gd name="connsiteY2" fmla="*/ 0 h 1637169"/>
                <a:gd name="connsiteX3" fmla="*/ 889995 w 889995"/>
                <a:gd name="connsiteY3" fmla="*/ 26797 h 1637169"/>
                <a:gd name="connsiteX4" fmla="*/ 889995 w 889995"/>
                <a:gd name="connsiteY4" fmla="*/ 791428 h 1637169"/>
                <a:gd name="connsiteX5" fmla="*/ 203424 w 889995"/>
                <a:gd name="connsiteY5" fmla="*/ 1637169 h 1637169"/>
                <a:gd name="connsiteX6" fmla="*/ 0 w 889995"/>
                <a:gd name="connsiteY6" fmla="*/ 1265089 h 1637169"/>
                <a:gd name="connsiteX7" fmla="*/ 417744 w 889995"/>
                <a:gd name="connsiteY7" fmla="*/ 844648 h 1637169"/>
                <a:gd name="connsiteX8" fmla="*/ 1706 w 889995"/>
                <a:gd name="connsiteY8" fmla="*/ 791428 h 1637169"/>
                <a:gd name="connsiteX9" fmla="*/ 1706 w 889995"/>
                <a:gd name="connsiteY9" fmla="*/ 26797 h 1637169"/>
                <a:gd name="connsiteX0" fmla="*/ 1706 w 889995"/>
                <a:gd name="connsiteY0" fmla="*/ 26797 h 1637169"/>
                <a:gd name="connsiteX1" fmla="*/ 28503 w 889995"/>
                <a:gd name="connsiteY1" fmla="*/ 0 h 1637169"/>
                <a:gd name="connsiteX2" fmla="*/ 863198 w 889995"/>
                <a:gd name="connsiteY2" fmla="*/ 0 h 1637169"/>
                <a:gd name="connsiteX3" fmla="*/ 889995 w 889995"/>
                <a:gd name="connsiteY3" fmla="*/ 26797 h 1637169"/>
                <a:gd name="connsiteX4" fmla="*/ 889995 w 889995"/>
                <a:gd name="connsiteY4" fmla="*/ 791428 h 1637169"/>
                <a:gd name="connsiteX5" fmla="*/ 203424 w 889995"/>
                <a:gd name="connsiteY5" fmla="*/ 1637169 h 1637169"/>
                <a:gd name="connsiteX6" fmla="*/ 0 w 889995"/>
                <a:gd name="connsiteY6" fmla="*/ 1265089 h 1637169"/>
                <a:gd name="connsiteX7" fmla="*/ 417744 w 889995"/>
                <a:gd name="connsiteY7" fmla="*/ 844648 h 1637169"/>
                <a:gd name="connsiteX8" fmla="*/ 1706 w 889995"/>
                <a:gd name="connsiteY8" fmla="*/ 791428 h 1637169"/>
                <a:gd name="connsiteX9" fmla="*/ 1706 w 889995"/>
                <a:gd name="connsiteY9" fmla="*/ 26797 h 1637169"/>
                <a:gd name="connsiteX0" fmla="*/ 1706 w 889995"/>
                <a:gd name="connsiteY0" fmla="*/ 26797 h 1637169"/>
                <a:gd name="connsiteX1" fmla="*/ 28503 w 889995"/>
                <a:gd name="connsiteY1" fmla="*/ 0 h 1637169"/>
                <a:gd name="connsiteX2" fmla="*/ 863198 w 889995"/>
                <a:gd name="connsiteY2" fmla="*/ 0 h 1637169"/>
                <a:gd name="connsiteX3" fmla="*/ 889995 w 889995"/>
                <a:gd name="connsiteY3" fmla="*/ 26797 h 1637169"/>
                <a:gd name="connsiteX4" fmla="*/ 889995 w 889995"/>
                <a:gd name="connsiteY4" fmla="*/ 791428 h 1637169"/>
                <a:gd name="connsiteX5" fmla="*/ 203424 w 889995"/>
                <a:gd name="connsiteY5" fmla="*/ 1637169 h 1637169"/>
                <a:gd name="connsiteX6" fmla="*/ 0 w 889995"/>
                <a:gd name="connsiteY6" fmla="*/ 1265089 h 1637169"/>
                <a:gd name="connsiteX7" fmla="*/ 417744 w 889995"/>
                <a:gd name="connsiteY7" fmla="*/ 844648 h 1637169"/>
                <a:gd name="connsiteX8" fmla="*/ 1706 w 889995"/>
                <a:gd name="connsiteY8" fmla="*/ 791428 h 1637169"/>
                <a:gd name="connsiteX9" fmla="*/ 1706 w 889995"/>
                <a:gd name="connsiteY9" fmla="*/ 26797 h 1637169"/>
                <a:gd name="connsiteX0" fmla="*/ 1706 w 889995"/>
                <a:gd name="connsiteY0" fmla="*/ 26797 h 1637169"/>
                <a:gd name="connsiteX1" fmla="*/ 28503 w 889995"/>
                <a:gd name="connsiteY1" fmla="*/ 0 h 1637169"/>
                <a:gd name="connsiteX2" fmla="*/ 863198 w 889995"/>
                <a:gd name="connsiteY2" fmla="*/ 0 h 1637169"/>
                <a:gd name="connsiteX3" fmla="*/ 889995 w 889995"/>
                <a:gd name="connsiteY3" fmla="*/ 26797 h 1637169"/>
                <a:gd name="connsiteX4" fmla="*/ 889995 w 889995"/>
                <a:gd name="connsiteY4" fmla="*/ 791428 h 1637169"/>
                <a:gd name="connsiteX5" fmla="*/ 203424 w 889995"/>
                <a:gd name="connsiteY5" fmla="*/ 1637169 h 1637169"/>
                <a:gd name="connsiteX6" fmla="*/ 0 w 889995"/>
                <a:gd name="connsiteY6" fmla="*/ 1265089 h 1637169"/>
                <a:gd name="connsiteX7" fmla="*/ 417744 w 889995"/>
                <a:gd name="connsiteY7" fmla="*/ 844648 h 1637169"/>
                <a:gd name="connsiteX8" fmla="*/ 1706 w 889995"/>
                <a:gd name="connsiteY8" fmla="*/ 791428 h 1637169"/>
                <a:gd name="connsiteX9" fmla="*/ 1706 w 889995"/>
                <a:gd name="connsiteY9" fmla="*/ 26797 h 1637169"/>
                <a:gd name="connsiteX0" fmla="*/ 1706 w 889995"/>
                <a:gd name="connsiteY0" fmla="*/ 26797 h 1637169"/>
                <a:gd name="connsiteX1" fmla="*/ 28503 w 889995"/>
                <a:gd name="connsiteY1" fmla="*/ 0 h 1637169"/>
                <a:gd name="connsiteX2" fmla="*/ 863198 w 889995"/>
                <a:gd name="connsiteY2" fmla="*/ 0 h 1637169"/>
                <a:gd name="connsiteX3" fmla="*/ 889995 w 889995"/>
                <a:gd name="connsiteY3" fmla="*/ 26797 h 1637169"/>
                <a:gd name="connsiteX4" fmla="*/ 889995 w 889995"/>
                <a:gd name="connsiteY4" fmla="*/ 791428 h 1637169"/>
                <a:gd name="connsiteX5" fmla="*/ 203424 w 889995"/>
                <a:gd name="connsiteY5" fmla="*/ 1637169 h 1637169"/>
                <a:gd name="connsiteX6" fmla="*/ 0 w 889995"/>
                <a:gd name="connsiteY6" fmla="*/ 1265089 h 1637169"/>
                <a:gd name="connsiteX7" fmla="*/ 417744 w 889995"/>
                <a:gd name="connsiteY7" fmla="*/ 844648 h 1637169"/>
                <a:gd name="connsiteX8" fmla="*/ 1706 w 889995"/>
                <a:gd name="connsiteY8" fmla="*/ 791428 h 1637169"/>
                <a:gd name="connsiteX9" fmla="*/ 1706 w 889995"/>
                <a:gd name="connsiteY9" fmla="*/ 26797 h 1637169"/>
                <a:gd name="connsiteX0" fmla="*/ 1706 w 889995"/>
                <a:gd name="connsiteY0" fmla="*/ 26797 h 1637169"/>
                <a:gd name="connsiteX1" fmla="*/ 28503 w 889995"/>
                <a:gd name="connsiteY1" fmla="*/ 0 h 1637169"/>
                <a:gd name="connsiteX2" fmla="*/ 863198 w 889995"/>
                <a:gd name="connsiteY2" fmla="*/ 0 h 1637169"/>
                <a:gd name="connsiteX3" fmla="*/ 889995 w 889995"/>
                <a:gd name="connsiteY3" fmla="*/ 26797 h 1637169"/>
                <a:gd name="connsiteX4" fmla="*/ 889995 w 889995"/>
                <a:gd name="connsiteY4" fmla="*/ 791428 h 1637169"/>
                <a:gd name="connsiteX5" fmla="*/ 203424 w 889995"/>
                <a:gd name="connsiteY5" fmla="*/ 1637169 h 1637169"/>
                <a:gd name="connsiteX6" fmla="*/ 0 w 889995"/>
                <a:gd name="connsiteY6" fmla="*/ 1265089 h 1637169"/>
                <a:gd name="connsiteX7" fmla="*/ 417744 w 889995"/>
                <a:gd name="connsiteY7" fmla="*/ 844648 h 1637169"/>
                <a:gd name="connsiteX8" fmla="*/ 1706 w 889995"/>
                <a:gd name="connsiteY8" fmla="*/ 791428 h 1637169"/>
                <a:gd name="connsiteX9" fmla="*/ 1706 w 889995"/>
                <a:gd name="connsiteY9" fmla="*/ 26797 h 1637169"/>
                <a:gd name="connsiteX0" fmla="*/ 1706 w 889995"/>
                <a:gd name="connsiteY0" fmla="*/ 26797 h 1637169"/>
                <a:gd name="connsiteX1" fmla="*/ 28503 w 889995"/>
                <a:gd name="connsiteY1" fmla="*/ 0 h 1637169"/>
                <a:gd name="connsiteX2" fmla="*/ 863198 w 889995"/>
                <a:gd name="connsiteY2" fmla="*/ 0 h 1637169"/>
                <a:gd name="connsiteX3" fmla="*/ 889995 w 889995"/>
                <a:gd name="connsiteY3" fmla="*/ 26797 h 1637169"/>
                <a:gd name="connsiteX4" fmla="*/ 889995 w 889995"/>
                <a:gd name="connsiteY4" fmla="*/ 791428 h 1637169"/>
                <a:gd name="connsiteX5" fmla="*/ 203424 w 889995"/>
                <a:gd name="connsiteY5" fmla="*/ 1637169 h 1637169"/>
                <a:gd name="connsiteX6" fmla="*/ 0 w 889995"/>
                <a:gd name="connsiteY6" fmla="*/ 1265089 h 1637169"/>
                <a:gd name="connsiteX7" fmla="*/ 425547 w 889995"/>
                <a:gd name="connsiteY7" fmla="*/ 843097 h 1637169"/>
                <a:gd name="connsiteX8" fmla="*/ 1706 w 889995"/>
                <a:gd name="connsiteY8" fmla="*/ 791428 h 1637169"/>
                <a:gd name="connsiteX9" fmla="*/ 1706 w 889995"/>
                <a:gd name="connsiteY9" fmla="*/ 26797 h 1637169"/>
                <a:gd name="connsiteX0" fmla="*/ 1706 w 889995"/>
                <a:gd name="connsiteY0" fmla="*/ 26797 h 1637169"/>
                <a:gd name="connsiteX1" fmla="*/ 28503 w 889995"/>
                <a:gd name="connsiteY1" fmla="*/ 0 h 1637169"/>
                <a:gd name="connsiteX2" fmla="*/ 863198 w 889995"/>
                <a:gd name="connsiteY2" fmla="*/ 0 h 1637169"/>
                <a:gd name="connsiteX3" fmla="*/ 889995 w 889995"/>
                <a:gd name="connsiteY3" fmla="*/ 26797 h 1637169"/>
                <a:gd name="connsiteX4" fmla="*/ 889995 w 889995"/>
                <a:gd name="connsiteY4" fmla="*/ 791428 h 1637169"/>
                <a:gd name="connsiteX5" fmla="*/ 203424 w 889995"/>
                <a:gd name="connsiteY5" fmla="*/ 1637169 h 1637169"/>
                <a:gd name="connsiteX6" fmla="*/ 0 w 889995"/>
                <a:gd name="connsiteY6" fmla="*/ 1265089 h 1637169"/>
                <a:gd name="connsiteX7" fmla="*/ 425547 w 889995"/>
                <a:gd name="connsiteY7" fmla="*/ 843097 h 1637169"/>
                <a:gd name="connsiteX8" fmla="*/ 1706 w 889995"/>
                <a:gd name="connsiteY8" fmla="*/ 791428 h 1637169"/>
                <a:gd name="connsiteX9" fmla="*/ 1706 w 889995"/>
                <a:gd name="connsiteY9" fmla="*/ 26797 h 1637169"/>
                <a:gd name="connsiteX0" fmla="*/ 1706 w 889995"/>
                <a:gd name="connsiteY0" fmla="*/ 26797 h 1637169"/>
                <a:gd name="connsiteX1" fmla="*/ 28503 w 889995"/>
                <a:gd name="connsiteY1" fmla="*/ 0 h 1637169"/>
                <a:gd name="connsiteX2" fmla="*/ 863198 w 889995"/>
                <a:gd name="connsiteY2" fmla="*/ 0 h 1637169"/>
                <a:gd name="connsiteX3" fmla="*/ 889995 w 889995"/>
                <a:gd name="connsiteY3" fmla="*/ 26797 h 1637169"/>
                <a:gd name="connsiteX4" fmla="*/ 889995 w 889995"/>
                <a:gd name="connsiteY4" fmla="*/ 791428 h 1637169"/>
                <a:gd name="connsiteX5" fmla="*/ 203424 w 889995"/>
                <a:gd name="connsiteY5" fmla="*/ 1637169 h 1637169"/>
                <a:gd name="connsiteX6" fmla="*/ 0 w 889995"/>
                <a:gd name="connsiteY6" fmla="*/ 1265089 h 1637169"/>
                <a:gd name="connsiteX7" fmla="*/ 425547 w 889995"/>
                <a:gd name="connsiteY7" fmla="*/ 843097 h 1637169"/>
                <a:gd name="connsiteX8" fmla="*/ 1706 w 889995"/>
                <a:gd name="connsiteY8" fmla="*/ 791428 h 1637169"/>
                <a:gd name="connsiteX9" fmla="*/ 1706 w 889995"/>
                <a:gd name="connsiteY9" fmla="*/ 26797 h 1637169"/>
                <a:gd name="connsiteX0" fmla="*/ 1706 w 889995"/>
                <a:gd name="connsiteY0" fmla="*/ 26797 h 1637169"/>
                <a:gd name="connsiteX1" fmla="*/ 28503 w 889995"/>
                <a:gd name="connsiteY1" fmla="*/ 0 h 1637169"/>
                <a:gd name="connsiteX2" fmla="*/ 863198 w 889995"/>
                <a:gd name="connsiteY2" fmla="*/ 0 h 1637169"/>
                <a:gd name="connsiteX3" fmla="*/ 889995 w 889995"/>
                <a:gd name="connsiteY3" fmla="*/ 26797 h 1637169"/>
                <a:gd name="connsiteX4" fmla="*/ 889995 w 889995"/>
                <a:gd name="connsiteY4" fmla="*/ 791428 h 1637169"/>
                <a:gd name="connsiteX5" fmla="*/ 203424 w 889995"/>
                <a:gd name="connsiteY5" fmla="*/ 1637169 h 1637169"/>
                <a:gd name="connsiteX6" fmla="*/ 0 w 889995"/>
                <a:gd name="connsiteY6" fmla="*/ 1265089 h 1637169"/>
                <a:gd name="connsiteX7" fmla="*/ 425547 w 889995"/>
                <a:gd name="connsiteY7" fmla="*/ 843097 h 1637169"/>
                <a:gd name="connsiteX8" fmla="*/ 1706 w 889995"/>
                <a:gd name="connsiteY8" fmla="*/ 791428 h 1637169"/>
                <a:gd name="connsiteX9" fmla="*/ 1706 w 889995"/>
                <a:gd name="connsiteY9" fmla="*/ 26797 h 1637169"/>
                <a:gd name="connsiteX0" fmla="*/ 1706 w 889995"/>
                <a:gd name="connsiteY0" fmla="*/ 26797 h 1637169"/>
                <a:gd name="connsiteX1" fmla="*/ 28503 w 889995"/>
                <a:gd name="connsiteY1" fmla="*/ 0 h 1637169"/>
                <a:gd name="connsiteX2" fmla="*/ 863198 w 889995"/>
                <a:gd name="connsiteY2" fmla="*/ 0 h 1637169"/>
                <a:gd name="connsiteX3" fmla="*/ 889995 w 889995"/>
                <a:gd name="connsiteY3" fmla="*/ 26797 h 1637169"/>
                <a:gd name="connsiteX4" fmla="*/ 889995 w 889995"/>
                <a:gd name="connsiteY4" fmla="*/ 791428 h 1637169"/>
                <a:gd name="connsiteX5" fmla="*/ 203424 w 889995"/>
                <a:gd name="connsiteY5" fmla="*/ 1637169 h 1637169"/>
                <a:gd name="connsiteX6" fmla="*/ 0 w 889995"/>
                <a:gd name="connsiteY6" fmla="*/ 1265089 h 1637169"/>
                <a:gd name="connsiteX7" fmla="*/ 425547 w 889995"/>
                <a:gd name="connsiteY7" fmla="*/ 843097 h 1637169"/>
                <a:gd name="connsiteX8" fmla="*/ 1706 w 889995"/>
                <a:gd name="connsiteY8" fmla="*/ 791428 h 1637169"/>
                <a:gd name="connsiteX9" fmla="*/ 1706 w 889995"/>
                <a:gd name="connsiteY9" fmla="*/ 26797 h 1637169"/>
                <a:gd name="connsiteX0" fmla="*/ 1706 w 889995"/>
                <a:gd name="connsiteY0" fmla="*/ 26797 h 1637169"/>
                <a:gd name="connsiteX1" fmla="*/ 28503 w 889995"/>
                <a:gd name="connsiteY1" fmla="*/ 0 h 1637169"/>
                <a:gd name="connsiteX2" fmla="*/ 863198 w 889995"/>
                <a:gd name="connsiteY2" fmla="*/ 0 h 1637169"/>
                <a:gd name="connsiteX3" fmla="*/ 889995 w 889995"/>
                <a:gd name="connsiteY3" fmla="*/ 26797 h 1637169"/>
                <a:gd name="connsiteX4" fmla="*/ 889995 w 889995"/>
                <a:gd name="connsiteY4" fmla="*/ 791428 h 1637169"/>
                <a:gd name="connsiteX5" fmla="*/ 203424 w 889995"/>
                <a:gd name="connsiteY5" fmla="*/ 1637169 h 1637169"/>
                <a:gd name="connsiteX6" fmla="*/ 0 w 889995"/>
                <a:gd name="connsiteY6" fmla="*/ 1265089 h 1637169"/>
                <a:gd name="connsiteX7" fmla="*/ 425547 w 889995"/>
                <a:gd name="connsiteY7" fmla="*/ 843097 h 1637169"/>
                <a:gd name="connsiteX8" fmla="*/ 1706 w 889995"/>
                <a:gd name="connsiteY8" fmla="*/ 791428 h 1637169"/>
                <a:gd name="connsiteX9" fmla="*/ 1706 w 889995"/>
                <a:gd name="connsiteY9" fmla="*/ 26797 h 1637169"/>
                <a:gd name="connsiteX0" fmla="*/ 1706 w 889995"/>
                <a:gd name="connsiteY0" fmla="*/ 29683 h 1640055"/>
                <a:gd name="connsiteX1" fmla="*/ 28503 w 889995"/>
                <a:gd name="connsiteY1" fmla="*/ 2886 h 1640055"/>
                <a:gd name="connsiteX2" fmla="*/ 863163 w 889995"/>
                <a:gd name="connsiteY2" fmla="*/ 0 h 1640055"/>
                <a:gd name="connsiteX3" fmla="*/ 889995 w 889995"/>
                <a:gd name="connsiteY3" fmla="*/ 29683 h 1640055"/>
                <a:gd name="connsiteX4" fmla="*/ 889995 w 889995"/>
                <a:gd name="connsiteY4" fmla="*/ 794314 h 1640055"/>
                <a:gd name="connsiteX5" fmla="*/ 203424 w 889995"/>
                <a:gd name="connsiteY5" fmla="*/ 1640055 h 1640055"/>
                <a:gd name="connsiteX6" fmla="*/ 0 w 889995"/>
                <a:gd name="connsiteY6" fmla="*/ 1267975 h 1640055"/>
                <a:gd name="connsiteX7" fmla="*/ 425547 w 889995"/>
                <a:gd name="connsiteY7" fmla="*/ 845983 h 1640055"/>
                <a:gd name="connsiteX8" fmla="*/ 1706 w 889995"/>
                <a:gd name="connsiteY8" fmla="*/ 794314 h 1640055"/>
                <a:gd name="connsiteX9" fmla="*/ 1706 w 889995"/>
                <a:gd name="connsiteY9" fmla="*/ 29683 h 1640055"/>
                <a:gd name="connsiteX0" fmla="*/ 1706 w 889995"/>
                <a:gd name="connsiteY0" fmla="*/ 35487 h 1645859"/>
                <a:gd name="connsiteX1" fmla="*/ 28503 w 889995"/>
                <a:gd name="connsiteY1" fmla="*/ 8690 h 1645859"/>
                <a:gd name="connsiteX2" fmla="*/ 865980 w 889995"/>
                <a:gd name="connsiteY2" fmla="*/ 0 h 1645859"/>
                <a:gd name="connsiteX3" fmla="*/ 889995 w 889995"/>
                <a:gd name="connsiteY3" fmla="*/ 35487 h 1645859"/>
                <a:gd name="connsiteX4" fmla="*/ 889995 w 889995"/>
                <a:gd name="connsiteY4" fmla="*/ 800118 h 1645859"/>
                <a:gd name="connsiteX5" fmla="*/ 203424 w 889995"/>
                <a:gd name="connsiteY5" fmla="*/ 1645859 h 1645859"/>
                <a:gd name="connsiteX6" fmla="*/ 0 w 889995"/>
                <a:gd name="connsiteY6" fmla="*/ 1273779 h 1645859"/>
                <a:gd name="connsiteX7" fmla="*/ 425547 w 889995"/>
                <a:gd name="connsiteY7" fmla="*/ 851787 h 1645859"/>
                <a:gd name="connsiteX8" fmla="*/ 1706 w 889995"/>
                <a:gd name="connsiteY8" fmla="*/ 800118 h 1645859"/>
                <a:gd name="connsiteX9" fmla="*/ 1706 w 889995"/>
                <a:gd name="connsiteY9" fmla="*/ 35487 h 1645859"/>
                <a:gd name="connsiteX0" fmla="*/ 1706 w 889995"/>
                <a:gd name="connsiteY0" fmla="*/ 39664 h 1650036"/>
                <a:gd name="connsiteX1" fmla="*/ 28503 w 889995"/>
                <a:gd name="connsiteY1" fmla="*/ 12867 h 1650036"/>
                <a:gd name="connsiteX2" fmla="*/ 865930 w 889995"/>
                <a:gd name="connsiteY2" fmla="*/ 0 h 1650036"/>
                <a:gd name="connsiteX3" fmla="*/ 889995 w 889995"/>
                <a:gd name="connsiteY3" fmla="*/ 39664 h 1650036"/>
                <a:gd name="connsiteX4" fmla="*/ 889995 w 889995"/>
                <a:gd name="connsiteY4" fmla="*/ 804295 h 1650036"/>
                <a:gd name="connsiteX5" fmla="*/ 203424 w 889995"/>
                <a:gd name="connsiteY5" fmla="*/ 1650036 h 1650036"/>
                <a:gd name="connsiteX6" fmla="*/ 0 w 889995"/>
                <a:gd name="connsiteY6" fmla="*/ 1277956 h 1650036"/>
                <a:gd name="connsiteX7" fmla="*/ 425547 w 889995"/>
                <a:gd name="connsiteY7" fmla="*/ 855964 h 1650036"/>
                <a:gd name="connsiteX8" fmla="*/ 1706 w 889995"/>
                <a:gd name="connsiteY8" fmla="*/ 804295 h 1650036"/>
                <a:gd name="connsiteX9" fmla="*/ 1706 w 889995"/>
                <a:gd name="connsiteY9" fmla="*/ 39664 h 1650036"/>
                <a:gd name="connsiteX0" fmla="*/ 1706 w 889995"/>
                <a:gd name="connsiteY0" fmla="*/ 37452 h 1647824"/>
                <a:gd name="connsiteX1" fmla="*/ 28503 w 889995"/>
                <a:gd name="connsiteY1" fmla="*/ 10655 h 1647824"/>
                <a:gd name="connsiteX2" fmla="*/ 855515 w 889995"/>
                <a:gd name="connsiteY2" fmla="*/ 0 h 1647824"/>
                <a:gd name="connsiteX3" fmla="*/ 889995 w 889995"/>
                <a:gd name="connsiteY3" fmla="*/ 37452 h 1647824"/>
                <a:gd name="connsiteX4" fmla="*/ 889995 w 889995"/>
                <a:gd name="connsiteY4" fmla="*/ 802083 h 1647824"/>
                <a:gd name="connsiteX5" fmla="*/ 203424 w 889995"/>
                <a:gd name="connsiteY5" fmla="*/ 1647824 h 1647824"/>
                <a:gd name="connsiteX6" fmla="*/ 0 w 889995"/>
                <a:gd name="connsiteY6" fmla="*/ 1275744 h 1647824"/>
                <a:gd name="connsiteX7" fmla="*/ 425547 w 889995"/>
                <a:gd name="connsiteY7" fmla="*/ 853752 h 1647824"/>
                <a:gd name="connsiteX8" fmla="*/ 1706 w 889995"/>
                <a:gd name="connsiteY8" fmla="*/ 802083 h 1647824"/>
                <a:gd name="connsiteX9" fmla="*/ 1706 w 889995"/>
                <a:gd name="connsiteY9" fmla="*/ 37452 h 1647824"/>
                <a:gd name="connsiteX0" fmla="*/ 1706 w 889995"/>
                <a:gd name="connsiteY0" fmla="*/ 37452 h 1647824"/>
                <a:gd name="connsiteX1" fmla="*/ 28503 w 889995"/>
                <a:gd name="connsiteY1" fmla="*/ 10655 h 1647824"/>
                <a:gd name="connsiteX2" fmla="*/ 855515 w 889995"/>
                <a:gd name="connsiteY2" fmla="*/ 0 h 1647824"/>
                <a:gd name="connsiteX3" fmla="*/ 889995 w 889995"/>
                <a:gd name="connsiteY3" fmla="*/ 37452 h 1647824"/>
                <a:gd name="connsiteX4" fmla="*/ 889995 w 889995"/>
                <a:gd name="connsiteY4" fmla="*/ 802083 h 1647824"/>
                <a:gd name="connsiteX5" fmla="*/ 203424 w 889995"/>
                <a:gd name="connsiteY5" fmla="*/ 1647824 h 1647824"/>
                <a:gd name="connsiteX6" fmla="*/ 0 w 889995"/>
                <a:gd name="connsiteY6" fmla="*/ 1275744 h 1647824"/>
                <a:gd name="connsiteX7" fmla="*/ 425547 w 889995"/>
                <a:gd name="connsiteY7" fmla="*/ 853752 h 1647824"/>
                <a:gd name="connsiteX8" fmla="*/ 4305 w 889995"/>
                <a:gd name="connsiteY8" fmla="*/ 802052 h 1647824"/>
                <a:gd name="connsiteX9" fmla="*/ 1706 w 889995"/>
                <a:gd name="connsiteY9" fmla="*/ 37452 h 1647824"/>
                <a:gd name="connsiteX0" fmla="*/ 1706 w 889995"/>
                <a:gd name="connsiteY0" fmla="*/ 37452 h 1647824"/>
                <a:gd name="connsiteX1" fmla="*/ 28503 w 889995"/>
                <a:gd name="connsiteY1" fmla="*/ 10655 h 1647824"/>
                <a:gd name="connsiteX2" fmla="*/ 855515 w 889995"/>
                <a:gd name="connsiteY2" fmla="*/ 0 h 1647824"/>
                <a:gd name="connsiteX3" fmla="*/ 889995 w 889995"/>
                <a:gd name="connsiteY3" fmla="*/ 37452 h 1647824"/>
                <a:gd name="connsiteX4" fmla="*/ 889995 w 889995"/>
                <a:gd name="connsiteY4" fmla="*/ 802083 h 1647824"/>
                <a:gd name="connsiteX5" fmla="*/ 203424 w 889995"/>
                <a:gd name="connsiteY5" fmla="*/ 1647824 h 1647824"/>
                <a:gd name="connsiteX6" fmla="*/ 0 w 889995"/>
                <a:gd name="connsiteY6" fmla="*/ 1275744 h 1647824"/>
                <a:gd name="connsiteX7" fmla="*/ 425547 w 889995"/>
                <a:gd name="connsiteY7" fmla="*/ 853752 h 1647824"/>
                <a:gd name="connsiteX8" fmla="*/ 8657 w 889995"/>
                <a:gd name="connsiteY8" fmla="*/ 803733 h 1647824"/>
                <a:gd name="connsiteX9" fmla="*/ 1706 w 889995"/>
                <a:gd name="connsiteY9" fmla="*/ 37452 h 1647824"/>
                <a:gd name="connsiteX0" fmla="*/ 1706 w 889995"/>
                <a:gd name="connsiteY0" fmla="*/ 37452 h 1647824"/>
                <a:gd name="connsiteX1" fmla="*/ 28503 w 889995"/>
                <a:gd name="connsiteY1" fmla="*/ 10655 h 1647824"/>
                <a:gd name="connsiteX2" fmla="*/ 855515 w 889995"/>
                <a:gd name="connsiteY2" fmla="*/ 0 h 1647824"/>
                <a:gd name="connsiteX3" fmla="*/ 889995 w 889995"/>
                <a:gd name="connsiteY3" fmla="*/ 37452 h 1647824"/>
                <a:gd name="connsiteX4" fmla="*/ 889995 w 889995"/>
                <a:gd name="connsiteY4" fmla="*/ 802083 h 1647824"/>
                <a:gd name="connsiteX5" fmla="*/ 203424 w 889995"/>
                <a:gd name="connsiteY5" fmla="*/ 1647824 h 1647824"/>
                <a:gd name="connsiteX6" fmla="*/ 0 w 889995"/>
                <a:gd name="connsiteY6" fmla="*/ 1275744 h 1647824"/>
                <a:gd name="connsiteX7" fmla="*/ 425547 w 889995"/>
                <a:gd name="connsiteY7" fmla="*/ 853752 h 1647824"/>
                <a:gd name="connsiteX8" fmla="*/ 11256 w 889995"/>
                <a:gd name="connsiteY8" fmla="*/ 803702 h 1647824"/>
                <a:gd name="connsiteX9" fmla="*/ 1706 w 889995"/>
                <a:gd name="connsiteY9" fmla="*/ 37452 h 1647824"/>
                <a:gd name="connsiteX0" fmla="*/ 1706 w 889995"/>
                <a:gd name="connsiteY0" fmla="*/ 37452 h 1647824"/>
                <a:gd name="connsiteX1" fmla="*/ 28503 w 889995"/>
                <a:gd name="connsiteY1" fmla="*/ 10655 h 1647824"/>
                <a:gd name="connsiteX2" fmla="*/ 855515 w 889995"/>
                <a:gd name="connsiteY2" fmla="*/ 0 h 1647824"/>
                <a:gd name="connsiteX3" fmla="*/ 889995 w 889995"/>
                <a:gd name="connsiteY3" fmla="*/ 37452 h 1647824"/>
                <a:gd name="connsiteX4" fmla="*/ 889995 w 889995"/>
                <a:gd name="connsiteY4" fmla="*/ 802083 h 1647824"/>
                <a:gd name="connsiteX5" fmla="*/ 203424 w 889995"/>
                <a:gd name="connsiteY5" fmla="*/ 1647824 h 1647824"/>
                <a:gd name="connsiteX6" fmla="*/ 0 w 889995"/>
                <a:gd name="connsiteY6" fmla="*/ 1275744 h 1647824"/>
                <a:gd name="connsiteX7" fmla="*/ 425547 w 889995"/>
                <a:gd name="connsiteY7" fmla="*/ 853752 h 1647824"/>
                <a:gd name="connsiteX8" fmla="*/ 6904 w 889995"/>
                <a:gd name="connsiteY8" fmla="*/ 802021 h 1647824"/>
                <a:gd name="connsiteX9" fmla="*/ 1706 w 889995"/>
                <a:gd name="connsiteY9" fmla="*/ 37452 h 1647824"/>
                <a:gd name="connsiteX0" fmla="*/ 0 w 890888"/>
                <a:gd name="connsiteY0" fmla="*/ 37483 h 1647824"/>
                <a:gd name="connsiteX1" fmla="*/ 29396 w 890888"/>
                <a:gd name="connsiteY1" fmla="*/ 10655 h 1647824"/>
                <a:gd name="connsiteX2" fmla="*/ 856408 w 890888"/>
                <a:gd name="connsiteY2" fmla="*/ 0 h 1647824"/>
                <a:gd name="connsiteX3" fmla="*/ 890888 w 890888"/>
                <a:gd name="connsiteY3" fmla="*/ 37452 h 1647824"/>
                <a:gd name="connsiteX4" fmla="*/ 890888 w 890888"/>
                <a:gd name="connsiteY4" fmla="*/ 802083 h 1647824"/>
                <a:gd name="connsiteX5" fmla="*/ 204317 w 890888"/>
                <a:gd name="connsiteY5" fmla="*/ 1647824 h 1647824"/>
                <a:gd name="connsiteX6" fmla="*/ 893 w 890888"/>
                <a:gd name="connsiteY6" fmla="*/ 1275744 h 1647824"/>
                <a:gd name="connsiteX7" fmla="*/ 426440 w 890888"/>
                <a:gd name="connsiteY7" fmla="*/ 853752 h 1647824"/>
                <a:gd name="connsiteX8" fmla="*/ 7797 w 890888"/>
                <a:gd name="connsiteY8" fmla="*/ 802021 h 1647824"/>
                <a:gd name="connsiteX9" fmla="*/ 0 w 890888"/>
                <a:gd name="connsiteY9" fmla="*/ 37483 h 1647824"/>
                <a:gd name="connsiteX0" fmla="*/ 0 w 892631"/>
                <a:gd name="connsiteY0" fmla="*/ 36637 h 1647824"/>
                <a:gd name="connsiteX1" fmla="*/ 31139 w 892631"/>
                <a:gd name="connsiteY1" fmla="*/ 10655 h 1647824"/>
                <a:gd name="connsiteX2" fmla="*/ 858151 w 892631"/>
                <a:gd name="connsiteY2" fmla="*/ 0 h 1647824"/>
                <a:gd name="connsiteX3" fmla="*/ 892631 w 892631"/>
                <a:gd name="connsiteY3" fmla="*/ 37452 h 1647824"/>
                <a:gd name="connsiteX4" fmla="*/ 892631 w 892631"/>
                <a:gd name="connsiteY4" fmla="*/ 802083 h 1647824"/>
                <a:gd name="connsiteX5" fmla="*/ 206060 w 892631"/>
                <a:gd name="connsiteY5" fmla="*/ 1647824 h 1647824"/>
                <a:gd name="connsiteX6" fmla="*/ 2636 w 892631"/>
                <a:gd name="connsiteY6" fmla="*/ 1275744 h 1647824"/>
                <a:gd name="connsiteX7" fmla="*/ 428183 w 892631"/>
                <a:gd name="connsiteY7" fmla="*/ 853752 h 1647824"/>
                <a:gd name="connsiteX8" fmla="*/ 9540 w 892631"/>
                <a:gd name="connsiteY8" fmla="*/ 802021 h 1647824"/>
                <a:gd name="connsiteX9" fmla="*/ 0 w 892631"/>
                <a:gd name="connsiteY9" fmla="*/ 36637 h 1647824"/>
                <a:gd name="connsiteX0" fmla="*/ 0 w 894353"/>
                <a:gd name="connsiteY0" fmla="*/ 37523 h 1647824"/>
                <a:gd name="connsiteX1" fmla="*/ 32861 w 894353"/>
                <a:gd name="connsiteY1" fmla="*/ 10655 h 1647824"/>
                <a:gd name="connsiteX2" fmla="*/ 859873 w 894353"/>
                <a:gd name="connsiteY2" fmla="*/ 0 h 1647824"/>
                <a:gd name="connsiteX3" fmla="*/ 894353 w 894353"/>
                <a:gd name="connsiteY3" fmla="*/ 37452 h 1647824"/>
                <a:gd name="connsiteX4" fmla="*/ 894353 w 894353"/>
                <a:gd name="connsiteY4" fmla="*/ 802083 h 1647824"/>
                <a:gd name="connsiteX5" fmla="*/ 207782 w 894353"/>
                <a:gd name="connsiteY5" fmla="*/ 1647824 h 1647824"/>
                <a:gd name="connsiteX6" fmla="*/ 4358 w 894353"/>
                <a:gd name="connsiteY6" fmla="*/ 1275744 h 1647824"/>
                <a:gd name="connsiteX7" fmla="*/ 429905 w 894353"/>
                <a:gd name="connsiteY7" fmla="*/ 853752 h 1647824"/>
                <a:gd name="connsiteX8" fmla="*/ 11262 w 894353"/>
                <a:gd name="connsiteY8" fmla="*/ 802021 h 1647824"/>
                <a:gd name="connsiteX9" fmla="*/ 0 w 894353"/>
                <a:gd name="connsiteY9" fmla="*/ 37523 h 1647824"/>
                <a:gd name="connsiteX0" fmla="*/ 0 w 891733"/>
                <a:gd name="connsiteY0" fmla="*/ 39225 h 1647824"/>
                <a:gd name="connsiteX1" fmla="*/ 30241 w 891733"/>
                <a:gd name="connsiteY1" fmla="*/ 10655 h 1647824"/>
                <a:gd name="connsiteX2" fmla="*/ 857253 w 891733"/>
                <a:gd name="connsiteY2" fmla="*/ 0 h 1647824"/>
                <a:gd name="connsiteX3" fmla="*/ 891733 w 891733"/>
                <a:gd name="connsiteY3" fmla="*/ 37452 h 1647824"/>
                <a:gd name="connsiteX4" fmla="*/ 891733 w 891733"/>
                <a:gd name="connsiteY4" fmla="*/ 802083 h 1647824"/>
                <a:gd name="connsiteX5" fmla="*/ 205162 w 891733"/>
                <a:gd name="connsiteY5" fmla="*/ 1647824 h 1647824"/>
                <a:gd name="connsiteX6" fmla="*/ 1738 w 891733"/>
                <a:gd name="connsiteY6" fmla="*/ 1275744 h 1647824"/>
                <a:gd name="connsiteX7" fmla="*/ 427285 w 891733"/>
                <a:gd name="connsiteY7" fmla="*/ 853752 h 1647824"/>
                <a:gd name="connsiteX8" fmla="*/ 8642 w 891733"/>
                <a:gd name="connsiteY8" fmla="*/ 802021 h 1647824"/>
                <a:gd name="connsiteX9" fmla="*/ 0 w 891733"/>
                <a:gd name="connsiteY9" fmla="*/ 39225 h 1647824"/>
                <a:gd name="connsiteX0" fmla="*/ 1738 w 889995"/>
                <a:gd name="connsiteY0" fmla="*/ 40050 h 1647824"/>
                <a:gd name="connsiteX1" fmla="*/ 28503 w 889995"/>
                <a:gd name="connsiteY1" fmla="*/ 10655 h 1647824"/>
                <a:gd name="connsiteX2" fmla="*/ 855515 w 889995"/>
                <a:gd name="connsiteY2" fmla="*/ 0 h 1647824"/>
                <a:gd name="connsiteX3" fmla="*/ 889995 w 889995"/>
                <a:gd name="connsiteY3" fmla="*/ 37452 h 1647824"/>
                <a:gd name="connsiteX4" fmla="*/ 889995 w 889995"/>
                <a:gd name="connsiteY4" fmla="*/ 802083 h 1647824"/>
                <a:gd name="connsiteX5" fmla="*/ 203424 w 889995"/>
                <a:gd name="connsiteY5" fmla="*/ 1647824 h 1647824"/>
                <a:gd name="connsiteX6" fmla="*/ 0 w 889995"/>
                <a:gd name="connsiteY6" fmla="*/ 1275744 h 1647824"/>
                <a:gd name="connsiteX7" fmla="*/ 425547 w 889995"/>
                <a:gd name="connsiteY7" fmla="*/ 853752 h 1647824"/>
                <a:gd name="connsiteX8" fmla="*/ 6904 w 889995"/>
                <a:gd name="connsiteY8" fmla="*/ 802021 h 1647824"/>
                <a:gd name="connsiteX9" fmla="*/ 1738 w 889995"/>
                <a:gd name="connsiteY9" fmla="*/ 40050 h 1647824"/>
                <a:gd name="connsiteX0" fmla="*/ 1738 w 889995"/>
                <a:gd name="connsiteY0" fmla="*/ 36823 h 1644597"/>
                <a:gd name="connsiteX1" fmla="*/ 28503 w 889995"/>
                <a:gd name="connsiteY1" fmla="*/ 7428 h 1644597"/>
                <a:gd name="connsiteX2" fmla="*/ 852288 w 889995"/>
                <a:gd name="connsiteY2" fmla="*/ 0 h 1644597"/>
                <a:gd name="connsiteX3" fmla="*/ 889995 w 889995"/>
                <a:gd name="connsiteY3" fmla="*/ 34225 h 1644597"/>
                <a:gd name="connsiteX4" fmla="*/ 889995 w 889995"/>
                <a:gd name="connsiteY4" fmla="*/ 798856 h 1644597"/>
                <a:gd name="connsiteX5" fmla="*/ 203424 w 889995"/>
                <a:gd name="connsiteY5" fmla="*/ 1644597 h 1644597"/>
                <a:gd name="connsiteX6" fmla="*/ 0 w 889995"/>
                <a:gd name="connsiteY6" fmla="*/ 1272517 h 1644597"/>
                <a:gd name="connsiteX7" fmla="*/ 425547 w 889995"/>
                <a:gd name="connsiteY7" fmla="*/ 850525 h 1644597"/>
                <a:gd name="connsiteX8" fmla="*/ 6904 w 889995"/>
                <a:gd name="connsiteY8" fmla="*/ 798794 h 1644597"/>
                <a:gd name="connsiteX9" fmla="*/ 1738 w 889995"/>
                <a:gd name="connsiteY9" fmla="*/ 36823 h 1644597"/>
                <a:gd name="connsiteX0" fmla="*/ 1738 w 889995"/>
                <a:gd name="connsiteY0" fmla="*/ 40050 h 1647824"/>
                <a:gd name="connsiteX1" fmla="*/ 28503 w 889995"/>
                <a:gd name="connsiteY1" fmla="*/ 10655 h 1647824"/>
                <a:gd name="connsiteX2" fmla="*/ 853364 w 889995"/>
                <a:gd name="connsiteY2" fmla="*/ 0 h 1647824"/>
                <a:gd name="connsiteX3" fmla="*/ 889995 w 889995"/>
                <a:gd name="connsiteY3" fmla="*/ 37452 h 1647824"/>
                <a:gd name="connsiteX4" fmla="*/ 889995 w 889995"/>
                <a:gd name="connsiteY4" fmla="*/ 802083 h 1647824"/>
                <a:gd name="connsiteX5" fmla="*/ 203424 w 889995"/>
                <a:gd name="connsiteY5" fmla="*/ 1647824 h 1647824"/>
                <a:gd name="connsiteX6" fmla="*/ 0 w 889995"/>
                <a:gd name="connsiteY6" fmla="*/ 1275744 h 1647824"/>
                <a:gd name="connsiteX7" fmla="*/ 425547 w 889995"/>
                <a:gd name="connsiteY7" fmla="*/ 853752 h 1647824"/>
                <a:gd name="connsiteX8" fmla="*/ 6904 w 889995"/>
                <a:gd name="connsiteY8" fmla="*/ 802021 h 1647824"/>
                <a:gd name="connsiteX9" fmla="*/ 1738 w 889995"/>
                <a:gd name="connsiteY9" fmla="*/ 40050 h 1647824"/>
                <a:gd name="connsiteX0" fmla="*/ 1738 w 889995"/>
                <a:gd name="connsiteY0" fmla="*/ 37898 h 1645672"/>
                <a:gd name="connsiteX1" fmla="*/ 28503 w 889995"/>
                <a:gd name="connsiteY1" fmla="*/ 8503 h 1645672"/>
                <a:gd name="connsiteX2" fmla="*/ 852288 w 889995"/>
                <a:gd name="connsiteY2" fmla="*/ 0 h 1645672"/>
                <a:gd name="connsiteX3" fmla="*/ 889995 w 889995"/>
                <a:gd name="connsiteY3" fmla="*/ 35300 h 1645672"/>
                <a:gd name="connsiteX4" fmla="*/ 889995 w 889995"/>
                <a:gd name="connsiteY4" fmla="*/ 799931 h 1645672"/>
                <a:gd name="connsiteX5" fmla="*/ 203424 w 889995"/>
                <a:gd name="connsiteY5" fmla="*/ 1645672 h 1645672"/>
                <a:gd name="connsiteX6" fmla="*/ 0 w 889995"/>
                <a:gd name="connsiteY6" fmla="*/ 1273592 h 1645672"/>
                <a:gd name="connsiteX7" fmla="*/ 425547 w 889995"/>
                <a:gd name="connsiteY7" fmla="*/ 851600 h 1645672"/>
                <a:gd name="connsiteX8" fmla="*/ 6904 w 889995"/>
                <a:gd name="connsiteY8" fmla="*/ 799869 h 1645672"/>
                <a:gd name="connsiteX9" fmla="*/ 1738 w 889995"/>
                <a:gd name="connsiteY9" fmla="*/ 37898 h 1645672"/>
                <a:gd name="connsiteX0" fmla="*/ 1738 w 889995"/>
                <a:gd name="connsiteY0" fmla="*/ 41125 h 1648899"/>
                <a:gd name="connsiteX1" fmla="*/ 28503 w 889995"/>
                <a:gd name="connsiteY1" fmla="*/ 11730 h 1648899"/>
                <a:gd name="connsiteX2" fmla="*/ 852288 w 889995"/>
                <a:gd name="connsiteY2" fmla="*/ 0 h 1648899"/>
                <a:gd name="connsiteX3" fmla="*/ 889995 w 889995"/>
                <a:gd name="connsiteY3" fmla="*/ 38527 h 1648899"/>
                <a:gd name="connsiteX4" fmla="*/ 889995 w 889995"/>
                <a:gd name="connsiteY4" fmla="*/ 803158 h 1648899"/>
                <a:gd name="connsiteX5" fmla="*/ 203424 w 889995"/>
                <a:gd name="connsiteY5" fmla="*/ 1648899 h 1648899"/>
                <a:gd name="connsiteX6" fmla="*/ 0 w 889995"/>
                <a:gd name="connsiteY6" fmla="*/ 1276819 h 1648899"/>
                <a:gd name="connsiteX7" fmla="*/ 425547 w 889995"/>
                <a:gd name="connsiteY7" fmla="*/ 854827 h 1648899"/>
                <a:gd name="connsiteX8" fmla="*/ 6904 w 889995"/>
                <a:gd name="connsiteY8" fmla="*/ 803096 h 1648899"/>
                <a:gd name="connsiteX9" fmla="*/ 1738 w 889995"/>
                <a:gd name="connsiteY9" fmla="*/ 41125 h 1648899"/>
                <a:gd name="connsiteX0" fmla="*/ 1738 w 889995"/>
                <a:gd name="connsiteY0" fmla="*/ 41125 h 1648899"/>
                <a:gd name="connsiteX1" fmla="*/ 28503 w 889995"/>
                <a:gd name="connsiteY1" fmla="*/ 7427 h 1648899"/>
                <a:gd name="connsiteX2" fmla="*/ 852288 w 889995"/>
                <a:gd name="connsiteY2" fmla="*/ 0 h 1648899"/>
                <a:gd name="connsiteX3" fmla="*/ 889995 w 889995"/>
                <a:gd name="connsiteY3" fmla="*/ 38527 h 1648899"/>
                <a:gd name="connsiteX4" fmla="*/ 889995 w 889995"/>
                <a:gd name="connsiteY4" fmla="*/ 803158 h 1648899"/>
                <a:gd name="connsiteX5" fmla="*/ 203424 w 889995"/>
                <a:gd name="connsiteY5" fmla="*/ 1648899 h 1648899"/>
                <a:gd name="connsiteX6" fmla="*/ 0 w 889995"/>
                <a:gd name="connsiteY6" fmla="*/ 1276819 h 1648899"/>
                <a:gd name="connsiteX7" fmla="*/ 425547 w 889995"/>
                <a:gd name="connsiteY7" fmla="*/ 854827 h 1648899"/>
                <a:gd name="connsiteX8" fmla="*/ 6904 w 889995"/>
                <a:gd name="connsiteY8" fmla="*/ 803096 h 1648899"/>
                <a:gd name="connsiteX9" fmla="*/ 1738 w 889995"/>
                <a:gd name="connsiteY9" fmla="*/ 41125 h 1648899"/>
                <a:gd name="connsiteX0" fmla="*/ 1738 w 889995"/>
                <a:gd name="connsiteY0" fmla="*/ 41125 h 1648899"/>
                <a:gd name="connsiteX1" fmla="*/ 28503 w 889995"/>
                <a:gd name="connsiteY1" fmla="*/ 3124 h 1648899"/>
                <a:gd name="connsiteX2" fmla="*/ 852288 w 889995"/>
                <a:gd name="connsiteY2" fmla="*/ 0 h 1648899"/>
                <a:gd name="connsiteX3" fmla="*/ 889995 w 889995"/>
                <a:gd name="connsiteY3" fmla="*/ 38527 h 1648899"/>
                <a:gd name="connsiteX4" fmla="*/ 889995 w 889995"/>
                <a:gd name="connsiteY4" fmla="*/ 803158 h 1648899"/>
                <a:gd name="connsiteX5" fmla="*/ 203424 w 889995"/>
                <a:gd name="connsiteY5" fmla="*/ 1648899 h 1648899"/>
                <a:gd name="connsiteX6" fmla="*/ 0 w 889995"/>
                <a:gd name="connsiteY6" fmla="*/ 1276819 h 1648899"/>
                <a:gd name="connsiteX7" fmla="*/ 425547 w 889995"/>
                <a:gd name="connsiteY7" fmla="*/ 854827 h 1648899"/>
                <a:gd name="connsiteX8" fmla="*/ 6904 w 889995"/>
                <a:gd name="connsiteY8" fmla="*/ 803096 h 1648899"/>
                <a:gd name="connsiteX9" fmla="*/ 1738 w 889995"/>
                <a:gd name="connsiteY9" fmla="*/ 41125 h 1648899"/>
                <a:gd name="connsiteX0" fmla="*/ 1738 w 889995"/>
                <a:gd name="connsiteY0" fmla="*/ 42304 h 1650078"/>
                <a:gd name="connsiteX1" fmla="*/ 28503 w 889995"/>
                <a:gd name="connsiteY1" fmla="*/ 0 h 1650078"/>
                <a:gd name="connsiteX2" fmla="*/ 852288 w 889995"/>
                <a:gd name="connsiteY2" fmla="*/ 1179 h 1650078"/>
                <a:gd name="connsiteX3" fmla="*/ 889995 w 889995"/>
                <a:gd name="connsiteY3" fmla="*/ 39706 h 1650078"/>
                <a:gd name="connsiteX4" fmla="*/ 889995 w 889995"/>
                <a:gd name="connsiteY4" fmla="*/ 804337 h 1650078"/>
                <a:gd name="connsiteX5" fmla="*/ 203424 w 889995"/>
                <a:gd name="connsiteY5" fmla="*/ 1650078 h 1650078"/>
                <a:gd name="connsiteX6" fmla="*/ 0 w 889995"/>
                <a:gd name="connsiteY6" fmla="*/ 1277998 h 1650078"/>
                <a:gd name="connsiteX7" fmla="*/ 425547 w 889995"/>
                <a:gd name="connsiteY7" fmla="*/ 856006 h 1650078"/>
                <a:gd name="connsiteX8" fmla="*/ 6904 w 889995"/>
                <a:gd name="connsiteY8" fmla="*/ 804275 h 1650078"/>
                <a:gd name="connsiteX9" fmla="*/ 1738 w 889995"/>
                <a:gd name="connsiteY9" fmla="*/ 42304 h 1650078"/>
                <a:gd name="connsiteX0" fmla="*/ 1738 w 889995"/>
                <a:gd name="connsiteY0" fmla="*/ 41228 h 1649002"/>
                <a:gd name="connsiteX1" fmla="*/ 29579 w 889995"/>
                <a:gd name="connsiteY1" fmla="*/ 0 h 1649002"/>
                <a:gd name="connsiteX2" fmla="*/ 852288 w 889995"/>
                <a:gd name="connsiteY2" fmla="*/ 103 h 1649002"/>
                <a:gd name="connsiteX3" fmla="*/ 889995 w 889995"/>
                <a:gd name="connsiteY3" fmla="*/ 38630 h 1649002"/>
                <a:gd name="connsiteX4" fmla="*/ 889995 w 889995"/>
                <a:gd name="connsiteY4" fmla="*/ 803261 h 1649002"/>
                <a:gd name="connsiteX5" fmla="*/ 203424 w 889995"/>
                <a:gd name="connsiteY5" fmla="*/ 1649002 h 1649002"/>
                <a:gd name="connsiteX6" fmla="*/ 0 w 889995"/>
                <a:gd name="connsiteY6" fmla="*/ 1276922 h 1649002"/>
                <a:gd name="connsiteX7" fmla="*/ 425547 w 889995"/>
                <a:gd name="connsiteY7" fmla="*/ 854930 h 1649002"/>
                <a:gd name="connsiteX8" fmla="*/ 6904 w 889995"/>
                <a:gd name="connsiteY8" fmla="*/ 803199 h 1649002"/>
                <a:gd name="connsiteX9" fmla="*/ 1738 w 889995"/>
                <a:gd name="connsiteY9" fmla="*/ 41228 h 1649002"/>
                <a:gd name="connsiteX0" fmla="*/ 1738 w 889995"/>
                <a:gd name="connsiteY0" fmla="*/ 41228 h 1649002"/>
                <a:gd name="connsiteX1" fmla="*/ 29579 w 889995"/>
                <a:gd name="connsiteY1" fmla="*/ 0 h 1649002"/>
                <a:gd name="connsiteX2" fmla="*/ 852288 w 889995"/>
                <a:gd name="connsiteY2" fmla="*/ 103 h 1649002"/>
                <a:gd name="connsiteX3" fmla="*/ 889995 w 889995"/>
                <a:gd name="connsiteY3" fmla="*/ 38630 h 1649002"/>
                <a:gd name="connsiteX4" fmla="*/ 889995 w 889995"/>
                <a:gd name="connsiteY4" fmla="*/ 803261 h 1649002"/>
                <a:gd name="connsiteX5" fmla="*/ 203424 w 889995"/>
                <a:gd name="connsiteY5" fmla="*/ 1649002 h 1649002"/>
                <a:gd name="connsiteX6" fmla="*/ 0 w 889995"/>
                <a:gd name="connsiteY6" fmla="*/ 1276922 h 1649002"/>
                <a:gd name="connsiteX7" fmla="*/ 425547 w 889995"/>
                <a:gd name="connsiteY7" fmla="*/ 854930 h 1649002"/>
                <a:gd name="connsiteX8" fmla="*/ 6904 w 889995"/>
                <a:gd name="connsiteY8" fmla="*/ 803199 h 1649002"/>
                <a:gd name="connsiteX9" fmla="*/ 1738 w 889995"/>
                <a:gd name="connsiteY9" fmla="*/ 41228 h 1649002"/>
                <a:gd name="connsiteX0" fmla="*/ 1738 w 889995"/>
                <a:gd name="connsiteY0" fmla="*/ 41228 h 1649002"/>
                <a:gd name="connsiteX1" fmla="*/ 29579 w 889995"/>
                <a:gd name="connsiteY1" fmla="*/ 0 h 1649002"/>
                <a:gd name="connsiteX2" fmla="*/ 852288 w 889995"/>
                <a:gd name="connsiteY2" fmla="*/ 103 h 1649002"/>
                <a:gd name="connsiteX3" fmla="*/ 889995 w 889995"/>
                <a:gd name="connsiteY3" fmla="*/ 38630 h 1649002"/>
                <a:gd name="connsiteX4" fmla="*/ 889995 w 889995"/>
                <a:gd name="connsiteY4" fmla="*/ 803261 h 1649002"/>
                <a:gd name="connsiteX5" fmla="*/ 203424 w 889995"/>
                <a:gd name="connsiteY5" fmla="*/ 1649002 h 1649002"/>
                <a:gd name="connsiteX6" fmla="*/ 0 w 889995"/>
                <a:gd name="connsiteY6" fmla="*/ 1276922 h 1649002"/>
                <a:gd name="connsiteX7" fmla="*/ 425547 w 889995"/>
                <a:gd name="connsiteY7" fmla="*/ 854930 h 1649002"/>
                <a:gd name="connsiteX8" fmla="*/ 6904 w 889995"/>
                <a:gd name="connsiteY8" fmla="*/ 803199 h 1649002"/>
                <a:gd name="connsiteX9" fmla="*/ 1738 w 889995"/>
                <a:gd name="connsiteY9" fmla="*/ 41228 h 1649002"/>
                <a:gd name="connsiteX0" fmla="*/ 0 w 890409"/>
                <a:gd name="connsiteY0" fmla="*/ 44455 h 1649002"/>
                <a:gd name="connsiteX1" fmla="*/ 29993 w 890409"/>
                <a:gd name="connsiteY1" fmla="*/ 0 h 1649002"/>
                <a:gd name="connsiteX2" fmla="*/ 852702 w 890409"/>
                <a:gd name="connsiteY2" fmla="*/ 103 h 1649002"/>
                <a:gd name="connsiteX3" fmla="*/ 890409 w 890409"/>
                <a:gd name="connsiteY3" fmla="*/ 38630 h 1649002"/>
                <a:gd name="connsiteX4" fmla="*/ 890409 w 890409"/>
                <a:gd name="connsiteY4" fmla="*/ 803261 h 1649002"/>
                <a:gd name="connsiteX5" fmla="*/ 203838 w 890409"/>
                <a:gd name="connsiteY5" fmla="*/ 1649002 h 1649002"/>
                <a:gd name="connsiteX6" fmla="*/ 414 w 890409"/>
                <a:gd name="connsiteY6" fmla="*/ 1276922 h 1649002"/>
                <a:gd name="connsiteX7" fmla="*/ 425961 w 890409"/>
                <a:gd name="connsiteY7" fmla="*/ 854930 h 1649002"/>
                <a:gd name="connsiteX8" fmla="*/ 7318 w 890409"/>
                <a:gd name="connsiteY8" fmla="*/ 803199 h 1649002"/>
                <a:gd name="connsiteX9" fmla="*/ 0 w 890409"/>
                <a:gd name="connsiteY9" fmla="*/ 44455 h 1649002"/>
                <a:gd name="connsiteX0" fmla="*/ 662 w 889995"/>
                <a:gd name="connsiteY0" fmla="*/ 44455 h 1649002"/>
                <a:gd name="connsiteX1" fmla="*/ 29579 w 889995"/>
                <a:gd name="connsiteY1" fmla="*/ 0 h 1649002"/>
                <a:gd name="connsiteX2" fmla="*/ 852288 w 889995"/>
                <a:gd name="connsiteY2" fmla="*/ 103 h 1649002"/>
                <a:gd name="connsiteX3" fmla="*/ 889995 w 889995"/>
                <a:gd name="connsiteY3" fmla="*/ 38630 h 1649002"/>
                <a:gd name="connsiteX4" fmla="*/ 889995 w 889995"/>
                <a:gd name="connsiteY4" fmla="*/ 803261 h 1649002"/>
                <a:gd name="connsiteX5" fmla="*/ 203424 w 889995"/>
                <a:gd name="connsiteY5" fmla="*/ 1649002 h 1649002"/>
                <a:gd name="connsiteX6" fmla="*/ 0 w 889995"/>
                <a:gd name="connsiteY6" fmla="*/ 1276922 h 1649002"/>
                <a:gd name="connsiteX7" fmla="*/ 425547 w 889995"/>
                <a:gd name="connsiteY7" fmla="*/ 854930 h 1649002"/>
                <a:gd name="connsiteX8" fmla="*/ 6904 w 889995"/>
                <a:gd name="connsiteY8" fmla="*/ 803199 h 1649002"/>
                <a:gd name="connsiteX9" fmla="*/ 662 w 889995"/>
                <a:gd name="connsiteY9" fmla="*/ 44455 h 1649002"/>
                <a:gd name="connsiteX0" fmla="*/ 662 w 889995"/>
                <a:gd name="connsiteY0" fmla="*/ 44455 h 1649002"/>
                <a:gd name="connsiteX1" fmla="*/ 29579 w 889995"/>
                <a:gd name="connsiteY1" fmla="*/ 0 h 1649002"/>
                <a:gd name="connsiteX2" fmla="*/ 852288 w 889995"/>
                <a:gd name="connsiteY2" fmla="*/ 103 h 1649002"/>
                <a:gd name="connsiteX3" fmla="*/ 889995 w 889995"/>
                <a:gd name="connsiteY3" fmla="*/ 38630 h 1649002"/>
                <a:gd name="connsiteX4" fmla="*/ 889995 w 889995"/>
                <a:gd name="connsiteY4" fmla="*/ 803261 h 1649002"/>
                <a:gd name="connsiteX5" fmla="*/ 203424 w 889995"/>
                <a:gd name="connsiteY5" fmla="*/ 1649002 h 1649002"/>
                <a:gd name="connsiteX6" fmla="*/ 0 w 889995"/>
                <a:gd name="connsiteY6" fmla="*/ 1276922 h 1649002"/>
                <a:gd name="connsiteX7" fmla="*/ 425547 w 889995"/>
                <a:gd name="connsiteY7" fmla="*/ 854930 h 1649002"/>
                <a:gd name="connsiteX8" fmla="*/ 3677 w 889995"/>
                <a:gd name="connsiteY8" fmla="*/ 804275 h 1649002"/>
                <a:gd name="connsiteX9" fmla="*/ 662 w 889995"/>
                <a:gd name="connsiteY9" fmla="*/ 44455 h 1649002"/>
                <a:gd name="connsiteX0" fmla="*/ 3440 w 892773"/>
                <a:gd name="connsiteY0" fmla="*/ 44455 h 1649002"/>
                <a:gd name="connsiteX1" fmla="*/ 32357 w 892773"/>
                <a:gd name="connsiteY1" fmla="*/ 0 h 1649002"/>
                <a:gd name="connsiteX2" fmla="*/ 855066 w 892773"/>
                <a:gd name="connsiteY2" fmla="*/ 103 h 1649002"/>
                <a:gd name="connsiteX3" fmla="*/ 892773 w 892773"/>
                <a:gd name="connsiteY3" fmla="*/ 38630 h 1649002"/>
                <a:gd name="connsiteX4" fmla="*/ 892773 w 892773"/>
                <a:gd name="connsiteY4" fmla="*/ 803261 h 1649002"/>
                <a:gd name="connsiteX5" fmla="*/ 206202 w 892773"/>
                <a:gd name="connsiteY5" fmla="*/ 1649002 h 1649002"/>
                <a:gd name="connsiteX6" fmla="*/ 2778 w 892773"/>
                <a:gd name="connsiteY6" fmla="*/ 1276922 h 1649002"/>
                <a:gd name="connsiteX7" fmla="*/ 428325 w 892773"/>
                <a:gd name="connsiteY7" fmla="*/ 854930 h 1649002"/>
                <a:gd name="connsiteX8" fmla="*/ 0 w 892773"/>
                <a:gd name="connsiteY8" fmla="*/ 802124 h 1649002"/>
                <a:gd name="connsiteX9" fmla="*/ 3440 w 892773"/>
                <a:gd name="connsiteY9" fmla="*/ 44455 h 1649002"/>
                <a:gd name="connsiteX0" fmla="*/ 662 w 889995"/>
                <a:gd name="connsiteY0" fmla="*/ 44455 h 1649002"/>
                <a:gd name="connsiteX1" fmla="*/ 29579 w 889995"/>
                <a:gd name="connsiteY1" fmla="*/ 0 h 1649002"/>
                <a:gd name="connsiteX2" fmla="*/ 852288 w 889995"/>
                <a:gd name="connsiteY2" fmla="*/ 103 h 1649002"/>
                <a:gd name="connsiteX3" fmla="*/ 889995 w 889995"/>
                <a:gd name="connsiteY3" fmla="*/ 38630 h 1649002"/>
                <a:gd name="connsiteX4" fmla="*/ 889995 w 889995"/>
                <a:gd name="connsiteY4" fmla="*/ 803261 h 1649002"/>
                <a:gd name="connsiteX5" fmla="*/ 203424 w 889995"/>
                <a:gd name="connsiteY5" fmla="*/ 1649002 h 1649002"/>
                <a:gd name="connsiteX6" fmla="*/ 0 w 889995"/>
                <a:gd name="connsiteY6" fmla="*/ 1276922 h 1649002"/>
                <a:gd name="connsiteX7" fmla="*/ 425547 w 889995"/>
                <a:gd name="connsiteY7" fmla="*/ 854930 h 1649002"/>
                <a:gd name="connsiteX8" fmla="*/ 1525 w 889995"/>
                <a:gd name="connsiteY8" fmla="*/ 802124 h 1649002"/>
                <a:gd name="connsiteX9" fmla="*/ 662 w 889995"/>
                <a:gd name="connsiteY9" fmla="*/ 44455 h 1649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89995" h="1649002">
                  <a:moveTo>
                    <a:pt x="662" y="44455"/>
                  </a:moveTo>
                  <a:cubicBezTo>
                    <a:pt x="662" y="29655"/>
                    <a:pt x="-282" y="0"/>
                    <a:pt x="29579" y="0"/>
                  </a:cubicBezTo>
                  <a:lnTo>
                    <a:pt x="852288" y="103"/>
                  </a:lnTo>
                  <a:cubicBezTo>
                    <a:pt x="879997" y="1179"/>
                    <a:pt x="889995" y="23830"/>
                    <a:pt x="889995" y="38630"/>
                  </a:cubicBezTo>
                  <a:lnTo>
                    <a:pt x="889995" y="803261"/>
                  </a:lnTo>
                  <a:cubicBezTo>
                    <a:pt x="845845" y="1436811"/>
                    <a:pt x="271627" y="1615678"/>
                    <a:pt x="203424" y="1649002"/>
                  </a:cubicBezTo>
                  <a:cubicBezTo>
                    <a:pt x="95599" y="1443297"/>
                    <a:pt x="71113" y="1405086"/>
                    <a:pt x="0" y="1276922"/>
                  </a:cubicBezTo>
                  <a:cubicBezTo>
                    <a:pt x="199743" y="1156586"/>
                    <a:pt x="409698" y="1069183"/>
                    <a:pt x="425547" y="854930"/>
                  </a:cubicBezTo>
                  <a:cubicBezTo>
                    <a:pt x="446866" y="733943"/>
                    <a:pt x="72450" y="919191"/>
                    <a:pt x="1525" y="802124"/>
                  </a:cubicBezTo>
                  <a:cubicBezTo>
                    <a:pt x="1525" y="547247"/>
                    <a:pt x="662" y="299332"/>
                    <a:pt x="662" y="44455"/>
                  </a:cubicBezTo>
                  <a:close/>
                </a:path>
              </a:pathLst>
            </a:custGeom>
            <a:solidFill>
              <a:srgbClr val="EE512B"/>
            </a:solidFill>
            <a:ln>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endParaRPr>
            </a:p>
          </p:txBody>
        </p:sp>
      </p:grpSp>
      <p:sp>
        <p:nvSpPr>
          <p:cNvPr id="76" name="Rectangle 75">
            <a:extLst>
              <a:ext uri="{FF2B5EF4-FFF2-40B4-BE49-F238E27FC236}">
                <a16:creationId xmlns:a16="http://schemas.microsoft.com/office/drawing/2014/main" id="{39865F91-D93D-7BD3-24A9-6E8A6B038313}"/>
              </a:ext>
            </a:extLst>
          </p:cNvPr>
          <p:cNvSpPr/>
          <p:nvPr/>
        </p:nvSpPr>
        <p:spPr>
          <a:xfrm>
            <a:off x="6092084" y="605909"/>
            <a:ext cx="5439310" cy="830997"/>
          </a:xfrm>
          <a:prstGeom prst="rect">
            <a:avLst/>
          </a:prstGeom>
          <a:noFill/>
        </p:spPr>
        <p:txBody>
          <a:bodyPr wrap="none" lIns="91440" tIns="45720" rIns="91440" bIns="45720">
            <a:spAutoFit/>
            <a:scene3d>
              <a:camera prst="orthographicFront"/>
              <a:lightRig rig="harsh" dir="t"/>
            </a:scene3d>
            <a:sp3d extrusionH="57150" prstMaterial="matte">
              <a:bevelT w="63500" h="12700" prst="angle"/>
              <a:contourClr>
                <a:schemeClr val="bg1">
                  <a:lumMod val="65000"/>
                </a:schemeClr>
              </a:contourClr>
            </a:sp3d>
          </a:bodyPr>
          <a:lstStyle/>
          <a:p>
            <a:pPr algn="ctr"/>
            <a:r>
              <a:rPr lang="ar-LY" sz="4800" b="1" cap="none" spc="0" dirty="0">
                <a:ln/>
                <a:solidFill>
                  <a:schemeClr val="bg1"/>
                </a:solidFill>
                <a:effectLst/>
                <a:cs typeface="+mj-cs"/>
              </a:rPr>
              <a:t>التركيز على الاهداف</a:t>
            </a:r>
            <a:endParaRPr lang="en-US" sz="4800" b="1" cap="none" spc="0" dirty="0">
              <a:ln/>
              <a:solidFill>
                <a:schemeClr val="bg1"/>
              </a:solidFill>
              <a:effectLst/>
              <a:cs typeface="+mj-cs"/>
            </a:endParaRPr>
          </a:p>
        </p:txBody>
      </p:sp>
    </p:spTree>
    <p:extLst>
      <p:ext uri="{BB962C8B-B14F-4D97-AF65-F5344CB8AC3E}">
        <p14:creationId xmlns:p14="http://schemas.microsoft.com/office/powerpoint/2010/main" val="329390267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bg>
      <p:bgPr>
        <a:gradFill>
          <a:gsLst>
            <a:gs pos="55000">
              <a:srgbClr val="990099"/>
            </a:gs>
            <a:gs pos="100000">
              <a:schemeClr val="accent2">
                <a:lumMod val="89000"/>
              </a:schemeClr>
            </a:gs>
            <a:gs pos="100000">
              <a:schemeClr val="accent2">
                <a:lumMod val="75000"/>
              </a:schemeClr>
            </a:gs>
            <a:gs pos="97000">
              <a:schemeClr val="accent2">
                <a:lumMod val="70000"/>
              </a:schemeClr>
            </a:gs>
          </a:gsLst>
          <a:path path="circle">
            <a:fillToRect r="100000" b="100000"/>
          </a:path>
        </a:gradFill>
        <a:effectLst/>
      </p:bgPr>
    </p:bg>
    <p:spTree>
      <p:nvGrpSpPr>
        <p:cNvPr id="1" name=""/>
        <p:cNvGrpSpPr/>
        <p:nvPr/>
      </p:nvGrpSpPr>
      <p:grpSpPr>
        <a:xfrm>
          <a:off x="0" y="0"/>
          <a:ext cx="0" cy="0"/>
          <a:chOff x="0" y="0"/>
          <a:chExt cx="0" cy="0"/>
        </a:xfrm>
      </p:grpSpPr>
      <p:graphicFrame>
        <p:nvGraphicFramePr>
          <p:cNvPr id="44" name="Table 43">
            <a:extLst>
              <a:ext uri="{FF2B5EF4-FFF2-40B4-BE49-F238E27FC236}">
                <a16:creationId xmlns:a16="http://schemas.microsoft.com/office/drawing/2014/main" id="{A1158D42-AB6C-7739-9FB3-C68F7461A693}"/>
              </a:ext>
            </a:extLst>
          </p:cNvPr>
          <p:cNvGraphicFramePr>
            <a:graphicFrameLocks noGrp="1"/>
          </p:cNvGraphicFramePr>
          <p:nvPr>
            <p:extLst>
              <p:ext uri="{D42A27DB-BD31-4B8C-83A1-F6EECF244321}">
                <p14:modId xmlns:p14="http://schemas.microsoft.com/office/powerpoint/2010/main" val="56520795"/>
              </p:ext>
            </p:extLst>
          </p:nvPr>
        </p:nvGraphicFramePr>
        <p:xfrm>
          <a:off x="245024" y="975411"/>
          <a:ext cx="11570824" cy="4945302"/>
        </p:xfrm>
        <a:graphic>
          <a:graphicData uri="http://schemas.openxmlformats.org/drawingml/2006/table">
            <a:tbl>
              <a:tblPr rtl="1">
                <a:tableStyleId>{5C22544A-7EE6-4342-B048-85BDC9FD1C3A}</a:tableStyleId>
              </a:tblPr>
              <a:tblGrid>
                <a:gridCol w="2761288">
                  <a:extLst>
                    <a:ext uri="{9D8B030D-6E8A-4147-A177-3AD203B41FA5}">
                      <a16:colId xmlns:a16="http://schemas.microsoft.com/office/drawing/2014/main" val="678504659"/>
                    </a:ext>
                  </a:extLst>
                </a:gridCol>
                <a:gridCol w="666912">
                  <a:extLst>
                    <a:ext uri="{9D8B030D-6E8A-4147-A177-3AD203B41FA5}">
                      <a16:colId xmlns:a16="http://schemas.microsoft.com/office/drawing/2014/main" val="1688248225"/>
                    </a:ext>
                  </a:extLst>
                </a:gridCol>
                <a:gridCol w="678552">
                  <a:extLst>
                    <a:ext uri="{9D8B030D-6E8A-4147-A177-3AD203B41FA5}">
                      <a16:colId xmlns:a16="http://schemas.microsoft.com/office/drawing/2014/main" val="3833509675"/>
                    </a:ext>
                  </a:extLst>
                </a:gridCol>
                <a:gridCol w="678552">
                  <a:extLst>
                    <a:ext uri="{9D8B030D-6E8A-4147-A177-3AD203B41FA5}">
                      <a16:colId xmlns:a16="http://schemas.microsoft.com/office/drawing/2014/main" val="331906224"/>
                    </a:ext>
                  </a:extLst>
                </a:gridCol>
                <a:gridCol w="678552">
                  <a:extLst>
                    <a:ext uri="{9D8B030D-6E8A-4147-A177-3AD203B41FA5}">
                      <a16:colId xmlns:a16="http://schemas.microsoft.com/office/drawing/2014/main" val="1708252188"/>
                    </a:ext>
                  </a:extLst>
                </a:gridCol>
                <a:gridCol w="678552">
                  <a:extLst>
                    <a:ext uri="{9D8B030D-6E8A-4147-A177-3AD203B41FA5}">
                      <a16:colId xmlns:a16="http://schemas.microsoft.com/office/drawing/2014/main" val="201588569"/>
                    </a:ext>
                  </a:extLst>
                </a:gridCol>
                <a:gridCol w="678552">
                  <a:extLst>
                    <a:ext uri="{9D8B030D-6E8A-4147-A177-3AD203B41FA5}">
                      <a16:colId xmlns:a16="http://schemas.microsoft.com/office/drawing/2014/main" val="909605441"/>
                    </a:ext>
                  </a:extLst>
                </a:gridCol>
                <a:gridCol w="678552">
                  <a:extLst>
                    <a:ext uri="{9D8B030D-6E8A-4147-A177-3AD203B41FA5}">
                      <a16:colId xmlns:a16="http://schemas.microsoft.com/office/drawing/2014/main" val="1887171645"/>
                    </a:ext>
                  </a:extLst>
                </a:gridCol>
                <a:gridCol w="678552">
                  <a:extLst>
                    <a:ext uri="{9D8B030D-6E8A-4147-A177-3AD203B41FA5}">
                      <a16:colId xmlns:a16="http://schemas.microsoft.com/office/drawing/2014/main" val="2148846065"/>
                    </a:ext>
                  </a:extLst>
                </a:gridCol>
                <a:gridCol w="678552">
                  <a:extLst>
                    <a:ext uri="{9D8B030D-6E8A-4147-A177-3AD203B41FA5}">
                      <a16:colId xmlns:a16="http://schemas.microsoft.com/office/drawing/2014/main" val="699900438"/>
                    </a:ext>
                  </a:extLst>
                </a:gridCol>
                <a:gridCol w="678552">
                  <a:extLst>
                    <a:ext uri="{9D8B030D-6E8A-4147-A177-3AD203B41FA5}">
                      <a16:colId xmlns:a16="http://schemas.microsoft.com/office/drawing/2014/main" val="1473047371"/>
                    </a:ext>
                  </a:extLst>
                </a:gridCol>
                <a:gridCol w="678552">
                  <a:extLst>
                    <a:ext uri="{9D8B030D-6E8A-4147-A177-3AD203B41FA5}">
                      <a16:colId xmlns:a16="http://schemas.microsoft.com/office/drawing/2014/main" val="1834486286"/>
                    </a:ext>
                  </a:extLst>
                </a:gridCol>
                <a:gridCol w="678552">
                  <a:extLst>
                    <a:ext uri="{9D8B030D-6E8A-4147-A177-3AD203B41FA5}">
                      <a16:colId xmlns:a16="http://schemas.microsoft.com/office/drawing/2014/main" val="1781488676"/>
                    </a:ext>
                  </a:extLst>
                </a:gridCol>
                <a:gridCol w="678552">
                  <a:extLst>
                    <a:ext uri="{9D8B030D-6E8A-4147-A177-3AD203B41FA5}">
                      <a16:colId xmlns:a16="http://schemas.microsoft.com/office/drawing/2014/main" val="530863045"/>
                    </a:ext>
                  </a:extLst>
                </a:gridCol>
              </a:tblGrid>
              <a:tr h="434376">
                <a:tc>
                  <a:txBody>
                    <a:bodyPr/>
                    <a:lstStyle/>
                    <a:p>
                      <a:pPr algn="r" rtl="1" fontAlgn="b"/>
                      <a:r>
                        <a:rPr lang="ar-LY" sz="1200" u="none" strike="noStrike" dirty="0">
                          <a:solidFill>
                            <a:schemeClr val="bg1"/>
                          </a:solidFill>
                          <a:effectLst/>
                          <a:cs typeface="+mj-cs"/>
                        </a:rPr>
                        <a:t>الهدف الرئيسي</a:t>
                      </a:r>
                      <a:endParaRPr lang="ar-LY" sz="1200" b="0" i="0" u="none" strike="noStrike" dirty="0">
                        <a:solidFill>
                          <a:schemeClr val="bg1"/>
                        </a:solidFill>
                        <a:effectLst/>
                        <a:latin typeface="Calibri" panose="020F0502020204030204" pitchFamily="34" charset="0"/>
                        <a:cs typeface="+mj-cs"/>
                      </a:endParaRPr>
                    </a:p>
                  </a:txBody>
                  <a:tcPr marL="5416" marR="5416" marT="5416" marB="0" anchor="b">
                    <a:solidFill>
                      <a:schemeClr val="tx2"/>
                    </a:solidFill>
                  </a:tcPr>
                </a:tc>
                <a:tc rowSpan="2">
                  <a:txBody>
                    <a:bodyPr/>
                    <a:lstStyle/>
                    <a:p>
                      <a:pPr algn="r" rtl="1" fontAlgn="b"/>
                      <a:r>
                        <a:rPr lang="ar-LY" sz="1200" u="none" strike="noStrike">
                          <a:solidFill>
                            <a:schemeClr val="bg1"/>
                          </a:solidFill>
                          <a:effectLst/>
                          <a:cs typeface="+mj-cs"/>
                        </a:rPr>
                        <a:t>الحصة السوقية</a:t>
                      </a:r>
                      <a:endParaRPr lang="ar-LY" sz="1200" u="none" strike="noStrike" dirty="0">
                        <a:solidFill>
                          <a:schemeClr val="bg1"/>
                        </a:solidFill>
                        <a:effectLst/>
                        <a:cs typeface="+mj-cs"/>
                      </a:endParaRPr>
                    </a:p>
                  </a:txBody>
                  <a:tcPr marL="5416" marR="5416" marT="5416" marB="0" anchor="b">
                    <a:solidFill>
                      <a:schemeClr val="tx2"/>
                    </a:solidFill>
                  </a:tcPr>
                </a:tc>
                <a:tc gridSpan="3">
                  <a:txBody>
                    <a:bodyPr/>
                    <a:lstStyle/>
                    <a:p>
                      <a:pPr algn="ctr" rtl="1" fontAlgn="b"/>
                      <a:r>
                        <a:rPr lang="ar-LY" sz="1200" u="none" strike="noStrike">
                          <a:solidFill>
                            <a:schemeClr val="bg1"/>
                          </a:solidFill>
                          <a:effectLst/>
                          <a:cs typeface="+mj-cs"/>
                        </a:rPr>
                        <a:t>الإيرادات</a:t>
                      </a:r>
                      <a:endParaRPr lang="ar-LY" sz="1200" u="none" strike="noStrike" dirty="0">
                        <a:solidFill>
                          <a:schemeClr val="bg1"/>
                        </a:solidFill>
                        <a:effectLst/>
                        <a:cs typeface="+mj-cs"/>
                      </a:endParaRPr>
                    </a:p>
                  </a:txBody>
                  <a:tcPr marL="5416" marR="5416" marT="5416" marB="0" anchor="b">
                    <a:solidFill>
                      <a:schemeClr val="tx2"/>
                    </a:solidFill>
                  </a:tcPr>
                </a:tc>
                <a:tc hMerge="1">
                  <a:txBody>
                    <a:bodyPr/>
                    <a:lstStyle/>
                    <a:p>
                      <a:pPr algn="l" rtl="0" fontAlgn="b"/>
                      <a:r>
                        <a:rPr lang="en-US" sz="1400" u="none" strike="noStrike" dirty="0">
                          <a:effectLst/>
                        </a:rPr>
                        <a:t> </a:t>
                      </a:r>
                      <a:endParaRPr lang="en-US" sz="1400" b="0" i="0" u="none" strike="noStrike" dirty="0">
                        <a:solidFill>
                          <a:srgbClr val="000000"/>
                        </a:solidFill>
                        <a:effectLst/>
                        <a:latin typeface="Calibri" panose="020F0502020204030204" pitchFamily="34" charset="0"/>
                      </a:endParaRPr>
                    </a:p>
                  </a:txBody>
                  <a:tcPr marL="5416" marR="5416" marT="5416" marB="0" anchor="b"/>
                </a:tc>
                <a:tc hMerge="1">
                  <a:txBody>
                    <a:bodyPr/>
                    <a:lstStyle/>
                    <a:p>
                      <a:pPr algn="l" rtl="0" fontAlgn="b"/>
                      <a:r>
                        <a:rPr lang="en-US" sz="1400" u="none" strike="noStrike" dirty="0">
                          <a:effectLst/>
                        </a:rPr>
                        <a:t> </a:t>
                      </a:r>
                      <a:endParaRPr lang="en-US" sz="1400" b="0" i="0" u="none" strike="noStrike" dirty="0">
                        <a:solidFill>
                          <a:srgbClr val="000000"/>
                        </a:solidFill>
                        <a:effectLst/>
                        <a:latin typeface="Calibri" panose="020F0502020204030204" pitchFamily="34" charset="0"/>
                      </a:endParaRPr>
                    </a:p>
                  </a:txBody>
                  <a:tcPr marL="5416" marR="5416" marT="5416" marB="0" anchor="b"/>
                </a:tc>
                <a:tc gridSpan="2">
                  <a:txBody>
                    <a:bodyPr/>
                    <a:lstStyle/>
                    <a:p>
                      <a:pPr algn="r" rtl="1" fontAlgn="b"/>
                      <a:r>
                        <a:rPr lang="ar-LY" sz="1200" u="none" strike="noStrike" dirty="0">
                          <a:solidFill>
                            <a:schemeClr val="bg1"/>
                          </a:solidFill>
                          <a:effectLst/>
                          <a:cs typeface="+mj-cs"/>
                        </a:rPr>
                        <a:t>معدل الاستهلاك</a:t>
                      </a:r>
                    </a:p>
                  </a:txBody>
                  <a:tcPr marL="5416" marR="5416" marT="5416" marB="0" anchor="b">
                    <a:solidFill>
                      <a:schemeClr val="tx2"/>
                    </a:solidFill>
                  </a:tcPr>
                </a:tc>
                <a:tc hMerge="1">
                  <a:txBody>
                    <a:bodyPr/>
                    <a:lstStyle/>
                    <a:p>
                      <a:pPr algn="l" rtl="0" fontAlgn="b"/>
                      <a:r>
                        <a:rPr lang="en-US" sz="1400" u="none" strike="noStrike" dirty="0">
                          <a:effectLst/>
                        </a:rPr>
                        <a:t> </a:t>
                      </a:r>
                      <a:endParaRPr lang="en-US" sz="1400" b="0" i="0" u="none" strike="noStrike" dirty="0">
                        <a:solidFill>
                          <a:srgbClr val="000000"/>
                        </a:solidFill>
                        <a:effectLst/>
                        <a:latin typeface="Calibri" panose="020F0502020204030204" pitchFamily="34" charset="0"/>
                      </a:endParaRPr>
                    </a:p>
                  </a:txBody>
                  <a:tcPr marL="5416" marR="5416" marT="5416" marB="0" anchor="b"/>
                </a:tc>
                <a:tc gridSpan="2">
                  <a:txBody>
                    <a:bodyPr/>
                    <a:lstStyle/>
                    <a:p>
                      <a:pPr algn="r" rtl="1" fontAlgn="b"/>
                      <a:r>
                        <a:rPr lang="ar-LY" sz="1200" u="none" strike="noStrike" dirty="0">
                          <a:solidFill>
                            <a:schemeClr val="bg1"/>
                          </a:solidFill>
                          <a:effectLst/>
                          <a:cs typeface="+mj-cs"/>
                        </a:rPr>
                        <a:t>عدد المشتركين الفعلي</a:t>
                      </a:r>
                    </a:p>
                  </a:txBody>
                  <a:tcPr marL="5416" marR="5416" marT="5416" marB="0" anchor="b">
                    <a:solidFill>
                      <a:schemeClr val="tx2"/>
                    </a:solidFill>
                  </a:tcPr>
                </a:tc>
                <a:tc hMerge="1">
                  <a:txBody>
                    <a:bodyPr/>
                    <a:lstStyle/>
                    <a:p>
                      <a:pPr algn="l" rtl="0" fontAlgn="b"/>
                      <a:r>
                        <a:rPr lang="en-US" sz="1400" u="none" strike="noStrike" dirty="0">
                          <a:effectLst/>
                        </a:rPr>
                        <a:t> </a:t>
                      </a:r>
                      <a:endParaRPr lang="en-US" sz="1400" b="0" i="0" u="none" strike="noStrike" dirty="0">
                        <a:solidFill>
                          <a:srgbClr val="000000"/>
                        </a:solidFill>
                        <a:effectLst/>
                        <a:latin typeface="Calibri" panose="020F0502020204030204" pitchFamily="34" charset="0"/>
                      </a:endParaRPr>
                    </a:p>
                  </a:txBody>
                  <a:tcPr marL="5416" marR="5416" marT="5416" marB="0" anchor="b"/>
                </a:tc>
                <a:tc rowSpan="2">
                  <a:txBody>
                    <a:bodyPr/>
                    <a:lstStyle/>
                    <a:p>
                      <a:pPr algn="r" rtl="1" fontAlgn="b"/>
                      <a:r>
                        <a:rPr lang="ar-LY" sz="1200" u="none" strike="noStrike" dirty="0">
                          <a:solidFill>
                            <a:schemeClr val="bg1"/>
                          </a:solidFill>
                          <a:effectLst/>
                          <a:cs typeface="+mj-cs"/>
                        </a:rPr>
                        <a:t>نسبة مشتركي الانترنت</a:t>
                      </a:r>
                    </a:p>
                  </a:txBody>
                  <a:tcPr marL="5416" marR="5416" marT="5416" marB="0" anchor="b">
                    <a:solidFill>
                      <a:schemeClr val="tx2"/>
                    </a:solidFill>
                  </a:tcPr>
                </a:tc>
                <a:tc gridSpan="4">
                  <a:txBody>
                    <a:bodyPr/>
                    <a:lstStyle/>
                    <a:p>
                      <a:pPr algn="ctr" rtl="1" fontAlgn="b"/>
                      <a:r>
                        <a:rPr lang="ar-LY" sz="1200" u="none" strike="noStrike" dirty="0">
                          <a:solidFill>
                            <a:schemeClr val="bg1"/>
                          </a:solidFill>
                          <a:effectLst/>
                          <a:cs typeface="+mj-cs"/>
                        </a:rPr>
                        <a:t>رضا المشتركين</a:t>
                      </a:r>
                    </a:p>
                  </a:txBody>
                  <a:tcPr marL="5416" marR="5416" marT="5416" marB="0" anchor="b">
                    <a:solidFill>
                      <a:schemeClr val="tx2"/>
                    </a:solidFill>
                  </a:tcPr>
                </a:tc>
                <a:tc hMerge="1">
                  <a:txBody>
                    <a:bodyPr/>
                    <a:lstStyle/>
                    <a:p>
                      <a:pPr algn="l" rtl="0" fontAlgn="b"/>
                      <a:r>
                        <a:rPr lang="en-US" sz="1400" u="none" strike="noStrike" dirty="0">
                          <a:effectLst/>
                        </a:rPr>
                        <a:t> </a:t>
                      </a:r>
                      <a:endParaRPr lang="en-US" sz="1400" b="0" i="0" u="none" strike="noStrike" dirty="0">
                        <a:solidFill>
                          <a:srgbClr val="000000"/>
                        </a:solidFill>
                        <a:effectLst/>
                        <a:latin typeface="Calibri" panose="020F0502020204030204" pitchFamily="34" charset="0"/>
                      </a:endParaRPr>
                    </a:p>
                  </a:txBody>
                  <a:tcPr marL="5416" marR="5416" marT="5416" marB="0" anchor="b"/>
                </a:tc>
                <a:tc hMerge="1">
                  <a:txBody>
                    <a:bodyPr/>
                    <a:lstStyle/>
                    <a:p>
                      <a:pPr algn="l" rtl="0" fontAlgn="b"/>
                      <a:r>
                        <a:rPr lang="en-US" sz="1400" u="none" strike="noStrike" dirty="0">
                          <a:effectLst/>
                        </a:rPr>
                        <a:t> </a:t>
                      </a:r>
                      <a:endParaRPr lang="en-US" sz="1400" b="0" i="0" u="none" strike="noStrike" dirty="0">
                        <a:solidFill>
                          <a:srgbClr val="000000"/>
                        </a:solidFill>
                        <a:effectLst/>
                        <a:latin typeface="Calibri" panose="020F0502020204030204" pitchFamily="34" charset="0"/>
                      </a:endParaRPr>
                    </a:p>
                  </a:txBody>
                  <a:tcPr marL="5416" marR="5416" marT="5416" marB="0" anchor="b"/>
                </a:tc>
                <a:tc hMerge="1">
                  <a:txBody>
                    <a:bodyPr/>
                    <a:lstStyle/>
                    <a:p>
                      <a:pPr algn="l" rtl="0" fontAlgn="b"/>
                      <a:r>
                        <a:rPr lang="en-US" sz="1400" u="none" strike="noStrike" dirty="0">
                          <a:effectLst/>
                        </a:rPr>
                        <a:t> </a:t>
                      </a:r>
                      <a:endParaRPr lang="en-US" sz="1400" b="0" i="0" u="none" strike="noStrike" dirty="0">
                        <a:solidFill>
                          <a:srgbClr val="000000"/>
                        </a:solidFill>
                        <a:effectLst/>
                        <a:latin typeface="Calibri" panose="020F0502020204030204" pitchFamily="34" charset="0"/>
                      </a:endParaRPr>
                    </a:p>
                  </a:txBody>
                  <a:tcPr marL="5416" marR="5416" marT="5416" marB="0" anchor="b"/>
                </a:tc>
                <a:extLst>
                  <a:ext uri="{0D108BD9-81ED-4DB2-BD59-A6C34878D82A}">
                    <a16:rowId xmlns:a16="http://schemas.microsoft.com/office/drawing/2014/main" val="3530015166"/>
                  </a:ext>
                </a:extLst>
              </a:tr>
              <a:tr h="434376">
                <a:tc>
                  <a:txBody>
                    <a:bodyPr/>
                    <a:lstStyle/>
                    <a:p>
                      <a:pPr algn="r" rtl="1" fontAlgn="b"/>
                      <a:r>
                        <a:rPr lang="ar-LY" sz="1400" u="none" strike="noStrike" dirty="0">
                          <a:solidFill>
                            <a:schemeClr val="bg1"/>
                          </a:solidFill>
                          <a:effectLst/>
                        </a:rPr>
                        <a:t>الهدف الفرعي</a:t>
                      </a:r>
                      <a:endParaRPr lang="ar-LY" sz="1400" b="0" i="0" u="none" strike="noStrike" dirty="0">
                        <a:solidFill>
                          <a:schemeClr val="bg1"/>
                        </a:solidFill>
                        <a:effectLst/>
                        <a:latin typeface="Calibri" panose="020F0502020204030204" pitchFamily="34" charset="0"/>
                      </a:endParaRPr>
                    </a:p>
                  </a:txBody>
                  <a:tcPr marL="5416" marR="5416" marT="5416" marB="0" anchor="b">
                    <a:solidFill>
                      <a:schemeClr val="accent1">
                        <a:lumMod val="75000"/>
                      </a:schemeClr>
                    </a:solidFill>
                  </a:tcPr>
                </a:tc>
                <a:tc vMerge="1">
                  <a:txBody>
                    <a:bodyPr/>
                    <a:lstStyle/>
                    <a:p>
                      <a:pPr algn="l" rtl="0" fontAlgn="b"/>
                      <a:r>
                        <a:rPr lang="en-US" sz="1400" u="none" strike="noStrike" dirty="0">
                          <a:solidFill>
                            <a:schemeClr val="bg1"/>
                          </a:solidFill>
                          <a:effectLst/>
                        </a:rPr>
                        <a:t> </a:t>
                      </a:r>
                      <a:endParaRPr lang="en-US" sz="1400" b="0" i="0" u="none" strike="noStrike" dirty="0">
                        <a:solidFill>
                          <a:schemeClr val="bg1"/>
                        </a:solidFill>
                        <a:effectLst/>
                        <a:latin typeface="Calibri" panose="020F0502020204030204" pitchFamily="34" charset="0"/>
                      </a:endParaRPr>
                    </a:p>
                  </a:txBody>
                  <a:tcPr marL="5416" marR="5416" marT="5416" marB="0" anchor="b">
                    <a:solidFill>
                      <a:schemeClr val="tx1">
                        <a:lumMod val="75000"/>
                        <a:lumOff val="25000"/>
                      </a:schemeClr>
                    </a:solidFill>
                  </a:tcPr>
                </a:tc>
                <a:tc>
                  <a:txBody>
                    <a:bodyPr/>
                    <a:lstStyle/>
                    <a:p>
                      <a:pPr algn="r" rtl="1" fontAlgn="b"/>
                      <a:r>
                        <a:rPr lang="ar-LY" sz="1400" u="none" strike="noStrike">
                          <a:solidFill>
                            <a:schemeClr val="bg1"/>
                          </a:solidFill>
                          <a:effectLst/>
                        </a:rPr>
                        <a:t>ايرادات الافراد</a:t>
                      </a:r>
                      <a:endParaRPr lang="ar-LY" sz="1400" b="0" i="0" u="none" strike="noStrike" dirty="0">
                        <a:solidFill>
                          <a:schemeClr val="bg1"/>
                        </a:solidFill>
                        <a:effectLst/>
                        <a:latin typeface="Calibri" panose="020F0502020204030204" pitchFamily="34" charset="0"/>
                      </a:endParaRPr>
                    </a:p>
                  </a:txBody>
                  <a:tcPr marL="5416" marR="5416" marT="5416" marB="0" anchor="b">
                    <a:solidFill>
                      <a:schemeClr val="accent1">
                        <a:lumMod val="75000"/>
                      </a:schemeClr>
                    </a:solidFill>
                  </a:tcPr>
                </a:tc>
                <a:tc>
                  <a:txBody>
                    <a:bodyPr/>
                    <a:lstStyle/>
                    <a:p>
                      <a:pPr algn="r" rtl="1" fontAlgn="b"/>
                      <a:r>
                        <a:rPr lang="ar-LY" sz="1400" u="none" strike="noStrike" dirty="0">
                          <a:solidFill>
                            <a:schemeClr val="bg1"/>
                          </a:solidFill>
                          <a:effectLst/>
                        </a:rPr>
                        <a:t>إيرادات المؤسسات</a:t>
                      </a:r>
                      <a:endParaRPr lang="ar-LY" sz="1400" b="0" i="0" u="none" strike="noStrike" dirty="0">
                        <a:solidFill>
                          <a:schemeClr val="bg1"/>
                        </a:solidFill>
                        <a:effectLst/>
                        <a:latin typeface="Calibri" panose="020F0502020204030204" pitchFamily="34" charset="0"/>
                      </a:endParaRPr>
                    </a:p>
                  </a:txBody>
                  <a:tcPr marL="5416" marR="5416" marT="5416" marB="0" anchor="b">
                    <a:solidFill>
                      <a:schemeClr val="accent1">
                        <a:lumMod val="75000"/>
                      </a:schemeClr>
                    </a:solidFill>
                  </a:tcPr>
                </a:tc>
                <a:tc>
                  <a:txBody>
                    <a:bodyPr/>
                    <a:lstStyle/>
                    <a:p>
                      <a:pPr algn="r" rtl="1" fontAlgn="b"/>
                      <a:r>
                        <a:rPr lang="ar-LY" sz="1400" u="none" strike="noStrike" dirty="0">
                          <a:solidFill>
                            <a:schemeClr val="bg1"/>
                          </a:solidFill>
                          <a:effectLst/>
                        </a:rPr>
                        <a:t>إيرادات الأخرى</a:t>
                      </a:r>
                      <a:endParaRPr lang="ar-LY" sz="1400" b="0" i="0" u="none" strike="noStrike" dirty="0">
                        <a:solidFill>
                          <a:schemeClr val="bg1"/>
                        </a:solidFill>
                        <a:effectLst/>
                        <a:latin typeface="Calibri" panose="020F0502020204030204" pitchFamily="34" charset="0"/>
                      </a:endParaRPr>
                    </a:p>
                  </a:txBody>
                  <a:tcPr marL="5416" marR="5416" marT="5416" marB="0" anchor="b">
                    <a:solidFill>
                      <a:schemeClr val="accent1">
                        <a:lumMod val="75000"/>
                      </a:schemeClr>
                    </a:solidFill>
                  </a:tcPr>
                </a:tc>
                <a:tc>
                  <a:txBody>
                    <a:bodyPr/>
                    <a:lstStyle/>
                    <a:p>
                      <a:pPr algn="r" rtl="1" fontAlgn="b"/>
                      <a:r>
                        <a:rPr lang="ar-LY" sz="1400" u="none" strike="noStrike" dirty="0">
                          <a:solidFill>
                            <a:schemeClr val="bg1"/>
                          </a:solidFill>
                          <a:effectLst/>
                        </a:rPr>
                        <a:t>معدل الاستهلاك العام</a:t>
                      </a:r>
                      <a:endParaRPr lang="ar-LY" sz="1400" b="0" i="0" u="none" strike="noStrike" dirty="0">
                        <a:solidFill>
                          <a:schemeClr val="bg1"/>
                        </a:solidFill>
                        <a:effectLst/>
                        <a:latin typeface="Calibri" panose="020F0502020204030204" pitchFamily="34" charset="0"/>
                      </a:endParaRPr>
                    </a:p>
                  </a:txBody>
                  <a:tcPr marL="5416" marR="5416" marT="5416" marB="0" anchor="b">
                    <a:solidFill>
                      <a:schemeClr val="accent1">
                        <a:lumMod val="75000"/>
                      </a:schemeClr>
                    </a:solidFill>
                  </a:tcPr>
                </a:tc>
                <a:tc>
                  <a:txBody>
                    <a:bodyPr/>
                    <a:lstStyle/>
                    <a:p>
                      <a:pPr algn="r" rtl="1" fontAlgn="b"/>
                      <a:r>
                        <a:rPr lang="ar-LY" sz="1400" u="none" strike="noStrike" dirty="0">
                          <a:solidFill>
                            <a:schemeClr val="bg1"/>
                          </a:solidFill>
                          <a:effectLst/>
                        </a:rPr>
                        <a:t>معدل استهلاك الانترنت</a:t>
                      </a:r>
                      <a:endParaRPr lang="ar-LY" sz="1400" b="0" i="0" u="none" strike="noStrike" dirty="0">
                        <a:solidFill>
                          <a:schemeClr val="bg1"/>
                        </a:solidFill>
                        <a:effectLst/>
                        <a:latin typeface="Calibri" panose="020F0502020204030204" pitchFamily="34" charset="0"/>
                      </a:endParaRPr>
                    </a:p>
                  </a:txBody>
                  <a:tcPr marL="5416" marR="5416" marT="5416" marB="0" anchor="b">
                    <a:solidFill>
                      <a:schemeClr val="accent1">
                        <a:lumMod val="75000"/>
                      </a:schemeClr>
                    </a:solidFill>
                  </a:tcPr>
                </a:tc>
                <a:tc>
                  <a:txBody>
                    <a:bodyPr/>
                    <a:lstStyle/>
                    <a:p>
                      <a:pPr algn="r" rtl="1" fontAlgn="b"/>
                      <a:r>
                        <a:rPr lang="ar-LY" sz="1400" u="none" strike="noStrike" dirty="0">
                          <a:solidFill>
                            <a:schemeClr val="bg1"/>
                          </a:solidFill>
                          <a:effectLst/>
                        </a:rPr>
                        <a:t>عدد المشتركين</a:t>
                      </a:r>
                      <a:endParaRPr lang="ar-LY" sz="1400" b="0" i="0" u="none" strike="noStrike" dirty="0">
                        <a:solidFill>
                          <a:schemeClr val="bg1"/>
                        </a:solidFill>
                        <a:effectLst/>
                        <a:latin typeface="Calibri" panose="020F0502020204030204" pitchFamily="34" charset="0"/>
                      </a:endParaRPr>
                    </a:p>
                  </a:txBody>
                  <a:tcPr marL="5416" marR="5416" marT="5416" marB="0" anchor="b">
                    <a:solidFill>
                      <a:schemeClr val="accent1">
                        <a:lumMod val="75000"/>
                      </a:schemeClr>
                    </a:solidFill>
                  </a:tcPr>
                </a:tc>
                <a:tc>
                  <a:txBody>
                    <a:bodyPr/>
                    <a:lstStyle/>
                    <a:p>
                      <a:pPr algn="r" rtl="1" fontAlgn="b"/>
                      <a:r>
                        <a:rPr lang="ar-LY" sz="1400" u="none" strike="noStrike" dirty="0">
                          <a:solidFill>
                            <a:schemeClr val="bg1"/>
                          </a:solidFill>
                          <a:effectLst/>
                        </a:rPr>
                        <a:t>معدل النزوح</a:t>
                      </a:r>
                      <a:endParaRPr lang="ar-LY" sz="1400" b="0" i="0" u="none" strike="noStrike" dirty="0">
                        <a:solidFill>
                          <a:schemeClr val="bg1"/>
                        </a:solidFill>
                        <a:effectLst/>
                        <a:latin typeface="Calibri" panose="020F0502020204030204" pitchFamily="34" charset="0"/>
                      </a:endParaRPr>
                    </a:p>
                  </a:txBody>
                  <a:tcPr marL="5416" marR="5416" marT="5416" marB="0" anchor="b">
                    <a:solidFill>
                      <a:schemeClr val="accent1">
                        <a:lumMod val="75000"/>
                      </a:schemeClr>
                    </a:solidFill>
                  </a:tcPr>
                </a:tc>
                <a:tc vMerge="1">
                  <a:txBody>
                    <a:bodyPr/>
                    <a:lstStyle/>
                    <a:p>
                      <a:pPr algn="l" rtl="0" fontAlgn="b"/>
                      <a:r>
                        <a:rPr lang="en-US" sz="1400" u="none" strike="noStrike" dirty="0">
                          <a:solidFill>
                            <a:schemeClr val="bg1"/>
                          </a:solidFill>
                          <a:effectLst/>
                        </a:rPr>
                        <a:t> </a:t>
                      </a:r>
                      <a:endParaRPr lang="en-US" sz="1400" b="0" i="0" u="none" strike="noStrike" dirty="0">
                        <a:solidFill>
                          <a:schemeClr val="bg1"/>
                        </a:solidFill>
                        <a:effectLst/>
                        <a:latin typeface="Calibri" panose="020F0502020204030204" pitchFamily="34" charset="0"/>
                      </a:endParaRPr>
                    </a:p>
                  </a:txBody>
                  <a:tcPr marL="5416" marR="5416" marT="5416" marB="0" anchor="b">
                    <a:solidFill>
                      <a:schemeClr val="tx1">
                        <a:lumMod val="75000"/>
                        <a:lumOff val="25000"/>
                      </a:schemeClr>
                    </a:solidFill>
                  </a:tcPr>
                </a:tc>
                <a:tc>
                  <a:txBody>
                    <a:bodyPr/>
                    <a:lstStyle/>
                    <a:p>
                      <a:pPr algn="l" rtl="0" fontAlgn="b"/>
                      <a:r>
                        <a:rPr lang="en-US" sz="1400" u="none" strike="noStrike" dirty="0">
                          <a:solidFill>
                            <a:schemeClr val="bg1"/>
                          </a:solidFill>
                          <a:effectLst/>
                        </a:rPr>
                        <a:t> NPS</a:t>
                      </a:r>
                      <a:endParaRPr lang="en-US" sz="1400" b="0" i="0" u="none" strike="noStrike" dirty="0">
                        <a:solidFill>
                          <a:schemeClr val="bg1"/>
                        </a:solidFill>
                        <a:effectLst/>
                        <a:latin typeface="Calibri" panose="020F0502020204030204" pitchFamily="34" charset="0"/>
                      </a:endParaRPr>
                    </a:p>
                  </a:txBody>
                  <a:tcPr marL="5416" marR="5416" marT="5416" marB="0" anchor="b">
                    <a:solidFill>
                      <a:schemeClr val="accent1">
                        <a:lumMod val="75000"/>
                      </a:schemeClr>
                    </a:solidFill>
                  </a:tcPr>
                </a:tc>
                <a:tc>
                  <a:txBody>
                    <a:bodyPr/>
                    <a:lstStyle/>
                    <a:p>
                      <a:pPr algn="r" rtl="1" fontAlgn="b"/>
                      <a:r>
                        <a:rPr lang="ar-LY" sz="1400" u="none" strike="noStrike" dirty="0">
                          <a:solidFill>
                            <a:schemeClr val="bg1"/>
                          </a:solidFill>
                          <a:effectLst/>
                        </a:rPr>
                        <a:t>معدل الاستجابة</a:t>
                      </a:r>
                      <a:endParaRPr lang="ar-LY" sz="1400" b="0" i="0" u="none" strike="noStrike" dirty="0">
                        <a:solidFill>
                          <a:schemeClr val="bg1"/>
                        </a:solidFill>
                        <a:effectLst/>
                        <a:latin typeface="Calibri" panose="020F0502020204030204" pitchFamily="34" charset="0"/>
                      </a:endParaRPr>
                    </a:p>
                  </a:txBody>
                  <a:tcPr marL="5416" marR="5416" marT="5416" marB="0" anchor="b">
                    <a:solidFill>
                      <a:schemeClr val="accent1">
                        <a:lumMod val="75000"/>
                      </a:schemeClr>
                    </a:solidFill>
                  </a:tcPr>
                </a:tc>
                <a:tc>
                  <a:txBody>
                    <a:bodyPr/>
                    <a:lstStyle/>
                    <a:p>
                      <a:pPr algn="ctr" rtl="1" fontAlgn="b"/>
                      <a:r>
                        <a:rPr lang="ar-LY" sz="1400" u="none" strike="noStrike" dirty="0">
                          <a:solidFill>
                            <a:schemeClr val="bg1"/>
                          </a:solidFill>
                          <a:effectLst/>
                        </a:rPr>
                        <a:t>ا</a:t>
                      </a:r>
                      <a:r>
                        <a:rPr lang="en-US" sz="1400" u="none" strike="noStrike" dirty="0">
                          <a:solidFill>
                            <a:schemeClr val="bg1"/>
                          </a:solidFill>
                          <a:effectLst/>
                        </a:rPr>
                        <a:t>HC</a:t>
                      </a:r>
                      <a:endParaRPr lang="ar-LY" sz="1400" b="0" i="0" u="none" strike="noStrike" dirty="0">
                        <a:solidFill>
                          <a:schemeClr val="bg1"/>
                        </a:solidFill>
                        <a:effectLst/>
                        <a:latin typeface="Calibri" panose="020F0502020204030204" pitchFamily="34" charset="0"/>
                      </a:endParaRPr>
                    </a:p>
                  </a:txBody>
                  <a:tcPr marL="5416" marR="5416" marT="5416" marB="0" anchor="b">
                    <a:solidFill>
                      <a:schemeClr val="accent1">
                        <a:lumMod val="75000"/>
                      </a:schemeClr>
                    </a:solidFill>
                  </a:tcPr>
                </a:tc>
                <a:tc>
                  <a:txBody>
                    <a:bodyPr/>
                    <a:lstStyle/>
                    <a:p>
                      <a:pPr algn="ctr" rtl="1" fontAlgn="b"/>
                      <a:r>
                        <a:rPr lang="ar-LY" sz="1400" u="none" strike="noStrike" dirty="0">
                          <a:solidFill>
                            <a:schemeClr val="bg1"/>
                          </a:solidFill>
                          <a:effectLst/>
                        </a:rPr>
                        <a:t>الوصول (مباشر +رقمي)</a:t>
                      </a:r>
                      <a:endParaRPr lang="ar-LY" sz="1400" b="0" i="0" u="none" strike="noStrike" dirty="0">
                        <a:solidFill>
                          <a:schemeClr val="bg1"/>
                        </a:solidFill>
                        <a:effectLst/>
                        <a:latin typeface="Calibri" panose="020F0502020204030204" pitchFamily="34" charset="0"/>
                      </a:endParaRPr>
                    </a:p>
                  </a:txBody>
                  <a:tcPr marL="5416" marR="5416" marT="5416" marB="0" anchor="b">
                    <a:solidFill>
                      <a:schemeClr val="accent1">
                        <a:lumMod val="75000"/>
                      </a:schemeClr>
                    </a:solidFill>
                  </a:tcPr>
                </a:tc>
                <a:extLst>
                  <a:ext uri="{0D108BD9-81ED-4DB2-BD59-A6C34878D82A}">
                    <a16:rowId xmlns:a16="http://schemas.microsoft.com/office/drawing/2014/main" val="156333185"/>
                  </a:ext>
                </a:extLst>
              </a:tr>
              <a:tr h="157068">
                <a:tc>
                  <a:txBody>
                    <a:bodyPr/>
                    <a:lstStyle/>
                    <a:p>
                      <a:pPr algn="l" rtl="0" fontAlgn="b"/>
                      <a:r>
                        <a:rPr lang="en-US" sz="1400" u="none" strike="noStrike">
                          <a:solidFill>
                            <a:schemeClr val="bg1"/>
                          </a:solidFill>
                          <a:effectLst/>
                        </a:rPr>
                        <a:t> </a:t>
                      </a:r>
                      <a:endParaRPr lang="en-US" sz="1400" b="0" i="0" u="none" strike="noStrike">
                        <a:solidFill>
                          <a:schemeClr val="bg1"/>
                        </a:solidFill>
                        <a:effectLst/>
                        <a:latin typeface="Calibri" panose="020F0502020204030204" pitchFamily="34" charset="0"/>
                      </a:endParaRPr>
                    </a:p>
                  </a:txBody>
                  <a:tcPr marL="5416" marR="5416" marT="5416" marB="0" anchor="b">
                    <a:solidFill>
                      <a:schemeClr val="tx1">
                        <a:lumMod val="75000"/>
                        <a:lumOff val="25000"/>
                      </a:schemeClr>
                    </a:solidFill>
                  </a:tcPr>
                </a:tc>
                <a:tc>
                  <a:txBody>
                    <a:bodyPr/>
                    <a:lstStyle/>
                    <a:p>
                      <a:pPr algn="r" rtl="0" fontAlgn="b"/>
                      <a:r>
                        <a:rPr lang="en-US" sz="1400" u="none" strike="noStrike">
                          <a:solidFill>
                            <a:schemeClr val="bg1"/>
                          </a:solidFill>
                          <a:effectLst/>
                        </a:rPr>
                        <a:t>57%</a:t>
                      </a:r>
                      <a:endParaRPr lang="en-US" sz="1400" b="0" i="0" u="none" strike="noStrike" dirty="0">
                        <a:solidFill>
                          <a:schemeClr val="bg1"/>
                        </a:solidFill>
                        <a:effectLst/>
                        <a:latin typeface="Calibri" panose="020F0502020204030204" pitchFamily="34" charset="0"/>
                      </a:endParaRPr>
                    </a:p>
                  </a:txBody>
                  <a:tcPr marL="5416" marR="5416" marT="5416" marB="0" anchor="b">
                    <a:solidFill>
                      <a:schemeClr val="tx1">
                        <a:lumMod val="75000"/>
                        <a:lumOff val="25000"/>
                      </a:schemeClr>
                    </a:solidFill>
                  </a:tcPr>
                </a:tc>
                <a:tc>
                  <a:txBody>
                    <a:bodyPr/>
                    <a:lstStyle/>
                    <a:p>
                      <a:pPr algn="r" rtl="0" fontAlgn="b"/>
                      <a:r>
                        <a:rPr lang="en-US" sz="1400" u="none" strike="noStrike">
                          <a:solidFill>
                            <a:schemeClr val="bg1"/>
                          </a:solidFill>
                          <a:effectLst/>
                        </a:rPr>
                        <a:t>60%</a:t>
                      </a:r>
                      <a:endParaRPr lang="en-US" sz="1400" b="0" i="0" u="none" strike="noStrike">
                        <a:solidFill>
                          <a:schemeClr val="bg1"/>
                        </a:solidFill>
                        <a:effectLst/>
                        <a:latin typeface="Calibri" panose="020F0502020204030204" pitchFamily="34" charset="0"/>
                      </a:endParaRPr>
                    </a:p>
                  </a:txBody>
                  <a:tcPr marL="5416" marR="5416" marT="5416" marB="0" anchor="b">
                    <a:solidFill>
                      <a:schemeClr val="tx1">
                        <a:lumMod val="75000"/>
                        <a:lumOff val="25000"/>
                      </a:schemeClr>
                    </a:solidFill>
                  </a:tcPr>
                </a:tc>
                <a:tc>
                  <a:txBody>
                    <a:bodyPr/>
                    <a:lstStyle/>
                    <a:p>
                      <a:pPr algn="r" rtl="0" fontAlgn="b"/>
                      <a:r>
                        <a:rPr lang="en-US" sz="1400" u="none" strike="noStrike" dirty="0">
                          <a:solidFill>
                            <a:schemeClr val="bg1"/>
                          </a:solidFill>
                          <a:effectLst/>
                        </a:rPr>
                        <a:t>30%</a:t>
                      </a:r>
                      <a:endParaRPr lang="en-US" sz="1400" b="0" i="0" u="none" strike="noStrike" dirty="0">
                        <a:solidFill>
                          <a:schemeClr val="bg1"/>
                        </a:solidFill>
                        <a:effectLst/>
                        <a:latin typeface="Calibri" panose="020F0502020204030204" pitchFamily="34" charset="0"/>
                      </a:endParaRPr>
                    </a:p>
                  </a:txBody>
                  <a:tcPr marL="5416" marR="5416" marT="5416" marB="0" anchor="b">
                    <a:solidFill>
                      <a:schemeClr val="tx1">
                        <a:lumMod val="75000"/>
                        <a:lumOff val="25000"/>
                      </a:schemeClr>
                    </a:solidFill>
                  </a:tcPr>
                </a:tc>
                <a:tc>
                  <a:txBody>
                    <a:bodyPr/>
                    <a:lstStyle/>
                    <a:p>
                      <a:pPr algn="r" rtl="0" fontAlgn="b"/>
                      <a:r>
                        <a:rPr lang="en-US" sz="1400" u="none" strike="noStrike" dirty="0">
                          <a:solidFill>
                            <a:schemeClr val="bg1"/>
                          </a:solidFill>
                          <a:effectLst/>
                        </a:rPr>
                        <a:t>10%</a:t>
                      </a:r>
                      <a:endParaRPr lang="en-US" sz="1400" b="0" i="0" u="none" strike="noStrike" dirty="0">
                        <a:solidFill>
                          <a:schemeClr val="bg1"/>
                        </a:solidFill>
                        <a:effectLst/>
                        <a:latin typeface="Calibri" panose="020F0502020204030204" pitchFamily="34" charset="0"/>
                      </a:endParaRPr>
                    </a:p>
                  </a:txBody>
                  <a:tcPr marL="5416" marR="5416" marT="5416" marB="0" anchor="b">
                    <a:solidFill>
                      <a:schemeClr val="tx1">
                        <a:lumMod val="75000"/>
                        <a:lumOff val="25000"/>
                      </a:schemeClr>
                    </a:solidFill>
                  </a:tcPr>
                </a:tc>
                <a:tc>
                  <a:txBody>
                    <a:bodyPr/>
                    <a:lstStyle/>
                    <a:p>
                      <a:pPr algn="r" rtl="0" fontAlgn="b"/>
                      <a:r>
                        <a:rPr lang="en-US" sz="1400" u="none" strike="noStrike">
                          <a:solidFill>
                            <a:schemeClr val="bg1"/>
                          </a:solidFill>
                          <a:effectLst/>
                        </a:rPr>
                        <a:t>40%</a:t>
                      </a:r>
                      <a:endParaRPr lang="en-US" sz="1400" b="0" i="0" u="none" strike="noStrike">
                        <a:solidFill>
                          <a:schemeClr val="bg1"/>
                        </a:solidFill>
                        <a:effectLst/>
                        <a:latin typeface="Calibri" panose="020F0502020204030204" pitchFamily="34" charset="0"/>
                      </a:endParaRPr>
                    </a:p>
                  </a:txBody>
                  <a:tcPr marL="5416" marR="5416" marT="5416" marB="0" anchor="b">
                    <a:solidFill>
                      <a:schemeClr val="tx1">
                        <a:lumMod val="75000"/>
                        <a:lumOff val="25000"/>
                      </a:schemeClr>
                    </a:solidFill>
                  </a:tcPr>
                </a:tc>
                <a:tc>
                  <a:txBody>
                    <a:bodyPr/>
                    <a:lstStyle/>
                    <a:p>
                      <a:pPr algn="r" rtl="0" fontAlgn="b"/>
                      <a:r>
                        <a:rPr lang="en-US" sz="1400" u="none" strike="noStrike" dirty="0">
                          <a:solidFill>
                            <a:schemeClr val="bg1"/>
                          </a:solidFill>
                          <a:effectLst/>
                        </a:rPr>
                        <a:t>25%</a:t>
                      </a:r>
                      <a:endParaRPr lang="en-US" sz="1400" b="0" i="0" u="none" strike="noStrike" dirty="0">
                        <a:solidFill>
                          <a:schemeClr val="bg1"/>
                        </a:solidFill>
                        <a:effectLst/>
                        <a:latin typeface="Calibri" panose="020F0502020204030204" pitchFamily="34" charset="0"/>
                      </a:endParaRPr>
                    </a:p>
                  </a:txBody>
                  <a:tcPr marL="5416" marR="5416" marT="5416" marB="0" anchor="b">
                    <a:solidFill>
                      <a:schemeClr val="tx1">
                        <a:lumMod val="75000"/>
                        <a:lumOff val="25000"/>
                      </a:schemeClr>
                    </a:solidFill>
                  </a:tcPr>
                </a:tc>
                <a:tc>
                  <a:txBody>
                    <a:bodyPr/>
                    <a:lstStyle/>
                    <a:p>
                      <a:pPr algn="r" rtl="0" fontAlgn="b"/>
                      <a:r>
                        <a:rPr lang="en-US" sz="1400" u="none" strike="noStrike">
                          <a:solidFill>
                            <a:schemeClr val="bg1"/>
                          </a:solidFill>
                          <a:effectLst/>
                        </a:rPr>
                        <a:t>6.5%</a:t>
                      </a:r>
                      <a:endParaRPr lang="en-US" sz="1400" b="0" i="0" u="none" strike="noStrike">
                        <a:solidFill>
                          <a:schemeClr val="bg1"/>
                        </a:solidFill>
                        <a:effectLst/>
                        <a:latin typeface="Calibri" panose="020F0502020204030204" pitchFamily="34" charset="0"/>
                      </a:endParaRPr>
                    </a:p>
                  </a:txBody>
                  <a:tcPr marL="5416" marR="5416" marT="5416" marB="0" anchor="b">
                    <a:solidFill>
                      <a:schemeClr val="tx1">
                        <a:lumMod val="75000"/>
                        <a:lumOff val="25000"/>
                      </a:schemeClr>
                    </a:solidFill>
                  </a:tcPr>
                </a:tc>
                <a:tc>
                  <a:txBody>
                    <a:bodyPr/>
                    <a:lstStyle/>
                    <a:p>
                      <a:pPr algn="r" rtl="0" fontAlgn="b"/>
                      <a:r>
                        <a:rPr lang="en-US" sz="1400" u="none" strike="noStrike">
                          <a:solidFill>
                            <a:schemeClr val="bg1"/>
                          </a:solidFill>
                          <a:effectLst/>
                        </a:rPr>
                        <a:t>5%</a:t>
                      </a:r>
                      <a:endParaRPr lang="en-US" sz="1400" b="0" i="0" u="none" strike="noStrike">
                        <a:solidFill>
                          <a:schemeClr val="bg1"/>
                        </a:solidFill>
                        <a:effectLst/>
                        <a:latin typeface="Calibri" panose="020F0502020204030204" pitchFamily="34" charset="0"/>
                      </a:endParaRPr>
                    </a:p>
                  </a:txBody>
                  <a:tcPr marL="5416" marR="5416" marT="5416" marB="0" anchor="b">
                    <a:solidFill>
                      <a:schemeClr val="tx1">
                        <a:lumMod val="75000"/>
                        <a:lumOff val="25000"/>
                      </a:schemeClr>
                    </a:solidFill>
                  </a:tcPr>
                </a:tc>
                <a:tc>
                  <a:txBody>
                    <a:bodyPr/>
                    <a:lstStyle/>
                    <a:p>
                      <a:pPr algn="r" rtl="0" fontAlgn="b"/>
                      <a:r>
                        <a:rPr lang="en-US" sz="1400" u="none" strike="noStrike">
                          <a:solidFill>
                            <a:schemeClr val="bg1"/>
                          </a:solidFill>
                          <a:effectLst/>
                        </a:rPr>
                        <a:t>95%</a:t>
                      </a:r>
                      <a:endParaRPr lang="en-US" sz="1400" b="0" i="0" u="none" strike="noStrike">
                        <a:solidFill>
                          <a:schemeClr val="bg1"/>
                        </a:solidFill>
                        <a:effectLst/>
                        <a:latin typeface="Calibri" panose="020F0502020204030204" pitchFamily="34" charset="0"/>
                      </a:endParaRPr>
                    </a:p>
                  </a:txBody>
                  <a:tcPr marL="5416" marR="5416" marT="5416" marB="0" anchor="b">
                    <a:solidFill>
                      <a:schemeClr val="tx1">
                        <a:lumMod val="75000"/>
                        <a:lumOff val="25000"/>
                      </a:schemeClr>
                    </a:solidFill>
                  </a:tcPr>
                </a:tc>
                <a:tc>
                  <a:txBody>
                    <a:bodyPr/>
                    <a:lstStyle/>
                    <a:p>
                      <a:pPr algn="r" rtl="0" fontAlgn="b"/>
                      <a:r>
                        <a:rPr lang="en-US" sz="1400" u="none" strike="noStrike" dirty="0">
                          <a:solidFill>
                            <a:schemeClr val="bg1"/>
                          </a:solidFill>
                          <a:effectLst/>
                        </a:rPr>
                        <a:t>22%</a:t>
                      </a:r>
                      <a:endParaRPr lang="en-US" sz="1400" b="0" i="0" u="none" strike="noStrike" dirty="0">
                        <a:solidFill>
                          <a:schemeClr val="bg1"/>
                        </a:solidFill>
                        <a:effectLst/>
                        <a:latin typeface="Calibri" panose="020F0502020204030204" pitchFamily="34" charset="0"/>
                      </a:endParaRPr>
                    </a:p>
                  </a:txBody>
                  <a:tcPr marL="5416" marR="5416" marT="5416" marB="0" anchor="b">
                    <a:solidFill>
                      <a:schemeClr val="tx1">
                        <a:lumMod val="75000"/>
                        <a:lumOff val="25000"/>
                      </a:schemeClr>
                    </a:solidFill>
                  </a:tcPr>
                </a:tc>
                <a:tc>
                  <a:txBody>
                    <a:bodyPr/>
                    <a:lstStyle/>
                    <a:p>
                      <a:pPr algn="l" rtl="0" fontAlgn="b"/>
                      <a:r>
                        <a:rPr lang="en-US" sz="1400" u="none" strike="noStrike" dirty="0">
                          <a:solidFill>
                            <a:schemeClr val="bg1"/>
                          </a:solidFill>
                          <a:effectLst/>
                        </a:rPr>
                        <a:t> 28 </a:t>
                      </a:r>
                      <a:r>
                        <a:rPr lang="ar-LY" sz="1400" u="none" strike="noStrike" dirty="0">
                          <a:solidFill>
                            <a:schemeClr val="bg1"/>
                          </a:solidFill>
                          <a:effectLst/>
                        </a:rPr>
                        <a:t>ث</a:t>
                      </a:r>
                      <a:endParaRPr lang="en-US" sz="1400" b="0" i="0" u="none" strike="noStrike" dirty="0">
                        <a:solidFill>
                          <a:schemeClr val="bg1"/>
                        </a:solidFill>
                        <a:effectLst/>
                        <a:latin typeface="Calibri" panose="020F0502020204030204" pitchFamily="34" charset="0"/>
                      </a:endParaRPr>
                    </a:p>
                  </a:txBody>
                  <a:tcPr marL="5416" marR="5416" marT="5416" marB="0" anchor="b">
                    <a:solidFill>
                      <a:schemeClr val="tx1">
                        <a:lumMod val="75000"/>
                        <a:lumOff val="25000"/>
                      </a:schemeClr>
                    </a:solidFill>
                  </a:tcPr>
                </a:tc>
                <a:tc>
                  <a:txBody>
                    <a:bodyPr/>
                    <a:lstStyle/>
                    <a:p>
                      <a:pPr algn="l" rtl="0" fontAlgn="b"/>
                      <a:r>
                        <a:rPr lang="en-US" sz="1400" u="none" strike="noStrike" dirty="0">
                          <a:solidFill>
                            <a:schemeClr val="bg1"/>
                          </a:solidFill>
                          <a:effectLst/>
                        </a:rPr>
                        <a:t> 98%</a:t>
                      </a:r>
                      <a:endParaRPr lang="en-US" sz="1400" b="0" i="0" u="none" strike="noStrike" dirty="0">
                        <a:solidFill>
                          <a:schemeClr val="bg1"/>
                        </a:solidFill>
                        <a:effectLst/>
                        <a:latin typeface="Calibri" panose="020F0502020204030204" pitchFamily="34" charset="0"/>
                      </a:endParaRPr>
                    </a:p>
                  </a:txBody>
                  <a:tcPr marL="5416" marR="5416" marT="5416" marB="0" anchor="b">
                    <a:solidFill>
                      <a:schemeClr val="tx1">
                        <a:lumMod val="75000"/>
                        <a:lumOff val="25000"/>
                      </a:schemeClr>
                    </a:solidFill>
                  </a:tcPr>
                </a:tc>
                <a:tc>
                  <a:txBody>
                    <a:bodyPr/>
                    <a:lstStyle/>
                    <a:p>
                      <a:pPr algn="l" rtl="0" fontAlgn="b"/>
                      <a:r>
                        <a:rPr lang="en-US" sz="1400" u="none" strike="noStrike" dirty="0">
                          <a:solidFill>
                            <a:schemeClr val="bg1"/>
                          </a:solidFill>
                          <a:effectLst/>
                        </a:rPr>
                        <a:t> 90%</a:t>
                      </a:r>
                      <a:endParaRPr lang="en-US" sz="1400" b="0" i="0" u="none" strike="noStrike" dirty="0">
                        <a:solidFill>
                          <a:schemeClr val="bg1"/>
                        </a:solidFill>
                        <a:effectLst/>
                        <a:latin typeface="Calibri" panose="020F0502020204030204" pitchFamily="34" charset="0"/>
                      </a:endParaRPr>
                    </a:p>
                  </a:txBody>
                  <a:tcPr marL="5416" marR="5416" marT="5416" marB="0" anchor="b">
                    <a:solidFill>
                      <a:schemeClr val="tx1">
                        <a:lumMod val="75000"/>
                        <a:lumOff val="25000"/>
                      </a:schemeClr>
                    </a:solidFill>
                  </a:tcPr>
                </a:tc>
                <a:extLst>
                  <a:ext uri="{0D108BD9-81ED-4DB2-BD59-A6C34878D82A}">
                    <a16:rowId xmlns:a16="http://schemas.microsoft.com/office/drawing/2014/main" val="1919458048"/>
                  </a:ext>
                </a:extLst>
              </a:tr>
              <a:tr h="157068">
                <a:tc>
                  <a:txBody>
                    <a:bodyPr/>
                    <a:lstStyle/>
                    <a:p>
                      <a:pPr algn="r" rtl="1" fontAlgn="b"/>
                      <a:r>
                        <a:rPr lang="ar-LY" sz="1100" u="none" strike="noStrike" dirty="0">
                          <a:solidFill>
                            <a:srgbClr val="990099"/>
                          </a:solidFill>
                          <a:effectLst/>
                          <a:cs typeface="+mj-cs"/>
                        </a:rPr>
                        <a:t>مشروع الهوية البصرية </a:t>
                      </a:r>
                      <a:endParaRPr lang="ar-LY" sz="1100" b="0" i="0" u="none" strike="noStrike" dirty="0">
                        <a:solidFill>
                          <a:srgbClr val="990099"/>
                        </a:solidFill>
                        <a:effectLst/>
                        <a:latin typeface="Calibri" panose="020F0502020204030204" pitchFamily="34" charset="0"/>
                        <a:cs typeface="+mj-cs"/>
                      </a:endParaRPr>
                    </a:p>
                  </a:txBody>
                  <a:tcPr marL="5416" marR="5416" marT="5416" marB="0" anchor="b">
                    <a:solidFill>
                      <a:schemeClr val="bg1">
                        <a:lumMod val="85000"/>
                      </a:schemeClr>
                    </a:solidFill>
                  </a:tcPr>
                </a:tc>
                <a:tc>
                  <a:txBody>
                    <a:bodyPr/>
                    <a:lstStyle/>
                    <a:p>
                      <a:pPr algn="l" rtl="0" fontAlgn="b"/>
                      <a:endParaRPr lang="en-US" sz="1400" b="0" i="0" u="none" strike="noStrike" dirty="0">
                        <a:solidFill>
                          <a:srgbClr val="000000"/>
                        </a:solidFill>
                        <a:effectLst/>
                        <a:latin typeface="Wingdings" panose="05000000000000000000" pitchFamily="2" charset="2"/>
                      </a:endParaRPr>
                    </a:p>
                  </a:txBody>
                  <a:tcPr marL="5416" marR="5416" marT="5416" marB="0" anchor="b">
                    <a:solidFill>
                      <a:srgbClr val="990099"/>
                    </a:solidFill>
                  </a:tcPr>
                </a:tc>
                <a:tc>
                  <a:txBody>
                    <a:bodyPr/>
                    <a:lstStyle/>
                    <a:p>
                      <a:pPr algn="l" rtl="0" fontAlgn="b"/>
                      <a:endParaRPr lang="en-US" sz="1400" b="0" i="0" u="none" strike="noStrike" dirty="0">
                        <a:solidFill>
                          <a:srgbClr val="000000"/>
                        </a:solidFill>
                        <a:effectLst/>
                        <a:latin typeface="Wingdings" panose="05000000000000000000" pitchFamily="2" charset="2"/>
                      </a:endParaRPr>
                    </a:p>
                  </a:txBody>
                  <a:tcPr marL="5416" marR="5416" marT="5416" marB="0" anchor="b">
                    <a:solidFill>
                      <a:srgbClr val="990099"/>
                    </a:solidFill>
                  </a:tcPr>
                </a:tc>
                <a:tc>
                  <a:txBody>
                    <a:bodyPr/>
                    <a:lstStyle/>
                    <a:p>
                      <a:pPr algn="l" rtl="0" fontAlgn="b"/>
                      <a:endParaRPr lang="en-US" sz="1400" b="0" i="0" u="none" strike="noStrike" dirty="0">
                        <a:solidFill>
                          <a:srgbClr val="000000"/>
                        </a:solidFill>
                        <a:effectLst/>
                        <a:latin typeface="Wingdings" panose="05000000000000000000" pitchFamily="2" charset="2"/>
                      </a:endParaRPr>
                    </a:p>
                  </a:txBody>
                  <a:tcPr marL="5416" marR="5416" marT="5416" marB="0" anchor="b">
                    <a:solidFill>
                      <a:srgbClr val="990099"/>
                    </a:solidFill>
                  </a:tcPr>
                </a:tc>
                <a:tc>
                  <a:txBody>
                    <a:bodyPr/>
                    <a:lstStyle/>
                    <a:p>
                      <a:pPr algn="l" rtl="0" fontAlgn="b"/>
                      <a:endParaRPr lang="en-US" sz="1400" b="0" i="0" u="none" strike="noStrike" dirty="0">
                        <a:solidFill>
                          <a:srgbClr val="000000"/>
                        </a:solidFill>
                        <a:effectLst/>
                        <a:latin typeface="Wingdings" panose="05000000000000000000" pitchFamily="2" charset="2"/>
                      </a:endParaRPr>
                    </a:p>
                  </a:txBody>
                  <a:tcPr marL="5416" marR="5416" marT="5416" marB="0" anchor="b">
                    <a:solidFill>
                      <a:srgbClr val="990099"/>
                    </a:solidFill>
                  </a:tcPr>
                </a:tc>
                <a:tc>
                  <a:txBody>
                    <a:bodyPr/>
                    <a:lstStyle/>
                    <a:p>
                      <a:pPr algn="l" rtl="0" fontAlgn="b"/>
                      <a:endParaRPr lang="en-US" sz="1400" b="0" i="0" u="none" strike="noStrike" dirty="0">
                        <a:solidFill>
                          <a:srgbClr val="000000"/>
                        </a:solidFill>
                        <a:effectLst/>
                        <a:latin typeface="Wingdings" panose="05000000000000000000" pitchFamily="2" charset="2"/>
                      </a:endParaRPr>
                    </a:p>
                  </a:txBody>
                  <a:tcPr marL="5416" marR="5416" marT="5416" marB="0" anchor="b">
                    <a:solidFill>
                      <a:srgbClr val="990099"/>
                    </a:solidFill>
                  </a:tcPr>
                </a:tc>
                <a:tc>
                  <a:txBody>
                    <a:bodyPr/>
                    <a:lstStyle/>
                    <a:p>
                      <a:pPr algn="l" rtl="0" fontAlgn="b"/>
                      <a:endParaRPr lang="en-US" sz="1400" b="0" i="0" u="none" strike="noStrike" dirty="0">
                        <a:solidFill>
                          <a:srgbClr val="000000"/>
                        </a:solidFill>
                        <a:effectLst/>
                        <a:latin typeface="Wingdings" panose="05000000000000000000" pitchFamily="2" charset="2"/>
                      </a:endParaRPr>
                    </a:p>
                  </a:txBody>
                  <a:tcPr marL="5416" marR="5416" marT="5416" marB="0" anchor="b">
                    <a:solidFill>
                      <a:srgbClr val="990099"/>
                    </a:solidFill>
                  </a:tcPr>
                </a:tc>
                <a:tc>
                  <a:txBody>
                    <a:bodyPr/>
                    <a:lstStyle/>
                    <a:p>
                      <a:pPr algn="l" rtl="0" fontAlgn="b"/>
                      <a:endParaRPr lang="en-US" sz="1400" b="0" i="0" u="none" strike="noStrike" dirty="0">
                        <a:solidFill>
                          <a:srgbClr val="000000"/>
                        </a:solidFill>
                        <a:effectLst/>
                        <a:latin typeface="Wingdings" panose="05000000000000000000" pitchFamily="2" charset="2"/>
                      </a:endParaRPr>
                    </a:p>
                  </a:txBody>
                  <a:tcPr marL="5416" marR="5416" marT="5416" marB="0" anchor="b">
                    <a:solidFill>
                      <a:srgbClr val="990099"/>
                    </a:solidFill>
                  </a:tcPr>
                </a:tc>
                <a:tc>
                  <a:txBody>
                    <a:bodyPr/>
                    <a:lstStyle/>
                    <a:p>
                      <a:pPr algn="l" rtl="0" fontAlgn="b"/>
                      <a:endParaRPr lang="en-US" sz="1400" b="0" i="0" u="none" strike="noStrike" dirty="0">
                        <a:solidFill>
                          <a:srgbClr val="000000"/>
                        </a:solidFill>
                        <a:effectLst/>
                        <a:latin typeface="Wingdings" panose="05000000000000000000" pitchFamily="2" charset="2"/>
                      </a:endParaRPr>
                    </a:p>
                  </a:txBody>
                  <a:tcPr marL="5416" marR="5416" marT="5416" marB="0" anchor="b">
                    <a:solidFill>
                      <a:srgbClr val="990099"/>
                    </a:solidFill>
                  </a:tcPr>
                </a:tc>
                <a:tc>
                  <a:txBody>
                    <a:bodyPr/>
                    <a:lstStyle/>
                    <a:p>
                      <a:pPr algn="l" rtl="0" fontAlgn="b"/>
                      <a:endParaRPr lang="en-US" sz="1400" b="0" i="0" u="none" strike="noStrike" dirty="0">
                        <a:solidFill>
                          <a:srgbClr val="000000"/>
                        </a:solidFill>
                        <a:effectLst/>
                        <a:latin typeface="Wingdings" panose="05000000000000000000" pitchFamily="2" charset="2"/>
                      </a:endParaRPr>
                    </a:p>
                  </a:txBody>
                  <a:tcPr marL="5416" marR="5416" marT="5416" marB="0" anchor="b">
                    <a:solidFill>
                      <a:srgbClr val="990099"/>
                    </a:solidFill>
                  </a:tcPr>
                </a:tc>
                <a:tc>
                  <a:txBody>
                    <a:bodyPr/>
                    <a:lstStyle/>
                    <a:p>
                      <a:pPr algn="l" rtl="0" fontAlgn="b"/>
                      <a:endParaRPr lang="en-US" sz="1400" b="0" i="0" u="none" strike="noStrike" dirty="0">
                        <a:solidFill>
                          <a:srgbClr val="000000"/>
                        </a:solidFill>
                        <a:effectLst/>
                        <a:latin typeface="Wingdings" panose="05000000000000000000" pitchFamily="2" charset="2"/>
                      </a:endParaRPr>
                    </a:p>
                  </a:txBody>
                  <a:tcPr marL="5416" marR="5416" marT="5416" marB="0" anchor="b">
                    <a:solidFill>
                      <a:srgbClr val="990099"/>
                    </a:solidFill>
                  </a:tcPr>
                </a:tc>
                <a:tc>
                  <a:txBody>
                    <a:bodyPr/>
                    <a:lstStyle/>
                    <a:p>
                      <a:pPr algn="l" rtl="0" fontAlgn="b"/>
                      <a:r>
                        <a:rPr lang="en-US" sz="1400" u="none" strike="noStrike" dirty="0">
                          <a:effectLst/>
                        </a:rPr>
                        <a:t> </a:t>
                      </a:r>
                      <a:endParaRPr lang="en-US" sz="1400" b="0" i="0" u="none" strike="noStrike" dirty="0">
                        <a:solidFill>
                          <a:srgbClr val="000000"/>
                        </a:solidFill>
                        <a:effectLst/>
                        <a:latin typeface="Calibri" panose="020F0502020204030204" pitchFamily="34" charset="0"/>
                      </a:endParaRPr>
                    </a:p>
                  </a:txBody>
                  <a:tcPr marL="5416" marR="5416" marT="5416" marB="0" anchor="b"/>
                </a:tc>
                <a:tc>
                  <a:txBody>
                    <a:bodyPr/>
                    <a:lstStyle/>
                    <a:p>
                      <a:pPr algn="l" rtl="0" fontAlgn="b"/>
                      <a:r>
                        <a:rPr lang="en-US" sz="1400" u="none" strike="noStrike" dirty="0">
                          <a:effectLst/>
                        </a:rPr>
                        <a:t> </a:t>
                      </a:r>
                      <a:endParaRPr lang="en-US" sz="1400" b="0" i="0" u="none" strike="noStrike" dirty="0">
                        <a:solidFill>
                          <a:srgbClr val="000000"/>
                        </a:solidFill>
                        <a:effectLst/>
                        <a:latin typeface="Calibri" panose="020F0502020204030204" pitchFamily="34" charset="0"/>
                      </a:endParaRPr>
                    </a:p>
                  </a:txBody>
                  <a:tcPr marL="5416" marR="5416" marT="5416" marB="0" anchor="b"/>
                </a:tc>
                <a:tc>
                  <a:txBody>
                    <a:bodyPr/>
                    <a:lstStyle/>
                    <a:p>
                      <a:pPr algn="l" rtl="0" fontAlgn="b"/>
                      <a:r>
                        <a:rPr lang="en-US" sz="1400" u="none" strike="noStrike">
                          <a:effectLst/>
                        </a:rPr>
                        <a:t> </a:t>
                      </a:r>
                      <a:endParaRPr lang="en-US" sz="1400" b="0" i="0" u="none" strike="noStrike">
                        <a:solidFill>
                          <a:srgbClr val="000000"/>
                        </a:solidFill>
                        <a:effectLst/>
                        <a:latin typeface="Calibri" panose="020F0502020204030204" pitchFamily="34" charset="0"/>
                      </a:endParaRPr>
                    </a:p>
                  </a:txBody>
                  <a:tcPr marL="5416" marR="5416" marT="5416" marB="0" anchor="b"/>
                </a:tc>
                <a:extLst>
                  <a:ext uri="{0D108BD9-81ED-4DB2-BD59-A6C34878D82A}">
                    <a16:rowId xmlns:a16="http://schemas.microsoft.com/office/drawing/2014/main" val="191192220"/>
                  </a:ext>
                </a:extLst>
              </a:tr>
              <a:tr h="157068">
                <a:tc>
                  <a:txBody>
                    <a:bodyPr/>
                    <a:lstStyle/>
                    <a:p>
                      <a:pPr algn="r" rtl="1" fontAlgn="b"/>
                      <a:r>
                        <a:rPr lang="ar-LY" sz="1100" u="none" strike="noStrike">
                          <a:solidFill>
                            <a:srgbClr val="990099"/>
                          </a:solidFill>
                          <a:effectLst/>
                          <a:cs typeface="+mj-cs"/>
                        </a:rPr>
                        <a:t>مشروع الهوية الرقمية</a:t>
                      </a:r>
                      <a:endParaRPr lang="ar-LY" sz="1100" b="0" i="0" u="none" strike="noStrike">
                        <a:solidFill>
                          <a:srgbClr val="990099"/>
                        </a:solidFill>
                        <a:effectLst/>
                        <a:latin typeface="Calibri" panose="020F0502020204030204" pitchFamily="34" charset="0"/>
                        <a:cs typeface="+mj-cs"/>
                      </a:endParaRPr>
                    </a:p>
                  </a:txBody>
                  <a:tcPr marL="5416" marR="5416" marT="5416" marB="0" anchor="b">
                    <a:solidFill>
                      <a:schemeClr val="bg1">
                        <a:lumMod val="85000"/>
                      </a:schemeClr>
                    </a:solidFill>
                  </a:tcPr>
                </a:tc>
                <a:tc>
                  <a:txBody>
                    <a:bodyPr/>
                    <a:lstStyle/>
                    <a:p>
                      <a:pPr algn="l" rtl="0" fontAlgn="b"/>
                      <a:endParaRPr lang="en-US" sz="1400" b="0" i="0" u="none" strike="noStrike" dirty="0">
                        <a:solidFill>
                          <a:srgbClr val="000000"/>
                        </a:solidFill>
                        <a:effectLst/>
                        <a:latin typeface="Wingdings" panose="05000000000000000000" pitchFamily="2" charset="2"/>
                      </a:endParaRPr>
                    </a:p>
                  </a:txBody>
                  <a:tcPr marL="5416" marR="5416" marT="5416" marB="0" anchor="b">
                    <a:solidFill>
                      <a:srgbClr val="990099"/>
                    </a:solidFill>
                  </a:tcPr>
                </a:tc>
                <a:tc>
                  <a:txBody>
                    <a:bodyPr/>
                    <a:lstStyle/>
                    <a:p>
                      <a:pPr algn="l" rtl="0" fontAlgn="b"/>
                      <a:endParaRPr lang="en-US" sz="1400" b="0" i="0" u="none" strike="noStrike">
                        <a:solidFill>
                          <a:srgbClr val="000000"/>
                        </a:solidFill>
                        <a:effectLst/>
                        <a:latin typeface="Calibri" panose="020F0502020204030204" pitchFamily="34" charset="0"/>
                      </a:endParaRPr>
                    </a:p>
                  </a:txBody>
                  <a:tcPr marL="5416" marR="5416" marT="5416" marB="0" anchor="b"/>
                </a:tc>
                <a:tc>
                  <a:txBody>
                    <a:bodyPr/>
                    <a:lstStyle/>
                    <a:p>
                      <a:pPr algn="l" rtl="0" fontAlgn="b"/>
                      <a:endParaRPr lang="en-US" sz="1400" b="0" i="0" u="none" strike="noStrike">
                        <a:solidFill>
                          <a:srgbClr val="000000"/>
                        </a:solidFill>
                        <a:effectLst/>
                        <a:latin typeface="Calibri" panose="020F0502020204030204" pitchFamily="34" charset="0"/>
                      </a:endParaRPr>
                    </a:p>
                  </a:txBody>
                  <a:tcPr marL="5416" marR="5416" marT="5416" marB="0" anchor="b"/>
                </a:tc>
                <a:tc>
                  <a:txBody>
                    <a:bodyPr/>
                    <a:lstStyle/>
                    <a:p>
                      <a:pPr algn="l" rtl="0" fontAlgn="b"/>
                      <a:endParaRPr lang="en-US" sz="1400" b="0" i="0" u="none" strike="noStrike" dirty="0">
                        <a:solidFill>
                          <a:srgbClr val="000000"/>
                        </a:solidFill>
                        <a:effectLst/>
                        <a:latin typeface="Wingdings" panose="05000000000000000000" pitchFamily="2" charset="2"/>
                      </a:endParaRPr>
                    </a:p>
                  </a:txBody>
                  <a:tcPr marL="5416" marR="5416" marT="5416" marB="0" anchor="b">
                    <a:solidFill>
                      <a:srgbClr val="990099"/>
                    </a:solidFill>
                  </a:tcPr>
                </a:tc>
                <a:tc>
                  <a:txBody>
                    <a:bodyPr/>
                    <a:lstStyle/>
                    <a:p>
                      <a:pPr algn="l" rtl="0" fontAlgn="b"/>
                      <a:endParaRPr lang="en-US" sz="1400" b="0" i="0" u="none" strike="noStrike">
                        <a:solidFill>
                          <a:srgbClr val="000000"/>
                        </a:solidFill>
                        <a:effectLst/>
                        <a:latin typeface="Calibri" panose="020F0502020204030204" pitchFamily="34" charset="0"/>
                      </a:endParaRPr>
                    </a:p>
                  </a:txBody>
                  <a:tcPr marL="5416" marR="5416" marT="5416" marB="0" anchor="b"/>
                </a:tc>
                <a:tc>
                  <a:txBody>
                    <a:bodyPr/>
                    <a:lstStyle/>
                    <a:p>
                      <a:pPr algn="l" rtl="0" fontAlgn="b"/>
                      <a:endParaRPr lang="en-US" sz="1400" b="0" i="0" u="none" strike="noStrike">
                        <a:solidFill>
                          <a:srgbClr val="000000"/>
                        </a:solidFill>
                        <a:effectLst/>
                        <a:latin typeface="Calibri" panose="020F0502020204030204" pitchFamily="34" charset="0"/>
                      </a:endParaRPr>
                    </a:p>
                  </a:txBody>
                  <a:tcPr marL="5416" marR="5416" marT="5416" marB="0" anchor="b"/>
                </a:tc>
                <a:tc>
                  <a:txBody>
                    <a:bodyPr/>
                    <a:lstStyle/>
                    <a:p>
                      <a:pPr algn="l" rtl="0" fontAlgn="b"/>
                      <a:endParaRPr lang="en-US" sz="1400" b="0" i="0" u="none" strike="noStrike" dirty="0">
                        <a:solidFill>
                          <a:srgbClr val="000000"/>
                        </a:solidFill>
                        <a:effectLst/>
                        <a:latin typeface="Wingdings" panose="05000000000000000000" pitchFamily="2" charset="2"/>
                      </a:endParaRPr>
                    </a:p>
                  </a:txBody>
                  <a:tcPr marL="5416" marR="5416" marT="5416" marB="0" anchor="b">
                    <a:solidFill>
                      <a:srgbClr val="990099"/>
                    </a:solidFill>
                  </a:tcPr>
                </a:tc>
                <a:tc>
                  <a:txBody>
                    <a:bodyPr/>
                    <a:lstStyle/>
                    <a:p>
                      <a:pPr algn="l" rtl="0" fontAlgn="b"/>
                      <a:endParaRPr lang="en-US" sz="1400" b="0" i="0" u="none" strike="noStrike">
                        <a:solidFill>
                          <a:srgbClr val="000000"/>
                        </a:solidFill>
                        <a:effectLst/>
                        <a:latin typeface="Wingdings" panose="05000000000000000000" pitchFamily="2" charset="2"/>
                      </a:endParaRPr>
                    </a:p>
                  </a:txBody>
                  <a:tcPr marL="5416" marR="5416" marT="5416" marB="0" anchor="b">
                    <a:solidFill>
                      <a:srgbClr val="990099"/>
                    </a:solidFill>
                  </a:tcPr>
                </a:tc>
                <a:tc>
                  <a:txBody>
                    <a:bodyPr/>
                    <a:lstStyle/>
                    <a:p>
                      <a:pPr algn="l" rtl="0" fontAlgn="b"/>
                      <a:endParaRPr lang="en-US" sz="1400" b="0" i="0" u="none" strike="noStrike" dirty="0">
                        <a:solidFill>
                          <a:srgbClr val="000000"/>
                        </a:solidFill>
                        <a:effectLst/>
                        <a:latin typeface="Calibri" panose="020F0502020204030204" pitchFamily="34" charset="0"/>
                      </a:endParaRPr>
                    </a:p>
                  </a:txBody>
                  <a:tcPr marL="5416" marR="5416" marT="5416" marB="0" anchor="b"/>
                </a:tc>
                <a:tc>
                  <a:txBody>
                    <a:bodyPr/>
                    <a:lstStyle/>
                    <a:p>
                      <a:pPr algn="l" rtl="0" fontAlgn="b"/>
                      <a:endParaRPr lang="en-US" sz="1400" b="0" i="0" u="none" strike="noStrike" dirty="0">
                        <a:solidFill>
                          <a:srgbClr val="000000"/>
                        </a:solidFill>
                        <a:effectLst/>
                        <a:latin typeface="Wingdings" panose="05000000000000000000" pitchFamily="2" charset="2"/>
                      </a:endParaRPr>
                    </a:p>
                  </a:txBody>
                  <a:tcPr marL="5416" marR="5416" marT="5416" marB="0" anchor="b">
                    <a:solidFill>
                      <a:srgbClr val="990099"/>
                    </a:solidFill>
                  </a:tcPr>
                </a:tc>
                <a:tc>
                  <a:txBody>
                    <a:bodyPr/>
                    <a:lstStyle/>
                    <a:p>
                      <a:pPr algn="l" rtl="0" fontAlgn="b"/>
                      <a:r>
                        <a:rPr lang="en-US" sz="1400" u="none" strike="noStrike" dirty="0">
                          <a:effectLst/>
                        </a:rPr>
                        <a:t> </a:t>
                      </a:r>
                      <a:endParaRPr lang="en-US" sz="1400" b="0" i="0" u="none" strike="noStrike" dirty="0">
                        <a:solidFill>
                          <a:srgbClr val="000000"/>
                        </a:solidFill>
                        <a:effectLst/>
                        <a:latin typeface="Calibri" panose="020F0502020204030204" pitchFamily="34" charset="0"/>
                      </a:endParaRPr>
                    </a:p>
                  </a:txBody>
                  <a:tcPr marL="5416" marR="5416" marT="5416" marB="0" anchor="b"/>
                </a:tc>
                <a:tc>
                  <a:txBody>
                    <a:bodyPr/>
                    <a:lstStyle/>
                    <a:p>
                      <a:pPr algn="l" rtl="0" fontAlgn="b"/>
                      <a:r>
                        <a:rPr lang="en-US" sz="1400" u="none" strike="noStrike">
                          <a:effectLst/>
                        </a:rPr>
                        <a:t> </a:t>
                      </a:r>
                      <a:endParaRPr lang="en-US" sz="1400" b="0" i="0" u="none" strike="noStrike">
                        <a:solidFill>
                          <a:srgbClr val="000000"/>
                        </a:solidFill>
                        <a:effectLst/>
                        <a:latin typeface="Calibri" panose="020F0502020204030204" pitchFamily="34" charset="0"/>
                      </a:endParaRPr>
                    </a:p>
                  </a:txBody>
                  <a:tcPr marL="5416" marR="5416" marT="5416" marB="0" anchor="b"/>
                </a:tc>
                <a:tc>
                  <a:txBody>
                    <a:bodyPr/>
                    <a:lstStyle/>
                    <a:p>
                      <a:pPr algn="l" rtl="0" fontAlgn="b"/>
                      <a:r>
                        <a:rPr lang="en-US" sz="1400" u="none" strike="noStrike">
                          <a:effectLst/>
                        </a:rPr>
                        <a:t> </a:t>
                      </a:r>
                      <a:endParaRPr lang="en-US" sz="1400" b="0" i="0" u="none" strike="noStrike">
                        <a:solidFill>
                          <a:srgbClr val="000000"/>
                        </a:solidFill>
                        <a:effectLst/>
                        <a:latin typeface="Calibri" panose="020F0502020204030204" pitchFamily="34" charset="0"/>
                      </a:endParaRPr>
                    </a:p>
                  </a:txBody>
                  <a:tcPr marL="5416" marR="5416" marT="5416" marB="0" anchor="b"/>
                </a:tc>
                <a:extLst>
                  <a:ext uri="{0D108BD9-81ED-4DB2-BD59-A6C34878D82A}">
                    <a16:rowId xmlns:a16="http://schemas.microsoft.com/office/drawing/2014/main" val="4052587756"/>
                  </a:ext>
                </a:extLst>
              </a:tr>
              <a:tr h="157068">
                <a:tc>
                  <a:txBody>
                    <a:bodyPr/>
                    <a:lstStyle/>
                    <a:p>
                      <a:pPr algn="l" rtl="0" fontAlgn="b"/>
                      <a:r>
                        <a:rPr lang="ar-LY" sz="1400" u="none" strike="noStrike" dirty="0">
                          <a:solidFill>
                            <a:srgbClr val="990099"/>
                          </a:solidFill>
                          <a:effectLst/>
                          <a:cs typeface="+mj-cs"/>
                        </a:rPr>
                        <a:t>منصة الخدمات المضافة والعلاقة مع مزودي الخدمات</a:t>
                      </a:r>
                      <a:endParaRPr lang="en-US" sz="1400" b="0" i="0" u="none" strike="noStrike" dirty="0">
                        <a:solidFill>
                          <a:srgbClr val="990099"/>
                        </a:solidFill>
                        <a:effectLst/>
                        <a:latin typeface="Calibri" panose="020F0502020204030204" pitchFamily="34" charset="0"/>
                        <a:cs typeface="+mj-cs"/>
                      </a:endParaRPr>
                    </a:p>
                  </a:txBody>
                  <a:tcPr marL="5416" marR="5416" marT="5416" marB="0" anchor="b">
                    <a:solidFill>
                      <a:schemeClr val="bg1">
                        <a:lumMod val="85000"/>
                      </a:schemeClr>
                    </a:solidFill>
                  </a:tcPr>
                </a:tc>
                <a:tc>
                  <a:txBody>
                    <a:bodyPr/>
                    <a:lstStyle/>
                    <a:p>
                      <a:pPr algn="l" rtl="0" fontAlgn="b"/>
                      <a:endParaRPr lang="en-US" sz="1400" b="0" i="0" u="none" strike="noStrike" dirty="0">
                        <a:solidFill>
                          <a:srgbClr val="000000"/>
                        </a:solidFill>
                        <a:effectLst/>
                        <a:latin typeface="Wingdings" panose="05000000000000000000" pitchFamily="2" charset="2"/>
                      </a:endParaRPr>
                    </a:p>
                  </a:txBody>
                  <a:tcPr marL="5416" marR="5416" marT="5416" marB="0" anchor="b">
                    <a:solidFill>
                      <a:srgbClr val="990099"/>
                    </a:solidFill>
                  </a:tcPr>
                </a:tc>
                <a:tc>
                  <a:txBody>
                    <a:bodyPr/>
                    <a:lstStyle/>
                    <a:p>
                      <a:pPr algn="l" rtl="0" fontAlgn="b"/>
                      <a:endParaRPr lang="en-US" sz="1400" b="0" i="0" u="none" strike="noStrike">
                        <a:solidFill>
                          <a:srgbClr val="000000"/>
                        </a:solidFill>
                        <a:effectLst/>
                        <a:latin typeface="Calibri" panose="020F0502020204030204" pitchFamily="34" charset="0"/>
                      </a:endParaRPr>
                    </a:p>
                  </a:txBody>
                  <a:tcPr marL="5416" marR="5416" marT="5416" marB="0" anchor="b"/>
                </a:tc>
                <a:tc>
                  <a:txBody>
                    <a:bodyPr/>
                    <a:lstStyle/>
                    <a:p>
                      <a:pPr algn="l" rtl="0" fontAlgn="b"/>
                      <a:endParaRPr lang="en-US" sz="1400" b="0" i="0" u="none" strike="noStrike">
                        <a:solidFill>
                          <a:srgbClr val="000000"/>
                        </a:solidFill>
                        <a:effectLst/>
                        <a:latin typeface="Calibri" panose="020F0502020204030204" pitchFamily="34" charset="0"/>
                      </a:endParaRPr>
                    </a:p>
                  </a:txBody>
                  <a:tcPr marL="5416" marR="5416" marT="5416" marB="0" anchor="b"/>
                </a:tc>
                <a:tc>
                  <a:txBody>
                    <a:bodyPr/>
                    <a:lstStyle/>
                    <a:p>
                      <a:pPr algn="l" rtl="0" fontAlgn="b"/>
                      <a:endParaRPr lang="en-US" sz="1400" b="0" i="0" u="none" strike="noStrike" dirty="0">
                        <a:solidFill>
                          <a:srgbClr val="000000"/>
                        </a:solidFill>
                        <a:effectLst/>
                        <a:latin typeface="Wingdings" panose="05000000000000000000" pitchFamily="2" charset="2"/>
                      </a:endParaRPr>
                    </a:p>
                  </a:txBody>
                  <a:tcPr marL="5416" marR="5416" marT="5416" marB="0" anchor="b">
                    <a:solidFill>
                      <a:srgbClr val="990099"/>
                    </a:solidFill>
                  </a:tcPr>
                </a:tc>
                <a:tc>
                  <a:txBody>
                    <a:bodyPr/>
                    <a:lstStyle/>
                    <a:p>
                      <a:pPr algn="l" rtl="0" fontAlgn="b"/>
                      <a:endParaRPr lang="en-US" sz="1400" b="0" i="0" u="none" strike="noStrike">
                        <a:solidFill>
                          <a:srgbClr val="000000"/>
                        </a:solidFill>
                        <a:effectLst/>
                        <a:latin typeface="Calibri" panose="020F0502020204030204" pitchFamily="34" charset="0"/>
                      </a:endParaRPr>
                    </a:p>
                  </a:txBody>
                  <a:tcPr marL="5416" marR="5416" marT="5416" marB="0" anchor="b"/>
                </a:tc>
                <a:tc>
                  <a:txBody>
                    <a:bodyPr/>
                    <a:lstStyle/>
                    <a:p>
                      <a:pPr algn="l" rtl="0" fontAlgn="b"/>
                      <a:endParaRPr lang="en-US" sz="1400" b="0" i="0" u="none" strike="noStrike">
                        <a:solidFill>
                          <a:srgbClr val="000000"/>
                        </a:solidFill>
                        <a:effectLst/>
                        <a:latin typeface="Calibri" panose="020F0502020204030204" pitchFamily="34" charset="0"/>
                      </a:endParaRPr>
                    </a:p>
                  </a:txBody>
                  <a:tcPr marL="5416" marR="5416" marT="5416" marB="0" anchor="b"/>
                </a:tc>
                <a:tc>
                  <a:txBody>
                    <a:bodyPr/>
                    <a:lstStyle/>
                    <a:p>
                      <a:pPr algn="l" rtl="0" fontAlgn="b"/>
                      <a:endParaRPr lang="en-US" sz="1400" b="0" i="0" u="none" strike="noStrike" dirty="0">
                        <a:solidFill>
                          <a:srgbClr val="000000"/>
                        </a:solidFill>
                        <a:effectLst/>
                        <a:latin typeface="Wingdings" panose="05000000000000000000" pitchFamily="2" charset="2"/>
                      </a:endParaRPr>
                    </a:p>
                  </a:txBody>
                  <a:tcPr marL="5416" marR="5416" marT="5416" marB="0" anchor="b">
                    <a:solidFill>
                      <a:srgbClr val="990099"/>
                    </a:solidFill>
                  </a:tcPr>
                </a:tc>
                <a:tc>
                  <a:txBody>
                    <a:bodyPr/>
                    <a:lstStyle/>
                    <a:p>
                      <a:pPr algn="l" rtl="0" fontAlgn="b"/>
                      <a:endParaRPr lang="en-US" sz="1400" b="0" i="0" u="none" strike="noStrike" dirty="0">
                        <a:solidFill>
                          <a:srgbClr val="000000"/>
                        </a:solidFill>
                        <a:effectLst/>
                        <a:latin typeface="Calibri" panose="020F0502020204030204" pitchFamily="34" charset="0"/>
                      </a:endParaRPr>
                    </a:p>
                  </a:txBody>
                  <a:tcPr marL="5416" marR="5416" marT="5416" marB="0" anchor="b">
                    <a:solidFill>
                      <a:srgbClr val="990099"/>
                    </a:solidFill>
                  </a:tcPr>
                </a:tc>
                <a:tc>
                  <a:txBody>
                    <a:bodyPr/>
                    <a:lstStyle/>
                    <a:p>
                      <a:pPr algn="l" rtl="0" fontAlgn="b"/>
                      <a:endParaRPr lang="en-US" sz="1400" b="0" i="0" u="none" strike="noStrike" dirty="0">
                        <a:solidFill>
                          <a:srgbClr val="000000"/>
                        </a:solidFill>
                        <a:effectLst/>
                        <a:latin typeface="Calibri" panose="020F0502020204030204" pitchFamily="34" charset="0"/>
                      </a:endParaRPr>
                    </a:p>
                  </a:txBody>
                  <a:tcPr marL="5416" marR="5416" marT="5416" marB="0" anchor="b"/>
                </a:tc>
                <a:tc>
                  <a:txBody>
                    <a:bodyPr/>
                    <a:lstStyle/>
                    <a:p>
                      <a:pPr algn="l" rtl="0" fontAlgn="b"/>
                      <a:endParaRPr lang="en-US" sz="1400" b="0" i="0" u="none" strike="noStrike" dirty="0">
                        <a:solidFill>
                          <a:srgbClr val="000000"/>
                        </a:solidFill>
                        <a:effectLst/>
                        <a:latin typeface="Wingdings" panose="05000000000000000000" pitchFamily="2" charset="2"/>
                      </a:endParaRPr>
                    </a:p>
                  </a:txBody>
                  <a:tcPr marL="5416" marR="5416" marT="5416" marB="0" anchor="b">
                    <a:solidFill>
                      <a:srgbClr val="990099"/>
                    </a:solidFill>
                  </a:tcPr>
                </a:tc>
                <a:tc>
                  <a:txBody>
                    <a:bodyPr/>
                    <a:lstStyle/>
                    <a:p>
                      <a:pPr algn="l" rtl="0" fontAlgn="b"/>
                      <a:r>
                        <a:rPr lang="en-US" sz="1400" u="none" strike="noStrike" dirty="0">
                          <a:effectLst/>
                        </a:rPr>
                        <a:t> </a:t>
                      </a:r>
                      <a:endParaRPr lang="en-US" sz="1400" b="0" i="0" u="none" strike="noStrike" dirty="0">
                        <a:solidFill>
                          <a:srgbClr val="000000"/>
                        </a:solidFill>
                        <a:effectLst/>
                        <a:latin typeface="Calibri" panose="020F0502020204030204" pitchFamily="34" charset="0"/>
                      </a:endParaRPr>
                    </a:p>
                  </a:txBody>
                  <a:tcPr marL="5416" marR="5416" marT="5416" marB="0" anchor="b"/>
                </a:tc>
                <a:tc>
                  <a:txBody>
                    <a:bodyPr/>
                    <a:lstStyle/>
                    <a:p>
                      <a:pPr algn="l" rtl="0" fontAlgn="b"/>
                      <a:r>
                        <a:rPr lang="en-US" sz="1400" u="none" strike="noStrike" dirty="0">
                          <a:effectLst/>
                        </a:rPr>
                        <a:t> </a:t>
                      </a:r>
                      <a:endParaRPr lang="en-US" sz="1400" b="0" i="0" u="none" strike="noStrike" dirty="0">
                        <a:solidFill>
                          <a:srgbClr val="000000"/>
                        </a:solidFill>
                        <a:effectLst/>
                        <a:latin typeface="Calibri" panose="020F0502020204030204" pitchFamily="34" charset="0"/>
                      </a:endParaRPr>
                    </a:p>
                  </a:txBody>
                  <a:tcPr marL="5416" marR="5416" marT="5416" marB="0" anchor="b"/>
                </a:tc>
                <a:tc>
                  <a:txBody>
                    <a:bodyPr/>
                    <a:lstStyle/>
                    <a:p>
                      <a:pPr algn="l" rtl="0" fontAlgn="b"/>
                      <a:r>
                        <a:rPr lang="en-US" sz="1400" u="none" strike="noStrike" dirty="0">
                          <a:effectLst/>
                        </a:rPr>
                        <a:t> </a:t>
                      </a:r>
                      <a:endParaRPr lang="en-US" sz="1400" b="0" i="0" u="none" strike="noStrike" dirty="0">
                        <a:solidFill>
                          <a:srgbClr val="000000"/>
                        </a:solidFill>
                        <a:effectLst/>
                        <a:latin typeface="Calibri" panose="020F0502020204030204" pitchFamily="34" charset="0"/>
                      </a:endParaRPr>
                    </a:p>
                  </a:txBody>
                  <a:tcPr marL="5416" marR="5416" marT="5416" marB="0" anchor="b"/>
                </a:tc>
                <a:extLst>
                  <a:ext uri="{0D108BD9-81ED-4DB2-BD59-A6C34878D82A}">
                    <a16:rowId xmlns:a16="http://schemas.microsoft.com/office/drawing/2014/main" val="1607480081"/>
                  </a:ext>
                </a:extLst>
              </a:tr>
              <a:tr h="157068">
                <a:tc>
                  <a:txBody>
                    <a:bodyPr/>
                    <a:lstStyle/>
                    <a:p>
                      <a:pPr algn="r" rtl="0" fontAlgn="b"/>
                      <a:r>
                        <a:rPr lang="en-US" sz="1400" u="none" strike="noStrike" dirty="0">
                          <a:solidFill>
                            <a:srgbClr val="990099"/>
                          </a:solidFill>
                          <a:effectLst/>
                          <a:cs typeface="+mj-cs"/>
                        </a:rPr>
                        <a:t>CVM</a:t>
                      </a:r>
                      <a:r>
                        <a:rPr lang="ar-LY" sz="1200" u="none" strike="noStrike" dirty="0">
                          <a:solidFill>
                            <a:srgbClr val="990099"/>
                          </a:solidFill>
                          <a:effectLst/>
                          <a:cs typeface="+mj-cs"/>
                        </a:rPr>
                        <a:t>ادارة القيمة للمشتركين </a:t>
                      </a:r>
                      <a:endParaRPr lang="en-US" sz="1400" b="0" i="0" u="none" strike="noStrike" dirty="0">
                        <a:solidFill>
                          <a:srgbClr val="990099"/>
                        </a:solidFill>
                        <a:effectLst/>
                        <a:latin typeface="Calibri" panose="020F0502020204030204" pitchFamily="34" charset="0"/>
                        <a:cs typeface="+mj-cs"/>
                      </a:endParaRPr>
                    </a:p>
                  </a:txBody>
                  <a:tcPr marL="5416" marR="5416" marT="5416" marB="0" anchor="b">
                    <a:solidFill>
                      <a:schemeClr val="bg1">
                        <a:lumMod val="85000"/>
                      </a:schemeClr>
                    </a:solidFill>
                  </a:tcPr>
                </a:tc>
                <a:tc>
                  <a:txBody>
                    <a:bodyPr/>
                    <a:lstStyle/>
                    <a:p>
                      <a:pPr algn="l" rtl="0" fontAlgn="b"/>
                      <a:endParaRPr lang="en-US" sz="1400" b="0" i="0" u="none" strike="noStrike">
                        <a:solidFill>
                          <a:srgbClr val="000000"/>
                        </a:solidFill>
                        <a:effectLst/>
                        <a:latin typeface="Wingdings" panose="05000000000000000000" pitchFamily="2" charset="2"/>
                      </a:endParaRPr>
                    </a:p>
                  </a:txBody>
                  <a:tcPr marL="5416" marR="5416" marT="5416" marB="0" anchor="b">
                    <a:solidFill>
                      <a:srgbClr val="990099"/>
                    </a:solidFill>
                  </a:tcPr>
                </a:tc>
                <a:tc>
                  <a:txBody>
                    <a:bodyPr/>
                    <a:lstStyle/>
                    <a:p>
                      <a:pPr algn="l" rtl="0" fontAlgn="b"/>
                      <a:endParaRPr lang="en-US" sz="1400" b="0" i="0" u="none" strike="noStrike" dirty="0">
                        <a:solidFill>
                          <a:srgbClr val="000000"/>
                        </a:solidFill>
                        <a:effectLst/>
                        <a:latin typeface="Wingdings" panose="05000000000000000000" pitchFamily="2" charset="2"/>
                      </a:endParaRPr>
                    </a:p>
                  </a:txBody>
                  <a:tcPr marL="5416" marR="5416" marT="5416" marB="0" anchor="b">
                    <a:solidFill>
                      <a:srgbClr val="990099"/>
                    </a:solidFill>
                  </a:tcPr>
                </a:tc>
                <a:tc>
                  <a:txBody>
                    <a:bodyPr/>
                    <a:lstStyle/>
                    <a:p>
                      <a:pPr algn="l" rtl="0" fontAlgn="b"/>
                      <a:endParaRPr lang="en-US" sz="1400" b="0" i="0" u="none" strike="noStrike">
                        <a:solidFill>
                          <a:srgbClr val="000000"/>
                        </a:solidFill>
                        <a:effectLst/>
                        <a:latin typeface="Calibri" panose="020F0502020204030204" pitchFamily="34" charset="0"/>
                      </a:endParaRPr>
                    </a:p>
                  </a:txBody>
                  <a:tcPr marL="5416" marR="5416" marT="5416" marB="0" anchor="b"/>
                </a:tc>
                <a:tc>
                  <a:txBody>
                    <a:bodyPr/>
                    <a:lstStyle/>
                    <a:p>
                      <a:pPr algn="l" rtl="0" fontAlgn="b"/>
                      <a:endParaRPr lang="en-US" sz="1400" b="0" i="0" u="none" strike="noStrike">
                        <a:solidFill>
                          <a:srgbClr val="000000"/>
                        </a:solidFill>
                        <a:effectLst/>
                        <a:latin typeface="Calibri" panose="020F0502020204030204" pitchFamily="34" charset="0"/>
                      </a:endParaRPr>
                    </a:p>
                  </a:txBody>
                  <a:tcPr marL="5416" marR="5416" marT="5416" marB="0" anchor="b"/>
                </a:tc>
                <a:tc>
                  <a:txBody>
                    <a:bodyPr/>
                    <a:lstStyle/>
                    <a:p>
                      <a:pPr algn="l" rtl="0" fontAlgn="b"/>
                      <a:endParaRPr lang="en-US" sz="1400" b="0" i="0" u="none" strike="noStrike" dirty="0">
                        <a:solidFill>
                          <a:srgbClr val="000000"/>
                        </a:solidFill>
                        <a:effectLst/>
                        <a:latin typeface="Wingdings" panose="05000000000000000000" pitchFamily="2" charset="2"/>
                      </a:endParaRPr>
                    </a:p>
                  </a:txBody>
                  <a:tcPr marL="5416" marR="5416" marT="5416" marB="0" anchor="b">
                    <a:solidFill>
                      <a:srgbClr val="990099"/>
                    </a:solidFill>
                  </a:tcPr>
                </a:tc>
                <a:tc>
                  <a:txBody>
                    <a:bodyPr/>
                    <a:lstStyle/>
                    <a:p>
                      <a:pPr algn="l" rtl="0" fontAlgn="b"/>
                      <a:endParaRPr lang="en-US" sz="1400" b="0" i="0" u="none" strike="noStrike">
                        <a:solidFill>
                          <a:srgbClr val="000000"/>
                        </a:solidFill>
                        <a:effectLst/>
                        <a:latin typeface="Wingdings" panose="05000000000000000000" pitchFamily="2" charset="2"/>
                      </a:endParaRPr>
                    </a:p>
                  </a:txBody>
                  <a:tcPr marL="5416" marR="5416" marT="5416" marB="0" anchor="b">
                    <a:solidFill>
                      <a:srgbClr val="990099"/>
                    </a:solidFill>
                  </a:tcPr>
                </a:tc>
                <a:tc>
                  <a:txBody>
                    <a:bodyPr/>
                    <a:lstStyle/>
                    <a:p>
                      <a:pPr algn="l" rtl="0" fontAlgn="b"/>
                      <a:endParaRPr lang="en-US" sz="1400" b="0" i="0" u="none" strike="noStrike" dirty="0">
                        <a:solidFill>
                          <a:srgbClr val="000000"/>
                        </a:solidFill>
                        <a:effectLst/>
                        <a:latin typeface="Wingdings" panose="05000000000000000000" pitchFamily="2" charset="2"/>
                      </a:endParaRPr>
                    </a:p>
                  </a:txBody>
                  <a:tcPr marL="5416" marR="5416" marT="5416" marB="0" anchor="b">
                    <a:solidFill>
                      <a:srgbClr val="990099"/>
                    </a:solidFill>
                  </a:tcPr>
                </a:tc>
                <a:tc>
                  <a:txBody>
                    <a:bodyPr/>
                    <a:lstStyle/>
                    <a:p>
                      <a:pPr algn="l" rtl="0" fontAlgn="b"/>
                      <a:endParaRPr lang="en-US" sz="1400" b="0" i="0" u="none" strike="noStrike" dirty="0">
                        <a:solidFill>
                          <a:srgbClr val="000000"/>
                        </a:solidFill>
                        <a:effectLst/>
                        <a:latin typeface="Wingdings" panose="05000000000000000000" pitchFamily="2" charset="2"/>
                      </a:endParaRPr>
                    </a:p>
                  </a:txBody>
                  <a:tcPr marL="5416" marR="5416" marT="5416" marB="0" anchor="b">
                    <a:solidFill>
                      <a:srgbClr val="990099"/>
                    </a:solidFill>
                  </a:tcPr>
                </a:tc>
                <a:tc>
                  <a:txBody>
                    <a:bodyPr/>
                    <a:lstStyle/>
                    <a:p>
                      <a:pPr algn="l" rtl="0" fontAlgn="b"/>
                      <a:endParaRPr lang="en-US" sz="1400" b="0" i="0" u="none" strike="noStrike" dirty="0">
                        <a:solidFill>
                          <a:srgbClr val="000000"/>
                        </a:solidFill>
                        <a:effectLst/>
                        <a:latin typeface="Wingdings" panose="05000000000000000000" pitchFamily="2" charset="2"/>
                      </a:endParaRPr>
                    </a:p>
                  </a:txBody>
                  <a:tcPr marL="5416" marR="5416" marT="5416" marB="0" anchor="b">
                    <a:solidFill>
                      <a:srgbClr val="990099"/>
                    </a:solidFill>
                  </a:tcPr>
                </a:tc>
                <a:tc>
                  <a:txBody>
                    <a:bodyPr/>
                    <a:lstStyle/>
                    <a:p>
                      <a:pPr algn="l" rtl="0" fontAlgn="b"/>
                      <a:endParaRPr lang="en-US" sz="1400" b="0" i="0" u="none" strike="noStrike" dirty="0">
                        <a:solidFill>
                          <a:srgbClr val="000000"/>
                        </a:solidFill>
                        <a:effectLst/>
                        <a:latin typeface="Wingdings" panose="05000000000000000000" pitchFamily="2" charset="2"/>
                      </a:endParaRPr>
                    </a:p>
                  </a:txBody>
                  <a:tcPr marL="5416" marR="5416" marT="5416" marB="0" anchor="b">
                    <a:solidFill>
                      <a:srgbClr val="990099"/>
                    </a:solidFill>
                  </a:tcPr>
                </a:tc>
                <a:tc>
                  <a:txBody>
                    <a:bodyPr/>
                    <a:lstStyle/>
                    <a:p>
                      <a:pPr algn="l" rtl="0" fontAlgn="b"/>
                      <a:r>
                        <a:rPr lang="en-US" sz="1400" u="none" strike="noStrike" dirty="0">
                          <a:effectLst/>
                        </a:rPr>
                        <a:t> </a:t>
                      </a:r>
                      <a:endParaRPr lang="en-US" sz="1400" b="0" i="0" u="none" strike="noStrike" dirty="0">
                        <a:solidFill>
                          <a:srgbClr val="000000"/>
                        </a:solidFill>
                        <a:effectLst/>
                        <a:latin typeface="Calibri" panose="020F0502020204030204" pitchFamily="34" charset="0"/>
                      </a:endParaRPr>
                    </a:p>
                  </a:txBody>
                  <a:tcPr marL="5416" marR="5416" marT="5416" marB="0" anchor="b"/>
                </a:tc>
                <a:tc>
                  <a:txBody>
                    <a:bodyPr/>
                    <a:lstStyle/>
                    <a:p>
                      <a:pPr algn="l" rtl="0" fontAlgn="b"/>
                      <a:r>
                        <a:rPr lang="en-US" sz="1400" u="none" strike="noStrike" dirty="0">
                          <a:effectLst/>
                        </a:rPr>
                        <a:t> </a:t>
                      </a:r>
                      <a:endParaRPr lang="en-US" sz="1400" b="0" i="0" u="none" strike="noStrike" dirty="0">
                        <a:solidFill>
                          <a:srgbClr val="000000"/>
                        </a:solidFill>
                        <a:effectLst/>
                        <a:latin typeface="Calibri" panose="020F0502020204030204" pitchFamily="34" charset="0"/>
                      </a:endParaRPr>
                    </a:p>
                  </a:txBody>
                  <a:tcPr marL="5416" marR="5416" marT="5416" marB="0" anchor="b"/>
                </a:tc>
                <a:tc>
                  <a:txBody>
                    <a:bodyPr/>
                    <a:lstStyle/>
                    <a:p>
                      <a:pPr algn="l" rtl="0" fontAlgn="b"/>
                      <a:r>
                        <a:rPr lang="en-US" sz="1400" u="none" strike="noStrike">
                          <a:effectLst/>
                        </a:rPr>
                        <a:t> </a:t>
                      </a:r>
                      <a:endParaRPr lang="en-US" sz="1400" b="0" i="0" u="none" strike="noStrike">
                        <a:solidFill>
                          <a:srgbClr val="000000"/>
                        </a:solidFill>
                        <a:effectLst/>
                        <a:latin typeface="Calibri" panose="020F0502020204030204" pitchFamily="34" charset="0"/>
                      </a:endParaRPr>
                    </a:p>
                  </a:txBody>
                  <a:tcPr marL="5416" marR="5416" marT="5416" marB="0" anchor="b"/>
                </a:tc>
                <a:extLst>
                  <a:ext uri="{0D108BD9-81ED-4DB2-BD59-A6C34878D82A}">
                    <a16:rowId xmlns:a16="http://schemas.microsoft.com/office/drawing/2014/main" val="988683222"/>
                  </a:ext>
                </a:extLst>
              </a:tr>
              <a:tr h="157068">
                <a:tc>
                  <a:txBody>
                    <a:bodyPr/>
                    <a:lstStyle/>
                    <a:p>
                      <a:pPr algn="r" rtl="1" fontAlgn="b"/>
                      <a:r>
                        <a:rPr lang="ar-LY" sz="1100" u="none" strike="noStrike" dirty="0">
                          <a:solidFill>
                            <a:srgbClr val="990099"/>
                          </a:solidFill>
                          <a:effectLst/>
                          <a:cs typeface="+mj-cs"/>
                        </a:rPr>
                        <a:t>مشروع انشاء قسم المؤسسات</a:t>
                      </a:r>
                      <a:endParaRPr lang="ar-LY" sz="1100" b="0" i="0" u="none" strike="noStrike" dirty="0">
                        <a:solidFill>
                          <a:srgbClr val="990099"/>
                        </a:solidFill>
                        <a:effectLst/>
                        <a:latin typeface="Calibri" panose="020F0502020204030204" pitchFamily="34" charset="0"/>
                        <a:cs typeface="+mj-cs"/>
                      </a:endParaRPr>
                    </a:p>
                  </a:txBody>
                  <a:tcPr marL="5416" marR="5416" marT="5416" marB="0" anchor="b">
                    <a:solidFill>
                      <a:schemeClr val="bg1">
                        <a:lumMod val="85000"/>
                      </a:schemeClr>
                    </a:solidFill>
                  </a:tcPr>
                </a:tc>
                <a:tc>
                  <a:txBody>
                    <a:bodyPr/>
                    <a:lstStyle/>
                    <a:p>
                      <a:pPr algn="l" rtl="0" fontAlgn="b"/>
                      <a:endParaRPr lang="en-US" sz="1400" b="0" i="0" u="none" strike="noStrike" dirty="0">
                        <a:solidFill>
                          <a:srgbClr val="000000"/>
                        </a:solidFill>
                        <a:effectLst/>
                        <a:latin typeface="Wingdings" panose="05000000000000000000" pitchFamily="2" charset="2"/>
                      </a:endParaRPr>
                    </a:p>
                  </a:txBody>
                  <a:tcPr marL="5416" marR="5416" marT="5416" marB="0" anchor="b">
                    <a:solidFill>
                      <a:srgbClr val="990099"/>
                    </a:solidFill>
                  </a:tcPr>
                </a:tc>
                <a:tc>
                  <a:txBody>
                    <a:bodyPr/>
                    <a:lstStyle/>
                    <a:p>
                      <a:pPr algn="l" rtl="0" fontAlgn="b"/>
                      <a:endParaRPr lang="en-US" sz="1400" b="0" i="0" u="none" strike="noStrike">
                        <a:solidFill>
                          <a:srgbClr val="000000"/>
                        </a:solidFill>
                        <a:effectLst/>
                        <a:latin typeface="Calibri" panose="020F0502020204030204" pitchFamily="34" charset="0"/>
                      </a:endParaRPr>
                    </a:p>
                  </a:txBody>
                  <a:tcPr marL="5416" marR="5416" marT="5416" marB="0" anchor="b"/>
                </a:tc>
                <a:tc>
                  <a:txBody>
                    <a:bodyPr/>
                    <a:lstStyle/>
                    <a:p>
                      <a:pPr algn="l" rtl="0" fontAlgn="b"/>
                      <a:endParaRPr lang="en-US" sz="1400" b="0" i="0" u="none" strike="noStrike" dirty="0">
                        <a:solidFill>
                          <a:srgbClr val="000000"/>
                        </a:solidFill>
                        <a:effectLst/>
                        <a:latin typeface="Wingdings" panose="05000000000000000000" pitchFamily="2" charset="2"/>
                      </a:endParaRPr>
                    </a:p>
                  </a:txBody>
                  <a:tcPr marL="5416" marR="5416" marT="5416" marB="0" anchor="b">
                    <a:solidFill>
                      <a:srgbClr val="990099"/>
                    </a:solidFill>
                  </a:tcPr>
                </a:tc>
                <a:tc>
                  <a:txBody>
                    <a:bodyPr/>
                    <a:lstStyle/>
                    <a:p>
                      <a:pPr algn="l" rtl="0" fontAlgn="b"/>
                      <a:endParaRPr lang="en-US" sz="1400" b="0" i="0" u="none" strike="noStrike" dirty="0">
                        <a:solidFill>
                          <a:srgbClr val="000000"/>
                        </a:solidFill>
                        <a:effectLst/>
                        <a:latin typeface="Calibri" panose="020F0502020204030204" pitchFamily="34" charset="0"/>
                      </a:endParaRPr>
                    </a:p>
                  </a:txBody>
                  <a:tcPr marL="5416" marR="5416" marT="5416" marB="0" anchor="b"/>
                </a:tc>
                <a:tc>
                  <a:txBody>
                    <a:bodyPr/>
                    <a:lstStyle/>
                    <a:p>
                      <a:pPr algn="l" rtl="0" fontAlgn="b"/>
                      <a:endParaRPr lang="en-US" sz="1400" b="0" i="0" u="none" strike="noStrike">
                        <a:solidFill>
                          <a:srgbClr val="000000"/>
                        </a:solidFill>
                        <a:effectLst/>
                        <a:latin typeface="Wingdings" panose="05000000000000000000" pitchFamily="2" charset="2"/>
                      </a:endParaRPr>
                    </a:p>
                  </a:txBody>
                  <a:tcPr marL="5416" marR="5416" marT="5416" marB="0" anchor="b">
                    <a:solidFill>
                      <a:srgbClr val="990099"/>
                    </a:solidFill>
                  </a:tcPr>
                </a:tc>
                <a:tc>
                  <a:txBody>
                    <a:bodyPr/>
                    <a:lstStyle/>
                    <a:p>
                      <a:pPr algn="l" rtl="0" fontAlgn="b"/>
                      <a:endParaRPr lang="en-US" sz="1400" b="0" i="0" u="none" strike="noStrike" dirty="0">
                        <a:solidFill>
                          <a:srgbClr val="000000"/>
                        </a:solidFill>
                        <a:effectLst/>
                        <a:latin typeface="Wingdings" panose="05000000000000000000" pitchFamily="2" charset="2"/>
                      </a:endParaRPr>
                    </a:p>
                  </a:txBody>
                  <a:tcPr marL="5416" marR="5416" marT="5416" marB="0" anchor="b">
                    <a:solidFill>
                      <a:srgbClr val="990099"/>
                    </a:solidFill>
                  </a:tcPr>
                </a:tc>
                <a:tc>
                  <a:txBody>
                    <a:bodyPr/>
                    <a:lstStyle/>
                    <a:p>
                      <a:pPr algn="l" rtl="0" fontAlgn="b"/>
                      <a:endParaRPr lang="en-US" sz="1400" b="0" i="0" u="none" strike="noStrike">
                        <a:solidFill>
                          <a:srgbClr val="000000"/>
                        </a:solidFill>
                        <a:effectLst/>
                        <a:latin typeface="Wingdings" panose="05000000000000000000" pitchFamily="2" charset="2"/>
                      </a:endParaRPr>
                    </a:p>
                  </a:txBody>
                  <a:tcPr marL="5416" marR="5416" marT="5416" marB="0" anchor="b">
                    <a:solidFill>
                      <a:srgbClr val="990099"/>
                    </a:solidFill>
                  </a:tcPr>
                </a:tc>
                <a:tc>
                  <a:txBody>
                    <a:bodyPr/>
                    <a:lstStyle/>
                    <a:p>
                      <a:pPr algn="l" rtl="0" fontAlgn="b"/>
                      <a:endParaRPr lang="en-US" sz="1400" b="0" i="0" u="none" strike="noStrike" dirty="0">
                        <a:solidFill>
                          <a:srgbClr val="000000"/>
                        </a:solidFill>
                        <a:effectLst/>
                        <a:latin typeface="Wingdings" panose="05000000000000000000" pitchFamily="2" charset="2"/>
                      </a:endParaRPr>
                    </a:p>
                  </a:txBody>
                  <a:tcPr marL="5416" marR="5416" marT="5416" marB="0" anchor="b">
                    <a:solidFill>
                      <a:srgbClr val="990099"/>
                    </a:solidFill>
                  </a:tcPr>
                </a:tc>
                <a:tc>
                  <a:txBody>
                    <a:bodyPr/>
                    <a:lstStyle/>
                    <a:p>
                      <a:pPr algn="l" rtl="0" fontAlgn="b"/>
                      <a:endParaRPr lang="en-US" sz="1400" b="0" i="0" u="none" strike="noStrike" dirty="0">
                        <a:solidFill>
                          <a:srgbClr val="000000"/>
                        </a:solidFill>
                        <a:effectLst/>
                        <a:latin typeface="Wingdings" panose="05000000000000000000" pitchFamily="2" charset="2"/>
                      </a:endParaRPr>
                    </a:p>
                  </a:txBody>
                  <a:tcPr marL="5416" marR="5416" marT="5416" marB="0" anchor="b">
                    <a:solidFill>
                      <a:srgbClr val="990099"/>
                    </a:solidFill>
                  </a:tcPr>
                </a:tc>
                <a:tc>
                  <a:txBody>
                    <a:bodyPr/>
                    <a:lstStyle/>
                    <a:p>
                      <a:pPr algn="l" rtl="0" fontAlgn="b"/>
                      <a:endParaRPr lang="en-US" sz="1400" b="0" i="0" u="none" strike="noStrike" dirty="0">
                        <a:solidFill>
                          <a:srgbClr val="000000"/>
                        </a:solidFill>
                        <a:effectLst/>
                        <a:latin typeface="Wingdings" panose="05000000000000000000" pitchFamily="2" charset="2"/>
                      </a:endParaRPr>
                    </a:p>
                  </a:txBody>
                  <a:tcPr marL="5416" marR="5416" marT="5416" marB="0" anchor="b">
                    <a:solidFill>
                      <a:srgbClr val="990099"/>
                    </a:solidFill>
                  </a:tcPr>
                </a:tc>
                <a:tc>
                  <a:txBody>
                    <a:bodyPr/>
                    <a:lstStyle/>
                    <a:p>
                      <a:pPr algn="l" rtl="0" fontAlgn="b"/>
                      <a:r>
                        <a:rPr lang="en-US" sz="1400" u="none" strike="noStrike">
                          <a:effectLst/>
                        </a:rPr>
                        <a:t> </a:t>
                      </a:r>
                      <a:endParaRPr lang="en-US" sz="1400" b="0" i="0" u="none" strike="noStrike">
                        <a:solidFill>
                          <a:srgbClr val="000000"/>
                        </a:solidFill>
                        <a:effectLst/>
                        <a:latin typeface="Calibri" panose="020F0502020204030204" pitchFamily="34" charset="0"/>
                      </a:endParaRPr>
                    </a:p>
                  </a:txBody>
                  <a:tcPr marL="5416" marR="5416" marT="5416" marB="0" anchor="b"/>
                </a:tc>
                <a:tc>
                  <a:txBody>
                    <a:bodyPr/>
                    <a:lstStyle/>
                    <a:p>
                      <a:pPr algn="l" rtl="0" fontAlgn="b"/>
                      <a:r>
                        <a:rPr lang="en-US" sz="1400" u="none" strike="noStrike">
                          <a:effectLst/>
                        </a:rPr>
                        <a:t> </a:t>
                      </a:r>
                      <a:endParaRPr lang="en-US" sz="1400" b="0" i="0" u="none" strike="noStrike">
                        <a:solidFill>
                          <a:srgbClr val="000000"/>
                        </a:solidFill>
                        <a:effectLst/>
                        <a:latin typeface="Calibri" panose="020F0502020204030204" pitchFamily="34" charset="0"/>
                      </a:endParaRPr>
                    </a:p>
                  </a:txBody>
                  <a:tcPr marL="5416" marR="5416" marT="5416" marB="0" anchor="b"/>
                </a:tc>
                <a:tc>
                  <a:txBody>
                    <a:bodyPr/>
                    <a:lstStyle/>
                    <a:p>
                      <a:pPr algn="l" rtl="0" fontAlgn="b"/>
                      <a:r>
                        <a:rPr lang="en-US" sz="1400" u="none" strike="noStrike">
                          <a:effectLst/>
                        </a:rPr>
                        <a:t> </a:t>
                      </a:r>
                      <a:endParaRPr lang="en-US" sz="1400" b="0" i="0" u="none" strike="noStrike">
                        <a:solidFill>
                          <a:srgbClr val="000000"/>
                        </a:solidFill>
                        <a:effectLst/>
                        <a:latin typeface="Calibri" panose="020F0502020204030204" pitchFamily="34" charset="0"/>
                      </a:endParaRPr>
                    </a:p>
                  </a:txBody>
                  <a:tcPr marL="5416" marR="5416" marT="5416" marB="0" anchor="b"/>
                </a:tc>
                <a:extLst>
                  <a:ext uri="{0D108BD9-81ED-4DB2-BD59-A6C34878D82A}">
                    <a16:rowId xmlns:a16="http://schemas.microsoft.com/office/drawing/2014/main" val="2274535913"/>
                  </a:ext>
                </a:extLst>
              </a:tr>
              <a:tr h="157068">
                <a:tc>
                  <a:txBody>
                    <a:bodyPr/>
                    <a:lstStyle/>
                    <a:p>
                      <a:pPr algn="r" rtl="1" fontAlgn="b"/>
                      <a:r>
                        <a:rPr lang="ar-LY" sz="1100" u="none" strike="noStrike" dirty="0">
                          <a:solidFill>
                            <a:srgbClr val="990099"/>
                          </a:solidFill>
                          <a:effectLst/>
                          <a:cs typeface="+mj-cs"/>
                        </a:rPr>
                        <a:t>مشروع تطبيق </a:t>
                      </a:r>
                      <a:r>
                        <a:rPr lang="ar-LY" sz="1100" u="none" strike="noStrike" dirty="0" err="1">
                          <a:solidFill>
                            <a:srgbClr val="990099"/>
                          </a:solidFill>
                          <a:effectLst/>
                          <a:cs typeface="+mj-cs"/>
                        </a:rPr>
                        <a:t>اريحلك</a:t>
                      </a:r>
                      <a:r>
                        <a:rPr lang="ar-LY" sz="1100" u="none" strike="noStrike" dirty="0">
                          <a:solidFill>
                            <a:srgbClr val="990099"/>
                          </a:solidFill>
                          <a:effectLst/>
                          <a:cs typeface="+mj-cs"/>
                        </a:rPr>
                        <a:t> الجديد</a:t>
                      </a:r>
                      <a:endParaRPr lang="ar-LY" sz="1100" b="0" i="0" u="none" strike="noStrike" dirty="0">
                        <a:solidFill>
                          <a:srgbClr val="990099"/>
                        </a:solidFill>
                        <a:effectLst/>
                        <a:latin typeface="Calibri" panose="020F0502020204030204" pitchFamily="34" charset="0"/>
                        <a:cs typeface="+mj-cs"/>
                      </a:endParaRPr>
                    </a:p>
                  </a:txBody>
                  <a:tcPr marL="5416" marR="5416" marT="5416" marB="0" anchor="b">
                    <a:solidFill>
                      <a:schemeClr val="bg1">
                        <a:lumMod val="85000"/>
                      </a:schemeClr>
                    </a:solidFill>
                  </a:tcPr>
                </a:tc>
                <a:tc>
                  <a:txBody>
                    <a:bodyPr/>
                    <a:lstStyle/>
                    <a:p>
                      <a:pPr algn="l" rtl="0" fontAlgn="b"/>
                      <a:endParaRPr lang="en-US" sz="1400" b="0" i="0" u="none" strike="noStrike">
                        <a:solidFill>
                          <a:srgbClr val="000000"/>
                        </a:solidFill>
                        <a:effectLst/>
                        <a:latin typeface="Wingdings" panose="05000000000000000000" pitchFamily="2" charset="2"/>
                      </a:endParaRPr>
                    </a:p>
                  </a:txBody>
                  <a:tcPr marL="5416" marR="5416" marT="5416" marB="0" anchor="b">
                    <a:solidFill>
                      <a:srgbClr val="990099"/>
                    </a:solidFill>
                  </a:tcPr>
                </a:tc>
                <a:tc>
                  <a:txBody>
                    <a:bodyPr/>
                    <a:lstStyle/>
                    <a:p>
                      <a:pPr algn="l" rtl="0" fontAlgn="b"/>
                      <a:endParaRPr lang="en-US" sz="1400" b="0" i="0" u="none" strike="noStrike" dirty="0">
                        <a:solidFill>
                          <a:srgbClr val="000000"/>
                        </a:solidFill>
                        <a:effectLst/>
                        <a:latin typeface="Wingdings" panose="05000000000000000000" pitchFamily="2" charset="2"/>
                      </a:endParaRPr>
                    </a:p>
                  </a:txBody>
                  <a:tcPr marL="5416" marR="5416" marT="5416" marB="0" anchor="b">
                    <a:solidFill>
                      <a:srgbClr val="990099"/>
                    </a:solidFill>
                  </a:tcPr>
                </a:tc>
                <a:tc>
                  <a:txBody>
                    <a:bodyPr/>
                    <a:lstStyle/>
                    <a:p>
                      <a:pPr algn="l" rtl="0" fontAlgn="b"/>
                      <a:endParaRPr lang="en-US" sz="1400" b="0" i="0" u="none" strike="noStrike" dirty="0">
                        <a:solidFill>
                          <a:srgbClr val="000000"/>
                        </a:solidFill>
                        <a:effectLst/>
                        <a:latin typeface="Calibri" panose="020F0502020204030204" pitchFamily="34" charset="0"/>
                      </a:endParaRPr>
                    </a:p>
                  </a:txBody>
                  <a:tcPr marL="5416" marR="5416" marT="5416" marB="0" anchor="b"/>
                </a:tc>
                <a:tc>
                  <a:txBody>
                    <a:bodyPr/>
                    <a:lstStyle/>
                    <a:p>
                      <a:pPr algn="l" rtl="0" fontAlgn="b"/>
                      <a:endParaRPr lang="en-US" sz="1400" b="0" i="0" u="none" strike="noStrike" dirty="0">
                        <a:solidFill>
                          <a:srgbClr val="000000"/>
                        </a:solidFill>
                        <a:effectLst/>
                        <a:latin typeface="Wingdings" panose="05000000000000000000" pitchFamily="2" charset="2"/>
                      </a:endParaRPr>
                    </a:p>
                  </a:txBody>
                  <a:tcPr marL="5416" marR="5416" marT="5416" marB="0" anchor="b">
                    <a:solidFill>
                      <a:srgbClr val="990099"/>
                    </a:solidFill>
                  </a:tcPr>
                </a:tc>
                <a:tc>
                  <a:txBody>
                    <a:bodyPr/>
                    <a:lstStyle/>
                    <a:p>
                      <a:pPr algn="l" rtl="0" fontAlgn="b"/>
                      <a:endParaRPr lang="en-US" sz="1400" b="0" i="0" u="none" strike="noStrike" dirty="0">
                        <a:solidFill>
                          <a:srgbClr val="000000"/>
                        </a:solidFill>
                        <a:effectLst/>
                        <a:latin typeface="Wingdings" panose="05000000000000000000" pitchFamily="2" charset="2"/>
                      </a:endParaRPr>
                    </a:p>
                  </a:txBody>
                  <a:tcPr marL="5416" marR="5416" marT="5416" marB="0" anchor="b">
                    <a:solidFill>
                      <a:srgbClr val="990099"/>
                    </a:solidFill>
                  </a:tcPr>
                </a:tc>
                <a:tc>
                  <a:txBody>
                    <a:bodyPr/>
                    <a:lstStyle/>
                    <a:p>
                      <a:pPr algn="l" rtl="0" fontAlgn="b"/>
                      <a:endParaRPr lang="en-US" sz="1400" b="0" i="0" u="none" strike="noStrike">
                        <a:solidFill>
                          <a:srgbClr val="000000"/>
                        </a:solidFill>
                        <a:effectLst/>
                        <a:latin typeface="Wingdings" panose="05000000000000000000" pitchFamily="2" charset="2"/>
                      </a:endParaRPr>
                    </a:p>
                  </a:txBody>
                  <a:tcPr marL="5416" marR="5416" marT="5416" marB="0" anchor="b">
                    <a:solidFill>
                      <a:srgbClr val="990099"/>
                    </a:solidFill>
                  </a:tcPr>
                </a:tc>
                <a:tc>
                  <a:txBody>
                    <a:bodyPr/>
                    <a:lstStyle/>
                    <a:p>
                      <a:pPr algn="l" rtl="0" fontAlgn="b"/>
                      <a:endParaRPr lang="en-US" sz="1400" b="0" i="0" u="none" strike="noStrike" dirty="0">
                        <a:solidFill>
                          <a:srgbClr val="000000"/>
                        </a:solidFill>
                        <a:effectLst/>
                        <a:latin typeface="Wingdings" panose="05000000000000000000" pitchFamily="2" charset="2"/>
                      </a:endParaRPr>
                    </a:p>
                  </a:txBody>
                  <a:tcPr marL="5416" marR="5416" marT="5416" marB="0" anchor="b">
                    <a:solidFill>
                      <a:srgbClr val="990099"/>
                    </a:solidFill>
                  </a:tcPr>
                </a:tc>
                <a:tc>
                  <a:txBody>
                    <a:bodyPr/>
                    <a:lstStyle/>
                    <a:p>
                      <a:pPr algn="l" rtl="0" fontAlgn="b"/>
                      <a:endParaRPr lang="en-US" sz="1400" b="0" i="0" u="none" strike="noStrike" dirty="0">
                        <a:solidFill>
                          <a:srgbClr val="000000"/>
                        </a:solidFill>
                        <a:effectLst/>
                        <a:latin typeface="Wingdings" panose="05000000000000000000" pitchFamily="2" charset="2"/>
                      </a:endParaRPr>
                    </a:p>
                  </a:txBody>
                  <a:tcPr marL="5416" marR="5416" marT="5416" marB="0" anchor="b">
                    <a:solidFill>
                      <a:srgbClr val="990099"/>
                    </a:solidFill>
                  </a:tcPr>
                </a:tc>
                <a:tc>
                  <a:txBody>
                    <a:bodyPr/>
                    <a:lstStyle/>
                    <a:p>
                      <a:pPr algn="l" rtl="0" fontAlgn="b"/>
                      <a:endParaRPr lang="en-US" sz="1400" b="0" i="0" u="none" strike="noStrike" dirty="0">
                        <a:solidFill>
                          <a:srgbClr val="000000"/>
                        </a:solidFill>
                        <a:effectLst/>
                        <a:latin typeface="Wingdings" panose="05000000000000000000" pitchFamily="2" charset="2"/>
                      </a:endParaRPr>
                    </a:p>
                  </a:txBody>
                  <a:tcPr marL="5416" marR="5416" marT="5416" marB="0" anchor="b">
                    <a:solidFill>
                      <a:srgbClr val="990099"/>
                    </a:solidFill>
                  </a:tcPr>
                </a:tc>
                <a:tc>
                  <a:txBody>
                    <a:bodyPr/>
                    <a:lstStyle/>
                    <a:p>
                      <a:pPr algn="l" rtl="0" fontAlgn="b"/>
                      <a:endParaRPr lang="en-US" sz="1400" b="0" i="0" u="none" strike="noStrike" dirty="0">
                        <a:solidFill>
                          <a:srgbClr val="000000"/>
                        </a:solidFill>
                        <a:effectLst/>
                        <a:latin typeface="Wingdings" panose="05000000000000000000" pitchFamily="2" charset="2"/>
                      </a:endParaRPr>
                    </a:p>
                  </a:txBody>
                  <a:tcPr marL="5416" marR="5416" marT="5416" marB="0" anchor="b">
                    <a:solidFill>
                      <a:srgbClr val="990099"/>
                    </a:solidFill>
                  </a:tcPr>
                </a:tc>
                <a:tc>
                  <a:txBody>
                    <a:bodyPr/>
                    <a:lstStyle/>
                    <a:p>
                      <a:pPr algn="l" rtl="0" fontAlgn="b"/>
                      <a:r>
                        <a:rPr lang="en-US" sz="1400" u="none" strike="noStrike" dirty="0">
                          <a:effectLst/>
                        </a:rPr>
                        <a:t> </a:t>
                      </a:r>
                      <a:endParaRPr lang="en-US" sz="1400" b="0" i="0" u="none" strike="noStrike" dirty="0">
                        <a:solidFill>
                          <a:srgbClr val="000000"/>
                        </a:solidFill>
                        <a:effectLst/>
                        <a:latin typeface="Wingdings" panose="05000000000000000000" pitchFamily="2" charset="2"/>
                      </a:endParaRPr>
                    </a:p>
                  </a:txBody>
                  <a:tcPr marL="5416" marR="5416" marT="5416" marB="0" anchor="b"/>
                </a:tc>
                <a:tc>
                  <a:txBody>
                    <a:bodyPr/>
                    <a:lstStyle/>
                    <a:p>
                      <a:pPr algn="l" rtl="0" fontAlgn="b"/>
                      <a:r>
                        <a:rPr lang="en-US" sz="1400" u="none" strike="noStrike" dirty="0">
                          <a:effectLst/>
                        </a:rPr>
                        <a:t> </a:t>
                      </a:r>
                      <a:endParaRPr lang="en-US" sz="1400" b="0" i="0" u="none" strike="noStrike" dirty="0">
                        <a:solidFill>
                          <a:srgbClr val="000000"/>
                        </a:solidFill>
                        <a:effectLst/>
                        <a:latin typeface="Wingdings" panose="05000000000000000000" pitchFamily="2" charset="2"/>
                      </a:endParaRPr>
                    </a:p>
                  </a:txBody>
                  <a:tcPr marL="5416" marR="5416" marT="5416" marB="0" anchor="b"/>
                </a:tc>
                <a:tc>
                  <a:txBody>
                    <a:bodyPr/>
                    <a:lstStyle/>
                    <a:p>
                      <a:pPr algn="l" rtl="0" fontAlgn="b"/>
                      <a:r>
                        <a:rPr lang="en-US" sz="1400" u="none" strike="noStrike" dirty="0">
                          <a:effectLst/>
                        </a:rPr>
                        <a:t> </a:t>
                      </a:r>
                      <a:endParaRPr lang="en-US" sz="1400" b="0" i="0" u="none" strike="noStrike" dirty="0">
                        <a:solidFill>
                          <a:srgbClr val="000000"/>
                        </a:solidFill>
                        <a:effectLst/>
                        <a:latin typeface="Wingdings" panose="05000000000000000000" pitchFamily="2" charset="2"/>
                      </a:endParaRPr>
                    </a:p>
                  </a:txBody>
                  <a:tcPr marL="5416" marR="5416" marT="5416" marB="0" anchor="b">
                    <a:solidFill>
                      <a:srgbClr val="990099"/>
                    </a:solidFill>
                  </a:tcPr>
                </a:tc>
                <a:extLst>
                  <a:ext uri="{0D108BD9-81ED-4DB2-BD59-A6C34878D82A}">
                    <a16:rowId xmlns:a16="http://schemas.microsoft.com/office/drawing/2014/main" val="4029108848"/>
                  </a:ext>
                </a:extLst>
              </a:tr>
              <a:tr h="157068">
                <a:tc>
                  <a:txBody>
                    <a:bodyPr/>
                    <a:lstStyle/>
                    <a:p>
                      <a:pPr algn="r" rtl="1" fontAlgn="b"/>
                      <a:r>
                        <a:rPr lang="ar-LY" sz="1100" b="0" i="0" u="none" strike="noStrike" dirty="0">
                          <a:solidFill>
                            <a:srgbClr val="990099"/>
                          </a:solidFill>
                          <a:effectLst/>
                          <a:latin typeface="Calibri" panose="020F0502020204030204" pitchFamily="34" charset="0"/>
                          <a:cs typeface="+mj-cs"/>
                        </a:rPr>
                        <a:t>التغطية الداخلية (</a:t>
                      </a:r>
                      <a:r>
                        <a:rPr lang="en-US" sz="1100" b="0" i="0" u="none" strike="noStrike" dirty="0">
                          <a:solidFill>
                            <a:srgbClr val="990099"/>
                          </a:solidFill>
                          <a:effectLst/>
                          <a:latin typeface="Calibri" panose="020F0502020204030204" pitchFamily="34" charset="0"/>
                          <a:cs typeface="+mj-cs"/>
                        </a:rPr>
                        <a:t>Q-CELL)</a:t>
                      </a:r>
                    </a:p>
                  </a:txBody>
                  <a:tcPr marL="5416" marR="5416" marT="5416" marB="0" anchor="b">
                    <a:solidFill>
                      <a:schemeClr val="bg1">
                        <a:lumMod val="85000"/>
                      </a:schemeClr>
                    </a:solidFill>
                  </a:tcPr>
                </a:tc>
                <a:tc>
                  <a:txBody>
                    <a:bodyPr/>
                    <a:lstStyle/>
                    <a:p>
                      <a:pPr algn="l" rtl="0" fontAlgn="b"/>
                      <a:endParaRPr lang="en-US" sz="1400" b="0" i="0" u="none" strike="noStrike" dirty="0">
                        <a:solidFill>
                          <a:srgbClr val="000000"/>
                        </a:solidFill>
                        <a:effectLst/>
                        <a:latin typeface="Wingdings" panose="05000000000000000000" pitchFamily="2" charset="2"/>
                      </a:endParaRPr>
                    </a:p>
                  </a:txBody>
                  <a:tcPr marL="5416" marR="5416" marT="5416" marB="0" anchor="b">
                    <a:solidFill>
                      <a:srgbClr val="990099"/>
                    </a:solidFill>
                  </a:tcPr>
                </a:tc>
                <a:tc>
                  <a:txBody>
                    <a:bodyPr/>
                    <a:lstStyle/>
                    <a:p>
                      <a:pPr algn="l" rtl="0" fontAlgn="b"/>
                      <a:endParaRPr lang="en-US" sz="1400" b="0" i="0" u="none" strike="noStrike">
                        <a:solidFill>
                          <a:srgbClr val="000000"/>
                        </a:solidFill>
                        <a:effectLst/>
                        <a:latin typeface="Wingdings" panose="05000000000000000000" pitchFamily="2" charset="2"/>
                      </a:endParaRPr>
                    </a:p>
                  </a:txBody>
                  <a:tcPr marL="5416" marR="5416" marT="5416" marB="0" anchor="b"/>
                </a:tc>
                <a:tc>
                  <a:txBody>
                    <a:bodyPr/>
                    <a:lstStyle/>
                    <a:p>
                      <a:pPr algn="l" rtl="0" fontAlgn="b"/>
                      <a:endParaRPr lang="en-US" sz="1400" b="0" i="0" u="none" strike="noStrike" dirty="0">
                        <a:solidFill>
                          <a:srgbClr val="000000"/>
                        </a:solidFill>
                        <a:effectLst/>
                        <a:latin typeface="Wingdings" panose="05000000000000000000" pitchFamily="2" charset="2"/>
                      </a:endParaRPr>
                    </a:p>
                  </a:txBody>
                  <a:tcPr marL="5416" marR="5416" marT="5416" marB="0" anchor="b">
                    <a:solidFill>
                      <a:srgbClr val="990099"/>
                    </a:solidFill>
                  </a:tcPr>
                </a:tc>
                <a:tc>
                  <a:txBody>
                    <a:bodyPr/>
                    <a:lstStyle/>
                    <a:p>
                      <a:pPr algn="l" rtl="0" fontAlgn="b"/>
                      <a:endParaRPr lang="en-US" sz="1400" b="0" i="0" u="none" strike="noStrike" dirty="0">
                        <a:solidFill>
                          <a:srgbClr val="000000"/>
                        </a:solidFill>
                        <a:effectLst/>
                        <a:latin typeface="Wingdings" panose="05000000000000000000" pitchFamily="2" charset="2"/>
                      </a:endParaRPr>
                    </a:p>
                  </a:txBody>
                  <a:tcPr marL="5416" marR="5416" marT="5416" marB="0" anchor="b"/>
                </a:tc>
                <a:tc>
                  <a:txBody>
                    <a:bodyPr/>
                    <a:lstStyle/>
                    <a:p>
                      <a:pPr algn="l" rtl="0" fontAlgn="b"/>
                      <a:endParaRPr lang="en-US" sz="1400" b="0" i="0" u="none" strike="noStrike">
                        <a:solidFill>
                          <a:srgbClr val="000000"/>
                        </a:solidFill>
                        <a:effectLst/>
                        <a:latin typeface="Wingdings" panose="05000000000000000000" pitchFamily="2" charset="2"/>
                      </a:endParaRPr>
                    </a:p>
                  </a:txBody>
                  <a:tcPr marL="5416" marR="5416" marT="5416" marB="0" anchor="b">
                    <a:solidFill>
                      <a:srgbClr val="990099"/>
                    </a:solidFill>
                  </a:tcPr>
                </a:tc>
                <a:tc>
                  <a:txBody>
                    <a:bodyPr/>
                    <a:lstStyle/>
                    <a:p>
                      <a:pPr algn="l" rtl="0" fontAlgn="b"/>
                      <a:endParaRPr lang="en-US" sz="1400" b="0" i="0" u="none" strike="noStrike" dirty="0">
                        <a:solidFill>
                          <a:srgbClr val="000000"/>
                        </a:solidFill>
                        <a:effectLst/>
                        <a:latin typeface="Wingdings" panose="05000000000000000000" pitchFamily="2" charset="2"/>
                      </a:endParaRPr>
                    </a:p>
                  </a:txBody>
                  <a:tcPr marL="5416" marR="5416" marT="5416" marB="0" anchor="b">
                    <a:solidFill>
                      <a:srgbClr val="990099"/>
                    </a:solidFill>
                  </a:tcPr>
                </a:tc>
                <a:tc>
                  <a:txBody>
                    <a:bodyPr/>
                    <a:lstStyle/>
                    <a:p>
                      <a:pPr algn="l" rtl="0" fontAlgn="b"/>
                      <a:endParaRPr lang="en-US" sz="1400" b="0" i="0" u="none" strike="noStrike" dirty="0">
                        <a:solidFill>
                          <a:srgbClr val="000000"/>
                        </a:solidFill>
                        <a:effectLst/>
                        <a:latin typeface="Wingdings" panose="05000000000000000000" pitchFamily="2" charset="2"/>
                      </a:endParaRPr>
                    </a:p>
                  </a:txBody>
                  <a:tcPr marL="5416" marR="5416" marT="5416" marB="0" anchor="b">
                    <a:solidFill>
                      <a:srgbClr val="990099"/>
                    </a:solidFill>
                  </a:tcPr>
                </a:tc>
                <a:tc>
                  <a:txBody>
                    <a:bodyPr/>
                    <a:lstStyle/>
                    <a:p>
                      <a:pPr algn="l" rtl="0" fontAlgn="b"/>
                      <a:endParaRPr lang="en-US" sz="1400" b="0" i="0" u="none" strike="noStrike" dirty="0">
                        <a:solidFill>
                          <a:srgbClr val="000000"/>
                        </a:solidFill>
                        <a:effectLst/>
                        <a:latin typeface="Wingdings" panose="05000000000000000000" pitchFamily="2" charset="2"/>
                      </a:endParaRPr>
                    </a:p>
                  </a:txBody>
                  <a:tcPr marL="5416" marR="5416" marT="5416" marB="0" anchor="b">
                    <a:solidFill>
                      <a:srgbClr val="990099"/>
                    </a:solidFill>
                  </a:tcPr>
                </a:tc>
                <a:tc>
                  <a:txBody>
                    <a:bodyPr/>
                    <a:lstStyle/>
                    <a:p>
                      <a:pPr algn="l" rtl="0" fontAlgn="b"/>
                      <a:endParaRPr lang="en-US" sz="1400" b="0" i="0" u="none" strike="noStrike" dirty="0">
                        <a:solidFill>
                          <a:srgbClr val="000000"/>
                        </a:solidFill>
                        <a:effectLst/>
                        <a:latin typeface="Wingdings" panose="05000000000000000000" pitchFamily="2" charset="2"/>
                      </a:endParaRPr>
                    </a:p>
                  </a:txBody>
                  <a:tcPr marL="5416" marR="5416" marT="5416" marB="0" anchor="b">
                    <a:solidFill>
                      <a:srgbClr val="990099"/>
                    </a:solidFill>
                  </a:tcPr>
                </a:tc>
                <a:tc>
                  <a:txBody>
                    <a:bodyPr/>
                    <a:lstStyle/>
                    <a:p>
                      <a:pPr algn="l" rtl="0" fontAlgn="b"/>
                      <a:endParaRPr lang="en-US" sz="1400" b="0" i="0" u="none" strike="noStrike" dirty="0">
                        <a:solidFill>
                          <a:srgbClr val="000000"/>
                        </a:solidFill>
                        <a:effectLst/>
                        <a:latin typeface="Wingdings" panose="05000000000000000000" pitchFamily="2" charset="2"/>
                      </a:endParaRPr>
                    </a:p>
                  </a:txBody>
                  <a:tcPr marL="5416" marR="5416" marT="5416" marB="0" anchor="b">
                    <a:solidFill>
                      <a:srgbClr val="990099"/>
                    </a:solidFill>
                  </a:tcPr>
                </a:tc>
                <a:tc>
                  <a:txBody>
                    <a:bodyPr/>
                    <a:lstStyle/>
                    <a:p>
                      <a:pPr algn="l" rtl="0" fontAlgn="b"/>
                      <a:r>
                        <a:rPr lang="en-US" sz="1400" u="none" strike="noStrike" dirty="0">
                          <a:effectLst/>
                        </a:rPr>
                        <a:t> </a:t>
                      </a:r>
                      <a:endParaRPr lang="en-US" sz="1400" b="0" i="0" u="none" strike="noStrike" dirty="0">
                        <a:solidFill>
                          <a:srgbClr val="000000"/>
                        </a:solidFill>
                        <a:effectLst/>
                        <a:latin typeface="Wingdings" panose="05000000000000000000" pitchFamily="2" charset="2"/>
                      </a:endParaRPr>
                    </a:p>
                  </a:txBody>
                  <a:tcPr marL="5416" marR="5416" marT="5416" marB="0" anchor="b"/>
                </a:tc>
                <a:tc>
                  <a:txBody>
                    <a:bodyPr/>
                    <a:lstStyle/>
                    <a:p>
                      <a:pPr algn="l" rtl="0" fontAlgn="b"/>
                      <a:r>
                        <a:rPr lang="en-US" sz="1400" u="none" strike="noStrike">
                          <a:effectLst/>
                        </a:rPr>
                        <a:t> </a:t>
                      </a:r>
                      <a:endParaRPr lang="en-US" sz="1400" b="0" i="0" u="none" strike="noStrike">
                        <a:solidFill>
                          <a:srgbClr val="000000"/>
                        </a:solidFill>
                        <a:effectLst/>
                        <a:latin typeface="Wingdings" panose="05000000000000000000" pitchFamily="2" charset="2"/>
                      </a:endParaRPr>
                    </a:p>
                  </a:txBody>
                  <a:tcPr marL="5416" marR="5416" marT="5416" marB="0" anchor="b"/>
                </a:tc>
                <a:tc>
                  <a:txBody>
                    <a:bodyPr/>
                    <a:lstStyle/>
                    <a:p>
                      <a:pPr algn="l" rtl="0" fontAlgn="b"/>
                      <a:r>
                        <a:rPr lang="en-US" sz="1400" u="none" strike="noStrike">
                          <a:effectLst/>
                        </a:rPr>
                        <a:t> </a:t>
                      </a:r>
                      <a:endParaRPr lang="en-US" sz="1400" b="0" i="0" u="none" strike="noStrike">
                        <a:solidFill>
                          <a:srgbClr val="000000"/>
                        </a:solidFill>
                        <a:effectLst/>
                        <a:latin typeface="Wingdings" panose="05000000000000000000" pitchFamily="2" charset="2"/>
                      </a:endParaRPr>
                    </a:p>
                  </a:txBody>
                  <a:tcPr marL="5416" marR="5416" marT="5416" marB="0" anchor="b"/>
                </a:tc>
                <a:extLst>
                  <a:ext uri="{0D108BD9-81ED-4DB2-BD59-A6C34878D82A}">
                    <a16:rowId xmlns:a16="http://schemas.microsoft.com/office/drawing/2014/main" val="4047187466"/>
                  </a:ext>
                </a:extLst>
              </a:tr>
              <a:tr h="157068">
                <a:tc>
                  <a:txBody>
                    <a:bodyPr/>
                    <a:lstStyle/>
                    <a:p>
                      <a:pPr algn="r" rtl="1" fontAlgn="b"/>
                      <a:r>
                        <a:rPr lang="ar-LY" sz="1100" u="none" strike="noStrike" dirty="0">
                          <a:solidFill>
                            <a:srgbClr val="990099"/>
                          </a:solidFill>
                          <a:effectLst/>
                          <a:cs typeface="+mj-cs"/>
                        </a:rPr>
                        <a:t>مشروع المتجر الالكتروني  </a:t>
                      </a:r>
                      <a:r>
                        <a:rPr lang="en-US" sz="1100" u="none" strike="noStrike" dirty="0">
                          <a:solidFill>
                            <a:srgbClr val="990099"/>
                          </a:solidFill>
                          <a:effectLst/>
                          <a:cs typeface="+mj-cs"/>
                        </a:rPr>
                        <a:t>P2</a:t>
                      </a:r>
                      <a:endParaRPr lang="ar-LY" sz="1100" b="0" i="0" u="none" strike="noStrike" dirty="0">
                        <a:solidFill>
                          <a:srgbClr val="990099"/>
                        </a:solidFill>
                        <a:effectLst/>
                        <a:latin typeface="Calibri" panose="020F0502020204030204" pitchFamily="34" charset="0"/>
                        <a:cs typeface="+mj-cs"/>
                      </a:endParaRPr>
                    </a:p>
                  </a:txBody>
                  <a:tcPr marL="5416" marR="5416" marT="5416" marB="0" anchor="b">
                    <a:solidFill>
                      <a:schemeClr val="bg1">
                        <a:lumMod val="85000"/>
                      </a:schemeClr>
                    </a:solidFill>
                  </a:tcPr>
                </a:tc>
                <a:tc>
                  <a:txBody>
                    <a:bodyPr/>
                    <a:lstStyle/>
                    <a:p>
                      <a:pPr algn="l" rtl="0" fontAlgn="b"/>
                      <a:endParaRPr lang="en-US" sz="1400" b="0" i="0" u="none" strike="noStrike" dirty="0">
                        <a:solidFill>
                          <a:srgbClr val="000000"/>
                        </a:solidFill>
                        <a:effectLst/>
                        <a:latin typeface="Wingdings" panose="05000000000000000000" pitchFamily="2" charset="2"/>
                      </a:endParaRPr>
                    </a:p>
                  </a:txBody>
                  <a:tcPr marL="5416" marR="5416" marT="5416" marB="0" anchor="b">
                    <a:solidFill>
                      <a:srgbClr val="990099"/>
                    </a:solidFill>
                  </a:tcPr>
                </a:tc>
                <a:tc>
                  <a:txBody>
                    <a:bodyPr/>
                    <a:lstStyle/>
                    <a:p>
                      <a:pPr algn="l" rtl="0" fontAlgn="b"/>
                      <a:endParaRPr lang="en-US" sz="1400" b="0" i="0" u="none" strike="noStrike" dirty="0">
                        <a:solidFill>
                          <a:srgbClr val="000000"/>
                        </a:solidFill>
                        <a:effectLst/>
                        <a:latin typeface="Wingdings" panose="05000000000000000000" pitchFamily="2" charset="2"/>
                      </a:endParaRPr>
                    </a:p>
                  </a:txBody>
                  <a:tcPr marL="5416" marR="5416" marT="5416" marB="0" anchor="b">
                    <a:solidFill>
                      <a:srgbClr val="990099"/>
                    </a:solidFill>
                  </a:tcPr>
                </a:tc>
                <a:tc>
                  <a:txBody>
                    <a:bodyPr/>
                    <a:lstStyle/>
                    <a:p>
                      <a:pPr algn="l" rtl="0" fontAlgn="b"/>
                      <a:endParaRPr lang="en-US" sz="1400" b="0" i="0" u="none" strike="noStrike">
                        <a:solidFill>
                          <a:srgbClr val="000000"/>
                        </a:solidFill>
                        <a:effectLst/>
                        <a:latin typeface="Calibri" panose="020F0502020204030204" pitchFamily="34" charset="0"/>
                      </a:endParaRPr>
                    </a:p>
                  </a:txBody>
                  <a:tcPr marL="5416" marR="5416" marT="5416" marB="0" anchor="b"/>
                </a:tc>
                <a:tc>
                  <a:txBody>
                    <a:bodyPr/>
                    <a:lstStyle/>
                    <a:p>
                      <a:pPr algn="l" rtl="0" fontAlgn="b"/>
                      <a:endParaRPr lang="en-US" sz="1400" b="0" i="0" u="none" strike="noStrike">
                        <a:solidFill>
                          <a:srgbClr val="000000"/>
                        </a:solidFill>
                        <a:effectLst/>
                        <a:latin typeface="Calibri" panose="020F0502020204030204" pitchFamily="34" charset="0"/>
                      </a:endParaRPr>
                    </a:p>
                  </a:txBody>
                  <a:tcPr marL="5416" marR="5416" marT="5416" marB="0" anchor="b"/>
                </a:tc>
                <a:tc>
                  <a:txBody>
                    <a:bodyPr/>
                    <a:lstStyle/>
                    <a:p>
                      <a:pPr algn="l" rtl="0" fontAlgn="b"/>
                      <a:endParaRPr lang="en-US" sz="1400" b="0" i="0" u="none" strike="noStrike">
                        <a:solidFill>
                          <a:srgbClr val="000000"/>
                        </a:solidFill>
                        <a:effectLst/>
                        <a:latin typeface="Calibri" panose="020F0502020204030204" pitchFamily="34" charset="0"/>
                      </a:endParaRPr>
                    </a:p>
                  </a:txBody>
                  <a:tcPr marL="5416" marR="5416" marT="5416" marB="0" anchor="b"/>
                </a:tc>
                <a:tc>
                  <a:txBody>
                    <a:bodyPr/>
                    <a:lstStyle/>
                    <a:p>
                      <a:pPr algn="l" rtl="0" fontAlgn="b"/>
                      <a:endParaRPr lang="en-US" sz="1400" b="0" i="0" u="none" strike="noStrike" dirty="0">
                        <a:solidFill>
                          <a:srgbClr val="000000"/>
                        </a:solidFill>
                        <a:effectLst/>
                        <a:latin typeface="Calibri" panose="020F0502020204030204" pitchFamily="34" charset="0"/>
                      </a:endParaRPr>
                    </a:p>
                  </a:txBody>
                  <a:tcPr marL="5416" marR="5416" marT="5416" marB="0" anchor="b"/>
                </a:tc>
                <a:tc>
                  <a:txBody>
                    <a:bodyPr/>
                    <a:lstStyle/>
                    <a:p>
                      <a:pPr algn="l" rtl="0" fontAlgn="b"/>
                      <a:endParaRPr lang="en-US" sz="1400" b="0" i="0" u="none" strike="noStrike" dirty="0">
                        <a:solidFill>
                          <a:srgbClr val="000000"/>
                        </a:solidFill>
                        <a:effectLst/>
                        <a:latin typeface="Wingdings" panose="05000000000000000000" pitchFamily="2" charset="2"/>
                      </a:endParaRPr>
                    </a:p>
                  </a:txBody>
                  <a:tcPr marL="5416" marR="5416" marT="5416" marB="0" anchor="b">
                    <a:solidFill>
                      <a:srgbClr val="990099"/>
                    </a:solidFill>
                  </a:tcPr>
                </a:tc>
                <a:tc>
                  <a:txBody>
                    <a:bodyPr/>
                    <a:lstStyle/>
                    <a:p>
                      <a:pPr algn="l" rtl="0" fontAlgn="b"/>
                      <a:endParaRPr lang="en-US" sz="1400" b="0" i="0" u="none" strike="noStrike" dirty="0">
                        <a:solidFill>
                          <a:srgbClr val="000000"/>
                        </a:solidFill>
                        <a:effectLst/>
                        <a:latin typeface="Calibri" panose="020F0502020204030204" pitchFamily="34" charset="0"/>
                      </a:endParaRPr>
                    </a:p>
                  </a:txBody>
                  <a:tcPr marL="5416" marR="5416" marT="5416" marB="0" anchor="b"/>
                </a:tc>
                <a:tc>
                  <a:txBody>
                    <a:bodyPr/>
                    <a:lstStyle/>
                    <a:p>
                      <a:pPr algn="l" rtl="0" fontAlgn="b"/>
                      <a:endParaRPr lang="en-US" sz="1400" b="0" i="0" u="none" strike="noStrike" dirty="0">
                        <a:solidFill>
                          <a:srgbClr val="000000"/>
                        </a:solidFill>
                        <a:effectLst/>
                        <a:latin typeface="Calibri" panose="020F0502020204030204" pitchFamily="34" charset="0"/>
                      </a:endParaRPr>
                    </a:p>
                  </a:txBody>
                  <a:tcPr marL="5416" marR="5416" marT="5416" marB="0" anchor="b"/>
                </a:tc>
                <a:tc>
                  <a:txBody>
                    <a:bodyPr/>
                    <a:lstStyle/>
                    <a:p>
                      <a:pPr algn="l" rtl="0" fontAlgn="b"/>
                      <a:endParaRPr lang="en-US" sz="1400" b="0" i="0" u="none" strike="noStrike" dirty="0">
                        <a:solidFill>
                          <a:srgbClr val="000000"/>
                        </a:solidFill>
                        <a:effectLst/>
                        <a:latin typeface="Wingdings" panose="05000000000000000000" pitchFamily="2" charset="2"/>
                      </a:endParaRPr>
                    </a:p>
                  </a:txBody>
                  <a:tcPr marL="5416" marR="5416" marT="5416" marB="0" anchor="b">
                    <a:solidFill>
                      <a:srgbClr val="990099"/>
                    </a:solidFill>
                  </a:tcPr>
                </a:tc>
                <a:tc>
                  <a:txBody>
                    <a:bodyPr/>
                    <a:lstStyle/>
                    <a:p>
                      <a:pPr algn="l" rtl="0" fontAlgn="b"/>
                      <a:endParaRPr lang="en-US" sz="1400" b="0" i="0" u="none" strike="noStrike">
                        <a:solidFill>
                          <a:srgbClr val="000000"/>
                        </a:solidFill>
                        <a:effectLst/>
                        <a:latin typeface="Calibri" panose="020F0502020204030204" pitchFamily="34" charset="0"/>
                      </a:endParaRPr>
                    </a:p>
                  </a:txBody>
                  <a:tcPr marL="5416" marR="5416" marT="5416" marB="0" anchor="b"/>
                </a:tc>
                <a:tc>
                  <a:txBody>
                    <a:bodyPr/>
                    <a:lstStyle/>
                    <a:p>
                      <a:pPr algn="l" rtl="0" fontAlgn="b"/>
                      <a:endParaRPr lang="en-US" sz="1400" b="0" i="0" u="none" strike="noStrike" dirty="0">
                        <a:solidFill>
                          <a:srgbClr val="000000"/>
                        </a:solidFill>
                        <a:effectLst/>
                        <a:latin typeface="Calibri" panose="020F0502020204030204" pitchFamily="34" charset="0"/>
                      </a:endParaRPr>
                    </a:p>
                  </a:txBody>
                  <a:tcPr marL="5416" marR="5416" marT="5416" marB="0" anchor="b"/>
                </a:tc>
                <a:tc>
                  <a:txBody>
                    <a:bodyPr/>
                    <a:lstStyle/>
                    <a:p>
                      <a:pPr algn="l" rtl="0" fontAlgn="b"/>
                      <a:endParaRPr lang="en-US" sz="1400" b="0" i="0" u="none" strike="noStrike" dirty="0">
                        <a:solidFill>
                          <a:srgbClr val="000000"/>
                        </a:solidFill>
                        <a:effectLst/>
                        <a:latin typeface="Calibri" panose="020F0502020204030204" pitchFamily="34" charset="0"/>
                      </a:endParaRPr>
                    </a:p>
                  </a:txBody>
                  <a:tcPr marL="5416" marR="5416" marT="5416" marB="0" anchor="b">
                    <a:solidFill>
                      <a:srgbClr val="990099"/>
                    </a:solidFill>
                  </a:tcPr>
                </a:tc>
                <a:extLst>
                  <a:ext uri="{0D108BD9-81ED-4DB2-BD59-A6C34878D82A}">
                    <a16:rowId xmlns:a16="http://schemas.microsoft.com/office/drawing/2014/main" val="1214269140"/>
                  </a:ext>
                </a:extLst>
              </a:tr>
              <a:tr h="0">
                <a:tc>
                  <a:txBody>
                    <a:bodyPr/>
                    <a:lstStyle/>
                    <a:p>
                      <a:pPr algn="r" rtl="1" fontAlgn="b"/>
                      <a:r>
                        <a:rPr lang="ar-LY" sz="1100" u="none" strike="noStrike" kern="1200" dirty="0">
                          <a:solidFill>
                            <a:srgbClr val="990099"/>
                          </a:solidFill>
                          <a:effectLst/>
                          <a:latin typeface="+mn-lt"/>
                          <a:ea typeface="+mn-ea"/>
                          <a:cs typeface="+mj-cs"/>
                        </a:rPr>
                        <a:t>مشروع اكشاك </a:t>
                      </a:r>
                      <a:r>
                        <a:rPr lang="ar-LY" sz="1100" u="none" strike="noStrike" dirty="0" err="1">
                          <a:solidFill>
                            <a:srgbClr val="990099"/>
                          </a:solidFill>
                          <a:effectLst/>
                          <a:cs typeface="+mj-cs"/>
                        </a:rPr>
                        <a:t>ليبيانا</a:t>
                      </a:r>
                      <a:r>
                        <a:rPr lang="ar-LY" sz="1100" u="none" strike="noStrike" dirty="0">
                          <a:solidFill>
                            <a:srgbClr val="990099"/>
                          </a:solidFill>
                          <a:effectLst/>
                          <a:cs typeface="+mj-cs"/>
                        </a:rPr>
                        <a:t> (</a:t>
                      </a:r>
                      <a:r>
                        <a:rPr lang="en-US" sz="1100" u="none" strike="noStrike" dirty="0">
                          <a:solidFill>
                            <a:srgbClr val="990099"/>
                          </a:solidFill>
                          <a:effectLst/>
                          <a:cs typeface="+mj-cs"/>
                        </a:rPr>
                        <a:t>Kiosk)</a:t>
                      </a:r>
                      <a:endParaRPr lang="en-US" sz="1100" b="0" i="0" u="none" strike="noStrike" dirty="0">
                        <a:solidFill>
                          <a:srgbClr val="990099"/>
                        </a:solidFill>
                        <a:effectLst/>
                        <a:latin typeface="Calibri" panose="020F0502020204030204" pitchFamily="34" charset="0"/>
                        <a:cs typeface="+mj-cs"/>
                      </a:endParaRPr>
                    </a:p>
                  </a:txBody>
                  <a:tcPr marL="5416" marR="5416" marT="5416" marB="0" anchor="b">
                    <a:solidFill>
                      <a:schemeClr val="bg1">
                        <a:lumMod val="85000"/>
                      </a:schemeClr>
                    </a:solidFill>
                  </a:tcPr>
                </a:tc>
                <a:tc>
                  <a:txBody>
                    <a:bodyPr/>
                    <a:lstStyle/>
                    <a:p>
                      <a:pPr algn="l" rtl="0" fontAlgn="b"/>
                      <a:endParaRPr lang="en-US" sz="1400" b="0" i="0" u="none" strike="noStrike" dirty="0">
                        <a:solidFill>
                          <a:srgbClr val="000000"/>
                        </a:solidFill>
                        <a:effectLst/>
                        <a:latin typeface="Wingdings" panose="05000000000000000000" pitchFamily="2" charset="2"/>
                      </a:endParaRPr>
                    </a:p>
                  </a:txBody>
                  <a:tcPr marL="5416" marR="5416" marT="5416" marB="0" anchor="b">
                    <a:solidFill>
                      <a:srgbClr val="990099"/>
                    </a:solidFill>
                  </a:tcPr>
                </a:tc>
                <a:tc>
                  <a:txBody>
                    <a:bodyPr/>
                    <a:lstStyle/>
                    <a:p>
                      <a:pPr algn="l" rtl="0" fontAlgn="b"/>
                      <a:endParaRPr lang="en-US" sz="1400" b="0" i="0" u="none" strike="noStrike" dirty="0">
                        <a:solidFill>
                          <a:srgbClr val="000000"/>
                        </a:solidFill>
                        <a:effectLst/>
                        <a:latin typeface="Wingdings" panose="05000000000000000000" pitchFamily="2" charset="2"/>
                      </a:endParaRPr>
                    </a:p>
                  </a:txBody>
                  <a:tcPr marL="5416" marR="5416" marT="5416" marB="0" anchor="b">
                    <a:solidFill>
                      <a:srgbClr val="990099"/>
                    </a:solidFill>
                  </a:tcPr>
                </a:tc>
                <a:tc>
                  <a:txBody>
                    <a:bodyPr/>
                    <a:lstStyle/>
                    <a:p>
                      <a:pPr algn="l" rtl="0" fontAlgn="b"/>
                      <a:endParaRPr lang="en-US" sz="1400" b="0" i="0" u="none" strike="noStrike">
                        <a:solidFill>
                          <a:srgbClr val="000000"/>
                        </a:solidFill>
                        <a:effectLst/>
                        <a:latin typeface="Calibri" panose="020F0502020204030204" pitchFamily="34" charset="0"/>
                      </a:endParaRPr>
                    </a:p>
                  </a:txBody>
                  <a:tcPr marL="5416" marR="5416" marT="5416" marB="0" anchor="b"/>
                </a:tc>
                <a:tc>
                  <a:txBody>
                    <a:bodyPr/>
                    <a:lstStyle/>
                    <a:p>
                      <a:pPr algn="l" rtl="0" fontAlgn="b"/>
                      <a:endParaRPr lang="en-US" sz="1400" b="0" i="0" u="none" strike="noStrike">
                        <a:solidFill>
                          <a:srgbClr val="000000"/>
                        </a:solidFill>
                        <a:effectLst/>
                        <a:latin typeface="Calibri" panose="020F0502020204030204" pitchFamily="34" charset="0"/>
                      </a:endParaRPr>
                    </a:p>
                  </a:txBody>
                  <a:tcPr marL="5416" marR="5416" marT="5416" marB="0" anchor="b"/>
                </a:tc>
                <a:tc>
                  <a:txBody>
                    <a:bodyPr/>
                    <a:lstStyle/>
                    <a:p>
                      <a:pPr algn="l" rtl="0" fontAlgn="b"/>
                      <a:endParaRPr lang="en-US" sz="1400" b="0" i="0" u="none" strike="noStrike">
                        <a:solidFill>
                          <a:srgbClr val="000000"/>
                        </a:solidFill>
                        <a:effectLst/>
                        <a:latin typeface="Calibri" panose="020F0502020204030204" pitchFamily="34" charset="0"/>
                      </a:endParaRPr>
                    </a:p>
                  </a:txBody>
                  <a:tcPr marL="5416" marR="5416" marT="5416" marB="0" anchor="b"/>
                </a:tc>
                <a:tc>
                  <a:txBody>
                    <a:bodyPr/>
                    <a:lstStyle/>
                    <a:p>
                      <a:pPr algn="l" rtl="0" fontAlgn="b"/>
                      <a:endParaRPr lang="en-US" sz="1400" b="0" i="0" u="none" strike="noStrike">
                        <a:solidFill>
                          <a:srgbClr val="000000"/>
                        </a:solidFill>
                        <a:effectLst/>
                        <a:latin typeface="Calibri" panose="020F0502020204030204" pitchFamily="34" charset="0"/>
                      </a:endParaRPr>
                    </a:p>
                  </a:txBody>
                  <a:tcPr marL="5416" marR="5416" marT="5416" marB="0" anchor="b"/>
                </a:tc>
                <a:tc>
                  <a:txBody>
                    <a:bodyPr/>
                    <a:lstStyle/>
                    <a:p>
                      <a:pPr algn="l" rtl="0" fontAlgn="b"/>
                      <a:endParaRPr lang="en-US" sz="1400" b="0" i="0" u="none" strike="noStrike" dirty="0">
                        <a:solidFill>
                          <a:srgbClr val="000000"/>
                        </a:solidFill>
                        <a:effectLst/>
                        <a:latin typeface="Wingdings" panose="05000000000000000000" pitchFamily="2" charset="2"/>
                      </a:endParaRPr>
                    </a:p>
                  </a:txBody>
                  <a:tcPr marL="5416" marR="5416" marT="5416" marB="0" anchor="b">
                    <a:solidFill>
                      <a:srgbClr val="990099"/>
                    </a:solidFill>
                  </a:tcPr>
                </a:tc>
                <a:tc>
                  <a:txBody>
                    <a:bodyPr/>
                    <a:lstStyle/>
                    <a:p>
                      <a:pPr algn="l" rtl="0" fontAlgn="b"/>
                      <a:endParaRPr lang="en-US" sz="1400" b="0" i="0" u="none" strike="noStrike">
                        <a:solidFill>
                          <a:srgbClr val="000000"/>
                        </a:solidFill>
                        <a:effectLst/>
                        <a:latin typeface="Calibri" panose="020F0502020204030204" pitchFamily="34" charset="0"/>
                      </a:endParaRPr>
                    </a:p>
                  </a:txBody>
                  <a:tcPr marL="5416" marR="5416" marT="5416" marB="0" anchor="b"/>
                </a:tc>
                <a:tc>
                  <a:txBody>
                    <a:bodyPr/>
                    <a:lstStyle/>
                    <a:p>
                      <a:pPr algn="l" rtl="0" fontAlgn="b"/>
                      <a:endParaRPr lang="en-US" sz="1400" b="0" i="0" u="none" strike="noStrike">
                        <a:solidFill>
                          <a:srgbClr val="000000"/>
                        </a:solidFill>
                        <a:effectLst/>
                        <a:latin typeface="Calibri" panose="020F0502020204030204" pitchFamily="34" charset="0"/>
                      </a:endParaRPr>
                    </a:p>
                  </a:txBody>
                  <a:tcPr marL="5416" marR="5416" marT="5416" marB="0" anchor="b"/>
                </a:tc>
                <a:tc>
                  <a:txBody>
                    <a:bodyPr/>
                    <a:lstStyle/>
                    <a:p>
                      <a:pPr algn="l" rtl="0" fontAlgn="b"/>
                      <a:endParaRPr lang="en-US" sz="1400" b="0" i="0" u="none" strike="noStrike" dirty="0">
                        <a:solidFill>
                          <a:srgbClr val="000000"/>
                        </a:solidFill>
                        <a:effectLst/>
                        <a:latin typeface="Wingdings" panose="05000000000000000000" pitchFamily="2" charset="2"/>
                      </a:endParaRPr>
                    </a:p>
                  </a:txBody>
                  <a:tcPr marL="5416" marR="5416" marT="5416" marB="0" anchor="b">
                    <a:solidFill>
                      <a:srgbClr val="990099"/>
                    </a:solidFill>
                  </a:tcPr>
                </a:tc>
                <a:tc>
                  <a:txBody>
                    <a:bodyPr/>
                    <a:lstStyle/>
                    <a:p>
                      <a:pPr algn="l" rtl="0" fontAlgn="b"/>
                      <a:endParaRPr lang="en-US" sz="1400" b="0" i="0" u="none" strike="noStrike">
                        <a:solidFill>
                          <a:srgbClr val="000000"/>
                        </a:solidFill>
                        <a:effectLst/>
                        <a:latin typeface="Calibri" panose="020F0502020204030204" pitchFamily="34" charset="0"/>
                      </a:endParaRPr>
                    </a:p>
                  </a:txBody>
                  <a:tcPr marL="5416" marR="5416" marT="5416" marB="0" anchor="b"/>
                </a:tc>
                <a:tc>
                  <a:txBody>
                    <a:bodyPr/>
                    <a:lstStyle/>
                    <a:p>
                      <a:pPr algn="l" rtl="0" fontAlgn="b"/>
                      <a:endParaRPr lang="en-US" sz="1400" b="0" i="0" u="none" strike="noStrike">
                        <a:solidFill>
                          <a:srgbClr val="000000"/>
                        </a:solidFill>
                        <a:effectLst/>
                        <a:latin typeface="Calibri" panose="020F0502020204030204" pitchFamily="34" charset="0"/>
                      </a:endParaRPr>
                    </a:p>
                  </a:txBody>
                  <a:tcPr marL="5416" marR="5416" marT="5416" marB="0" anchor="b"/>
                </a:tc>
                <a:tc>
                  <a:txBody>
                    <a:bodyPr/>
                    <a:lstStyle/>
                    <a:p>
                      <a:pPr algn="l" rtl="0" fontAlgn="b"/>
                      <a:endParaRPr lang="en-US" sz="1400" b="0" i="0" u="none" strike="noStrike" dirty="0">
                        <a:solidFill>
                          <a:srgbClr val="000000"/>
                        </a:solidFill>
                        <a:effectLst/>
                        <a:latin typeface="Calibri" panose="020F0502020204030204" pitchFamily="34" charset="0"/>
                      </a:endParaRPr>
                    </a:p>
                  </a:txBody>
                  <a:tcPr marL="5416" marR="5416" marT="5416" marB="0" anchor="b">
                    <a:solidFill>
                      <a:srgbClr val="990099"/>
                    </a:solidFill>
                  </a:tcPr>
                </a:tc>
                <a:extLst>
                  <a:ext uri="{0D108BD9-81ED-4DB2-BD59-A6C34878D82A}">
                    <a16:rowId xmlns:a16="http://schemas.microsoft.com/office/drawing/2014/main" val="1297872313"/>
                  </a:ext>
                </a:extLst>
              </a:tr>
              <a:tr h="0">
                <a:tc>
                  <a:txBody>
                    <a:bodyPr/>
                    <a:lstStyle/>
                    <a:p>
                      <a:pPr algn="r" rtl="1" fontAlgn="b"/>
                      <a:r>
                        <a:rPr lang="ar-LY" sz="900" u="none" strike="noStrike" kern="1200" dirty="0">
                          <a:solidFill>
                            <a:srgbClr val="990099"/>
                          </a:solidFill>
                          <a:effectLst/>
                          <a:latin typeface="+mn-lt"/>
                          <a:ea typeface="+mn-ea"/>
                          <a:cs typeface="+mj-cs"/>
                        </a:rPr>
                        <a:t>مشروع عالم الأعمال (فرعي عن المحتوى الرقمي)</a:t>
                      </a:r>
                    </a:p>
                  </a:txBody>
                  <a:tcPr marL="6350" marR="6350" marT="6350" marB="0" anchor="b">
                    <a:solidFill>
                      <a:schemeClr val="bg1">
                        <a:lumMod val="85000"/>
                      </a:schemeClr>
                    </a:solidFill>
                  </a:tcPr>
                </a:tc>
                <a:tc>
                  <a:txBody>
                    <a:bodyPr/>
                    <a:lstStyle/>
                    <a:p>
                      <a:pPr algn="ctr" rtl="0" fontAlgn="ctr"/>
                      <a:endParaRPr lang="en-US" sz="1100" b="0" i="0" u="none" strike="noStrike" dirty="0">
                        <a:solidFill>
                          <a:srgbClr val="000000"/>
                        </a:solidFill>
                        <a:effectLst/>
                        <a:latin typeface="Wingdings" panose="05000000000000000000" pitchFamily="2" charset="2"/>
                      </a:endParaRPr>
                    </a:p>
                  </a:txBody>
                  <a:tcPr marL="6350" marR="6350" marT="6350" marB="0" anchor="ctr">
                    <a:solidFill>
                      <a:srgbClr val="990099"/>
                    </a:solidFill>
                  </a:tcPr>
                </a:tc>
                <a:tc>
                  <a:txBody>
                    <a:bodyPr/>
                    <a:lstStyle/>
                    <a:p>
                      <a:pPr algn="ctr" rtl="0" fontAlgn="ctr"/>
                      <a:endParaRPr lang="en-US" sz="1100" b="0" i="0" u="none" strike="noStrike" dirty="0">
                        <a:solidFill>
                          <a:srgbClr val="000000"/>
                        </a:solidFill>
                        <a:effectLst/>
                        <a:latin typeface="Wingdings" panose="05000000000000000000" pitchFamily="2" charset="2"/>
                      </a:endParaRPr>
                    </a:p>
                  </a:txBody>
                  <a:tcPr marL="6350" marR="6350" marT="6350" marB="0" anchor="ctr">
                    <a:solidFill>
                      <a:schemeClr val="bg1">
                        <a:lumMod val="95000"/>
                      </a:schemeClr>
                    </a:solidFill>
                  </a:tcPr>
                </a:tc>
                <a:tc>
                  <a:txBody>
                    <a:bodyPr/>
                    <a:lstStyle/>
                    <a:p>
                      <a:pPr algn="ctr" rtl="0" fontAlgn="ctr"/>
                      <a:endParaRPr lang="en-US" sz="1100" b="0" i="0" u="none" strike="noStrike" dirty="0">
                        <a:solidFill>
                          <a:srgbClr val="000000"/>
                        </a:solidFill>
                        <a:effectLst/>
                        <a:latin typeface="Wingdings" panose="05000000000000000000" pitchFamily="2" charset="2"/>
                      </a:endParaRPr>
                    </a:p>
                  </a:txBody>
                  <a:tcPr marL="6350" marR="6350" marT="6350" marB="0" anchor="ctr">
                    <a:solidFill>
                      <a:srgbClr val="990099"/>
                    </a:solidFill>
                  </a:tcPr>
                </a:tc>
                <a:tc>
                  <a:txBody>
                    <a:bodyPr/>
                    <a:lstStyle/>
                    <a:p>
                      <a:pPr algn="ctr" rtl="0" fontAlgn="ctr"/>
                      <a:endParaRPr lang="en-US" sz="1100" b="0" i="0" u="none" strike="noStrike" dirty="0">
                        <a:solidFill>
                          <a:srgbClr val="000000"/>
                        </a:solidFill>
                        <a:effectLst/>
                        <a:latin typeface="Wingdings" panose="05000000000000000000" pitchFamily="2" charset="2"/>
                      </a:endParaRPr>
                    </a:p>
                  </a:txBody>
                  <a:tcPr marL="6350" marR="6350" marT="6350" marB="0" anchor="ctr">
                    <a:solidFill>
                      <a:schemeClr val="accent3">
                        <a:lumMod val="20000"/>
                        <a:lumOff val="80000"/>
                      </a:schemeClr>
                    </a:solidFill>
                  </a:tcPr>
                </a:tc>
                <a:tc>
                  <a:txBody>
                    <a:bodyPr/>
                    <a:lstStyle/>
                    <a:p>
                      <a:pPr algn="ctr" rtl="0" fontAlgn="ctr"/>
                      <a:endParaRPr lang="en-US" sz="1100" b="0" i="0" u="none" strike="noStrike">
                        <a:solidFill>
                          <a:srgbClr val="000000"/>
                        </a:solidFill>
                        <a:effectLst/>
                        <a:latin typeface="Wingdings" panose="05000000000000000000" pitchFamily="2" charset="2"/>
                      </a:endParaRPr>
                    </a:p>
                  </a:txBody>
                  <a:tcPr marL="6350" marR="6350" marT="6350" marB="0" anchor="ctr">
                    <a:solidFill>
                      <a:schemeClr val="accent3">
                        <a:lumMod val="20000"/>
                        <a:lumOff val="80000"/>
                      </a:schemeClr>
                    </a:solidFill>
                  </a:tcPr>
                </a:tc>
                <a:tc>
                  <a:txBody>
                    <a:bodyPr/>
                    <a:lstStyle/>
                    <a:p>
                      <a:pPr algn="ctr" rtl="0" fontAlgn="ctr"/>
                      <a:endParaRPr lang="en-US" sz="1100" b="0" i="0" u="none" strike="noStrike" dirty="0">
                        <a:solidFill>
                          <a:srgbClr val="000000"/>
                        </a:solidFill>
                        <a:effectLst/>
                        <a:latin typeface="Wingdings" panose="05000000000000000000" pitchFamily="2" charset="2"/>
                      </a:endParaRPr>
                    </a:p>
                  </a:txBody>
                  <a:tcPr marL="6350" marR="6350" marT="6350" marB="0" anchor="ctr">
                    <a:solidFill>
                      <a:schemeClr val="accent3">
                        <a:lumMod val="20000"/>
                        <a:lumOff val="80000"/>
                      </a:schemeClr>
                    </a:solidFill>
                  </a:tcPr>
                </a:tc>
                <a:tc>
                  <a:txBody>
                    <a:bodyPr/>
                    <a:lstStyle/>
                    <a:p>
                      <a:pPr algn="ctr" rtl="0" fontAlgn="ctr"/>
                      <a:endParaRPr lang="en-US" sz="1100" b="0" i="0" u="none" strike="noStrike" dirty="0">
                        <a:solidFill>
                          <a:srgbClr val="000000"/>
                        </a:solidFill>
                        <a:effectLst/>
                        <a:latin typeface="Wingdings" panose="05000000000000000000" pitchFamily="2" charset="2"/>
                      </a:endParaRPr>
                    </a:p>
                  </a:txBody>
                  <a:tcPr marL="6350" marR="6350" marT="6350" marB="0" anchor="ctr">
                    <a:solidFill>
                      <a:schemeClr val="accent3">
                        <a:lumMod val="20000"/>
                        <a:lumOff val="80000"/>
                      </a:schemeClr>
                    </a:solidFill>
                  </a:tcPr>
                </a:tc>
                <a:tc>
                  <a:txBody>
                    <a:bodyPr/>
                    <a:lstStyle/>
                    <a:p>
                      <a:pPr algn="ctr" rtl="0" fontAlgn="ctr"/>
                      <a:endParaRPr lang="en-US" sz="1100" b="0" i="0" u="none" strike="noStrike" dirty="0">
                        <a:solidFill>
                          <a:srgbClr val="000000"/>
                        </a:solidFill>
                        <a:effectLst/>
                        <a:latin typeface="Wingdings" panose="05000000000000000000" pitchFamily="2" charset="2"/>
                      </a:endParaRPr>
                    </a:p>
                  </a:txBody>
                  <a:tcPr marL="6350" marR="6350" marT="6350" marB="0" anchor="ctr">
                    <a:solidFill>
                      <a:schemeClr val="accent3">
                        <a:lumMod val="20000"/>
                        <a:lumOff val="80000"/>
                      </a:schemeClr>
                    </a:solidFill>
                  </a:tcPr>
                </a:tc>
                <a:tc>
                  <a:txBody>
                    <a:bodyPr/>
                    <a:lstStyle/>
                    <a:p>
                      <a:pPr algn="ctr" rtl="0" fontAlgn="ctr"/>
                      <a:endParaRPr lang="en-US" sz="1100" b="0" i="0" u="none" strike="noStrike" dirty="0">
                        <a:solidFill>
                          <a:srgbClr val="000000"/>
                        </a:solidFill>
                        <a:effectLst/>
                        <a:latin typeface="Wingdings" panose="05000000000000000000" pitchFamily="2" charset="2"/>
                      </a:endParaRPr>
                    </a:p>
                  </a:txBody>
                  <a:tcPr marL="6350" marR="6350" marT="6350" marB="0" anchor="ctr">
                    <a:solidFill>
                      <a:schemeClr val="accent3">
                        <a:lumMod val="20000"/>
                        <a:lumOff val="80000"/>
                      </a:schemeClr>
                    </a:solidFill>
                  </a:tcPr>
                </a:tc>
                <a:tc>
                  <a:txBody>
                    <a:bodyPr/>
                    <a:lstStyle/>
                    <a:p>
                      <a:pPr algn="ctr" rtl="0" fontAlgn="ctr"/>
                      <a:endParaRPr lang="en-US" sz="1100" b="0" i="0" u="none" strike="noStrike" dirty="0">
                        <a:solidFill>
                          <a:srgbClr val="000000"/>
                        </a:solidFill>
                        <a:effectLst/>
                        <a:latin typeface="Wingdings" panose="05000000000000000000" pitchFamily="2" charset="2"/>
                      </a:endParaRPr>
                    </a:p>
                  </a:txBody>
                  <a:tcPr marL="6350" marR="6350" marT="6350" marB="0" anchor="ctr">
                    <a:solidFill>
                      <a:schemeClr val="accent3">
                        <a:lumMod val="20000"/>
                        <a:lumOff val="80000"/>
                      </a:schemeClr>
                    </a:solidFill>
                  </a:tcPr>
                </a:tc>
                <a:tc>
                  <a:txBody>
                    <a:bodyPr/>
                    <a:lstStyle/>
                    <a:p>
                      <a:pPr algn="ctr" rtl="0" fontAlgn="ctr"/>
                      <a:endParaRPr lang="en-US" sz="1100" b="0" i="0" u="none" strike="noStrike" dirty="0">
                        <a:solidFill>
                          <a:srgbClr val="000000"/>
                        </a:solidFill>
                        <a:effectLst/>
                        <a:latin typeface="Wingdings" panose="05000000000000000000" pitchFamily="2" charset="2"/>
                      </a:endParaRPr>
                    </a:p>
                  </a:txBody>
                  <a:tcPr marL="6350" marR="6350" marT="6350" marB="0" anchor="ctr">
                    <a:solidFill>
                      <a:schemeClr val="accent3">
                        <a:lumMod val="20000"/>
                        <a:lumOff val="80000"/>
                      </a:schemeClr>
                    </a:solidFill>
                  </a:tcPr>
                </a:tc>
                <a:tc>
                  <a:txBody>
                    <a:bodyPr/>
                    <a:lstStyle/>
                    <a:p>
                      <a:pPr algn="ctr" rtl="0" fontAlgn="ctr"/>
                      <a:endParaRPr lang="en-US" sz="1100" b="0" i="0" u="none" strike="noStrike" dirty="0">
                        <a:solidFill>
                          <a:srgbClr val="000000"/>
                        </a:solidFill>
                        <a:effectLst/>
                        <a:latin typeface="Wingdings" panose="05000000000000000000" pitchFamily="2" charset="2"/>
                      </a:endParaRPr>
                    </a:p>
                  </a:txBody>
                  <a:tcPr marL="6350" marR="6350" marT="6350" marB="0" anchor="ctr">
                    <a:solidFill>
                      <a:schemeClr val="accent3">
                        <a:lumMod val="20000"/>
                        <a:lumOff val="80000"/>
                      </a:schemeClr>
                    </a:solidFill>
                  </a:tcPr>
                </a:tc>
                <a:tc>
                  <a:txBody>
                    <a:bodyPr/>
                    <a:lstStyle/>
                    <a:p>
                      <a:pPr algn="ctr" rtl="0" fontAlgn="ctr"/>
                      <a:endParaRPr lang="en-US" sz="1100" b="0" i="0" u="none" strike="noStrike" dirty="0">
                        <a:solidFill>
                          <a:srgbClr val="000000"/>
                        </a:solidFill>
                        <a:effectLst/>
                        <a:latin typeface="Wingdings" panose="05000000000000000000" pitchFamily="2" charset="2"/>
                      </a:endParaRPr>
                    </a:p>
                  </a:txBody>
                  <a:tcPr marL="6350" marR="6350" marT="6350" marB="0" anchor="ctr">
                    <a:solidFill>
                      <a:schemeClr val="accent3">
                        <a:lumMod val="20000"/>
                        <a:lumOff val="80000"/>
                      </a:schemeClr>
                    </a:solidFill>
                  </a:tcPr>
                </a:tc>
                <a:extLst>
                  <a:ext uri="{0D108BD9-81ED-4DB2-BD59-A6C34878D82A}">
                    <a16:rowId xmlns:a16="http://schemas.microsoft.com/office/drawing/2014/main" val="1121853534"/>
                  </a:ext>
                </a:extLst>
              </a:tr>
              <a:tr h="0">
                <a:tc>
                  <a:txBody>
                    <a:bodyPr/>
                    <a:lstStyle/>
                    <a:p>
                      <a:pPr algn="r" rtl="1" fontAlgn="b"/>
                      <a:r>
                        <a:rPr lang="ar-LY" sz="900" u="none" strike="noStrike" kern="1200" dirty="0">
                          <a:solidFill>
                            <a:srgbClr val="990099"/>
                          </a:solidFill>
                          <a:effectLst/>
                          <a:latin typeface="+mn-lt"/>
                          <a:ea typeface="+mn-ea"/>
                          <a:cs typeface="+mj-cs"/>
                        </a:rPr>
                        <a:t>مشروع دعم انتاج المحتوى الرقمي الحكومي</a:t>
                      </a:r>
                    </a:p>
                  </a:txBody>
                  <a:tcPr marL="6350" marR="6350" marT="6350" marB="0" anchor="b">
                    <a:solidFill>
                      <a:schemeClr val="bg1">
                        <a:lumMod val="85000"/>
                      </a:schemeClr>
                    </a:solidFill>
                  </a:tcPr>
                </a:tc>
                <a:tc>
                  <a:txBody>
                    <a:bodyPr/>
                    <a:lstStyle/>
                    <a:p>
                      <a:pPr algn="ctr" rtl="0" fontAlgn="ctr"/>
                      <a:endParaRPr lang="en-US" sz="1100" b="0" i="0" u="none" strike="noStrike">
                        <a:solidFill>
                          <a:srgbClr val="000000"/>
                        </a:solidFill>
                        <a:effectLst/>
                        <a:latin typeface="Wingdings" panose="05000000000000000000" pitchFamily="2" charset="2"/>
                      </a:endParaRPr>
                    </a:p>
                  </a:txBody>
                  <a:tcPr marL="6350" marR="6350" marT="6350" marB="0" anchor="ctr">
                    <a:solidFill>
                      <a:srgbClr val="990099"/>
                    </a:solidFill>
                  </a:tcPr>
                </a:tc>
                <a:tc>
                  <a:txBody>
                    <a:bodyPr/>
                    <a:lstStyle/>
                    <a:p>
                      <a:pPr algn="ctr" rtl="0" fontAlgn="ctr"/>
                      <a:endParaRPr lang="en-US" sz="1100" b="0" i="0" u="none" strike="noStrike">
                        <a:solidFill>
                          <a:srgbClr val="000000"/>
                        </a:solidFill>
                        <a:effectLst/>
                        <a:latin typeface="Wingdings" panose="05000000000000000000" pitchFamily="2" charset="2"/>
                      </a:endParaRPr>
                    </a:p>
                  </a:txBody>
                  <a:tcPr marL="6350" marR="6350" marT="6350" marB="0" anchor="ctr">
                    <a:solidFill>
                      <a:schemeClr val="bg1">
                        <a:lumMod val="95000"/>
                      </a:schemeClr>
                    </a:solidFill>
                  </a:tcPr>
                </a:tc>
                <a:tc>
                  <a:txBody>
                    <a:bodyPr/>
                    <a:lstStyle/>
                    <a:p>
                      <a:pPr algn="ctr" rtl="0" fontAlgn="ctr"/>
                      <a:endParaRPr lang="en-US" sz="1100" b="0" i="0" u="none" strike="noStrike">
                        <a:solidFill>
                          <a:srgbClr val="000000"/>
                        </a:solidFill>
                        <a:effectLst/>
                        <a:latin typeface="Wingdings" panose="05000000000000000000" pitchFamily="2" charset="2"/>
                      </a:endParaRPr>
                    </a:p>
                  </a:txBody>
                  <a:tcPr marL="6350" marR="6350" marT="6350" marB="0" anchor="ctr">
                    <a:solidFill>
                      <a:srgbClr val="990099"/>
                    </a:solidFill>
                  </a:tcPr>
                </a:tc>
                <a:tc>
                  <a:txBody>
                    <a:bodyPr/>
                    <a:lstStyle/>
                    <a:p>
                      <a:pPr algn="ctr" rtl="0" fontAlgn="ctr"/>
                      <a:endParaRPr lang="en-US" sz="1100" b="0" i="0" u="none" strike="noStrike" dirty="0">
                        <a:solidFill>
                          <a:srgbClr val="000000"/>
                        </a:solidFill>
                        <a:effectLst/>
                        <a:latin typeface="Wingdings" panose="05000000000000000000" pitchFamily="2" charset="2"/>
                      </a:endParaRPr>
                    </a:p>
                  </a:txBody>
                  <a:tcPr marL="6350" marR="6350" marT="6350" marB="0" anchor="ctr">
                    <a:solidFill>
                      <a:schemeClr val="accent3">
                        <a:lumMod val="20000"/>
                        <a:lumOff val="80000"/>
                      </a:schemeClr>
                    </a:solidFill>
                  </a:tcPr>
                </a:tc>
                <a:tc>
                  <a:txBody>
                    <a:bodyPr/>
                    <a:lstStyle/>
                    <a:p>
                      <a:pPr algn="ctr" rtl="0" fontAlgn="ctr"/>
                      <a:endParaRPr lang="en-US" sz="1100" b="0" i="0" u="none" strike="noStrike">
                        <a:solidFill>
                          <a:srgbClr val="000000"/>
                        </a:solidFill>
                        <a:effectLst/>
                        <a:latin typeface="Wingdings" panose="05000000000000000000" pitchFamily="2" charset="2"/>
                      </a:endParaRPr>
                    </a:p>
                  </a:txBody>
                  <a:tcPr marL="6350" marR="6350" marT="6350" marB="0" anchor="ctr">
                    <a:solidFill>
                      <a:schemeClr val="accent3">
                        <a:lumMod val="20000"/>
                        <a:lumOff val="80000"/>
                      </a:schemeClr>
                    </a:solidFill>
                  </a:tcPr>
                </a:tc>
                <a:tc>
                  <a:txBody>
                    <a:bodyPr/>
                    <a:lstStyle/>
                    <a:p>
                      <a:pPr algn="ctr" rtl="0" fontAlgn="ctr"/>
                      <a:endParaRPr lang="en-US" sz="1100" b="0" i="0" u="none" strike="noStrike" dirty="0">
                        <a:solidFill>
                          <a:srgbClr val="000000"/>
                        </a:solidFill>
                        <a:effectLst/>
                        <a:latin typeface="Wingdings" panose="05000000000000000000" pitchFamily="2" charset="2"/>
                      </a:endParaRPr>
                    </a:p>
                  </a:txBody>
                  <a:tcPr marL="6350" marR="6350" marT="6350" marB="0" anchor="ctr">
                    <a:solidFill>
                      <a:schemeClr val="accent3">
                        <a:lumMod val="20000"/>
                        <a:lumOff val="80000"/>
                      </a:schemeClr>
                    </a:solidFill>
                  </a:tcPr>
                </a:tc>
                <a:tc>
                  <a:txBody>
                    <a:bodyPr/>
                    <a:lstStyle/>
                    <a:p>
                      <a:pPr algn="ctr" rtl="0" fontAlgn="ctr"/>
                      <a:endParaRPr lang="en-US" sz="1100" b="0" i="0" u="none" strike="noStrike">
                        <a:solidFill>
                          <a:srgbClr val="000000"/>
                        </a:solidFill>
                        <a:effectLst/>
                        <a:latin typeface="Wingdings" panose="05000000000000000000" pitchFamily="2" charset="2"/>
                      </a:endParaRPr>
                    </a:p>
                  </a:txBody>
                  <a:tcPr marL="6350" marR="6350" marT="6350" marB="0" anchor="ctr">
                    <a:solidFill>
                      <a:schemeClr val="accent3">
                        <a:lumMod val="20000"/>
                        <a:lumOff val="80000"/>
                      </a:schemeClr>
                    </a:solidFill>
                  </a:tcPr>
                </a:tc>
                <a:tc>
                  <a:txBody>
                    <a:bodyPr/>
                    <a:lstStyle/>
                    <a:p>
                      <a:pPr algn="ctr" rtl="0" fontAlgn="ctr"/>
                      <a:endParaRPr lang="en-US" sz="1100" b="0" i="0" u="none" strike="noStrike" dirty="0">
                        <a:solidFill>
                          <a:srgbClr val="000000"/>
                        </a:solidFill>
                        <a:effectLst/>
                        <a:latin typeface="Wingdings" panose="05000000000000000000" pitchFamily="2" charset="2"/>
                      </a:endParaRPr>
                    </a:p>
                  </a:txBody>
                  <a:tcPr marL="6350" marR="6350" marT="6350" marB="0" anchor="ctr">
                    <a:solidFill>
                      <a:schemeClr val="accent3">
                        <a:lumMod val="20000"/>
                        <a:lumOff val="80000"/>
                      </a:schemeClr>
                    </a:solidFill>
                  </a:tcPr>
                </a:tc>
                <a:tc>
                  <a:txBody>
                    <a:bodyPr/>
                    <a:lstStyle/>
                    <a:p>
                      <a:pPr algn="ctr" rtl="0" fontAlgn="ctr"/>
                      <a:endParaRPr lang="en-US" sz="1100" b="0" i="0" u="none" strike="noStrike" dirty="0">
                        <a:solidFill>
                          <a:srgbClr val="000000"/>
                        </a:solidFill>
                        <a:effectLst/>
                        <a:latin typeface="Wingdings" panose="05000000000000000000" pitchFamily="2" charset="2"/>
                      </a:endParaRPr>
                    </a:p>
                  </a:txBody>
                  <a:tcPr marL="6350" marR="6350" marT="6350" marB="0" anchor="ctr">
                    <a:solidFill>
                      <a:schemeClr val="accent3">
                        <a:lumMod val="20000"/>
                        <a:lumOff val="80000"/>
                      </a:schemeClr>
                    </a:solidFill>
                  </a:tcPr>
                </a:tc>
                <a:tc>
                  <a:txBody>
                    <a:bodyPr/>
                    <a:lstStyle/>
                    <a:p>
                      <a:pPr algn="ctr" rtl="0" fontAlgn="ctr"/>
                      <a:endParaRPr lang="en-US" sz="1100" b="0" i="0" u="none" strike="noStrike" dirty="0">
                        <a:solidFill>
                          <a:srgbClr val="000000"/>
                        </a:solidFill>
                        <a:effectLst/>
                        <a:latin typeface="Wingdings" panose="05000000000000000000" pitchFamily="2" charset="2"/>
                      </a:endParaRPr>
                    </a:p>
                  </a:txBody>
                  <a:tcPr marL="6350" marR="6350" marT="6350" marB="0" anchor="ctr">
                    <a:solidFill>
                      <a:schemeClr val="accent3">
                        <a:lumMod val="20000"/>
                        <a:lumOff val="80000"/>
                      </a:schemeClr>
                    </a:solidFill>
                  </a:tcPr>
                </a:tc>
                <a:tc>
                  <a:txBody>
                    <a:bodyPr/>
                    <a:lstStyle/>
                    <a:p>
                      <a:pPr algn="ctr" rtl="0" fontAlgn="ctr"/>
                      <a:endParaRPr lang="en-US" sz="1100" b="0" i="0" u="none" strike="noStrike" dirty="0">
                        <a:solidFill>
                          <a:srgbClr val="000000"/>
                        </a:solidFill>
                        <a:effectLst/>
                        <a:latin typeface="Wingdings" panose="05000000000000000000" pitchFamily="2" charset="2"/>
                      </a:endParaRPr>
                    </a:p>
                  </a:txBody>
                  <a:tcPr marL="6350" marR="6350" marT="6350" marB="0" anchor="ctr">
                    <a:solidFill>
                      <a:schemeClr val="accent3">
                        <a:lumMod val="20000"/>
                        <a:lumOff val="80000"/>
                      </a:schemeClr>
                    </a:solidFill>
                  </a:tcPr>
                </a:tc>
                <a:tc>
                  <a:txBody>
                    <a:bodyPr/>
                    <a:lstStyle/>
                    <a:p>
                      <a:pPr algn="ctr" rtl="0" fontAlgn="ctr"/>
                      <a:endParaRPr lang="en-US" sz="1100" b="0" i="0" u="none" strike="noStrike" dirty="0">
                        <a:solidFill>
                          <a:srgbClr val="000000"/>
                        </a:solidFill>
                        <a:effectLst/>
                        <a:latin typeface="Wingdings" panose="05000000000000000000" pitchFamily="2" charset="2"/>
                      </a:endParaRPr>
                    </a:p>
                  </a:txBody>
                  <a:tcPr marL="6350" marR="6350" marT="6350" marB="0" anchor="ctr">
                    <a:solidFill>
                      <a:schemeClr val="accent3">
                        <a:lumMod val="20000"/>
                        <a:lumOff val="80000"/>
                      </a:schemeClr>
                    </a:solidFill>
                  </a:tcPr>
                </a:tc>
                <a:tc>
                  <a:txBody>
                    <a:bodyPr/>
                    <a:lstStyle/>
                    <a:p>
                      <a:pPr algn="ctr" rtl="0" fontAlgn="ctr"/>
                      <a:endParaRPr lang="en-US" sz="1100" b="0" i="0" u="none" strike="noStrike">
                        <a:solidFill>
                          <a:srgbClr val="000000"/>
                        </a:solidFill>
                        <a:effectLst/>
                        <a:latin typeface="Wingdings" panose="05000000000000000000" pitchFamily="2" charset="2"/>
                      </a:endParaRPr>
                    </a:p>
                  </a:txBody>
                  <a:tcPr marL="6350" marR="6350" marT="6350" marB="0" anchor="ctr">
                    <a:solidFill>
                      <a:schemeClr val="accent3">
                        <a:lumMod val="20000"/>
                        <a:lumOff val="80000"/>
                      </a:schemeClr>
                    </a:solidFill>
                  </a:tcPr>
                </a:tc>
                <a:extLst>
                  <a:ext uri="{0D108BD9-81ED-4DB2-BD59-A6C34878D82A}">
                    <a16:rowId xmlns:a16="http://schemas.microsoft.com/office/drawing/2014/main" val="2866185474"/>
                  </a:ext>
                </a:extLst>
              </a:tr>
              <a:tr h="0">
                <a:tc>
                  <a:txBody>
                    <a:bodyPr/>
                    <a:lstStyle/>
                    <a:p>
                      <a:pPr algn="r" rtl="1" fontAlgn="b"/>
                      <a:r>
                        <a:rPr lang="ar-LY" sz="800" u="none" strike="noStrike" kern="1200" dirty="0">
                          <a:solidFill>
                            <a:srgbClr val="990099"/>
                          </a:solidFill>
                          <a:effectLst/>
                          <a:latin typeface="+mn-lt"/>
                          <a:ea typeface="+mn-ea"/>
                          <a:cs typeface="+mj-cs"/>
                        </a:rPr>
                        <a:t>مشروع  إدارة العلاقة مع عملاء قطاع الشركات (</a:t>
                      </a:r>
                      <a:r>
                        <a:rPr lang="en-US" sz="800" u="none" strike="noStrike" kern="1200" dirty="0">
                          <a:solidFill>
                            <a:srgbClr val="990099"/>
                          </a:solidFill>
                          <a:effectLst/>
                          <a:latin typeface="+mn-lt"/>
                          <a:ea typeface="+mn-ea"/>
                          <a:cs typeface="+mj-cs"/>
                        </a:rPr>
                        <a:t>CRM </a:t>
                      </a:r>
                      <a:r>
                        <a:rPr lang="ar-LY" sz="800" u="none" strike="noStrike" kern="1200" dirty="0">
                          <a:solidFill>
                            <a:srgbClr val="990099"/>
                          </a:solidFill>
                          <a:effectLst/>
                          <a:latin typeface="+mn-lt"/>
                          <a:ea typeface="+mn-ea"/>
                          <a:cs typeface="+mj-cs"/>
                        </a:rPr>
                        <a:t>الشركات )</a:t>
                      </a:r>
                      <a:br>
                        <a:rPr lang="ar-LY" sz="800" u="none" strike="noStrike" kern="1200" dirty="0">
                          <a:solidFill>
                            <a:srgbClr val="990099"/>
                          </a:solidFill>
                          <a:effectLst/>
                          <a:latin typeface="+mn-lt"/>
                          <a:ea typeface="+mn-ea"/>
                          <a:cs typeface="+mj-cs"/>
                        </a:rPr>
                      </a:br>
                      <a:r>
                        <a:rPr lang="ar-LY" sz="800" u="none" strike="noStrike" kern="1200" dirty="0">
                          <a:solidFill>
                            <a:srgbClr val="990099"/>
                          </a:solidFill>
                          <a:effectLst/>
                          <a:latin typeface="+mn-lt"/>
                          <a:ea typeface="+mn-ea"/>
                          <a:cs typeface="+mj-cs"/>
                        </a:rPr>
                        <a:t>بناء القدرات وتطوير الإجراءات وتطبيق معايير </a:t>
                      </a:r>
                      <a:r>
                        <a:rPr lang="en-US" sz="800" u="none" strike="noStrike" kern="1200" dirty="0">
                          <a:solidFill>
                            <a:srgbClr val="990099"/>
                          </a:solidFill>
                          <a:effectLst/>
                          <a:latin typeface="+mn-lt"/>
                          <a:ea typeface="+mn-ea"/>
                          <a:cs typeface="+mj-cs"/>
                        </a:rPr>
                        <a:t>AIDA Process </a:t>
                      </a:r>
                      <a:r>
                        <a:rPr lang="ar-LY" sz="800" u="none" strike="noStrike" kern="1200" dirty="0">
                          <a:solidFill>
                            <a:srgbClr val="990099"/>
                          </a:solidFill>
                          <a:effectLst/>
                          <a:latin typeface="+mn-lt"/>
                          <a:ea typeface="+mn-ea"/>
                          <a:cs typeface="+mj-cs"/>
                        </a:rPr>
                        <a:t>لقطاع الشركات</a:t>
                      </a:r>
                    </a:p>
                  </a:txBody>
                  <a:tcPr marL="6350" marR="6350" marT="6350" marB="0" anchor="b">
                    <a:solidFill>
                      <a:schemeClr val="bg1">
                        <a:lumMod val="85000"/>
                      </a:schemeClr>
                    </a:solidFill>
                  </a:tcPr>
                </a:tc>
                <a:tc>
                  <a:txBody>
                    <a:bodyPr/>
                    <a:lstStyle/>
                    <a:p>
                      <a:pPr algn="ctr" rtl="0" fontAlgn="ctr"/>
                      <a:endParaRPr lang="en-US" sz="1400" b="0" i="0" u="none" strike="noStrike" dirty="0">
                        <a:solidFill>
                          <a:srgbClr val="000000"/>
                        </a:solidFill>
                        <a:effectLst/>
                        <a:latin typeface="Wingdings" panose="05000000000000000000" pitchFamily="2" charset="2"/>
                      </a:endParaRPr>
                    </a:p>
                  </a:txBody>
                  <a:tcPr marL="6350" marR="6350" marT="6350" marB="0" anchor="ctr">
                    <a:solidFill>
                      <a:srgbClr val="990099"/>
                    </a:solidFill>
                  </a:tcPr>
                </a:tc>
                <a:tc>
                  <a:txBody>
                    <a:bodyPr/>
                    <a:lstStyle/>
                    <a:p>
                      <a:pPr algn="ctr" rtl="0" fontAlgn="ctr"/>
                      <a:endParaRPr lang="en-US" sz="1800" b="0" i="0" u="none" strike="noStrike" kern="1200" dirty="0">
                        <a:solidFill>
                          <a:srgbClr val="000000"/>
                        </a:solidFill>
                        <a:effectLst/>
                        <a:latin typeface="Calibri" panose="020F0502020204030204" pitchFamily="34" charset="0"/>
                        <a:ea typeface="+mn-ea"/>
                        <a:cs typeface="+mn-cs"/>
                      </a:endParaRPr>
                    </a:p>
                  </a:txBody>
                  <a:tcPr marL="6350" marR="6350" marT="6350" marB="0" anchor="ctr">
                    <a:solidFill>
                      <a:schemeClr val="bg1">
                        <a:lumMod val="95000"/>
                      </a:schemeClr>
                    </a:solidFill>
                  </a:tcPr>
                </a:tc>
                <a:tc>
                  <a:txBody>
                    <a:bodyPr/>
                    <a:lstStyle/>
                    <a:p>
                      <a:pPr algn="ctr" rtl="0" fontAlgn="ctr"/>
                      <a:endParaRPr lang="en-US" sz="1400" b="0" i="0" u="none" strike="noStrike" dirty="0">
                        <a:solidFill>
                          <a:srgbClr val="000000"/>
                        </a:solidFill>
                        <a:effectLst/>
                        <a:latin typeface="Wingdings" panose="05000000000000000000" pitchFamily="2" charset="2"/>
                      </a:endParaRPr>
                    </a:p>
                  </a:txBody>
                  <a:tcPr marL="6350" marR="6350" marT="6350" marB="0" anchor="ctr">
                    <a:solidFill>
                      <a:srgbClr val="990099"/>
                    </a:solidFill>
                  </a:tcPr>
                </a:tc>
                <a:tc>
                  <a:txBody>
                    <a:bodyPr/>
                    <a:lstStyle/>
                    <a:p>
                      <a:pPr algn="ctr" rtl="0" fontAlgn="ctr"/>
                      <a:endParaRPr lang="en-US" sz="1400" b="0" i="0" u="none" strike="noStrike" dirty="0">
                        <a:solidFill>
                          <a:srgbClr val="000000"/>
                        </a:solidFill>
                        <a:effectLst/>
                        <a:latin typeface="Wingdings" panose="05000000000000000000" pitchFamily="2" charset="2"/>
                      </a:endParaRPr>
                    </a:p>
                  </a:txBody>
                  <a:tcPr marL="6350" marR="6350" marT="6350" marB="0" anchor="ctr">
                    <a:solidFill>
                      <a:schemeClr val="accent3">
                        <a:lumMod val="20000"/>
                        <a:lumOff val="80000"/>
                      </a:schemeClr>
                    </a:solidFill>
                  </a:tcPr>
                </a:tc>
                <a:tc>
                  <a:txBody>
                    <a:bodyPr/>
                    <a:lstStyle/>
                    <a:p>
                      <a:pPr algn="ctr" rtl="0" fontAlgn="ctr"/>
                      <a:endParaRPr lang="en-US" sz="1400" b="0" i="0" u="none" strike="noStrike" dirty="0">
                        <a:solidFill>
                          <a:srgbClr val="000000"/>
                        </a:solidFill>
                        <a:effectLst/>
                        <a:latin typeface="Wingdings" panose="05000000000000000000" pitchFamily="2" charset="2"/>
                      </a:endParaRPr>
                    </a:p>
                  </a:txBody>
                  <a:tcPr marL="6350" marR="6350" marT="6350" marB="0" anchor="ctr">
                    <a:solidFill>
                      <a:schemeClr val="accent3">
                        <a:lumMod val="20000"/>
                        <a:lumOff val="80000"/>
                      </a:schemeClr>
                    </a:solidFill>
                  </a:tcPr>
                </a:tc>
                <a:tc>
                  <a:txBody>
                    <a:bodyPr/>
                    <a:lstStyle/>
                    <a:p>
                      <a:pPr algn="ctr" rtl="0" fontAlgn="ctr"/>
                      <a:endParaRPr lang="en-US" sz="1400" b="0" i="0" u="none" strike="noStrike" dirty="0">
                        <a:solidFill>
                          <a:srgbClr val="000000"/>
                        </a:solidFill>
                        <a:effectLst/>
                        <a:latin typeface="Wingdings" panose="05000000000000000000" pitchFamily="2" charset="2"/>
                      </a:endParaRPr>
                    </a:p>
                  </a:txBody>
                  <a:tcPr marL="6350" marR="6350" marT="6350" marB="0" anchor="ctr">
                    <a:solidFill>
                      <a:schemeClr val="accent3">
                        <a:lumMod val="20000"/>
                        <a:lumOff val="80000"/>
                      </a:schemeClr>
                    </a:solidFill>
                  </a:tcPr>
                </a:tc>
                <a:tc>
                  <a:txBody>
                    <a:bodyPr/>
                    <a:lstStyle/>
                    <a:p>
                      <a:pPr algn="ctr" rtl="0" fontAlgn="ctr"/>
                      <a:endParaRPr lang="en-US" sz="1400" b="0" i="0" u="none" strike="noStrike" dirty="0">
                        <a:solidFill>
                          <a:srgbClr val="000000"/>
                        </a:solidFill>
                        <a:effectLst/>
                        <a:latin typeface="Wingdings" panose="05000000000000000000" pitchFamily="2" charset="2"/>
                      </a:endParaRPr>
                    </a:p>
                  </a:txBody>
                  <a:tcPr marL="6350" marR="6350" marT="6350" marB="0" anchor="ctr">
                    <a:solidFill>
                      <a:schemeClr val="accent3">
                        <a:lumMod val="20000"/>
                        <a:lumOff val="80000"/>
                      </a:schemeClr>
                    </a:solidFill>
                  </a:tcPr>
                </a:tc>
                <a:tc>
                  <a:txBody>
                    <a:bodyPr/>
                    <a:lstStyle/>
                    <a:p>
                      <a:pPr algn="ctr" rtl="0" fontAlgn="ctr"/>
                      <a:endParaRPr lang="en-US" sz="1400" b="0" i="0" u="none" strike="noStrike" dirty="0">
                        <a:solidFill>
                          <a:srgbClr val="000000"/>
                        </a:solidFill>
                        <a:effectLst/>
                        <a:latin typeface="Wingdings" panose="05000000000000000000" pitchFamily="2" charset="2"/>
                      </a:endParaRPr>
                    </a:p>
                  </a:txBody>
                  <a:tcPr marL="6350" marR="6350" marT="6350" marB="0" anchor="ctr">
                    <a:solidFill>
                      <a:schemeClr val="accent3">
                        <a:lumMod val="20000"/>
                        <a:lumOff val="80000"/>
                      </a:schemeClr>
                    </a:solidFill>
                  </a:tcPr>
                </a:tc>
                <a:tc>
                  <a:txBody>
                    <a:bodyPr/>
                    <a:lstStyle/>
                    <a:p>
                      <a:pPr algn="ctr" rtl="0" fontAlgn="ctr"/>
                      <a:endParaRPr lang="en-US" sz="1400" b="0" i="0" u="none" strike="noStrike">
                        <a:solidFill>
                          <a:srgbClr val="000000"/>
                        </a:solidFill>
                        <a:effectLst/>
                        <a:latin typeface="Wingdings" panose="05000000000000000000" pitchFamily="2" charset="2"/>
                      </a:endParaRPr>
                    </a:p>
                  </a:txBody>
                  <a:tcPr marL="6350" marR="6350" marT="6350" marB="0" anchor="ctr">
                    <a:solidFill>
                      <a:schemeClr val="accent3">
                        <a:lumMod val="20000"/>
                        <a:lumOff val="80000"/>
                      </a:schemeClr>
                    </a:solidFill>
                  </a:tcPr>
                </a:tc>
                <a:tc>
                  <a:txBody>
                    <a:bodyPr/>
                    <a:lstStyle/>
                    <a:p>
                      <a:pPr algn="ctr" rtl="0" fontAlgn="ctr"/>
                      <a:endParaRPr lang="en-US" sz="1400" b="0" i="0" u="none" strike="noStrike" dirty="0">
                        <a:solidFill>
                          <a:srgbClr val="000000"/>
                        </a:solidFill>
                        <a:effectLst/>
                        <a:latin typeface="Wingdings" panose="05000000000000000000" pitchFamily="2" charset="2"/>
                      </a:endParaRPr>
                    </a:p>
                  </a:txBody>
                  <a:tcPr marL="6350" marR="6350" marT="6350" marB="0" anchor="ctr">
                    <a:solidFill>
                      <a:schemeClr val="accent3">
                        <a:lumMod val="20000"/>
                        <a:lumOff val="80000"/>
                      </a:schemeClr>
                    </a:solidFill>
                  </a:tcPr>
                </a:tc>
                <a:tc>
                  <a:txBody>
                    <a:bodyPr/>
                    <a:lstStyle/>
                    <a:p>
                      <a:pPr algn="ctr" rtl="0" fontAlgn="ctr"/>
                      <a:endParaRPr lang="en-US" sz="1400" b="0" i="0" u="none" strike="noStrike">
                        <a:solidFill>
                          <a:srgbClr val="000000"/>
                        </a:solidFill>
                        <a:effectLst/>
                        <a:latin typeface="Wingdings" panose="05000000000000000000" pitchFamily="2" charset="2"/>
                      </a:endParaRPr>
                    </a:p>
                  </a:txBody>
                  <a:tcPr marL="6350" marR="6350" marT="6350" marB="0" anchor="ctr">
                    <a:solidFill>
                      <a:schemeClr val="accent3">
                        <a:lumMod val="20000"/>
                        <a:lumOff val="80000"/>
                      </a:schemeClr>
                    </a:solidFill>
                  </a:tcPr>
                </a:tc>
                <a:tc>
                  <a:txBody>
                    <a:bodyPr/>
                    <a:lstStyle/>
                    <a:p>
                      <a:pPr algn="ctr" rtl="0" fontAlgn="ctr"/>
                      <a:endParaRPr lang="en-US" sz="1400" b="0" i="0" u="none" strike="noStrike" dirty="0">
                        <a:solidFill>
                          <a:srgbClr val="000000"/>
                        </a:solidFill>
                        <a:effectLst/>
                        <a:latin typeface="Wingdings" panose="05000000000000000000" pitchFamily="2" charset="2"/>
                      </a:endParaRPr>
                    </a:p>
                  </a:txBody>
                  <a:tcPr marL="6350" marR="6350" marT="6350" marB="0" anchor="ctr">
                    <a:solidFill>
                      <a:schemeClr val="accent3">
                        <a:lumMod val="20000"/>
                        <a:lumOff val="80000"/>
                      </a:schemeClr>
                    </a:solidFill>
                  </a:tcPr>
                </a:tc>
                <a:tc>
                  <a:txBody>
                    <a:bodyPr/>
                    <a:lstStyle/>
                    <a:p>
                      <a:pPr algn="ctr" rtl="0" fontAlgn="ctr"/>
                      <a:endParaRPr lang="en-US" sz="1400" b="0" i="0" u="none" strike="noStrike" dirty="0">
                        <a:solidFill>
                          <a:srgbClr val="000000"/>
                        </a:solidFill>
                        <a:effectLst/>
                        <a:latin typeface="Wingdings" panose="05000000000000000000" pitchFamily="2" charset="2"/>
                      </a:endParaRPr>
                    </a:p>
                  </a:txBody>
                  <a:tcPr marL="6350" marR="6350" marT="6350" marB="0" anchor="ctr">
                    <a:solidFill>
                      <a:schemeClr val="accent3">
                        <a:lumMod val="20000"/>
                        <a:lumOff val="80000"/>
                      </a:schemeClr>
                    </a:solidFill>
                  </a:tcPr>
                </a:tc>
                <a:extLst>
                  <a:ext uri="{0D108BD9-81ED-4DB2-BD59-A6C34878D82A}">
                    <a16:rowId xmlns:a16="http://schemas.microsoft.com/office/drawing/2014/main" val="1511648287"/>
                  </a:ext>
                </a:extLst>
              </a:tr>
              <a:tr h="0">
                <a:tc>
                  <a:txBody>
                    <a:bodyPr/>
                    <a:lstStyle/>
                    <a:p>
                      <a:pPr algn="r" rtl="1" fontAlgn="b"/>
                      <a:r>
                        <a:rPr lang="ar-LY" sz="800" u="none" strike="noStrike" kern="1200" dirty="0">
                          <a:solidFill>
                            <a:srgbClr val="990099"/>
                          </a:solidFill>
                          <a:effectLst/>
                          <a:latin typeface="+mn-lt"/>
                          <a:ea typeface="+mn-ea"/>
                          <a:cs typeface="+mj-cs"/>
                        </a:rPr>
                        <a:t>مشروع  منصة </a:t>
                      </a:r>
                      <a:r>
                        <a:rPr lang="en-US" sz="800" u="none" strike="noStrike" kern="1200" dirty="0">
                          <a:solidFill>
                            <a:srgbClr val="990099"/>
                          </a:solidFill>
                          <a:effectLst/>
                          <a:latin typeface="+mn-lt"/>
                          <a:ea typeface="+mn-ea"/>
                          <a:cs typeface="+mj-cs"/>
                        </a:rPr>
                        <a:t>IOT </a:t>
                      </a:r>
                      <a:r>
                        <a:rPr lang="ar-LY" sz="800" u="none" strike="noStrike" kern="1200" dirty="0">
                          <a:solidFill>
                            <a:srgbClr val="990099"/>
                          </a:solidFill>
                          <a:effectLst/>
                          <a:latin typeface="+mn-lt"/>
                          <a:ea typeface="+mn-ea"/>
                          <a:cs typeface="+mj-cs"/>
                        </a:rPr>
                        <a:t>وتوفير الأجهزة الداعمة </a:t>
                      </a:r>
                      <a:br>
                        <a:rPr lang="ar-LY" sz="800" u="none" strike="noStrike" kern="1200" dirty="0">
                          <a:solidFill>
                            <a:srgbClr val="990099"/>
                          </a:solidFill>
                          <a:effectLst/>
                          <a:latin typeface="+mn-lt"/>
                          <a:ea typeface="+mn-ea"/>
                          <a:cs typeface="+mj-cs"/>
                        </a:rPr>
                      </a:br>
                      <a:r>
                        <a:rPr lang="ar-LY" sz="800" u="none" strike="noStrike" kern="1200" dirty="0">
                          <a:solidFill>
                            <a:srgbClr val="990099"/>
                          </a:solidFill>
                          <a:effectLst/>
                          <a:latin typeface="+mn-lt"/>
                          <a:ea typeface="+mn-ea"/>
                          <a:cs typeface="+mj-cs"/>
                        </a:rPr>
                        <a:t>دعم قطاع استغلال  شركات </a:t>
                      </a:r>
                      <a:r>
                        <a:rPr lang="en-US" sz="800" u="none" strike="noStrike" kern="1200" dirty="0">
                          <a:solidFill>
                            <a:srgbClr val="990099"/>
                          </a:solidFill>
                          <a:effectLst/>
                          <a:latin typeface="+mn-lt"/>
                          <a:ea typeface="+mn-ea"/>
                          <a:cs typeface="+mj-cs"/>
                        </a:rPr>
                        <a:t>B2B</a:t>
                      </a:r>
                    </a:p>
                  </a:txBody>
                  <a:tcPr marL="6350" marR="6350" marT="6350" marB="0" anchor="b">
                    <a:solidFill>
                      <a:schemeClr val="bg1">
                        <a:lumMod val="85000"/>
                      </a:schemeClr>
                    </a:solidFill>
                  </a:tcPr>
                </a:tc>
                <a:tc>
                  <a:txBody>
                    <a:bodyPr/>
                    <a:lstStyle/>
                    <a:p>
                      <a:pPr algn="ctr" rtl="0" fontAlgn="ctr"/>
                      <a:endParaRPr lang="en-US" sz="1400" b="0" i="0" u="none" strike="noStrike" dirty="0">
                        <a:solidFill>
                          <a:srgbClr val="000000"/>
                        </a:solidFill>
                        <a:effectLst/>
                        <a:latin typeface="Wingdings" panose="05000000000000000000" pitchFamily="2" charset="2"/>
                      </a:endParaRPr>
                    </a:p>
                  </a:txBody>
                  <a:tcPr marL="6350" marR="6350" marT="6350" marB="0" anchor="ctr">
                    <a:solidFill>
                      <a:srgbClr val="990099"/>
                    </a:solidFill>
                  </a:tcPr>
                </a:tc>
                <a:tc>
                  <a:txBody>
                    <a:bodyPr/>
                    <a:lstStyle/>
                    <a:p>
                      <a:pPr algn="ctr" rtl="0" fontAlgn="ctr"/>
                      <a:endParaRPr lang="en-US" sz="1400" b="0" i="0" u="none" strike="noStrike" dirty="0">
                        <a:solidFill>
                          <a:srgbClr val="000000"/>
                        </a:solidFill>
                        <a:effectLst/>
                        <a:latin typeface="Wingdings" panose="05000000000000000000" pitchFamily="2" charset="2"/>
                      </a:endParaRPr>
                    </a:p>
                  </a:txBody>
                  <a:tcPr marL="6350" marR="6350" marT="6350" marB="0" anchor="ctr">
                    <a:solidFill>
                      <a:schemeClr val="bg1">
                        <a:lumMod val="95000"/>
                      </a:schemeClr>
                    </a:solidFill>
                  </a:tcPr>
                </a:tc>
                <a:tc>
                  <a:txBody>
                    <a:bodyPr/>
                    <a:lstStyle/>
                    <a:p>
                      <a:pPr algn="ctr" rtl="0" fontAlgn="ctr"/>
                      <a:endParaRPr lang="en-US" sz="1400" b="0" i="0" u="none" strike="noStrike">
                        <a:solidFill>
                          <a:srgbClr val="000000"/>
                        </a:solidFill>
                        <a:effectLst/>
                        <a:latin typeface="Wingdings" panose="05000000000000000000" pitchFamily="2" charset="2"/>
                      </a:endParaRPr>
                    </a:p>
                  </a:txBody>
                  <a:tcPr marL="6350" marR="6350" marT="6350" marB="0" anchor="ctr">
                    <a:solidFill>
                      <a:srgbClr val="990099"/>
                    </a:solidFill>
                  </a:tcPr>
                </a:tc>
                <a:tc>
                  <a:txBody>
                    <a:bodyPr/>
                    <a:lstStyle/>
                    <a:p>
                      <a:pPr algn="ctr" rtl="0" fontAlgn="ctr"/>
                      <a:endParaRPr lang="en-US" sz="1400" b="0" i="0" u="none" strike="noStrike" dirty="0">
                        <a:solidFill>
                          <a:srgbClr val="000000"/>
                        </a:solidFill>
                        <a:effectLst/>
                        <a:latin typeface="Wingdings" panose="05000000000000000000" pitchFamily="2" charset="2"/>
                      </a:endParaRPr>
                    </a:p>
                  </a:txBody>
                  <a:tcPr marL="6350" marR="6350" marT="6350" marB="0" anchor="ctr">
                    <a:solidFill>
                      <a:schemeClr val="accent3">
                        <a:lumMod val="20000"/>
                        <a:lumOff val="80000"/>
                      </a:schemeClr>
                    </a:solidFill>
                  </a:tcPr>
                </a:tc>
                <a:tc>
                  <a:txBody>
                    <a:bodyPr/>
                    <a:lstStyle/>
                    <a:p>
                      <a:pPr algn="ctr" rtl="0" fontAlgn="ctr"/>
                      <a:endParaRPr lang="en-US" sz="1400" b="0" i="0" u="none" strike="noStrike">
                        <a:solidFill>
                          <a:srgbClr val="000000"/>
                        </a:solidFill>
                        <a:effectLst/>
                        <a:latin typeface="Wingdings" panose="05000000000000000000" pitchFamily="2" charset="2"/>
                      </a:endParaRPr>
                    </a:p>
                  </a:txBody>
                  <a:tcPr marL="6350" marR="6350" marT="6350" marB="0" anchor="ctr">
                    <a:solidFill>
                      <a:schemeClr val="accent3">
                        <a:lumMod val="20000"/>
                        <a:lumOff val="80000"/>
                      </a:schemeClr>
                    </a:solidFill>
                  </a:tcPr>
                </a:tc>
                <a:tc>
                  <a:txBody>
                    <a:bodyPr/>
                    <a:lstStyle/>
                    <a:p>
                      <a:pPr algn="ctr" rtl="0" fontAlgn="ctr"/>
                      <a:endParaRPr lang="en-US" sz="1400" b="0" i="0" u="none" strike="noStrike" dirty="0">
                        <a:solidFill>
                          <a:srgbClr val="000000"/>
                        </a:solidFill>
                        <a:effectLst/>
                        <a:latin typeface="Wingdings" panose="05000000000000000000" pitchFamily="2" charset="2"/>
                      </a:endParaRPr>
                    </a:p>
                  </a:txBody>
                  <a:tcPr marL="6350" marR="6350" marT="6350" marB="0" anchor="ctr">
                    <a:solidFill>
                      <a:schemeClr val="accent3">
                        <a:lumMod val="20000"/>
                        <a:lumOff val="80000"/>
                      </a:schemeClr>
                    </a:solidFill>
                  </a:tcPr>
                </a:tc>
                <a:tc>
                  <a:txBody>
                    <a:bodyPr/>
                    <a:lstStyle/>
                    <a:p>
                      <a:pPr algn="ctr" rtl="0" fontAlgn="ctr"/>
                      <a:endParaRPr lang="en-US" sz="1400" b="0" i="0" u="none" strike="noStrike">
                        <a:solidFill>
                          <a:srgbClr val="000000"/>
                        </a:solidFill>
                        <a:effectLst/>
                        <a:latin typeface="Wingdings" panose="05000000000000000000" pitchFamily="2" charset="2"/>
                      </a:endParaRPr>
                    </a:p>
                  </a:txBody>
                  <a:tcPr marL="6350" marR="6350" marT="6350" marB="0" anchor="ctr">
                    <a:solidFill>
                      <a:schemeClr val="accent3">
                        <a:lumMod val="20000"/>
                        <a:lumOff val="80000"/>
                      </a:schemeClr>
                    </a:solidFill>
                  </a:tcPr>
                </a:tc>
                <a:tc>
                  <a:txBody>
                    <a:bodyPr/>
                    <a:lstStyle/>
                    <a:p>
                      <a:pPr algn="ctr" rtl="0" fontAlgn="ctr"/>
                      <a:endParaRPr lang="en-US" sz="1400" b="0" i="0" u="none" strike="noStrike">
                        <a:solidFill>
                          <a:srgbClr val="000000"/>
                        </a:solidFill>
                        <a:effectLst/>
                        <a:latin typeface="Wingdings" panose="05000000000000000000" pitchFamily="2" charset="2"/>
                      </a:endParaRPr>
                    </a:p>
                  </a:txBody>
                  <a:tcPr marL="6350" marR="6350" marT="6350" marB="0" anchor="ctr">
                    <a:solidFill>
                      <a:schemeClr val="accent3">
                        <a:lumMod val="20000"/>
                        <a:lumOff val="80000"/>
                      </a:schemeClr>
                    </a:solidFill>
                  </a:tcPr>
                </a:tc>
                <a:tc>
                  <a:txBody>
                    <a:bodyPr/>
                    <a:lstStyle/>
                    <a:p>
                      <a:pPr algn="ctr" rtl="0" fontAlgn="ctr"/>
                      <a:endParaRPr lang="en-US" sz="1400" b="0" i="0" u="none" strike="noStrike" dirty="0">
                        <a:solidFill>
                          <a:srgbClr val="000000"/>
                        </a:solidFill>
                        <a:effectLst/>
                        <a:latin typeface="Wingdings" panose="05000000000000000000" pitchFamily="2" charset="2"/>
                      </a:endParaRPr>
                    </a:p>
                  </a:txBody>
                  <a:tcPr marL="6350" marR="6350" marT="6350" marB="0" anchor="ctr">
                    <a:solidFill>
                      <a:schemeClr val="accent3">
                        <a:lumMod val="20000"/>
                        <a:lumOff val="80000"/>
                      </a:schemeClr>
                    </a:solidFill>
                  </a:tcPr>
                </a:tc>
                <a:tc>
                  <a:txBody>
                    <a:bodyPr/>
                    <a:lstStyle/>
                    <a:p>
                      <a:pPr algn="ctr" rtl="0" fontAlgn="ctr"/>
                      <a:endParaRPr lang="en-US" sz="1400" b="0" i="0" u="none" strike="noStrike">
                        <a:solidFill>
                          <a:srgbClr val="000000"/>
                        </a:solidFill>
                        <a:effectLst/>
                        <a:latin typeface="Wingdings" panose="05000000000000000000" pitchFamily="2" charset="2"/>
                      </a:endParaRPr>
                    </a:p>
                  </a:txBody>
                  <a:tcPr marL="6350" marR="6350" marT="6350" marB="0" anchor="ctr">
                    <a:solidFill>
                      <a:schemeClr val="accent3">
                        <a:lumMod val="20000"/>
                        <a:lumOff val="80000"/>
                      </a:schemeClr>
                    </a:solidFill>
                  </a:tcPr>
                </a:tc>
                <a:tc>
                  <a:txBody>
                    <a:bodyPr/>
                    <a:lstStyle/>
                    <a:p>
                      <a:pPr algn="ctr" rtl="0" fontAlgn="ctr"/>
                      <a:endParaRPr lang="en-US" sz="1400" b="0" i="0" u="none" strike="noStrike" dirty="0">
                        <a:solidFill>
                          <a:srgbClr val="000000"/>
                        </a:solidFill>
                        <a:effectLst/>
                        <a:latin typeface="Wingdings" panose="05000000000000000000" pitchFamily="2" charset="2"/>
                      </a:endParaRPr>
                    </a:p>
                  </a:txBody>
                  <a:tcPr marL="6350" marR="6350" marT="6350" marB="0" anchor="ctr">
                    <a:solidFill>
                      <a:schemeClr val="accent3">
                        <a:lumMod val="20000"/>
                        <a:lumOff val="80000"/>
                      </a:schemeClr>
                    </a:solidFill>
                  </a:tcPr>
                </a:tc>
                <a:tc>
                  <a:txBody>
                    <a:bodyPr/>
                    <a:lstStyle/>
                    <a:p>
                      <a:pPr algn="ctr" rtl="0" fontAlgn="ctr"/>
                      <a:endParaRPr lang="en-US" sz="1400" b="0" i="0" u="none" strike="noStrike" dirty="0">
                        <a:solidFill>
                          <a:srgbClr val="000000"/>
                        </a:solidFill>
                        <a:effectLst/>
                        <a:latin typeface="Wingdings" panose="05000000000000000000" pitchFamily="2" charset="2"/>
                      </a:endParaRPr>
                    </a:p>
                  </a:txBody>
                  <a:tcPr marL="6350" marR="6350" marT="6350" marB="0" anchor="ctr">
                    <a:solidFill>
                      <a:schemeClr val="accent3">
                        <a:lumMod val="20000"/>
                        <a:lumOff val="80000"/>
                      </a:schemeClr>
                    </a:solidFill>
                  </a:tcPr>
                </a:tc>
                <a:tc>
                  <a:txBody>
                    <a:bodyPr/>
                    <a:lstStyle/>
                    <a:p>
                      <a:pPr algn="ctr" rtl="0" fontAlgn="ctr"/>
                      <a:endParaRPr lang="en-US" sz="1400" b="0" i="0" u="none" strike="noStrike" dirty="0">
                        <a:solidFill>
                          <a:srgbClr val="000000"/>
                        </a:solidFill>
                        <a:effectLst/>
                        <a:latin typeface="Wingdings" panose="05000000000000000000" pitchFamily="2" charset="2"/>
                      </a:endParaRPr>
                    </a:p>
                  </a:txBody>
                  <a:tcPr marL="6350" marR="6350" marT="6350" marB="0" anchor="ctr">
                    <a:solidFill>
                      <a:schemeClr val="accent3">
                        <a:lumMod val="20000"/>
                        <a:lumOff val="80000"/>
                      </a:schemeClr>
                    </a:solidFill>
                  </a:tcPr>
                </a:tc>
                <a:extLst>
                  <a:ext uri="{0D108BD9-81ED-4DB2-BD59-A6C34878D82A}">
                    <a16:rowId xmlns:a16="http://schemas.microsoft.com/office/drawing/2014/main" val="3492202280"/>
                  </a:ext>
                </a:extLst>
              </a:tr>
              <a:tr h="0">
                <a:tc>
                  <a:txBody>
                    <a:bodyPr/>
                    <a:lstStyle/>
                    <a:p>
                      <a:pPr algn="r" rtl="1" fontAlgn="b"/>
                      <a:r>
                        <a:rPr lang="ar-LY" sz="800" u="none" strike="noStrike" kern="1200" dirty="0">
                          <a:solidFill>
                            <a:srgbClr val="990099"/>
                          </a:solidFill>
                          <a:effectLst/>
                          <a:latin typeface="+mn-lt"/>
                          <a:ea typeface="+mn-ea"/>
                          <a:cs typeface="+mj-cs"/>
                        </a:rPr>
                        <a:t>تطوير منصة </a:t>
                      </a:r>
                      <a:r>
                        <a:rPr lang="en-US" sz="800" u="none" strike="noStrike" kern="1200" dirty="0">
                          <a:solidFill>
                            <a:srgbClr val="990099"/>
                          </a:solidFill>
                          <a:effectLst/>
                          <a:latin typeface="+mn-lt"/>
                          <a:ea typeface="+mn-ea"/>
                          <a:cs typeface="+mj-cs"/>
                        </a:rPr>
                        <a:t>B-care </a:t>
                      </a:r>
                      <a:br>
                        <a:rPr lang="en-US" sz="800" u="none" strike="noStrike" kern="1200" dirty="0">
                          <a:solidFill>
                            <a:srgbClr val="990099"/>
                          </a:solidFill>
                          <a:effectLst/>
                          <a:latin typeface="+mn-lt"/>
                          <a:ea typeface="+mn-ea"/>
                          <a:cs typeface="+mj-cs"/>
                        </a:rPr>
                      </a:br>
                      <a:r>
                        <a:rPr lang="ar-LY" sz="800" u="none" strike="noStrike" kern="1200" dirty="0">
                          <a:solidFill>
                            <a:srgbClr val="990099"/>
                          </a:solidFill>
                          <a:effectLst/>
                          <a:latin typeface="+mn-lt"/>
                          <a:ea typeface="+mn-ea"/>
                          <a:cs typeface="+mj-cs"/>
                        </a:rPr>
                        <a:t>تطوير قدرات الحماية والتوسع في تقديمها واصدار تطبيق عنها</a:t>
                      </a:r>
                    </a:p>
                  </a:txBody>
                  <a:tcPr marL="6350" marR="6350" marT="6350" marB="0" anchor="b">
                    <a:solidFill>
                      <a:schemeClr val="bg1">
                        <a:lumMod val="85000"/>
                      </a:schemeClr>
                    </a:solidFill>
                  </a:tcPr>
                </a:tc>
                <a:tc>
                  <a:txBody>
                    <a:bodyPr/>
                    <a:lstStyle/>
                    <a:p>
                      <a:pPr algn="ctr" rtl="0" fontAlgn="ctr"/>
                      <a:endParaRPr lang="en-US" sz="1400" b="0" i="0" u="none" strike="noStrike" dirty="0">
                        <a:solidFill>
                          <a:srgbClr val="000000"/>
                        </a:solidFill>
                        <a:effectLst/>
                        <a:latin typeface="Wingdings" panose="05000000000000000000" pitchFamily="2" charset="2"/>
                      </a:endParaRPr>
                    </a:p>
                  </a:txBody>
                  <a:tcPr marL="6350" marR="6350" marT="6350" marB="0" anchor="ctr">
                    <a:solidFill>
                      <a:srgbClr val="990099"/>
                    </a:solidFill>
                  </a:tcPr>
                </a:tc>
                <a:tc>
                  <a:txBody>
                    <a:bodyPr/>
                    <a:lstStyle/>
                    <a:p>
                      <a:pPr algn="ctr" rtl="0" fontAlgn="ctr"/>
                      <a:endParaRPr lang="en-US" sz="1400" b="0" i="0" u="none" strike="noStrike" dirty="0">
                        <a:solidFill>
                          <a:srgbClr val="000000"/>
                        </a:solidFill>
                        <a:effectLst/>
                        <a:latin typeface="Wingdings" panose="05000000000000000000" pitchFamily="2" charset="2"/>
                      </a:endParaRPr>
                    </a:p>
                  </a:txBody>
                  <a:tcPr marL="6350" marR="6350" marT="6350" marB="0" anchor="ctr">
                    <a:solidFill>
                      <a:schemeClr val="bg1">
                        <a:lumMod val="95000"/>
                      </a:schemeClr>
                    </a:solidFill>
                  </a:tcPr>
                </a:tc>
                <a:tc>
                  <a:txBody>
                    <a:bodyPr/>
                    <a:lstStyle/>
                    <a:p>
                      <a:pPr algn="ctr" rtl="0" fontAlgn="ctr"/>
                      <a:endParaRPr lang="en-US" sz="1400" b="0" i="0" u="none" strike="noStrike">
                        <a:solidFill>
                          <a:srgbClr val="000000"/>
                        </a:solidFill>
                        <a:effectLst/>
                        <a:latin typeface="Wingdings" panose="05000000000000000000" pitchFamily="2" charset="2"/>
                      </a:endParaRPr>
                    </a:p>
                  </a:txBody>
                  <a:tcPr marL="6350" marR="6350" marT="6350" marB="0" anchor="ctr">
                    <a:solidFill>
                      <a:srgbClr val="990099"/>
                    </a:solidFill>
                  </a:tcPr>
                </a:tc>
                <a:tc>
                  <a:txBody>
                    <a:bodyPr/>
                    <a:lstStyle/>
                    <a:p>
                      <a:pPr algn="ctr" rtl="0" fontAlgn="ctr"/>
                      <a:endParaRPr lang="en-US" sz="1400" b="0" i="0" u="none" strike="noStrike" dirty="0">
                        <a:solidFill>
                          <a:srgbClr val="000000"/>
                        </a:solidFill>
                        <a:effectLst/>
                        <a:latin typeface="Wingdings" panose="05000000000000000000" pitchFamily="2" charset="2"/>
                      </a:endParaRPr>
                    </a:p>
                  </a:txBody>
                  <a:tcPr marL="6350" marR="6350" marT="6350" marB="0" anchor="ctr">
                    <a:solidFill>
                      <a:schemeClr val="accent3">
                        <a:lumMod val="20000"/>
                        <a:lumOff val="80000"/>
                      </a:schemeClr>
                    </a:solidFill>
                  </a:tcPr>
                </a:tc>
                <a:tc>
                  <a:txBody>
                    <a:bodyPr/>
                    <a:lstStyle/>
                    <a:p>
                      <a:pPr algn="ctr" rtl="0" fontAlgn="ctr"/>
                      <a:endParaRPr lang="en-US" sz="1400" b="0" i="0" u="none" strike="noStrike">
                        <a:solidFill>
                          <a:srgbClr val="000000"/>
                        </a:solidFill>
                        <a:effectLst/>
                        <a:latin typeface="Wingdings" panose="05000000000000000000" pitchFamily="2" charset="2"/>
                      </a:endParaRPr>
                    </a:p>
                  </a:txBody>
                  <a:tcPr marL="6350" marR="6350" marT="6350" marB="0" anchor="ctr">
                    <a:solidFill>
                      <a:schemeClr val="accent3">
                        <a:lumMod val="20000"/>
                        <a:lumOff val="80000"/>
                      </a:schemeClr>
                    </a:solidFill>
                  </a:tcPr>
                </a:tc>
                <a:tc>
                  <a:txBody>
                    <a:bodyPr/>
                    <a:lstStyle/>
                    <a:p>
                      <a:pPr algn="ctr" rtl="0" fontAlgn="ctr"/>
                      <a:endParaRPr lang="en-US" sz="1400" b="0" i="0" u="none" strike="noStrike" dirty="0">
                        <a:solidFill>
                          <a:srgbClr val="000000"/>
                        </a:solidFill>
                        <a:effectLst/>
                        <a:latin typeface="Wingdings" panose="05000000000000000000" pitchFamily="2" charset="2"/>
                      </a:endParaRPr>
                    </a:p>
                  </a:txBody>
                  <a:tcPr marL="6350" marR="6350" marT="6350" marB="0" anchor="ctr">
                    <a:solidFill>
                      <a:schemeClr val="accent3">
                        <a:lumMod val="20000"/>
                        <a:lumOff val="80000"/>
                      </a:schemeClr>
                    </a:solidFill>
                  </a:tcPr>
                </a:tc>
                <a:tc>
                  <a:txBody>
                    <a:bodyPr/>
                    <a:lstStyle/>
                    <a:p>
                      <a:pPr algn="ctr" rtl="0" fontAlgn="ctr"/>
                      <a:endParaRPr lang="en-US" sz="1400" b="0" i="0" u="none" strike="noStrike" dirty="0">
                        <a:solidFill>
                          <a:srgbClr val="000000"/>
                        </a:solidFill>
                        <a:effectLst/>
                        <a:latin typeface="Wingdings" panose="05000000000000000000" pitchFamily="2" charset="2"/>
                      </a:endParaRPr>
                    </a:p>
                  </a:txBody>
                  <a:tcPr marL="6350" marR="6350" marT="6350" marB="0" anchor="ctr">
                    <a:solidFill>
                      <a:schemeClr val="accent3">
                        <a:lumMod val="20000"/>
                        <a:lumOff val="80000"/>
                      </a:schemeClr>
                    </a:solidFill>
                  </a:tcPr>
                </a:tc>
                <a:tc>
                  <a:txBody>
                    <a:bodyPr/>
                    <a:lstStyle/>
                    <a:p>
                      <a:pPr algn="ctr" rtl="0" fontAlgn="ctr"/>
                      <a:endParaRPr lang="en-US" sz="1400" b="0" i="0" u="none" strike="noStrike" dirty="0">
                        <a:solidFill>
                          <a:srgbClr val="000000"/>
                        </a:solidFill>
                        <a:effectLst/>
                        <a:latin typeface="Wingdings" panose="05000000000000000000" pitchFamily="2" charset="2"/>
                      </a:endParaRPr>
                    </a:p>
                  </a:txBody>
                  <a:tcPr marL="6350" marR="6350" marT="6350" marB="0" anchor="ctr">
                    <a:solidFill>
                      <a:schemeClr val="accent3">
                        <a:lumMod val="20000"/>
                        <a:lumOff val="80000"/>
                      </a:schemeClr>
                    </a:solidFill>
                  </a:tcPr>
                </a:tc>
                <a:tc>
                  <a:txBody>
                    <a:bodyPr/>
                    <a:lstStyle/>
                    <a:p>
                      <a:pPr algn="ctr" rtl="0" fontAlgn="ctr"/>
                      <a:endParaRPr lang="en-US" sz="1400" b="0" i="0" u="none" strike="noStrike" dirty="0">
                        <a:solidFill>
                          <a:srgbClr val="000000"/>
                        </a:solidFill>
                        <a:effectLst/>
                        <a:latin typeface="Wingdings" panose="05000000000000000000" pitchFamily="2" charset="2"/>
                      </a:endParaRPr>
                    </a:p>
                  </a:txBody>
                  <a:tcPr marL="6350" marR="6350" marT="6350" marB="0" anchor="ctr">
                    <a:solidFill>
                      <a:schemeClr val="accent3">
                        <a:lumMod val="20000"/>
                        <a:lumOff val="80000"/>
                      </a:schemeClr>
                    </a:solidFill>
                  </a:tcPr>
                </a:tc>
                <a:tc>
                  <a:txBody>
                    <a:bodyPr/>
                    <a:lstStyle/>
                    <a:p>
                      <a:pPr algn="ctr" rtl="0" fontAlgn="ctr"/>
                      <a:endParaRPr lang="en-US" sz="1400" b="0" i="0" u="none" strike="noStrike" dirty="0">
                        <a:solidFill>
                          <a:srgbClr val="000000"/>
                        </a:solidFill>
                        <a:effectLst/>
                        <a:latin typeface="Wingdings" panose="05000000000000000000" pitchFamily="2" charset="2"/>
                      </a:endParaRPr>
                    </a:p>
                  </a:txBody>
                  <a:tcPr marL="6350" marR="6350" marT="6350" marB="0" anchor="ctr">
                    <a:solidFill>
                      <a:schemeClr val="accent3">
                        <a:lumMod val="20000"/>
                        <a:lumOff val="80000"/>
                      </a:schemeClr>
                    </a:solidFill>
                  </a:tcPr>
                </a:tc>
                <a:tc>
                  <a:txBody>
                    <a:bodyPr/>
                    <a:lstStyle/>
                    <a:p>
                      <a:pPr algn="ctr" rtl="0" fontAlgn="ctr"/>
                      <a:endParaRPr lang="en-US" sz="1400" b="0" i="0" u="none" strike="noStrike" dirty="0">
                        <a:solidFill>
                          <a:srgbClr val="000000"/>
                        </a:solidFill>
                        <a:effectLst/>
                        <a:latin typeface="Wingdings" panose="05000000000000000000" pitchFamily="2" charset="2"/>
                      </a:endParaRPr>
                    </a:p>
                  </a:txBody>
                  <a:tcPr marL="6350" marR="6350" marT="6350" marB="0" anchor="ctr">
                    <a:solidFill>
                      <a:schemeClr val="accent3">
                        <a:lumMod val="20000"/>
                        <a:lumOff val="80000"/>
                      </a:schemeClr>
                    </a:solidFill>
                  </a:tcPr>
                </a:tc>
                <a:tc>
                  <a:txBody>
                    <a:bodyPr/>
                    <a:lstStyle/>
                    <a:p>
                      <a:pPr algn="ctr" rtl="0" fontAlgn="ctr"/>
                      <a:endParaRPr lang="en-US" sz="1400" b="0" i="0" u="none" strike="noStrike" dirty="0">
                        <a:solidFill>
                          <a:srgbClr val="000000"/>
                        </a:solidFill>
                        <a:effectLst/>
                        <a:latin typeface="Wingdings" panose="05000000000000000000" pitchFamily="2" charset="2"/>
                      </a:endParaRPr>
                    </a:p>
                  </a:txBody>
                  <a:tcPr marL="6350" marR="6350" marT="6350" marB="0" anchor="ctr">
                    <a:solidFill>
                      <a:schemeClr val="accent3">
                        <a:lumMod val="20000"/>
                        <a:lumOff val="80000"/>
                      </a:schemeClr>
                    </a:solidFill>
                  </a:tcPr>
                </a:tc>
                <a:tc>
                  <a:txBody>
                    <a:bodyPr/>
                    <a:lstStyle/>
                    <a:p>
                      <a:pPr algn="ctr" rtl="0" fontAlgn="ctr"/>
                      <a:endParaRPr lang="en-US" sz="1400" b="0" i="0" u="none" strike="noStrike" dirty="0">
                        <a:solidFill>
                          <a:srgbClr val="000000"/>
                        </a:solidFill>
                        <a:effectLst/>
                        <a:latin typeface="Wingdings" panose="05000000000000000000" pitchFamily="2" charset="2"/>
                      </a:endParaRPr>
                    </a:p>
                  </a:txBody>
                  <a:tcPr marL="6350" marR="6350" marT="6350" marB="0" anchor="ctr">
                    <a:solidFill>
                      <a:schemeClr val="accent3">
                        <a:lumMod val="20000"/>
                        <a:lumOff val="80000"/>
                      </a:schemeClr>
                    </a:solidFill>
                  </a:tcPr>
                </a:tc>
                <a:extLst>
                  <a:ext uri="{0D108BD9-81ED-4DB2-BD59-A6C34878D82A}">
                    <a16:rowId xmlns:a16="http://schemas.microsoft.com/office/drawing/2014/main" val="375100434"/>
                  </a:ext>
                </a:extLst>
              </a:tr>
            </a:tbl>
          </a:graphicData>
        </a:graphic>
      </p:graphicFrame>
      <p:sp>
        <p:nvSpPr>
          <p:cNvPr id="3" name="Title 1">
            <a:extLst>
              <a:ext uri="{FF2B5EF4-FFF2-40B4-BE49-F238E27FC236}">
                <a16:creationId xmlns:a16="http://schemas.microsoft.com/office/drawing/2014/main" id="{BC1DD3EB-E147-0293-6362-34402C75A5B2}"/>
              </a:ext>
            </a:extLst>
          </p:cNvPr>
          <p:cNvSpPr txBox="1">
            <a:spLocks/>
          </p:cNvSpPr>
          <p:nvPr/>
        </p:nvSpPr>
        <p:spPr>
          <a:xfrm>
            <a:off x="571912" y="231506"/>
            <a:ext cx="11353800" cy="743905"/>
          </a:xfrm>
          <a:prstGeom prst="rect">
            <a:avLst/>
          </a:prstGeom>
        </p:spPr>
        <p:txBody>
          <a:bodyPr>
            <a:normAutofit/>
          </a:bodyPr>
          <a:lstStyle>
            <a:lvl1pPr algn="r" defTabSz="914400" rtl="1" eaLnBrk="1" latinLnBrk="0" hangingPunct="1">
              <a:lnSpc>
                <a:spcPct val="90000"/>
              </a:lnSpc>
              <a:spcBef>
                <a:spcPct val="0"/>
              </a:spcBef>
              <a:buNone/>
              <a:defRPr sz="4400" kern="1200">
                <a:solidFill>
                  <a:srgbClr val="92278F"/>
                </a:solidFill>
                <a:latin typeface="+mj-lt"/>
                <a:ea typeface="+mj-ea"/>
                <a:cs typeface="+mj-cs"/>
              </a:defRPr>
            </a:lvl1pPr>
          </a:lstStyle>
          <a:p>
            <a:r>
              <a:rPr lang="ar-LY" dirty="0">
                <a:solidFill>
                  <a:schemeClr val="bg1"/>
                </a:solidFill>
              </a:rPr>
              <a:t>المشاريع</a:t>
            </a:r>
            <a:endParaRPr lang="en-US" dirty="0">
              <a:solidFill>
                <a:schemeClr val="bg1"/>
              </a:solidFill>
            </a:endParaRPr>
          </a:p>
        </p:txBody>
      </p:sp>
    </p:spTree>
    <p:extLst>
      <p:ext uri="{BB962C8B-B14F-4D97-AF65-F5344CB8AC3E}">
        <p14:creationId xmlns:p14="http://schemas.microsoft.com/office/powerpoint/2010/main" val="178928045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bg>
      <p:bgPr>
        <a:gradFill>
          <a:gsLst>
            <a:gs pos="55000">
              <a:srgbClr val="990099"/>
            </a:gs>
            <a:gs pos="100000">
              <a:schemeClr val="accent2">
                <a:lumMod val="89000"/>
              </a:schemeClr>
            </a:gs>
            <a:gs pos="100000">
              <a:schemeClr val="accent2">
                <a:lumMod val="75000"/>
              </a:schemeClr>
            </a:gs>
            <a:gs pos="97000">
              <a:schemeClr val="accent2">
                <a:lumMod val="70000"/>
              </a:schemeClr>
            </a:gs>
          </a:gsLst>
          <a:path path="circle">
            <a:fillToRect r="100000" b="100000"/>
          </a:path>
        </a:gradFill>
        <a:effectLst/>
      </p:bgPr>
    </p:bg>
    <p:spTree>
      <p:nvGrpSpPr>
        <p:cNvPr id="1" name=""/>
        <p:cNvGrpSpPr/>
        <p:nvPr/>
      </p:nvGrpSpPr>
      <p:grpSpPr>
        <a:xfrm>
          <a:off x="0" y="0"/>
          <a:ext cx="0" cy="0"/>
          <a:chOff x="0" y="0"/>
          <a:chExt cx="0" cy="0"/>
        </a:xfrm>
      </p:grpSpPr>
      <p:graphicFrame>
        <p:nvGraphicFramePr>
          <p:cNvPr id="44" name="Table 43">
            <a:extLst>
              <a:ext uri="{FF2B5EF4-FFF2-40B4-BE49-F238E27FC236}">
                <a16:creationId xmlns:a16="http://schemas.microsoft.com/office/drawing/2014/main" id="{A1158D42-AB6C-7739-9FB3-C68F7461A693}"/>
              </a:ext>
            </a:extLst>
          </p:cNvPr>
          <p:cNvGraphicFramePr>
            <a:graphicFrameLocks noGrp="1"/>
          </p:cNvGraphicFramePr>
          <p:nvPr>
            <p:extLst>
              <p:ext uri="{D42A27DB-BD31-4B8C-83A1-F6EECF244321}">
                <p14:modId xmlns:p14="http://schemas.microsoft.com/office/powerpoint/2010/main" val="332002053"/>
              </p:ext>
            </p:extLst>
          </p:nvPr>
        </p:nvGraphicFramePr>
        <p:xfrm>
          <a:off x="322940" y="1751588"/>
          <a:ext cx="11353790" cy="3033149"/>
        </p:xfrm>
        <a:graphic>
          <a:graphicData uri="http://schemas.openxmlformats.org/drawingml/2006/table">
            <a:tbl>
              <a:tblPr rtl="1">
                <a:tableStyleId>{5C22544A-7EE6-4342-B048-85BDC9FD1C3A}</a:tableStyleId>
              </a:tblPr>
              <a:tblGrid>
                <a:gridCol w="2709498">
                  <a:extLst>
                    <a:ext uri="{9D8B030D-6E8A-4147-A177-3AD203B41FA5}">
                      <a16:colId xmlns:a16="http://schemas.microsoft.com/office/drawing/2014/main" val="678504659"/>
                    </a:ext>
                  </a:extLst>
                </a:gridCol>
                <a:gridCol w="654404">
                  <a:extLst>
                    <a:ext uri="{9D8B030D-6E8A-4147-A177-3AD203B41FA5}">
                      <a16:colId xmlns:a16="http://schemas.microsoft.com/office/drawing/2014/main" val="1688248225"/>
                    </a:ext>
                  </a:extLst>
                </a:gridCol>
                <a:gridCol w="665824">
                  <a:extLst>
                    <a:ext uri="{9D8B030D-6E8A-4147-A177-3AD203B41FA5}">
                      <a16:colId xmlns:a16="http://schemas.microsoft.com/office/drawing/2014/main" val="3833509675"/>
                    </a:ext>
                  </a:extLst>
                </a:gridCol>
                <a:gridCol w="665824">
                  <a:extLst>
                    <a:ext uri="{9D8B030D-6E8A-4147-A177-3AD203B41FA5}">
                      <a16:colId xmlns:a16="http://schemas.microsoft.com/office/drawing/2014/main" val="331906224"/>
                    </a:ext>
                  </a:extLst>
                </a:gridCol>
                <a:gridCol w="665824">
                  <a:extLst>
                    <a:ext uri="{9D8B030D-6E8A-4147-A177-3AD203B41FA5}">
                      <a16:colId xmlns:a16="http://schemas.microsoft.com/office/drawing/2014/main" val="1708252188"/>
                    </a:ext>
                  </a:extLst>
                </a:gridCol>
                <a:gridCol w="665824">
                  <a:extLst>
                    <a:ext uri="{9D8B030D-6E8A-4147-A177-3AD203B41FA5}">
                      <a16:colId xmlns:a16="http://schemas.microsoft.com/office/drawing/2014/main" val="201588569"/>
                    </a:ext>
                  </a:extLst>
                </a:gridCol>
                <a:gridCol w="665824">
                  <a:extLst>
                    <a:ext uri="{9D8B030D-6E8A-4147-A177-3AD203B41FA5}">
                      <a16:colId xmlns:a16="http://schemas.microsoft.com/office/drawing/2014/main" val="909605441"/>
                    </a:ext>
                  </a:extLst>
                </a:gridCol>
                <a:gridCol w="665824">
                  <a:extLst>
                    <a:ext uri="{9D8B030D-6E8A-4147-A177-3AD203B41FA5}">
                      <a16:colId xmlns:a16="http://schemas.microsoft.com/office/drawing/2014/main" val="1887171645"/>
                    </a:ext>
                  </a:extLst>
                </a:gridCol>
                <a:gridCol w="665824">
                  <a:extLst>
                    <a:ext uri="{9D8B030D-6E8A-4147-A177-3AD203B41FA5}">
                      <a16:colId xmlns:a16="http://schemas.microsoft.com/office/drawing/2014/main" val="2148846065"/>
                    </a:ext>
                  </a:extLst>
                </a:gridCol>
                <a:gridCol w="665824">
                  <a:extLst>
                    <a:ext uri="{9D8B030D-6E8A-4147-A177-3AD203B41FA5}">
                      <a16:colId xmlns:a16="http://schemas.microsoft.com/office/drawing/2014/main" val="699900438"/>
                    </a:ext>
                  </a:extLst>
                </a:gridCol>
                <a:gridCol w="665824">
                  <a:extLst>
                    <a:ext uri="{9D8B030D-6E8A-4147-A177-3AD203B41FA5}">
                      <a16:colId xmlns:a16="http://schemas.microsoft.com/office/drawing/2014/main" val="1473047371"/>
                    </a:ext>
                  </a:extLst>
                </a:gridCol>
                <a:gridCol w="665824">
                  <a:extLst>
                    <a:ext uri="{9D8B030D-6E8A-4147-A177-3AD203B41FA5}">
                      <a16:colId xmlns:a16="http://schemas.microsoft.com/office/drawing/2014/main" val="1834486286"/>
                    </a:ext>
                  </a:extLst>
                </a:gridCol>
                <a:gridCol w="665824">
                  <a:extLst>
                    <a:ext uri="{9D8B030D-6E8A-4147-A177-3AD203B41FA5}">
                      <a16:colId xmlns:a16="http://schemas.microsoft.com/office/drawing/2014/main" val="1781488676"/>
                    </a:ext>
                  </a:extLst>
                </a:gridCol>
                <a:gridCol w="665824">
                  <a:extLst>
                    <a:ext uri="{9D8B030D-6E8A-4147-A177-3AD203B41FA5}">
                      <a16:colId xmlns:a16="http://schemas.microsoft.com/office/drawing/2014/main" val="530863045"/>
                    </a:ext>
                  </a:extLst>
                </a:gridCol>
              </a:tblGrid>
              <a:tr h="434376">
                <a:tc>
                  <a:txBody>
                    <a:bodyPr/>
                    <a:lstStyle/>
                    <a:p>
                      <a:pPr algn="r" rtl="1" fontAlgn="b"/>
                      <a:r>
                        <a:rPr lang="ar-LY" sz="1200" u="none" strike="noStrike" dirty="0">
                          <a:solidFill>
                            <a:schemeClr val="bg1"/>
                          </a:solidFill>
                          <a:effectLst/>
                          <a:cs typeface="+mj-cs"/>
                        </a:rPr>
                        <a:t>الهدف الرئيسي</a:t>
                      </a:r>
                      <a:endParaRPr lang="ar-LY" sz="1200" b="0" i="0" u="none" strike="noStrike" dirty="0">
                        <a:solidFill>
                          <a:schemeClr val="bg1"/>
                        </a:solidFill>
                        <a:effectLst/>
                        <a:latin typeface="Calibri" panose="020F0502020204030204" pitchFamily="34" charset="0"/>
                        <a:cs typeface="+mj-cs"/>
                      </a:endParaRPr>
                    </a:p>
                  </a:txBody>
                  <a:tcPr marL="5416" marR="5416" marT="5416" marB="0" anchor="b">
                    <a:solidFill>
                      <a:schemeClr val="tx2"/>
                    </a:solidFill>
                  </a:tcPr>
                </a:tc>
                <a:tc rowSpan="2">
                  <a:txBody>
                    <a:bodyPr/>
                    <a:lstStyle/>
                    <a:p>
                      <a:pPr algn="r" rtl="1" fontAlgn="b"/>
                      <a:r>
                        <a:rPr lang="ar-LY" sz="1200" u="none" strike="noStrike" dirty="0">
                          <a:solidFill>
                            <a:schemeClr val="bg1"/>
                          </a:solidFill>
                          <a:effectLst/>
                          <a:cs typeface="+mj-cs"/>
                        </a:rPr>
                        <a:t>الحصة السوقية</a:t>
                      </a:r>
                    </a:p>
                  </a:txBody>
                  <a:tcPr marL="5416" marR="5416" marT="5416" marB="0" anchor="b">
                    <a:solidFill>
                      <a:schemeClr val="tx2"/>
                    </a:solidFill>
                  </a:tcPr>
                </a:tc>
                <a:tc gridSpan="3">
                  <a:txBody>
                    <a:bodyPr/>
                    <a:lstStyle/>
                    <a:p>
                      <a:pPr algn="ctr" rtl="1" fontAlgn="b"/>
                      <a:r>
                        <a:rPr lang="ar-LY" sz="1200" u="none" strike="noStrike">
                          <a:solidFill>
                            <a:schemeClr val="bg1"/>
                          </a:solidFill>
                          <a:effectLst/>
                          <a:cs typeface="+mj-cs"/>
                        </a:rPr>
                        <a:t>الإيرادات</a:t>
                      </a:r>
                      <a:endParaRPr lang="ar-LY" sz="1200" u="none" strike="noStrike" dirty="0">
                        <a:solidFill>
                          <a:schemeClr val="bg1"/>
                        </a:solidFill>
                        <a:effectLst/>
                        <a:cs typeface="+mj-cs"/>
                      </a:endParaRPr>
                    </a:p>
                  </a:txBody>
                  <a:tcPr marL="5416" marR="5416" marT="5416" marB="0" anchor="b">
                    <a:solidFill>
                      <a:schemeClr val="tx2"/>
                    </a:solidFill>
                  </a:tcPr>
                </a:tc>
                <a:tc hMerge="1">
                  <a:txBody>
                    <a:bodyPr/>
                    <a:lstStyle/>
                    <a:p>
                      <a:pPr algn="l" rtl="0" fontAlgn="b"/>
                      <a:r>
                        <a:rPr lang="en-US" sz="1400" u="none" strike="noStrike" dirty="0">
                          <a:effectLst/>
                        </a:rPr>
                        <a:t> </a:t>
                      </a:r>
                      <a:endParaRPr lang="en-US" sz="1400" b="0" i="0" u="none" strike="noStrike" dirty="0">
                        <a:solidFill>
                          <a:srgbClr val="000000"/>
                        </a:solidFill>
                        <a:effectLst/>
                        <a:latin typeface="Calibri" panose="020F0502020204030204" pitchFamily="34" charset="0"/>
                      </a:endParaRPr>
                    </a:p>
                  </a:txBody>
                  <a:tcPr marL="5416" marR="5416" marT="5416" marB="0" anchor="b"/>
                </a:tc>
                <a:tc hMerge="1">
                  <a:txBody>
                    <a:bodyPr/>
                    <a:lstStyle/>
                    <a:p>
                      <a:pPr algn="l" rtl="0" fontAlgn="b"/>
                      <a:r>
                        <a:rPr lang="en-US" sz="1400" u="none" strike="noStrike" dirty="0">
                          <a:effectLst/>
                        </a:rPr>
                        <a:t> </a:t>
                      </a:r>
                      <a:endParaRPr lang="en-US" sz="1400" b="0" i="0" u="none" strike="noStrike" dirty="0">
                        <a:solidFill>
                          <a:srgbClr val="000000"/>
                        </a:solidFill>
                        <a:effectLst/>
                        <a:latin typeface="Calibri" panose="020F0502020204030204" pitchFamily="34" charset="0"/>
                      </a:endParaRPr>
                    </a:p>
                  </a:txBody>
                  <a:tcPr marL="5416" marR="5416" marT="5416" marB="0" anchor="b"/>
                </a:tc>
                <a:tc gridSpan="2">
                  <a:txBody>
                    <a:bodyPr/>
                    <a:lstStyle/>
                    <a:p>
                      <a:pPr algn="r" rtl="1" fontAlgn="b"/>
                      <a:r>
                        <a:rPr lang="ar-LY" sz="1200" u="none" strike="noStrike" dirty="0">
                          <a:solidFill>
                            <a:schemeClr val="bg1"/>
                          </a:solidFill>
                          <a:effectLst/>
                          <a:cs typeface="+mj-cs"/>
                        </a:rPr>
                        <a:t>معدل الاستهلاك</a:t>
                      </a:r>
                    </a:p>
                  </a:txBody>
                  <a:tcPr marL="5416" marR="5416" marT="5416" marB="0" anchor="b">
                    <a:solidFill>
                      <a:schemeClr val="tx2"/>
                    </a:solidFill>
                  </a:tcPr>
                </a:tc>
                <a:tc hMerge="1">
                  <a:txBody>
                    <a:bodyPr/>
                    <a:lstStyle/>
                    <a:p>
                      <a:pPr algn="l" rtl="0" fontAlgn="b"/>
                      <a:r>
                        <a:rPr lang="en-US" sz="1400" u="none" strike="noStrike" dirty="0">
                          <a:effectLst/>
                        </a:rPr>
                        <a:t> </a:t>
                      </a:r>
                      <a:endParaRPr lang="en-US" sz="1400" b="0" i="0" u="none" strike="noStrike" dirty="0">
                        <a:solidFill>
                          <a:srgbClr val="000000"/>
                        </a:solidFill>
                        <a:effectLst/>
                        <a:latin typeface="Calibri" panose="020F0502020204030204" pitchFamily="34" charset="0"/>
                      </a:endParaRPr>
                    </a:p>
                  </a:txBody>
                  <a:tcPr marL="5416" marR="5416" marT="5416" marB="0" anchor="b"/>
                </a:tc>
                <a:tc gridSpan="2">
                  <a:txBody>
                    <a:bodyPr/>
                    <a:lstStyle/>
                    <a:p>
                      <a:pPr algn="r" rtl="1" fontAlgn="b"/>
                      <a:r>
                        <a:rPr lang="ar-LY" sz="1200" u="none" strike="noStrike" dirty="0">
                          <a:solidFill>
                            <a:schemeClr val="bg1"/>
                          </a:solidFill>
                          <a:effectLst/>
                          <a:cs typeface="+mj-cs"/>
                        </a:rPr>
                        <a:t>عدد المشتركين الفعلي</a:t>
                      </a:r>
                    </a:p>
                  </a:txBody>
                  <a:tcPr marL="5416" marR="5416" marT="5416" marB="0" anchor="b">
                    <a:solidFill>
                      <a:schemeClr val="tx2"/>
                    </a:solidFill>
                  </a:tcPr>
                </a:tc>
                <a:tc hMerge="1">
                  <a:txBody>
                    <a:bodyPr/>
                    <a:lstStyle/>
                    <a:p>
                      <a:pPr algn="l" rtl="0" fontAlgn="b"/>
                      <a:r>
                        <a:rPr lang="en-US" sz="1400" u="none" strike="noStrike" dirty="0">
                          <a:effectLst/>
                        </a:rPr>
                        <a:t> </a:t>
                      </a:r>
                      <a:endParaRPr lang="en-US" sz="1400" b="0" i="0" u="none" strike="noStrike" dirty="0">
                        <a:solidFill>
                          <a:srgbClr val="000000"/>
                        </a:solidFill>
                        <a:effectLst/>
                        <a:latin typeface="Calibri" panose="020F0502020204030204" pitchFamily="34" charset="0"/>
                      </a:endParaRPr>
                    </a:p>
                  </a:txBody>
                  <a:tcPr marL="5416" marR="5416" marT="5416" marB="0" anchor="b"/>
                </a:tc>
                <a:tc rowSpan="2">
                  <a:txBody>
                    <a:bodyPr/>
                    <a:lstStyle/>
                    <a:p>
                      <a:pPr algn="r" rtl="1" fontAlgn="b"/>
                      <a:r>
                        <a:rPr lang="ar-LY" sz="1200" u="none" strike="noStrike" dirty="0">
                          <a:solidFill>
                            <a:schemeClr val="bg1"/>
                          </a:solidFill>
                          <a:effectLst/>
                          <a:cs typeface="+mj-cs"/>
                        </a:rPr>
                        <a:t>نسبة مشتركي الانترنت</a:t>
                      </a:r>
                    </a:p>
                  </a:txBody>
                  <a:tcPr marL="5416" marR="5416" marT="5416" marB="0" anchor="b">
                    <a:solidFill>
                      <a:schemeClr val="tx2"/>
                    </a:solidFill>
                  </a:tcPr>
                </a:tc>
                <a:tc gridSpan="4">
                  <a:txBody>
                    <a:bodyPr/>
                    <a:lstStyle/>
                    <a:p>
                      <a:pPr algn="ctr" rtl="1" fontAlgn="b"/>
                      <a:r>
                        <a:rPr lang="ar-LY" sz="1200" u="none" strike="noStrike" dirty="0">
                          <a:solidFill>
                            <a:schemeClr val="bg1"/>
                          </a:solidFill>
                          <a:effectLst/>
                          <a:cs typeface="+mj-cs"/>
                        </a:rPr>
                        <a:t>رضا المشتركين</a:t>
                      </a:r>
                    </a:p>
                  </a:txBody>
                  <a:tcPr marL="5416" marR="5416" marT="5416" marB="0" anchor="b">
                    <a:solidFill>
                      <a:schemeClr val="tx2"/>
                    </a:solidFill>
                  </a:tcPr>
                </a:tc>
                <a:tc hMerge="1">
                  <a:txBody>
                    <a:bodyPr/>
                    <a:lstStyle/>
                    <a:p>
                      <a:pPr algn="l" rtl="0" fontAlgn="b"/>
                      <a:r>
                        <a:rPr lang="en-US" sz="1400" u="none" strike="noStrike" dirty="0">
                          <a:effectLst/>
                        </a:rPr>
                        <a:t> </a:t>
                      </a:r>
                      <a:endParaRPr lang="en-US" sz="1400" b="0" i="0" u="none" strike="noStrike" dirty="0">
                        <a:solidFill>
                          <a:srgbClr val="000000"/>
                        </a:solidFill>
                        <a:effectLst/>
                        <a:latin typeface="Calibri" panose="020F0502020204030204" pitchFamily="34" charset="0"/>
                      </a:endParaRPr>
                    </a:p>
                  </a:txBody>
                  <a:tcPr marL="5416" marR="5416" marT="5416" marB="0" anchor="b"/>
                </a:tc>
                <a:tc hMerge="1">
                  <a:txBody>
                    <a:bodyPr/>
                    <a:lstStyle/>
                    <a:p>
                      <a:pPr algn="l" rtl="0" fontAlgn="b"/>
                      <a:r>
                        <a:rPr lang="en-US" sz="1400" u="none" strike="noStrike" dirty="0">
                          <a:effectLst/>
                        </a:rPr>
                        <a:t> </a:t>
                      </a:r>
                      <a:endParaRPr lang="en-US" sz="1400" b="0" i="0" u="none" strike="noStrike" dirty="0">
                        <a:solidFill>
                          <a:srgbClr val="000000"/>
                        </a:solidFill>
                        <a:effectLst/>
                        <a:latin typeface="Calibri" panose="020F0502020204030204" pitchFamily="34" charset="0"/>
                      </a:endParaRPr>
                    </a:p>
                  </a:txBody>
                  <a:tcPr marL="5416" marR="5416" marT="5416" marB="0" anchor="b"/>
                </a:tc>
                <a:tc hMerge="1">
                  <a:txBody>
                    <a:bodyPr/>
                    <a:lstStyle/>
                    <a:p>
                      <a:pPr algn="l" rtl="0" fontAlgn="b"/>
                      <a:r>
                        <a:rPr lang="en-US" sz="1400" u="none" strike="noStrike" dirty="0">
                          <a:effectLst/>
                        </a:rPr>
                        <a:t> </a:t>
                      </a:r>
                      <a:endParaRPr lang="en-US" sz="1400" b="0" i="0" u="none" strike="noStrike" dirty="0">
                        <a:solidFill>
                          <a:srgbClr val="000000"/>
                        </a:solidFill>
                        <a:effectLst/>
                        <a:latin typeface="Calibri" panose="020F0502020204030204" pitchFamily="34" charset="0"/>
                      </a:endParaRPr>
                    </a:p>
                  </a:txBody>
                  <a:tcPr marL="5416" marR="5416" marT="5416" marB="0" anchor="b"/>
                </a:tc>
                <a:extLst>
                  <a:ext uri="{0D108BD9-81ED-4DB2-BD59-A6C34878D82A}">
                    <a16:rowId xmlns:a16="http://schemas.microsoft.com/office/drawing/2014/main" val="3530015166"/>
                  </a:ext>
                </a:extLst>
              </a:tr>
              <a:tr h="434376">
                <a:tc>
                  <a:txBody>
                    <a:bodyPr/>
                    <a:lstStyle/>
                    <a:p>
                      <a:pPr algn="r" rtl="1" fontAlgn="b"/>
                      <a:r>
                        <a:rPr lang="ar-LY" sz="1400" u="none" strike="noStrike">
                          <a:solidFill>
                            <a:schemeClr val="bg1"/>
                          </a:solidFill>
                          <a:effectLst/>
                        </a:rPr>
                        <a:t>الهدف الفرعي</a:t>
                      </a:r>
                      <a:endParaRPr lang="ar-LY" sz="1400" b="0" i="0" u="none" strike="noStrike" dirty="0">
                        <a:solidFill>
                          <a:schemeClr val="bg1"/>
                        </a:solidFill>
                        <a:effectLst/>
                        <a:latin typeface="Calibri" panose="020F0502020204030204" pitchFamily="34" charset="0"/>
                      </a:endParaRPr>
                    </a:p>
                  </a:txBody>
                  <a:tcPr marL="5416" marR="5416" marT="5416" marB="0" anchor="b">
                    <a:solidFill>
                      <a:schemeClr val="accent1">
                        <a:lumMod val="75000"/>
                      </a:schemeClr>
                    </a:solidFill>
                  </a:tcPr>
                </a:tc>
                <a:tc vMerge="1">
                  <a:txBody>
                    <a:bodyPr/>
                    <a:lstStyle/>
                    <a:p>
                      <a:pPr algn="l" rtl="0" fontAlgn="b"/>
                      <a:r>
                        <a:rPr lang="en-US" sz="1400" u="none" strike="noStrike" dirty="0">
                          <a:solidFill>
                            <a:schemeClr val="bg1"/>
                          </a:solidFill>
                          <a:effectLst/>
                        </a:rPr>
                        <a:t> </a:t>
                      </a:r>
                      <a:endParaRPr lang="en-US" sz="1400" b="0" i="0" u="none" strike="noStrike" dirty="0">
                        <a:solidFill>
                          <a:schemeClr val="bg1"/>
                        </a:solidFill>
                        <a:effectLst/>
                        <a:latin typeface="Calibri" panose="020F0502020204030204" pitchFamily="34" charset="0"/>
                      </a:endParaRPr>
                    </a:p>
                  </a:txBody>
                  <a:tcPr marL="5416" marR="5416" marT="5416" marB="0" anchor="b">
                    <a:solidFill>
                      <a:schemeClr val="tx1">
                        <a:lumMod val="75000"/>
                        <a:lumOff val="25000"/>
                      </a:schemeClr>
                    </a:solidFill>
                  </a:tcPr>
                </a:tc>
                <a:tc>
                  <a:txBody>
                    <a:bodyPr/>
                    <a:lstStyle/>
                    <a:p>
                      <a:pPr algn="r" rtl="1" fontAlgn="b"/>
                      <a:r>
                        <a:rPr lang="ar-LY" sz="1400" u="none" strike="noStrike">
                          <a:solidFill>
                            <a:schemeClr val="bg1"/>
                          </a:solidFill>
                          <a:effectLst/>
                        </a:rPr>
                        <a:t>ايرادات الافراد</a:t>
                      </a:r>
                      <a:endParaRPr lang="ar-LY" sz="1400" b="0" i="0" u="none" strike="noStrike" dirty="0">
                        <a:solidFill>
                          <a:schemeClr val="bg1"/>
                        </a:solidFill>
                        <a:effectLst/>
                        <a:latin typeface="Calibri" panose="020F0502020204030204" pitchFamily="34" charset="0"/>
                      </a:endParaRPr>
                    </a:p>
                  </a:txBody>
                  <a:tcPr marL="5416" marR="5416" marT="5416" marB="0" anchor="b">
                    <a:solidFill>
                      <a:schemeClr val="accent1">
                        <a:lumMod val="75000"/>
                      </a:schemeClr>
                    </a:solidFill>
                  </a:tcPr>
                </a:tc>
                <a:tc>
                  <a:txBody>
                    <a:bodyPr/>
                    <a:lstStyle/>
                    <a:p>
                      <a:pPr algn="r" rtl="1" fontAlgn="b"/>
                      <a:r>
                        <a:rPr lang="ar-LY" sz="1400" u="none" strike="noStrike" dirty="0">
                          <a:solidFill>
                            <a:schemeClr val="bg1"/>
                          </a:solidFill>
                          <a:effectLst/>
                        </a:rPr>
                        <a:t>إيرادات المؤسسات</a:t>
                      </a:r>
                      <a:endParaRPr lang="ar-LY" sz="1400" b="0" i="0" u="none" strike="noStrike" dirty="0">
                        <a:solidFill>
                          <a:schemeClr val="bg1"/>
                        </a:solidFill>
                        <a:effectLst/>
                        <a:latin typeface="Calibri" panose="020F0502020204030204" pitchFamily="34" charset="0"/>
                      </a:endParaRPr>
                    </a:p>
                  </a:txBody>
                  <a:tcPr marL="5416" marR="5416" marT="5416" marB="0" anchor="b">
                    <a:solidFill>
                      <a:schemeClr val="accent1">
                        <a:lumMod val="75000"/>
                      </a:schemeClr>
                    </a:solidFill>
                  </a:tcPr>
                </a:tc>
                <a:tc>
                  <a:txBody>
                    <a:bodyPr/>
                    <a:lstStyle/>
                    <a:p>
                      <a:pPr algn="r" rtl="1" fontAlgn="b"/>
                      <a:r>
                        <a:rPr lang="ar-LY" sz="1400" u="none" strike="noStrike" dirty="0">
                          <a:solidFill>
                            <a:schemeClr val="bg1"/>
                          </a:solidFill>
                          <a:effectLst/>
                        </a:rPr>
                        <a:t>إيرادات الأخرى</a:t>
                      </a:r>
                      <a:endParaRPr lang="ar-LY" sz="1400" b="0" i="0" u="none" strike="noStrike" dirty="0">
                        <a:solidFill>
                          <a:schemeClr val="bg1"/>
                        </a:solidFill>
                        <a:effectLst/>
                        <a:latin typeface="Calibri" panose="020F0502020204030204" pitchFamily="34" charset="0"/>
                      </a:endParaRPr>
                    </a:p>
                  </a:txBody>
                  <a:tcPr marL="5416" marR="5416" marT="5416" marB="0" anchor="b">
                    <a:solidFill>
                      <a:schemeClr val="accent1">
                        <a:lumMod val="75000"/>
                      </a:schemeClr>
                    </a:solidFill>
                  </a:tcPr>
                </a:tc>
                <a:tc>
                  <a:txBody>
                    <a:bodyPr/>
                    <a:lstStyle/>
                    <a:p>
                      <a:pPr algn="r" rtl="1" fontAlgn="b"/>
                      <a:r>
                        <a:rPr lang="ar-LY" sz="1400" u="none" strike="noStrike" dirty="0">
                          <a:solidFill>
                            <a:schemeClr val="bg1"/>
                          </a:solidFill>
                          <a:effectLst/>
                        </a:rPr>
                        <a:t>معدل الاستهلاك العام</a:t>
                      </a:r>
                      <a:endParaRPr lang="ar-LY" sz="1400" b="0" i="0" u="none" strike="noStrike" dirty="0">
                        <a:solidFill>
                          <a:schemeClr val="bg1"/>
                        </a:solidFill>
                        <a:effectLst/>
                        <a:latin typeface="Calibri" panose="020F0502020204030204" pitchFamily="34" charset="0"/>
                      </a:endParaRPr>
                    </a:p>
                  </a:txBody>
                  <a:tcPr marL="5416" marR="5416" marT="5416" marB="0" anchor="b">
                    <a:solidFill>
                      <a:schemeClr val="accent1">
                        <a:lumMod val="75000"/>
                      </a:schemeClr>
                    </a:solidFill>
                  </a:tcPr>
                </a:tc>
                <a:tc>
                  <a:txBody>
                    <a:bodyPr/>
                    <a:lstStyle/>
                    <a:p>
                      <a:pPr algn="r" rtl="1" fontAlgn="b"/>
                      <a:r>
                        <a:rPr lang="ar-LY" sz="1400" u="none" strike="noStrike" dirty="0">
                          <a:solidFill>
                            <a:schemeClr val="bg1"/>
                          </a:solidFill>
                          <a:effectLst/>
                        </a:rPr>
                        <a:t>معدل استهلاك الانترنت</a:t>
                      </a:r>
                      <a:endParaRPr lang="ar-LY" sz="1400" b="0" i="0" u="none" strike="noStrike" dirty="0">
                        <a:solidFill>
                          <a:schemeClr val="bg1"/>
                        </a:solidFill>
                        <a:effectLst/>
                        <a:latin typeface="Calibri" panose="020F0502020204030204" pitchFamily="34" charset="0"/>
                      </a:endParaRPr>
                    </a:p>
                  </a:txBody>
                  <a:tcPr marL="5416" marR="5416" marT="5416" marB="0" anchor="b">
                    <a:solidFill>
                      <a:schemeClr val="accent1">
                        <a:lumMod val="75000"/>
                      </a:schemeClr>
                    </a:solidFill>
                  </a:tcPr>
                </a:tc>
                <a:tc>
                  <a:txBody>
                    <a:bodyPr/>
                    <a:lstStyle/>
                    <a:p>
                      <a:pPr algn="r" rtl="1" fontAlgn="b"/>
                      <a:r>
                        <a:rPr lang="ar-LY" sz="1400" u="none" strike="noStrike" dirty="0">
                          <a:solidFill>
                            <a:schemeClr val="bg1"/>
                          </a:solidFill>
                          <a:effectLst/>
                        </a:rPr>
                        <a:t>عدد المشتركين</a:t>
                      </a:r>
                      <a:endParaRPr lang="ar-LY" sz="1400" b="0" i="0" u="none" strike="noStrike" dirty="0">
                        <a:solidFill>
                          <a:schemeClr val="bg1"/>
                        </a:solidFill>
                        <a:effectLst/>
                        <a:latin typeface="Calibri" panose="020F0502020204030204" pitchFamily="34" charset="0"/>
                      </a:endParaRPr>
                    </a:p>
                  </a:txBody>
                  <a:tcPr marL="5416" marR="5416" marT="5416" marB="0" anchor="b">
                    <a:solidFill>
                      <a:schemeClr val="accent1">
                        <a:lumMod val="75000"/>
                      </a:schemeClr>
                    </a:solidFill>
                  </a:tcPr>
                </a:tc>
                <a:tc>
                  <a:txBody>
                    <a:bodyPr/>
                    <a:lstStyle/>
                    <a:p>
                      <a:pPr algn="r" rtl="1" fontAlgn="b"/>
                      <a:r>
                        <a:rPr lang="ar-LY" sz="1400" u="none" strike="noStrike" dirty="0">
                          <a:solidFill>
                            <a:schemeClr val="bg1"/>
                          </a:solidFill>
                          <a:effectLst/>
                        </a:rPr>
                        <a:t>معدل النزوح</a:t>
                      </a:r>
                      <a:endParaRPr lang="ar-LY" sz="1400" b="0" i="0" u="none" strike="noStrike" dirty="0">
                        <a:solidFill>
                          <a:schemeClr val="bg1"/>
                        </a:solidFill>
                        <a:effectLst/>
                        <a:latin typeface="Calibri" panose="020F0502020204030204" pitchFamily="34" charset="0"/>
                      </a:endParaRPr>
                    </a:p>
                  </a:txBody>
                  <a:tcPr marL="5416" marR="5416" marT="5416" marB="0" anchor="b">
                    <a:solidFill>
                      <a:schemeClr val="accent1">
                        <a:lumMod val="75000"/>
                      </a:schemeClr>
                    </a:solidFill>
                  </a:tcPr>
                </a:tc>
                <a:tc vMerge="1">
                  <a:txBody>
                    <a:bodyPr/>
                    <a:lstStyle/>
                    <a:p>
                      <a:pPr algn="l" rtl="0" fontAlgn="b"/>
                      <a:r>
                        <a:rPr lang="en-US" sz="1400" u="none" strike="noStrike" dirty="0">
                          <a:solidFill>
                            <a:schemeClr val="bg1"/>
                          </a:solidFill>
                          <a:effectLst/>
                        </a:rPr>
                        <a:t> </a:t>
                      </a:r>
                      <a:endParaRPr lang="en-US" sz="1400" b="0" i="0" u="none" strike="noStrike" dirty="0">
                        <a:solidFill>
                          <a:schemeClr val="bg1"/>
                        </a:solidFill>
                        <a:effectLst/>
                        <a:latin typeface="Calibri" panose="020F0502020204030204" pitchFamily="34" charset="0"/>
                      </a:endParaRPr>
                    </a:p>
                  </a:txBody>
                  <a:tcPr marL="5416" marR="5416" marT="5416" marB="0" anchor="b">
                    <a:solidFill>
                      <a:schemeClr val="tx1">
                        <a:lumMod val="75000"/>
                        <a:lumOff val="25000"/>
                      </a:schemeClr>
                    </a:solidFill>
                  </a:tcPr>
                </a:tc>
                <a:tc>
                  <a:txBody>
                    <a:bodyPr/>
                    <a:lstStyle/>
                    <a:p>
                      <a:pPr algn="l" rtl="0" fontAlgn="b"/>
                      <a:r>
                        <a:rPr lang="en-US" sz="1400" u="none" strike="noStrike" dirty="0">
                          <a:solidFill>
                            <a:schemeClr val="bg1"/>
                          </a:solidFill>
                          <a:effectLst/>
                        </a:rPr>
                        <a:t> NPS</a:t>
                      </a:r>
                      <a:endParaRPr lang="en-US" sz="1400" b="0" i="0" u="none" strike="noStrike" dirty="0">
                        <a:solidFill>
                          <a:schemeClr val="bg1"/>
                        </a:solidFill>
                        <a:effectLst/>
                        <a:latin typeface="Calibri" panose="020F0502020204030204" pitchFamily="34" charset="0"/>
                      </a:endParaRPr>
                    </a:p>
                  </a:txBody>
                  <a:tcPr marL="5416" marR="5416" marT="5416" marB="0" anchor="b">
                    <a:solidFill>
                      <a:schemeClr val="accent1">
                        <a:lumMod val="75000"/>
                      </a:schemeClr>
                    </a:solidFill>
                  </a:tcPr>
                </a:tc>
                <a:tc>
                  <a:txBody>
                    <a:bodyPr/>
                    <a:lstStyle/>
                    <a:p>
                      <a:pPr algn="r" rtl="1" fontAlgn="b"/>
                      <a:r>
                        <a:rPr lang="ar-LY" sz="1400" u="none" strike="noStrike" dirty="0">
                          <a:solidFill>
                            <a:schemeClr val="bg1"/>
                          </a:solidFill>
                          <a:effectLst/>
                        </a:rPr>
                        <a:t>معدل الاستجابة</a:t>
                      </a:r>
                      <a:endParaRPr lang="ar-LY" sz="1400" b="0" i="0" u="none" strike="noStrike" dirty="0">
                        <a:solidFill>
                          <a:schemeClr val="bg1"/>
                        </a:solidFill>
                        <a:effectLst/>
                        <a:latin typeface="Calibri" panose="020F0502020204030204" pitchFamily="34" charset="0"/>
                      </a:endParaRPr>
                    </a:p>
                  </a:txBody>
                  <a:tcPr marL="5416" marR="5416" marT="5416" marB="0" anchor="b">
                    <a:solidFill>
                      <a:schemeClr val="accent1">
                        <a:lumMod val="75000"/>
                      </a:schemeClr>
                    </a:solidFill>
                  </a:tcPr>
                </a:tc>
                <a:tc>
                  <a:txBody>
                    <a:bodyPr/>
                    <a:lstStyle/>
                    <a:p>
                      <a:pPr algn="ctr" rtl="1" fontAlgn="b"/>
                      <a:r>
                        <a:rPr lang="ar-LY" sz="1400" u="none" strike="noStrike" dirty="0">
                          <a:solidFill>
                            <a:schemeClr val="bg1"/>
                          </a:solidFill>
                          <a:effectLst/>
                        </a:rPr>
                        <a:t>ا</a:t>
                      </a:r>
                      <a:r>
                        <a:rPr lang="en-US" sz="1400" u="none" strike="noStrike" dirty="0">
                          <a:solidFill>
                            <a:schemeClr val="bg1"/>
                          </a:solidFill>
                          <a:effectLst/>
                        </a:rPr>
                        <a:t>HC</a:t>
                      </a:r>
                      <a:endParaRPr lang="ar-LY" sz="1400" b="0" i="0" u="none" strike="noStrike" dirty="0">
                        <a:solidFill>
                          <a:schemeClr val="bg1"/>
                        </a:solidFill>
                        <a:effectLst/>
                        <a:latin typeface="Calibri" panose="020F0502020204030204" pitchFamily="34" charset="0"/>
                      </a:endParaRPr>
                    </a:p>
                  </a:txBody>
                  <a:tcPr marL="5416" marR="5416" marT="5416" marB="0" anchor="b">
                    <a:solidFill>
                      <a:schemeClr val="accent1">
                        <a:lumMod val="75000"/>
                      </a:schemeClr>
                    </a:solidFill>
                  </a:tcPr>
                </a:tc>
                <a:tc>
                  <a:txBody>
                    <a:bodyPr/>
                    <a:lstStyle/>
                    <a:p>
                      <a:pPr algn="ctr" rtl="1" fontAlgn="b"/>
                      <a:r>
                        <a:rPr lang="ar-LY" sz="1400" u="none" strike="noStrike" dirty="0">
                          <a:solidFill>
                            <a:schemeClr val="bg1"/>
                          </a:solidFill>
                          <a:effectLst/>
                        </a:rPr>
                        <a:t>الوصول (مباشر +رقمي)</a:t>
                      </a:r>
                      <a:endParaRPr lang="ar-LY" sz="1400" b="0" i="0" u="none" strike="noStrike" dirty="0">
                        <a:solidFill>
                          <a:schemeClr val="bg1"/>
                        </a:solidFill>
                        <a:effectLst/>
                        <a:latin typeface="Calibri" panose="020F0502020204030204" pitchFamily="34" charset="0"/>
                      </a:endParaRPr>
                    </a:p>
                  </a:txBody>
                  <a:tcPr marL="5416" marR="5416" marT="5416" marB="0" anchor="b">
                    <a:solidFill>
                      <a:schemeClr val="accent1">
                        <a:lumMod val="75000"/>
                      </a:schemeClr>
                    </a:solidFill>
                  </a:tcPr>
                </a:tc>
                <a:extLst>
                  <a:ext uri="{0D108BD9-81ED-4DB2-BD59-A6C34878D82A}">
                    <a16:rowId xmlns:a16="http://schemas.microsoft.com/office/drawing/2014/main" val="156333185"/>
                  </a:ext>
                </a:extLst>
              </a:tr>
              <a:tr h="157068">
                <a:tc>
                  <a:txBody>
                    <a:bodyPr/>
                    <a:lstStyle/>
                    <a:p>
                      <a:pPr algn="l" rtl="0" fontAlgn="b"/>
                      <a:r>
                        <a:rPr lang="en-US" sz="1400" u="none" strike="noStrike">
                          <a:solidFill>
                            <a:schemeClr val="bg1"/>
                          </a:solidFill>
                          <a:effectLst/>
                        </a:rPr>
                        <a:t> </a:t>
                      </a:r>
                      <a:endParaRPr lang="en-US" sz="1400" b="0" i="0" u="none" strike="noStrike">
                        <a:solidFill>
                          <a:schemeClr val="bg1"/>
                        </a:solidFill>
                        <a:effectLst/>
                        <a:latin typeface="Calibri" panose="020F0502020204030204" pitchFamily="34" charset="0"/>
                      </a:endParaRPr>
                    </a:p>
                  </a:txBody>
                  <a:tcPr marL="5416" marR="5416" marT="5416" marB="0" anchor="b">
                    <a:solidFill>
                      <a:schemeClr val="tx1">
                        <a:lumMod val="75000"/>
                        <a:lumOff val="25000"/>
                      </a:schemeClr>
                    </a:solidFill>
                  </a:tcPr>
                </a:tc>
                <a:tc>
                  <a:txBody>
                    <a:bodyPr/>
                    <a:lstStyle/>
                    <a:p>
                      <a:pPr algn="r" rtl="0" fontAlgn="b"/>
                      <a:r>
                        <a:rPr lang="en-US" sz="1400" u="none" strike="noStrike">
                          <a:solidFill>
                            <a:schemeClr val="bg1"/>
                          </a:solidFill>
                          <a:effectLst/>
                        </a:rPr>
                        <a:t>57%</a:t>
                      </a:r>
                      <a:endParaRPr lang="en-US" sz="1400" b="0" i="0" u="none" strike="noStrike" dirty="0">
                        <a:solidFill>
                          <a:schemeClr val="bg1"/>
                        </a:solidFill>
                        <a:effectLst/>
                        <a:latin typeface="Calibri" panose="020F0502020204030204" pitchFamily="34" charset="0"/>
                      </a:endParaRPr>
                    </a:p>
                  </a:txBody>
                  <a:tcPr marL="5416" marR="5416" marT="5416" marB="0" anchor="b">
                    <a:solidFill>
                      <a:schemeClr val="tx1">
                        <a:lumMod val="75000"/>
                        <a:lumOff val="25000"/>
                      </a:schemeClr>
                    </a:solidFill>
                  </a:tcPr>
                </a:tc>
                <a:tc>
                  <a:txBody>
                    <a:bodyPr/>
                    <a:lstStyle/>
                    <a:p>
                      <a:pPr algn="r" rtl="0" fontAlgn="b"/>
                      <a:r>
                        <a:rPr lang="en-US" sz="1400" u="none" strike="noStrike">
                          <a:solidFill>
                            <a:schemeClr val="bg1"/>
                          </a:solidFill>
                          <a:effectLst/>
                        </a:rPr>
                        <a:t>60%</a:t>
                      </a:r>
                      <a:endParaRPr lang="en-US" sz="1400" b="0" i="0" u="none" strike="noStrike">
                        <a:solidFill>
                          <a:schemeClr val="bg1"/>
                        </a:solidFill>
                        <a:effectLst/>
                        <a:latin typeface="Calibri" panose="020F0502020204030204" pitchFamily="34" charset="0"/>
                      </a:endParaRPr>
                    </a:p>
                  </a:txBody>
                  <a:tcPr marL="5416" marR="5416" marT="5416" marB="0" anchor="b">
                    <a:solidFill>
                      <a:schemeClr val="tx1">
                        <a:lumMod val="75000"/>
                        <a:lumOff val="25000"/>
                      </a:schemeClr>
                    </a:solidFill>
                  </a:tcPr>
                </a:tc>
                <a:tc>
                  <a:txBody>
                    <a:bodyPr/>
                    <a:lstStyle/>
                    <a:p>
                      <a:pPr algn="r" rtl="0" fontAlgn="b"/>
                      <a:r>
                        <a:rPr lang="en-US" sz="1400" u="none" strike="noStrike" dirty="0">
                          <a:solidFill>
                            <a:schemeClr val="bg1"/>
                          </a:solidFill>
                          <a:effectLst/>
                        </a:rPr>
                        <a:t>30%</a:t>
                      </a:r>
                      <a:endParaRPr lang="en-US" sz="1400" b="0" i="0" u="none" strike="noStrike" dirty="0">
                        <a:solidFill>
                          <a:schemeClr val="bg1"/>
                        </a:solidFill>
                        <a:effectLst/>
                        <a:latin typeface="Calibri" panose="020F0502020204030204" pitchFamily="34" charset="0"/>
                      </a:endParaRPr>
                    </a:p>
                  </a:txBody>
                  <a:tcPr marL="5416" marR="5416" marT="5416" marB="0" anchor="b">
                    <a:solidFill>
                      <a:schemeClr val="tx1">
                        <a:lumMod val="75000"/>
                        <a:lumOff val="25000"/>
                      </a:schemeClr>
                    </a:solidFill>
                  </a:tcPr>
                </a:tc>
                <a:tc>
                  <a:txBody>
                    <a:bodyPr/>
                    <a:lstStyle/>
                    <a:p>
                      <a:pPr algn="r" rtl="0" fontAlgn="b"/>
                      <a:r>
                        <a:rPr lang="en-US" sz="1400" u="none" strike="noStrike" dirty="0">
                          <a:solidFill>
                            <a:schemeClr val="bg1"/>
                          </a:solidFill>
                          <a:effectLst/>
                        </a:rPr>
                        <a:t>10%</a:t>
                      </a:r>
                      <a:endParaRPr lang="en-US" sz="1400" b="0" i="0" u="none" strike="noStrike" dirty="0">
                        <a:solidFill>
                          <a:schemeClr val="bg1"/>
                        </a:solidFill>
                        <a:effectLst/>
                        <a:latin typeface="Calibri" panose="020F0502020204030204" pitchFamily="34" charset="0"/>
                      </a:endParaRPr>
                    </a:p>
                  </a:txBody>
                  <a:tcPr marL="5416" marR="5416" marT="5416" marB="0" anchor="b">
                    <a:solidFill>
                      <a:schemeClr val="tx1">
                        <a:lumMod val="75000"/>
                        <a:lumOff val="25000"/>
                      </a:schemeClr>
                    </a:solidFill>
                  </a:tcPr>
                </a:tc>
                <a:tc>
                  <a:txBody>
                    <a:bodyPr/>
                    <a:lstStyle/>
                    <a:p>
                      <a:pPr algn="r" rtl="0" fontAlgn="b"/>
                      <a:r>
                        <a:rPr lang="en-US" sz="1400" u="none" strike="noStrike">
                          <a:solidFill>
                            <a:schemeClr val="bg1"/>
                          </a:solidFill>
                          <a:effectLst/>
                        </a:rPr>
                        <a:t>40%</a:t>
                      </a:r>
                      <a:endParaRPr lang="en-US" sz="1400" b="0" i="0" u="none" strike="noStrike">
                        <a:solidFill>
                          <a:schemeClr val="bg1"/>
                        </a:solidFill>
                        <a:effectLst/>
                        <a:latin typeface="Calibri" panose="020F0502020204030204" pitchFamily="34" charset="0"/>
                      </a:endParaRPr>
                    </a:p>
                  </a:txBody>
                  <a:tcPr marL="5416" marR="5416" marT="5416" marB="0" anchor="b">
                    <a:solidFill>
                      <a:schemeClr val="tx1">
                        <a:lumMod val="75000"/>
                        <a:lumOff val="25000"/>
                      </a:schemeClr>
                    </a:solidFill>
                  </a:tcPr>
                </a:tc>
                <a:tc>
                  <a:txBody>
                    <a:bodyPr/>
                    <a:lstStyle/>
                    <a:p>
                      <a:pPr algn="r" rtl="0" fontAlgn="b"/>
                      <a:r>
                        <a:rPr lang="en-US" sz="1400" u="none" strike="noStrike" dirty="0">
                          <a:solidFill>
                            <a:schemeClr val="bg1"/>
                          </a:solidFill>
                          <a:effectLst/>
                        </a:rPr>
                        <a:t>25%</a:t>
                      </a:r>
                      <a:endParaRPr lang="en-US" sz="1400" b="0" i="0" u="none" strike="noStrike" dirty="0">
                        <a:solidFill>
                          <a:schemeClr val="bg1"/>
                        </a:solidFill>
                        <a:effectLst/>
                        <a:latin typeface="Calibri" panose="020F0502020204030204" pitchFamily="34" charset="0"/>
                      </a:endParaRPr>
                    </a:p>
                  </a:txBody>
                  <a:tcPr marL="5416" marR="5416" marT="5416" marB="0" anchor="b">
                    <a:solidFill>
                      <a:schemeClr val="tx1">
                        <a:lumMod val="75000"/>
                        <a:lumOff val="25000"/>
                      </a:schemeClr>
                    </a:solidFill>
                  </a:tcPr>
                </a:tc>
                <a:tc>
                  <a:txBody>
                    <a:bodyPr/>
                    <a:lstStyle/>
                    <a:p>
                      <a:pPr algn="r" rtl="0" fontAlgn="b"/>
                      <a:r>
                        <a:rPr lang="en-US" sz="1400" u="none" strike="noStrike">
                          <a:solidFill>
                            <a:schemeClr val="bg1"/>
                          </a:solidFill>
                          <a:effectLst/>
                        </a:rPr>
                        <a:t>6.5%</a:t>
                      </a:r>
                      <a:endParaRPr lang="en-US" sz="1400" b="0" i="0" u="none" strike="noStrike">
                        <a:solidFill>
                          <a:schemeClr val="bg1"/>
                        </a:solidFill>
                        <a:effectLst/>
                        <a:latin typeface="Calibri" panose="020F0502020204030204" pitchFamily="34" charset="0"/>
                      </a:endParaRPr>
                    </a:p>
                  </a:txBody>
                  <a:tcPr marL="5416" marR="5416" marT="5416" marB="0" anchor="b">
                    <a:solidFill>
                      <a:schemeClr val="tx1">
                        <a:lumMod val="75000"/>
                        <a:lumOff val="25000"/>
                      </a:schemeClr>
                    </a:solidFill>
                  </a:tcPr>
                </a:tc>
                <a:tc>
                  <a:txBody>
                    <a:bodyPr/>
                    <a:lstStyle/>
                    <a:p>
                      <a:pPr algn="r" rtl="0" fontAlgn="b"/>
                      <a:r>
                        <a:rPr lang="en-US" sz="1400" u="none" strike="noStrike">
                          <a:solidFill>
                            <a:schemeClr val="bg1"/>
                          </a:solidFill>
                          <a:effectLst/>
                        </a:rPr>
                        <a:t>5%</a:t>
                      </a:r>
                      <a:endParaRPr lang="en-US" sz="1400" b="0" i="0" u="none" strike="noStrike">
                        <a:solidFill>
                          <a:schemeClr val="bg1"/>
                        </a:solidFill>
                        <a:effectLst/>
                        <a:latin typeface="Calibri" panose="020F0502020204030204" pitchFamily="34" charset="0"/>
                      </a:endParaRPr>
                    </a:p>
                  </a:txBody>
                  <a:tcPr marL="5416" marR="5416" marT="5416" marB="0" anchor="b">
                    <a:solidFill>
                      <a:schemeClr val="tx1">
                        <a:lumMod val="75000"/>
                        <a:lumOff val="25000"/>
                      </a:schemeClr>
                    </a:solidFill>
                  </a:tcPr>
                </a:tc>
                <a:tc>
                  <a:txBody>
                    <a:bodyPr/>
                    <a:lstStyle/>
                    <a:p>
                      <a:pPr algn="r" rtl="0" fontAlgn="b"/>
                      <a:r>
                        <a:rPr lang="en-US" sz="1400" u="none" strike="noStrike">
                          <a:solidFill>
                            <a:schemeClr val="bg1"/>
                          </a:solidFill>
                          <a:effectLst/>
                        </a:rPr>
                        <a:t>95%</a:t>
                      </a:r>
                      <a:endParaRPr lang="en-US" sz="1400" b="0" i="0" u="none" strike="noStrike">
                        <a:solidFill>
                          <a:schemeClr val="bg1"/>
                        </a:solidFill>
                        <a:effectLst/>
                        <a:latin typeface="Calibri" panose="020F0502020204030204" pitchFamily="34" charset="0"/>
                      </a:endParaRPr>
                    </a:p>
                  </a:txBody>
                  <a:tcPr marL="5416" marR="5416" marT="5416" marB="0" anchor="b">
                    <a:solidFill>
                      <a:schemeClr val="tx1">
                        <a:lumMod val="75000"/>
                        <a:lumOff val="25000"/>
                      </a:schemeClr>
                    </a:solidFill>
                  </a:tcPr>
                </a:tc>
                <a:tc>
                  <a:txBody>
                    <a:bodyPr/>
                    <a:lstStyle/>
                    <a:p>
                      <a:pPr algn="r" rtl="0" fontAlgn="b"/>
                      <a:r>
                        <a:rPr lang="en-US" sz="1400" u="none" strike="noStrike" dirty="0">
                          <a:solidFill>
                            <a:schemeClr val="bg1"/>
                          </a:solidFill>
                          <a:effectLst/>
                        </a:rPr>
                        <a:t>22%</a:t>
                      </a:r>
                      <a:endParaRPr lang="en-US" sz="1400" b="0" i="0" u="none" strike="noStrike" dirty="0">
                        <a:solidFill>
                          <a:schemeClr val="bg1"/>
                        </a:solidFill>
                        <a:effectLst/>
                        <a:latin typeface="Calibri" panose="020F0502020204030204" pitchFamily="34" charset="0"/>
                      </a:endParaRPr>
                    </a:p>
                  </a:txBody>
                  <a:tcPr marL="5416" marR="5416" marT="5416" marB="0" anchor="b">
                    <a:solidFill>
                      <a:schemeClr val="tx1">
                        <a:lumMod val="75000"/>
                        <a:lumOff val="25000"/>
                      </a:schemeClr>
                    </a:solidFill>
                  </a:tcPr>
                </a:tc>
                <a:tc>
                  <a:txBody>
                    <a:bodyPr/>
                    <a:lstStyle/>
                    <a:p>
                      <a:pPr algn="l" rtl="0" fontAlgn="b"/>
                      <a:r>
                        <a:rPr lang="en-US" sz="1400" u="none" strike="noStrike" dirty="0">
                          <a:solidFill>
                            <a:schemeClr val="bg1"/>
                          </a:solidFill>
                          <a:effectLst/>
                        </a:rPr>
                        <a:t> 28 </a:t>
                      </a:r>
                      <a:r>
                        <a:rPr lang="ar-LY" sz="1400" u="none" strike="noStrike" dirty="0">
                          <a:solidFill>
                            <a:schemeClr val="bg1"/>
                          </a:solidFill>
                          <a:effectLst/>
                        </a:rPr>
                        <a:t>ث</a:t>
                      </a:r>
                      <a:endParaRPr lang="en-US" sz="1400" b="0" i="0" u="none" strike="noStrike" dirty="0">
                        <a:solidFill>
                          <a:schemeClr val="bg1"/>
                        </a:solidFill>
                        <a:effectLst/>
                        <a:latin typeface="Calibri" panose="020F0502020204030204" pitchFamily="34" charset="0"/>
                      </a:endParaRPr>
                    </a:p>
                  </a:txBody>
                  <a:tcPr marL="5416" marR="5416" marT="5416" marB="0" anchor="b">
                    <a:solidFill>
                      <a:schemeClr val="tx1">
                        <a:lumMod val="75000"/>
                        <a:lumOff val="25000"/>
                      </a:schemeClr>
                    </a:solidFill>
                  </a:tcPr>
                </a:tc>
                <a:tc>
                  <a:txBody>
                    <a:bodyPr/>
                    <a:lstStyle/>
                    <a:p>
                      <a:pPr algn="l" rtl="0" fontAlgn="b"/>
                      <a:r>
                        <a:rPr lang="en-US" sz="1400" u="none" strike="noStrike">
                          <a:solidFill>
                            <a:schemeClr val="bg1"/>
                          </a:solidFill>
                          <a:effectLst/>
                        </a:rPr>
                        <a:t> 98%</a:t>
                      </a:r>
                      <a:endParaRPr lang="en-US" sz="1400" b="0" i="0" u="none" strike="noStrike" dirty="0">
                        <a:solidFill>
                          <a:schemeClr val="bg1"/>
                        </a:solidFill>
                        <a:effectLst/>
                        <a:latin typeface="Calibri" panose="020F0502020204030204" pitchFamily="34" charset="0"/>
                      </a:endParaRPr>
                    </a:p>
                  </a:txBody>
                  <a:tcPr marL="5416" marR="5416" marT="5416" marB="0" anchor="b">
                    <a:solidFill>
                      <a:schemeClr val="tx1">
                        <a:lumMod val="75000"/>
                        <a:lumOff val="25000"/>
                      </a:schemeClr>
                    </a:solidFill>
                  </a:tcPr>
                </a:tc>
                <a:tc>
                  <a:txBody>
                    <a:bodyPr/>
                    <a:lstStyle/>
                    <a:p>
                      <a:pPr algn="l" rtl="0" fontAlgn="b"/>
                      <a:r>
                        <a:rPr lang="en-US" sz="1400" u="none" strike="noStrike" dirty="0">
                          <a:solidFill>
                            <a:schemeClr val="bg1"/>
                          </a:solidFill>
                          <a:effectLst/>
                        </a:rPr>
                        <a:t> 90%</a:t>
                      </a:r>
                      <a:endParaRPr lang="en-US" sz="1400" b="0" i="0" u="none" strike="noStrike" dirty="0">
                        <a:solidFill>
                          <a:schemeClr val="bg1"/>
                        </a:solidFill>
                        <a:effectLst/>
                        <a:latin typeface="Calibri" panose="020F0502020204030204" pitchFamily="34" charset="0"/>
                      </a:endParaRPr>
                    </a:p>
                  </a:txBody>
                  <a:tcPr marL="5416" marR="5416" marT="5416" marB="0" anchor="b">
                    <a:solidFill>
                      <a:schemeClr val="tx1">
                        <a:lumMod val="75000"/>
                        <a:lumOff val="25000"/>
                      </a:schemeClr>
                    </a:solidFill>
                  </a:tcPr>
                </a:tc>
                <a:extLst>
                  <a:ext uri="{0D108BD9-81ED-4DB2-BD59-A6C34878D82A}">
                    <a16:rowId xmlns:a16="http://schemas.microsoft.com/office/drawing/2014/main" val="1919458048"/>
                  </a:ext>
                </a:extLst>
              </a:tr>
              <a:tr h="157068">
                <a:tc>
                  <a:txBody>
                    <a:bodyPr/>
                    <a:lstStyle/>
                    <a:p>
                      <a:pPr algn="r" rtl="1" fontAlgn="b"/>
                      <a:r>
                        <a:rPr lang="ar-LY" sz="1100" u="none" strike="noStrike" dirty="0">
                          <a:solidFill>
                            <a:srgbClr val="990099"/>
                          </a:solidFill>
                          <a:effectLst/>
                          <a:cs typeface="+mj-cs"/>
                        </a:rPr>
                        <a:t>المحفظة ومنصة التسويق الالكترونية</a:t>
                      </a:r>
                      <a:endParaRPr lang="ar-LY" sz="1100" b="0" i="0" u="none" strike="noStrike" dirty="0">
                        <a:solidFill>
                          <a:srgbClr val="990099"/>
                        </a:solidFill>
                        <a:effectLst/>
                        <a:latin typeface="Calibri" panose="020F0502020204030204" pitchFamily="34" charset="0"/>
                        <a:cs typeface="+mj-cs"/>
                      </a:endParaRPr>
                    </a:p>
                  </a:txBody>
                  <a:tcPr marL="5416" marR="5416" marT="5416" marB="0" anchor="b">
                    <a:solidFill>
                      <a:schemeClr val="bg1">
                        <a:lumMod val="85000"/>
                      </a:schemeClr>
                    </a:solidFill>
                  </a:tcPr>
                </a:tc>
                <a:tc>
                  <a:txBody>
                    <a:bodyPr/>
                    <a:lstStyle/>
                    <a:p>
                      <a:pPr algn="l" rtl="0" fontAlgn="b"/>
                      <a:endParaRPr lang="en-US" sz="1400" b="0" i="0" u="none" strike="noStrike" dirty="0">
                        <a:solidFill>
                          <a:srgbClr val="000000"/>
                        </a:solidFill>
                        <a:effectLst/>
                        <a:latin typeface="Wingdings" panose="05000000000000000000" pitchFamily="2" charset="2"/>
                      </a:endParaRPr>
                    </a:p>
                  </a:txBody>
                  <a:tcPr marL="5416" marR="5416" marT="5416" marB="0" anchor="b">
                    <a:solidFill>
                      <a:srgbClr val="990099"/>
                    </a:solidFill>
                  </a:tcPr>
                </a:tc>
                <a:tc>
                  <a:txBody>
                    <a:bodyPr/>
                    <a:lstStyle/>
                    <a:p>
                      <a:pPr algn="l" rtl="0" fontAlgn="b"/>
                      <a:endParaRPr lang="en-US" sz="1400" b="0" i="0" u="none" strike="noStrike" dirty="0">
                        <a:solidFill>
                          <a:srgbClr val="000000"/>
                        </a:solidFill>
                        <a:effectLst/>
                        <a:latin typeface="Calibri" panose="020F0502020204030204" pitchFamily="34" charset="0"/>
                      </a:endParaRPr>
                    </a:p>
                  </a:txBody>
                  <a:tcPr marL="5416" marR="5416" marT="5416" marB="0" anchor="b"/>
                </a:tc>
                <a:tc>
                  <a:txBody>
                    <a:bodyPr/>
                    <a:lstStyle/>
                    <a:p>
                      <a:pPr algn="l" rtl="0" fontAlgn="b"/>
                      <a:endParaRPr lang="en-US" sz="1400" b="0" i="0" u="none" strike="noStrike" dirty="0">
                        <a:solidFill>
                          <a:srgbClr val="000000"/>
                        </a:solidFill>
                        <a:effectLst/>
                        <a:latin typeface="Calibri" panose="020F0502020204030204" pitchFamily="34" charset="0"/>
                      </a:endParaRPr>
                    </a:p>
                  </a:txBody>
                  <a:tcPr marL="5416" marR="5416" marT="5416" marB="0" anchor="b"/>
                </a:tc>
                <a:tc>
                  <a:txBody>
                    <a:bodyPr/>
                    <a:lstStyle/>
                    <a:p>
                      <a:pPr algn="l" rtl="0" fontAlgn="b"/>
                      <a:endParaRPr lang="en-US" sz="1400" b="0" i="0" u="none" strike="noStrike" dirty="0">
                        <a:solidFill>
                          <a:srgbClr val="000000"/>
                        </a:solidFill>
                        <a:effectLst/>
                        <a:latin typeface="Wingdings" panose="05000000000000000000" pitchFamily="2" charset="2"/>
                      </a:endParaRPr>
                    </a:p>
                  </a:txBody>
                  <a:tcPr marL="5416" marR="5416" marT="5416" marB="0" anchor="b">
                    <a:solidFill>
                      <a:srgbClr val="990099"/>
                    </a:solidFill>
                  </a:tcPr>
                </a:tc>
                <a:tc>
                  <a:txBody>
                    <a:bodyPr/>
                    <a:lstStyle/>
                    <a:p>
                      <a:pPr algn="l" rtl="0" fontAlgn="b"/>
                      <a:endParaRPr lang="en-US" sz="1400" b="0" i="0" u="none" strike="noStrike" dirty="0">
                        <a:solidFill>
                          <a:srgbClr val="000000"/>
                        </a:solidFill>
                        <a:effectLst/>
                        <a:latin typeface="Calibri" panose="020F0502020204030204" pitchFamily="34" charset="0"/>
                      </a:endParaRPr>
                    </a:p>
                  </a:txBody>
                  <a:tcPr marL="5416" marR="5416" marT="5416" marB="0" anchor="b"/>
                </a:tc>
                <a:tc>
                  <a:txBody>
                    <a:bodyPr/>
                    <a:lstStyle/>
                    <a:p>
                      <a:pPr algn="l" rtl="0" fontAlgn="b"/>
                      <a:endParaRPr lang="en-US" sz="1400" b="0" i="0" u="none" strike="noStrike" dirty="0">
                        <a:solidFill>
                          <a:srgbClr val="000000"/>
                        </a:solidFill>
                        <a:effectLst/>
                        <a:latin typeface="Calibri" panose="020F0502020204030204" pitchFamily="34" charset="0"/>
                      </a:endParaRPr>
                    </a:p>
                  </a:txBody>
                  <a:tcPr marL="5416" marR="5416" marT="5416" marB="0" anchor="b"/>
                </a:tc>
                <a:tc>
                  <a:txBody>
                    <a:bodyPr/>
                    <a:lstStyle/>
                    <a:p>
                      <a:pPr algn="l" rtl="0" fontAlgn="b"/>
                      <a:endParaRPr lang="en-US" sz="1400" b="0" i="0" u="none" strike="noStrike" dirty="0">
                        <a:solidFill>
                          <a:srgbClr val="000000"/>
                        </a:solidFill>
                        <a:effectLst/>
                        <a:latin typeface="Wingdings" panose="05000000000000000000" pitchFamily="2" charset="2"/>
                      </a:endParaRPr>
                    </a:p>
                  </a:txBody>
                  <a:tcPr marL="5416" marR="5416" marT="5416" marB="0" anchor="b">
                    <a:solidFill>
                      <a:srgbClr val="990099"/>
                    </a:solidFill>
                  </a:tcPr>
                </a:tc>
                <a:tc>
                  <a:txBody>
                    <a:bodyPr/>
                    <a:lstStyle/>
                    <a:p>
                      <a:pPr algn="l" rtl="0" fontAlgn="b"/>
                      <a:endParaRPr lang="en-US" sz="1400" b="0" i="0" u="none" strike="noStrike" dirty="0">
                        <a:solidFill>
                          <a:srgbClr val="000000"/>
                        </a:solidFill>
                        <a:effectLst/>
                        <a:latin typeface="Wingdings" panose="05000000000000000000" pitchFamily="2" charset="2"/>
                      </a:endParaRPr>
                    </a:p>
                  </a:txBody>
                  <a:tcPr marL="5416" marR="5416" marT="5416" marB="0" anchor="b">
                    <a:solidFill>
                      <a:srgbClr val="990099"/>
                    </a:solidFill>
                  </a:tcPr>
                </a:tc>
                <a:tc>
                  <a:txBody>
                    <a:bodyPr/>
                    <a:lstStyle/>
                    <a:p>
                      <a:pPr algn="l" rtl="0" fontAlgn="b"/>
                      <a:endParaRPr lang="en-US" sz="1400" b="0" i="0" u="none" strike="noStrike" dirty="0">
                        <a:solidFill>
                          <a:srgbClr val="000000"/>
                        </a:solidFill>
                        <a:effectLst/>
                        <a:latin typeface="Calibri" panose="020F0502020204030204" pitchFamily="34" charset="0"/>
                      </a:endParaRPr>
                    </a:p>
                  </a:txBody>
                  <a:tcPr marL="5416" marR="5416" marT="5416" marB="0" anchor="b"/>
                </a:tc>
                <a:tc>
                  <a:txBody>
                    <a:bodyPr/>
                    <a:lstStyle/>
                    <a:p>
                      <a:pPr algn="l" rtl="0" fontAlgn="b"/>
                      <a:endParaRPr lang="en-US" sz="1400" b="0" i="0" u="none" strike="noStrike" dirty="0">
                        <a:solidFill>
                          <a:srgbClr val="000000"/>
                        </a:solidFill>
                        <a:effectLst/>
                        <a:latin typeface="Wingdings" panose="05000000000000000000" pitchFamily="2" charset="2"/>
                      </a:endParaRPr>
                    </a:p>
                  </a:txBody>
                  <a:tcPr marL="5416" marR="5416" marT="5416" marB="0" anchor="b">
                    <a:solidFill>
                      <a:srgbClr val="990099"/>
                    </a:solidFill>
                  </a:tcPr>
                </a:tc>
                <a:tc>
                  <a:txBody>
                    <a:bodyPr/>
                    <a:lstStyle/>
                    <a:p>
                      <a:pPr algn="l" rtl="0" fontAlgn="b"/>
                      <a:r>
                        <a:rPr lang="en-US" sz="1400" u="none" strike="noStrike" dirty="0">
                          <a:effectLst/>
                        </a:rPr>
                        <a:t> </a:t>
                      </a:r>
                      <a:endParaRPr lang="en-US" sz="1400" b="0" i="0" u="none" strike="noStrike" dirty="0">
                        <a:solidFill>
                          <a:srgbClr val="000000"/>
                        </a:solidFill>
                        <a:effectLst/>
                        <a:latin typeface="Calibri" panose="020F0502020204030204" pitchFamily="34" charset="0"/>
                      </a:endParaRPr>
                    </a:p>
                  </a:txBody>
                  <a:tcPr marL="5416" marR="5416" marT="5416" marB="0" anchor="b"/>
                </a:tc>
                <a:tc>
                  <a:txBody>
                    <a:bodyPr/>
                    <a:lstStyle/>
                    <a:p>
                      <a:pPr algn="l" rtl="0" fontAlgn="b"/>
                      <a:r>
                        <a:rPr lang="en-US" sz="1400" u="none" strike="noStrike" dirty="0">
                          <a:effectLst/>
                        </a:rPr>
                        <a:t> </a:t>
                      </a:r>
                      <a:endParaRPr lang="en-US" sz="1400" b="0" i="0" u="none" strike="noStrike" dirty="0">
                        <a:solidFill>
                          <a:srgbClr val="000000"/>
                        </a:solidFill>
                        <a:effectLst/>
                        <a:latin typeface="Calibri" panose="020F0502020204030204" pitchFamily="34" charset="0"/>
                      </a:endParaRPr>
                    </a:p>
                  </a:txBody>
                  <a:tcPr marL="5416" marR="5416" marT="5416" marB="0" anchor="b"/>
                </a:tc>
                <a:tc>
                  <a:txBody>
                    <a:bodyPr/>
                    <a:lstStyle/>
                    <a:p>
                      <a:pPr algn="l" rtl="0" fontAlgn="b"/>
                      <a:r>
                        <a:rPr lang="en-US" sz="1400" u="none" strike="noStrike" dirty="0">
                          <a:effectLst/>
                        </a:rPr>
                        <a:t> </a:t>
                      </a:r>
                      <a:endParaRPr lang="en-US" sz="1400" b="0" i="0" u="none" strike="noStrike" dirty="0">
                        <a:solidFill>
                          <a:srgbClr val="000000"/>
                        </a:solidFill>
                        <a:effectLst/>
                        <a:latin typeface="Calibri" panose="020F0502020204030204" pitchFamily="34" charset="0"/>
                      </a:endParaRPr>
                    </a:p>
                  </a:txBody>
                  <a:tcPr marL="5416" marR="5416" marT="5416" marB="0" anchor="b"/>
                </a:tc>
                <a:extLst>
                  <a:ext uri="{0D108BD9-81ED-4DB2-BD59-A6C34878D82A}">
                    <a16:rowId xmlns:a16="http://schemas.microsoft.com/office/drawing/2014/main" val="535216651"/>
                  </a:ext>
                </a:extLst>
              </a:tr>
              <a:tr h="189747">
                <a:tc>
                  <a:txBody>
                    <a:bodyPr/>
                    <a:lstStyle/>
                    <a:p>
                      <a:pPr algn="r" rtl="1" fontAlgn="b"/>
                      <a:r>
                        <a:rPr lang="ar-LY" sz="1400" u="none" strike="noStrike" dirty="0">
                          <a:solidFill>
                            <a:srgbClr val="990099"/>
                          </a:solidFill>
                          <a:effectLst/>
                          <a:cs typeface="+mj-cs"/>
                        </a:rPr>
                        <a:t>مشروع المنصة الوطنية للتعليم</a:t>
                      </a:r>
                      <a:endParaRPr lang="ar-LY" sz="1400" b="0" i="0" u="none" strike="noStrike" dirty="0">
                        <a:solidFill>
                          <a:srgbClr val="990099"/>
                        </a:solidFill>
                        <a:effectLst/>
                        <a:latin typeface="Calibri" panose="020F0502020204030204" pitchFamily="34" charset="0"/>
                        <a:cs typeface="+mj-cs"/>
                      </a:endParaRPr>
                    </a:p>
                  </a:txBody>
                  <a:tcPr marL="5416" marR="5416" marT="5416" marB="0" anchor="b">
                    <a:solidFill>
                      <a:schemeClr val="bg1">
                        <a:lumMod val="85000"/>
                      </a:schemeClr>
                    </a:solidFill>
                  </a:tcPr>
                </a:tc>
                <a:tc>
                  <a:txBody>
                    <a:bodyPr/>
                    <a:lstStyle/>
                    <a:p>
                      <a:pPr algn="l" rtl="0" fontAlgn="b"/>
                      <a:endParaRPr lang="en-US" sz="1400" b="0" i="0" u="none" strike="noStrike" dirty="0">
                        <a:solidFill>
                          <a:srgbClr val="000000"/>
                        </a:solidFill>
                        <a:effectLst/>
                        <a:latin typeface="Wingdings" panose="05000000000000000000" pitchFamily="2" charset="2"/>
                      </a:endParaRPr>
                    </a:p>
                  </a:txBody>
                  <a:tcPr marL="5416" marR="5416" marT="5416" marB="0" anchor="b">
                    <a:solidFill>
                      <a:srgbClr val="990099"/>
                    </a:solidFill>
                  </a:tcPr>
                </a:tc>
                <a:tc>
                  <a:txBody>
                    <a:bodyPr/>
                    <a:lstStyle/>
                    <a:p>
                      <a:pPr algn="l" rtl="0" fontAlgn="b"/>
                      <a:endParaRPr lang="en-US" sz="1400" b="0" i="0" u="none" strike="noStrike" dirty="0">
                        <a:solidFill>
                          <a:srgbClr val="000000"/>
                        </a:solidFill>
                        <a:effectLst/>
                        <a:latin typeface="Calibri" panose="020F0502020204030204" pitchFamily="34" charset="0"/>
                      </a:endParaRPr>
                    </a:p>
                  </a:txBody>
                  <a:tcPr marL="5416" marR="5416" marT="5416" marB="0" anchor="b"/>
                </a:tc>
                <a:tc>
                  <a:txBody>
                    <a:bodyPr/>
                    <a:lstStyle/>
                    <a:p>
                      <a:pPr algn="l" rtl="0" fontAlgn="b"/>
                      <a:endParaRPr lang="en-US" sz="1400" b="0" i="0" u="none" strike="noStrike">
                        <a:solidFill>
                          <a:srgbClr val="000000"/>
                        </a:solidFill>
                        <a:effectLst/>
                        <a:latin typeface="Calibri" panose="020F0502020204030204" pitchFamily="34" charset="0"/>
                      </a:endParaRPr>
                    </a:p>
                  </a:txBody>
                  <a:tcPr marL="5416" marR="5416" marT="5416" marB="0" anchor="b"/>
                </a:tc>
                <a:tc>
                  <a:txBody>
                    <a:bodyPr/>
                    <a:lstStyle/>
                    <a:p>
                      <a:pPr algn="l" rtl="0" fontAlgn="b"/>
                      <a:endParaRPr lang="en-US" sz="1400" b="0" i="0" u="none" strike="noStrike" dirty="0">
                        <a:solidFill>
                          <a:srgbClr val="000000"/>
                        </a:solidFill>
                        <a:effectLst/>
                        <a:latin typeface="Wingdings" panose="05000000000000000000" pitchFamily="2" charset="2"/>
                      </a:endParaRPr>
                    </a:p>
                  </a:txBody>
                  <a:tcPr marL="5416" marR="5416" marT="5416" marB="0" anchor="b">
                    <a:solidFill>
                      <a:srgbClr val="990099"/>
                    </a:solidFill>
                  </a:tcPr>
                </a:tc>
                <a:tc>
                  <a:txBody>
                    <a:bodyPr/>
                    <a:lstStyle/>
                    <a:p>
                      <a:pPr algn="l" rtl="0" fontAlgn="b"/>
                      <a:endParaRPr lang="en-US" sz="1400" b="0" i="0" u="none" strike="noStrike">
                        <a:solidFill>
                          <a:srgbClr val="000000"/>
                        </a:solidFill>
                        <a:effectLst/>
                        <a:latin typeface="Calibri" panose="020F0502020204030204" pitchFamily="34" charset="0"/>
                      </a:endParaRPr>
                    </a:p>
                  </a:txBody>
                  <a:tcPr marL="5416" marR="5416" marT="5416" marB="0" anchor="b"/>
                </a:tc>
                <a:tc>
                  <a:txBody>
                    <a:bodyPr/>
                    <a:lstStyle/>
                    <a:p>
                      <a:pPr algn="l" rtl="0" fontAlgn="b"/>
                      <a:endParaRPr lang="en-US" sz="1400" b="0" i="0" u="none" strike="noStrike">
                        <a:solidFill>
                          <a:srgbClr val="000000"/>
                        </a:solidFill>
                        <a:effectLst/>
                        <a:latin typeface="Calibri" panose="020F0502020204030204" pitchFamily="34" charset="0"/>
                      </a:endParaRPr>
                    </a:p>
                  </a:txBody>
                  <a:tcPr marL="5416" marR="5416" marT="5416" marB="0" anchor="b"/>
                </a:tc>
                <a:tc>
                  <a:txBody>
                    <a:bodyPr/>
                    <a:lstStyle/>
                    <a:p>
                      <a:pPr algn="l" rtl="0" fontAlgn="b"/>
                      <a:endParaRPr lang="en-US" sz="1400" b="0" i="0" u="none" strike="noStrike">
                        <a:solidFill>
                          <a:srgbClr val="000000"/>
                        </a:solidFill>
                        <a:effectLst/>
                        <a:latin typeface="Wingdings" panose="05000000000000000000" pitchFamily="2" charset="2"/>
                      </a:endParaRPr>
                    </a:p>
                  </a:txBody>
                  <a:tcPr marL="5416" marR="5416" marT="5416" marB="0" anchor="b">
                    <a:solidFill>
                      <a:srgbClr val="990099"/>
                    </a:solidFill>
                  </a:tcPr>
                </a:tc>
                <a:tc>
                  <a:txBody>
                    <a:bodyPr/>
                    <a:lstStyle/>
                    <a:p>
                      <a:pPr algn="l" rtl="0" fontAlgn="b"/>
                      <a:endParaRPr lang="en-US" sz="1400" b="0" i="0" u="none" strike="noStrike" dirty="0">
                        <a:solidFill>
                          <a:srgbClr val="000000"/>
                        </a:solidFill>
                        <a:effectLst/>
                        <a:latin typeface="Wingdings" panose="05000000000000000000" pitchFamily="2" charset="2"/>
                      </a:endParaRPr>
                    </a:p>
                  </a:txBody>
                  <a:tcPr marL="5416" marR="5416" marT="5416" marB="0" anchor="b">
                    <a:solidFill>
                      <a:srgbClr val="990099"/>
                    </a:solidFill>
                  </a:tcPr>
                </a:tc>
                <a:tc>
                  <a:txBody>
                    <a:bodyPr/>
                    <a:lstStyle/>
                    <a:p>
                      <a:pPr algn="l" rtl="0" fontAlgn="b"/>
                      <a:endParaRPr lang="en-US" sz="1400" b="0" i="0" u="none" strike="noStrike">
                        <a:solidFill>
                          <a:srgbClr val="000000"/>
                        </a:solidFill>
                        <a:effectLst/>
                        <a:latin typeface="Calibri" panose="020F0502020204030204" pitchFamily="34" charset="0"/>
                      </a:endParaRPr>
                    </a:p>
                  </a:txBody>
                  <a:tcPr marL="5416" marR="5416" marT="5416" marB="0" anchor="b"/>
                </a:tc>
                <a:tc>
                  <a:txBody>
                    <a:bodyPr/>
                    <a:lstStyle/>
                    <a:p>
                      <a:pPr algn="l" rtl="0" fontAlgn="b"/>
                      <a:endParaRPr lang="en-US" sz="1400" b="0" i="0" u="none" strike="noStrike" dirty="0">
                        <a:solidFill>
                          <a:srgbClr val="000000"/>
                        </a:solidFill>
                        <a:effectLst/>
                        <a:latin typeface="Wingdings" panose="05000000000000000000" pitchFamily="2" charset="2"/>
                      </a:endParaRPr>
                    </a:p>
                  </a:txBody>
                  <a:tcPr marL="5416" marR="5416" marT="5416" marB="0" anchor="b">
                    <a:solidFill>
                      <a:srgbClr val="990099"/>
                    </a:solidFill>
                  </a:tcPr>
                </a:tc>
                <a:tc>
                  <a:txBody>
                    <a:bodyPr/>
                    <a:lstStyle/>
                    <a:p>
                      <a:pPr algn="l" rtl="0" fontAlgn="b"/>
                      <a:r>
                        <a:rPr lang="en-US" sz="1400" u="none" strike="noStrike">
                          <a:effectLst/>
                        </a:rPr>
                        <a:t> </a:t>
                      </a:r>
                      <a:endParaRPr lang="en-US" sz="1400" b="0" i="0" u="none" strike="noStrike">
                        <a:solidFill>
                          <a:srgbClr val="000000"/>
                        </a:solidFill>
                        <a:effectLst/>
                        <a:latin typeface="Calibri" panose="020F0502020204030204" pitchFamily="34" charset="0"/>
                      </a:endParaRPr>
                    </a:p>
                  </a:txBody>
                  <a:tcPr marL="5416" marR="5416" marT="5416" marB="0" anchor="b"/>
                </a:tc>
                <a:tc>
                  <a:txBody>
                    <a:bodyPr/>
                    <a:lstStyle/>
                    <a:p>
                      <a:pPr algn="l" rtl="0" fontAlgn="b"/>
                      <a:r>
                        <a:rPr lang="en-US" sz="1400" u="none" strike="noStrike">
                          <a:effectLst/>
                        </a:rPr>
                        <a:t> </a:t>
                      </a:r>
                      <a:endParaRPr lang="en-US" sz="1400" b="0" i="0" u="none" strike="noStrike">
                        <a:solidFill>
                          <a:srgbClr val="000000"/>
                        </a:solidFill>
                        <a:effectLst/>
                        <a:latin typeface="Calibri" panose="020F0502020204030204" pitchFamily="34" charset="0"/>
                      </a:endParaRPr>
                    </a:p>
                  </a:txBody>
                  <a:tcPr marL="5416" marR="5416" marT="5416" marB="0" anchor="b"/>
                </a:tc>
                <a:tc>
                  <a:txBody>
                    <a:bodyPr/>
                    <a:lstStyle/>
                    <a:p>
                      <a:pPr algn="l" rtl="0" fontAlgn="b"/>
                      <a:r>
                        <a:rPr lang="en-US" sz="1400" u="none" strike="noStrike" dirty="0">
                          <a:effectLst/>
                        </a:rPr>
                        <a:t> </a:t>
                      </a:r>
                      <a:endParaRPr lang="en-US" sz="1400" b="0" i="0" u="none" strike="noStrike" dirty="0">
                        <a:solidFill>
                          <a:srgbClr val="000000"/>
                        </a:solidFill>
                        <a:effectLst/>
                        <a:latin typeface="Calibri" panose="020F0502020204030204" pitchFamily="34" charset="0"/>
                      </a:endParaRPr>
                    </a:p>
                  </a:txBody>
                  <a:tcPr marL="5416" marR="5416" marT="5416" marB="0" anchor="b"/>
                </a:tc>
                <a:extLst>
                  <a:ext uri="{0D108BD9-81ED-4DB2-BD59-A6C34878D82A}">
                    <a16:rowId xmlns:a16="http://schemas.microsoft.com/office/drawing/2014/main" val="2240359917"/>
                  </a:ext>
                </a:extLst>
              </a:tr>
              <a:tr h="157068">
                <a:tc>
                  <a:txBody>
                    <a:bodyPr/>
                    <a:lstStyle/>
                    <a:p>
                      <a:pPr algn="r" rtl="1" fontAlgn="b"/>
                      <a:r>
                        <a:rPr lang="ar-LY" sz="1400" u="none" strike="noStrike" dirty="0">
                          <a:solidFill>
                            <a:srgbClr val="990099"/>
                          </a:solidFill>
                          <a:effectLst/>
                          <a:cs typeface="+mj-cs"/>
                        </a:rPr>
                        <a:t>مشروع المنصة الوطنية للصحة</a:t>
                      </a:r>
                      <a:endParaRPr lang="ar-LY" sz="1400" b="0" i="0" u="none" strike="noStrike" dirty="0">
                        <a:solidFill>
                          <a:srgbClr val="990099"/>
                        </a:solidFill>
                        <a:effectLst/>
                        <a:latin typeface="Calibri" panose="020F0502020204030204" pitchFamily="34" charset="0"/>
                        <a:cs typeface="+mj-cs"/>
                      </a:endParaRPr>
                    </a:p>
                  </a:txBody>
                  <a:tcPr marL="5416" marR="5416" marT="5416" marB="0" anchor="b">
                    <a:solidFill>
                      <a:schemeClr val="bg1">
                        <a:lumMod val="85000"/>
                      </a:schemeClr>
                    </a:solidFill>
                  </a:tcPr>
                </a:tc>
                <a:tc>
                  <a:txBody>
                    <a:bodyPr/>
                    <a:lstStyle/>
                    <a:p>
                      <a:pPr algn="l" rtl="0" fontAlgn="b"/>
                      <a:endParaRPr lang="en-US" sz="1400" b="0" i="0" u="none" strike="noStrike" dirty="0">
                        <a:solidFill>
                          <a:srgbClr val="000000"/>
                        </a:solidFill>
                        <a:effectLst/>
                        <a:latin typeface="Wingdings" panose="05000000000000000000" pitchFamily="2" charset="2"/>
                      </a:endParaRPr>
                    </a:p>
                  </a:txBody>
                  <a:tcPr marL="5416" marR="5416" marT="5416" marB="0" anchor="b">
                    <a:solidFill>
                      <a:srgbClr val="990099"/>
                    </a:solidFill>
                  </a:tcPr>
                </a:tc>
                <a:tc>
                  <a:txBody>
                    <a:bodyPr/>
                    <a:lstStyle/>
                    <a:p>
                      <a:pPr algn="l" rtl="0" fontAlgn="b"/>
                      <a:endParaRPr lang="en-US" sz="1400" b="0" i="0" u="none" strike="noStrike">
                        <a:solidFill>
                          <a:srgbClr val="000000"/>
                        </a:solidFill>
                        <a:effectLst/>
                        <a:latin typeface="Calibri" panose="020F0502020204030204" pitchFamily="34" charset="0"/>
                      </a:endParaRPr>
                    </a:p>
                  </a:txBody>
                  <a:tcPr marL="5416" marR="5416" marT="5416" marB="0" anchor="b"/>
                </a:tc>
                <a:tc>
                  <a:txBody>
                    <a:bodyPr/>
                    <a:lstStyle/>
                    <a:p>
                      <a:pPr algn="l" rtl="0" fontAlgn="b"/>
                      <a:endParaRPr lang="en-US" sz="1400" b="0" i="0" u="none" strike="noStrike">
                        <a:solidFill>
                          <a:srgbClr val="000000"/>
                        </a:solidFill>
                        <a:effectLst/>
                        <a:latin typeface="Calibri" panose="020F0502020204030204" pitchFamily="34" charset="0"/>
                      </a:endParaRPr>
                    </a:p>
                  </a:txBody>
                  <a:tcPr marL="5416" marR="5416" marT="5416" marB="0" anchor="b"/>
                </a:tc>
                <a:tc>
                  <a:txBody>
                    <a:bodyPr/>
                    <a:lstStyle/>
                    <a:p>
                      <a:pPr algn="l" rtl="0" fontAlgn="b"/>
                      <a:endParaRPr lang="en-US" sz="1400" b="0" i="0" u="none" strike="noStrike" dirty="0">
                        <a:solidFill>
                          <a:srgbClr val="000000"/>
                        </a:solidFill>
                        <a:effectLst/>
                        <a:latin typeface="Wingdings" panose="05000000000000000000" pitchFamily="2" charset="2"/>
                      </a:endParaRPr>
                    </a:p>
                  </a:txBody>
                  <a:tcPr marL="5416" marR="5416" marT="5416" marB="0" anchor="b">
                    <a:solidFill>
                      <a:srgbClr val="990099"/>
                    </a:solidFill>
                  </a:tcPr>
                </a:tc>
                <a:tc>
                  <a:txBody>
                    <a:bodyPr/>
                    <a:lstStyle/>
                    <a:p>
                      <a:pPr algn="l" rtl="0" fontAlgn="b"/>
                      <a:endParaRPr lang="en-US" sz="1400" b="0" i="0" u="none" strike="noStrike">
                        <a:solidFill>
                          <a:srgbClr val="000000"/>
                        </a:solidFill>
                        <a:effectLst/>
                        <a:latin typeface="Calibri" panose="020F0502020204030204" pitchFamily="34" charset="0"/>
                      </a:endParaRPr>
                    </a:p>
                  </a:txBody>
                  <a:tcPr marL="5416" marR="5416" marT="5416" marB="0" anchor="b"/>
                </a:tc>
                <a:tc>
                  <a:txBody>
                    <a:bodyPr/>
                    <a:lstStyle/>
                    <a:p>
                      <a:pPr algn="l" rtl="0" fontAlgn="b"/>
                      <a:endParaRPr lang="en-US" sz="1400" b="0" i="0" u="none" strike="noStrike">
                        <a:solidFill>
                          <a:srgbClr val="000000"/>
                        </a:solidFill>
                        <a:effectLst/>
                        <a:latin typeface="Calibri" panose="020F0502020204030204" pitchFamily="34" charset="0"/>
                      </a:endParaRPr>
                    </a:p>
                  </a:txBody>
                  <a:tcPr marL="5416" marR="5416" marT="5416" marB="0" anchor="b"/>
                </a:tc>
                <a:tc>
                  <a:txBody>
                    <a:bodyPr/>
                    <a:lstStyle/>
                    <a:p>
                      <a:pPr algn="l" rtl="0" fontAlgn="b"/>
                      <a:endParaRPr lang="en-US" sz="1400" b="0" i="0" u="none" strike="noStrike">
                        <a:solidFill>
                          <a:srgbClr val="000000"/>
                        </a:solidFill>
                        <a:effectLst/>
                        <a:latin typeface="Wingdings" panose="05000000000000000000" pitchFamily="2" charset="2"/>
                      </a:endParaRPr>
                    </a:p>
                  </a:txBody>
                  <a:tcPr marL="5416" marR="5416" marT="5416" marB="0" anchor="b">
                    <a:solidFill>
                      <a:srgbClr val="990099"/>
                    </a:solidFill>
                  </a:tcPr>
                </a:tc>
                <a:tc>
                  <a:txBody>
                    <a:bodyPr/>
                    <a:lstStyle/>
                    <a:p>
                      <a:pPr algn="l" rtl="0" fontAlgn="b"/>
                      <a:endParaRPr lang="en-US" sz="1400" b="0" i="0" u="none" strike="noStrike" dirty="0">
                        <a:solidFill>
                          <a:srgbClr val="000000"/>
                        </a:solidFill>
                        <a:effectLst/>
                        <a:latin typeface="Wingdings" panose="05000000000000000000" pitchFamily="2" charset="2"/>
                      </a:endParaRPr>
                    </a:p>
                  </a:txBody>
                  <a:tcPr marL="5416" marR="5416" marT="5416" marB="0" anchor="b">
                    <a:solidFill>
                      <a:srgbClr val="990099"/>
                    </a:solidFill>
                  </a:tcPr>
                </a:tc>
                <a:tc>
                  <a:txBody>
                    <a:bodyPr/>
                    <a:lstStyle/>
                    <a:p>
                      <a:pPr algn="l" rtl="0" fontAlgn="b"/>
                      <a:endParaRPr lang="en-US" sz="1400" b="0" i="0" u="none" strike="noStrike">
                        <a:solidFill>
                          <a:srgbClr val="000000"/>
                        </a:solidFill>
                        <a:effectLst/>
                        <a:latin typeface="Calibri" panose="020F0502020204030204" pitchFamily="34" charset="0"/>
                      </a:endParaRPr>
                    </a:p>
                  </a:txBody>
                  <a:tcPr marL="5416" marR="5416" marT="5416" marB="0" anchor="b"/>
                </a:tc>
                <a:tc>
                  <a:txBody>
                    <a:bodyPr/>
                    <a:lstStyle/>
                    <a:p>
                      <a:pPr algn="l" rtl="0" fontAlgn="b"/>
                      <a:endParaRPr lang="en-US" sz="1400" b="0" i="0" u="none" strike="noStrike" dirty="0">
                        <a:solidFill>
                          <a:srgbClr val="000000"/>
                        </a:solidFill>
                        <a:effectLst/>
                        <a:latin typeface="Wingdings" panose="05000000000000000000" pitchFamily="2" charset="2"/>
                      </a:endParaRPr>
                    </a:p>
                  </a:txBody>
                  <a:tcPr marL="5416" marR="5416" marT="5416" marB="0" anchor="b">
                    <a:solidFill>
                      <a:srgbClr val="990099"/>
                    </a:solidFill>
                  </a:tcPr>
                </a:tc>
                <a:tc>
                  <a:txBody>
                    <a:bodyPr/>
                    <a:lstStyle/>
                    <a:p>
                      <a:pPr algn="l" rtl="0" fontAlgn="b"/>
                      <a:r>
                        <a:rPr lang="en-US" sz="1400" u="none" strike="noStrike">
                          <a:effectLst/>
                        </a:rPr>
                        <a:t> </a:t>
                      </a:r>
                      <a:endParaRPr lang="en-US" sz="1400" b="0" i="0" u="none" strike="noStrike">
                        <a:solidFill>
                          <a:srgbClr val="000000"/>
                        </a:solidFill>
                        <a:effectLst/>
                        <a:latin typeface="Calibri" panose="020F0502020204030204" pitchFamily="34" charset="0"/>
                      </a:endParaRPr>
                    </a:p>
                  </a:txBody>
                  <a:tcPr marL="5416" marR="5416" marT="5416" marB="0" anchor="b"/>
                </a:tc>
                <a:tc>
                  <a:txBody>
                    <a:bodyPr/>
                    <a:lstStyle/>
                    <a:p>
                      <a:pPr algn="l" rtl="0" fontAlgn="b"/>
                      <a:r>
                        <a:rPr lang="en-US" sz="1400" u="none" strike="noStrike" dirty="0">
                          <a:effectLst/>
                        </a:rPr>
                        <a:t> </a:t>
                      </a:r>
                      <a:endParaRPr lang="en-US" sz="1400" b="0" i="0" u="none" strike="noStrike" dirty="0">
                        <a:solidFill>
                          <a:srgbClr val="000000"/>
                        </a:solidFill>
                        <a:effectLst/>
                        <a:latin typeface="Calibri" panose="020F0502020204030204" pitchFamily="34" charset="0"/>
                      </a:endParaRPr>
                    </a:p>
                  </a:txBody>
                  <a:tcPr marL="5416" marR="5416" marT="5416" marB="0" anchor="b"/>
                </a:tc>
                <a:tc>
                  <a:txBody>
                    <a:bodyPr/>
                    <a:lstStyle/>
                    <a:p>
                      <a:pPr algn="l" rtl="0" fontAlgn="b"/>
                      <a:r>
                        <a:rPr lang="en-US" sz="1400" u="none" strike="noStrike" dirty="0">
                          <a:effectLst/>
                        </a:rPr>
                        <a:t> </a:t>
                      </a:r>
                      <a:endParaRPr lang="en-US" sz="1400" b="0" i="0" u="none" strike="noStrike" dirty="0">
                        <a:solidFill>
                          <a:srgbClr val="000000"/>
                        </a:solidFill>
                        <a:effectLst/>
                        <a:latin typeface="Calibri" panose="020F0502020204030204" pitchFamily="34" charset="0"/>
                      </a:endParaRPr>
                    </a:p>
                  </a:txBody>
                  <a:tcPr marL="5416" marR="5416" marT="5416" marB="0" anchor="b"/>
                </a:tc>
                <a:extLst>
                  <a:ext uri="{0D108BD9-81ED-4DB2-BD59-A6C34878D82A}">
                    <a16:rowId xmlns:a16="http://schemas.microsoft.com/office/drawing/2014/main" val="1426965591"/>
                  </a:ext>
                </a:extLst>
              </a:tr>
              <a:tr h="227273">
                <a:tc>
                  <a:txBody>
                    <a:bodyPr/>
                    <a:lstStyle/>
                    <a:p>
                      <a:pPr marL="0" algn="r" defTabSz="914400" rtl="1" eaLnBrk="1" fontAlgn="b" latinLnBrk="0" hangingPunct="1"/>
                      <a:r>
                        <a:rPr lang="ar-LY" sz="1100" u="none" strike="noStrike" kern="1200" dirty="0">
                          <a:solidFill>
                            <a:srgbClr val="990099"/>
                          </a:solidFill>
                          <a:effectLst/>
                          <a:latin typeface="+mn-lt"/>
                          <a:ea typeface="+mn-ea"/>
                          <a:cs typeface="+mj-cs"/>
                        </a:rPr>
                        <a:t>مشروع المحتوى الرقمي (منصة المشاهدة)</a:t>
                      </a:r>
                    </a:p>
                  </a:txBody>
                  <a:tcPr marL="6350" marR="6350" marT="6350" marB="0" anchor="b">
                    <a:solidFill>
                      <a:schemeClr val="bg1">
                        <a:lumMod val="85000"/>
                      </a:schemeClr>
                    </a:solidFill>
                  </a:tcPr>
                </a:tc>
                <a:tc>
                  <a:txBody>
                    <a:bodyPr/>
                    <a:lstStyle/>
                    <a:p>
                      <a:pPr algn="ctr" rtl="0" fontAlgn="ctr"/>
                      <a:endParaRPr lang="en-US" sz="1100" b="0" i="0" u="none" strike="noStrike" dirty="0">
                        <a:solidFill>
                          <a:srgbClr val="000000"/>
                        </a:solidFill>
                        <a:effectLst/>
                        <a:latin typeface="Wingdings" panose="05000000000000000000" pitchFamily="2" charset="2"/>
                      </a:endParaRPr>
                    </a:p>
                  </a:txBody>
                  <a:tcPr marL="6350" marR="6350" marT="6350" marB="0" anchor="ctr">
                    <a:solidFill>
                      <a:srgbClr val="990099"/>
                    </a:solidFill>
                  </a:tcPr>
                </a:tc>
                <a:tc>
                  <a:txBody>
                    <a:bodyPr/>
                    <a:lstStyle/>
                    <a:p>
                      <a:pPr algn="ctr" rtl="0" fontAlgn="ctr"/>
                      <a:endParaRPr lang="en-US" sz="1100" b="0" i="0" u="none" strike="noStrike" dirty="0">
                        <a:solidFill>
                          <a:srgbClr val="000000"/>
                        </a:solidFill>
                        <a:effectLst/>
                        <a:latin typeface="Wingdings" panose="05000000000000000000" pitchFamily="2" charset="2"/>
                      </a:endParaRPr>
                    </a:p>
                  </a:txBody>
                  <a:tcPr marL="6350" marR="6350" marT="6350" marB="0" anchor="ctr">
                    <a:solidFill>
                      <a:srgbClr val="990099"/>
                    </a:solidFill>
                  </a:tcPr>
                </a:tc>
                <a:tc>
                  <a:txBody>
                    <a:bodyPr/>
                    <a:lstStyle/>
                    <a:p>
                      <a:pPr algn="ctr" rtl="0" fontAlgn="ctr"/>
                      <a:endParaRPr lang="en-US" sz="1100" b="0" i="0" u="none" strike="noStrike">
                        <a:solidFill>
                          <a:srgbClr val="000000"/>
                        </a:solidFill>
                        <a:effectLst/>
                        <a:latin typeface="Wingdings" panose="05000000000000000000" pitchFamily="2" charset="2"/>
                      </a:endParaRPr>
                    </a:p>
                  </a:txBody>
                  <a:tcPr marL="6350" marR="6350" marT="6350" marB="0" anchor="ctr"/>
                </a:tc>
                <a:tc>
                  <a:txBody>
                    <a:bodyPr/>
                    <a:lstStyle/>
                    <a:p>
                      <a:pPr algn="ctr" rtl="0" fontAlgn="ctr"/>
                      <a:endParaRPr lang="en-US" sz="1100" b="0" i="0" u="none" strike="noStrike">
                        <a:solidFill>
                          <a:srgbClr val="000000"/>
                        </a:solidFill>
                        <a:effectLst/>
                        <a:latin typeface="Wingdings" panose="05000000000000000000" pitchFamily="2" charset="2"/>
                      </a:endParaRPr>
                    </a:p>
                  </a:txBody>
                  <a:tcPr marL="6350" marR="6350" marT="6350" marB="0" anchor="ctr">
                    <a:solidFill>
                      <a:srgbClr val="990099"/>
                    </a:solidFill>
                  </a:tcPr>
                </a:tc>
                <a:tc>
                  <a:txBody>
                    <a:bodyPr/>
                    <a:lstStyle/>
                    <a:p>
                      <a:pPr algn="ctr" rtl="0" fontAlgn="ctr"/>
                      <a:endParaRPr lang="en-US" sz="1100" b="0" i="0" u="none" strike="noStrike" dirty="0">
                        <a:solidFill>
                          <a:srgbClr val="000000"/>
                        </a:solidFill>
                        <a:effectLst/>
                        <a:latin typeface="Wingdings" panose="05000000000000000000" pitchFamily="2" charset="2"/>
                      </a:endParaRPr>
                    </a:p>
                  </a:txBody>
                  <a:tcPr marL="6350" marR="6350" marT="6350" marB="0" anchor="ctr">
                    <a:solidFill>
                      <a:srgbClr val="990099"/>
                    </a:solidFill>
                  </a:tcPr>
                </a:tc>
                <a:tc>
                  <a:txBody>
                    <a:bodyPr/>
                    <a:lstStyle/>
                    <a:p>
                      <a:pPr algn="ctr" rtl="0" fontAlgn="ctr"/>
                      <a:endParaRPr lang="en-US" sz="1100" b="0" i="0" u="none" strike="noStrike">
                        <a:solidFill>
                          <a:srgbClr val="000000"/>
                        </a:solidFill>
                        <a:effectLst/>
                        <a:latin typeface="Wingdings" panose="05000000000000000000" pitchFamily="2" charset="2"/>
                      </a:endParaRPr>
                    </a:p>
                  </a:txBody>
                  <a:tcPr marL="6350" marR="6350" marT="6350" marB="0" anchor="ctr">
                    <a:solidFill>
                      <a:srgbClr val="990099"/>
                    </a:solidFill>
                  </a:tcPr>
                </a:tc>
                <a:tc>
                  <a:txBody>
                    <a:bodyPr/>
                    <a:lstStyle/>
                    <a:p>
                      <a:pPr algn="ctr" rtl="0" fontAlgn="ctr"/>
                      <a:endParaRPr lang="en-US" sz="1100" b="0" i="0" u="none" strike="noStrike" dirty="0">
                        <a:solidFill>
                          <a:srgbClr val="000000"/>
                        </a:solidFill>
                        <a:effectLst/>
                        <a:latin typeface="Wingdings" panose="05000000000000000000" pitchFamily="2" charset="2"/>
                      </a:endParaRPr>
                    </a:p>
                  </a:txBody>
                  <a:tcPr marL="6350" marR="6350" marT="6350" marB="0" anchor="ctr">
                    <a:solidFill>
                      <a:srgbClr val="990099"/>
                    </a:solidFill>
                  </a:tcPr>
                </a:tc>
                <a:tc>
                  <a:txBody>
                    <a:bodyPr/>
                    <a:lstStyle/>
                    <a:p>
                      <a:pPr algn="ctr" rtl="0" fontAlgn="ctr"/>
                      <a:endParaRPr lang="en-US" sz="1100" b="0" i="0" u="none" strike="noStrike">
                        <a:solidFill>
                          <a:srgbClr val="000000"/>
                        </a:solidFill>
                        <a:effectLst/>
                        <a:latin typeface="Wingdings" panose="05000000000000000000" pitchFamily="2" charset="2"/>
                      </a:endParaRPr>
                    </a:p>
                  </a:txBody>
                  <a:tcPr marL="6350" marR="6350" marT="6350" marB="0" anchor="ctr">
                    <a:solidFill>
                      <a:srgbClr val="990099"/>
                    </a:solidFill>
                  </a:tcPr>
                </a:tc>
                <a:tc>
                  <a:txBody>
                    <a:bodyPr/>
                    <a:lstStyle/>
                    <a:p>
                      <a:pPr algn="ctr" rtl="0" fontAlgn="ctr"/>
                      <a:endParaRPr lang="en-US" sz="1100" b="0" i="0" u="none" strike="noStrike" dirty="0">
                        <a:solidFill>
                          <a:srgbClr val="000000"/>
                        </a:solidFill>
                        <a:effectLst/>
                        <a:latin typeface="Wingdings" panose="05000000000000000000" pitchFamily="2" charset="2"/>
                      </a:endParaRPr>
                    </a:p>
                  </a:txBody>
                  <a:tcPr marL="6350" marR="6350" marT="6350" marB="0" anchor="ctr">
                    <a:solidFill>
                      <a:srgbClr val="990099"/>
                    </a:solidFill>
                  </a:tcPr>
                </a:tc>
                <a:tc>
                  <a:txBody>
                    <a:bodyPr/>
                    <a:lstStyle/>
                    <a:p>
                      <a:pPr algn="ctr" rtl="0" fontAlgn="ctr"/>
                      <a:endParaRPr lang="en-US" sz="1100" b="0" i="0" u="none" strike="noStrike">
                        <a:solidFill>
                          <a:srgbClr val="000000"/>
                        </a:solidFill>
                        <a:effectLst/>
                        <a:latin typeface="Wingdings" panose="05000000000000000000" pitchFamily="2" charset="2"/>
                      </a:endParaRPr>
                    </a:p>
                  </a:txBody>
                  <a:tcPr marL="6350" marR="6350" marT="6350" marB="0" anchor="ctr">
                    <a:solidFill>
                      <a:srgbClr val="990099"/>
                    </a:solidFill>
                  </a:tcPr>
                </a:tc>
                <a:tc>
                  <a:txBody>
                    <a:bodyPr/>
                    <a:lstStyle/>
                    <a:p>
                      <a:pPr algn="ctr" rtl="0" fontAlgn="ctr"/>
                      <a:endParaRPr lang="en-US" sz="1100" b="0" i="0" u="none" strike="noStrike" dirty="0">
                        <a:solidFill>
                          <a:srgbClr val="000000"/>
                        </a:solidFill>
                        <a:effectLst/>
                        <a:latin typeface="Wingdings" panose="05000000000000000000" pitchFamily="2" charset="2"/>
                      </a:endParaRPr>
                    </a:p>
                  </a:txBody>
                  <a:tcPr marL="6350" marR="6350" marT="6350" marB="0" anchor="ctr">
                    <a:solidFill>
                      <a:schemeClr val="bg1">
                        <a:lumMod val="95000"/>
                      </a:schemeClr>
                    </a:solidFill>
                  </a:tcPr>
                </a:tc>
                <a:tc>
                  <a:txBody>
                    <a:bodyPr/>
                    <a:lstStyle/>
                    <a:p>
                      <a:pPr algn="ctr" rtl="0" fontAlgn="ctr"/>
                      <a:endParaRPr lang="en-US" sz="1100" b="0" i="0" u="none" strike="noStrike">
                        <a:solidFill>
                          <a:srgbClr val="000000"/>
                        </a:solidFill>
                        <a:effectLst/>
                        <a:latin typeface="Wingdings" panose="05000000000000000000" pitchFamily="2" charset="2"/>
                      </a:endParaRPr>
                    </a:p>
                  </a:txBody>
                  <a:tcPr marL="6350" marR="6350" marT="6350" marB="0" anchor="ctr">
                    <a:solidFill>
                      <a:schemeClr val="bg1">
                        <a:lumMod val="95000"/>
                      </a:schemeClr>
                    </a:solidFill>
                  </a:tcPr>
                </a:tc>
                <a:tc>
                  <a:txBody>
                    <a:bodyPr/>
                    <a:lstStyle/>
                    <a:p>
                      <a:pPr algn="ctr" rtl="0" fontAlgn="ctr"/>
                      <a:endParaRPr lang="en-US" sz="1100" b="0" i="0" u="none" strike="noStrike" dirty="0">
                        <a:solidFill>
                          <a:srgbClr val="000000"/>
                        </a:solidFill>
                        <a:effectLst/>
                        <a:latin typeface="Wingdings" panose="05000000000000000000" pitchFamily="2" charset="2"/>
                      </a:endParaRPr>
                    </a:p>
                  </a:txBody>
                  <a:tcPr marL="6350" marR="6350" marT="6350" marB="0" anchor="ctr">
                    <a:solidFill>
                      <a:schemeClr val="bg1">
                        <a:lumMod val="95000"/>
                      </a:schemeClr>
                    </a:solidFill>
                  </a:tcPr>
                </a:tc>
                <a:extLst>
                  <a:ext uri="{0D108BD9-81ED-4DB2-BD59-A6C34878D82A}">
                    <a16:rowId xmlns:a16="http://schemas.microsoft.com/office/drawing/2014/main" val="1278865220"/>
                  </a:ext>
                </a:extLst>
              </a:tr>
              <a:tr h="227273">
                <a:tc>
                  <a:txBody>
                    <a:bodyPr/>
                    <a:lstStyle/>
                    <a:p>
                      <a:pPr marL="0" algn="r" defTabSz="914400" rtl="1" eaLnBrk="1" fontAlgn="b" latinLnBrk="0" hangingPunct="1"/>
                      <a:r>
                        <a:rPr lang="ar-LY" sz="1100" u="none" strike="noStrike" kern="1200" dirty="0">
                          <a:solidFill>
                            <a:srgbClr val="990099"/>
                          </a:solidFill>
                          <a:effectLst/>
                          <a:latin typeface="+mn-lt"/>
                          <a:ea typeface="+mn-ea"/>
                          <a:cs typeface="+mj-cs"/>
                        </a:rPr>
                        <a:t>منصة مجتمعنا لدعم صناع المحتوى </a:t>
                      </a:r>
                      <a:br>
                        <a:rPr lang="ar-LY" sz="1100" u="none" strike="noStrike" kern="1200" dirty="0">
                          <a:solidFill>
                            <a:srgbClr val="990099"/>
                          </a:solidFill>
                          <a:effectLst/>
                          <a:latin typeface="+mn-lt"/>
                          <a:ea typeface="+mn-ea"/>
                          <a:cs typeface="+mj-cs"/>
                        </a:rPr>
                      </a:br>
                      <a:r>
                        <a:rPr lang="ar-LY" sz="1100" u="none" strike="noStrike" kern="1200" dirty="0">
                          <a:solidFill>
                            <a:srgbClr val="990099"/>
                          </a:solidFill>
                          <a:effectLst/>
                          <a:latin typeface="+mn-lt"/>
                          <a:ea typeface="+mn-ea"/>
                          <a:cs typeface="+mj-cs"/>
                        </a:rPr>
                        <a:t>(مجموعات تعليمية وتدريبية و حوارية وغيرها )</a:t>
                      </a:r>
                    </a:p>
                  </a:txBody>
                  <a:tcPr marL="6350" marR="6350" marT="6350" marB="0" anchor="b">
                    <a:solidFill>
                      <a:schemeClr val="bg1">
                        <a:lumMod val="85000"/>
                      </a:schemeClr>
                    </a:solidFill>
                  </a:tcPr>
                </a:tc>
                <a:tc>
                  <a:txBody>
                    <a:bodyPr/>
                    <a:lstStyle/>
                    <a:p>
                      <a:pPr algn="ctr" rtl="0" fontAlgn="ctr"/>
                      <a:endParaRPr lang="en-US" sz="1100" b="0" i="0" u="none" strike="noStrike">
                        <a:solidFill>
                          <a:srgbClr val="000000"/>
                        </a:solidFill>
                        <a:effectLst/>
                        <a:latin typeface="Wingdings" panose="05000000000000000000" pitchFamily="2" charset="2"/>
                      </a:endParaRPr>
                    </a:p>
                  </a:txBody>
                  <a:tcPr marL="6350" marR="6350" marT="6350" marB="0" anchor="ctr">
                    <a:solidFill>
                      <a:srgbClr val="990099"/>
                    </a:solidFill>
                  </a:tcPr>
                </a:tc>
                <a:tc>
                  <a:txBody>
                    <a:bodyPr/>
                    <a:lstStyle/>
                    <a:p>
                      <a:pPr algn="ctr" rtl="0" fontAlgn="ctr"/>
                      <a:endParaRPr lang="en-US" sz="1100" b="0" i="0" u="none" strike="noStrike">
                        <a:solidFill>
                          <a:srgbClr val="000000"/>
                        </a:solidFill>
                        <a:effectLst/>
                        <a:latin typeface="Wingdings" panose="05000000000000000000" pitchFamily="2" charset="2"/>
                      </a:endParaRPr>
                    </a:p>
                  </a:txBody>
                  <a:tcPr marL="6350" marR="6350" marT="6350" marB="0" anchor="ctr"/>
                </a:tc>
                <a:tc>
                  <a:txBody>
                    <a:bodyPr/>
                    <a:lstStyle/>
                    <a:p>
                      <a:pPr algn="ctr" rtl="0" fontAlgn="ctr"/>
                      <a:endParaRPr lang="en-US" sz="1100" b="0" i="0" u="none" strike="noStrike" dirty="0">
                        <a:solidFill>
                          <a:srgbClr val="000000"/>
                        </a:solidFill>
                        <a:effectLst/>
                        <a:latin typeface="Wingdings" panose="05000000000000000000" pitchFamily="2" charset="2"/>
                      </a:endParaRPr>
                    </a:p>
                  </a:txBody>
                  <a:tcPr marL="6350" marR="6350" marT="6350" marB="0" anchor="ctr">
                    <a:solidFill>
                      <a:srgbClr val="990099"/>
                    </a:solidFill>
                  </a:tcPr>
                </a:tc>
                <a:tc>
                  <a:txBody>
                    <a:bodyPr/>
                    <a:lstStyle/>
                    <a:p>
                      <a:pPr algn="ctr" rtl="0" fontAlgn="ctr"/>
                      <a:endParaRPr lang="en-US" sz="1100" b="0" i="0" u="none" strike="noStrike">
                        <a:solidFill>
                          <a:srgbClr val="000000"/>
                        </a:solidFill>
                        <a:effectLst/>
                        <a:latin typeface="Wingdings" panose="05000000000000000000" pitchFamily="2" charset="2"/>
                      </a:endParaRPr>
                    </a:p>
                  </a:txBody>
                  <a:tcPr marL="6350" marR="6350" marT="6350" marB="0" anchor="ctr">
                    <a:solidFill>
                      <a:srgbClr val="990099"/>
                    </a:solidFill>
                  </a:tcPr>
                </a:tc>
                <a:tc>
                  <a:txBody>
                    <a:bodyPr/>
                    <a:lstStyle/>
                    <a:p>
                      <a:pPr algn="ctr" rtl="0" fontAlgn="ctr"/>
                      <a:endParaRPr lang="en-US" sz="1100" b="0" i="0" u="none" strike="noStrike">
                        <a:solidFill>
                          <a:srgbClr val="000000"/>
                        </a:solidFill>
                        <a:effectLst/>
                        <a:latin typeface="Wingdings" panose="05000000000000000000" pitchFamily="2" charset="2"/>
                      </a:endParaRPr>
                    </a:p>
                  </a:txBody>
                  <a:tcPr marL="6350" marR="6350" marT="6350" marB="0" anchor="ctr">
                    <a:solidFill>
                      <a:srgbClr val="990099"/>
                    </a:solidFill>
                  </a:tcPr>
                </a:tc>
                <a:tc>
                  <a:txBody>
                    <a:bodyPr/>
                    <a:lstStyle/>
                    <a:p>
                      <a:pPr algn="ctr" rtl="0" fontAlgn="ctr"/>
                      <a:endParaRPr lang="en-US" sz="1100" b="0" i="0" u="none" strike="noStrike" dirty="0">
                        <a:solidFill>
                          <a:srgbClr val="000000"/>
                        </a:solidFill>
                        <a:effectLst/>
                        <a:latin typeface="Wingdings" panose="05000000000000000000" pitchFamily="2" charset="2"/>
                      </a:endParaRPr>
                    </a:p>
                  </a:txBody>
                  <a:tcPr marL="6350" marR="6350" marT="6350" marB="0" anchor="ctr">
                    <a:solidFill>
                      <a:srgbClr val="990099"/>
                    </a:solidFill>
                  </a:tcPr>
                </a:tc>
                <a:tc>
                  <a:txBody>
                    <a:bodyPr/>
                    <a:lstStyle/>
                    <a:p>
                      <a:pPr algn="ctr" rtl="0" fontAlgn="ctr"/>
                      <a:endParaRPr lang="en-US" sz="1100" b="0" i="0" u="none" strike="noStrike" dirty="0">
                        <a:solidFill>
                          <a:srgbClr val="000000"/>
                        </a:solidFill>
                        <a:effectLst/>
                        <a:latin typeface="Wingdings" panose="05000000000000000000" pitchFamily="2" charset="2"/>
                      </a:endParaRPr>
                    </a:p>
                  </a:txBody>
                  <a:tcPr marL="6350" marR="6350" marT="6350" marB="0" anchor="ctr">
                    <a:solidFill>
                      <a:srgbClr val="990099"/>
                    </a:solidFill>
                  </a:tcPr>
                </a:tc>
                <a:tc>
                  <a:txBody>
                    <a:bodyPr/>
                    <a:lstStyle/>
                    <a:p>
                      <a:pPr algn="ctr" rtl="0" fontAlgn="ctr"/>
                      <a:endParaRPr lang="en-US" sz="1100" b="0" i="0" u="none" strike="noStrike">
                        <a:solidFill>
                          <a:srgbClr val="000000"/>
                        </a:solidFill>
                        <a:effectLst/>
                        <a:latin typeface="Wingdings" panose="05000000000000000000" pitchFamily="2" charset="2"/>
                      </a:endParaRPr>
                    </a:p>
                  </a:txBody>
                  <a:tcPr marL="6350" marR="6350" marT="6350" marB="0" anchor="ctr">
                    <a:solidFill>
                      <a:srgbClr val="990099"/>
                    </a:solidFill>
                  </a:tcPr>
                </a:tc>
                <a:tc>
                  <a:txBody>
                    <a:bodyPr/>
                    <a:lstStyle/>
                    <a:p>
                      <a:pPr algn="ctr" rtl="0" fontAlgn="ctr"/>
                      <a:endParaRPr lang="en-US" sz="1100" b="0" i="0" u="none" strike="noStrike">
                        <a:solidFill>
                          <a:srgbClr val="000000"/>
                        </a:solidFill>
                        <a:effectLst/>
                        <a:latin typeface="Wingdings" panose="05000000000000000000" pitchFamily="2" charset="2"/>
                      </a:endParaRPr>
                    </a:p>
                  </a:txBody>
                  <a:tcPr marL="6350" marR="6350" marT="6350" marB="0" anchor="ctr">
                    <a:solidFill>
                      <a:srgbClr val="990099"/>
                    </a:solidFill>
                  </a:tcPr>
                </a:tc>
                <a:tc>
                  <a:txBody>
                    <a:bodyPr/>
                    <a:lstStyle/>
                    <a:p>
                      <a:pPr algn="ctr" rtl="0" fontAlgn="ctr"/>
                      <a:endParaRPr lang="en-US" sz="1100" b="0" i="0" u="none" strike="noStrike">
                        <a:solidFill>
                          <a:srgbClr val="000000"/>
                        </a:solidFill>
                        <a:effectLst/>
                        <a:latin typeface="Wingdings" panose="05000000000000000000" pitchFamily="2" charset="2"/>
                      </a:endParaRPr>
                    </a:p>
                  </a:txBody>
                  <a:tcPr marL="6350" marR="6350" marT="6350" marB="0" anchor="ctr">
                    <a:solidFill>
                      <a:srgbClr val="990099"/>
                    </a:solidFill>
                  </a:tcPr>
                </a:tc>
                <a:tc>
                  <a:txBody>
                    <a:bodyPr/>
                    <a:lstStyle/>
                    <a:p>
                      <a:pPr algn="ctr" rtl="0" fontAlgn="ctr"/>
                      <a:endParaRPr lang="en-US" sz="1100" b="0" i="0" u="none" strike="noStrike" dirty="0">
                        <a:solidFill>
                          <a:srgbClr val="000000"/>
                        </a:solidFill>
                        <a:effectLst/>
                        <a:latin typeface="Wingdings" panose="05000000000000000000" pitchFamily="2" charset="2"/>
                      </a:endParaRPr>
                    </a:p>
                  </a:txBody>
                  <a:tcPr marL="6350" marR="6350" marT="6350" marB="0" anchor="ctr">
                    <a:solidFill>
                      <a:schemeClr val="bg1">
                        <a:lumMod val="95000"/>
                      </a:schemeClr>
                    </a:solidFill>
                  </a:tcPr>
                </a:tc>
                <a:tc>
                  <a:txBody>
                    <a:bodyPr/>
                    <a:lstStyle/>
                    <a:p>
                      <a:pPr algn="ctr" rtl="0" fontAlgn="ctr"/>
                      <a:endParaRPr lang="en-US" sz="1100" b="0" i="0" u="none" strike="noStrike" dirty="0">
                        <a:solidFill>
                          <a:srgbClr val="000000"/>
                        </a:solidFill>
                        <a:effectLst/>
                        <a:latin typeface="Wingdings" panose="05000000000000000000" pitchFamily="2" charset="2"/>
                      </a:endParaRPr>
                    </a:p>
                  </a:txBody>
                  <a:tcPr marL="6350" marR="6350" marT="6350" marB="0" anchor="ctr">
                    <a:solidFill>
                      <a:schemeClr val="bg1">
                        <a:lumMod val="95000"/>
                      </a:schemeClr>
                    </a:solidFill>
                  </a:tcPr>
                </a:tc>
                <a:tc>
                  <a:txBody>
                    <a:bodyPr/>
                    <a:lstStyle/>
                    <a:p>
                      <a:pPr algn="ctr" rtl="0" fontAlgn="ctr"/>
                      <a:endParaRPr lang="en-US" sz="1100" b="0" i="0" u="none" strike="noStrike" dirty="0">
                        <a:solidFill>
                          <a:srgbClr val="000000"/>
                        </a:solidFill>
                        <a:effectLst/>
                        <a:latin typeface="Wingdings" panose="05000000000000000000" pitchFamily="2" charset="2"/>
                      </a:endParaRPr>
                    </a:p>
                  </a:txBody>
                  <a:tcPr marL="6350" marR="6350" marT="6350" marB="0" anchor="ctr">
                    <a:solidFill>
                      <a:schemeClr val="bg1">
                        <a:lumMod val="95000"/>
                      </a:schemeClr>
                    </a:solidFill>
                  </a:tcPr>
                </a:tc>
                <a:extLst>
                  <a:ext uri="{0D108BD9-81ED-4DB2-BD59-A6C34878D82A}">
                    <a16:rowId xmlns:a16="http://schemas.microsoft.com/office/drawing/2014/main" val="381310701"/>
                  </a:ext>
                </a:extLst>
              </a:tr>
              <a:tr h="227273">
                <a:tc>
                  <a:txBody>
                    <a:bodyPr/>
                    <a:lstStyle/>
                    <a:p>
                      <a:pPr marL="0" algn="r" defTabSz="914400" rtl="1" eaLnBrk="1" fontAlgn="b" latinLnBrk="0" hangingPunct="1"/>
                      <a:r>
                        <a:rPr lang="ar-LY" sz="1100" u="none" strike="noStrike" kern="1200" dirty="0">
                          <a:solidFill>
                            <a:srgbClr val="990099"/>
                          </a:solidFill>
                          <a:effectLst/>
                          <a:latin typeface="+mn-lt"/>
                          <a:ea typeface="+mn-ea"/>
                          <a:cs typeface="+mj-cs"/>
                        </a:rPr>
                        <a:t>مشروع المنصة الدعائية الذكية</a:t>
                      </a:r>
                      <a:br>
                        <a:rPr lang="ar-LY" sz="1100" u="none" strike="noStrike" kern="1200" dirty="0">
                          <a:solidFill>
                            <a:srgbClr val="990099"/>
                          </a:solidFill>
                          <a:effectLst/>
                          <a:latin typeface="+mn-lt"/>
                          <a:ea typeface="+mn-ea"/>
                          <a:cs typeface="+mj-cs"/>
                        </a:rPr>
                      </a:br>
                      <a:r>
                        <a:rPr lang="ar-LY" sz="1100" u="none" strike="noStrike" kern="1200" dirty="0">
                          <a:solidFill>
                            <a:srgbClr val="990099"/>
                          </a:solidFill>
                          <a:effectLst/>
                          <a:latin typeface="+mn-lt"/>
                          <a:ea typeface="+mn-ea"/>
                          <a:cs typeface="+mj-cs"/>
                        </a:rPr>
                        <a:t>تطوير قدرات تحليل البيانات  الشاملة</a:t>
                      </a:r>
                    </a:p>
                  </a:txBody>
                  <a:tcPr marL="6350" marR="6350" marT="6350" marB="0" anchor="b">
                    <a:solidFill>
                      <a:schemeClr val="bg1">
                        <a:lumMod val="85000"/>
                      </a:schemeClr>
                    </a:solidFill>
                  </a:tcPr>
                </a:tc>
                <a:tc>
                  <a:txBody>
                    <a:bodyPr/>
                    <a:lstStyle/>
                    <a:p>
                      <a:pPr algn="ctr" rtl="0" fontAlgn="ctr"/>
                      <a:endParaRPr lang="en-US" sz="1100" b="0" i="0" u="none" strike="noStrike" dirty="0">
                        <a:solidFill>
                          <a:srgbClr val="000000"/>
                        </a:solidFill>
                        <a:effectLst/>
                        <a:latin typeface="Wingdings" panose="05000000000000000000" pitchFamily="2" charset="2"/>
                      </a:endParaRPr>
                    </a:p>
                  </a:txBody>
                  <a:tcPr marL="6350" marR="6350" marT="6350" marB="0" anchor="ctr">
                    <a:solidFill>
                      <a:srgbClr val="990099"/>
                    </a:solidFill>
                  </a:tcPr>
                </a:tc>
                <a:tc>
                  <a:txBody>
                    <a:bodyPr/>
                    <a:lstStyle/>
                    <a:p>
                      <a:pPr algn="ctr" rtl="0" fontAlgn="ctr"/>
                      <a:endParaRPr lang="en-US" sz="1100" b="0" i="0" u="none" strike="noStrike">
                        <a:solidFill>
                          <a:srgbClr val="000000"/>
                        </a:solidFill>
                        <a:effectLst/>
                        <a:latin typeface="Wingdings" panose="05000000000000000000" pitchFamily="2" charset="2"/>
                      </a:endParaRPr>
                    </a:p>
                  </a:txBody>
                  <a:tcPr marL="6350" marR="6350" marT="6350" marB="0" anchor="ctr"/>
                </a:tc>
                <a:tc>
                  <a:txBody>
                    <a:bodyPr/>
                    <a:lstStyle/>
                    <a:p>
                      <a:pPr algn="ctr" rtl="0" fontAlgn="ctr"/>
                      <a:endParaRPr lang="en-US" sz="1100" b="0" i="0" u="none" strike="noStrike" dirty="0">
                        <a:solidFill>
                          <a:srgbClr val="000000"/>
                        </a:solidFill>
                        <a:effectLst/>
                        <a:latin typeface="Wingdings" panose="05000000000000000000" pitchFamily="2" charset="2"/>
                      </a:endParaRPr>
                    </a:p>
                  </a:txBody>
                  <a:tcPr marL="6350" marR="6350" marT="6350" marB="0" anchor="ctr">
                    <a:solidFill>
                      <a:srgbClr val="990099"/>
                    </a:solidFill>
                  </a:tcPr>
                </a:tc>
                <a:tc>
                  <a:txBody>
                    <a:bodyPr/>
                    <a:lstStyle/>
                    <a:p>
                      <a:pPr algn="ctr" rtl="0" fontAlgn="ctr"/>
                      <a:endParaRPr lang="en-US" sz="1100" b="0" i="0" u="none" strike="noStrike" dirty="0">
                        <a:solidFill>
                          <a:srgbClr val="000000"/>
                        </a:solidFill>
                        <a:effectLst/>
                        <a:latin typeface="Wingdings" panose="05000000000000000000" pitchFamily="2" charset="2"/>
                      </a:endParaRPr>
                    </a:p>
                  </a:txBody>
                  <a:tcPr marL="6350" marR="6350" marT="6350" marB="0" anchor="ctr">
                    <a:solidFill>
                      <a:srgbClr val="990099"/>
                    </a:solidFill>
                  </a:tcPr>
                </a:tc>
                <a:tc>
                  <a:txBody>
                    <a:bodyPr/>
                    <a:lstStyle/>
                    <a:p>
                      <a:pPr algn="ctr" rtl="0" fontAlgn="ctr"/>
                      <a:endParaRPr lang="en-US" sz="1100" b="0" i="0" u="none" strike="noStrike" dirty="0">
                        <a:solidFill>
                          <a:srgbClr val="000000"/>
                        </a:solidFill>
                        <a:effectLst/>
                        <a:latin typeface="Wingdings" panose="05000000000000000000" pitchFamily="2" charset="2"/>
                      </a:endParaRPr>
                    </a:p>
                  </a:txBody>
                  <a:tcPr marL="6350" marR="6350" marT="6350" marB="0" anchor="ctr">
                    <a:solidFill>
                      <a:srgbClr val="990099"/>
                    </a:solidFill>
                  </a:tcPr>
                </a:tc>
                <a:tc>
                  <a:txBody>
                    <a:bodyPr/>
                    <a:lstStyle/>
                    <a:p>
                      <a:pPr algn="ctr" rtl="0" fontAlgn="ctr"/>
                      <a:endParaRPr lang="en-US" sz="1100" b="0" i="0" u="none" strike="noStrike" dirty="0">
                        <a:solidFill>
                          <a:srgbClr val="000000"/>
                        </a:solidFill>
                        <a:effectLst/>
                        <a:latin typeface="Wingdings" panose="05000000000000000000" pitchFamily="2" charset="2"/>
                      </a:endParaRPr>
                    </a:p>
                  </a:txBody>
                  <a:tcPr marL="6350" marR="6350" marT="6350" marB="0" anchor="ctr">
                    <a:solidFill>
                      <a:srgbClr val="990099"/>
                    </a:solidFill>
                  </a:tcPr>
                </a:tc>
                <a:tc>
                  <a:txBody>
                    <a:bodyPr/>
                    <a:lstStyle/>
                    <a:p>
                      <a:pPr algn="ctr" rtl="0" fontAlgn="ctr"/>
                      <a:endParaRPr lang="en-US" sz="1100" b="0" i="0" u="none" strike="noStrike" dirty="0">
                        <a:solidFill>
                          <a:srgbClr val="000000"/>
                        </a:solidFill>
                        <a:effectLst/>
                        <a:latin typeface="Wingdings" panose="05000000000000000000" pitchFamily="2" charset="2"/>
                      </a:endParaRPr>
                    </a:p>
                  </a:txBody>
                  <a:tcPr marL="6350" marR="6350" marT="6350" marB="0" anchor="ctr">
                    <a:solidFill>
                      <a:srgbClr val="990099"/>
                    </a:solidFill>
                  </a:tcPr>
                </a:tc>
                <a:tc>
                  <a:txBody>
                    <a:bodyPr/>
                    <a:lstStyle/>
                    <a:p>
                      <a:pPr algn="ctr" rtl="0" fontAlgn="ctr"/>
                      <a:endParaRPr lang="en-US" sz="1100" b="0" i="0" u="none" strike="noStrike" dirty="0">
                        <a:solidFill>
                          <a:srgbClr val="000000"/>
                        </a:solidFill>
                        <a:effectLst/>
                        <a:latin typeface="Wingdings" panose="05000000000000000000" pitchFamily="2" charset="2"/>
                      </a:endParaRPr>
                    </a:p>
                  </a:txBody>
                  <a:tcPr marL="6350" marR="6350" marT="6350" marB="0" anchor="ctr">
                    <a:solidFill>
                      <a:srgbClr val="990099"/>
                    </a:solidFill>
                  </a:tcPr>
                </a:tc>
                <a:tc>
                  <a:txBody>
                    <a:bodyPr/>
                    <a:lstStyle/>
                    <a:p>
                      <a:pPr algn="ctr" rtl="0" fontAlgn="ctr"/>
                      <a:endParaRPr lang="en-US" sz="1100" b="0" i="0" u="none" strike="noStrike" dirty="0">
                        <a:solidFill>
                          <a:srgbClr val="000000"/>
                        </a:solidFill>
                        <a:effectLst/>
                        <a:latin typeface="Wingdings" panose="05000000000000000000" pitchFamily="2" charset="2"/>
                      </a:endParaRPr>
                    </a:p>
                  </a:txBody>
                  <a:tcPr marL="6350" marR="6350" marT="6350" marB="0" anchor="ctr">
                    <a:solidFill>
                      <a:srgbClr val="990099"/>
                    </a:solidFill>
                  </a:tcPr>
                </a:tc>
                <a:tc>
                  <a:txBody>
                    <a:bodyPr/>
                    <a:lstStyle/>
                    <a:p>
                      <a:pPr algn="ctr" rtl="0" fontAlgn="ctr"/>
                      <a:endParaRPr lang="en-US" sz="1100" b="0" i="0" u="none" strike="noStrike" dirty="0">
                        <a:solidFill>
                          <a:srgbClr val="000000"/>
                        </a:solidFill>
                        <a:effectLst/>
                        <a:latin typeface="Wingdings" panose="05000000000000000000" pitchFamily="2" charset="2"/>
                      </a:endParaRPr>
                    </a:p>
                  </a:txBody>
                  <a:tcPr marL="6350" marR="6350" marT="6350" marB="0" anchor="ctr">
                    <a:solidFill>
                      <a:srgbClr val="990099"/>
                    </a:solidFill>
                  </a:tcPr>
                </a:tc>
                <a:tc>
                  <a:txBody>
                    <a:bodyPr/>
                    <a:lstStyle/>
                    <a:p>
                      <a:pPr algn="ctr" rtl="0" fontAlgn="ctr"/>
                      <a:endParaRPr lang="en-US" sz="1100" b="0" i="0" u="none" strike="noStrike" dirty="0">
                        <a:solidFill>
                          <a:srgbClr val="000000"/>
                        </a:solidFill>
                        <a:effectLst/>
                        <a:latin typeface="Wingdings" panose="05000000000000000000" pitchFamily="2" charset="2"/>
                      </a:endParaRPr>
                    </a:p>
                  </a:txBody>
                  <a:tcPr marL="6350" marR="6350" marT="6350" marB="0" anchor="ctr">
                    <a:solidFill>
                      <a:schemeClr val="bg1">
                        <a:lumMod val="95000"/>
                      </a:schemeClr>
                    </a:solidFill>
                  </a:tcPr>
                </a:tc>
                <a:tc>
                  <a:txBody>
                    <a:bodyPr/>
                    <a:lstStyle/>
                    <a:p>
                      <a:pPr algn="ctr" rtl="0" fontAlgn="ctr"/>
                      <a:endParaRPr lang="en-US" sz="1100" b="0" i="0" u="none" strike="noStrike" dirty="0">
                        <a:solidFill>
                          <a:srgbClr val="000000"/>
                        </a:solidFill>
                        <a:effectLst/>
                        <a:latin typeface="Wingdings" panose="05000000000000000000" pitchFamily="2" charset="2"/>
                      </a:endParaRPr>
                    </a:p>
                  </a:txBody>
                  <a:tcPr marL="6350" marR="6350" marT="6350" marB="0" anchor="ctr">
                    <a:solidFill>
                      <a:schemeClr val="bg1">
                        <a:lumMod val="95000"/>
                      </a:schemeClr>
                    </a:solidFill>
                  </a:tcPr>
                </a:tc>
                <a:tc>
                  <a:txBody>
                    <a:bodyPr/>
                    <a:lstStyle/>
                    <a:p>
                      <a:pPr algn="ctr" rtl="0" fontAlgn="ctr"/>
                      <a:endParaRPr lang="en-US" sz="1100" b="0" i="0" u="none" strike="noStrike" dirty="0">
                        <a:solidFill>
                          <a:srgbClr val="000000"/>
                        </a:solidFill>
                        <a:effectLst/>
                        <a:latin typeface="Wingdings" panose="05000000000000000000" pitchFamily="2" charset="2"/>
                      </a:endParaRPr>
                    </a:p>
                  </a:txBody>
                  <a:tcPr marL="6350" marR="6350" marT="6350" marB="0" anchor="ctr">
                    <a:solidFill>
                      <a:schemeClr val="bg1">
                        <a:lumMod val="95000"/>
                      </a:schemeClr>
                    </a:solidFill>
                  </a:tcPr>
                </a:tc>
                <a:extLst>
                  <a:ext uri="{0D108BD9-81ED-4DB2-BD59-A6C34878D82A}">
                    <a16:rowId xmlns:a16="http://schemas.microsoft.com/office/drawing/2014/main" val="236264996"/>
                  </a:ext>
                </a:extLst>
              </a:tr>
            </a:tbl>
          </a:graphicData>
        </a:graphic>
      </p:graphicFrame>
      <p:sp>
        <p:nvSpPr>
          <p:cNvPr id="3" name="Title 1">
            <a:extLst>
              <a:ext uri="{FF2B5EF4-FFF2-40B4-BE49-F238E27FC236}">
                <a16:creationId xmlns:a16="http://schemas.microsoft.com/office/drawing/2014/main" id="{BC1DD3EB-E147-0293-6362-34402C75A5B2}"/>
              </a:ext>
            </a:extLst>
          </p:cNvPr>
          <p:cNvSpPr txBox="1">
            <a:spLocks/>
          </p:cNvSpPr>
          <p:nvPr/>
        </p:nvSpPr>
        <p:spPr>
          <a:xfrm>
            <a:off x="571912" y="228929"/>
            <a:ext cx="11353800" cy="743905"/>
          </a:xfrm>
          <a:prstGeom prst="rect">
            <a:avLst/>
          </a:prstGeom>
        </p:spPr>
        <p:txBody>
          <a:bodyPr>
            <a:normAutofit/>
          </a:bodyPr>
          <a:lstStyle>
            <a:lvl1pPr algn="r" defTabSz="914400" rtl="1" eaLnBrk="1" latinLnBrk="0" hangingPunct="1">
              <a:lnSpc>
                <a:spcPct val="90000"/>
              </a:lnSpc>
              <a:spcBef>
                <a:spcPct val="0"/>
              </a:spcBef>
              <a:buNone/>
              <a:defRPr sz="4400" kern="1200">
                <a:solidFill>
                  <a:srgbClr val="92278F"/>
                </a:solidFill>
                <a:latin typeface="+mj-lt"/>
                <a:ea typeface="+mj-ea"/>
                <a:cs typeface="+mj-cs"/>
              </a:defRPr>
            </a:lvl1pPr>
          </a:lstStyle>
          <a:p>
            <a:r>
              <a:rPr lang="ar-LY" dirty="0">
                <a:solidFill>
                  <a:schemeClr val="bg1"/>
                </a:solidFill>
              </a:rPr>
              <a:t>المشاريع</a:t>
            </a:r>
            <a:endParaRPr lang="en-US" dirty="0">
              <a:solidFill>
                <a:schemeClr val="bg1"/>
              </a:solidFill>
            </a:endParaRPr>
          </a:p>
        </p:txBody>
      </p:sp>
    </p:spTree>
    <p:extLst>
      <p:ext uri="{BB962C8B-B14F-4D97-AF65-F5344CB8AC3E}">
        <p14:creationId xmlns:p14="http://schemas.microsoft.com/office/powerpoint/2010/main" val="64362214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bg>
      <p:bgPr>
        <a:gradFill>
          <a:gsLst>
            <a:gs pos="55000">
              <a:srgbClr val="990099"/>
            </a:gs>
            <a:gs pos="100000">
              <a:schemeClr val="accent2">
                <a:lumMod val="89000"/>
              </a:schemeClr>
            </a:gs>
            <a:gs pos="100000">
              <a:schemeClr val="accent2">
                <a:lumMod val="75000"/>
              </a:schemeClr>
            </a:gs>
            <a:gs pos="97000">
              <a:schemeClr val="accent2">
                <a:lumMod val="70000"/>
              </a:schemeClr>
            </a:gs>
          </a:gsLst>
          <a:path path="circle">
            <a:fillToRect r="100000" b="100000"/>
          </a:path>
        </a:gradFill>
        <a:effectLst/>
      </p:bgPr>
    </p:bg>
    <p:spTree>
      <p:nvGrpSpPr>
        <p:cNvPr id="1" name=""/>
        <p:cNvGrpSpPr/>
        <p:nvPr/>
      </p:nvGrpSpPr>
      <p:grpSpPr>
        <a:xfrm>
          <a:off x="0" y="0"/>
          <a:ext cx="0" cy="0"/>
          <a:chOff x="0" y="0"/>
          <a:chExt cx="0" cy="0"/>
        </a:xfrm>
      </p:grpSpPr>
      <p:graphicFrame>
        <p:nvGraphicFramePr>
          <p:cNvPr id="44" name="Table 43">
            <a:extLst>
              <a:ext uri="{FF2B5EF4-FFF2-40B4-BE49-F238E27FC236}">
                <a16:creationId xmlns:a16="http://schemas.microsoft.com/office/drawing/2014/main" id="{A1158D42-AB6C-7739-9FB3-C68F7461A693}"/>
              </a:ext>
            </a:extLst>
          </p:cNvPr>
          <p:cNvGraphicFramePr>
            <a:graphicFrameLocks noGrp="1"/>
          </p:cNvGraphicFramePr>
          <p:nvPr>
            <p:extLst>
              <p:ext uri="{D42A27DB-BD31-4B8C-83A1-F6EECF244321}">
                <p14:modId xmlns:p14="http://schemas.microsoft.com/office/powerpoint/2010/main" val="197478762"/>
              </p:ext>
            </p:extLst>
          </p:nvPr>
        </p:nvGraphicFramePr>
        <p:xfrm>
          <a:off x="322940" y="1751588"/>
          <a:ext cx="11353790" cy="3541126"/>
        </p:xfrm>
        <a:graphic>
          <a:graphicData uri="http://schemas.openxmlformats.org/drawingml/2006/table">
            <a:tbl>
              <a:tblPr rtl="1">
                <a:tableStyleId>{5C22544A-7EE6-4342-B048-85BDC9FD1C3A}</a:tableStyleId>
              </a:tblPr>
              <a:tblGrid>
                <a:gridCol w="2709498">
                  <a:extLst>
                    <a:ext uri="{9D8B030D-6E8A-4147-A177-3AD203B41FA5}">
                      <a16:colId xmlns:a16="http://schemas.microsoft.com/office/drawing/2014/main" val="678504659"/>
                    </a:ext>
                  </a:extLst>
                </a:gridCol>
                <a:gridCol w="654404">
                  <a:extLst>
                    <a:ext uri="{9D8B030D-6E8A-4147-A177-3AD203B41FA5}">
                      <a16:colId xmlns:a16="http://schemas.microsoft.com/office/drawing/2014/main" val="1688248225"/>
                    </a:ext>
                  </a:extLst>
                </a:gridCol>
                <a:gridCol w="665824">
                  <a:extLst>
                    <a:ext uri="{9D8B030D-6E8A-4147-A177-3AD203B41FA5}">
                      <a16:colId xmlns:a16="http://schemas.microsoft.com/office/drawing/2014/main" val="3833509675"/>
                    </a:ext>
                  </a:extLst>
                </a:gridCol>
                <a:gridCol w="665824">
                  <a:extLst>
                    <a:ext uri="{9D8B030D-6E8A-4147-A177-3AD203B41FA5}">
                      <a16:colId xmlns:a16="http://schemas.microsoft.com/office/drawing/2014/main" val="331906224"/>
                    </a:ext>
                  </a:extLst>
                </a:gridCol>
                <a:gridCol w="665824">
                  <a:extLst>
                    <a:ext uri="{9D8B030D-6E8A-4147-A177-3AD203B41FA5}">
                      <a16:colId xmlns:a16="http://schemas.microsoft.com/office/drawing/2014/main" val="1708252188"/>
                    </a:ext>
                  </a:extLst>
                </a:gridCol>
                <a:gridCol w="665824">
                  <a:extLst>
                    <a:ext uri="{9D8B030D-6E8A-4147-A177-3AD203B41FA5}">
                      <a16:colId xmlns:a16="http://schemas.microsoft.com/office/drawing/2014/main" val="201588569"/>
                    </a:ext>
                  </a:extLst>
                </a:gridCol>
                <a:gridCol w="665824">
                  <a:extLst>
                    <a:ext uri="{9D8B030D-6E8A-4147-A177-3AD203B41FA5}">
                      <a16:colId xmlns:a16="http://schemas.microsoft.com/office/drawing/2014/main" val="909605441"/>
                    </a:ext>
                  </a:extLst>
                </a:gridCol>
                <a:gridCol w="665824">
                  <a:extLst>
                    <a:ext uri="{9D8B030D-6E8A-4147-A177-3AD203B41FA5}">
                      <a16:colId xmlns:a16="http://schemas.microsoft.com/office/drawing/2014/main" val="1887171645"/>
                    </a:ext>
                  </a:extLst>
                </a:gridCol>
                <a:gridCol w="665824">
                  <a:extLst>
                    <a:ext uri="{9D8B030D-6E8A-4147-A177-3AD203B41FA5}">
                      <a16:colId xmlns:a16="http://schemas.microsoft.com/office/drawing/2014/main" val="2148846065"/>
                    </a:ext>
                  </a:extLst>
                </a:gridCol>
                <a:gridCol w="665824">
                  <a:extLst>
                    <a:ext uri="{9D8B030D-6E8A-4147-A177-3AD203B41FA5}">
                      <a16:colId xmlns:a16="http://schemas.microsoft.com/office/drawing/2014/main" val="699900438"/>
                    </a:ext>
                  </a:extLst>
                </a:gridCol>
                <a:gridCol w="665824">
                  <a:extLst>
                    <a:ext uri="{9D8B030D-6E8A-4147-A177-3AD203B41FA5}">
                      <a16:colId xmlns:a16="http://schemas.microsoft.com/office/drawing/2014/main" val="1473047371"/>
                    </a:ext>
                  </a:extLst>
                </a:gridCol>
                <a:gridCol w="665824">
                  <a:extLst>
                    <a:ext uri="{9D8B030D-6E8A-4147-A177-3AD203B41FA5}">
                      <a16:colId xmlns:a16="http://schemas.microsoft.com/office/drawing/2014/main" val="1834486286"/>
                    </a:ext>
                  </a:extLst>
                </a:gridCol>
                <a:gridCol w="665824">
                  <a:extLst>
                    <a:ext uri="{9D8B030D-6E8A-4147-A177-3AD203B41FA5}">
                      <a16:colId xmlns:a16="http://schemas.microsoft.com/office/drawing/2014/main" val="1781488676"/>
                    </a:ext>
                  </a:extLst>
                </a:gridCol>
                <a:gridCol w="665824">
                  <a:extLst>
                    <a:ext uri="{9D8B030D-6E8A-4147-A177-3AD203B41FA5}">
                      <a16:colId xmlns:a16="http://schemas.microsoft.com/office/drawing/2014/main" val="530863045"/>
                    </a:ext>
                  </a:extLst>
                </a:gridCol>
              </a:tblGrid>
              <a:tr h="434376">
                <a:tc>
                  <a:txBody>
                    <a:bodyPr/>
                    <a:lstStyle/>
                    <a:p>
                      <a:pPr algn="r" rtl="1" fontAlgn="b"/>
                      <a:r>
                        <a:rPr lang="ar-LY" sz="1200" u="none" strike="noStrike" dirty="0">
                          <a:solidFill>
                            <a:schemeClr val="bg1"/>
                          </a:solidFill>
                          <a:effectLst/>
                          <a:cs typeface="+mj-cs"/>
                        </a:rPr>
                        <a:t>الهدف الرئيسي</a:t>
                      </a:r>
                      <a:endParaRPr lang="ar-LY" sz="1200" b="0" i="0" u="none" strike="noStrike" dirty="0">
                        <a:solidFill>
                          <a:schemeClr val="bg1"/>
                        </a:solidFill>
                        <a:effectLst/>
                        <a:latin typeface="Calibri" panose="020F0502020204030204" pitchFamily="34" charset="0"/>
                        <a:cs typeface="+mj-cs"/>
                      </a:endParaRPr>
                    </a:p>
                  </a:txBody>
                  <a:tcPr marL="5416" marR="5416" marT="5416" marB="0" anchor="b">
                    <a:solidFill>
                      <a:schemeClr val="tx2"/>
                    </a:solidFill>
                  </a:tcPr>
                </a:tc>
                <a:tc rowSpan="2">
                  <a:txBody>
                    <a:bodyPr/>
                    <a:lstStyle/>
                    <a:p>
                      <a:pPr algn="r" rtl="1" fontAlgn="b"/>
                      <a:r>
                        <a:rPr lang="ar-LY" sz="1200" u="none" strike="noStrike" dirty="0">
                          <a:solidFill>
                            <a:schemeClr val="bg1"/>
                          </a:solidFill>
                          <a:effectLst/>
                          <a:cs typeface="+mj-cs"/>
                        </a:rPr>
                        <a:t>الحصة السوقية</a:t>
                      </a:r>
                    </a:p>
                  </a:txBody>
                  <a:tcPr marL="5416" marR="5416" marT="5416" marB="0" anchor="b">
                    <a:solidFill>
                      <a:schemeClr val="tx2"/>
                    </a:solidFill>
                  </a:tcPr>
                </a:tc>
                <a:tc gridSpan="3">
                  <a:txBody>
                    <a:bodyPr/>
                    <a:lstStyle/>
                    <a:p>
                      <a:pPr algn="ctr" rtl="1" fontAlgn="b"/>
                      <a:r>
                        <a:rPr lang="ar-LY" sz="1200" u="none" strike="noStrike">
                          <a:solidFill>
                            <a:schemeClr val="bg1"/>
                          </a:solidFill>
                          <a:effectLst/>
                          <a:cs typeface="+mj-cs"/>
                        </a:rPr>
                        <a:t>الإيرادات</a:t>
                      </a:r>
                      <a:endParaRPr lang="ar-LY" sz="1200" u="none" strike="noStrike" dirty="0">
                        <a:solidFill>
                          <a:schemeClr val="bg1"/>
                        </a:solidFill>
                        <a:effectLst/>
                        <a:cs typeface="+mj-cs"/>
                      </a:endParaRPr>
                    </a:p>
                  </a:txBody>
                  <a:tcPr marL="5416" marR="5416" marT="5416" marB="0" anchor="b">
                    <a:solidFill>
                      <a:schemeClr val="tx2"/>
                    </a:solidFill>
                  </a:tcPr>
                </a:tc>
                <a:tc hMerge="1">
                  <a:txBody>
                    <a:bodyPr/>
                    <a:lstStyle/>
                    <a:p>
                      <a:pPr algn="l" rtl="0" fontAlgn="b"/>
                      <a:r>
                        <a:rPr lang="en-US" sz="1400" u="none" strike="noStrike" dirty="0">
                          <a:effectLst/>
                        </a:rPr>
                        <a:t> </a:t>
                      </a:r>
                      <a:endParaRPr lang="en-US" sz="1400" b="0" i="0" u="none" strike="noStrike" dirty="0">
                        <a:solidFill>
                          <a:srgbClr val="000000"/>
                        </a:solidFill>
                        <a:effectLst/>
                        <a:latin typeface="Calibri" panose="020F0502020204030204" pitchFamily="34" charset="0"/>
                      </a:endParaRPr>
                    </a:p>
                  </a:txBody>
                  <a:tcPr marL="5416" marR="5416" marT="5416" marB="0" anchor="b"/>
                </a:tc>
                <a:tc hMerge="1">
                  <a:txBody>
                    <a:bodyPr/>
                    <a:lstStyle/>
                    <a:p>
                      <a:pPr algn="l" rtl="0" fontAlgn="b"/>
                      <a:r>
                        <a:rPr lang="en-US" sz="1400" u="none" strike="noStrike" dirty="0">
                          <a:effectLst/>
                        </a:rPr>
                        <a:t> </a:t>
                      </a:r>
                      <a:endParaRPr lang="en-US" sz="1400" b="0" i="0" u="none" strike="noStrike" dirty="0">
                        <a:solidFill>
                          <a:srgbClr val="000000"/>
                        </a:solidFill>
                        <a:effectLst/>
                        <a:latin typeface="Calibri" panose="020F0502020204030204" pitchFamily="34" charset="0"/>
                      </a:endParaRPr>
                    </a:p>
                  </a:txBody>
                  <a:tcPr marL="5416" marR="5416" marT="5416" marB="0" anchor="b"/>
                </a:tc>
                <a:tc gridSpan="2">
                  <a:txBody>
                    <a:bodyPr/>
                    <a:lstStyle/>
                    <a:p>
                      <a:pPr algn="r" rtl="1" fontAlgn="b"/>
                      <a:r>
                        <a:rPr lang="ar-LY" sz="1200" u="none" strike="noStrike" dirty="0">
                          <a:solidFill>
                            <a:schemeClr val="bg1"/>
                          </a:solidFill>
                          <a:effectLst/>
                          <a:cs typeface="+mj-cs"/>
                        </a:rPr>
                        <a:t>معدل الاستهلاك</a:t>
                      </a:r>
                    </a:p>
                  </a:txBody>
                  <a:tcPr marL="5416" marR="5416" marT="5416" marB="0" anchor="b">
                    <a:solidFill>
                      <a:schemeClr val="tx2"/>
                    </a:solidFill>
                  </a:tcPr>
                </a:tc>
                <a:tc hMerge="1">
                  <a:txBody>
                    <a:bodyPr/>
                    <a:lstStyle/>
                    <a:p>
                      <a:pPr algn="l" rtl="0" fontAlgn="b"/>
                      <a:r>
                        <a:rPr lang="en-US" sz="1400" u="none" strike="noStrike" dirty="0">
                          <a:effectLst/>
                        </a:rPr>
                        <a:t> </a:t>
                      </a:r>
                      <a:endParaRPr lang="en-US" sz="1400" b="0" i="0" u="none" strike="noStrike" dirty="0">
                        <a:solidFill>
                          <a:srgbClr val="000000"/>
                        </a:solidFill>
                        <a:effectLst/>
                        <a:latin typeface="Calibri" panose="020F0502020204030204" pitchFamily="34" charset="0"/>
                      </a:endParaRPr>
                    </a:p>
                  </a:txBody>
                  <a:tcPr marL="5416" marR="5416" marT="5416" marB="0" anchor="b"/>
                </a:tc>
                <a:tc gridSpan="2">
                  <a:txBody>
                    <a:bodyPr/>
                    <a:lstStyle/>
                    <a:p>
                      <a:pPr algn="r" rtl="1" fontAlgn="b"/>
                      <a:r>
                        <a:rPr lang="ar-LY" sz="1200" u="none" strike="noStrike" dirty="0">
                          <a:solidFill>
                            <a:schemeClr val="bg1"/>
                          </a:solidFill>
                          <a:effectLst/>
                          <a:cs typeface="+mj-cs"/>
                        </a:rPr>
                        <a:t>عدد المشتركين الفعلي</a:t>
                      </a:r>
                    </a:p>
                  </a:txBody>
                  <a:tcPr marL="5416" marR="5416" marT="5416" marB="0" anchor="b">
                    <a:solidFill>
                      <a:schemeClr val="tx2"/>
                    </a:solidFill>
                  </a:tcPr>
                </a:tc>
                <a:tc hMerge="1">
                  <a:txBody>
                    <a:bodyPr/>
                    <a:lstStyle/>
                    <a:p>
                      <a:pPr algn="l" rtl="0" fontAlgn="b"/>
                      <a:r>
                        <a:rPr lang="en-US" sz="1400" u="none" strike="noStrike" dirty="0">
                          <a:effectLst/>
                        </a:rPr>
                        <a:t> </a:t>
                      </a:r>
                      <a:endParaRPr lang="en-US" sz="1400" b="0" i="0" u="none" strike="noStrike" dirty="0">
                        <a:solidFill>
                          <a:srgbClr val="000000"/>
                        </a:solidFill>
                        <a:effectLst/>
                        <a:latin typeface="Calibri" panose="020F0502020204030204" pitchFamily="34" charset="0"/>
                      </a:endParaRPr>
                    </a:p>
                  </a:txBody>
                  <a:tcPr marL="5416" marR="5416" marT="5416" marB="0" anchor="b"/>
                </a:tc>
                <a:tc rowSpan="2">
                  <a:txBody>
                    <a:bodyPr/>
                    <a:lstStyle/>
                    <a:p>
                      <a:pPr algn="r" rtl="1" fontAlgn="b"/>
                      <a:r>
                        <a:rPr lang="ar-LY" sz="1200" u="none" strike="noStrike" dirty="0">
                          <a:solidFill>
                            <a:schemeClr val="bg1"/>
                          </a:solidFill>
                          <a:effectLst/>
                          <a:cs typeface="+mj-cs"/>
                        </a:rPr>
                        <a:t>نسبة مشتركي الانترنت</a:t>
                      </a:r>
                    </a:p>
                  </a:txBody>
                  <a:tcPr marL="5416" marR="5416" marT="5416" marB="0" anchor="b">
                    <a:solidFill>
                      <a:schemeClr val="tx2"/>
                    </a:solidFill>
                  </a:tcPr>
                </a:tc>
                <a:tc gridSpan="4">
                  <a:txBody>
                    <a:bodyPr/>
                    <a:lstStyle/>
                    <a:p>
                      <a:pPr algn="ctr" rtl="1" fontAlgn="b"/>
                      <a:r>
                        <a:rPr lang="ar-LY" sz="1200" u="none" strike="noStrike" dirty="0">
                          <a:solidFill>
                            <a:schemeClr val="bg1"/>
                          </a:solidFill>
                          <a:effectLst/>
                          <a:cs typeface="+mj-cs"/>
                        </a:rPr>
                        <a:t>رضا المشتركين</a:t>
                      </a:r>
                    </a:p>
                  </a:txBody>
                  <a:tcPr marL="5416" marR="5416" marT="5416" marB="0" anchor="b">
                    <a:solidFill>
                      <a:schemeClr val="tx2"/>
                    </a:solidFill>
                  </a:tcPr>
                </a:tc>
                <a:tc hMerge="1">
                  <a:txBody>
                    <a:bodyPr/>
                    <a:lstStyle/>
                    <a:p>
                      <a:pPr algn="l" rtl="0" fontAlgn="b"/>
                      <a:r>
                        <a:rPr lang="en-US" sz="1400" u="none" strike="noStrike" dirty="0">
                          <a:effectLst/>
                        </a:rPr>
                        <a:t> </a:t>
                      </a:r>
                      <a:endParaRPr lang="en-US" sz="1400" b="0" i="0" u="none" strike="noStrike" dirty="0">
                        <a:solidFill>
                          <a:srgbClr val="000000"/>
                        </a:solidFill>
                        <a:effectLst/>
                        <a:latin typeface="Calibri" panose="020F0502020204030204" pitchFamily="34" charset="0"/>
                      </a:endParaRPr>
                    </a:p>
                  </a:txBody>
                  <a:tcPr marL="5416" marR="5416" marT="5416" marB="0" anchor="b"/>
                </a:tc>
                <a:tc hMerge="1">
                  <a:txBody>
                    <a:bodyPr/>
                    <a:lstStyle/>
                    <a:p>
                      <a:pPr algn="l" rtl="0" fontAlgn="b"/>
                      <a:r>
                        <a:rPr lang="en-US" sz="1400" u="none" strike="noStrike" dirty="0">
                          <a:effectLst/>
                        </a:rPr>
                        <a:t> </a:t>
                      </a:r>
                      <a:endParaRPr lang="en-US" sz="1400" b="0" i="0" u="none" strike="noStrike" dirty="0">
                        <a:solidFill>
                          <a:srgbClr val="000000"/>
                        </a:solidFill>
                        <a:effectLst/>
                        <a:latin typeface="Calibri" panose="020F0502020204030204" pitchFamily="34" charset="0"/>
                      </a:endParaRPr>
                    </a:p>
                  </a:txBody>
                  <a:tcPr marL="5416" marR="5416" marT="5416" marB="0" anchor="b"/>
                </a:tc>
                <a:tc hMerge="1">
                  <a:txBody>
                    <a:bodyPr/>
                    <a:lstStyle/>
                    <a:p>
                      <a:pPr algn="l" rtl="0" fontAlgn="b"/>
                      <a:r>
                        <a:rPr lang="en-US" sz="1400" u="none" strike="noStrike" dirty="0">
                          <a:effectLst/>
                        </a:rPr>
                        <a:t> </a:t>
                      </a:r>
                      <a:endParaRPr lang="en-US" sz="1400" b="0" i="0" u="none" strike="noStrike" dirty="0">
                        <a:solidFill>
                          <a:srgbClr val="000000"/>
                        </a:solidFill>
                        <a:effectLst/>
                        <a:latin typeface="Calibri" panose="020F0502020204030204" pitchFamily="34" charset="0"/>
                      </a:endParaRPr>
                    </a:p>
                  </a:txBody>
                  <a:tcPr marL="5416" marR="5416" marT="5416" marB="0" anchor="b"/>
                </a:tc>
                <a:extLst>
                  <a:ext uri="{0D108BD9-81ED-4DB2-BD59-A6C34878D82A}">
                    <a16:rowId xmlns:a16="http://schemas.microsoft.com/office/drawing/2014/main" val="3530015166"/>
                  </a:ext>
                </a:extLst>
              </a:tr>
              <a:tr h="434376">
                <a:tc>
                  <a:txBody>
                    <a:bodyPr/>
                    <a:lstStyle/>
                    <a:p>
                      <a:pPr algn="r" rtl="1" fontAlgn="b"/>
                      <a:r>
                        <a:rPr lang="ar-LY" sz="1400" u="none" strike="noStrike" dirty="0">
                          <a:solidFill>
                            <a:schemeClr val="bg1"/>
                          </a:solidFill>
                          <a:effectLst/>
                        </a:rPr>
                        <a:t>الهدف الفرعي</a:t>
                      </a:r>
                      <a:endParaRPr lang="ar-LY" sz="1400" b="0" i="0" u="none" strike="noStrike" dirty="0">
                        <a:solidFill>
                          <a:schemeClr val="bg1"/>
                        </a:solidFill>
                        <a:effectLst/>
                        <a:latin typeface="Calibri" panose="020F0502020204030204" pitchFamily="34" charset="0"/>
                      </a:endParaRPr>
                    </a:p>
                  </a:txBody>
                  <a:tcPr marL="5416" marR="5416" marT="5416" marB="0" anchor="b">
                    <a:solidFill>
                      <a:schemeClr val="accent1">
                        <a:lumMod val="75000"/>
                      </a:schemeClr>
                    </a:solidFill>
                  </a:tcPr>
                </a:tc>
                <a:tc vMerge="1">
                  <a:txBody>
                    <a:bodyPr/>
                    <a:lstStyle/>
                    <a:p>
                      <a:pPr algn="l" rtl="0" fontAlgn="b"/>
                      <a:r>
                        <a:rPr lang="en-US" sz="1400" u="none" strike="noStrike" dirty="0">
                          <a:solidFill>
                            <a:schemeClr val="bg1"/>
                          </a:solidFill>
                          <a:effectLst/>
                        </a:rPr>
                        <a:t> </a:t>
                      </a:r>
                      <a:endParaRPr lang="en-US" sz="1400" b="0" i="0" u="none" strike="noStrike" dirty="0">
                        <a:solidFill>
                          <a:schemeClr val="bg1"/>
                        </a:solidFill>
                        <a:effectLst/>
                        <a:latin typeface="Calibri" panose="020F0502020204030204" pitchFamily="34" charset="0"/>
                      </a:endParaRPr>
                    </a:p>
                  </a:txBody>
                  <a:tcPr marL="5416" marR="5416" marT="5416" marB="0" anchor="b">
                    <a:solidFill>
                      <a:schemeClr val="tx1">
                        <a:lumMod val="75000"/>
                        <a:lumOff val="25000"/>
                      </a:schemeClr>
                    </a:solidFill>
                  </a:tcPr>
                </a:tc>
                <a:tc>
                  <a:txBody>
                    <a:bodyPr/>
                    <a:lstStyle/>
                    <a:p>
                      <a:pPr algn="r" rtl="1" fontAlgn="b"/>
                      <a:r>
                        <a:rPr lang="ar-LY" sz="1400" u="none" strike="noStrike">
                          <a:solidFill>
                            <a:schemeClr val="bg1"/>
                          </a:solidFill>
                          <a:effectLst/>
                        </a:rPr>
                        <a:t>ايرادات الافراد</a:t>
                      </a:r>
                      <a:endParaRPr lang="ar-LY" sz="1400" b="0" i="0" u="none" strike="noStrike" dirty="0">
                        <a:solidFill>
                          <a:schemeClr val="bg1"/>
                        </a:solidFill>
                        <a:effectLst/>
                        <a:latin typeface="Calibri" panose="020F0502020204030204" pitchFamily="34" charset="0"/>
                      </a:endParaRPr>
                    </a:p>
                  </a:txBody>
                  <a:tcPr marL="5416" marR="5416" marT="5416" marB="0" anchor="b">
                    <a:solidFill>
                      <a:schemeClr val="accent1">
                        <a:lumMod val="75000"/>
                      </a:schemeClr>
                    </a:solidFill>
                  </a:tcPr>
                </a:tc>
                <a:tc>
                  <a:txBody>
                    <a:bodyPr/>
                    <a:lstStyle/>
                    <a:p>
                      <a:pPr algn="r" rtl="1" fontAlgn="b"/>
                      <a:r>
                        <a:rPr lang="ar-LY" sz="1400" u="none" strike="noStrike" dirty="0">
                          <a:solidFill>
                            <a:schemeClr val="bg1"/>
                          </a:solidFill>
                          <a:effectLst/>
                        </a:rPr>
                        <a:t>إيرادات المؤسسات</a:t>
                      </a:r>
                      <a:endParaRPr lang="ar-LY" sz="1400" b="0" i="0" u="none" strike="noStrike" dirty="0">
                        <a:solidFill>
                          <a:schemeClr val="bg1"/>
                        </a:solidFill>
                        <a:effectLst/>
                        <a:latin typeface="Calibri" panose="020F0502020204030204" pitchFamily="34" charset="0"/>
                      </a:endParaRPr>
                    </a:p>
                  </a:txBody>
                  <a:tcPr marL="5416" marR="5416" marT="5416" marB="0" anchor="b">
                    <a:solidFill>
                      <a:schemeClr val="accent1">
                        <a:lumMod val="75000"/>
                      </a:schemeClr>
                    </a:solidFill>
                  </a:tcPr>
                </a:tc>
                <a:tc>
                  <a:txBody>
                    <a:bodyPr/>
                    <a:lstStyle/>
                    <a:p>
                      <a:pPr algn="r" rtl="1" fontAlgn="b"/>
                      <a:r>
                        <a:rPr lang="ar-LY" sz="1400" u="none" strike="noStrike" dirty="0">
                          <a:solidFill>
                            <a:schemeClr val="bg1"/>
                          </a:solidFill>
                          <a:effectLst/>
                        </a:rPr>
                        <a:t>إيرادات الأخرى</a:t>
                      </a:r>
                      <a:endParaRPr lang="ar-LY" sz="1400" b="0" i="0" u="none" strike="noStrike" dirty="0">
                        <a:solidFill>
                          <a:schemeClr val="bg1"/>
                        </a:solidFill>
                        <a:effectLst/>
                        <a:latin typeface="Calibri" panose="020F0502020204030204" pitchFamily="34" charset="0"/>
                      </a:endParaRPr>
                    </a:p>
                  </a:txBody>
                  <a:tcPr marL="5416" marR="5416" marT="5416" marB="0" anchor="b">
                    <a:solidFill>
                      <a:schemeClr val="accent1">
                        <a:lumMod val="75000"/>
                      </a:schemeClr>
                    </a:solidFill>
                  </a:tcPr>
                </a:tc>
                <a:tc>
                  <a:txBody>
                    <a:bodyPr/>
                    <a:lstStyle/>
                    <a:p>
                      <a:pPr algn="r" rtl="1" fontAlgn="b"/>
                      <a:r>
                        <a:rPr lang="ar-LY" sz="1400" u="none" strike="noStrike" dirty="0">
                          <a:solidFill>
                            <a:schemeClr val="bg1"/>
                          </a:solidFill>
                          <a:effectLst/>
                        </a:rPr>
                        <a:t>معدل الاستهلاك العام</a:t>
                      </a:r>
                      <a:endParaRPr lang="ar-LY" sz="1400" b="0" i="0" u="none" strike="noStrike" dirty="0">
                        <a:solidFill>
                          <a:schemeClr val="bg1"/>
                        </a:solidFill>
                        <a:effectLst/>
                        <a:latin typeface="Calibri" panose="020F0502020204030204" pitchFamily="34" charset="0"/>
                      </a:endParaRPr>
                    </a:p>
                  </a:txBody>
                  <a:tcPr marL="5416" marR="5416" marT="5416" marB="0" anchor="b">
                    <a:solidFill>
                      <a:schemeClr val="accent1">
                        <a:lumMod val="75000"/>
                      </a:schemeClr>
                    </a:solidFill>
                  </a:tcPr>
                </a:tc>
                <a:tc>
                  <a:txBody>
                    <a:bodyPr/>
                    <a:lstStyle/>
                    <a:p>
                      <a:pPr algn="r" rtl="1" fontAlgn="b"/>
                      <a:r>
                        <a:rPr lang="ar-LY" sz="1400" u="none" strike="noStrike" dirty="0">
                          <a:solidFill>
                            <a:schemeClr val="bg1"/>
                          </a:solidFill>
                          <a:effectLst/>
                        </a:rPr>
                        <a:t>معدل استهلاك الانترنت</a:t>
                      </a:r>
                      <a:endParaRPr lang="ar-LY" sz="1400" b="0" i="0" u="none" strike="noStrike" dirty="0">
                        <a:solidFill>
                          <a:schemeClr val="bg1"/>
                        </a:solidFill>
                        <a:effectLst/>
                        <a:latin typeface="Calibri" panose="020F0502020204030204" pitchFamily="34" charset="0"/>
                      </a:endParaRPr>
                    </a:p>
                  </a:txBody>
                  <a:tcPr marL="5416" marR="5416" marT="5416" marB="0" anchor="b">
                    <a:solidFill>
                      <a:schemeClr val="accent1">
                        <a:lumMod val="75000"/>
                      </a:schemeClr>
                    </a:solidFill>
                  </a:tcPr>
                </a:tc>
                <a:tc>
                  <a:txBody>
                    <a:bodyPr/>
                    <a:lstStyle/>
                    <a:p>
                      <a:pPr algn="r" rtl="1" fontAlgn="b"/>
                      <a:r>
                        <a:rPr lang="ar-LY" sz="1400" u="none" strike="noStrike" dirty="0">
                          <a:solidFill>
                            <a:schemeClr val="bg1"/>
                          </a:solidFill>
                          <a:effectLst/>
                        </a:rPr>
                        <a:t>عدد المشتركين</a:t>
                      </a:r>
                      <a:endParaRPr lang="ar-LY" sz="1400" b="0" i="0" u="none" strike="noStrike" dirty="0">
                        <a:solidFill>
                          <a:schemeClr val="bg1"/>
                        </a:solidFill>
                        <a:effectLst/>
                        <a:latin typeface="Calibri" panose="020F0502020204030204" pitchFamily="34" charset="0"/>
                      </a:endParaRPr>
                    </a:p>
                  </a:txBody>
                  <a:tcPr marL="5416" marR="5416" marT="5416" marB="0" anchor="b">
                    <a:solidFill>
                      <a:schemeClr val="accent1">
                        <a:lumMod val="75000"/>
                      </a:schemeClr>
                    </a:solidFill>
                  </a:tcPr>
                </a:tc>
                <a:tc>
                  <a:txBody>
                    <a:bodyPr/>
                    <a:lstStyle/>
                    <a:p>
                      <a:pPr algn="r" rtl="1" fontAlgn="b"/>
                      <a:r>
                        <a:rPr lang="ar-LY" sz="1400" u="none" strike="noStrike" dirty="0">
                          <a:solidFill>
                            <a:schemeClr val="bg1"/>
                          </a:solidFill>
                          <a:effectLst/>
                        </a:rPr>
                        <a:t>معدل النزوح</a:t>
                      </a:r>
                      <a:endParaRPr lang="ar-LY" sz="1400" b="0" i="0" u="none" strike="noStrike" dirty="0">
                        <a:solidFill>
                          <a:schemeClr val="bg1"/>
                        </a:solidFill>
                        <a:effectLst/>
                        <a:latin typeface="Calibri" panose="020F0502020204030204" pitchFamily="34" charset="0"/>
                      </a:endParaRPr>
                    </a:p>
                  </a:txBody>
                  <a:tcPr marL="5416" marR="5416" marT="5416" marB="0" anchor="b">
                    <a:solidFill>
                      <a:schemeClr val="accent1">
                        <a:lumMod val="75000"/>
                      </a:schemeClr>
                    </a:solidFill>
                  </a:tcPr>
                </a:tc>
                <a:tc vMerge="1">
                  <a:txBody>
                    <a:bodyPr/>
                    <a:lstStyle/>
                    <a:p>
                      <a:pPr algn="l" rtl="0" fontAlgn="b"/>
                      <a:r>
                        <a:rPr lang="en-US" sz="1400" u="none" strike="noStrike" dirty="0">
                          <a:solidFill>
                            <a:schemeClr val="bg1"/>
                          </a:solidFill>
                          <a:effectLst/>
                        </a:rPr>
                        <a:t> </a:t>
                      </a:r>
                      <a:endParaRPr lang="en-US" sz="1400" b="0" i="0" u="none" strike="noStrike" dirty="0">
                        <a:solidFill>
                          <a:schemeClr val="bg1"/>
                        </a:solidFill>
                        <a:effectLst/>
                        <a:latin typeface="Calibri" panose="020F0502020204030204" pitchFamily="34" charset="0"/>
                      </a:endParaRPr>
                    </a:p>
                  </a:txBody>
                  <a:tcPr marL="5416" marR="5416" marT="5416" marB="0" anchor="b">
                    <a:solidFill>
                      <a:schemeClr val="tx1">
                        <a:lumMod val="75000"/>
                        <a:lumOff val="25000"/>
                      </a:schemeClr>
                    </a:solidFill>
                  </a:tcPr>
                </a:tc>
                <a:tc>
                  <a:txBody>
                    <a:bodyPr/>
                    <a:lstStyle/>
                    <a:p>
                      <a:pPr algn="l" rtl="0" fontAlgn="b"/>
                      <a:r>
                        <a:rPr lang="en-US" sz="1400" u="none" strike="noStrike" dirty="0">
                          <a:solidFill>
                            <a:schemeClr val="bg1"/>
                          </a:solidFill>
                          <a:effectLst/>
                        </a:rPr>
                        <a:t> NPS</a:t>
                      </a:r>
                      <a:endParaRPr lang="en-US" sz="1400" b="0" i="0" u="none" strike="noStrike" dirty="0">
                        <a:solidFill>
                          <a:schemeClr val="bg1"/>
                        </a:solidFill>
                        <a:effectLst/>
                        <a:latin typeface="Calibri" panose="020F0502020204030204" pitchFamily="34" charset="0"/>
                      </a:endParaRPr>
                    </a:p>
                  </a:txBody>
                  <a:tcPr marL="5416" marR="5416" marT="5416" marB="0" anchor="b">
                    <a:solidFill>
                      <a:schemeClr val="accent1">
                        <a:lumMod val="75000"/>
                      </a:schemeClr>
                    </a:solidFill>
                  </a:tcPr>
                </a:tc>
                <a:tc>
                  <a:txBody>
                    <a:bodyPr/>
                    <a:lstStyle/>
                    <a:p>
                      <a:pPr algn="r" rtl="1" fontAlgn="b"/>
                      <a:r>
                        <a:rPr lang="ar-LY" sz="1400" u="none" strike="noStrike" dirty="0">
                          <a:solidFill>
                            <a:schemeClr val="bg1"/>
                          </a:solidFill>
                          <a:effectLst/>
                        </a:rPr>
                        <a:t>معدل الاستجابة</a:t>
                      </a:r>
                      <a:endParaRPr lang="ar-LY" sz="1400" b="0" i="0" u="none" strike="noStrike" dirty="0">
                        <a:solidFill>
                          <a:schemeClr val="bg1"/>
                        </a:solidFill>
                        <a:effectLst/>
                        <a:latin typeface="Calibri" panose="020F0502020204030204" pitchFamily="34" charset="0"/>
                      </a:endParaRPr>
                    </a:p>
                  </a:txBody>
                  <a:tcPr marL="5416" marR="5416" marT="5416" marB="0" anchor="b">
                    <a:solidFill>
                      <a:schemeClr val="accent1">
                        <a:lumMod val="75000"/>
                      </a:schemeClr>
                    </a:solidFill>
                  </a:tcPr>
                </a:tc>
                <a:tc>
                  <a:txBody>
                    <a:bodyPr/>
                    <a:lstStyle/>
                    <a:p>
                      <a:pPr algn="ctr" rtl="1" fontAlgn="b"/>
                      <a:r>
                        <a:rPr lang="ar-LY" sz="1400" u="none" strike="noStrike" dirty="0">
                          <a:solidFill>
                            <a:schemeClr val="bg1"/>
                          </a:solidFill>
                          <a:effectLst/>
                        </a:rPr>
                        <a:t>ا</a:t>
                      </a:r>
                      <a:r>
                        <a:rPr lang="en-US" sz="1400" u="none" strike="noStrike" dirty="0">
                          <a:solidFill>
                            <a:schemeClr val="bg1"/>
                          </a:solidFill>
                          <a:effectLst/>
                        </a:rPr>
                        <a:t>HC</a:t>
                      </a:r>
                      <a:endParaRPr lang="ar-LY" sz="1400" b="0" i="0" u="none" strike="noStrike" dirty="0">
                        <a:solidFill>
                          <a:schemeClr val="bg1"/>
                        </a:solidFill>
                        <a:effectLst/>
                        <a:latin typeface="Calibri" panose="020F0502020204030204" pitchFamily="34" charset="0"/>
                      </a:endParaRPr>
                    </a:p>
                  </a:txBody>
                  <a:tcPr marL="5416" marR="5416" marT="5416" marB="0" anchor="b">
                    <a:solidFill>
                      <a:schemeClr val="accent1">
                        <a:lumMod val="75000"/>
                      </a:schemeClr>
                    </a:solidFill>
                  </a:tcPr>
                </a:tc>
                <a:tc>
                  <a:txBody>
                    <a:bodyPr/>
                    <a:lstStyle/>
                    <a:p>
                      <a:pPr algn="ctr" rtl="1" fontAlgn="b"/>
                      <a:r>
                        <a:rPr lang="ar-LY" sz="1400" u="none" strike="noStrike" dirty="0">
                          <a:solidFill>
                            <a:schemeClr val="bg1"/>
                          </a:solidFill>
                          <a:effectLst/>
                        </a:rPr>
                        <a:t>الوصول (مباشر +رقمي)</a:t>
                      </a:r>
                      <a:endParaRPr lang="ar-LY" sz="1400" b="0" i="0" u="none" strike="noStrike" dirty="0">
                        <a:solidFill>
                          <a:schemeClr val="bg1"/>
                        </a:solidFill>
                        <a:effectLst/>
                        <a:latin typeface="Calibri" panose="020F0502020204030204" pitchFamily="34" charset="0"/>
                      </a:endParaRPr>
                    </a:p>
                  </a:txBody>
                  <a:tcPr marL="5416" marR="5416" marT="5416" marB="0" anchor="b">
                    <a:solidFill>
                      <a:schemeClr val="accent1">
                        <a:lumMod val="75000"/>
                      </a:schemeClr>
                    </a:solidFill>
                  </a:tcPr>
                </a:tc>
                <a:extLst>
                  <a:ext uri="{0D108BD9-81ED-4DB2-BD59-A6C34878D82A}">
                    <a16:rowId xmlns:a16="http://schemas.microsoft.com/office/drawing/2014/main" val="156333185"/>
                  </a:ext>
                </a:extLst>
              </a:tr>
              <a:tr h="157068">
                <a:tc>
                  <a:txBody>
                    <a:bodyPr/>
                    <a:lstStyle/>
                    <a:p>
                      <a:pPr algn="l" rtl="0" fontAlgn="b"/>
                      <a:r>
                        <a:rPr lang="en-US" sz="1400" u="none" strike="noStrike">
                          <a:solidFill>
                            <a:schemeClr val="bg1"/>
                          </a:solidFill>
                          <a:effectLst/>
                        </a:rPr>
                        <a:t> </a:t>
                      </a:r>
                      <a:endParaRPr lang="en-US" sz="1400" b="0" i="0" u="none" strike="noStrike">
                        <a:solidFill>
                          <a:schemeClr val="bg1"/>
                        </a:solidFill>
                        <a:effectLst/>
                        <a:latin typeface="Calibri" panose="020F0502020204030204" pitchFamily="34" charset="0"/>
                      </a:endParaRPr>
                    </a:p>
                  </a:txBody>
                  <a:tcPr marL="5416" marR="5416" marT="5416" marB="0" anchor="b">
                    <a:solidFill>
                      <a:schemeClr val="tx1">
                        <a:lumMod val="75000"/>
                        <a:lumOff val="25000"/>
                      </a:schemeClr>
                    </a:solidFill>
                  </a:tcPr>
                </a:tc>
                <a:tc>
                  <a:txBody>
                    <a:bodyPr/>
                    <a:lstStyle/>
                    <a:p>
                      <a:pPr algn="r" rtl="0" fontAlgn="b"/>
                      <a:r>
                        <a:rPr lang="en-US" sz="1400" u="none" strike="noStrike">
                          <a:solidFill>
                            <a:schemeClr val="bg1"/>
                          </a:solidFill>
                          <a:effectLst/>
                        </a:rPr>
                        <a:t>57%</a:t>
                      </a:r>
                      <a:endParaRPr lang="en-US" sz="1400" b="0" i="0" u="none" strike="noStrike" dirty="0">
                        <a:solidFill>
                          <a:schemeClr val="bg1"/>
                        </a:solidFill>
                        <a:effectLst/>
                        <a:latin typeface="Calibri" panose="020F0502020204030204" pitchFamily="34" charset="0"/>
                      </a:endParaRPr>
                    </a:p>
                  </a:txBody>
                  <a:tcPr marL="5416" marR="5416" marT="5416" marB="0" anchor="b">
                    <a:solidFill>
                      <a:schemeClr val="tx1">
                        <a:lumMod val="75000"/>
                        <a:lumOff val="25000"/>
                      </a:schemeClr>
                    </a:solidFill>
                  </a:tcPr>
                </a:tc>
                <a:tc>
                  <a:txBody>
                    <a:bodyPr/>
                    <a:lstStyle/>
                    <a:p>
                      <a:pPr algn="r" rtl="0" fontAlgn="b"/>
                      <a:r>
                        <a:rPr lang="en-US" sz="1400" u="none" strike="noStrike">
                          <a:solidFill>
                            <a:schemeClr val="bg1"/>
                          </a:solidFill>
                          <a:effectLst/>
                        </a:rPr>
                        <a:t>60%</a:t>
                      </a:r>
                      <a:endParaRPr lang="en-US" sz="1400" b="0" i="0" u="none" strike="noStrike">
                        <a:solidFill>
                          <a:schemeClr val="bg1"/>
                        </a:solidFill>
                        <a:effectLst/>
                        <a:latin typeface="Calibri" panose="020F0502020204030204" pitchFamily="34" charset="0"/>
                      </a:endParaRPr>
                    </a:p>
                  </a:txBody>
                  <a:tcPr marL="5416" marR="5416" marT="5416" marB="0" anchor="b">
                    <a:solidFill>
                      <a:schemeClr val="tx1">
                        <a:lumMod val="75000"/>
                        <a:lumOff val="25000"/>
                      </a:schemeClr>
                    </a:solidFill>
                  </a:tcPr>
                </a:tc>
                <a:tc>
                  <a:txBody>
                    <a:bodyPr/>
                    <a:lstStyle/>
                    <a:p>
                      <a:pPr algn="r" rtl="0" fontAlgn="b"/>
                      <a:r>
                        <a:rPr lang="en-US" sz="1400" u="none" strike="noStrike" dirty="0">
                          <a:solidFill>
                            <a:schemeClr val="bg1"/>
                          </a:solidFill>
                          <a:effectLst/>
                        </a:rPr>
                        <a:t>30%</a:t>
                      </a:r>
                      <a:endParaRPr lang="en-US" sz="1400" b="0" i="0" u="none" strike="noStrike" dirty="0">
                        <a:solidFill>
                          <a:schemeClr val="bg1"/>
                        </a:solidFill>
                        <a:effectLst/>
                        <a:latin typeface="Calibri" panose="020F0502020204030204" pitchFamily="34" charset="0"/>
                      </a:endParaRPr>
                    </a:p>
                  </a:txBody>
                  <a:tcPr marL="5416" marR="5416" marT="5416" marB="0" anchor="b">
                    <a:solidFill>
                      <a:schemeClr val="tx1">
                        <a:lumMod val="75000"/>
                        <a:lumOff val="25000"/>
                      </a:schemeClr>
                    </a:solidFill>
                  </a:tcPr>
                </a:tc>
                <a:tc>
                  <a:txBody>
                    <a:bodyPr/>
                    <a:lstStyle/>
                    <a:p>
                      <a:pPr algn="r" rtl="0" fontAlgn="b"/>
                      <a:r>
                        <a:rPr lang="en-US" sz="1400" u="none" strike="noStrike" dirty="0">
                          <a:solidFill>
                            <a:schemeClr val="bg1"/>
                          </a:solidFill>
                          <a:effectLst/>
                        </a:rPr>
                        <a:t>10%</a:t>
                      </a:r>
                      <a:endParaRPr lang="en-US" sz="1400" b="0" i="0" u="none" strike="noStrike" dirty="0">
                        <a:solidFill>
                          <a:schemeClr val="bg1"/>
                        </a:solidFill>
                        <a:effectLst/>
                        <a:latin typeface="Calibri" panose="020F0502020204030204" pitchFamily="34" charset="0"/>
                      </a:endParaRPr>
                    </a:p>
                  </a:txBody>
                  <a:tcPr marL="5416" marR="5416" marT="5416" marB="0" anchor="b">
                    <a:solidFill>
                      <a:schemeClr val="tx1">
                        <a:lumMod val="75000"/>
                        <a:lumOff val="25000"/>
                      </a:schemeClr>
                    </a:solidFill>
                  </a:tcPr>
                </a:tc>
                <a:tc>
                  <a:txBody>
                    <a:bodyPr/>
                    <a:lstStyle/>
                    <a:p>
                      <a:pPr algn="r" rtl="0" fontAlgn="b"/>
                      <a:r>
                        <a:rPr lang="en-US" sz="1400" u="none" strike="noStrike">
                          <a:solidFill>
                            <a:schemeClr val="bg1"/>
                          </a:solidFill>
                          <a:effectLst/>
                        </a:rPr>
                        <a:t>40%</a:t>
                      </a:r>
                      <a:endParaRPr lang="en-US" sz="1400" b="0" i="0" u="none" strike="noStrike">
                        <a:solidFill>
                          <a:schemeClr val="bg1"/>
                        </a:solidFill>
                        <a:effectLst/>
                        <a:latin typeface="Calibri" panose="020F0502020204030204" pitchFamily="34" charset="0"/>
                      </a:endParaRPr>
                    </a:p>
                  </a:txBody>
                  <a:tcPr marL="5416" marR="5416" marT="5416" marB="0" anchor="b">
                    <a:solidFill>
                      <a:schemeClr val="tx1">
                        <a:lumMod val="75000"/>
                        <a:lumOff val="25000"/>
                      </a:schemeClr>
                    </a:solidFill>
                  </a:tcPr>
                </a:tc>
                <a:tc>
                  <a:txBody>
                    <a:bodyPr/>
                    <a:lstStyle/>
                    <a:p>
                      <a:pPr algn="r" rtl="0" fontAlgn="b"/>
                      <a:r>
                        <a:rPr lang="en-US" sz="1400" u="none" strike="noStrike" dirty="0">
                          <a:solidFill>
                            <a:schemeClr val="bg1"/>
                          </a:solidFill>
                          <a:effectLst/>
                        </a:rPr>
                        <a:t>25%</a:t>
                      </a:r>
                      <a:endParaRPr lang="en-US" sz="1400" b="0" i="0" u="none" strike="noStrike" dirty="0">
                        <a:solidFill>
                          <a:schemeClr val="bg1"/>
                        </a:solidFill>
                        <a:effectLst/>
                        <a:latin typeface="Calibri" panose="020F0502020204030204" pitchFamily="34" charset="0"/>
                      </a:endParaRPr>
                    </a:p>
                  </a:txBody>
                  <a:tcPr marL="5416" marR="5416" marT="5416" marB="0" anchor="b">
                    <a:solidFill>
                      <a:schemeClr val="tx1">
                        <a:lumMod val="75000"/>
                        <a:lumOff val="25000"/>
                      </a:schemeClr>
                    </a:solidFill>
                  </a:tcPr>
                </a:tc>
                <a:tc>
                  <a:txBody>
                    <a:bodyPr/>
                    <a:lstStyle/>
                    <a:p>
                      <a:pPr algn="r" rtl="0" fontAlgn="b"/>
                      <a:r>
                        <a:rPr lang="en-US" sz="1400" u="none" strike="noStrike">
                          <a:solidFill>
                            <a:schemeClr val="bg1"/>
                          </a:solidFill>
                          <a:effectLst/>
                        </a:rPr>
                        <a:t>6.5%</a:t>
                      </a:r>
                      <a:endParaRPr lang="en-US" sz="1400" b="0" i="0" u="none" strike="noStrike">
                        <a:solidFill>
                          <a:schemeClr val="bg1"/>
                        </a:solidFill>
                        <a:effectLst/>
                        <a:latin typeface="Calibri" panose="020F0502020204030204" pitchFamily="34" charset="0"/>
                      </a:endParaRPr>
                    </a:p>
                  </a:txBody>
                  <a:tcPr marL="5416" marR="5416" marT="5416" marB="0" anchor="b">
                    <a:solidFill>
                      <a:schemeClr val="tx1">
                        <a:lumMod val="75000"/>
                        <a:lumOff val="25000"/>
                      </a:schemeClr>
                    </a:solidFill>
                  </a:tcPr>
                </a:tc>
                <a:tc>
                  <a:txBody>
                    <a:bodyPr/>
                    <a:lstStyle/>
                    <a:p>
                      <a:pPr algn="r" rtl="0" fontAlgn="b"/>
                      <a:r>
                        <a:rPr lang="en-US" sz="1400" u="none" strike="noStrike">
                          <a:solidFill>
                            <a:schemeClr val="bg1"/>
                          </a:solidFill>
                          <a:effectLst/>
                        </a:rPr>
                        <a:t>5%</a:t>
                      </a:r>
                      <a:endParaRPr lang="en-US" sz="1400" b="0" i="0" u="none" strike="noStrike">
                        <a:solidFill>
                          <a:schemeClr val="bg1"/>
                        </a:solidFill>
                        <a:effectLst/>
                        <a:latin typeface="Calibri" panose="020F0502020204030204" pitchFamily="34" charset="0"/>
                      </a:endParaRPr>
                    </a:p>
                  </a:txBody>
                  <a:tcPr marL="5416" marR="5416" marT="5416" marB="0" anchor="b">
                    <a:solidFill>
                      <a:schemeClr val="tx1">
                        <a:lumMod val="75000"/>
                        <a:lumOff val="25000"/>
                      </a:schemeClr>
                    </a:solidFill>
                  </a:tcPr>
                </a:tc>
                <a:tc>
                  <a:txBody>
                    <a:bodyPr/>
                    <a:lstStyle/>
                    <a:p>
                      <a:pPr algn="r" rtl="0" fontAlgn="b"/>
                      <a:r>
                        <a:rPr lang="en-US" sz="1400" u="none" strike="noStrike">
                          <a:solidFill>
                            <a:schemeClr val="bg1"/>
                          </a:solidFill>
                          <a:effectLst/>
                        </a:rPr>
                        <a:t>95%</a:t>
                      </a:r>
                      <a:endParaRPr lang="en-US" sz="1400" b="0" i="0" u="none" strike="noStrike">
                        <a:solidFill>
                          <a:schemeClr val="bg1"/>
                        </a:solidFill>
                        <a:effectLst/>
                        <a:latin typeface="Calibri" panose="020F0502020204030204" pitchFamily="34" charset="0"/>
                      </a:endParaRPr>
                    </a:p>
                  </a:txBody>
                  <a:tcPr marL="5416" marR="5416" marT="5416" marB="0" anchor="b">
                    <a:solidFill>
                      <a:schemeClr val="tx1">
                        <a:lumMod val="75000"/>
                        <a:lumOff val="25000"/>
                      </a:schemeClr>
                    </a:solidFill>
                  </a:tcPr>
                </a:tc>
                <a:tc>
                  <a:txBody>
                    <a:bodyPr/>
                    <a:lstStyle/>
                    <a:p>
                      <a:pPr algn="r" rtl="0" fontAlgn="b"/>
                      <a:r>
                        <a:rPr lang="en-US" sz="1400" u="none" strike="noStrike" dirty="0">
                          <a:solidFill>
                            <a:schemeClr val="bg1"/>
                          </a:solidFill>
                          <a:effectLst/>
                        </a:rPr>
                        <a:t>22%</a:t>
                      </a:r>
                      <a:endParaRPr lang="en-US" sz="1400" b="0" i="0" u="none" strike="noStrike" dirty="0">
                        <a:solidFill>
                          <a:schemeClr val="bg1"/>
                        </a:solidFill>
                        <a:effectLst/>
                        <a:latin typeface="Calibri" panose="020F0502020204030204" pitchFamily="34" charset="0"/>
                      </a:endParaRPr>
                    </a:p>
                  </a:txBody>
                  <a:tcPr marL="5416" marR="5416" marT="5416" marB="0" anchor="b">
                    <a:solidFill>
                      <a:schemeClr val="tx1">
                        <a:lumMod val="75000"/>
                        <a:lumOff val="25000"/>
                      </a:schemeClr>
                    </a:solidFill>
                  </a:tcPr>
                </a:tc>
                <a:tc>
                  <a:txBody>
                    <a:bodyPr/>
                    <a:lstStyle/>
                    <a:p>
                      <a:pPr algn="l" rtl="0" fontAlgn="b"/>
                      <a:r>
                        <a:rPr lang="en-US" sz="1400" u="none" strike="noStrike" dirty="0">
                          <a:solidFill>
                            <a:schemeClr val="bg1"/>
                          </a:solidFill>
                          <a:effectLst/>
                        </a:rPr>
                        <a:t> 28 </a:t>
                      </a:r>
                      <a:r>
                        <a:rPr lang="ar-LY" sz="1400" u="none" strike="noStrike" dirty="0">
                          <a:solidFill>
                            <a:schemeClr val="bg1"/>
                          </a:solidFill>
                          <a:effectLst/>
                        </a:rPr>
                        <a:t>ث</a:t>
                      </a:r>
                      <a:endParaRPr lang="en-US" sz="1400" b="0" i="0" u="none" strike="noStrike" dirty="0">
                        <a:solidFill>
                          <a:schemeClr val="bg1"/>
                        </a:solidFill>
                        <a:effectLst/>
                        <a:latin typeface="Calibri" panose="020F0502020204030204" pitchFamily="34" charset="0"/>
                      </a:endParaRPr>
                    </a:p>
                  </a:txBody>
                  <a:tcPr marL="5416" marR="5416" marT="5416" marB="0" anchor="b">
                    <a:solidFill>
                      <a:schemeClr val="tx1">
                        <a:lumMod val="75000"/>
                        <a:lumOff val="25000"/>
                      </a:schemeClr>
                    </a:solidFill>
                  </a:tcPr>
                </a:tc>
                <a:tc>
                  <a:txBody>
                    <a:bodyPr/>
                    <a:lstStyle/>
                    <a:p>
                      <a:pPr algn="l" rtl="0" fontAlgn="b"/>
                      <a:r>
                        <a:rPr lang="en-US" sz="1400" u="none" strike="noStrike">
                          <a:solidFill>
                            <a:schemeClr val="bg1"/>
                          </a:solidFill>
                          <a:effectLst/>
                        </a:rPr>
                        <a:t> 98%</a:t>
                      </a:r>
                      <a:endParaRPr lang="en-US" sz="1400" b="0" i="0" u="none" strike="noStrike" dirty="0">
                        <a:solidFill>
                          <a:schemeClr val="bg1"/>
                        </a:solidFill>
                        <a:effectLst/>
                        <a:latin typeface="Calibri" panose="020F0502020204030204" pitchFamily="34" charset="0"/>
                      </a:endParaRPr>
                    </a:p>
                  </a:txBody>
                  <a:tcPr marL="5416" marR="5416" marT="5416" marB="0" anchor="b">
                    <a:solidFill>
                      <a:schemeClr val="tx1">
                        <a:lumMod val="75000"/>
                        <a:lumOff val="25000"/>
                      </a:schemeClr>
                    </a:solidFill>
                  </a:tcPr>
                </a:tc>
                <a:tc>
                  <a:txBody>
                    <a:bodyPr/>
                    <a:lstStyle/>
                    <a:p>
                      <a:pPr algn="l" rtl="0" fontAlgn="b"/>
                      <a:r>
                        <a:rPr lang="en-US" sz="1400" u="none" strike="noStrike" dirty="0">
                          <a:solidFill>
                            <a:schemeClr val="bg1"/>
                          </a:solidFill>
                          <a:effectLst/>
                        </a:rPr>
                        <a:t> 90%</a:t>
                      </a:r>
                      <a:endParaRPr lang="en-US" sz="1400" b="0" i="0" u="none" strike="noStrike" dirty="0">
                        <a:solidFill>
                          <a:schemeClr val="bg1"/>
                        </a:solidFill>
                        <a:effectLst/>
                        <a:latin typeface="Calibri" panose="020F0502020204030204" pitchFamily="34" charset="0"/>
                      </a:endParaRPr>
                    </a:p>
                  </a:txBody>
                  <a:tcPr marL="5416" marR="5416" marT="5416" marB="0" anchor="b">
                    <a:solidFill>
                      <a:schemeClr val="tx1">
                        <a:lumMod val="75000"/>
                        <a:lumOff val="25000"/>
                      </a:schemeClr>
                    </a:solidFill>
                  </a:tcPr>
                </a:tc>
                <a:extLst>
                  <a:ext uri="{0D108BD9-81ED-4DB2-BD59-A6C34878D82A}">
                    <a16:rowId xmlns:a16="http://schemas.microsoft.com/office/drawing/2014/main" val="1919458048"/>
                  </a:ext>
                </a:extLst>
              </a:tr>
              <a:tr h="157068">
                <a:tc>
                  <a:txBody>
                    <a:bodyPr/>
                    <a:lstStyle/>
                    <a:p>
                      <a:pPr algn="r" rtl="1" fontAlgn="b"/>
                      <a:r>
                        <a:rPr lang="ar-LY" sz="1400" b="0" i="0" u="none" strike="noStrike" dirty="0">
                          <a:solidFill>
                            <a:srgbClr val="990099"/>
                          </a:solidFill>
                          <a:effectLst/>
                          <a:latin typeface="Calibri" panose="020F0502020204030204" pitchFamily="34" charset="0"/>
                          <a:cs typeface="+mj-cs"/>
                        </a:rPr>
                        <a:t>منتج الأجانب</a:t>
                      </a:r>
                    </a:p>
                  </a:txBody>
                  <a:tcPr marL="6350" marR="6350" marT="6350" marB="0" anchor="b">
                    <a:solidFill>
                      <a:schemeClr val="bg1">
                        <a:lumMod val="85000"/>
                      </a:schemeClr>
                    </a:solidFill>
                  </a:tcPr>
                </a:tc>
                <a:tc>
                  <a:txBody>
                    <a:bodyPr/>
                    <a:lstStyle/>
                    <a:p>
                      <a:pPr algn="l" rtl="0" fontAlgn="b"/>
                      <a:endParaRPr lang="en-US" sz="1100" b="0" i="0" u="none" strike="noStrike" dirty="0">
                        <a:solidFill>
                          <a:srgbClr val="000000"/>
                        </a:solidFill>
                        <a:effectLst/>
                        <a:latin typeface="Wingdings" panose="05000000000000000000" pitchFamily="2" charset="2"/>
                      </a:endParaRPr>
                    </a:p>
                  </a:txBody>
                  <a:tcPr marL="6350" marR="6350" marT="6350" marB="0" anchor="b">
                    <a:solidFill>
                      <a:srgbClr val="990099"/>
                    </a:solidFill>
                  </a:tcPr>
                </a:tc>
                <a:tc>
                  <a:txBody>
                    <a:bodyPr/>
                    <a:lstStyle/>
                    <a:p>
                      <a:pPr algn="l" rtl="0" fontAlgn="b"/>
                      <a:endParaRPr lang="en-US" sz="1100" b="0" i="0" u="none" strike="noStrike" dirty="0">
                        <a:solidFill>
                          <a:srgbClr val="000000"/>
                        </a:solidFill>
                        <a:effectLst/>
                        <a:latin typeface="Wingdings" panose="05000000000000000000" pitchFamily="2" charset="2"/>
                      </a:endParaRPr>
                    </a:p>
                  </a:txBody>
                  <a:tcPr marL="6350" marR="6350" marT="6350" marB="0" anchor="b">
                    <a:solidFill>
                      <a:srgbClr val="990099"/>
                    </a:solidFill>
                  </a:tcPr>
                </a:tc>
                <a:tc>
                  <a:txBody>
                    <a:bodyPr/>
                    <a:lstStyle/>
                    <a:p>
                      <a:pPr algn="l" rtl="0" fontAlgn="b"/>
                      <a:endParaRPr lang="en-US" sz="1100" b="0" i="0" u="none" strike="noStrike">
                        <a:solidFill>
                          <a:srgbClr val="000000"/>
                        </a:solidFill>
                        <a:effectLst/>
                        <a:latin typeface="Wingdings" panose="05000000000000000000" pitchFamily="2" charset="2"/>
                      </a:endParaRPr>
                    </a:p>
                  </a:txBody>
                  <a:tcPr marL="6350" marR="6350" marT="6350" marB="0" anchor="b">
                    <a:solidFill>
                      <a:schemeClr val="bg1">
                        <a:lumMod val="95000"/>
                      </a:schemeClr>
                    </a:solidFill>
                  </a:tcPr>
                </a:tc>
                <a:tc>
                  <a:txBody>
                    <a:bodyPr/>
                    <a:lstStyle/>
                    <a:p>
                      <a:pPr algn="l" rtl="0" fontAlgn="b"/>
                      <a:endParaRPr lang="en-US" sz="1100" b="0" i="0" u="none" strike="noStrike">
                        <a:solidFill>
                          <a:srgbClr val="000000"/>
                        </a:solidFill>
                        <a:effectLst/>
                        <a:latin typeface="Wingdings" panose="05000000000000000000" pitchFamily="2" charset="2"/>
                      </a:endParaRPr>
                    </a:p>
                  </a:txBody>
                  <a:tcPr marL="6350" marR="6350" marT="6350" marB="0" anchor="b">
                    <a:solidFill>
                      <a:schemeClr val="bg1">
                        <a:lumMod val="95000"/>
                      </a:schemeClr>
                    </a:solidFill>
                  </a:tcPr>
                </a:tc>
                <a:tc>
                  <a:txBody>
                    <a:bodyPr/>
                    <a:lstStyle/>
                    <a:p>
                      <a:pPr algn="l" rtl="0" fontAlgn="b"/>
                      <a:endParaRPr lang="en-US" sz="1100" b="0" i="0" u="none" strike="noStrike">
                        <a:solidFill>
                          <a:srgbClr val="000000"/>
                        </a:solidFill>
                        <a:effectLst/>
                        <a:latin typeface="Wingdings" panose="05000000000000000000" pitchFamily="2" charset="2"/>
                      </a:endParaRPr>
                    </a:p>
                  </a:txBody>
                  <a:tcPr marL="6350" marR="6350" marT="6350" marB="0" anchor="b">
                    <a:solidFill>
                      <a:srgbClr val="990099"/>
                    </a:solidFill>
                  </a:tcPr>
                </a:tc>
                <a:tc>
                  <a:txBody>
                    <a:bodyPr/>
                    <a:lstStyle/>
                    <a:p>
                      <a:pPr algn="l" rtl="0" fontAlgn="b"/>
                      <a:endParaRPr lang="en-US" sz="1100" b="0" i="0" u="none" strike="noStrike">
                        <a:solidFill>
                          <a:srgbClr val="000000"/>
                        </a:solidFill>
                        <a:effectLst/>
                        <a:latin typeface="Wingdings" panose="05000000000000000000" pitchFamily="2" charset="2"/>
                      </a:endParaRPr>
                    </a:p>
                  </a:txBody>
                  <a:tcPr marL="6350" marR="6350" marT="6350" marB="0" anchor="b">
                    <a:solidFill>
                      <a:srgbClr val="990099"/>
                    </a:solidFill>
                  </a:tcPr>
                </a:tc>
                <a:tc>
                  <a:txBody>
                    <a:bodyPr/>
                    <a:lstStyle/>
                    <a:p>
                      <a:pPr algn="l" rtl="0" fontAlgn="b"/>
                      <a:endParaRPr lang="en-US" sz="1100" b="0" i="0" u="none" strike="noStrike">
                        <a:solidFill>
                          <a:srgbClr val="000000"/>
                        </a:solidFill>
                        <a:effectLst/>
                        <a:latin typeface="Wingdings" panose="05000000000000000000" pitchFamily="2" charset="2"/>
                      </a:endParaRPr>
                    </a:p>
                  </a:txBody>
                  <a:tcPr marL="6350" marR="6350" marT="6350" marB="0" anchor="b">
                    <a:solidFill>
                      <a:srgbClr val="990099"/>
                    </a:solidFill>
                  </a:tcPr>
                </a:tc>
                <a:tc>
                  <a:txBody>
                    <a:bodyPr/>
                    <a:lstStyle/>
                    <a:p>
                      <a:pPr algn="l" rtl="0" fontAlgn="b"/>
                      <a:endParaRPr lang="en-US" sz="1100" b="0" i="0" u="none" strike="noStrike">
                        <a:solidFill>
                          <a:srgbClr val="000000"/>
                        </a:solidFill>
                        <a:effectLst/>
                        <a:latin typeface="Wingdings" panose="05000000000000000000" pitchFamily="2" charset="2"/>
                      </a:endParaRPr>
                    </a:p>
                  </a:txBody>
                  <a:tcPr marL="6350" marR="6350" marT="6350" marB="0" anchor="b">
                    <a:solidFill>
                      <a:srgbClr val="990099"/>
                    </a:solidFill>
                  </a:tcPr>
                </a:tc>
                <a:tc>
                  <a:txBody>
                    <a:bodyPr/>
                    <a:lstStyle/>
                    <a:p>
                      <a:pPr algn="l" rtl="0" fontAlgn="b"/>
                      <a:endParaRPr lang="en-US" sz="1100" b="0" i="0" u="none" strike="noStrike" dirty="0">
                        <a:solidFill>
                          <a:srgbClr val="000000"/>
                        </a:solidFill>
                        <a:effectLst/>
                        <a:latin typeface="Wingdings" panose="05000000000000000000" pitchFamily="2" charset="2"/>
                      </a:endParaRPr>
                    </a:p>
                  </a:txBody>
                  <a:tcPr marL="6350" marR="6350" marT="6350" marB="0" anchor="b">
                    <a:solidFill>
                      <a:srgbClr val="990099"/>
                    </a:solidFill>
                  </a:tcPr>
                </a:tc>
                <a:tc>
                  <a:txBody>
                    <a:bodyPr/>
                    <a:lstStyle/>
                    <a:p>
                      <a:pPr algn="l" rtl="0" fontAlgn="b"/>
                      <a:endParaRPr lang="en-US" sz="1100" b="0" i="0" u="none" strike="noStrike">
                        <a:solidFill>
                          <a:srgbClr val="000000"/>
                        </a:solidFill>
                        <a:effectLst/>
                        <a:latin typeface="Wingdings" panose="05000000000000000000" pitchFamily="2" charset="2"/>
                      </a:endParaRPr>
                    </a:p>
                  </a:txBody>
                  <a:tcPr marL="6350" marR="6350" marT="6350" marB="0" anchor="b">
                    <a:solidFill>
                      <a:schemeClr val="bg1">
                        <a:lumMod val="95000"/>
                      </a:schemeClr>
                    </a:solidFill>
                  </a:tcPr>
                </a:tc>
                <a:tc>
                  <a:txBody>
                    <a:bodyPr/>
                    <a:lstStyle/>
                    <a:p>
                      <a:pPr algn="l" rtl="0" fontAlgn="b"/>
                      <a:r>
                        <a:rPr lang="en-US" sz="1100" b="0" i="0" u="none" strike="noStrike">
                          <a:solidFill>
                            <a:srgbClr val="000000"/>
                          </a:solidFill>
                          <a:effectLst/>
                          <a:latin typeface="Calibri" panose="020F0502020204030204" pitchFamily="34" charset="0"/>
                        </a:rPr>
                        <a:t> </a:t>
                      </a:r>
                    </a:p>
                  </a:txBody>
                  <a:tcPr marL="6350" marR="6350" marT="6350" marB="0" anchor="b">
                    <a:solidFill>
                      <a:schemeClr val="bg1">
                        <a:lumMod val="95000"/>
                      </a:schemeClr>
                    </a:solidFill>
                  </a:tcPr>
                </a:tc>
                <a:tc>
                  <a:txBody>
                    <a:bodyPr/>
                    <a:lstStyle/>
                    <a:p>
                      <a:pPr algn="l" rtl="0" fontAlgn="b"/>
                      <a:r>
                        <a:rPr lang="en-US" sz="1100" b="0" i="0" u="none" strike="noStrike">
                          <a:solidFill>
                            <a:srgbClr val="000000"/>
                          </a:solidFill>
                          <a:effectLst/>
                          <a:latin typeface="Calibri" panose="020F0502020204030204" pitchFamily="34" charset="0"/>
                        </a:rPr>
                        <a:t> </a:t>
                      </a:r>
                    </a:p>
                  </a:txBody>
                  <a:tcPr marL="6350" marR="6350" marT="6350" marB="0" anchor="b"/>
                </a:tc>
                <a:tc>
                  <a:txBody>
                    <a:bodyPr/>
                    <a:lstStyle/>
                    <a:p>
                      <a:pPr algn="l" rtl="0" fontAlgn="b"/>
                      <a:r>
                        <a:rPr lang="en-US" sz="1100" b="0" i="0" u="none" strike="noStrike" dirty="0">
                          <a:solidFill>
                            <a:srgbClr val="000000"/>
                          </a:solidFill>
                          <a:effectLst/>
                          <a:latin typeface="Calibri" panose="020F0502020204030204" pitchFamily="34" charset="0"/>
                        </a:rPr>
                        <a:t> </a:t>
                      </a:r>
                    </a:p>
                  </a:txBody>
                  <a:tcPr marL="6350" marR="6350" marT="6350" marB="0" anchor="b"/>
                </a:tc>
                <a:extLst>
                  <a:ext uri="{0D108BD9-81ED-4DB2-BD59-A6C34878D82A}">
                    <a16:rowId xmlns:a16="http://schemas.microsoft.com/office/drawing/2014/main" val="535216651"/>
                  </a:ext>
                </a:extLst>
              </a:tr>
              <a:tr h="157068">
                <a:tc>
                  <a:txBody>
                    <a:bodyPr/>
                    <a:lstStyle/>
                    <a:p>
                      <a:pPr algn="r" rtl="1" fontAlgn="b"/>
                      <a:r>
                        <a:rPr lang="ar-LY" sz="1400" b="0" i="0" u="none" strike="noStrike" dirty="0">
                          <a:solidFill>
                            <a:srgbClr val="990099"/>
                          </a:solidFill>
                          <a:effectLst/>
                          <a:latin typeface="Calibri" panose="020F0502020204030204" pitchFamily="34" charset="0"/>
                          <a:cs typeface="+mj-cs"/>
                        </a:rPr>
                        <a:t>قسائم خدمات</a:t>
                      </a:r>
                    </a:p>
                  </a:txBody>
                  <a:tcPr marL="6350" marR="6350" marT="6350" marB="0" anchor="b">
                    <a:solidFill>
                      <a:schemeClr val="bg1">
                        <a:lumMod val="85000"/>
                      </a:schemeClr>
                    </a:solidFill>
                  </a:tcPr>
                </a:tc>
                <a:tc>
                  <a:txBody>
                    <a:bodyPr/>
                    <a:lstStyle/>
                    <a:p>
                      <a:pPr algn="l" rtl="0" fontAlgn="b"/>
                      <a:endParaRPr lang="en-US" sz="1100" b="0" i="0" u="none" strike="noStrike" dirty="0">
                        <a:solidFill>
                          <a:srgbClr val="000000"/>
                        </a:solidFill>
                        <a:effectLst/>
                        <a:latin typeface="Wingdings" panose="05000000000000000000" pitchFamily="2" charset="2"/>
                      </a:endParaRPr>
                    </a:p>
                  </a:txBody>
                  <a:tcPr marL="6350" marR="6350" marT="6350" marB="0" anchor="b">
                    <a:solidFill>
                      <a:srgbClr val="990099"/>
                    </a:solidFill>
                  </a:tcPr>
                </a:tc>
                <a:tc>
                  <a:txBody>
                    <a:bodyPr/>
                    <a:lstStyle/>
                    <a:p>
                      <a:pPr algn="l" rtl="0" fontAlgn="b"/>
                      <a:endParaRPr lang="en-US" sz="1100" b="0" i="0" u="none" strike="noStrike" dirty="0">
                        <a:solidFill>
                          <a:srgbClr val="000000"/>
                        </a:solidFill>
                        <a:effectLst/>
                        <a:latin typeface="Wingdings" panose="05000000000000000000" pitchFamily="2" charset="2"/>
                      </a:endParaRPr>
                    </a:p>
                  </a:txBody>
                  <a:tcPr marL="6350" marR="6350" marT="6350" marB="0" anchor="b">
                    <a:solidFill>
                      <a:srgbClr val="990099"/>
                    </a:solidFill>
                  </a:tcPr>
                </a:tc>
                <a:tc>
                  <a:txBody>
                    <a:bodyPr/>
                    <a:lstStyle/>
                    <a:p>
                      <a:pPr algn="l" rtl="0" fontAlgn="b"/>
                      <a:endParaRPr lang="en-US" sz="1100" b="0" i="0" u="none" strike="noStrike">
                        <a:solidFill>
                          <a:srgbClr val="000000"/>
                        </a:solidFill>
                        <a:effectLst/>
                        <a:latin typeface="Calibri" panose="020F0502020204030204" pitchFamily="34" charset="0"/>
                      </a:endParaRPr>
                    </a:p>
                  </a:txBody>
                  <a:tcPr marL="6350" marR="6350" marT="6350" marB="0" anchor="b">
                    <a:solidFill>
                      <a:schemeClr val="bg1">
                        <a:lumMod val="95000"/>
                      </a:schemeClr>
                    </a:solidFill>
                  </a:tcPr>
                </a:tc>
                <a:tc>
                  <a:txBody>
                    <a:bodyPr/>
                    <a:lstStyle/>
                    <a:p>
                      <a:pPr algn="l" rtl="0" fontAlgn="b"/>
                      <a:endParaRPr lang="en-US" sz="1100" b="0" i="0" u="none" strike="noStrike">
                        <a:solidFill>
                          <a:srgbClr val="000000"/>
                        </a:solidFill>
                        <a:effectLst/>
                        <a:latin typeface="Wingdings" panose="05000000000000000000" pitchFamily="2" charset="2"/>
                      </a:endParaRPr>
                    </a:p>
                  </a:txBody>
                  <a:tcPr marL="6350" marR="6350" marT="6350" marB="0" anchor="b">
                    <a:solidFill>
                      <a:schemeClr val="bg1">
                        <a:lumMod val="95000"/>
                      </a:schemeClr>
                    </a:solidFill>
                  </a:tcPr>
                </a:tc>
                <a:tc>
                  <a:txBody>
                    <a:bodyPr/>
                    <a:lstStyle/>
                    <a:p>
                      <a:pPr algn="l" rtl="0" fontAlgn="b"/>
                      <a:endParaRPr lang="en-US" sz="1100" b="0" i="0" u="none" strike="noStrike">
                        <a:solidFill>
                          <a:srgbClr val="000000"/>
                        </a:solidFill>
                        <a:effectLst/>
                        <a:latin typeface="Wingdings" panose="05000000000000000000" pitchFamily="2" charset="2"/>
                      </a:endParaRPr>
                    </a:p>
                  </a:txBody>
                  <a:tcPr marL="6350" marR="6350" marT="6350" marB="0" anchor="b">
                    <a:solidFill>
                      <a:srgbClr val="990099"/>
                    </a:solidFill>
                  </a:tcPr>
                </a:tc>
                <a:tc>
                  <a:txBody>
                    <a:bodyPr/>
                    <a:lstStyle/>
                    <a:p>
                      <a:pPr algn="l" rtl="0" fontAlgn="b"/>
                      <a:endParaRPr lang="en-US" sz="1100" b="0" i="0" u="none" strike="noStrike">
                        <a:solidFill>
                          <a:srgbClr val="000000"/>
                        </a:solidFill>
                        <a:effectLst/>
                        <a:latin typeface="Wingdings" panose="05000000000000000000" pitchFamily="2" charset="2"/>
                      </a:endParaRPr>
                    </a:p>
                  </a:txBody>
                  <a:tcPr marL="6350" marR="6350" marT="6350" marB="0" anchor="b">
                    <a:solidFill>
                      <a:srgbClr val="990099"/>
                    </a:solidFill>
                  </a:tcPr>
                </a:tc>
                <a:tc>
                  <a:txBody>
                    <a:bodyPr/>
                    <a:lstStyle/>
                    <a:p>
                      <a:pPr algn="l" rtl="0" fontAlgn="b"/>
                      <a:endParaRPr lang="en-US" sz="1100" b="0" i="0" u="none" strike="noStrike">
                        <a:solidFill>
                          <a:srgbClr val="000000"/>
                        </a:solidFill>
                        <a:effectLst/>
                        <a:latin typeface="Wingdings" panose="05000000000000000000" pitchFamily="2" charset="2"/>
                      </a:endParaRPr>
                    </a:p>
                  </a:txBody>
                  <a:tcPr marL="6350" marR="6350" marT="6350" marB="0" anchor="b">
                    <a:solidFill>
                      <a:srgbClr val="990099"/>
                    </a:solidFill>
                  </a:tcPr>
                </a:tc>
                <a:tc>
                  <a:txBody>
                    <a:bodyPr/>
                    <a:lstStyle/>
                    <a:p>
                      <a:pPr algn="l" rtl="0" fontAlgn="b"/>
                      <a:endParaRPr lang="en-US" sz="1100" b="0" i="0" u="none" strike="noStrike">
                        <a:solidFill>
                          <a:srgbClr val="000000"/>
                        </a:solidFill>
                        <a:effectLst/>
                        <a:latin typeface="Wingdings" panose="05000000000000000000" pitchFamily="2" charset="2"/>
                      </a:endParaRPr>
                    </a:p>
                  </a:txBody>
                  <a:tcPr marL="6350" marR="6350" marT="6350" marB="0" anchor="b">
                    <a:solidFill>
                      <a:srgbClr val="990099"/>
                    </a:solidFill>
                  </a:tcPr>
                </a:tc>
                <a:tc>
                  <a:txBody>
                    <a:bodyPr/>
                    <a:lstStyle/>
                    <a:p>
                      <a:pPr algn="l" rtl="0" fontAlgn="b"/>
                      <a:endParaRPr lang="en-US" sz="1100" b="0" i="0" u="none" strike="noStrike" dirty="0">
                        <a:solidFill>
                          <a:srgbClr val="000000"/>
                        </a:solidFill>
                        <a:effectLst/>
                        <a:latin typeface="Wingdings" panose="05000000000000000000" pitchFamily="2" charset="2"/>
                      </a:endParaRPr>
                    </a:p>
                  </a:txBody>
                  <a:tcPr marL="6350" marR="6350" marT="6350" marB="0" anchor="b">
                    <a:solidFill>
                      <a:srgbClr val="990099"/>
                    </a:solidFill>
                  </a:tcPr>
                </a:tc>
                <a:tc>
                  <a:txBody>
                    <a:bodyPr/>
                    <a:lstStyle/>
                    <a:p>
                      <a:pPr algn="l" rtl="0" fontAlgn="b"/>
                      <a:endParaRPr lang="en-US" sz="1100" b="0" i="0" u="none" strike="noStrike">
                        <a:solidFill>
                          <a:srgbClr val="000000"/>
                        </a:solidFill>
                        <a:effectLst/>
                        <a:latin typeface="Wingdings" panose="05000000000000000000" pitchFamily="2" charset="2"/>
                      </a:endParaRPr>
                    </a:p>
                  </a:txBody>
                  <a:tcPr marL="6350" marR="6350" marT="6350" marB="0" anchor="b">
                    <a:solidFill>
                      <a:schemeClr val="bg1">
                        <a:lumMod val="95000"/>
                      </a:schemeClr>
                    </a:solidFill>
                  </a:tcPr>
                </a:tc>
                <a:tc>
                  <a:txBody>
                    <a:bodyPr/>
                    <a:lstStyle/>
                    <a:p>
                      <a:pPr algn="l" rtl="0" fontAlgn="b"/>
                      <a:r>
                        <a:rPr lang="en-US" sz="1100" b="0" i="0" u="none" strike="noStrike">
                          <a:solidFill>
                            <a:srgbClr val="000000"/>
                          </a:solidFill>
                          <a:effectLst/>
                          <a:latin typeface="Calibri" panose="020F0502020204030204" pitchFamily="34" charset="0"/>
                        </a:rPr>
                        <a:t> </a:t>
                      </a:r>
                    </a:p>
                  </a:txBody>
                  <a:tcPr marL="6350" marR="6350" marT="6350" marB="0" anchor="b">
                    <a:solidFill>
                      <a:schemeClr val="bg1">
                        <a:lumMod val="95000"/>
                      </a:schemeClr>
                    </a:solidFill>
                  </a:tcPr>
                </a:tc>
                <a:tc>
                  <a:txBody>
                    <a:bodyPr/>
                    <a:lstStyle/>
                    <a:p>
                      <a:pPr algn="l" rtl="0" fontAlgn="b"/>
                      <a:r>
                        <a:rPr lang="en-US" sz="1100" b="0" i="0" u="none" strike="noStrike">
                          <a:solidFill>
                            <a:srgbClr val="000000"/>
                          </a:solidFill>
                          <a:effectLst/>
                          <a:latin typeface="Calibri" panose="020F0502020204030204" pitchFamily="34" charset="0"/>
                        </a:rPr>
                        <a:t> </a:t>
                      </a:r>
                    </a:p>
                  </a:txBody>
                  <a:tcPr marL="6350" marR="6350" marT="6350" marB="0" anchor="b"/>
                </a:tc>
                <a:tc>
                  <a:txBody>
                    <a:bodyPr/>
                    <a:lstStyle/>
                    <a:p>
                      <a:pPr algn="l" rtl="0" fontAlgn="b"/>
                      <a:r>
                        <a:rPr lang="en-US" sz="1100" b="0" i="0" u="none" strike="noStrike">
                          <a:solidFill>
                            <a:srgbClr val="000000"/>
                          </a:solidFill>
                          <a:effectLst/>
                          <a:latin typeface="Calibri" panose="020F0502020204030204" pitchFamily="34" charset="0"/>
                        </a:rPr>
                        <a:t> </a:t>
                      </a:r>
                    </a:p>
                  </a:txBody>
                  <a:tcPr marL="6350" marR="6350" marT="6350" marB="0" anchor="b"/>
                </a:tc>
                <a:extLst>
                  <a:ext uri="{0D108BD9-81ED-4DB2-BD59-A6C34878D82A}">
                    <a16:rowId xmlns:a16="http://schemas.microsoft.com/office/drawing/2014/main" val="516602015"/>
                  </a:ext>
                </a:extLst>
              </a:tr>
              <a:tr h="189747">
                <a:tc>
                  <a:txBody>
                    <a:bodyPr/>
                    <a:lstStyle/>
                    <a:p>
                      <a:pPr algn="l" rtl="0" fontAlgn="b"/>
                      <a:r>
                        <a:rPr lang="en-US" sz="1400" b="0" i="0" u="none" strike="noStrike" dirty="0">
                          <a:solidFill>
                            <a:srgbClr val="990099"/>
                          </a:solidFill>
                          <a:effectLst/>
                          <a:latin typeface="Calibri" panose="020F0502020204030204" pitchFamily="34" charset="0"/>
                          <a:cs typeface="+mj-cs"/>
                        </a:rPr>
                        <a:t>privet network</a:t>
                      </a:r>
                    </a:p>
                  </a:txBody>
                  <a:tcPr marL="6350" marR="6350" marT="6350" marB="0" anchor="b">
                    <a:solidFill>
                      <a:schemeClr val="bg1">
                        <a:lumMod val="85000"/>
                      </a:schemeClr>
                    </a:solidFill>
                  </a:tcPr>
                </a:tc>
                <a:tc>
                  <a:txBody>
                    <a:bodyPr/>
                    <a:lstStyle/>
                    <a:p>
                      <a:pPr algn="l" rtl="0" fontAlgn="b"/>
                      <a:endParaRPr lang="en-US" sz="1100" b="0" i="0" u="none" strike="noStrike" dirty="0">
                        <a:solidFill>
                          <a:srgbClr val="000000"/>
                        </a:solidFill>
                        <a:effectLst/>
                        <a:latin typeface="Wingdings" panose="05000000000000000000" pitchFamily="2" charset="2"/>
                      </a:endParaRPr>
                    </a:p>
                  </a:txBody>
                  <a:tcPr marL="6350" marR="6350" marT="6350" marB="0" anchor="b">
                    <a:solidFill>
                      <a:srgbClr val="990099"/>
                    </a:solidFill>
                  </a:tcPr>
                </a:tc>
                <a:tc>
                  <a:txBody>
                    <a:bodyPr/>
                    <a:lstStyle/>
                    <a:p>
                      <a:pPr algn="l" rtl="0" fontAlgn="b"/>
                      <a:endParaRPr lang="en-US" sz="1100" b="0" i="0" u="none" strike="noStrike">
                        <a:solidFill>
                          <a:srgbClr val="000000"/>
                        </a:solidFill>
                        <a:effectLst/>
                        <a:latin typeface="Calibri" panose="020F0502020204030204" pitchFamily="34" charset="0"/>
                      </a:endParaRPr>
                    </a:p>
                  </a:txBody>
                  <a:tcPr marL="6350" marR="6350" marT="6350" marB="0" anchor="b">
                    <a:solidFill>
                      <a:schemeClr val="bg1">
                        <a:lumMod val="95000"/>
                      </a:schemeClr>
                    </a:solidFill>
                  </a:tcPr>
                </a:tc>
                <a:tc>
                  <a:txBody>
                    <a:bodyPr/>
                    <a:lstStyle/>
                    <a:p>
                      <a:pPr algn="l" rtl="0" fontAlgn="b"/>
                      <a:endParaRPr lang="en-US" sz="1100" b="0" i="0" u="none" strike="noStrike" dirty="0">
                        <a:solidFill>
                          <a:srgbClr val="000000"/>
                        </a:solidFill>
                        <a:effectLst/>
                        <a:latin typeface="Wingdings" panose="05000000000000000000" pitchFamily="2" charset="2"/>
                      </a:endParaRPr>
                    </a:p>
                  </a:txBody>
                  <a:tcPr marL="6350" marR="6350" marT="6350" marB="0" anchor="b">
                    <a:solidFill>
                      <a:srgbClr val="990099"/>
                    </a:solidFill>
                  </a:tcPr>
                </a:tc>
                <a:tc>
                  <a:txBody>
                    <a:bodyPr/>
                    <a:lstStyle/>
                    <a:p>
                      <a:pPr algn="l" rtl="0" fontAlgn="b"/>
                      <a:endParaRPr lang="en-US" sz="1100" b="0" i="0" u="none" strike="noStrike" dirty="0">
                        <a:solidFill>
                          <a:srgbClr val="000000"/>
                        </a:solidFill>
                        <a:effectLst/>
                        <a:latin typeface="Wingdings" panose="05000000000000000000" pitchFamily="2" charset="2"/>
                      </a:endParaRPr>
                    </a:p>
                  </a:txBody>
                  <a:tcPr marL="6350" marR="6350" marT="6350" marB="0" anchor="b">
                    <a:solidFill>
                      <a:schemeClr val="bg1">
                        <a:lumMod val="95000"/>
                      </a:schemeClr>
                    </a:solidFill>
                  </a:tcPr>
                </a:tc>
                <a:tc>
                  <a:txBody>
                    <a:bodyPr/>
                    <a:lstStyle/>
                    <a:p>
                      <a:pPr algn="l" rtl="0" fontAlgn="b"/>
                      <a:endParaRPr lang="en-US" sz="1100" b="0" i="0" u="none" strike="noStrike">
                        <a:solidFill>
                          <a:srgbClr val="000000"/>
                        </a:solidFill>
                        <a:effectLst/>
                        <a:latin typeface="Wingdings" panose="05000000000000000000" pitchFamily="2" charset="2"/>
                      </a:endParaRPr>
                    </a:p>
                  </a:txBody>
                  <a:tcPr marL="6350" marR="6350" marT="6350" marB="0" anchor="b">
                    <a:solidFill>
                      <a:schemeClr val="bg1">
                        <a:lumMod val="95000"/>
                      </a:schemeClr>
                    </a:solidFill>
                  </a:tcPr>
                </a:tc>
                <a:tc>
                  <a:txBody>
                    <a:bodyPr/>
                    <a:lstStyle/>
                    <a:p>
                      <a:pPr algn="l" rtl="0" fontAlgn="b"/>
                      <a:endParaRPr lang="en-US" sz="1100" b="0" i="0" u="none" strike="noStrike">
                        <a:solidFill>
                          <a:srgbClr val="000000"/>
                        </a:solidFill>
                        <a:effectLst/>
                        <a:latin typeface="Wingdings" panose="05000000000000000000" pitchFamily="2" charset="2"/>
                      </a:endParaRPr>
                    </a:p>
                  </a:txBody>
                  <a:tcPr marL="6350" marR="6350" marT="6350" marB="0" anchor="b">
                    <a:solidFill>
                      <a:schemeClr val="bg1">
                        <a:lumMod val="95000"/>
                      </a:schemeClr>
                    </a:solidFill>
                  </a:tcPr>
                </a:tc>
                <a:tc>
                  <a:txBody>
                    <a:bodyPr/>
                    <a:lstStyle/>
                    <a:p>
                      <a:pPr algn="l" rtl="0" fontAlgn="b"/>
                      <a:endParaRPr lang="en-US" sz="1100" b="0" i="0" u="none" strike="noStrike">
                        <a:solidFill>
                          <a:srgbClr val="000000"/>
                        </a:solidFill>
                        <a:effectLst/>
                        <a:latin typeface="Wingdings" panose="05000000000000000000" pitchFamily="2" charset="2"/>
                      </a:endParaRPr>
                    </a:p>
                  </a:txBody>
                  <a:tcPr marL="6350" marR="6350" marT="6350" marB="0" anchor="b">
                    <a:solidFill>
                      <a:schemeClr val="bg1">
                        <a:lumMod val="95000"/>
                      </a:schemeClr>
                    </a:solidFill>
                  </a:tcPr>
                </a:tc>
                <a:tc>
                  <a:txBody>
                    <a:bodyPr/>
                    <a:lstStyle/>
                    <a:p>
                      <a:pPr algn="l" rtl="0" fontAlgn="b"/>
                      <a:endParaRPr lang="en-US" sz="1100" b="0" i="0" u="none" strike="noStrike">
                        <a:solidFill>
                          <a:srgbClr val="000000"/>
                        </a:solidFill>
                        <a:effectLst/>
                        <a:latin typeface="Wingdings" panose="05000000000000000000" pitchFamily="2" charset="2"/>
                      </a:endParaRPr>
                    </a:p>
                  </a:txBody>
                  <a:tcPr marL="6350" marR="6350" marT="6350" marB="0" anchor="b">
                    <a:solidFill>
                      <a:schemeClr val="bg1">
                        <a:lumMod val="95000"/>
                      </a:schemeClr>
                    </a:solidFill>
                  </a:tcPr>
                </a:tc>
                <a:tc>
                  <a:txBody>
                    <a:bodyPr/>
                    <a:lstStyle/>
                    <a:p>
                      <a:pPr algn="l" rtl="0" fontAlgn="b"/>
                      <a:endParaRPr lang="en-US" sz="1100" b="0" i="0" u="none" strike="noStrike">
                        <a:solidFill>
                          <a:srgbClr val="000000"/>
                        </a:solidFill>
                        <a:effectLst/>
                        <a:latin typeface="Wingdings" panose="05000000000000000000" pitchFamily="2" charset="2"/>
                      </a:endParaRPr>
                    </a:p>
                  </a:txBody>
                  <a:tcPr marL="6350" marR="6350" marT="6350" marB="0" anchor="b">
                    <a:solidFill>
                      <a:schemeClr val="bg1">
                        <a:lumMod val="95000"/>
                      </a:schemeClr>
                    </a:solidFill>
                  </a:tcPr>
                </a:tc>
                <a:tc>
                  <a:txBody>
                    <a:bodyPr/>
                    <a:lstStyle/>
                    <a:p>
                      <a:pPr algn="l" rtl="0" fontAlgn="b"/>
                      <a:endParaRPr lang="en-US" sz="1100" b="0" i="0" u="none" strike="noStrike">
                        <a:solidFill>
                          <a:srgbClr val="000000"/>
                        </a:solidFill>
                        <a:effectLst/>
                        <a:latin typeface="Wingdings" panose="05000000000000000000" pitchFamily="2" charset="2"/>
                      </a:endParaRPr>
                    </a:p>
                  </a:txBody>
                  <a:tcPr marL="6350" marR="6350" marT="6350" marB="0" anchor="b">
                    <a:solidFill>
                      <a:schemeClr val="bg1">
                        <a:lumMod val="95000"/>
                      </a:schemeClr>
                    </a:solidFill>
                  </a:tcPr>
                </a:tc>
                <a:tc>
                  <a:txBody>
                    <a:bodyPr/>
                    <a:lstStyle/>
                    <a:p>
                      <a:pPr algn="l" rtl="0" fontAlgn="b"/>
                      <a:r>
                        <a:rPr lang="en-US" sz="1100" b="0" i="0" u="none" strike="noStrike">
                          <a:solidFill>
                            <a:srgbClr val="000000"/>
                          </a:solidFill>
                          <a:effectLst/>
                          <a:latin typeface="Calibri" panose="020F0502020204030204" pitchFamily="34" charset="0"/>
                        </a:rPr>
                        <a:t> </a:t>
                      </a:r>
                    </a:p>
                  </a:txBody>
                  <a:tcPr marL="6350" marR="6350" marT="6350" marB="0" anchor="b">
                    <a:solidFill>
                      <a:schemeClr val="bg1">
                        <a:lumMod val="95000"/>
                      </a:schemeClr>
                    </a:solidFill>
                  </a:tcPr>
                </a:tc>
                <a:tc>
                  <a:txBody>
                    <a:bodyPr/>
                    <a:lstStyle/>
                    <a:p>
                      <a:pPr algn="l" rtl="0" fontAlgn="b"/>
                      <a:r>
                        <a:rPr lang="en-US" sz="1100" b="0" i="0" u="none" strike="noStrike">
                          <a:solidFill>
                            <a:srgbClr val="000000"/>
                          </a:solidFill>
                          <a:effectLst/>
                          <a:latin typeface="Calibri" panose="020F0502020204030204" pitchFamily="34" charset="0"/>
                        </a:rPr>
                        <a:t> </a:t>
                      </a:r>
                    </a:p>
                  </a:txBody>
                  <a:tcPr marL="6350" marR="6350" marT="6350" marB="0" anchor="b"/>
                </a:tc>
                <a:tc>
                  <a:txBody>
                    <a:bodyPr/>
                    <a:lstStyle/>
                    <a:p>
                      <a:pPr algn="l" rtl="0" fontAlgn="b"/>
                      <a:r>
                        <a:rPr lang="en-US" sz="1100" b="0" i="0" u="none" strike="noStrike">
                          <a:solidFill>
                            <a:srgbClr val="000000"/>
                          </a:solidFill>
                          <a:effectLst/>
                          <a:latin typeface="Calibri" panose="020F0502020204030204" pitchFamily="34" charset="0"/>
                        </a:rPr>
                        <a:t> </a:t>
                      </a:r>
                    </a:p>
                  </a:txBody>
                  <a:tcPr marL="6350" marR="6350" marT="6350" marB="0" anchor="b"/>
                </a:tc>
                <a:extLst>
                  <a:ext uri="{0D108BD9-81ED-4DB2-BD59-A6C34878D82A}">
                    <a16:rowId xmlns:a16="http://schemas.microsoft.com/office/drawing/2014/main" val="2240359917"/>
                  </a:ext>
                </a:extLst>
              </a:tr>
              <a:tr h="157068">
                <a:tc>
                  <a:txBody>
                    <a:bodyPr/>
                    <a:lstStyle/>
                    <a:p>
                      <a:pPr algn="r" rtl="1" fontAlgn="b"/>
                      <a:r>
                        <a:rPr lang="ar-LY" sz="1400" b="0" i="0" u="none" strike="noStrike">
                          <a:solidFill>
                            <a:srgbClr val="990099"/>
                          </a:solidFill>
                          <a:effectLst/>
                          <a:latin typeface="Calibri" panose="020F0502020204030204" pitchFamily="34" charset="0"/>
                          <a:cs typeface="+mj-cs"/>
                        </a:rPr>
                        <a:t>كوكتيل (تطوير)</a:t>
                      </a:r>
                    </a:p>
                  </a:txBody>
                  <a:tcPr marL="6350" marR="6350" marT="6350" marB="0" anchor="b">
                    <a:solidFill>
                      <a:schemeClr val="bg1">
                        <a:lumMod val="85000"/>
                      </a:schemeClr>
                    </a:solidFill>
                  </a:tcPr>
                </a:tc>
                <a:tc>
                  <a:txBody>
                    <a:bodyPr/>
                    <a:lstStyle/>
                    <a:p>
                      <a:pPr algn="l" rtl="0" fontAlgn="b"/>
                      <a:endParaRPr lang="en-US" sz="1100" b="0" i="0" u="none" strike="noStrike" dirty="0">
                        <a:solidFill>
                          <a:srgbClr val="000000"/>
                        </a:solidFill>
                        <a:effectLst/>
                        <a:latin typeface="Wingdings" panose="05000000000000000000" pitchFamily="2" charset="2"/>
                      </a:endParaRPr>
                    </a:p>
                  </a:txBody>
                  <a:tcPr marL="6350" marR="6350" marT="6350" marB="0" anchor="b">
                    <a:solidFill>
                      <a:srgbClr val="990099"/>
                    </a:solidFill>
                  </a:tcPr>
                </a:tc>
                <a:tc>
                  <a:txBody>
                    <a:bodyPr/>
                    <a:lstStyle/>
                    <a:p>
                      <a:pPr algn="l" rtl="0" fontAlgn="b"/>
                      <a:endParaRPr lang="en-US" sz="1100" b="0" i="0" u="none" strike="noStrike" dirty="0">
                        <a:solidFill>
                          <a:srgbClr val="000000"/>
                        </a:solidFill>
                        <a:effectLst/>
                        <a:latin typeface="Wingdings" panose="05000000000000000000" pitchFamily="2" charset="2"/>
                      </a:endParaRPr>
                    </a:p>
                  </a:txBody>
                  <a:tcPr marL="6350" marR="6350" marT="6350" marB="0" anchor="b">
                    <a:solidFill>
                      <a:srgbClr val="990099"/>
                    </a:solidFill>
                  </a:tcPr>
                </a:tc>
                <a:tc>
                  <a:txBody>
                    <a:bodyPr/>
                    <a:lstStyle/>
                    <a:p>
                      <a:pPr algn="l" rtl="0" fontAlgn="b"/>
                      <a:endParaRPr lang="en-US" sz="1100" b="0" i="0" u="none" strike="noStrike">
                        <a:solidFill>
                          <a:srgbClr val="000000"/>
                        </a:solidFill>
                        <a:effectLst/>
                        <a:latin typeface="Calibri" panose="020F0502020204030204" pitchFamily="34" charset="0"/>
                      </a:endParaRPr>
                    </a:p>
                  </a:txBody>
                  <a:tcPr marL="6350" marR="6350" marT="6350" marB="0" anchor="b">
                    <a:solidFill>
                      <a:schemeClr val="bg1">
                        <a:lumMod val="95000"/>
                      </a:schemeClr>
                    </a:solidFill>
                  </a:tcPr>
                </a:tc>
                <a:tc>
                  <a:txBody>
                    <a:bodyPr/>
                    <a:lstStyle/>
                    <a:p>
                      <a:pPr algn="l" rtl="0" fontAlgn="b"/>
                      <a:endParaRPr lang="en-US" sz="1100" b="0" i="0" u="none" strike="noStrike">
                        <a:solidFill>
                          <a:srgbClr val="000000"/>
                        </a:solidFill>
                        <a:effectLst/>
                        <a:latin typeface="Wingdings" panose="05000000000000000000" pitchFamily="2" charset="2"/>
                      </a:endParaRPr>
                    </a:p>
                  </a:txBody>
                  <a:tcPr marL="6350" marR="6350" marT="6350" marB="0" anchor="b">
                    <a:solidFill>
                      <a:schemeClr val="bg1">
                        <a:lumMod val="95000"/>
                      </a:schemeClr>
                    </a:solidFill>
                  </a:tcPr>
                </a:tc>
                <a:tc>
                  <a:txBody>
                    <a:bodyPr/>
                    <a:lstStyle/>
                    <a:p>
                      <a:pPr algn="l" rtl="0" fontAlgn="b"/>
                      <a:endParaRPr lang="en-US" sz="1100" b="0" i="0" u="none" strike="noStrike" dirty="0">
                        <a:solidFill>
                          <a:srgbClr val="000000"/>
                        </a:solidFill>
                        <a:effectLst/>
                        <a:latin typeface="Wingdings" panose="05000000000000000000" pitchFamily="2" charset="2"/>
                      </a:endParaRPr>
                    </a:p>
                  </a:txBody>
                  <a:tcPr marL="6350" marR="6350" marT="6350" marB="0" anchor="b">
                    <a:solidFill>
                      <a:srgbClr val="990099"/>
                    </a:solidFill>
                  </a:tcPr>
                </a:tc>
                <a:tc>
                  <a:txBody>
                    <a:bodyPr/>
                    <a:lstStyle/>
                    <a:p>
                      <a:pPr algn="l" rtl="0" fontAlgn="b"/>
                      <a:endParaRPr lang="en-US" sz="1100" b="0" i="0" u="none" strike="noStrike" dirty="0">
                        <a:solidFill>
                          <a:srgbClr val="000000"/>
                        </a:solidFill>
                        <a:effectLst/>
                        <a:latin typeface="Wingdings" panose="05000000000000000000" pitchFamily="2" charset="2"/>
                      </a:endParaRPr>
                    </a:p>
                  </a:txBody>
                  <a:tcPr marL="6350" marR="6350" marT="6350" marB="0" anchor="b">
                    <a:solidFill>
                      <a:srgbClr val="990099"/>
                    </a:solidFill>
                  </a:tcPr>
                </a:tc>
                <a:tc>
                  <a:txBody>
                    <a:bodyPr/>
                    <a:lstStyle/>
                    <a:p>
                      <a:pPr algn="l" rtl="0" fontAlgn="b"/>
                      <a:endParaRPr lang="en-US" sz="1100" b="0" i="0" u="none" strike="noStrike">
                        <a:solidFill>
                          <a:srgbClr val="000000"/>
                        </a:solidFill>
                        <a:effectLst/>
                        <a:latin typeface="Wingdings" panose="05000000000000000000" pitchFamily="2" charset="2"/>
                      </a:endParaRPr>
                    </a:p>
                  </a:txBody>
                  <a:tcPr marL="6350" marR="6350" marT="6350" marB="0" anchor="b">
                    <a:solidFill>
                      <a:srgbClr val="990099"/>
                    </a:solidFill>
                  </a:tcPr>
                </a:tc>
                <a:tc>
                  <a:txBody>
                    <a:bodyPr/>
                    <a:lstStyle/>
                    <a:p>
                      <a:pPr algn="l" rtl="0" fontAlgn="b"/>
                      <a:endParaRPr lang="en-US" sz="1100" b="0" i="0" u="none" strike="noStrike">
                        <a:solidFill>
                          <a:srgbClr val="000000"/>
                        </a:solidFill>
                        <a:effectLst/>
                        <a:latin typeface="Wingdings" panose="05000000000000000000" pitchFamily="2" charset="2"/>
                      </a:endParaRPr>
                    </a:p>
                  </a:txBody>
                  <a:tcPr marL="6350" marR="6350" marT="6350" marB="0" anchor="b">
                    <a:solidFill>
                      <a:srgbClr val="990099"/>
                    </a:solidFill>
                  </a:tcPr>
                </a:tc>
                <a:tc>
                  <a:txBody>
                    <a:bodyPr/>
                    <a:lstStyle/>
                    <a:p>
                      <a:pPr algn="l" rtl="0" fontAlgn="b"/>
                      <a:endParaRPr lang="en-US" sz="1100" b="0" i="0" u="none" strike="noStrike">
                        <a:solidFill>
                          <a:srgbClr val="000000"/>
                        </a:solidFill>
                        <a:effectLst/>
                        <a:latin typeface="Wingdings" panose="05000000000000000000" pitchFamily="2" charset="2"/>
                      </a:endParaRPr>
                    </a:p>
                  </a:txBody>
                  <a:tcPr marL="6350" marR="6350" marT="6350" marB="0" anchor="b">
                    <a:solidFill>
                      <a:srgbClr val="990099"/>
                    </a:solidFill>
                  </a:tcPr>
                </a:tc>
                <a:tc>
                  <a:txBody>
                    <a:bodyPr/>
                    <a:lstStyle/>
                    <a:p>
                      <a:pPr algn="l" rtl="0" fontAlgn="b"/>
                      <a:endParaRPr lang="en-US" sz="1100" b="0" i="0" u="none" strike="noStrike">
                        <a:solidFill>
                          <a:srgbClr val="000000"/>
                        </a:solidFill>
                        <a:effectLst/>
                        <a:latin typeface="Wingdings" panose="05000000000000000000" pitchFamily="2" charset="2"/>
                      </a:endParaRPr>
                    </a:p>
                  </a:txBody>
                  <a:tcPr marL="6350" marR="6350" marT="6350" marB="0" anchor="b">
                    <a:solidFill>
                      <a:srgbClr val="990099"/>
                    </a:solidFill>
                  </a:tcPr>
                </a:tc>
                <a:tc>
                  <a:txBody>
                    <a:bodyPr/>
                    <a:lstStyle/>
                    <a:p>
                      <a:pPr algn="l" rtl="0" fontAlgn="b"/>
                      <a:r>
                        <a:rPr lang="en-US" sz="1100" b="0" i="0" u="none" strike="noStrike">
                          <a:solidFill>
                            <a:srgbClr val="000000"/>
                          </a:solidFill>
                          <a:effectLst/>
                          <a:latin typeface="Calibri" panose="020F0502020204030204" pitchFamily="34" charset="0"/>
                        </a:rPr>
                        <a:t> </a:t>
                      </a:r>
                    </a:p>
                  </a:txBody>
                  <a:tcPr marL="6350" marR="6350" marT="6350" marB="0" anchor="b">
                    <a:solidFill>
                      <a:schemeClr val="bg1">
                        <a:lumMod val="95000"/>
                      </a:schemeClr>
                    </a:solidFill>
                  </a:tcPr>
                </a:tc>
                <a:tc>
                  <a:txBody>
                    <a:bodyPr/>
                    <a:lstStyle/>
                    <a:p>
                      <a:pPr algn="l" rtl="0" fontAlgn="b"/>
                      <a:r>
                        <a:rPr lang="en-US" sz="1100" b="0" i="0" u="none" strike="noStrike">
                          <a:solidFill>
                            <a:srgbClr val="000000"/>
                          </a:solidFill>
                          <a:effectLst/>
                          <a:latin typeface="Calibri" panose="020F0502020204030204" pitchFamily="34" charset="0"/>
                        </a:rPr>
                        <a:t> </a:t>
                      </a:r>
                    </a:p>
                  </a:txBody>
                  <a:tcPr marL="6350" marR="6350" marT="6350" marB="0" anchor="b"/>
                </a:tc>
                <a:tc>
                  <a:txBody>
                    <a:bodyPr/>
                    <a:lstStyle/>
                    <a:p>
                      <a:pPr algn="l" rtl="0" fontAlgn="b"/>
                      <a:r>
                        <a:rPr lang="en-US" sz="1100" b="0" i="0" u="none" strike="noStrike" dirty="0">
                          <a:solidFill>
                            <a:srgbClr val="000000"/>
                          </a:solidFill>
                          <a:effectLst/>
                          <a:latin typeface="Calibri" panose="020F0502020204030204" pitchFamily="34" charset="0"/>
                        </a:rPr>
                        <a:t> </a:t>
                      </a:r>
                    </a:p>
                  </a:txBody>
                  <a:tcPr marL="6350" marR="6350" marT="6350" marB="0" anchor="b"/>
                </a:tc>
                <a:extLst>
                  <a:ext uri="{0D108BD9-81ED-4DB2-BD59-A6C34878D82A}">
                    <a16:rowId xmlns:a16="http://schemas.microsoft.com/office/drawing/2014/main" val="1426965591"/>
                  </a:ext>
                </a:extLst>
              </a:tr>
              <a:tr h="227273">
                <a:tc>
                  <a:txBody>
                    <a:bodyPr/>
                    <a:lstStyle/>
                    <a:p>
                      <a:pPr algn="r" rtl="1" fontAlgn="b"/>
                      <a:r>
                        <a:rPr lang="ar-LY" sz="1400" b="0" i="0" u="none" strike="noStrike" dirty="0">
                          <a:solidFill>
                            <a:srgbClr val="990099"/>
                          </a:solidFill>
                          <a:effectLst/>
                          <a:latin typeface="Calibri" panose="020F0502020204030204" pitchFamily="34" charset="0"/>
                          <a:cs typeface="+mj-cs"/>
                        </a:rPr>
                        <a:t>فتلكها (تطوير)</a:t>
                      </a:r>
                    </a:p>
                  </a:txBody>
                  <a:tcPr marL="6350" marR="6350" marT="6350" marB="0" anchor="b">
                    <a:solidFill>
                      <a:schemeClr val="bg1">
                        <a:lumMod val="85000"/>
                      </a:schemeClr>
                    </a:solidFill>
                  </a:tcPr>
                </a:tc>
                <a:tc>
                  <a:txBody>
                    <a:bodyPr/>
                    <a:lstStyle/>
                    <a:p>
                      <a:pPr algn="l" rtl="0" fontAlgn="b"/>
                      <a:endParaRPr lang="en-US" sz="1100" b="0" i="0" u="none" strike="noStrike" dirty="0">
                        <a:solidFill>
                          <a:srgbClr val="000000"/>
                        </a:solidFill>
                        <a:effectLst/>
                        <a:latin typeface="Wingdings" panose="05000000000000000000" pitchFamily="2" charset="2"/>
                      </a:endParaRPr>
                    </a:p>
                  </a:txBody>
                  <a:tcPr marL="6350" marR="6350" marT="6350" marB="0" anchor="b">
                    <a:solidFill>
                      <a:srgbClr val="990099"/>
                    </a:solidFill>
                  </a:tcPr>
                </a:tc>
                <a:tc>
                  <a:txBody>
                    <a:bodyPr/>
                    <a:lstStyle/>
                    <a:p>
                      <a:pPr algn="l" rtl="0" fontAlgn="b"/>
                      <a:endParaRPr lang="en-US" sz="1100" b="0" i="0" u="none" strike="noStrike" dirty="0">
                        <a:solidFill>
                          <a:srgbClr val="000000"/>
                        </a:solidFill>
                        <a:effectLst/>
                        <a:latin typeface="Wingdings" panose="05000000000000000000" pitchFamily="2" charset="2"/>
                      </a:endParaRPr>
                    </a:p>
                  </a:txBody>
                  <a:tcPr marL="6350" marR="6350" marT="6350" marB="0" anchor="b">
                    <a:solidFill>
                      <a:srgbClr val="990099"/>
                    </a:solidFill>
                  </a:tcPr>
                </a:tc>
                <a:tc>
                  <a:txBody>
                    <a:bodyPr/>
                    <a:lstStyle/>
                    <a:p>
                      <a:pPr algn="l" rtl="0" fontAlgn="b"/>
                      <a:endParaRPr lang="en-US" sz="1100" b="0" i="0" u="none" strike="noStrike">
                        <a:solidFill>
                          <a:srgbClr val="000000"/>
                        </a:solidFill>
                        <a:effectLst/>
                        <a:latin typeface="Calibri" panose="020F0502020204030204" pitchFamily="34" charset="0"/>
                      </a:endParaRPr>
                    </a:p>
                  </a:txBody>
                  <a:tcPr marL="6350" marR="6350" marT="6350" marB="0" anchor="b">
                    <a:solidFill>
                      <a:schemeClr val="bg1">
                        <a:lumMod val="95000"/>
                      </a:schemeClr>
                    </a:solidFill>
                  </a:tcPr>
                </a:tc>
                <a:tc>
                  <a:txBody>
                    <a:bodyPr/>
                    <a:lstStyle/>
                    <a:p>
                      <a:pPr algn="l" rtl="0" fontAlgn="b"/>
                      <a:endParaRPr lang="en-US" sz="1100" b="0" i="0" u="none" strike="noStrike">
                        <a:solidFill>
                          <a:srgbClr val="000000"/>
                        </a:solidFill>
                        <a:effectLst/>
                        <a:latin typeface="Wingdings" panose="05000000000000000000" pitchFamily="2" charset="2"/>
                      </a:endParaRPr>
                    </a:p>
                  </a:txBody>
                  <a:tcPr marL="6350" marR="6350" marT="6350" marB="0" anchor="b">
                    <a:solidFill>
                      <a:schemeClr val="bg1">
                        <a:lumMod val="95000"/>
                      </a:schemeClr>
                    </a:solidFill>
                  </a:tcPr>
                </a:tc>
                <a:tc>
                  <a:txBody>
                    <a:bodyPr/>
                    <a:lstStyle/>
                    <a:p>
                      <a:pPr algn="l" rtl="0" fontAlgn="b"/>
                      <a:endParaRPr lang="en-US" sz="1100" b="0" i="0" u="none" strike="noStrike">
                        <a:solidFill>
                          <a:srgbClr val="000000"/>
                        </a:solidFill>
                        <a:effectLst/>
                        <a:latin typeface="Wingdings" panose="05000000000000000000" pitchFamily="2" charset="2"/>
                      </a:endParaRPr>
                    </a:p>
                  </a:txBody>
                  <a:tcPr marL="6350" marR="6350" marT="6350" marB="0" anchor="b">
                    <a:solidFill>
                      <a:srgbClr val="990099"/>
                    </a:solidFill>
                  </a:tcPr>
                </a:tc>
                <a:tc>
                  <a:txBody>
                    <a:bodyPr/>
                    <a:lstStyle/>
                    <a:p>
                      <a:pPr algn="l" rtl="0" fontAlgn="b"/>
                      <a:endParaRPr lang="en-US" sz="1100" b="0" i="0" u="none" strike="noStrike" dirty="0">
                        <a:solidFill>
                          <a:srgbClr val="000000"/>
                        </a:solidFill>
                        <a:effectLst/>
                        <a:latin typeface="Wingdings" panose="05000000000000000000" pitchFamily="2" charset="2"/>
                      </a:endParaRPr>
                    </a:p>
                  </a:txBody>
                  <a:tcPr marL="6350" marR="6350" marT="6350" marB="0" anchor="b">
                    <a:solidFill>
                      <a:srgbClr val="990099"/>
                    </a:solidFill>
                  </a:tcPr>
                </a:tc>
                <a:tc>
                  <a:txBody>
                    <a:bodyPr/>
                    <a:lstStyle/>
                    <a:p>
                      <a:pPr algn="l" rtl="0" fontAlgn="b"/>
                      <a:endParaRPr lang="en-US" sz="1100" b="0" i="0" u="none" strike="noStrike" dirty="0">
                        <a:solidFill>
                          <a:srgbClr val="000000"/>
                        </a:solidFill>
                        <a:effectLst/>
                        <a:latin typeface="Wingdings" panose="05000000000000000000" pitchFamily="2" charset="2"/>
                      </a:endParaRPr>
                    </a:p>
                  </a:txBody>
                  <a:tcPr marL="6350" marR="6350" marT="6350" marB="0" anchor="b">
                    <a:solidFill>
                      <a:srgbClr val="990099"/>
                    </a:solidFill>
                  </a:tcPr>
                </a:tc>
                <a:tc>
                  <a:txBody>
                    <a:bodyPr/>
                    <a:lstStyle/>
                    <a:p>
                      <a:pPr algn="l" rtl="0" fontAlgn="b"/>
                      <a:endParaRPr lang="en-US" sz="1100" b="0" i="0" u="none" strike="noStrike">
                        <a:solidFill>
                          <a:srgbClr val="000000"/>
                        </a:solidFill>
                        <a:effectLst/>
                        <a:latin typeface="Wingdings" panose="05000000000000000000" pitchFamily="2" charset="2"/>
                      </a:endParaRPr>
                    </a:p>
                  </a:txBody>
                  <a:tcPr marL="6350" marR="6350" marT="6350" marB="0" anchor="b">
                    <a:solidFill>
                      <a:srgbClr val="990099"/>
                    </a:solidFill>
                  </a:tcPr>
                </a:tc>
                <a:tc>
                  <a:txBody>
                    <a:bodyPr/>
                    <a:lstStyle/>
                    <a:p>
                      <a:pPr algn="l" rtl="0" fontAlgn="b"/>
                      <a:endParaRPr lang="en-US" sz="1100" b="0" i="0" u="none" strike="noStrike">
                        <a:solidFill>
                          <a:srgbClr val="000000"/>
                        </a:solidFill>
                        <a:effectLst/>
                        <a:latin typeface="Wingdings" panose="05000000000000000000" pitchFamily="2" charset="2"/>
                      </a:endParaRPr>
                    </a:p>
                  </a:txBody>
                  <a:tcPr marL="6350" marR="6350" marT="6350" marB="0" anchor="b">
                    <a:solidFill>
                      <a:srgbClr val="990099"/>
                    </a:solidFill>
                  </a:tcPr>
                </a:tc>
                <a:tc>
                  <a:txBody>
                    <a:bodyPr/>
                    <a:lstStyle/>
                    <a:p>
                      <a:pPr algn="l" rtl="0" fontAlgn="b"/>
                      <a:endParaRPr lang="en-US" sz="1100" b="0" i="0" u="none" strike="noStrike">
                        <a:solidFill>
                          <a:srgbClr val="000000"/>
                        </a:solidFill>
                        <a:effectLst/>
                        <a:latin typeface="Wingdings" panose="05000000000000000000" pitchFamily="2" charset="2"/>
                      </a:endParaRPr>
                    </a:p>
                  </a:txBody>
                  <a:tcPr marL="6350" marR="6350" marT="6350" marB="0" anchor="b">
                    <a:solidFill>
                      <a:srgbClr val="990099"/>
                    </a:solidFill>
                  </a:tcPr>
                </a:tc>
                <a:tc>
                  <a:txBody>
                    <a:bodyPr/>
                    <a:lstStyle/>
                    <a:p>
                      <a:pPr algn="l" rtl="0" fontAlgn="b"/>
                      <a:r>
                        <a:rPr lang="en-US" sz="1100" b="0" i="0" u="none" strike="noStrike">
                          <a:solidFill>
                            <a:srgbClr val="000000"/>
                          </a:solidFill>
                          <a:effectLst/>
                          <a:latin typeface="Calibri" panose="020F0502020204030204" pitchFamily="34" charset="0"/>
                        </a:rPr>
                        <a:t> </a:t>
                      </a:r>
                    </a:p>
                  </a:txBody>
                  <a:tcPr marL="6350" marR="6350" marT="6350" marB="0" anchor="b">
                    <a:solidFill>
                      <a:schemeClr val="bg1">
                        <a:lumMod val="95000"/>
                      </a:schemeClr>
                    </a:solidFill>
                  </a:tcPr>
                </a:tc>
                <a:tc>
                  <a:txBody>
                    <a:bodyPr/>
                    <a:lstStyle/>
                    <a:p>
                      <a:pPr algn="l" rtl="0" fontAlgn="b"/>
                      <a:r>
                        <a:rPr lang="en-US" sz="1100" b="0" i="0" u="none" strike="noStrike">
                          <a:solidFill>
                            <a:srgbClr val="000000"/>
                          </a:solidFill>
                          <a:effectLst/>
                          <a:latin typeface="Calibri" panose="020F0502020204030204" pitchFamily="34" charset="0"/>
                        </a:rPr>
                        <a:t> </a:t>
                      </a:r>
                    </a:p>
                  </a:txBody>
                  <a:tcPr marL="6350" marR="6350" marT="6350" marB="0" anchor="b">
                    <a:solidFill>
                      <a:schemeClr val="bg1">
                        <a:lumMod val="95000"/>
                      </a:schemeClr>
                    </a:solidFill>
                  </a:tcPr>
                </a:tc>
                <a:tc>
                  <a:txBody>
                    <a:bodyPr/>
                    <a:lstStyle/>
                    <a:p>
                      <a:pPr algn="l" rtl="0" fontAlgn="b"/>
                      <a:r>
                        <a:rPr lang="en-US" sz="1100" b="0" i="0" u="none" strike="noStrike">
                          <a:solidFill>
                            <a:srgbClr val="000000"/>
                          </a:solidFill>
                          <a:effectLst/>
                          <a:latin typeface="Calibri" panose="020F0502020204030204" pitchFamily="34" charset="0"/>
                        </a:rPr>
                        <a:t> </a:t>
                      </a:r>
                    </a:p>
                  </a:txBody>
                  <a:tcPr marL="6350" marR="6350" marT="6350" marB="0" anchor="b">
                    <a:solidFill>
                      <a:schemeClr val="bg1">
                        <a:lumMod val="95000"/>
                      </a:schemeClr>
                    </a:solidFill>
                  </a:tcPr>
                </a:tc>
                <a:extLst>
                  <a:ext uri="{0D108BD9-81ED-4DB2-BD59-A6C34878D82A}">
                    <a16:rowId xmlns:a16="http://schemas.microsoft.com/office/drawing/2014/main" val="1278865220"/>
                  </a:ext>
                </a:extLst>
              </a:tr>
              <a:tr h="227273">
                <a:tc>
                  <a:txBody>
                    <a:bodyPr/>
                    <a:lstStyle/>
                    <a:p>
                      <a:pPr algn="r" rtl="1" fontAlgn="b"/>
                      <a:r>
                        <a:rPr lang="ar-LY" sz="1400" b="0" i="0" u="none" strike="noStrike" dirty="0">
                          <a:solidFill>
                            <a:srgbClr val="990099"/>
                          </a:solidFill>
                          <a:effectLst/>
                          <a:latin typeface="Calibri" panose="020F0502020204030204" pitchFamily="34" charset="0"/>
                          <a:cs typeface="+mj-cs"/>
                        </a:rPr>
                        <a:t>منتج انترنت منزلي</a:t>
                      </a:r>
                    </a:p>
                  </a:txBody>
                  <a:tcPr marL="6350" marR="6350" marT="6350" marB="0" anchor="b">
                    <a:solidFill>
                      <a:schemeClr val="bg1">
                        <a:lumMod val="85000"/>
                      </a:schemeClr>
                    </a:solidFill>
                  </a:tcPr>
                </a:tc>
                <a:tc>
                  <a:txBody>
                    <a:bodyPr/>
                    <a:lstStyle/>
                    <a:p>
                      <a:pPr algn="l" rtl="0" fontAlgn="b"/>
                      <a:endParaRPr lang="en-US" sz="1100" b="0" i="0" u="none" strike="noStrike" dirty="0">
                        <a:solidFill>
                          <a:srgbClr val="000000"/>
                        </a:solidFill>
                        <a:effectLst/>
                        <a:latin typeface="Wingdings" panose="05000000000000000000" pitchFamily="2" charset="2"/>
                      </a:endParaRPr>
                    </a:p>
                  </a:txBody>
                  <a:tcPr marL="6350" marR="6350" marT="6350" marB="0" anchor="b">
                    <a:solidFill>
                      <a:srgbClr val="990099"/>
                    </a:solidFill>
                  </a:tcPr>
                </a:tc>
                <a:tc>
                  <a:txBody>
                    <a:bodyPr/>
                    <a:lstStyle/>
                    <a:p>
                      <a:pPr algn="l" rtl="0" fontAlgn="b"/>
                      <a:endParaRPr lang="en-US" sz="1100" b="0" i="0" u="none" strike="noStrike" dirty="0">
                        <a:solidFill>
                          <a:srgbClr val="000000"/>
                        </a:solidFill>
                        <a:effectLst/>
                        <a:latin typeface="Wingdings" panose="05000000000000000000" pitchFamily="2" charset="2"/>
                      </a:endParaRPr>
                    </a:p>
                  </a:txBody>
                  <a:tcPr marL="6350" marR="6350" marT="6350" marB="0" anchor="b">
                    <a:solidFill>
                      <a:schemeClr val="bg1">
                        <a:lumMod val="95000"/>
                      </a:schemeClr>
                    </a:solidFill>
                  </a:tcPr>
                </a:tc>
                <a:tc>
                  <a:txBody>
                    <a:bodyPr/>
                    <a:lstStyle/>
                    <a:p>
                      <a:pPr algn="l" rtl="0" fontAlgn="b"/>
                      <a:endParaRPr lang="en-US" sz="1100" b="0" i="0" u="none" strike="noStrike">
                        <a:solidFill>
                          <a:srgbClr val="000000"/>
                        </a:solidFill>
                        <a:effectLst/>
                        <a:latin typeface="Calibri" panose="020F0502020204030204" pitchFamily="34" charset="0"/>
                      </a:endParaRPr>
                    </a:p>
                  </a:txBody>
                  <a:tcPr marL="6350" marR="6350" marT="6350" marB="0" anchor="b">
                    <a:solidFill>
                      <a:schemeClr val="bg1">
                        <a:lumMod val="95000"/>
                      </a:schemeClr>
                    </a:solidFill>
                  </a:tcPr>
                </a:tc>
                <a:tc>
                  <a:txBody>
                    <a:bodyPr/>
                    <a:lstStyle/>
                    <a:p>
                      <a:pPr algn="l" rtl="0" fontAlgn="b"/>
                      <a:endParaRPr lang="en-US" sz="1100" b="0" i="0" u="none" strike="noStrike" dirty="0">
                        <a:solidFill>
                          <a:srgbClr val="000000"/>
                        </a:solidFill>
                        <a:effectLst/>
                        <a:latin typeface="Wingdings" panose="05000000000000000000" pitchFamily="2" charset="2"/>
                      </a:endParaRPr>
                    </a:p>
                  </a:txBody>
                  <a:tcPr marL="6350" marR="6350" marT="6350" marB="0" anchor="b">
                    <a:solidFill>
                      <a:srgbClr val="990099"/>
                    </a:solidFill>
                  </a:tcPr>
                </a:tc>
                <a:tc>
                  <a:txBody>
                    <a:bodyPr/>
                    <a:lstStyle/>
                    <a:p>
                      <a:pPr algn="l" rtl="0" fontAlgn="b"/>
                      <a:endParaRPr lang="en-US" sz="1100" b="0" i="0" u="none" strike="noStrike">
                        <a:solidFill>
                          <a:srgbClr val="000000"/>
                        </a:solidFill>
                        <a:effectLst/>
                        <a:latin typeface="Wingdings" panose="05000000000000000000" pitchFamily="2" charset="2"/>
                      </a:endParaRPr>
                    </a:p>
                  </a:txBody>
                  <a:tcPr marL="6350" marR="6350" marT="6350" marB="0" anchor="b">
                    <a:solidFill>
                      <a:srgbClr val="990099"/>
                    </a:solidFill>
                  </a:tcPr>
                </a:tc>
                <a:tc>
                  <a:txBody>
                    <a:bodyPr/>
                    <a:lstStyle/>
                    <a:p>
                      <a:pPr algn="l" rtl="0" fontAlgn="b"/>
                      <a:endParaRPr lang="en-US" sz="1100" b="0" i="0" u="none" strike="noStrike">
                        <a:solidFill>
                          <a:srgbClr val="000000"/>
                        </a:solidFill>
                        <a:effectLst/>
                        <a:latin typeface="Wingdings" panose="05000000000000000000" pitchFamily="2" charset="2"/>
                      </a:endParaRPr>
                    </a:p>
                  </a:txBody>
                  <a:tcPr marL="6350" marR="6350" marT="6350" marB="0" anchor="b">
                    <a:solidFill>
                      <a:srgbClr val="990099"/>
                    </a:solidFill>
                  </a:tcPr>
                </a:tc>
                <a:tc>
                  <a:txBody>
                    <a:bodyPr/>
                    <a:lstStyle/>
                    <a:p>
                      <a:pPr algn="l" rtl="0" fontAlgn="b"/>
                      <a:endParaRPr lang="en-US" sz="1100" b="0" i="0" u="none" strike="noStrike" dirty="0">
                        <a:solidFill>
                          <a:srgbClr val="000000"/>
                        </a:solidFill>
                        <a:effectLst/>
                        <a:latin typeface="Wingdings" panose="05000000000000000000" pitchFamily="2" charset="2"/>
                      </a:endParaRPr>
                    </a:p>
                  </a:txBody>
                  <a:tcPr marL="6350" marR="6350" marT="6350" marB="0" anchor="b">
                    <a:solidFill>
                      <a:srgbClr val="990099"/>
                    </a:solidFill>
                  </a:tcPr>
                </a:tc>
                <a:tc>
                  <a:txBody>
                    <a:bodyPr/>
                    <a:lstStyle/>
                    <a:p>
                      <a:pPr algn="l" rtl="0" fontAlgn="b"/>
                      <a:endParaRPr lang="en-US" sz="1100" b="0" i="0" u="none" strike="noStrike" dirty="0">
                        <a:solidFill>
                          <a:srgbClr val="000000"/>
                        </a:solidFill>
                        <a:effectLst/>
                        <a:latin typeface="Wingdings" panose="05000000000000000000" pitchFamily="2" charset="2"/>
                      </a:endParaRPr>
                    </a:p>
                  </a:txBody>
                  <a:tcPr marL="6350" marR="6350" marT="6350" marB="0" anchor="b">
                    <a:solidFill>
                      <a:srgbClr val="990099"/>
                    </a:solidFill>
                  </a:tcPr>
                </a:tc>
                <a:tc>
                  <a:txBody>
                    <a:bodyPr/>
                    <a:lstStyle/>
                    <a:p>
                      <a:pPr algn="l" rtl="0" fontAlgn="b"/>
                      <a:endParaRPr lang="en-US" sz="1100" b="0" i="0" u="none" strike="noStrike" dirty="0">
                        <a:solidFill>
                          <a:srgbClr val="000000"/>
                        </a:solidFill>
                        <a:effectLst/>
                        <a:latin typeface="Wingdings" panose="05000000000000000000" pitchFamily="2" charset="2"/>
                      </a:endParaRPr>
                    </a:p>
                  </a:txBody>
                  <a:tcPr marL="6350" marR="6350" marT="6350" marB="0" anchor="b">
                    <a:solidFill>
                      <a:srgbClr val="990099"/>
                    </a:solidFill>
                  </a:tcPr>
                </a:tc>
                <a:tc>
                  <a:txBody>
                    <a:bodyPr/>
                    <a:lstStyle/>
                    <a:p>
                      <a:pPr algn="l" rtl="0" fontAlgn="b"/>
                      <a:endParaRPr lang="en-US" sz="1100" b="0" i="0" u="none" strike="noStrike">
                        <a:solidFill>
                          <a:srgbClr val="000000"/>
                        </a:solidFill>
                        <a:effectLst/>
                        <a:latin typeface="Wingdings" panose="05000000000000000000" pitchFamily="2" charset="2"/>
                      </a:endParaRPr>
                    </a:p>
                  </a:txBody>
                  <a:tcPr marL="6350" marR="6350" marT="6350" marB="0" anchor="b">
                    <a:solidFill>
                      <a:srgbClr val="990099"/>
                    </a:solidFill>
                  </a:tcPr>
                </a:tc>
                <a:tc>
                  <a:txBody>
                    <a:bodyPr/>
                    <a:lstStyle/>
                    <a:p>
                      <a:pPr algn="l" rtl="0" fontAlgn="b"/>
                      <a:r>
                        <a:rPr lang="en-US" sz="1100" b="0" i="0" u="none" strike="noStrike">
                          <a:solidFill>
                            <a:srgbClr val="000000"/>
                          </a:solidFill>
                          <a:effectLst/>
                          <a:latin typeface="Calibri" panose="020F0502020204030204" pitchFamily="34" charset="0"/>
                        </a:rPr>
                        <a:t> </a:t>
                      </a:r>
                    </a:p>
                  </a:txBody>
                  <a:tcPr marL="6350" marR="6350" marT="6350" marB="0" anchor="b">
                    <a:solidFill>
                      <a:schemeClr val="bg1">
                        <a:lumMod val="95000"/>
                      </a:schemeClr>
                    </a:solidFill>
                  </a:tcPr>
                </a:tc>
                <a:tc>
                  <a:txBody>
                    <a:bodyPr/>
                    <a:lstStyle/>
                    <a:p>
                      <a:pPr algn="l" rtl="0" fontAlgn="b"/>
                      <a:r>
                        <a:rPr lang="en-US" sz="1100" b="0" i="0" u="none" strike="noStrike">
                          <a:solidFill>
                            <a:srgbClr val="000000"/>
                          </a:solidFill>
                          <a:effectLst/>
                          <a:latin typeface="Calibri" panose="020F0502020204030204" pitchFamily="34" charset="0"/>
                        </a:rPr>
                        <a:t> </a:t>
                      </a:r>
                    </a:p>
                  </a:txBody>
                  <a:tcPr marL="6350" marR="6350" marT="6350" marB="0" anchor="b">
                    <a:solidFill>
                      <a:schemeClr val="bg1">
                        <a:lumMod val="95000"/>
                      </a:schemeClr>
                    </a:solidFill>
                  </a:tcPr>
                </a:tc>
                <a:tc>
                  <a:txBody>
                    <a:bodyPr/>
                    <a:lstStyle/>
                    <a:p>
                      <a:pPr algn="l" rtl="0" fontAlgn="b"/>
                      <a:r>
                        <a:rPr lang="en-US" sz="1100" b="0" i="0" u="none" strike="noStrike">
                          <a:solidFill>
                            <a:srgbClr val="000000"/>
                          </a:solidFill>
                          <a:effectLst/>
                          <a:latin typeface="Calibri" panose="020F0502020204030204" pitchFamily="34" charset="0"/>
                        </a:rPr>
                        <a:t> </a:t>
                      </a:r>
                    </a:p>
                  </a:txBody>
                  <a:tcPr marL="6350" marR="6350" marT="6350" marB="0" anchor="b">
                    <a:solidFill>
                      <a:schemeClr val="bg1">
                        <a:lumMod val="95000"/>
                      </a:schemeClr>
                    </a:solidFill>
                  </a:tcPr>
                </a:tc>
                <a:extLst>
                  <a:ext uri="{0D108BD9-81ED-4DB2-BD59-A6C34878D82A}">
                    <a16:rowId xmlns:a16="http://schemas.microsoft.com/office/drawing/2014/main" val="381310701"/>
                  </a:ext>
                </a:extLst>
              </a:tr>
              <a:tr h="227273">
                <a:tc>
                  <a:txBody>
                    <a:bodyPr/>
                    <a:lstStyle/>
                    <a:p>
                      <a:pPr algn="l" rtl="0" fontAlgn="b"/>
                      <a:r>
                        <a:rPr lang="en-US" sz="1400" b="0" i="0" u="none" strike="noStrike" dirty="0">
                          <a:solidFill>
                            <a:srgbClr val="990099"/>
                          </a:solidFill>
                          <a:effectLst/>
                          <a:latin typeface="Calibri" panose="020F0502020204030204" pitchFamily="34" charset="0"/>
                          <a:cs typeface="+mj-cs"/>
                        </a:rPr>
                        <a:t>IOT P&amp;S</a:t>
                      </a:r>
                    </a:p>
                  </a:txBody>
                  <a:tcPr marL="6350" marR="6350" marT="6350" marB="0" anchor="b">
                    <a:solidFill>
                      <a:schemeClr val="bg1">
                        <a:lumMod val="85000"/>
                      </a:schemeClr>
                    </a:solidFill>
                  </a:tcPr>
                </a:tc>
                <a:tc>
                  <a:txBody>
                    <a:bodyPr/>
                    <a:lstStyle/>
                    <a:p>
                      <a:pPr algn="l" rtl="0" fontAlgn="b"/>
                      <a:endParaRPr lang="en-US" sz="1100" b="0" i="0" u="none" strike="noStrike" dirty="0">
                        <a:solidFill>
                          <a:srgbClr val="000000"/>
                        </a:solidFill>
                        <a:effectLst/>
                        <a:latin typeface="Wingdings" panose="05000000000000000000" pitchFamily="2" charset="2"/>
                      </a:endParaRPr>
                    </a:p>
                  </a:txBody>
                  <a:tcPr marL="6350" marR="6350" marT="6350" marB="0" anchor="b">
                    <a:solidFill>
                      <a:srgbClr val="990099"/>
                    </a:solidFill>
                  </a:tcPr>
                </a:tc>
                <a:tc>
                  <a:txBody>
                    <a:bodyPr/>
                    <a:lstStyle/>
                    <a:p>
                      <a:pPr algn="l" rtl="0" fontAlgn="b"/>
                      <a:endParaRPr lang="en-US" sz="1100" b="0" i="0" u="none" strike="noStrike" dirty="0">
                        <a:solidFill>
                          <a:srgbClr val="000000"/>
                        </a:solidFill>
                        <a:effectLst/>
                        <a:latin typeface="Wingdings" panose="05000000000000000000" pitchFamily="2" charset="2"/>
                      </a:endParaRPr>
                    </a:p>
                  </a:txBody>
                  <a:tcPr marL="6350" marR="6350" marT="6350" marB="0" anchor="b">
                    <a:solidFill>
                      <a:srgbClr val="990099"/>
                    </a:solidFill>
                  </a:tcPr>
                </a:tc>
                <a:tc>
                  <a:txBody>
                    <a:bodyPr/>
                    <a:lstStyle/>
                    <a:p>
                      <a:pPr algn="l" rtl="0" fontAlgn="b"/>
                      <a:endParaRPr lang="en-US" sz="1100" b="0" i="0" u="none" strike="noStrike" dirty="0">
                        <a:solidFill>
                          <a:srgbClr val="000000"/>
                        </a:solidFill>
                        <a:effectLst/>
                        <a:latin typeface="Wingdings" panose="05000000000000000000" pitchFamily="2" charset="2"/>
                      </a:endParaRPr>
                    </a:p>
                  </a:txBody>
                  <a:tcPr marL="6350" marR="6350" marT="6350" marB="0" anchor="b">
                    <a:solidFill>
                      <a:srgbClr val="990099"/>
                    </a:solidFill>
                  </a:tcPr>
                </a:tc>
                <a:tc>
                  <a:txBody>
                    <a:bodyPr/>
                    <a:lstStyle/>
                    <a:p>
                      <a:pPr algn="l" rtl="0" fontAlgn="b"/>
                      <a:endParaRPr lang="en-US" sz="1100" b="0" i="0" u="none" strike="noStrike" dirty="0">
                        <a:solidFill>
                          <a:srgbClr val="000000"/>
                        </a:solidFill>
                        <a:effectLst/>
                        <a:latin typeface="Wingdings" panose="05000000000000000000" pitchFamily="2" charset="2"/>
                      </a:endParaRPr>
                    </a:p>
                  </a:txBody>
                  <a:tcPr marL="6350" marR="6350" marT="6350" marB="0" anchor="b">
                    <a:solidFill>
                      <a:srgbClr val="990099"/>
                    </a:solidFill>
                  </a:tcPr>
                </a:tc>
                <a:tc>
                  <a:txBody>
                    <a:bodyPr/>
                    <a:lstStyle/>
                    <a:p>
                      <a:pPr algn="l" rtl="0" fontAlgn="b"/>
                      <a:endParaRPr lang="en-US" sz="1100" b="0" i="0" u="none" strike="noStrike" dirty="0">
                        <a:solidFill>
                          <a:srgbClr val="000000"/>
                        </a:solidFill>
                        <a:effectLst/>
                        <a:latin typeface="Wingdings" panose="05000000000000000000" pitchFamily="2" charset="2"/>
                      </a:endParaRPr>
                    </a:p>
                  </a:txBody>
                  <a:tcPr marL="6350" marR="6350" marT="6350" marB="0" anchor="b">
                    <a:solidFill>
                      <a:srgbClr val="990099"/>
                    </a:solidFill>
                  </a:tcPr>
                </a:tc>
                <a:tc>
                  <a:txBody>
                    <a:bodyPr/>
                    <a:lstStyle/>
                    <a:p>
                      <a:pPr algn="l" rtl="0" fontAlgn="b"/>
                      <a:endParaRPr lang="en-US" sz="1100" b="0" i="0" u="none" strike="noStrike" dirty="0">
                        <a:solidFill>
                          <a:srgbClr val="000000"/>
                        </a:solidFill>
                        <a:effectLst/>
                        <a:latin typeface="Wingdings" panose="05000000000000000000" pitchFamily="2" charset="2"/>
                      </a:endParaRPr>
                    </a:p>
                  </a:txBody>
                  <a:tcPr marL="6350" marR="6350" marT="6350" marB="0" anchor="b">
                    <a:solidFill>
                      <a:srgbClr val="990099"/>
                    </a:solidFill>
                  </a:tcPr>
                </a:tc>
                <a:tc>
                  <a:txBody>
                    <a:bodyPr/>
                    <a:lstStyle/>
                    <a:p>
                      <a:pPr algn="l" rtl="0" fontAlgn="b"/>
                      <a:endParaRPr lang="en-US" sz="1100" b="0" i="0" u="none" strike="noStrike" dirty="0">
                        <a:solidFill>
                          <a:srgbClr val="000000"/>
                        </a:solidFill>
                        <a:effectLst/>
                        <a:latin typeface="Wingdings" panose="05000000000000000000" pitchFamily="2" charset="2"/>
                      </a:endParaRPr>
                    </a:p>
                  </a:txBody>
                  <a:tcPr marL="6350" marR="6350" marT="6350" marB="0" anchor="b">
                    <a:solidFill>
                      <a:srgbClr val="990099"/>
                    </a:solidFill>
                  </a:tcPr>
                </a:tc>
                <a:tc>
                  <a:txBody>
                    <a:bodyPr/>
                    <a:lstStyle/>
                    <a:p>
                      <a:pPr algn="l" rtl="0" fontAlgn="b"/>
                      <a:endParaRPr lang="en-US" sz="1100" b="0" i="0" u="none" strike="noStrike" dirty="0">
                        <a:solidFill>
                          <a:srgbClr val="000000"/>
                        </a:solidFill>
                        <a:effectLst/>
                        <a:latin typeface="Wingdings" panose="05000000000000000000" pitchFamily="2" charset="2"/>
                      </a:endParaRPr>
                    </a:p>
                  </a:txBody>
                  <a:tcPr marL="6350" marR="6350" marT="6350" marB="0" anchor="b">
                    <a:solidFill>
                      <a:srgbClr val="990099"/>
                    </a:solidFill>
                  </a:tcPr>
                </a:tc>
                <a:tc>
                  <a:txBody>
                    <a:bodyPr/>
                    <a:lstStyle/>
                    <a:p>
                      <a:pPr algn="l" rtl="0" fontAlgn="b"/>
                      <a:endParaRPr lang="en-US" sz="1100" b="0" i="0" u="none" strike="noStrike" dirty="0">
                        <a:solidFill>
                          <a:srgbClr val="000000"/>
                        </a:solidFill>
                        <a:effectLst/>
                        <a:latin typeface="Wingdings" panose="05000000000000000000" pitchFamily="2" charset="2"/>
                      </a:endParaRPr>
                    </a:p>
                  </a:txBody>
                  <a:tcPr marL="6350" marR="6350" marT="6350" marB="0" anchor="b">
                    <a:solidFill>
                      <a:srgbClr val="990099"/>
                    </a:solidFill>
                  </a:tcPr>
                </a:tc>
                <a:tc>
                  <a:txBody>
                    <a:bodyPr/>
                    <a:lstStyle/>
                    <a:p>
                      <a:pPr algn="l" rtl="0" fontAlgn="b"/>
                      <a:endParaRPr lang="en-US" sz="1100" b="0" i="0" u="none" strike="noStrike" dirty="0">
                        <a:solidFill>
                          <a:srgbClr val="000000"/>
                        </a:solidFill>
                        <a:effectLst/>
                        <a:latin typeface="Wingdings" panose="05000000000000000000" pitchFamily="2" charset="2"/>
                      </a:endParaRPr>
                    </a:p>
                  </a:txBody>
                  <a:tcPr marL="6350" marR="6350" marT="6350" marB="0" anchor="b">
                    <a:solidFill>
                      <a:srgbClr val="990099"/>
                    </a:solidFill>
                  </a:tcPr>
                </a:tc>
                <a:tc>
                  <a:txBody>
                    <a:bodyPr/>
                    <a:lstStyle/>
                    <a:p>
                      <a:pPr algn="l" rtl="0" fontAlgn="b"/>
                      <a:r>
                        <a:rPr lang="en-US" sz="1100" b="0" i="0" u="none" strike="noStrike" dirty="0">
                          <a:solidFill>
                            <a:srgbClr val="000000"/>
                          </a:solidFill>
                          <a:effectLst/>
                          <a:latin typeface="Calibri" panose="020F0502020204030204" pitchFamily="34" charset="0"/>
                        </a:rPr>
                        <a:t> </a:t>
                      </a:r>
                    </a:p>
                  </a:txBody>
                  <a:tcPr marL="6350" marR="6350" marT="6350" marB="0" anchor="b">
                    <a:solidFill>
                      <a:schemeClr val="bg1">
                        <a:lumMod val="95000"/>
                      </a:schemeClr>
                    </a:solidFill>
                  </a:tcPr>
                </a:tc>
                <a:tc>
                  <a:txBody>
                    <a:bodyPr/>
                    <a:lstStyle/>
                    <a:p>
                      <a:pPr algn="l" rtl="0" fontAlgn="b"/>
                      <a:r>
                        <a:rPr lang="en-US" sz="1100" b="0" i="0" u="none" strike="noStrike" dirty="0">
                          <a:solidFill>
                            <a:srgbClr val="000000"/>
                          </a:solidFill>
                          <a:effectLst/>
                          <a:latin typeface="Calibri" panose="020F0502020204030204" pitchFamily="34" charset="0"/>
                        </a:rPr>
                        <a:t> </a:t>
                      </a:r>
                    </a:p>
                  </a:txBody>
                  <a:tcPr marL="6350" marR="6350" marT="6350" marB="0" anchor="b">
                    <a:solidFill>
                      <a:schemeClr val="bg1">
                        <a:lumMod val="95000"/>
                      </a:schemeClr>
                    </a:solidFill>
                  </a:tcPr>
                </a:tc>
                <a:tc>
                  <a:txBody>
                    <a:bodyPr/>
                    <a:lstStyle/>
                    <a:p>
                      <a:pPr algn="l" rtl="0" fontAlgn="b"/>
                      <a:r>
                        <a:rPr lang="en-US" sz="1100" b="0" i="0" u="none" strike="noStrike" dirty="0">
                          <a:solidFill>
                            <a:srgbClr val="000000"/>
                          </a:solidFill>
                          <a:effectLst/>
                          <a:latin typeface="Calibri" panose="020F0502020204030204" pitchFamily="34" charset="0"/>
                        </a:rPr>
                        <a:t> </a:t>
                      </a:r>
                    </a:p>
                  </a:txBody>
                  <a:tcPr marL="6350" marR="6350" marT="6350" marB="0" anchor="b">
                    <a:solidFill>
                      <a:schemeClr val="bg1">
                        <a:lumMod val="95000"/>
                      </a:schemeClr>
                    </a:solidFill>
                  </a:tcPr>
                </a:tc>
                <a:extLst>
                  <a:ext uri="{0D108BD9-81ED-4DB2-BD59-A6C34878D82A}">
                    <a16:rowId xmlns:a16="http://schemas.microsoft.com/office/drawing/2014/main" val="236264996"/>
                  </a:ext>
                </a:extLst>
              </a:tr>
              <a:tr h="227273">
                <a:tc>
                  <a:txBody>
                    <a:bodyPr/>
                    <a:lstStyle/>
                    <a:p>
                      <a:pPr algn="r" rtl="1" fontAlgn="b"/>
                      <a:r>
                        <a:rPr lang="ar-LY" sz="1100" u="none" strike="noStrike" dirty="0">
                          <a:solidFill>
                            <a:srgbClr val="990099"/>
                          </a:solidFill>
                          <a:effectLst/>
                          <a:cs typeface="+mj-cs"/>
                        </a:rPr>
                        <a:t>بيع الأجهزة المختلفة</a:t>
                      </a:r>
                      <a:endParaRPr lang="ar-LY" sz="1100" b="0" i="0" u="none" strike="noStrike" dirty="0">
                        <a:solidFill>
                          <a:srgbClr val="990099"/>
                        </a:solidFill>
                        <a:effectLst/>
                        <a:latin typeface="Calibri" panose="020F0502020204030204" pitchFamily="34" charset="0"/>
                        <a:cs typeface="+mj-cs"/>
                      </a:endParaRPr>
                    </a:p>
                  </a:txBody>
                  <a:tcPr marL="5416" marR="5416" marT="5416" marB="0" anchor="b">
                    <a:solidFill>
                      <a:schemeClr val="bg1">
                        <a:lumMod val="85000"/>
                      </a:schemeClr>
                    </a:solidFill>
                  </a:tcPr>
                </a:tc>
                <a:tc>
                  <a:txBody>
                    <a:bodyPr/>
                    <a:lstStyle/>
                    <a:p>
                      <a:pPr algn="l" rtl="0" fontAlgn="b"/>
                      <a:endParaRPr lang="en-US" sz="1400" b="0" i="0" u="none" strike="noStrike" dirty="0">
                        <a:solidFill>
                          <a:srgbClr val="000000"/>
                        </a:solidFill>
                        <a:effectLst/>
                        <a:latin typeface="Wingdings" panose="05000000000000000000" pitchFamily="2" charset="2"/>
                      </a:endParaRPr>
                    </a:p>
                  </a:txBody>
                  <a:tcPr marL="5416" marR="5416" marT="5416" marB="0" anchor="b">
                    <a:solidFill>
                      <a:srgbClr val="990099"/>
                    </a:solidFill>
                  </a:tcPr>
                </a:tc>
                <a:tc>
                  <a:txBody>
                    <a:bodyPr/>
                    <a:lstStyle/>
                    <a:p>
                      <a:pPr algn="l" rtl="0" fontAlgn="b"/>
                      <a:endParaRPr lang="en-US" sz="1400" b="0" i="0" u="none" strike="noStrike">
                        <a:solidFill>
                          <a:srgbClr val="000000"/>
                        </a:solidFill>
                        <a:effectLst/>
                        <a:latin typeface="Calibri" panose="020F0502020204030204" pitchFamily="34" charset="0"/>
                      </a:endParaRPr>
                    </a:p>
                  </a:txBody>
                  <a:tcPr marL="5416" marR="5416" marT="5416" marB="0" anchor="b">
                    <a:solidFill>
                      <a:schemeClr val="bg1">
                        <a:lumMod val="95000"/>
                      </a:schemeClr>
                    </a:solidFill>
                  </a:tcPr>
                </a:tc>
                <a:tc>
                  <a:txBody>
                    <a:bodyPr/>
                    <a:lstStyle/>
                    <a:p>
                      <a:pPr algn="l" rtl="0" fontAlgn="b"/>
                      <a:endParaRPr lang="en-US" sz="1400" b="0" i="0" u="none" strike="noStrike">
                        <a:solidFill>
                          <a:srgbClr val="000000"/>
                        </a:solidFill>
                        <a:effectLst/>
                        <a:latin typeface="Calibri" panose="020F0502020204030204" pitchFamily="34" charset="0"/>
                      </a:endParaRPr>
                    </a:p>
                  </a:txBody>
                  <a:tcPr marL="5416" marR="5416" marT="5416" marB="0" anchor="b">
                    <a:solidFill>
                      <a:schemeClr val="bg1">
                        <a:lumMod val="95000"/>
                      </a:schemeClr>
                    </a:solidFill>
                  </a:tcPr>
                </a:tc>
                <a:tc>
                  <a:txBody>
                    <a:bodyPr/>
                    <a:lstStyle/>
                    <a:p>
                      <a:pPr algn="l" rtl="0" fontAlgn="b"/>
                      <a:endParaRPr lang="en-US" sz="1400" b="0" i="0" u="none" strike="noStrike" dirty="0">
                        <a:solidFill>
                          <a:srgbClr val="000000"/>
                        </a:solidFill>
                        <a:effectLst/>
                        <a:latin typeface="Wingdings" panose="05000000000000000000" pitchFamily="2" charset="2"/>
                      </a:endParaRPr>
                    </a:p>
                  </a:txBody>
                  <a:tcPr marL="5416" marR="5416" marT="5416" marB="0" anchor="b">
                    <a:solidFill>
                      <a:srgbClr val="990099"/>
                    </a:solidFill>
                  </a:tcPr>
                </a:tc>
                <a:tc>
                  <a:txBody>
                    <a:bodyPr/>
                    <a:lstStyle/>
                    <a:p>
                      <a:pPr algn="l" rtl="0" fontAlgn="b"/>
                      <a:endParaRPr lang="en-US" sz="1400" b="0" i="0" u="none" strike="noStrike" dirty="0">
                        <a:solidFill>
                          <a:srgbClr val="000000"/>
                        </a:solidFill>
                        <a:effectLst/>
                        <a:latin typeface="Wingdings" panose="05000000000000000000" pitchFamily="2" charset="2"/>
                      </a:endParaRPr>
                    </a:p>
                  </a:txBody>
                  <a:tcPr marL="5416" marR="5416" marT="5416" marB="0" anchor="b">
                    <a:solidFill>
                      <a:srgbClr val="990099"/>
                    </a:solidFill>
                  </a:tcPr>
                </a:tc>
                <a:tc>
                  <a:txBody>
                    <a:bodyPr/>
                    <a:lstStyle/>
                    <a:p>
                      <a:pPr algn="l" rtl="0" fontAlgn="b"/>
                      <a:endParaRPr lang="en-US" sz="1400" b="0" i="0" u="none" strike="noStrike" dirty="0">
                        <a:solidFill>
                          <a:srgbClr val="000000"/>
                        </a:solidFill>
                        <a:effectLst/>
                        <a:latin typeface="Wingdings" panose="05000000000000000000" pitchFamily="2" charset="2"/>
                      </a:endParaRPr>
                    </a:p>
                  </a:txBody>
                  <a:tcPr marL="5416" marR="5416" marT="5416" marB="0" anchor="b">
                    <a:solidFill>
                      <a:srgbClr val="990099"/>
                    </a:solidFill>
                  </a:tcPr>
                </a:tc>
                <a:tc>
                  <a:txBody>
                    <a:bodyPr/>
                    <a:lstStyle/>
                    <a:p>
                      <a:pPr algn="l" rtl="0" fontAlgn="b"/>
                      <a:endParaRPr lang="en-US" sz="1400" b="0" i="0" u="none" strike="noStrike" dirty="0">
                        <a:solidFill>
                          <a:srgbClr val="000000"/>
                        </a:solidFill>
                        <a:effectLst/>
                        <a:latin typeface="Wingdings" panose="05000000000000000000" pitchFamily="2" charset="2"/>
                      </a:endParaRPr>
                    </a:p>
                  </a:txBody>
                  <a:tcPr marL="5416" marR="5416" marT="5416" marB="0" anchor="b">
                    <a:solidFill>
                      <a:srgbClr val="990099"/>
                    </a:solidFill>
                  </a:tcPr>
                </a:tc>
                <a:tc>
                  <a:txBody>
                    <a:bodyPr/>
                    <a:lstStyle/>
                    <a:p>
                      <a:pPr algn="l" rtl="0" fontAlgn="b"/>
                      <a:endParaRPr lang="en-US" sz="1400" b="0" i="0" u="none" strike="noStrike" dirty="0">
                        <a:solidFill>
                          <a:srgbClr val="000000"/>
                        </a:solidFill>
                        <a:effectLst/>
                        <a:latin typeface="Wingdings" panose="05000000000000000000" pitchFamily="2" charset="2"/>
                      </a:endParaRPr>
                    </a:p>
                  </a:txBody>
                  <a:tcPr marL="5416" marR="5416" marT="5416" marB="0" anchor="b">
                    <a:solidFill>
                      <a:srgbClr val="990099"/>
                    </a:solidFill>
                  </a:tcPr>
                </a:tc>
                <a:tc>
                  <a:txBody>
                    <a:bodyPr/>
                    <a:lstStyle/>
                    <a:p>
                      <a:pPr algn="l" rtl="0" fontAlgn="b"/>
                      <a:endParaRPr lang="en-US" sz="1400" b="0" i="0" u="none" strike="noStrike" dirty="0">
                        <a:solidFill>
                          <a:srgbClr val="000000"/>
                        </a:solidFill>
                        <a:effectLst/>
                        <a:latin typeface="Wingdings" panose="05000000000000000000" pitchFamily="2" charset="2"/>
                      </a:endParaRPr>
                    </a:p>
                  </a:txBody>
                  <a:tcPr marL="5416" marR="5416" marT="5416" marB="0" anchor="b">
                    <a:solidFill>
                      <a:srgbClr val="990099"/>
                    </a:solidFill>
                  </a:tcPr>
                </a:tc>
                <a:tc>
                  <a:txBody>
                    <a:bodyPr/>
                    <a:lstStyle/>
                    <a:p>
                      <a:pPr algn="l" rtl="0" fontAlgn="b"/>
                      <a:endParaRPr lang="en-US" sz="1400" b="0" i="0" u="none" strike="noStrike" dirty="0">
                        <a:solidFill>
                          <a:srgbClr val="000000"/>
                        </a:solidFill>
                        <a:effectLst/>
                        <a:latin typeface="Wingdings" panose="05000000000000000000" pitchFamily="2" charset="2"/>
                      </a:endParaRPr>
                    </a:p>
                  </a:txBody>
                  <a:tcPr marL="5416" marR="5416" marT="5416" marB="0" anchor="b">
                    <a:solidFill>
                      <a:srgbClr val="990099"/>
                    </a:solidFill>
                  </a:tcPr>
                </a:tc>
                <a:tc>
                  <a:txBody>
                    <a:bodyPr/>
                    <a:lstStyle/>
                    <a:p>
                      <a:pPr algn="l" rtl="0" fontAlgn="b"/>
                      <a:r>
                        <a:rPr lang="en-US" sz="1400" u="none" strike="noStrike" dirty="0">
                          <a:effectLst/>
                        </a:rPr>
                        <a:t> </a:t>
                      </a:r>
                      <a:endParaRPr lang="en-US" sz="1400" b="0" i="0" u="none" strike="noStrike" dirty="0">
                        <a:solidFill>
                          <a:srgbClr val="000000"/>
                        </a:solidFill>
                        <a:effectLst/>
                        <a:latin typeface="Calibri" panose="020F0502020204030204" pitchFamily="34" charset="0"/>
                      </a:endParaRPr>
                    </a:p>
                  </a:txBody>
                  <a:tcPr marL="5416" marR="5416" marT="5416" marB="0" anchor="b">
                    <a:solidFill>
                      <a:schemeClr val="bg1">
                        <a:lumMod val="95000"/>
                      </a:schemeClr>
                    </a:solidFill>
                  </a:tcPr>
                </a:tc>
                <a:tc>
                  <a:txBody>
                    <a:bodyPr/>
                    <a:lstStyle/>
                    <a:p>
                      <a:pPr algn="l" rtl="0" fontAlgn="b"/>
                      <a:r>
                        <a:rPr lang="en-US" sz="1400" u="none" strike="noStrike" dirty="0">
                          <a:effectLst/>
                        </a:rPr>
                        <a:t> </a:t>
                      </a:r>
                      <a:endParaRPr lang="en-US" sz="1400" b="0" i="0" u="none" strike="noStrike" dirty="0">
                        <a:solidFill>
                          <a:srgbClr val="000000"/>
                        </a:solidFill>
                        <a:effectLst/>
                        <a:latin typeface="Calibri" panose="020F0502020204030204" pitchFamily="34" charset="0"/>
                      </a:endParaRPr>
                    </a:p>
                  </a:txBody>
                  <a:tcPr marL="5416" marR="5416" marT="5416" marB="0" anchor="b">
                    <a:solidFill>
                      <a:schemeClr val="bg1">
                        <a:lumMod val="95000"/>
                      </a:schemeClr>
                    </a:solidFill>
                  </a:tcPr>
                </a:tc>
                <a:tc>
                  <a:txBody>
                    <a:bodyPr/>
                    <a:lstStyle/>
                    <a:p>
                      <a:pPr algn="l" rtl="0" fontAlgn="b"/>
                      <a:r>
                        <a:rPr lang="en-US" sz="1400" u="none" strike="noStrike" dirty="0">
                          <a:effectLst/>
                        </a:rPr>
                        <a:t> </a:t>
                      </a:r>
                      <a:endParaRPr lang="en-US" sz="1400" b="0" i="0" u="none" strike="noStrike" dirty="0">
                        <a:solidFill>
                          <a:srgbClr val="000000"/>
                        </a:solidFill>
                        <a:effectLst/>
                        <a:latin typeface="Calibri" panose="020F0502020204030204" pitchFamily="34" charset="0"/>
                      </a:endParaRPr>
                    </a:p>
                  </a:txBody>
                  <a:tcPr marL="5416" marR="5416" marT="5416" marB="0" anchor="b">
                    <a:solidFill>
                      <a:schemeClr val="bg1">
                        <a:lumMod val="95000"/>
                      </a:schemeClr>
                    </a:solidFill>
                  </a:tcPr>
                </a:tc>
                <a:extLst>
                  <a:ext uri="{0D108BD9-81ED-4DB2-BD59-A6C34878D82A}">
                    <a16:rowId xmlns:a16="http://schemas.microsoft.com/office/drawing/2014/main" val="1121954927"/>
                  </a:ext>
                </a:extLst>
              </a:tr>
              <a:tr h="227273">
                <a:tc>
                  <a:txBody>
                    <a:bodyPr/>
                    <a:lstStyle/>
                    <a:p>
                      <a:pPr algn="r" rtl="1" fontAlgn="b"/>
                      <a:r>
                        <a:rPr lang="ar-LY" sz="1100" b="0" i="0" u="none" strike="noStrike" dirty="0">
                          <a:solidFill>
                            <a:srgbClr val="990099"/>
                          </a:solidFill>
                          <a:effectLst/>
                          <a:latin typeface="Calibri" panose="020F0502020204030204" pitchFamily="34" charset="0"/>
                          <a:cs typeface="+mj-cs"/>
                        </a:rPr>
                        <a:t>بيع البطاقات الالكترونية</a:t>
                      </a:r>
                    </a:p>
                  </a:txBody>
                  <a:tcPr marL="5416" marR="5416" marT="5416" marB="0" anchor="b">
                    <a:solidFill>
                      <a:schemeClr val="bg1">
                        <a:lumMod val="85000"/>
                      </a:schemeClr>
                    </a:solidFill>
                  </a:tcPr>
                </a:tc>
                <a:tc>
                  <a:txBody>
                    <a:bodyPr/>
                    <a:lstStyle/>
                    <a:p>
                      <a:pPr algn="l" rtl="0" fontAlgn="b"/>
                      <a:endParaRPr lang="en-US" sz="1400" b="0" i="0" u="none" strike="noStrike" dirty="0">
                        <a:solidFill>
                          <a:srgbClr val="000000"/>
                        </a:solidFill>
                        <a:effectLst/>
                        <a:latin typeface="Wingdings" panose="05000000000000000000" pitchFamily="2" charset="2"/>
                      </a:endParaRPr>
                    </a:p>
                  </a:txBody>
                  <a:tcPr marL="5416" marR="5416" marT="5416" marB="0" anchor="b">
                    <a:solidFill>
                      <a:srgbClr val="990099"/>
                    </a:solidFill>
                  </a:tcPr>
                </a:tc>
                <a:tc>
                  <a:txBody>
                    <a:bodyPr/>
                    <a:lstStyle/>
                    <a:p>
                      <a:pPr algn="l" rtl="0" fontAlgn="b"/>
                      <a:endParaRPr lang="en-US" sz="1400" b="0" i="0" u="none" strike="noStrike" dirty="0">
                        <a:solidFill>
                          <a:srgbClr val="000000"/>
                        </a:solidFill>
                        <a:effectLst/>
                        <a:latin typeface="Calibri" panose="020F0502020204030204" pitchFamily="34" charset="0"/>
                      </a:endParaRPr>
                    </a:p>
                  </a:txBody>
                  <a:tcPr marL="5416" marR="5416" marT="5416" marB="0" anchor="b">
                    <a:solidFill>
                      <a:schemeClr val="bg1">
                        <a:lumMod val="95000"/>
                      </a:schemeClr>
                    </a:solidFill>
                  </a:tcPr>
                </a:tc>
                <a:tc>
                  <a:txBody>
                    <a:bodyPr/>
                    <a:lstStyle/>
                    <a:p>
                      <a:pPr algn="l" rtl="0" fontAlgn="b"/>
                      <a:endParaRPr lang="en-US" sz="1400" b="0" i="0" u="none" strike="noStrike" dirty="0">
                        <a:solidFill>
                          <a:srgbClr val="000000"/>
                        </a:solidFill>
                        <a:effectLst/>
                        <a:latin typeface="Calibri" panose="020F0502020204030204" pitchFamily="34" charset="0"/>
                      </a:endParaRPr>
                    </a:p>
                  </a:txBody>
                  <a:tcPr marL="5416" marR="5416" marT="5416" marB="0" anchor="b">
                    <a:solidFill>
                      <a:schemeClr val="bg1">
                        <a:lumMod val="95000"/>
                      </a:schemeClr>
                    </a:solidFill>
                  </a:tcPr>
                </a:tc>
                <a:tc>
                  <a:txBody>
                    <a:bodyPr/>
                    <a:lstStyle/>
                    <a:p>
                      <a:pPr algn="l" rtl="0" fontAlgn="b"/>
                      <a:endParaRPr lang="en-US" sz="1400" b="0" i="0" u="none" strike="noStrike" dirty="0">
                        <a:solidFill>
                          <a:srgbClr val="000000"/>
                        </a:solidFill>
                        <a:effectLst/>
                        <a:latin typeface="Wingdings" panose="05000000000000000000" pitchFamily="2" charset="2"/>
                      </a:endParaRPr>
                    </a:p>
                  </a:txBody>
                  <a:tcPr marL="5416" marR="5416" marT="5416" marB="0" anchor="b">
                    <a:solidFill>
                      <a:srgbClr val="990099"/>
                    </a:solidFill>
                  </a:tcPr>
                </a:tc>
                <a:tc>
                  <a:txBody>
                    <a:bodyPr/>
                    <a:lstStyle/>
                    <a:p>
                      <a:pPr algn="l" rtl="0" fontAlgn="b"/>
                      <a:endParaRPr lang="en-US" sz="1400" b="0" i="0" u="none" strike="noStrike" dirty="0">
                        <a:solidFill>
                          <a:srgbClr val="000000"/>
                        </a:solidFill>
                        <a:effectLst/>
                        <a:latin typeface="Wingdings" panose="05000000000000000000" pitchFamily="2" charset="2"/>
                      </a:endParaRPr>
                    </a:p>
                  </a:txBody>
                  <a:tcPr marL="5416" marR="5416" marT="5416" marB="0" anchor="b">
                    <a:solidFill>
                      <a:srgbClr val="990099"/>
                    </a:solidFill>
                  </a:tcPr>
                </a:tc>
                <a:tc>
                  <a:txBody>
                    <a:bodyPr/>
                    <a:lstStyle/>
                    <a:p>
                      <a:pPr algn="l" rtl="0" fontAlgn="b"/>
                      <a:endParaRPr lang="en-US" sz="1400" b="0" i="0" u="none" strike="noStrike" dirty="0">
                        <a:solidFill>
                          <a:srgbClr val="000000"/>
                        </a:solidFill>
                        <a:effectLst/>
                        <a:latin typeface="Wingdings" panose="05000000000000000000" pitchFamily="2" charset="2"/>
                      </a:endParaRPr>
                    </a:p>
                  </a:txBody>
                  <a:tcPr marL="5416" marR="5416" marT="5416" marB="0" anchor="b">
                    <a:solidFill>
                      <a:srgbClr val="990099"/>
                    </a:solidFill>
                  </a:tcPr>
                </a:tc>
                <a:tc>
                  <a:txBody>
                    <a:bodyPr/>
                    <a:lstStyle/>
                    <a:p>
                      <a:pPr algn="l" rtl="0" fontAlgn="b"/>
                      <a:endParaRPr lang="en-US" sz="1400" b="0" i="0" u="none" strike="noStrike" dirty="0">
                        <a:solidFill>
                          <a:srgbClr val="000000"/>
                        </a:solidFill>
                        <a:effectLst/>
                        <a:latin typeface="Wingdings" panose="05000000000000000000" pitchFamily="2" charset="2"/>
                      </a:endParaRPr>
                    </a:p>
                  </a:txBody>
                  <a:tcPr marL="5416" marR="5416" marT="5416" marB="0" anchor="b">
                    <a:solidFill>
                      <a:srgbClr val="990099"/>
                    </a:solidFill>
                  </a:tcPr>
                </a:tc>
                <a:tc>
                  <a:txBody>
                    <a:bodyPr/>
                    <a:lstStyle/>
                    <a:p>
                      <a:pPr algn="l" rtl="0" fontAlgn="b"/>
                      <a:endParaRPr lang="en-US" sz="1400" b="0" i="0" u="none" strike="noStrike" dirty="0">
                        <a:solidFill>
                          <a:srgbClr val="000000"/>
                        </a:solidFill>
                        <a:effectLst/>
                        <a:latin typeface="Wingdings" panose="05000000000000000000" pitchFamily="2" charset="2"/>
                      </a:endParaRPr>
                    </a:p>
                  </a:txBody>
                  <a:tcPr marL="5416" marR="5416" marT="5416" marB="0" anchor="b">
                    <a:solidFill>
                      <a:srgbClr val="990099"/>
                    </a:solidFill>
                  </a:tcPr>
                </a:tc>
                <a:tc>
                  <a:txBody>
                    <a:bodyPr/>
                    <a:lstStyle/>
                    <a:p>
                      <a:pPr algn="l" rtl="0" fontAlgn="b"/>
                      <a:endParaRPr lang="en-US" sz="1400" b="0" i="0" u="none" strike="noStrike" dirty="0">
                        <a:solidFill>
                          <a:srgbClr val="000000"/>
                        </a:solidFill>
                        <a:effectLst/>
                        <a:latin typeface="Wingdings" panose="05000000000000000000" pitchFamily="2" charset="2"/>
                      </a:endParaRPr>
                    </a:p>
                  </a:txBody>
                  <a:tcPr marL="5416" marR="5416" marT="5416" marB="0" anchor="b">
                    <a:solidFill>
                      <a:srgbClr val="990099"/>
                    </a:solidFill>
                  </a:tcPr>
                </a:tc>
                <a:tc>
                  <a:txBody>
                    <a:bodyPr/>
                    <a:lstStyle/>
                    <a:p>
                      <a:pPr algn="l" rtl="0" fontAlgn="b"/>
                      <a:endParaRPr lang="en-US" sz="1400" b="0" i="0" u="none" strike="noStrike" dirty="0">
                        <a:solidFill>
                          <a:srgbClr val="000000"/>
                        </a:solidFill>
                        <a:effectLst/>
                        <a:latin typeface="Wingdings" panose="05000000000000000000" pitchFamily="2" charset="2"/>
                      </a:endParaRPr>
                    </a:p>
                  </a:txBody>
                  <a:tcPr marL="5416" marR="5416" marT="5416" marB="0" anchor="b">
                    <a:solidFill>
                      <a:srgbClr val="990099"/>
                    </a:solidFill>
                  </a:tcPr>
                </a:tc>
                <a:tc>
                  <a:txBody>
                    <a:bodyPr/>
                    <a:lstStyle/>
                    <a:p>
                      <a:pPr algn="l" rtl="0" fontAlgn="b"/>
                      <a:endParaRPr lang="en-US" sz="1400" b="0" i="0" u="none" strike="noStrike" dirty="0">
                        <a:solidFill>
                          <a:srgbClr val="000000"/>
                        </a:solidFill>
                        <a:effectLst/>
                        <a:latin typeface="Calibri" panose="020F0502020204030204" pitchFamily="34" charset="0"/>
                      </a:endParaRPr>
                    </a:p>
                  </a:txBody>
                  <a:tcPr marL="5416" marR="5416" marT="5416" marB="0" anchor="b">
                    <a:solidFill>
                      <a:schemeClr val="bg1">
                        <a:lumMod val="95000"/>
                      </a:schemeClr>
                    </a:solidFill>
                  </a:tcPr>
                </a:tc>
                <a:tc>
                  <a:txBody>
                    <a:bodyPr/>
                    <a:lstStyle/>
                    <a:p>
                      <a:pPr algn="l" rtl="0" fontAlgn="b"/>
                      <a:endParaRPr lang="en-US" sz="1400" b="0" i="0" u="none" strike="noStrike" dirty="0">
                        <a:solidFill>
                          <a:srgbClr val="000000"/>
                        </a:solidFill>
                        <a:effectLst/>
                        <a:latin typeface="Calibri" panose="020F0502020204030204" pitchFamily="34" charset="0"/>
                      </a:endParaRPr>
                    </a:p>
                  </a:txBody>
                  <a:tcPr marL="5416" marR="5416" marT="5416" marB="0" anchor="b">
                    <a:solidFill>
                      <a:schemeClr val="bg1">
                        <a:lumMod val="95000"/>
                      </a:schemeClr>
                    </a:solidFill>
                  </a:tcPr>
                </a:tc>
                <a:tc>
                  <a:txBody>
                    <a:bodyPr/>
                    <a:lstStyle/>
                    <a:p>
                      <a:pPr algn="l" rtl="0" fontAlgn="b"/>
                      <a:endParaRPr lang="en-US" sz="1400" b="0" i="0" u="none" strike="noStrike" dirty="0">
                        <a:solidFill>
                          <a:srgbClr val="000000"/>
                        </a:solidFill>
                        <a:effectLst/>
                        <a:latin typeface="Calibri" panose="020F0502020204030204" pitchFamily="34" charset="0"/>
                      </a:endParaRPr>
                    </a:p>
                  </a:txBody>
                  <a:tcPr marL="5416" marR="5416" marT="5416" marB="0" anchor="b">
                    <a:solidFill>
                      <a:schemeClr val="bg1">
                        <a:lumMod val="95000"/>
                      </a:schemeClr>
                    </a:solidFill>
                  </a:tcPr>
                </a:tc>
                <a:extLst>
                  <a:ext uri="{0D108BD9-81ED-4DB2-BD59-A6C34878D82A}">
                    <a16:rowId xmlns:a16="http://schemas.microsoft.com/office/drawing/2014/main" val="3847004342"/>
                  </a:ext>
                </a:extLst>
              </a:tr>
              <a:tr h="227273">
                <a:tc>
                  <a:txBody>
                    <a:bodyPr/>
                    <a:lstStyle/>
                    <a:p>
                      <a:pPr algn="r" rtl="1" fontAlgn="b"/>
                      <a:r>
                        <a:rPr lang="ar-LY" sz="1100" b="0" i="0" u="none" strike="noStrike" dirty="0">
                          <a:solidFill>
                            <a:srgbClr val="990099"/>
                          </a:solidFill>
                          <a:effectLst/>
                          <a:latin typeface="Calibri" panose="020F0502020204030204" pitchFamily="34" charset="0"/>
                          <a:cs typeface="+mj-cs"/>
                        </a:rPr>
                        <a:t>منتج تتبع السيارات</a:t>
                      </a:r>
                    </a:p>
                  </a:txBody>
                  <a:tcPr marL="5416" marR="5416" marT="5416" marB="0" anchor="b">
                    <a:solidFill>
                      <a:schemeClr val="bg1">
                        <a:lumMod val="85000"/>
                      </a:schemeClr>
                    </a:solidFill>
                  </a:tcPr>
                </a:tc>
                <a:tc>
                  <a:txBody>
                    <a:bodyPr/>
                    <a:lstStyle/>
                    <a:p>
                      <a:pPr algn="l" rtl="0" fontAlgn="b"/>
                      <a:endParaRPr lang="en-US" sz="1400" b="0" i="0" u="none" strike="noStrike" dirty="0">
                        <a:solidFill>
                          <a:srgbClr val="000000"/>
                        </a:solidFill>
                        <a:effectLst/>
                        <a:latin typeface="Wingdings" panose="05000000000000000000" pitchFamily="2" charset="2"/>
                      </a:endParaRPr>
                    </a:p>
                  </a:txBody>
                  <a:tcPr marL="5416" marR="5416" marT="5416" marB="0" anchor="b">
                    <a:solidFill>
                      <a:srgbClr val="990099"/>
                    </a:solidFill>
                  </a:tcPr>
                </a:tc>
                <a:tc>
                  <a:txBody>
                    <a:bodyPr/>
                    <a:lstStyle/>
                    <a:p>
                      <a:pPr algn="l" rtl="0" fontAlgn="b"/>
                      <a:endParaRPr lang="en-US" sz="1400" b="0" i="0" u="none" strike="noStrike" dirty="0">
                        <a:solidFill>
                          <a:srgbClr val="000000"/>
                        </a:solidFill>
                        <a:effectLst/>
                        <a:latin typeface="Calibri" panose="020F0502020204030204" pitchFamily="34" charset="0"/>
                      </a:endParaRPr>
                    </a:p>
                  </a:txBody>
                  <a:tcPr marL="5416" marR="5416" marT="5416" marB="0" anchor="b">
                    <a:solidFill>
                      <a:schemeClr val="bg1">
                        <a:lumMod val="95000"/>
                      </a:schemeClr>
                    </a:solidFill>
                  </a:tcPr>
                </a:tc>
                <a:tc>
                  <a:txBody>
                    <a:bodyPr/>
                    <a:lstStyle/>
                    <a:p>
                      <a:pPr algn="l" rtl="0" fontAlgn="b"/>
                      <a:endParaRPr lang="en-US" sz="1400" b="0" i="0" u="none" strike="noStrike" dirty="0">
                        <a:solidFill>
                          <a:srgbClr val="000000"/>
                        </a:solidFill>
                        <a:effectLst/>
                        <a:latin typeface="Calibri" panose="020F0502020204030204" pitchFamily="34" charset="0"/>
                      </a:endParaRPr>
                    </a:p>
                  </a:txBody>
                  <a:tcPr marL="5416" marR="5416" marT="5416" marB="0" anchor="b">
                    <a:solidFill>
                      <a:srgbClr val="990099"/>
                    </a:solidFill>
                  </a:tcPr>
                </a:tc>
                <a:tc>
                  <a:txBody>
                    <a:bodyPr/>
                    <a:lstStyle/>
                    <a:p>
                      <a:pPr algn="l" rtl="0" fontAlgn="b"/>
                      <a:endParaRPr lang="en-US" sz="1400" b="0" i="0" u="none" strike="noStrike" dirty="0">
                        <a:solidFill>
                          <a:srgbClr val="000000"/>
                        </a:solidFill>
                        <a:effectLst/>
                        <a:latin typeface="Wingdings" panose="05000000000000000000" pitchFamily="2" charset="2"/>
                      </a:endParaRPr>
                    </a:p>
                  </a:txBody>
                  <a:tcPr marL="5416" marR="5416" marT="5416" marB="0" anchor="b">
                    <a:solidFill>
                      <a:srgbClr val="990099"/>
                    </a:solidFill>
                  </a:tcPr>
                </a:tc>
                <a:tc>
                  <a:txBody>
                    <a:bodyPr/>
                    <a:lstStyle/>
                    <a:p>
                      <a:pPr algn="l" rtl="0" fontAlgn="b"/>
                      <a:endParaRPr lang="en-US" sz="1400" b="0" i="0" u="none" strike="noStrike" dirty="0">
                        <a:solidFill>
                          <a:srgbClr val="000000"/>
                        </a:solidFill>
                        <a:effectLst/>
                        <a:latin typeface="Wingdings" panose="05000000000000000000" pitchFamily="2" charset="2"/>
                      </a:endParaRPr>
                    </a:p>
                  </a:txBody>
                  <a:tcPr marL="5416" marR="5416" marT="5416" marB="0" anchor="b">
                    <a:solidFill>
                      <a:schemeClr val="bg1">
                        <a:lumMod val="95000"/>
                      </a:schemeClr>
                    </a:solidFill>
                  </a:tcPr>
                </a:tc>
                <a:tc>
                  <a:txBody>
                    <a:bodyPr/>
                    <a:lstStyle/>
                    <a:p>
                      <a:pPr algn="l" rtl="0" fontAlgn="b"/>
                      <a:endParaRPr lang="en-US" sz="1400" b="0" i="0" u="none" strike="noStrike" dirty="0">
                        <a:solidFill>
                          <a:srgbClr val="000000"/>
                        </a:solidFill>
                        <a:effectLst/>
                        <a:latin typeface="Wingdings" panose="05000000000000000000" pitchFamily="2" charset="2"/>
                      </a:endParaRPr>
                    </a:p>
                  </a:txBody>
                  <a:tcPr marL="5416" marR="5416" marT="5416" marB="0" anchor="b">
                    <a:solidFill>
                      <a:schemeClr val="bg1">
                        <a:lumMod val="95000"/>
                      </a:schemeClr>
                    </a:solidFill>
                  </a:tcPr>
                </a:tc>
                <a:tc>
                  <a:txBody>
                    <a:bodyPr/>
                    <a:lstStyle/>
                    <a:p>
                      <a:pPr algn="l" rtl="0" fontAlgn="b"/>
                      <a:endParaRPr lang="en-US" sz="1400" b="0" i="0" u="none" strike="noStrike" dirty="0">
                        <a:solidFill>
                          <a:srgbClr val="000000"/>
                        </a:solidFill>
                        <a:effectLst/>
                        <a:latin typeface="Wingdings" panose="05000000000000000000" pitchFamily="2" charset="2"/>
                      </a:endParaRPr>
                    </a:p>
                  </a:txBody>
                  <a:tcPr marL="5416" marR="5416" marT="5416" marB="0" anchor="b">
                    <a:solidFill>
                      <a:schemeClr val="bg1">
                        <a:lumMod val="95000"/>
                      </a:schemeClr>
                    </a:solidFill>
                  </a:tcPr>
                </a:tc>
                <a:tc>
                  <a:txBody>
                    <a:bodyPr/>
                    <a:lstStyle/>
                    <a:p>
                      <a:pPr algn="l" rtl="0" fontAlgn="b"/>
                      <a:endParaRPr lang="en-US" sz="1400" b="0" i="0" u="none" strike="noStrike" dirty="0">
                        <a:solidFill>
                          <a:srgbClr val="000000"/>
                        </a:solidFill>
                        <a:effectLst/>
                        <a:latin typeface="Wingdings" panose="05000000000000000000" pitchFamily="2" charset="2"/>
                      </a:endParaRPr>
                    </a:p>
                  </a:txBody>
                  <a:tcPr marL="5416" marR="5416" marT="5416" marB="0" anchor="b">
                    <a:solidFill>
                      <a:schemeClr val="bg1">
                        <a:lumMod val="95000"/>
                      </a:schemeClr>
                    </a:solidFill>
                  </a:tcPr>
                </a:tc>
                <a:tc>
                  <a:txBody>
                    <a:bodyPr/>
                    <a:lstStyle/>
                    <a:p>
                      <a:pPr algn="l" rtl="0" fontAlgn="b"/>
                      <a:endParaRPr lang="en-US" sz="1400" b="0" i="0" u="none" strike="noStrike" dirty="0">
                        <a:solidFill>
                          <a:srgbClr val="000000"/>
                        </a:solidFill>
                        <a:effectLst/>
                        <a:latin typeface="Wingdings" panose="05000000000000000000" pitchFamily="2" charset="2"/>
                      </a:endParaRPr>
                    </a:p>
                  </a:txBody>
                  <a:tcPr marL="5416" marR="5416" marT="5416" marB="0" anchor="b">
                    <a:solidFill>
                      <a:schemeClr val="bg1">
                        <a:lumMod val="95000"/>
                      </a:schemeClr>
                    </a:solidFill>
                  </a:tcPr>
                </a:tc>
                <a:tc>
                  <a:txBody>
                    <a:bodyPr/>
                    <a:lstStyle/>
                    <a:p>
                      <a:pPr algn="l" rtl="0" fontAlgn="b"/>
                      <a:endParaRPr lang="en-US" sz="1400" b="0" i="0" u="none" strike="noStrike" dirty="0">
                        <a:solidFill>
                          <a:srgbClr val="000000"/>
                        </a:solidFill>
                        <a:effectLst/>
                        <a:latin typeface="Wingdings" panose="05000000000000000000" pitchFamily="2" charset="2"/>
                      </a:endParaRPr>
                    </a:p>
                  </a:txBody>
                  <a:tcPr marL="5416" marR="5416" marT="5416" marB="0" anchor="b">
                    <a:solidFill>
                      <a:schemeClr val="bg1">
                        <a:lumMod val="95000"/>
                      </a:schemeClr>
                    </a:solidFill>
                  </a:tcPr>
                </a:tc>
                <a:tc>
                  <a:txBody>
                    <a:bodyPr/>
                    <a:lstStyle/>
                    <a:p>
                      <a:pPr algn="l" rtl="0" fontAlgn="b"/>
                      <a:endParaRPr lang="en-US" sz="1400" b="0" i="0" u="none" strike="noStrike" dirty="0">
                        <a:solidFill>
                          <a:srgbClr val="000000"/>
                        </a:solidFill>
                        <a:effectLst/>
                        <a:latin typeface="Calibri" panose="020F0502020204030204" pitchFamily="34" charset="0"/>
                      </a:endParaRPr>
                    </a:p>
                  </a:txBody>
                  <a:tcPr marL="5416" marR="5416" marT="5416" marB="0" anchor="b">
                    <a:solidFill>
                      <a:schemeClr val="bg1">
                        <a:lumMod val="95000"/>
                      </a:schemeClr>
                    </a:solidFill>
                  </a:tcPr>
                </a:tc>
                <a:tc>
                  <a:txBody>
                    <a:bodyPr/>
                    <a:lstStyle/>
                    <a:p>
                      <a:pPr algn="l" rtl="0" fontAlgn="b"/>
                      <a:endParaRPr lang="en-US" sz="1400" b="0" i="0" u="none" strike="noStrike" dirty="0">
                        <a:solidFill>
                          <a:srgbClr val="000000"/>
                        </a:solidFill>
                        <a:effectLst/>
                        <a:latin typeface="Calibri" panose="020F0502020204030204" pitchFamily="34" charset="0"/>
                      </a:endParaRPr>
                    </a:p>
                  </a:txBody>
                  <a:tcPr marL="5416" marR="5416" marT="5416" marB="0" anchor="b">
                    <a:solidFill>
                      <a:schemeClr val="bg1">
                        <a:lumMod val="95000"/>
                      </a:schemeClr>
                    </a:solidFill>
                  </a:tcPr>
                </a:tc>
                <a:tc>
                  <a:txBody>
                    <a:bodyPr/>
                    <a:lstStyle/>
                    <a:p>
                      <a:pPr algn="l" rtl="0" fontAlgn="b"/>
                      <a:endParaRPr lang="en-US" sz="1400" b="0" i="0" u="none" strike="noStrike" dirty="0">
                        <a:solidFill>
                          <a:srgbClr val="000000"/>
                        </a:solidFill>
                        <a:effectLst/>
                        <a:latin typeface="Calibri" panose="020F0502020204030204" pitchFamily="34" charset="0"/>
                      </a:endParaRPr>
                    </a:p>
                  </a:txBody>
                  <a:tcPr marL="5416" marR="5416" marT="5416" marB="0" anchor="b">
                    <a:solidFill>
                      <a:schemeClr val="bg1">
                        <a:lumMod val="95000"/>
                      </a:schemeClr>
                    </a:solidFill>
                  </a:tcPr>
                </a:tc>
                <a:extLst>
                  <a:ext uri="{0D108BD9-81ED-4DB2-BD59-A6C34878D82A}">
                    <a16:rowId xmlns:a16="http://schemas.microsoft.com/office/drawing/2014/main" val="2744050845"/>
                  </a:ext>
                </a:extLst>
              </a:tr>
            </a:tbl>
          </a:graphicData>
        </a:graphic>
      </p:graphicFrame>
      <p:sp>
        <p:nvSpPr>
          <p:cNvPr id="3" name="Title 1">
            <a:extLst>
              <a:ext uri="{FF2B5EF4-FFF2-40B4-BE49-F238E27FC236}">
                <a16:creationId xmlns:a16="http://schemas.microsoft.com/office/drawing/2014/main" id="{BC1DD3EB-E147-0293-6362-34402C75A5B2}"/>
              </a:ext>
            </a:extLst>
          </p:cNvPr>
          <p:cNvSpPr txBox="1">
            <a:spLocks/>
          </p:cNvSpPr>
          <p:nvPr/>
        </p:nvSpPr>
        <p:spPr>
          <a:xfrm>
            <a:off x="571912" y="228929"/>
            <a:ext cx="11353800" cy="743905"/>
          </a:xfrm>
          <a:prstGeom prst="rect">
            <a:avLst/>
          </a:prstGeom>
        </p:spPr>
        <p:txBody>
          <a:bodyPr>
            <a:normAutofit/>
          </a:bodyPr>
          <a:lstStyle>
            <a:lvl1pPr algn="r" defTabSz="914400" rtl="1" eaLnBrk="1" latinLnBrk="0" hangingPunct="1">
              <a:lnSpc>
                <a:spcPct val="90000"/>
              </a:lnSpc>
              <a:spcBef>
                <a:spcPct val="0"/>
              </a:spcBef>
              <a:buNone/>
              <a:defRPr sz="4400" kern="1200">
                <a:solidFill>
                  <a:srgbClr val="92278F"/>
                </a:solidFill>
                <a:latin typeface="+mj-lt"/>
                <a:ea typeface="+mj-ea"/>
                <a:cs typeface="+mj-cs"/>
              </a:defRPr>
            </a:lvl1pPr>
          </a:lstStyle>
          <a:p>
            <a:pPr marL="0" marR="0" lvl="0" indent="0" algn="r" defTabSz="914400" rtl="1" eaLnBrk="1" fontAlgn="auto" latinLnBrk="0" hangingPunct="1">
              <a:lnSpc>
                <a:spcPct val="90000"/>
              </a:lnSpc>
              <a:spcBef>
                <a:spcPct val="0"/>
              </a:spcBef>
              <a:spcAft>
                <a:spcPts val="0"/>
              </a:spcAft>
              <a:buClrTx/>
              <a:buSzTx/>
              <a:buFontTx/>
              <a:buNone/>
              <a:tabLst/>
              <a:defRPr/>
            </a:pPr>
            <a:r>
              <a:rPr kumimoji="0" lang="ar-LY" sz="4400" b="0" i="0" u="none" strike="noStrike" kern="1200" cap="none" spc="0" normalizeH="0" baseline="0" noProof="0" dirty="0">
                <a:ln>
                  <a:noFill/>
                </a:ln>
                <a:solidFill>
                  <a:prstClr val="white"/>
                </a:solidFill>
                <a:effectLst/>
                <a:uLnTx/>
                <a:uFillTx/>
                <a:latin typeface="Ubuntu Medium"/>
                <a:ea typeface="+mj-ea"/>
                <a:cs typeface="Tajawal ExtraBold"/>
              </a:rPr>
              <a:t>المنتجات</a:t>
            </a:r>
            <a:endParaRPr kumimoji="0" lang="en-US" sz="4400" b="0" i="0" u="none" strike="noStrike" kern="1200" cap="none" spc="0" normalizeH="0" baseline="0" noProof="0" dirty="0">
              <a:ln>
                <a:noFill/>
              </a:ln>
              <a:solidFill>
                <a:prstClr val="white"/>
              </a:solidFill>
              <a:effectLst/>
              <a:uLnTx/>
              <a:uFillTx/>
              <a:latin typeface="Ubuntu Medium"/>
              <a:ea typeface="+mj-ea"/>
              <a:cs typeface="Tajawal ExtraBold"/>
            </a:endParaRPr>
          </a:p>
        </p:txBody>
      </p:sp>
    </p:spTree>
    <p:extLst>
      <p:ext uri="{BB962C8B-B14F-4D97-AF65-F5344CB8AC3E}">
        <p14:creationId xmlns:p14="http://schemas.microsoft.com/office/powerpoint/2010/main" val="361639546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bg>
      <p:bgPr>
        <a:gradFill>
          <a:gsLst>
            <a:gs pos="55000">
              <a:srgbClr val="990099"/>
            </a:gs>
            <a:gs pos="100000">
              <a:schemeClr val="accent2">
                <a:lumMod val="89000"/>
              </a:schemeClr>
            </a:gs>
            <a:gs pos="100000">
              <a:schemeClr val="accent2">
                <a:lumMod val="75000"/>
              </a:schemeClr>
            </a:gs>
            <a:gs pos="97000">
              <a:schemeClr val="accent2">
                <a:lumMod val="70000"/>
              </a:schemeClr>
            </a:gs>
          </a:gsLst>
          <a:path path="circle">
            <a:fillToRect r="100000" b="100000"/>
          </a:path>
        </a:gradFill>
        <a:effectLst/>
      </p:bgPr>
    </p:bg>
    <p:spTree>
      <p:nvGrpSpPr>
        <p:cNvPr id="1" name=""/>
        <p:cNvGrpSpPr/>
        <p:nvPr/>
      </p:nvGrpSpPr>
      <p:grpSpPr>
        <a:xfrm>
          <a:off x="0" y="0"/>
          <a:ext cx="0" cy="0"/>
          <a:chOff x="0" y="0"/>
          <a:chExt cx="0" cy="0"/>
        </a:xfrm>
      </p:grpSpPr>
      <p:graphicFrame>
        <p:nvGraphicFramePr>
          <p:cNvPr id="44" name="Table 43">
            <a:extLst>
              <a:ext uri="{FF2B5EF4-FFF2-40B4-BE49-F238E27FC236}">
                <a16:creationId xmlns:a16="http://schemas.microsoft.com/office/drawing/2014/main" id="{A1158D42-AB6C-7739-9FB3-C68F7461A693}"/>
              </a:ext>
            </a:extLst>
          </p:cNvPr>
          <p:cNvGraphicFramePr>
            <a:graphicFrameLocks noGrp="1"/>
          </p:cNvGraphicFramePr>
          <p:nvPr>
            <p:extLst>
              <p:ext uri="{D42A27DB-BD31-4B8C-83A1-F6EECF244321}">
                <p14:modId xmlns:p14="http://schemas.microsoft.com/office/powerpoint/2010/main" val="545900115"/>
              </p:ext>
            </p:extLst>
          </p:nvPr>
        </p:nvGraphicFramePr>
        <p:xfrm>
          <a:off x="333572" y="1421979"/>
          <a:ext cx="11353790" cy="4390231"/>
        </p:xfrm>
        <a:graphic>
          <a:graphicData uri="http://schemas.openxmlformats.org/drawingml/2006/table">
            <a:tbl>
              <a:tblPr rtl="1">
                <a:tableStyleId>{5C22544A-7EE6-4342-B048-85BDC9FD1C3A}</a:tableStyleId>
              </a:tblPr>
              <a:tblGrid>
                <a:gridCol w="2709498">
                  <a:extLst>
                    <a:ext uri="{9D8B030D-6E8A-4147-A177-3AD203B41FA5}">
                      <a16:colId xmlns:a16="http://schemas.microsoft.com/office/drawing/2014/main" val="678504659"/>
                    </a:ext>
                  </a:extLst>
                </a:gridCol>
                <a:gridCol w="654404">
                  <a:extLst>
                    <a:ext uri="{9D8B030D-6E8A-4147-A177-3AD203B41FA5}">
                      <a16:colId xmlns:a16="http://schemas.microsoft.com/office/drawing/2014/main" val="1688248225"/>
                    </a:ext>
                  </a:extLst>
                </a:gridCol>
                <a:gridCol w="665824">
                  <a:extLst>
                    <a:ext uri="{9D8B030D-6E8A-4147-A177-3AD203B41FA5}">
                      <a16:colId xmlns:a16="http://schemas.microsoft.com/office/drawing/2014/main" val="3833509675"/>
                    </a:ext>
                  </a:extLst>
                </a:gridCol>
                <a:gridCol w="665824">
                  <a:extLst>
                    <a:ext uri="{9D8B030D-6E8A-4147-A177-3AD203B41FA5}">
                      <a16:colId xmlns:a16="http://schemas.microsoft.com/office/drawing/2014/main" val="331906224"/>
                    </a:ext>
                  </a:extLst>
                </a:gridCol>
                <a:gridCol w="665824">
                  <a:extLst>
                    <a:ext uri="{9D8B030D-6E8A-4147-A177-3AD203B41FA5}">
                      <a16:colId xmlns:a16="http://schemas.microsoft.com/office/drawing/2014/main" val="1708252188"/>
                    </a:ext>
                  </a:extLst>
                </a:gridCol>
                <a:gridCol w="665824">
                  <a:extLst>
                    <a:ext uri="{9D8B030D-6E8A-4147-A177-3AD203B41FA5}">
                      <a16:colId xmlns:a16="http://schemas.microsoft.com/office/drawing/2014/main" val="201588569"/>
                    </a:ext>
                  </a:extLst>
                </a:gridCol>
                <a:gridCol w="665824">
                  <a:extLst>
                    <a:ext uri="{9D8B030D-6E8A-4147-A177-3AD203B41FA5}">
                      <a16:colId xmlns:a16="http://schemas.microsoft.com/office/drawing/2014/main" val="909605441"/>
                    </a:ext>
                  </a:extLst>
                </a:gridCol>
                <a:gridCol w="665824">
                  <a:extLst>
                    <a:ext uri="{9D8B030D-6E8A-4147-A177-3AD203B41FA5}">
                      <a16:colId xmlns:a16="http://schemas.microsoft.com/office/drawing/2014/main" val="1887171645"/>
                    </a:ext>
                  </a:extLst>
                </a:gridCol>
                <a:gridCol w="665824">
                  <a:extLst>
                    <a:ext uri="{9D8B030D-6E8A-4147-A177-3AD203B41FA5}">
                      <a16:colId xmlns:a16="http://schemas.microsoft.com/office/drawing/2014/main" val="2148846065"/>
                    </a:ext>
                  </a:extLst>
                </a:gridCol>
                <a:gridCol w="665824">
                  <a:extLst>
                    <a:ext uri="{9D8B030D-6E8A-4147-A177-3AD203B41FA5}">
                      <a16:colId xmlns:a16="http://schemas.microsoft.com/office/drawing/2014/main" val="699900438"/>
                    </a:ext>
                  </a:extLst>
                </a:gridCol>
                <a:gridCol w="665824">
                  <a:extLst>
                    <a:ext uri="{9D8B030D-6E8A-4147-A177-3AD203B41FA5}">
                      <a16:colId xmlns:a16="http://schemas.microsoft.com/office/drawing/2014/main" val="1473047371"/>
                    </a:ext>
                  </a:extLst>
                </a:gridCol>
                <a:gridCol w="665824">
                  <a:extLst>
                    <a:ext uri="{9D8B030D-6E8A-4147-A177-3AD203B41FA5}">
                      <a16:colId xmlns:a16="http://schemas.microsoft.com/office/drawing/2014/main" val="1834486286"/>
                    </a:ext>
                  </a:extLst>
                </a:gridCol>
                <a:gridCol w="665824">
                  <a:extLst>
                    <a:ext uri="{9D8B030D-6E8A-4147-A177-3AD203B41FA5}">
                      <a16:colId xmlns:a16="http://schemas.microsoft.com/office/drawing/2014/main" val="1781488676"/>
                    </a:ext>
                  </a:extLst>
                </a:gridCol>
                <a:gridCol w="665824">
                  <a:extLst>
                    <a:ext uri="{9D8B030D-6E8A-4147-A177-3AD203B41FA5}">
                      <a16:colId xmlns:a16="http://schemas.microsoft.com/office/drawing/2014/main" val="530863045"/>
                    </a:ext>
                  </a:extLst>
                </a:gridCol>
              </a:tblGrid>
              <a:tr h="434376">
                <a:tc>
                  <a:txBody>
                    <a:bodyPr/>
                    <a:lstStyle/>
                    <a:p>
                      <a:pPr algn="r" rtl="1" fontAlgn="b"/>
                      <a:r>
                        <a:rPr lang="ar-LY" sz="1200" u="none" strike="noStrike" dirty="0">
                          <a:solidFill>
                            <a:schemeClr val="bg1"/>
                          </a:solidFill>
                          <a:effectLst/>
                          <a:cs typeface="+mj-cs"/>
                        </a:rPr>
                        <a:t>الهدف الرئيسي</a:t>
                      </a:r>
                      <a:endParaRPr lang="ar-LY" sz="1200" b="0" i="0" u="none" strike="noStrike" dirty="0">
                        <a:solidFill>
                          <a:schemeClr val="bg1"/>
                        </a:solidFill>
                        <a:effectLst/>
                        <a:latin typeface="Calibri" panose="020F0502020204030204" pitchFamily="34" charset="0"/>
                        <a:cs typeface="+mj-cs"/>
                      </a:endParaRPr>
                    </a:p>
                  </a:txBody>
                  <a:tcPr marL="5416" marR="5416" marT="5416" marB="0" anchor="b">
                    <a:solidFill>
                      <a:schemeClr val="tx2"/>
                    </a:solidFill>
                  </a:tcPr>
                </a:tc>
                <a:tc rowSpan="2">
                  <a:txBody>
                    <a:bodyPr/>
                    <a:lstStyle/>
                    <a:p>
                      <a:pPr algn="r" rtl="1" fontAlgn="b"/>
                      <a:r>
                        <a:rPr lang="ar-LY" sz="1200" u="none" strike="noStrike" dirty="0">
                          <a:solidFill>
                            <a:schemeClr val="bg1"/>
                          </a:solidFill>
                          <a:effectLst/>
                          <a:cs typeface="+mj-cs"/>
                        </a:rPr>
                        <a:t>الحصة السوقية</a:t>
                      </a:r>
                    </a:p>
                  </a:txBody>
                  <a:tcPr marL="5416" marR="5416" marT="5416" marB="0" anchor="b">
                    <a:solidFill>
                      <a:schemeClr val="tx2"/>
                    </a:solidFill>
                  </a:tcPr>
                </a:tc>
                <a:tc gridSpan="3">
                  <a:txBody>
                    <a:bodyPr/>
                    <a:lstStyle/>
                    <a:p>
                      <a:pPr algn="ctr" rtl="1" fontAlgn="b"/>
                      <a:r>
                        <a:rPr lang="ar-LY" sz="1200" u="none" strike="noStrike">
                          <a:solidFill>
                            <a:schemeClr val="bg1"/>
                          </a:solidFill>
                          <a:effectLst/>
                          <a:cs typeface="+mj-cs"/>
                        </a:rPr>
                        <a:t>الإيرادات</a:t>
                      </a:r>
                      <a:endParaRPr lang="ar-LY" sz="1200" u="none" strike="noStrike" dirty="0">
                        <a:solidFill>
                          <a:schemeClr val="bg1"/>
                        </a:solidFill>
                        <a:effectLst/>
                        <a:cs typeface="+mj-cs"/>
                      </a:endParaRPr>
                    </a:p>
                  </a:txBody>
                  <a:tcPr marL="5416" marR="5416" marT="5416" marB="0" anchor="b">
                    <a:solidFill>
                      <a:schemeClr val="tx2"/>
                    </a:solidFill>
                  </a:tcPr>
                </a:tc>
                <a:tc hMerge="1">
                  <a:txBody>
                    <a:bodyPr/>
                    <a:lstStyle/>
                    <a:p>
                      <a:pPr algn="l" rtl="0" fontAlgn="b"/>
                      <a:r>
                        <a:rPr lang="en-US" sz="1400" u="none" strike="noStrike" dirty="0">
                          <a:effectLst/>
                        </a:rPr>
                        <a:t> </a:t>
                      </a:r>
                      <a:endParaRPr lang="en-US" sz="1400" b="0" i="0" u="none" strike="noStrike" dirty="0">
                        <a:solidFill>
                          <a:srgbClr val="000000"/>
                        </a:solidFill>
                        <a:effectLst/>
                        <a:latin typeface="Calibri" panose="020F0502020204030204" pitchFamily="34" charset="0"/>
                      </a:endParaRPr>
                    </a:p>
                  </a:txBody>
                  <a:tcPr marL="5416" marR="5416" marT="5416" marB="0" anchor="b"/>
                </a:tc>
                <a:tc hMerge="1">
                  <a:txBody>
                    <a:bodyPr/>
                    <a:lstStyle/>
                    <a:p>
                      <a:pPr algn="l" rtl="0" fontAlgn="b"/>
                      <a:r>
                        <a:rPr lang="en-US" sz="1400" u="none" strike="noStrike" dirty="0">
                          <a:effectLst/>
                        </a:rPr>
                        <a:t> </a:t>
                      </a:r>
                      <a:endParaRPr lang="en-US" sz="1400" b="0" i="0" u="none" strike="noStrike" dirty="0">
                        <a:solidFill>
                          <a:srgbClr val="000000"/>
                        </a:solidFill>
                        <a:effectLst/>
                        <a:latin typeface="Calibri" panose="020F0502020204030204" pitchFamily="34" charset="0"/>
                      </a:endParaRPr>
                    </a:p>
                  </a:txBody>
                  <a:tcPr marL="5416" marR="5416" marT="5416" marB="0" anchor="b"/>
                </a:tc>
                <a:tc gridSpan="2">
                  <a:txBody>
                    <a:bodyPr/>
                    <a:lstStyle/>
                    <a:p>
                      <a:pPr algn="r" rtl="1" fontAlgn="b"/>
                      <a:r>
                        <a:rPr lang="ar-LY" sz="1200" u="none" strike="noStrike" dirty="0">
                          <a:solidFill>
                            <a:schemeClr val="bg1"/>
                          </a:solidFill>
                          <a:effectLst/>
                          <a:cs typeface="+mj-cs"/>
                        </a:rPr>
                        <a:t>معدل الاستهلاك</a:t>
                      </a:r>
                    </a:p>
                  </a:txBody>
                  <a:tcPr marL="5416" marR="5416" marT="5416" marB="0" anchor="b">
                    <a:solidFill>
                      <a:schemeClr val="tx2"/>
                    </a:solidFill>
                  </a:tcPr>
                </a:tc>
                <a:tc hMerge="1">
                  <a:txBody>
                    <a:bodyPr/>
                    <a:lstStyle/>
                    <a:p>
                      <a:pPr algn="l" rtl="0" fontAlgn="b"/>
                      <a:r>
                        <a:rPr lang="en-US" sz="1400" u="none" strike="noStrike" dirty="0">
                          <a:effectLst/>
                        </a:rPr>
                        <a:t> </a:t>
                      </a:r>
                      <a:endParaRPr lang="en-US" sz="1400" b="0" i="0" u="none" strike="noStrike" dirty="0">
                        <a:solidFill>
                          <a:srgbClr val="000000"/>
                        </a:solidFill>
                        <a:effectLst/>
                        <a:latin typeface="Calibri" panose="020F0502020204030204" pitchFamily="34" charset="0"/>
                      </a:endParaRPr>
                    </a:p>
                  </a:txBody>
                  <a:tcPr marL="5416" marR="5416" marT="5416" marB="0" anchor="b"/>
                </a:tc>
                <a:tc gridSpan="2">
                  <a:txBody>
                    <a:bodyPr/>
                    <a:lstStyle/>
                    <a:p>
                      <a:pPr algn="r" rtl="1" fontAlgn="b"/>
                      <a:r>
                        <a:rPr lang="ar-LY" sz="1200" u="none" strike="noStrike" dirty="0">
                          <a:solidFill>
                            <a:schemeClr val="bg1"/>
                          </a:solidFill>
                          <a:effectLst/>
                          <a:cs typeface="+mj-cs"/>
                        </a:rPr>
                        <a:t>عدد المشتركين الفعلي</a:t>
                      </a:r>
                    </a:p>
                  </a:txBody>
                  <a:tcPr marL="5416" marR="5416" marT="5416" marB="0" anchor="b">
                    <a:solidFill>
                      <a:schemeClr val="tx2"/>
                    </a:solidFill>
                  </a:tcPr>
                </a:tc>
                <a:tc hMerge="1">
                  <a:txBody>
                    <a:bodyPr/>
                    <a:lstStyle/>
                    <a:p>
                      <a:pPr algn="l" rtl="0" fontAlgn="b"/>
                      <a:r>
                        <a:rPr lang="en-US" sz="1400" u="none" strike="noStrike" dirty="0">
                          <a:effectLst/>
                        </a:rPr>
                        <a:t> </a:t>
                      </a:r>
                      <a:endParaRPr lang="en-US" sz="1400" b="0" i="0" u="none" strike="noStrike" dirty="0">
                        <a:solidFill>
                          <a:srgbClr val="000000"/>
                        </a:solidFill>
                        <a:effectLst/>
                        <a:latin typeface="Calibri" panose="020F0502020204030204" pitchFamily="34" charset="0"/>
                      </a:endParaRPr>
                    </a:p>
                  </a:txBody>
                  <a:tcPr marL="5416" marR="5416" marT="5416" marB="0" anchor="b"/>
                </a:tc>
                <a:tc rowSpan="2">
                  <a:txBody>
                    <a:bodyPr/>
                    <a:lstStyle/>
                    <a:p>
                      <a:pPr algn="r" rtl="1" fontAlgn="b"/>
                      <a:r>
                        <a:rPr lang="ar-LY" sz="1200" u="none" strike="noStrike" dirty="0">
                          <a:solidFill>
                            <a:schemeClr val="bg1"/>
                          </a:solidFill>
                          <a:effectLst/>
                          <a:cs typeface="+mj-cs"/>
                        </a:rPr>
                        <a:t>نسبة مشتركي الانترنت</a:t>
                      </a:r>
                    </a:p>
                  </a:txBody>
                  <a:tcPr marL="5416" marR="5416" marT="5416" marB="0" anchor="b">
                    <a:solidFill>
                      <a:schemeClr val="tx2"/>
                    </a:solidFill>
                  </a:tcPr>
                </a:tc>
                <a:tc gridSpan="4">
                  <a:txBody>
                    <a:bodyPr/>
                    <a:lstStyle/>
                    <a:p>
                      <a:pPr algn="ctr" rtl="1" fontAlgn="b"/>
                      <a:r>
                        <a:rPr lang="ar-LY" sz="1200" u="none" strike="noStrike" dirty="0">
                          <a:solidFill>
                            <a:schemeClr val="bg1"/>
                          </a:solidFill>
                          <a:effectLst/>
                          <a:cs typeface="+mj-cs"/>
                        </a:rPr>
                        <a:t>رضا المشتركين</a:t>
                      </a:r>
                    </a:p>
                  </a:txBody>
                  <a:tcPr marL="5416" marR="5416" marT="5416" marB="0" anchor="b">
                    <a:solidFill>
                      <a:schemeClr val="tx2"/>
                    </a:solidFill>
                  </a:tcPr>
                </a:tc>
                <a:tc hMerge="1">
                  <a:txBody>
                    <a:bodyPr/>
                    <a:lstStyle/>
                    <a:p>
                      <a:pPr algn="l" rtl="0" fontAlgn="b"/>
                      <a:r>
                        <a:rPr lang="en-US" sz="1400" u="none" strike="noStrike" dirty="0">
                          <a:effectLst/>
                        </a:rPr>
                        <a:t> </a:t>
                      </a:r>
                      <a:endParaRPr lang="en-US" sz="1400" b="0" i="0" u="none" strike="noStrike" dirty="0">
                        <a:solidFill>
                          <a:srgbClr val="000000"/>
                        </a:solidFill>
                        <a:effectLst/>
                        <a:latin typeface="Calibri" panose="020F0502020204030204" pitchFamily="34" charset="0"/>
                      </a:endParaRPr>
                    </a:p>
                  </a:txBody>
                  <a:tcPr marL="5416" marR="5416" marT="5416" marB="0" anchor="b"/>
                </a:tc>
                <a:tc hMerge="1">
                  <a:txBody>
                    <a:bodyPr/>
                    <a:lstStyle/>
                    <a:p>
                      <a:pPr algn="l" rtl="0" fontAlgn="b"/>
                      <a:r>
                        <a:rPr lang="en-US" sz="1400" u="none" strike="noStrike" dirty="0">
                          <a:effectLst/>
                        </a:rPr>
                        <a:t> </a:t>
                      </a:r>
                      <a:endParaRPr lang="en-US" sz="1400" b="0" i="0" u="none" strike="noStrike" dirty="0">
                        <a:solidFill>
                          <a:srgbClr val="000000"/>
                        </a:solidFill>
                        <a:effectLst/>
                        <a:latin typeface="Calibri" panose="020F0502020204030204" pitchFamily="34" charset="0"/>
                      </a:endParaRPr>
                    </a:p>
                  </a:txBody>
                  <a:tcPr marL="5416" marR="5416" marT="5416" marB="0" anchor="b"/>
                </a:tc>
                <a:tc hMerge="1">
                  <a:txBody>
                    <a:bodyPr/>
                    <a:lstStyle/>
                    <a:p>
                      <a:pPr algn="l" rtl="0" fontAlgn="b"/>
                      <a:r>
                        <a:rPr lang="en-US" sz="1400" u="none" strike="noStrike" dirty="0">
                          <a:effectLst/>
                        </a:rPr>
                        <a:t> </a:t>
                      </a:r>
                      <a:endParaRPr lang="en-US" sz="1400" b="0" i="0" u="none" strike="noStrike" dirty="0">
                        <a:solidFill>
                          <a:srgbClr val="000000"/>
                        </a:solidFill>
                        <a:effectLst/>
                        <a:latin typeface="Calibri" panose="020F0502020204030204" pitchFamily="34" charset="0"/>
                      </a:endParaRPr>
                    </a:p>
                  </a:txBody>
                  <a:tcPr marL="5416" marR="5416" marT="5416" marB="0" anchor="b"/>
                </a:tc>
                <a:extLst>
                  <a:ext uri="{0D108BD9-81ED-4DB2-BD59-A6C34878D82A}">
                    <a16:rowId xmlns:a16="http://schemas.microsoft.com/office/drawing/2014/main" val="3530015166"/>
                  </a:ext>
                </a:extLst>
              </a:tr>
              <a:tr h="434376">
                <a:tc>
                  <a:txBody>
                    <a:bodyPr/>
                    <a:lstStyle/>
                    <a:p>
                      <a:pPr algn="r" rtl="1" fontAlgn="b"/>
                      <a:r>
                        <a:rPr lang="ar-LY" sz="1400" u="none" strike="noStrike" dirty="0">
                          <a:solidFill>
                            <a:schemeClr val="bg1"/>
                          </a:solidFill>
                          <a:effectLst/>
                        </a:rPr>
                        <a:t>الهدف الفرعي</a:t>
                      </a:r>
                      <a:endParaRPr lang="ar-LY" sz="1400" b="0" i="0" u="none" strike="noStrike" dirty="0">
                        <a:solidFill>
                          <a:schemeClr val="bg1"/>
                        </a:solidFill>
                        <a:effectLst/>
                        <a:latin typeface="Calibri" panose="020F0502020204030204" pitchFamily="34" charset="0"/>
                      </a:endParaRPr>
                    </a:p>
                  </a:txBody>
                  <a:tcPr marL="5416" marR="5416" marT="5416" marB="0" anchor="b">
                    <a:solidFill>
                      <a:schemeClr val="accent1">
                        <a:lumMod val="75000"/>
                      </a:schemeClr>
                    </a:solidFill>
                  </a:tcPr>
                </a:tc>
                <a:tc vMerge="1">
                  <a:txBody>
                    <a:bodyPr/>
                    <a:lstStyle/>
                    <a:p>
                      <a:pPr algn="l" rtl="0" fontAlgn="b"/>
                      <a:r>
                        <a:rPr lang="en-US" sz="1400" u="none" strike="noStrike" dirty="0">
                          <a:solidFill>
                            <a:schemeClr val="bg1"/>
                          </a:solidFill>
                          <a:effectLst/>
                        </a:rPr>
                        <a:t> </a:t>
                      </a:r>
                      <a:endParaRPr lang="en-US" sz="1400" b="0" i="0" u="none" strike="noStrike" dirty="0">
                        <a:solidFill>
                          <a:schemeClr val="bg1"/>
                        </a:solidFill>
                        <a:effectLst/>
                        <a:latin typeface="Calibri" panose="020F0502020204030204" pitchFamily="34" charset="0"/>
                      </a:endParaRPr>
                    </a:p>
                  </a:txBody>
                  <a:tcPr marL="5416" marR="5416" marT="5416" marB="0" anchor="b">
                    <a:solidFill>
                      <a:schemeClr val="tx1">
                        <a:lumMod val="75000"/>
                        <a:lumOff val="25000"/>
                      </a:schemeClr>
                    </a:solidFill>
                  </a:tcPr>
                </a:tc>
                <a:tc>
                  <a:txBody>
                    <a:bodyPr/>
                    <a:lstStyle/>
                    <a:p>
                      <a:pPr algn="r" rtl="1" fontAlgn="b"/>
                      <a:r>
                        <a:rPr lang="ar-LY" sz="1400" u="none" strike="noStrike">
                          <a:solidFill>
                            <a:schemeClr val="bg1"/>
                          </a:solidFill>
                          <a:effectLst/>
                        </a:rPr>
                        <a:t>ايرادات الافراد</a:t>
                      </a:r>
                      <a:endParaRPr lang="ar-LY" sz="1400" b="0" i="0" u="none" strike="noStrike" dirty="0">
                        <a:solidFill>
                          <a:schemeClr val="bg1"/>
                        </a:solidFill>
                        <a:effectLst/>
                        <a:latin typeface="Calibri" panose="020F0502020204030204" pitchFamily="34" charset="0"/>
                      </a:endParaRPr>
                    </a:p>
                  </a:txBody>
                  <a:tcPr marL="5416" marR="5416" marT="5416" marB="0" anchor="b">
                    <a:solidFill>
                      <a:schemeClr val="accent1">
                        <a:lumMod val="75000"/>
                      </a:schemeClr>
                    </a:solidFill>
                  </a:tcPr>
                </a:tc>
                <a:tc>
                  <a:txBody>
                    <a:bodyPr/>
                    <a:lstStyle/>
                    <a:p>
                      <a:pPr algn="r" rtl="1" fontAlgn="b"/>
                      <a:r>
                        <a:rPr lang="ar-LY" sz="1400" u="none" strike="noStrike" dirty="0">
                          <a:solidFill>
                            <a:schemeClr val="bg1"/>
                          </a:solidFill>
                          <a:effectLst/>
                        </a:rPr>
                        <a:t>إيرادات المؤسسات</a:t>
                      </a:r>
                      <a:endParaRPr lang="ar-LY" sz="1400" b="0" i="0" u="none" strike="noStrike" dirty="0">
                        <a:solidFill>
                          <a:schemeClr val="bg1"/>
                        </a:solidFill>
                        <a:effectLst/>
                        <a:latin typeface="Calibri" panose="020F0502020204030204" pitchFamily="34" charset="0"/>
                      </a:endParaRPr>
                    </a:p>
                  </a:txBody>
                  <a:tcPr marL="5416" marR="5416" marT="5416" marB="0" anchor="b">
                    <a:solidFill>
                      <a:schemeClr val="accent1">
                        <a:lumMod val="75000"/>
                      </a:schemeClr>
                    </a:solidFill>
                  </a:tcPr>
                </a:tc>
                <a:tc>
                  <a:txBody>
                    <a:bodyPr/>
                    <a:lstStyle/>
                    <a:p>
                      <a:pPr algn="r" rtl="1" fontAlgn="b"/>
                      <a:r>
                        <a:rPr lang="ar-LY" sz="1400" u="none" strike="noStrike" dirty="0">
                          <a:solidFill>
                            <a:schemeClr val="bg1"/>
                          </a:solidFill>
                          <a:effectLst/>
                        </a:rPr>
                        <a:t>إيرادات الأخرى</a:t>
                      </a:r>
                      <a:endParaRPr lang="ar-LY" sz="1400" b="0" i="0" u="none" strike="noStrike" dirty="0">
                        <a:solidFill>
                          <a:schemeClr val="bg1"/>
                        </a:solidFill>
                        <a:effectLst/>
                        <a:latin typeface="Calibri" panose="020F0502020204030204" pitchFamily="34" charset="0"/>
                      </a:endParaRPr>
                    </a:p>
                  </a:txBody>
                  <a:tcPr marL="5416" marR="5416" marT="5416" marB="0" anchor="b">
                    <a:solidFill>
                      <a:schemeClr val="accent1">
                        <a:lumMod val="75000"/>
                      </a:schemeClr>
                    </a:solidFill>
                  </a:tcPr>
                </a:tc>
                <a:tc>
                  <a:txBody>
                    <a:bodyPr/>
                    <a:lstStyle/>
                    <a:p>
                      <a:pPr algn="r" rtl="1" fontAlgn="b"/>
                      <a:r>
                        <a:rPr lang="ar-LY" sz="1400" u="none" strike="noStrike" dirty="0">
                          <a:solidFill>
                            <a:schemeClr val="bg1"/>
                          </a:solidFill>
                          <a:effectLst/>
                        </a:rPr>
                        <a:t>معدل الاستهلاك العام</a:t>
                      </a:r>
                      <a:endParaRPr lang="ar-LY" sz="1400" b="0" i="0" u="none" strike="noStrike" dirty="0">
                        <a:solidFill>
                          <a:schemeClr val="bg1"/>
                        </a:solidFill>
                        <a:effectLst/>
                        <a:latin typeface="Calibri" panose="020F0502020204030204" pitchFamily="34" charset="0"/>
                      </a:endParaRPr>
                    </a:p>
                  </a:txBody>
                  <a:tcPr marL="5416" marR="5416" marT="5416" marB="0" anchor="b">
                    <a:solidFill>
                      <a:schemeClr val="accent1">
                        <a:lumMod val="75000"/>
                      </a:schemeClr>
                    </a:solidFill>
                  </a:tcPr>
                </a:tc>
                <a:tc>
                  <a:txBody>
                    <a:bodyPr/>
                    <a:lstStyle/>
                    <a:p>
                      <a:pPr algn="r" rtl="1" fontAlgn="b"/>
                      <a:r>
                        <a:rPr lang="ar-LY" sz="1400" u="none" strike="noStrike" dirty="0">
                          <a:solidFill>
                            <a:schemeClr val="bg1"/>
                          </a:solidFill>
                          <a:effectLst/>
                        </a:rPr>
                        <a:t>معدل استهلاك الانترنت</a:t>
                      </a:r>
                      <a:endParaRPr lang="ar-LY" sz="1400" b="0" i="0" u="none" strike="noStrike" dirty="0">
                        <a:solidFill>
                          <a:schemeClr val="bg1"/>
                        </a:solidFill>
                        <a:effectLst/>
                        <a:latin typeface="Calibri" panose="020F0502020204030204" pitchFamily="34" charset="0"/>
                      </a:endParaRPr>
                    </a:p>
                  </a:txBody>
                  <a:tcPr marL="5416" marR="5416" marT="5416" marB="0" anchor="b">
                    <a:solidFill>
                      <a:schemeClr val="accent1">
                        <a:lumMod val="75000"/>
                      </a:schemeClr>
                    </a:solidFill>
                  </a:tcPr>
                </a:tc>
                <a:tc>
                  <a:txBody>
                    <a:bodyPr/>
                    <a:lstStyle/>
                    <a:p>
                      <a:pPr algn="r" rtl="1" fontAlgn="b"/>
                      <a:r>
                        <a:rPr lang="ar-LY" sz="1400" u="none" strike="noStrike" dirty="0">
                          <a:solidFill>
                            <a:schemeClr val="bg1"/>
                          </a:solidFill>
                          <a:effectLst/>
                        </a:rPr>
                        <a:t>عدد المشتركين</a:t>
                      </a:r>
                      <a:endParaRPr lang="ar-LY" sz="1400" b="0" i="0" u="none" strike="noStrike" dirty="0">
                        <a:solidFill>
                          <a:schemeClr val="bg1"/>
                        </a:solidFill>
                        <a:effectLst/>
                        <a:latin typeface="Calibri" panose="020F0502020204030204" pitchFamily="34" charset="0"/>
                      </a:endParaRPr>
                    </a:p>
                  </a:txBody>
                  <a:tcPr marL="5416" marR="5416" marT="5416" marB="0" anchor="b">
                    <a:solidFill>
                      <a:schemeClr val="accent1">
                        <a:lumMod val="75000"/>
                      </a:schemeClr>
                    </a:solidFill>
                  </a:tcPr>
                </a:tc>
                <a:tc>
                  <a:txBody>
                    <a:bodyPr/>
                    <a:lstStyle/>
                    <a:p>
                      <a:pPr algn="r" rtl="1" fontAlgn="b"/>
                      <a:r>
                        <a:rPr lang="ar-LY" sz="1400" u="none" strike="noStrike" dirty="0">
                          <a:solidFill>
                            <a:schemeClr val="bg1"/>
                          </a:solidFill>
                          <a:effectLst/>
                        </a:rPr>
                        <a:t>معدل النزوح</a:t>
                      </a:r>
                      <a:endParaRPr lang="ar-LY" sz="1400" b="0" i="0" u="none" strike="noStrike" dirty="0">
                        <a:solidFill>
                          <a:schemeClr val="bg1"/>
                        </a:solidFill>
                        <a:effectLst/>
                        <a:latin typeface="Calibri" panose="020F0502020204030204" pitchFamily="34" charset="0"/>
                      </a:endParaRPr>
                    </a:p>
                  </a:txBody>
                  <a:tcPr marL="5416" marR="5416" marT="5416" marB="0" anchor="b">
                    <a:solidFill>
                      <a:schemeClr val="accent1">
                        <a:lumMod val="75000"/>
                      </a:schemeClr>
                    </a:solidFill>
                  </a:tcPr>
                </a:tc>
                <a:tc vMerge="1">
                  <a:txBody>
                    <a:bodyPr/>
                    <a:lstStyle/>
                    <a:p>
                      <a:pPr algn="l" rtl="0" fontAlgn="b"/>
                      <a:r>
                        <a:rPr lang="en-US" sz="1400" u="none" strike="noStrike" dirty="0">
                          <a:solidFill>
                            <a:schemeClr val="bg1"/>
                          </a:solidFill>
                          <a:effectLst/>
                        </a:rPr>
                        <a:t> </a:t>
                      </a:r>
                      <a:endParaRPr lang="en-US" sz="1400" b="0" i="0" u="none" strike="noStrike" dirty="0">
                        <a:solidFill>
                          <a:schemeClr val="bg1"/>
                        </a:solidFill>
                        <a:effectLst/>
                        <a:latin typeface="Calibri" panose="020F0502020204030204" pitchFamily="34" charset="0"/>
                      </a:endParaRPr>
                    </a:p>
                  </a:txBody>
                  <a:tcPr marL="5416" marR="5416" marT="5416" marB="0" anchor="b">
                    <a:solidFill>
                      <a:schemeClr val="tx1">
                        <a:lumMod val="75000"/>
                        <a:lumOff val="25000"/>
                      </a:schemeClr>
                    </a:solidFill>
                  </a:tcPr>
                </a:tc>
                <a:tc>
                  <a:txBody>
                    <a:bodyPr/>
                    <a:lstStyle/>
                    <a:p>
                      <a:pPr algn="l" rtl="0" fontAlgn="b"/>
                      <a:r>
                        <a:rPr lang="en-US" sz="1400" u="none" strike="noStrike" dirty="0">
                          <a:solidFill>
                            <a:schemeClr val="bg1"/>
                          </a:solidFill>
                          <a:effectLst/>
                        </a:rPr>
                        <a:t> NPS</a:t>
                      </a:r>
                      <a:endParaRPr lang="en-US" sz="1400" b="0" i="0" u="none" strike="noStrike" dirty="0">
                        <a:solidFill>
                          <a:schemeClr val="bg1"/>
                        </a:solidFill>
                        <a:effectLst/>
                        <a:latin typeface="Calibri" panose="020F0502020204030204" pitchFamily="34" charset="0"/>
                      </a:endParaRPr>
                    </a:p>
                  </a:txBody>
                  <a:tcPr marL="5416" marR="5416" marT="5416" marB="0" anchor="b">
                    <a:solidFill>
                      <a:schemeClr val="accent1">
                        <a:lumMod val="75000"/>
                      </a:schemeClr>
                    </a:solidFill>
                  </a:tcPr>
                </a:tc>
                <a:tc>
                  <a:txBody>
                    <a:bodyPr/>
                    <a:lstStyle/>
                    <a:p>
                      <a:pPr algn="r" rtl="1" fontAlgn="b"/>
                      <a:r>
                        <a:rPr lang="ar-LY" sz="1400" u="none" strike="noStrike" dirty="0">
                          <a:solidFill>
                            <a:schemeClr val="bg1"/>
                          </a:solidFill>
                          <a:effectLst/>
                        </a:rPr>
                        <a:t>معدل الاستجابة</a:t>
                      </a:r>
                      <a:endParaRPr lang="ar-LY" sz="1400" b="0" i="0" u="none" strike="noStrike" dirty="0">
                        <a:solidFill>
                          <a:schemeClr val="bg1"/>
                        </a:solidFill>
                        <a:effectLst/>
                        <a:latin typeface="Calibri" panose="020F0502020204030204" pitchFamily="34" charset="0"/>
                      </a:endParaRPr>
                    </a:p>
                  </a:txBody>
                  <a:tcPr marL="5416" marR="5416" marT="5416" marB="0" anchor="b">
                    <a:solidFill>
                      <a:schemeClr val="accent1">
                        <a:lumMod val="75000"/>
                      </a:schemeClr>
                    </a:solidFill>
                  </a:tcPr>
                </a:tc>
                <a:tc>
                  <a:txBody>
                    <a:bodyPr/>
                    <a:lstStyle/>
                    <a:p>
                      <a:pPr algn="ctr" rtl="1" fontAlgn="b"/>
                      <a:r>
                        <a:rPr lang="ar-LY" sz="1400" u="none" strike="noStrike" dirty="0">
                          <a:solidFill>
                            <a:schemeClr val="bg1"/>
                          </a:solidFill>
                          <a:effectLst/>
                        </a:rPr>
                        <a:t>ا</a:t>
                      </a:r>
                      <a:r>
                        <a:rPr lang="en-US" sz="1400" u="none" strike="noStrike" dirty="0">
                          <a:solidFill>
                            <a:schemeClr val="bg1"/>
                          </a:solidFill>
                          <a:effectLst/>
                        </a:rPr>
                        <a:t>HC</a:t>
                      </a:r>
                      <a:endParaRPr lang="ar-LY" sz="1400" b="0" i="0" u="none" strike="noStrike" dirty="0">
                        <a:solidFill>
                          <a:schemeClr val="bg1"/>
                        </a:solidFill>
                        <a:effectLst/>
                        <a:latin typeface="Calibri" panose="020F0502020204030204" pitchFamily="34" charset="0"/>
                      </a:endParaRPr>
                    </a:p>
                  </a:txBody>
                  <a:tcPr marL="5416" marR="5416" marT="5416" marB="0" anchor="b">
                    <a:solidFill>
                      <a:schemeClr val="accent1">
                        <a:lumMod val="75000"/>
                      </a:schemeClr>
                    </a:solidFill>
                  </a:tcPr>
                </a:tc>
                <a:tc>
                  <a:txBody>
                    <a:bodyPr/>
                    <a:lstStyle/>
                    <a:p>
                      <a:pPr algn="ctr" rtl="1" fontAlgn="b"/>
                      <a:r>
                        <a:rPr lang="ar-LY" sz="1400" u="none" strike="noStrike" dirty="0">
                          <a:solidFill>
                            <a:schemeClr val="bg1"/>
                          </a:solidFill>
                          <a:effectLst/>
                        </a:rPr>
                        <a:t>الوصول (مباشر +رقمي)</a:t>
                      </a:r>
                      <a:endParaRPr lang="ar-LY" sz="1400" b="0" i="0" u="none" strike="noStrike" dirty="0">
                        <a:solidFill>
                          <a:schemeClr val="bg1"/>
                        </a:solidFill>
                        <a:effectLst/>
                        <a:latin typeface="Calibri" panose="020F0502020204030204" pitchFamily="34" charset="0"/>
                      </a:endParaRPr>
                    </a:p>
                  </a:txBody>
                  <a:tcPr marL="5416" marR="5416" marT="5416" marB="0" anchor="b">
                    <a:solidFill>
                      <a:schemeClr val="accent1">
                        <a:lumMod val="75000"/>
                      </a:schemeClr>
                    </a:solidFill>
                  </a:tcPr>
                </a:tc>
                <a:extLst>
                  <a:ext uri="{0D108BD9-81ED-4DB2-BD59-A6C34878D82A}">
                    <a16:rowId xmlns:a16="http://schemas.microsoft.com/office/drawing/2014/main" val="156333185"/>
                  </a:ext>
                </a:extLst>
              </a:tr>
              <a:tr h="157068">
                <a:tc>
                  <a:txBody>
                    <a:bodyPr/>
                    <a:lstStyle/>
                    <a:p>
                      <a:pPr algn="l" rtl="0" fontAlgn="b"/>
                      <a:r>
                        <a:rPr lang="en-US" sz="1400" u="none" strike="noStrike">
                          <a:solidFill>
                            <a:schemeClr val="bg1"/>
                          </a:solidFill>
                          <a:effectLst/>
                        </a:rPr>
                        <a:t> </a:t>
                      </a:r>
                      <a:endParaRPr lang="en-US" sz="1400" b="0" i="0" u="none" strike="noStrike">
                        <a:solidFill>
                          <a:schemeClr val="bg1"/>
                        </a:solidFill>
                        <a:effectLst/>
                        <a:latin typeface="Calibri" panose="020F0502020204030204" pitchFamily="34" charset="0"/>
                      </a:endParaRPr>
                    </a:p>
                  </a:txBody>
                  <a:tcPr marL="5416" marR="5416" marT="5416" marB="0" anchor="b">
                    <a:solidFill>
                      <a:schemeClr val="tx1">
                        <a:lumMod val="75000"/>
                        <a:lumOff val="25000"/>
                      </a:schemeClr>
                    </a:solidFill>
                  </a:tcPr>
                </a:tc>
                <a:tc>
                  <a:txBody>
                    <a:bodyPr/>
                    <a:lstStyle/>
                    <a:p>
                      <a:pPr algn="r" rtl="0" fontAlgn="b"/>
                      <a:r>
                        <a:rPr lang="en-US" sz="1400" u="none" strike="noStrike">
                          <a:solidFill>
                            <a:schemeClr val="bg1"/>
                          </a:solidFill>
                          <a:effectLst/>
                        </a:rPr>
                        <a:t>57%</a:t>
                      </a:r>
                      <a:endParaRPr lang="en-US" sz="1400" b="0" i="0" u="none" strike="noStrike" dirty="0">
                        <a:solidFill>
                          <a:schemeClr val="bg1"/>
                        </a:solidFill>
                        <a:effectLst/>
                        <a:latin typeface="Calibri" panose="020F0502020204030204" pitchFamily="34" charset="0"/>
                      </a:endParaRPr>
                    </a:p>
                  </a:txBody>
                  <a:tcPr marL="5416" marR="5416" marT="5416" marB="0" anchor="b">
                    <a:solidFill>
                      <a:schemeClr val="tx1">
                        <a:lumMod val="75000"/>
                        <a:lumOff val="25000"/>
                      </a:schemeClr>
                    </a:solidFill>
                  </a:tcPr>
                </a:tc>
                <a:tc>
                  <a:txBody>
                    <a:bodyPr/>
                    <a:lstStyle/>
                    <a:p>
                      <a:pPr algn="r" rtl="0" fontAlgn="b"/>
                      <a:r>
                        <a:rPr lang="en-US" sz="1400" u="none" strike="noStrike">
                          <a:solidFill>
                            <a:schemeClr val="bg1"/>
                          </a:solidFill>
                          <a:effectLst/>
                        </a:rPr>
                        <a:t>60%</a:t>
                      </a:r>
                      <a:endParaRPr lang="en-US" sz="1400" b="0" i="0" u="none" strike="noStrike">
                        <a:solidFill>
                          <a:schemeClr val="bg1"/>
                        </a:solidFill>
                        <a:effectLst/>
                        <a:latin typeface="Calibri" panose="020F0502020204030204" pitchFamily="34" charset="0"/>
                      </a:endParaRPr>
                    </a:p>
                  </a:txBody>
                  <a:tcPr marL="5416" marR="5416" marT="5416" marB="0" anchor="b">
                    <a:solidFill>
                      <a:schemeClr val="tx1">
                        <a:lumMod val="75000"/>
                        <a:lumOff val="25000"/>
                      </a:schemeClr>
                    </a:solidFill>
                  </a:tcPr>
                </a:tc>
                <a:tc>
                  <a:txBody>
                    <a:bodyPr/>
                    <a:lstStyle/>
                    <a:p>
                      <a:pPr algn="r" rtl="0" fontAlgn="b"/>
                      <a:r>
                        <a:rPr lang="en-US" sz="1400" u="none" strike="noStrike" dirty="0">
                          <a:solidFill>
                            <a:schemeClr val="bg1"/>
                          </a:solidFill>
                          <a:effectLst/>
                        </a:rPr>
                        <a:t>30%</a:t>
                      </a:r>
                      <a:endParaRPr lang="en-US" sz="1400" b="0" i="0" u="none" strike="noStrike" dirty="0">
                        <a:solidFill>
                          <a:schemeClr val="bg1"/>
                        </a:solidFill>
                        <a:effectLst/>
                        <a:latin typeface="Calibri" panose="020F0502020204030204" pitchFamily="34" charset="0"/>
                      </a:endParaRPr>
                    </a:p>
                  </a:txBody>
                  <a:tcPr marL="5416" marR="5416" marT="5416" marB="0" anchor="b">
                    <a:solidFill>
                      <a:schemeClr val="tx1">
                        <a:lumMod val="75000"/>
                        <a:lumOff val="25000"/>
                      </a:schemeClr>
                    </a:solidFill>
                  </a:tcPr>
                </a:tc>
                <a:tc>
                  <a:txBody>
                    <a:bodyPr/>
                    <a:lstStyle/>
                    <a:p>
                      <a:pPr algn="r" rtl="0" fontAlgn="b"/>
                      <a:r>
                        <a:rPr lang="en-US" sz="1400" u="none" strike="noStrike" dirty="0">
                          <a:solidFill>
                            <a:schemeClr val="bg1"/>
                          </a:solidFill>
                          <a:effectLst/>
                        </a:rPr>
                        <a:t>10%</a:t>
                      </a:r>
                      <a:endParaRPr lang="en-US" sz="1400" b="0" i="0" u="none" strike="noStrike" dirty="0">
                        <a:solidFill>
                          <a:schemeClr val="bg1"/>
                        </a:solidFill>
                        <a:effectLst/>
                        <a:latin typeface="Calibri" panose="020F0502020204030204" pitchFamily="34" charset="0"/>
                      </a:endParaRPr>
                    </a:p>
                  </a:txBody>
                  <a:tcPr marL="5416" marR="5416" marT="5416" marB="0" anchor="b">
                    <a:solidFill>
                      <a:schemeClr val="tx1">
                        <a:lumMod val="75000"/>
                        <a:lumOff val="25000"/>
                      </a:schemeClr>
                    </a:solidFill>
                  </a:tcPr>
                </a:tc>
                <a:tc>
                  <a:txBody>
                    <a:bodyPr/>
                    <a:lstStyle/>
                    <a:p>
                      <a:pPr algn="r" rtl="0" fontAlgn="b"/>
                      <a:r>
                        <a:rPr lang="en-US" sz="1400" u="none" strike="noStrike">
                          <a:solidFill>
                            <a:schemeClr val="bg1"/>
                          </a:solidFill>
                          <a:effectLst/>
                        </a:rPr>
                        <a:t>40%</a:t>
                      </a:r>
                      <a:endParaRPr lang="en-US" sz="1400" b="0" i="0" u="none" strike="noStrike">
                        <a:solidFill>
                          <a:schemeClr val="bg1"/>
                        </a:solidFill>
                        <a:effectLst/>
                        <a:latin typeface="Calibri" panose="020F0502020204030204" pitchFamily="34" charset="0"/>
                      </a:endParaRPr>
                    </a:p>
                  </a:txBody>
                  <a:tcPr marL="5416" marR="5416" marT="5416" marB="0" anchor="b">
                    <a:solidFill>
                      <a:schemeClr val="tx1">
                        <a:lumMod val="75000"/>
                        <a:lumOff val="25000"/>
                      </a:schemeClr>
                    </a:solidFill>
                  </a:tcPr>
                </a:tc>
                <a:tc>
                  <a:txBody>
                    <a:bodyPr/>
                    <a:lstStyle/>
                    <a:p>
                      <a:pPr algn="r" rtl="0" fontAlgn="b"/>
                      <a:r>
                        <a:rPr lang="en-US" sz="1400" u="none" strike="noStrike" dirty="0">
                          <a:solidFill>
                            <a:schemeClr val="bg1"/>
                          </a:solidFill>
                          <a:effectLst/>
                        </a:rPr>
                        <a:t>25%</a:t>
                      </a:r>
                      <a:endParaRPr lang="en-US" sz="1400" b="0" i="0" u="none" strike="noStrike" dirty="0">
                        <a:solidFill>
                          <a:schemeClr val="bg1"/>
                        </a:solidFill>
                        <a:effectLst/>
                        <a:latin typeface="Calibri" panose="020F0502020204030204" pitchFamily="34" charset="0"/>
                      </a:endParaRPr>
                    </a:p>
                  </a:txBody>
                  <a:tcPr marL="5416" marR="5416" marT="5416" marB="0" anchor="b">
                    <a:solidFill>
                      <a:schemeClr val="tx1">
                        <a:lumMod val="75000"/>
                        <a:lumOff val="25000"/>
                      </a:schemeClr>
                    </a:solidFill>
                  </a:tcPr>
                </a:tc>
                <a:tc>
                  <a:txBody>
                    <a:bodyPr/>
                    <a:lstStyle/>
                    <a:p>
                      <a:pPr algn="r" rtl="0" fontAlgn="b"/>
                      <a:r>
                        <a:rPr lang="en-US" sz="1400" u="none" strike="noStrike">
                          <a:solidFill>
                            <a:schemeClr val="bg1"/>
                          </a:solidFill>
                          <a:effectLst/>
                        </a:rPr>
                        <a:t>6.5%</a:t>
                      </a:r>
                      <a:endParaRPr lang="en-US" sz="1400" b="0" i="0" u="none" strike="noStrike">
                        <a:solidFill>
                          <a:schemeClr val="bg1"/>
                        </a:solidFill>
                        <a:effectLst/>
                        <a:latin typeface="Calibri" panose="020F0502020204030204" pitchFamily="34" charset="0"/>
                      </a:endParaRPr>
                    </a:p>
                  </a:txBody>
                  <a:tcPr marL="5416" marR="5416" marT="5416" marB="0" anchor="b">
                    <a:solidFill>
                      <a:schemeClr val="tx1">
                        <a:lumMod val="75000"/>
                        <a:lumOff val="25000"/>
                      </a:schemeClr>
                    </a:solidFill>
                  </a:tcPr>
                </a:tc>
                <a:tc>
                  <a:txBody>
                    <a:bodyPr/>
                    <a:lstStyle/>
                    <a:p>
                      <a:pPr algn="r" rtl="0" fontAlgn="b"/>
                      <a:r>
                        <a:rPr lang="en-US" sz="1400" u="none" strike="noStrike">
                          <a:solidFill>
                            <a:schemeClr val="bg1"/>
                          </a:solidFill>
                          <a:effectLst/>
                        </a:rPr>
                        <a:t>5%</a:t>
                      </a:r>
                      <a:endParaRPr lang="en-US" sz="1400" b="0" i="0" u="none" strike="noStrike">
                        <a:solidFill>
                          <a:schemeClr val="bg1"/>
                        </a:solidFill>
                        <a:effectLst/>
                        <a:latin typeface="Calibri" panose="020F0502020204030204" pitchFamily="34" charset="0"/>
                      </a:endParaRPr>
                    </a:p>
                  </a:txBody>
                  <a:tcPr marL="5416" marR="5416" marT="5416" marB="0" anchor="b">
                    <a:solidFill>
                      <a:schemeClr val="tx1">
                        <a:lumMod val="75000"/>
                        <a:lumOff val="25000"/>
                      </a:schemeClr>
                    </a:solidFill>
                  </a:tcPr>
                </a:tc>
                <a:tc>
                  <a:txBody>
                    <a:bodyPr/>
                    <a:lstStyle/>
                    <a:p>
                      <a:pPr algn="r" rtl="0" fontAlgn="b"/>
                      <a:r>
                        <a:rPr lang="en-US" sz="1400" u="none" strike="noStrike">
                          <a:solidFill>
                            <a:schemeClr val="bg1"/>
                          </a:solidFill>
                          <a:effectLst/>
                        </a:rPr>
                        <a:t>95%</a:t>
                      </a:r>
                      <a:endParaRPr lang="en-US" sz="1400" b="0" i="0" u="none" strike="noStrike">
                        <a:solidFill>
                          <a:schemeClr val="bg1"/>
                        </a:solidFill>
                        <a:effectLst/>
                        <a:latin typeface="Calibri" panose="020F0502020204030204" pitchFamily="34" charset="0"/>
                      </a:endParaRPr>
                    </a:p>
                  </a:txBody>
                  <a:tcPr marL="5416" marR="5416" marT="5416" marB="0" anchor="b">
                    <a:solidFill>
                      <a:schemeClr val="tx1">
                        <a:lumMod val="75000"/>
                        <a:lumOff val="25000"/>
                      </a:schemeClr>
                    </a:solidFill>
                  </a:tcPr>
                </a:tc>
                <a:tc>
                  <a:txBody>
                    <a:bodyPr/>
                    <a:lstStyle/>
                    <a:p>
                      <a:pPr algn="r" rtl="0" fontAlgn="b"/>
                      <a:r>
                        <a:rPr lang="en-US" sz="1400" u="none" strike="noStrike" dirty="0">
                          <a:solidFill>
                            <a:schemeClr val="bg1"/>
                          </a:solidFill>
                          <a:effectLst/>
                        </a:rPr>
                        <a:t>22%</a:t>
                      </a:r>
                      <a:endParaRPr lang="en-US" sz="1400" b="0" i="0" u="none" strike="noStrike" dirty="0">
                        <a:solidFill>
                          <a:schemeClr val="bg1"/>
                        </a:solidFill>
                        <a:effectLst/>
                        <a:latin typeface="Calibri" panose="020F0502020204030204" pitchFamily="34" charset="0"/>
                      </a:endParaRPr>
                    </a:p>
                  </a:txBody>
                  <a:tcPr marL="5416" marR="5416" marT="5416" marB="0" anchor="b">
                    <a:solidFill>
                      <a:schemeClr val="tx1">
                        <a:lumMod val="75000"/>
                        <a:lumOff val="25000"/>
                      </a:schemeClr>
                    </a:solidFill>
                  </a:tcPr>
                </a:tc>
                <a:tc>
                  <a:txBody>
                    <a:bodyPr/>
                    <a:lstStyle/>
                    <a:p>
                      <a:pPr algn="l" rtl="0" fontAlgn="b"/>
                      <a:r>
                        <a:rPr lang="en-US" sz="1400" u="none" strike="noStrike" dirty="0">
                          <a:solidFill>
                            <a:schemeClr val="bg1"/>
                          </a:solidFill>
                          <a:effectLst/>
                        </a:rPr>
                        <a:t> 28 </a:t>
                      </a:r>
                      <a:r>
                        <a:rPr lang="ar-LY" sz="1400" u="none" strike="noStrike" dirty="0">
                          <a:solidFill>
                            <a:schemeClr val="bg1"/>
                          </a:solidFill>
                          <a:effectLst/>
                        </a:rPr>
                        <a:t>ث</a:t>
                      </a:r>
                      <a:endParaRPr lang="en-US" sz="1400" b="0" i="0" u="none" strike="noStrike" dirty="0">
                        <a:solidFill>
                          <a:schemeClr val="bg1"/>
                        </a:solidFill>
                        <a:effectLst/>
                        <a:latin typeface="Calibri" panose="020F0502020204030204" pitchFamily="34" charset="0"/>
                      </a:endParaRPr>
                    </a:p>
                  </a:txBody>
                  <a:tcPr marL="5416" marR="5416" marT="5416" marB="0" anchor="b">
                    <a:solidFill>
                      <a:schemeClr val="tx1">
                        <a:lumMod val="75000"/>
                        <a:lumOff val="25000"/>
                      </a:schemeClr>
                    </a:solidFill>
                  </a:tcPr>
                </a:tc>
                <a:tc>
                  <a:txBody>
                    <a:bodyPr/>
                    <a:lstStyle/>
                    <a:p>
                      <a:pPr algn="l" rtl="0" fontAlgn="b"/>
                      <a:r>
                        <a:rPr lang="en-US" sz="1400" u="none" strike="noStrike">
                          <a:solidFill>
                            <a:schemeClr val="bg1"/>
                          </a:solidFill>
                          <a:effectLst/>
                        </a:rPr>
                        <a:t> 98%</a:t>
                      </a:r>
                      <a:endParaRPr lang="en-US" sz="1400" b="0" i="0" u="none" strike="noStrike" dirty="0">
                        <a:solidFill>
                          <a:schemeClr val="bg1"/>
                        </a:solidFill>
                        <a:effectLst/>
                        <a:latin typeface="Calibri" panose="020F0502020204030204" pitchFamily="34" charset="0"/>
                      </a:endParaRPr>
                    </a:p>
                  </a:txBody>
                  <a:tcPr marL="5416" marR="5416" marT="5416" marB="0" anchor="b">
                    <a:solidFill>
                      <a:schemeClr val="tx1">
                        <a:lumMod val="75000"/>
                        <a:lumOff val="25000"/>
                      </a:schemeClr>
                    </a:solidFill>
                  </a:tcPr>
                </a:tc>
                <a:tc>
                  <a:txBody>
                    <a:bodyPr/>
                    <a:lstStyle/>
                    <a:p>
                      <a:pPr algn="l" rtl="0" fontAlgn="b"/>
                      <a:r>
                        <a:rPr lang="en-US" sz="1400" u="none" strike="noStrike" dirty="0">
                          <a:solidFill>
                            <a:schemeClr val="bg1"/>
                          </a:solidFill>
                          <a:effectLst/>
                        </a:rPr>
                        <a:t> 90%</a:t>
                      </a:r>
                      <a:endParaRPr lang="en-US" sz="1400" b="0" i="0" u="none" strike="noStrike" dirty="0">
                        <a:solidFill>
                          <a:schemeClr val="bg1"/>
                        </a:solidFill>
                        <a:effectLst/>
                        <a:latin typeface="Calibri" panose="020F0502020204030204" pitchFamily="34" charset="0"/>
                      </a:endParaRPr>
                    </a:p>
                  </a:txBody>
                  <a:tcPr marL="5416" marR="5416" marT="5416" marB="0" anchor="b">
                    <a:solidFill>
                      <a:schemeClr val="tx1">
                        <a:lumMod val="75000"/>
                        <a:lumOff val="25000"/>
                      </a:schemeClr>
                    </a:solidFill>
                  </a:tcPr>
                </a:tc>
                <a:extLst>
                  <a:ext uri="{0D108BD9-81ED-4DB2-BD59-A6C34878D82A}">
                    <a16:rowId xmlns:a16="http://schemas.microsoft.com/office/drawing/2014/main" val="1919458048"/>
                  </a:ext>
                </a:extLst>
              </a:tr>
              <a:tr h="157068">
                <a:tc>
                  <a:txBody>
                    <a:bodyPr/>
                    <a:lstStyle/>
                    <a:p>
                      <a:pPr algn="r" rtl="1" fontAlgn="b"/>
                      <a:r>
                        <a:rPr lang="ar-LY" sz="1200" b="0" i="0" u="none" strike="noStrike" dirty="0">
                          <a:solidFill>
                            <a:srgbClr val="990099"/>
                          </a:solidFill>
                          <a:effectLst/>
                          <a:latin typeface="Calibri" panose="020F0502020204030204" pitchFamily="34" charset="0"/>
                          <a:cs typeface="+mj-cs"/>
                        </a:rPr>
                        <a:t>مركز الاتصال كخدمة</a:t>
                      </a:r>
                    </a:p>
                  </a:txBody>
                  <a:tcPr marL="6350" marR="6350" marT="6350" marB="0" anchor="b">
                    <a:solidFill>
                      <a:schemeClr val="bg1">
                        <a:lumMod val="85000"/>
                      </a:schemeClr>
                    </a:solidFill>
                  </a:tcPr>
                </a:tc>
                <a:tc>
                  <a:txBody>
                    <a:bodyPr/>
                    <a:lstStyle/>
                    <a:p>
                      <a:pPr algn="l" rtl="0" fontAlgn="b"/>
                      <a:endParaRPr lang="en-US" sz="1100" b="0" i="0" u="none" strike="noStrike" dirty="0">
                        <a:solidFill>
                          <a:srgbClr val="000000"/>
                        </a:solidFill>
                        <a:effectLst/>
                        <a:latin typeface="Wingdings" panose="05000000000000000000" pitchFamily="2" charset="2"/>
                      </a:endParaRPr>
                    </a:p>
                  </a:txBody>
                  <a:tcPr marL="6350" marR="6350" marT="6350" marB="0" anchor="b">
                    <a:solidFill>
                      <a:schemeClr val="bg1">
                        <a:lumMod val="85000"/>
                      </a:schemeClr>
                    </a:solidFill>
                  </a:tcPr>
                </a:tc>
                <a:tc>
                  <a:txBody>
                    <a:bodyPr/>
                    <a:lstStyle/>
                    <a:p>
                      <a:pPr algn="l" rtl="0" fontAlgn="b"/>
                      <a:endParaRPr lang="en-US" sz="1100" b="0" i="0" u="none" strike="noStrike" dirty="0">
                        <a:solidFill>
                          <a:srgbClr val="000000"/>
                        </a:solidFill>
                        <a:effectLst/>
                        <a:latin typeface="Wingdings" panose="05000000000000000000" pitchFamily="2" charset="2"/>
                      </a:endParaRPr>
                    </a:p>
                  </a:txBody>
                  <a:tcPr marL="6350" marR="6350" marT="6350" marB="0" anchor="b">
                    <a:solidFill>
                      <a:schemeClr val="bg1">
                        <a:lumMod val="85000"/>
                      </a:schemeClr>
                    </a:solidFill>
                  </a:tcPr>
                </a:tc>
                <a:tc>
                  <a:txBody>
                    <a:bodyPr/>
                    <a:lstStyle/>
                    <a:p>
                      <a:pPr algn="l" rtl="0" fontAlgn="b"/>
                      <a:endParaRPr lang="en-US" sz="1100" b="0" i="0" u="none" strike="noStrike" dirty="0">
                        <a:solidFill>
                          <a:srgbClr val="000000"/>
                        </a:solidFill>
                        <a:effectLst/>
                        <a:latin typeface="Wingdings" panose="05000000000000000000" pitchFamily="2" charset="2"/>
                      </a:endParaRPr>
                    </a:p>
                  </a:txBody>
                  <a:tcPr marL="6350" marR="6350" marT="6350" marB="0" anchor="b">
                    <a:solidFill>
                      <a:srgbClr val="990099"/>
                    </a:solidFill>
                  </a:tcPr>
                </a:tc>
                <a:tc>
                  <a:txBody>
                    <a:bodyPr/>
                    <a:lstStyle/>
                    <a:p>
                      <a:pPr algn="l" rtl="0" fontAlgn="b"/>
                      <a:endParaRPr lang="en-US" sz="1100" b="0" i="0" u="none" strike="noStrike">
                        <a:solidFill>
                          <a:srgbClr val="000000"/>
                        </a:solidFill>
                        <a:effectLst/>
                        <a:latin typeface="Wingdings" panose="05000000000000000000" pitchFamily="2" charset="2"/>
                      </a:endParaRPr>
                    </a:p>
                  </a:txBody>
                  <a:tcPr marL="6350" marR="6350" marT="6350" marB="0" anchor="b">
                    <a:solidFill>
                      <a:schemeClr val="bg1">
                        <a:lumMod val="85000"/>
                      </a:schemeClr>
                    </a:solidFill>
                  </a:tcPr>
                </a:tc>
                <a:tc>
                  <a:txBody>
                    <a:bodyPr/>
                    <a:lstStyle/>
                    <a:p>
                      <a:pPr algn="l" rtl="0" fontAlgn="b"/>
                      <a:endParaRPr lang="en-US" sz="1100" b="0" i="0" u="none" strike="noStrike">
                        <a:solidFill>
                          <a:srgbClr val="000000"/>
                        </a:solidFill>
                        <a:effectLst/>
                        <a:latin typeface="Wingdings" panose="05000000000000000000" pitchFamily="2" charset="2"/>
                      </a:endParaRPr>
                    </a:p>
                  </a:txBody>
                  <a:tcPr marL="6350" marR="6350" marT="6350" marB="0" anchor="b">
                    <a:solidFill>
                      <a:schemeClr val="bg1">
                        <a:lumMod val="85000"/>
                      </a:schemeClr>
                    </a:solidFill>
                  </a:tcPr>
                </a:tc>
                <a:tc>
                  <a:txBody>
                    <a:bodyPr/>
                    <a:lstStyle/>
                    <a:p>
                      <a:pPr algn="l" rtl="0" fontAlgn="b"/>
                      <a:endParaRPr lang="en-US" sz="1100" b="0" i="0" u="none" strike="noStrike">
                        <a:solidFill>
                          <a:srgbClr val="000000"/>
                        </a:solidFill>
                        <a:effectLst/>
                        <a:latin typeface="Wingdings" panose="05000000000000000000" pitchFamily="2" charset="2"/>
                      </a:endParaRPr>
                    </a:p>
                  </a:txBody>
                  <a:tcPr marL="6350" marR="6350" marT="6350" marB="0" anchor="b">
                    <a:solidFill>
                      <a:schemeClr val="bg1">
                        <a:lumMod val="85000"/>
                      </a:schemeClr>
                    </a:solidFill>
                  </a:tcPr>
                </a:tc>
                <a:tc>
                  <a:txBody>
                    <a:bodyPr/>
                    <a:lstStyle/>
                    <a:p>
                      <a:pPr algn="l" rtl="0" fontAlgn="b"/>
                      <a:endParaRPr lang="en-US" sz="1100" b="0" i="0" u="none" strike="noStrike">
                        <a:solidFill>
                          <a:srgbClr val="000000"/>
                        </a:solidFill>
                        <a:effectLst/>
                        <a:latin typeface="Wingdings" panose="05000000000000000000" pitchFamily="2" charset="2"/>
                      </a:endParaRPr>
                    </a:p>
                  </a:txBody>
                  <a:tcPr marL="6350" marR="6350" marT="6350" marB="0" anchor="b">
                    <a:solidFill>
                      <a:schemeClr val="bg1">
                        <a:lumMod val="85000"/>
                      </a:schemeClr>
                    </a:solidFill>
                  </a:tcPr>
                </a:tc>
                <a:tc>
                  <a:txBody>
                    <a:bodyPr/>
                    <a:lstStyle/>
                    <a:p>
                      <a:pPr algn="l" rtl="0" fontAlgn="b"/>
                      <a:endParaRPr lang="en-US" sz="1100" b="0" i="0" u="none" strike="noStrike">
                        <a:solidFill>
                          <a:srgbClr val="000000"/>
                        </a:solidFill>
                        <a:effectLst/>
                        <a:latin typeface="Wingdings" panose="05000000000000000000" pitchFamily="2" charset="2"/>
                      </a:endParaRPr>
                    </a:p>
                  </a:txBody>
                  <a:tcPr marL="6350" marR="6350" marT="6350" marB="0" anchor="b">
                    <a:solidFill>
                      <a:schemeClr val="bg1">
                        <a:lumMod val="85000"/>
                      </a:schemeClr>
                    </a:solidFill>
                  </a:tcPr>
                </a:tc>
                <a:tc>
                  <a:txBody>
                    <a:bodyPr/>
                    <a:lstStyle/>
                    <a:p>
                      <a:pPr algn="l" rtl="0" fontAlgn="b"/>
                      <a:endParaRPr lang="en-US" sz="1100" b="0" i="0" u="none" strike="noStrike">
                        <a:solidFill>
                          <a:srgbClr val="000000"/>
                        </a:solidFill>
                        <a:effectLst/>
                        <a:latin typeface="Wingdings" panose="05000000000000000000" pitchFamily="2" charset="2"/>
                      </a:endParaRPr>
                    </a:p>
                  </a:txBody>
                  <a:tcPr marL="6350" marR="6350" marT="6350" marB="0" anchor="b">
                    <a:solidFill>
                      <a:schemeClr val="bg1">
                        <a:lumMod val="85000"/>
                      </a:schemeClr>
                    </a:solidFill>
                  </a:tcPr>
                </a:tc>
                <a:tc>
                  <a:txBody>
                    <a:bodyPr/>
                    <a:lstStyle/>
                    <a:p>
                      <a:pPr algn="l" rtl="0" fontAlgn="b"/>
                      <a:endParaRPr lang="en-US" sz="1100" b="0" i="0" u="none" strike="noStrike">
                        <a:solidFill>
                          <a:srgbClr val="000000"/>
                        </a:solidFill>
                        <a:effectLst/>
                        <a:latin typeface="Calibri" panose="020F0502020204030204" pitchFamily="34" charset="0"/>
                      </a:endParaRPr>
                    </a:p>
                  </a:txBody>
                  <a:tcPr marL="6350" marR="6350" marT="6350" marB="0" anchor="b">
                    <a:solidFill>
                      <a:schemeClr val="bg1">
                        <a:lumMod val="85000"/>
                      </a:schemeClr>
                    </a:solidFill>
                  </a:tcPr>
                </a:tc>
                <a:tc>
                  <a:txBody>
                    <a:bodyPr/>
                    <a:lstStyle/>
                    <a:p>
                      <a:pPr algn="l" rtl="0" fontAlgn="b"/>
                      <a:endParaRPr lang="en-US" sz="1100" b="0" i="0" u="none" strike="noStrike">
                        <a:solidFill>
                          <a:srgbClr val="000000"/>
                        </a:solidFill>
                        <a:effectLst/>
                        <a:latin typeface="Calibri" panose="020F0502020204030204" pitchFamily="34" charset="0"/>
                      </a:endParaRPr>
                    </a:p>
                  </a:txBody>
                  <a:tcPr marL="6350" marR="6350" marT="6350" marB="0" anchor="b">
                    <a:solidFill>
                      <a:schemeClr val="bg1">
                        <a:lumMod val="85000"/>
                      </a:schemeClr>
                    </a:solidFill>
                  </a:tcPr>
                </a:tc>
                <a:tc>
                  <a:txBody>
                    <a:bodyPr/>
                    <a:lstStyle/>
                    <a:p>
                      <a:pPr algn="l" rtl="0" fontAlgn="b"/>
                      <a:endParaRPr lang="en-US" sz="1100" b="0" i="0" u="none" strike="noStrike">
                        <a:solidFill>
                          <a:srgbClr val="000000"/>
                        </a:solidFill>
                        <a:effectLst/>
                        <a:latin typeface="Calibri" panose="020F0502020204030204" pitchFamily="34" charset="0"/>
                      </a:endParaRPr>
                    </a:p>
                  </a:txBody>
                  <a:tcPr marL="6350" marR="6350" marT="6350" marB="0" anchor="b">
                    <a:solidFill>
                      <a:schemeClr val="bg1">
                        <a:lumMod val="85000"/>
                      </a:schemeClr>
                    </a:solidFill>
                  </a:tcPr>
                </a:tc>
                <a:tc>
                  <a:txBody>
                    <a:bodyPr/>
                    <a:lstStyle/>
                    <a:p>
                      <a:pPr algn="l" rtl="0" fontAlgn="b"/>
                      <a:endParaRPr lang="en-US" sz="1100" b="0" i="0" u="none" strike="noStrike" dirty="0">
                        <a:solidFill>
                          <a:srgbClr val="000000"/>
                        </a:solidFill>
                        <a:effectLst/>
                        <a:latin typeface="Calibri" panose="020F0502020204030204" pitchFamily="34" charset="0"/>
                      </a:endParaRPr>
                    </a:p>
                  </a:txBody>
                  <a:tcPr marL="6350" marR="6350" marT="6350" marB="0" anchor="b">
                    <a:solidFill>
                      <a:schemeClr val="bg1">
                        <a:lumMod val="85000"/>
                      </a:schemeClr>
                    </a:solidFill>
                  </a:tcPr>
                </a:tc>
                <a:extLst>
                  <a:ext uri="{0D108BD9-81ED-4DB2-BD59-A6C34878D82A}">
                    <a16:rowId xmlns:a16="http://schemas.microsoft.com/office/drawing/2014/main" val="535216651"/>
                  </a:ext>
                </a:extLst>
              </a:tr>
              <a:tr h="157068">
                <a:tc>
                  <a:txBody>
                    <a:bodyPr/>
                    <a:lstStyle/>
                    <a:p>
                      <a:pPr algn="r" rtl="1" fontAlgn="b"/>
                      <a:r>
                        <a:rPr lang="ar-LY" sz="1200" b="0" i="0" u="none" strike="noStrike">
                          <a:solidFill>
                            <a:srgbClr val="990099"/>
                          </a:solidFill>
                          <a:effectLst/>
                          <a:latin typeface="Calibri" panose="020F0502020204030204" pitchFamily="34" charset="0"/>
                          <a:cs typeface="+mj-cs"/>
                        </a:rPr>
                        <a:t>عروض دائمة</a:t>
                      </a:r>
                    </a:p>
                  </a:txBody>
                  <a:tcPr marL="6350" marR="6350" marT="6350" marB="0" anchor="b">
                    <a:solidFill>
                      <a:schemeClr val="bg1">
                        <a:lumMod val="85000"/>
                      </a:schemeClr>
                    </a:solidFill>
                  </a:tcPr>
                </a:tc>
                <a:tc>
                  <a:txBody>
                    <a:bodyPr/>
                    <a:lstStyle/>
                    <a:p>
                      <a:pPr algn="l" rtl="0" fontAlgn="b"/>
                      <a:endParaRPr lang="en-US" sz="1100" b="0" i="0" u="none" strike="noStrike" dirty="0">
                        <a:solidFill>
                          <a:srgbClr val="000000"/>
                        </a:solidFill>
                        <a:effectLst/>
                        <a:latin typeface="Wingdings" panose="05000000000000000000" pitchFamily="2" charset="2"/>
                      </a:endParaRPr>
                    </a:p>
                  </a:txBody>
                  <a:tcPr marL="6350" marR="6350" marT="6350" marB="0" anchor="b">
                    <a:solidFill>
                      <a:srgbClr val="990099"/>
                    </a:solidFill>
                  </a:tcPr>
                </a:tc>
                <a:tc>
                  <a:txBody>
                    <a:bodyPr/>
                    <a:lstStyle/>
                    <a:p>
                      <a:pPr algn="l" rtl="0" fontAlgn="b"/>
                      <a:endParaRPr lang="en-US" sz="1100" b="0" i="0" u="none" strike="noStrike" dirty="0">
                        <a:solidFill>
                          <a:srgbClr val="000000"/>
                        </a:solidFill>
                        <a:effectLst/>
                        <a:latin typeface="Wingdings" panose="05000000000000000000" pitchFamily="2" charset="2"/>
                      </a:endParaRPr>
                    </a:p>
                  </a:txBody>
                  <a:tcPr marL="6350" marR="6350" marT="6350" marB="0" anchor="b">
                    <a:solidFill>
                      <a:schemeClr val="bg1">
                        <a:lumMod val="85000"/>
                      </a:schemeClr>
                    </a:solidFill>
                  </a:tcPr>
                </a:tc>
                <a:tc>
                  <a:txBody>
                    <a:bodyPr/>
                    <a:lstStyle/>
                    <a:p>
                      <a:pPr algn="l" rtl="0" fontAlgn="b"/>
                      <a:endParaRPr lang="en-US" sz="1100" b="0" i="0" u="none" strike="noStrike">
                        <a:solidFill>
                          <a:srgbClr val="000000"/>
                        </a:solidFill>
                        <a:effectLst/>
                        <a:latin typeface="Wingdings" panose="05000000000000000000" pitchFamily="2" charset="2"/>
                      </a:endParaRPr>
                    </a:p>
                  </a:txBody>
                  <a:tcPr marL="6350" marR="6350" marT="6350" marB="0" anchor="b">
                    <a:solidFill>
                      <a:schemeClr val="bg1">
                        <a:lumMod val="85000"/>
                      </a:schemeClr>
                    </a:solidFill>
                  </a:tcPr>
                </a:tc>
                <a:tc>
                  <a:txBody>
                    <a:bodyPr/>
                    <a:lstStyle/>
                    <a:p>
                      <a:pPr algn="l" rtl="0" fontAlgn="b"/>
                      <a:endParaRPr lang="en-US" sz="1100" b="0" i="0" u="none" strike="noStrike">
                        <a:solidFill>
                          <a:srgbClr val="000000"/>
                        </a:solidFill>
                        <a:effectLst/>
                        <a:latin typeface="Wingdings" panose="05000000000000000000" pitchFamily="2" charset="2"/>
                      </a:endParaRPr>
                    </a:p>
                  </a:txBody>
                  <a:tcPr marL="6350" marR="6350" marT="6350" marB="0" anchor="b">
                    <a:solidFill>
                      <a:schemeClr val="bg1">
                        <a:lumMod val="85000"/>
                      </a:schemeClr>
                    </a:solidFill>
                  </a:tcPr>
                </a:tc>
                <a:tc>
                  <a:txBody>
                    <a:bodyPr/>
                    <a:lstStyle/>
                    <a:p>
                      <a:pPr algn="l" rtl="0" fontAlgn="b"/>
                      <a:endParaRPr lang="en-US" sz="1100" b="0" i="0" u="none" strike="noStrike">
                        <a:solidFill>
                          <a:srgbClr val="000000"/>
                        </a:solidFill>
                        <a:effectLst/>
                        <a:latin typeface="Wingdings" panose="05000000000000000000" pitchFamily="2" charset="2"/>
                      </a:endParaRPr>
                    </a:p>
                  </a:txBody>
                  <a:tcPr marL="6350" marR="6350" marT="6350" marB="0" anchor="b">
                    <a:solidFill>
                      <a:srgbClr val="990099"/>
                    </a:solidFill>
                  </a:tcPr>
                </a:tc>
                <a:tc>
                  <a:txBody>
                    <a:bodyPr/>
                    <a:lstStyle/>
                    <a:p>
                      <a:pPr algn="l" rtl="0" fontAlgn="b"/>
                      <a:endParaRPr lang="en-US" sz="1100" b="0" i="0" u="none" strike="noStrike">
                        <a:solidFill>
                          <a:srgbClr val="000000"/>
                        </a:solidFill>
                        <a:effectLst/>
                        <a:latin typeface="Wingdings" panose="05000000000000000000" pitchFamily="2" charset="2"/>
                      </a:endParaRPr>
                    </a:p>
                  </a:txBody>
                  <a:tcPr marL="6350" marR="6350" marT="6350" marB="0" anchor="b">
                    <a:solidFill>
                      <a:srgbClr val="990099"/>
                    </a:solidFill>
                  </a:tcPr>
                </a:tc>
                <a:tc>
                  <a:txBody>
                    <a:bodyPr/>
                    <a:lstStyle/>
                    <a:p>
                      <a:pPr algn="l" rtl="0" fontAlgn="b"/>
                      <a:endParaRPr lang="en-US" sz="1100" b="0" i="0" u="none" strike="noStrike">
                        <a:solidFill>
                          <a:srgbClr val="000000"/>
                        </a:solidFill>
                        <a:effectLst/>
                        <a:latin typeface="Wingdings" panose="05000000000000000000" pitchFamily="2" charset="2"/>
                      </a:endParaRPr>
                    </a:p>
                  </a:txBody>
                  <a:tcPr marL="6350" marR="6350" marT="6350" marB="0" anchor="b">
                    <a:solidFill>
                      <a:srgbClr val="990099"/>
                    </a:solidFill>
                  </a:tcPr>
                </a:tc>
                <a:tc>
                  <a:txBody>
                    <a:bodyPr/>
                    <a:lstStyle/>
                    <a:p>
                      <a:pPr algn="l" rtl="0" fontAlgn="b"/>
                      <a:endParaRPr lang="en-US" sz="1100" b="0" i="0" u="none" strike="noStrike">
                        <a:solidFill>
                          <a:srgbClr val="000000"/>
                        </a:solidFill>
                        <a:effectLst/>
                        <a:latin typeface="Wingdings" panose="05000000000000000000" pitchFamily="2" charset="2"/>
                      </a:endParaRPr>
                    </a:p>
                  </a:txBody>
                  <a:tcPr marL="6350" marR="6350" marT="6350" marB="0" anchor="b">
                    <a:solidFill>
                      <a:srgbClr val="990099"/>
                    </a:solidFill>
                  </a:tcPr>
                </a:tc>
                <a:tc>
                  <a:txBody>
                    <a:bodyPr/>
                    <a:lstStyle/>
                    <a:p>
                      <a:pPr algn="l" rtl="0" fontAlgn="b"/>
                      <a:endParaRPr lang="en-US" sz="1100" b="0" i="0" u="none" strike="noStrike">
                        <a:solidFill>
                          <a:srgbClr val="000000"/>
                        </a:solidFill>
                        <a:effectLst/>
                        <a:latin typeface="Wingdings" panose="05000000000000000000" pitchFamily="2" charset="2"/>
                      </a:endParaRPr>
                    </a:p>
                  </a:txBody>
                  <a:tcPr marL="6350" marR="6350" marT="6350" marB="0" anchor="b">
                    <a:solidFill>
                      <a:srgbClr val="990099"/>
                    </a:solidFill>
                  </a:tcPr>
                </a:tc>
                <a:tc>
                  <a:txBody>
                    <a:bodyPr/>
                    <a:lstStyle/>
                    <a:p>
                      <a:pPr algn="l" rtl="0" fontAlgn="b"/>
                      <a:endParaRPr lang="en-US" sz="1100" b="0" i="0" u="none" strike="noStrike">
                        <a:solidFill>
                          <a:srgbClr val="000000"/>
                        </a:solidFill>
                        <a:effectLst/>
                        <a:latin typeface="Wingdings" panose="05000000000000000000" pitchFamily="2" charset="2"/>
                      </a:endParaRPr>
                    </a:p>
                  </a:txBody>
                  <a:tcPr marL="6350" marR="6350" marT="6350" marB="0" anchor="b">
                    <a:solidFill>
                      <a:srgbClr val="990099"/>
                    </a:solidFill>
                  </a:tcPr>
                </a:tc>
                <a:tc>
                  <a:txBody>
                    <a:bodyPr/>
                    <a:lstStyle/>
                    <a:p>
                      <a:pPr algn="l" rtl="0" fontAlgn="b"/>
                      <a:endParaRPr lang="en-US" sz="1100" b="0" i="0" u="none" strike="noStrike">
                        <a:solidFill>
                          <a:srgbClr val="000000"/>
                        </a:solidFill>
                        <a:effectLst/>
                        <a:latin typeface="Calibri" panose="020F0502020204030204" pitchFamily="34" charset="0"/>
                      </a:endParaRPr>
                    </a:p>
                  </a:txBody>
                  <a:tcPr marL="6350" marR="6350" marT="6350" marB="0" anchor="b">
                    <a:solidFill>
                      <a:schemeClr val="bg1">
                        <a:lumMod val="85000"/>
                      </a:schemeClr>
                    </a:solidFill>
                  </a:tcPr>
                </a:tc>
                <a:tc>
                  <a:txBody>
                    <a:bodyPr/>
                    <a:lstStyle/>
                    <a:p>
                      <a:pPr algn="l" rtl="0" fontAlgn="b"/>
                      <a:endParaRPr lang="en-US" sz="1100" b="0" i="0" u="none" strike="noStrike">
                        <a:solidFill>
                          <a:srgbClr val="000000"/>
                        </a:solidFill>
                        <a:effectLst/>
                        <a:latin typeface="Calibri" panose="020F0502020204030204" pitchFamily="34" charset="0"/>
                      </a:endParaRPr>
                    </a:p>
                  </a:txBody>
                  <a:tcPr marL="6350" marR="6350" marT="6350" marB="0" anchor="b">
                    <a:solidFill>
                      <a:schemeClr val="bg1">
                        <a:lumMod val="85000"/>
                      </a:schemeClr>
                    </a:solidFill>
                  </a:tcPr>
                </a:tc>
                <a:tc>
                  <a:txBody>
                    <a:bodyPr/>
                    <a:lstStyle/>
                    <a:p>
                      <a:pPr algn="l" rtl="0" fontAlgn="b"/>
                      <a:endParaRPr lang="en-US" sz="1100" b="0" i="0" u="none" strike="noStrike">
                        <a:solidFill>
                          <a:srgbClr val="000000"/>
                        </a:solidFill>
                        <a:effectLst/>
                        <a:latin typeface="Calibri" panose="020F0502020204030204" pitchFamily="34" charset="0"/>
                      </a:endParaRPr>
                    </a:p>
                  </a:txBody>
                  <a:tcPr marL="6350" marR="6350" marT="6350" marB="0" anchor="b">
                    <a:solidFill>
                      <a:schemeClr val="bg1">
                        <a:lumMod val="85000"/>
                      </a:schemeClr>
                    </a:solidFill>
                  </a:tcPr>
                </a:tc>
                <a:extLst>
                  <a:ext uri="{0D108BD9-81ED-4DB2-BD59-A6C34878D82A}">
                    <a16:rowId xmlns:a16="http://schemas.microsoft.com/office/drawing/2014/main" val="2859396014"/>
                  </a:ext>
                </a:extLst>
              </a:tr>
              <a:tr h="157068">
                <a:tc>
                  <a:txBody>
                    <a:bodyPr/>
                    <a:lstStyle/>
                    <a:p>
                      <a:pPr algn="r" rtl="1" fontAlgn="b"/>
                      <a:r>
                        <a:rPr lang="ar-LY" sz="1200" b="0" i="0" u="none" strike="noStrike">
                          <a:solidFill>
                            <a:srgbClr val="990099"/>
                          </a:solidFill>
                          <a:effectLst/>
                          <a:latin typeface="Calibri" panose="020F0502020204030204" pitchFamily="34" charset="0"/>
                          <a:cs typeface="+mj-cs"/>
                        </a:rPr>
                        <a:t>حملة رمضان</a:t>
                      </a:r>
                    </a:p>
                  </a:txBody>
                  <a:tcPr marL="6350" marR="6350" marT="6350" marB="0" anchor="b">
                    <a:solidFill>
                      <a:schemeClr val="bg1">
                        <a:lumMod val="85000"/>
                      </a:schemeClr>
                    </a:solidFill>
                  </a:tcPr>
                </a:tc>
                <a:tc>
                  <a:txBody>
                    <a:bodyPr/>
                    <a:lstStyle/>
                    <a:p>
                      <a:pPr algn="l" rtl="0" fontAlgn="b"/>
                      <a:endParaRPr lang="en-US" sz="1100" b="0" i="0" u="none" strike="noStrike">
                        <a:solidFill>
                          <a:srgbClr val="000000"/>
                        </a:solidFill>
                        <a:effectLst/>
                        <a:latin typeface="Wingdings" panose="05000000000000000000" pitchFamily="2" charset="2"/>
                      </a:endParaRPr>
                    </a:p>
                  </a:txBody>
                  <a:tcPr marL="6350" marR="6350" marT="6350" marB="0" anchor="b">
                    <a:solidFill>
                      <a:srgbClr val="990099"/>
                    </a:solidFill>
                  </a:tcPr>
                </a:tc>
                <a:tc>
                  <a:txBody>
                    <a:bodyPr/>
                    <a:lstStyle/>
                    <a:p>
                      <a:pPr algn="l" rtl="0" fontAlgn="b"/>
                      <a:endParaRPr lang="en-US" sz="1100" b="0" i="0" u="none" strike="noStrike">
                        <a:solidFill>
                          <a:srgbClr val="000000"/>
                        </a:solidFill>
                        <a:effectLst/>
                        <a:latin typeface="Wingdings" panose="05000000000000000000" pitchFamily="2" charset="2"/>
                      </a:endParaRPr>
                    </a:p>
                  </a:txBody>
                  <a:tcPr marL="6350" marR="6350" marT="6350" marB="0" anchor="b">
                    <a:solidFill>
                      <a:schemeClr val="bg1">
                        <a:lumMod val="85000"/>
                      </a:schemeClr>
                    </a:solidFill>
                  </a:tcPr>
                </a:tc>
                <a:tc>
                  <a:txBody>
                    <a:bodyPr/>
                    <a:lstStyle/>
                    <a:p>
                      <a:pPr algn="l" rtl="0" fontAlgn="b"/>
                      <a:endParaRPr lang="en-US" sz="1100" b="0" i="0" u="none" strike="noStrike" dirty="0">
                        <a:solidFill>
                          <a:srgbClr val="000000"/>
                        </a:solidFill>
                        <a:effectLst/>
                        <a:latin typeface="Wingdings" panose="05000000000000000000" pitchFamily="2" charset="2"/>
                      </a:endParaRPr>
                    </a:p>
                  </a:txBody>
                  <a:tcPr marL="6350" marR="6350" marT="6350" marB="0" anchor="b">
                    <a:solidFill>
                      <a:schemeClr val="bg1">
                        <a:lumMod val="85000"/>
                      </a:schemeClr>
                    </a:solidFill>
                  </a:tcPr>
                </a:tc>
                <a:tc>
                  <a:txBody>
                    <a:bodyPr/>
                    <a:lstStyle/>
                    <a:p>
                      <a:pPr algn="l" rtl="0" fontAlgn="b"/>
                      <a:endParaRPr lang="en-US" sz="1100" b="0" i="0" u="none" strike="noStrike">
                        <a:solidFill>
                          <a:srgbClr val="000000"/>
                        </a:solidFill>
                        <a:effectLst/>
                        <a:latin typeface="Wingdings" panose="05000000000000000000" pitchFamily="2" charset="2"/>
                      </a:endParaRPr>
                    </a:p>
                  </a:txBody>
                  <a:tcPr marL="6350" marR="6350" marT="6350" marB="0" anchor="b">
                    <a:solidFill>
                      <a:schemeClr val="bg1">
                        <a:lumMod val="85000"/>
                      </a:schemeClr>
                    </a:solidFill>
                  </a:tcPr>
                </a:tc>
                <a:tc>
                  <a:txBody>
                    <a:bodyPr/>
                    <a:lstStyle/>
                    <a:p>
                      <a:pPr algn="l" rtl="0" fontAlgn="b"/>
                      <a:endParaRPr lang="en-US" sz="1100" b="0" i="0" u="none" strike="noStrike">
                        <a:solidFill>
                          <a:srgbClr val="000000"/>
                        </a:solidFill>
                        <a:effectLst/>
                        <a:latin typeface="Wingdings" panose="05000000000000000000" pitchFamily="2" charset="2"/>
                      </a:endParaRPr>
                    </a:p>
                  </a:txBody>
                  <a:tcPr marL="6350" marR="6350" marT="6350" marB="0" anchor="b">
                    <a:solidFill>
                      <a:srgbClr val="990099"/>
                    </a:solidFill>
                  </a:tcPr>
                </a:tc>
                <a:tc>
                  <a:txBody>
                    <a:bodyPr/>
                    <a:lstStyle/>
                    <a:p>
                      <a:pPr algn="l" rtl="0" fontAlgn="b"/>
                      <a:endParaRPr lang="en-US" sz="1100" b="0" i="0" u="none" strike="noStrike">
                        <a:solidFill>
                          <a:srgbClr val="000000"/>
                        </a:solidFill>
                        <a:effectLst/>
                        <a:latin typeface="Wingdings" panose="05000000000000000000" pitchFamily="2" charset="2"/>
                      </a:endParaRPr>
                    </a:p>
                  </a:txBody>
                  <a:tcPr marL="6350" marR="6350" marT="6350" marB="0" anchor="b">
                    <a:solidFill>
                      <a:srgbClr val="990099"/>
                    </a:solidFill>
                  </a:tcPr>
                </a:tc>
                <a:tc>
                  <a:txBody>
                    <a:bodyPr/>
                    <a:lstStyle/>
                    <a:p>
                      <a:pPr algn="l" rtl="0" fontAlgn="b"/>
                      <a:endParaRPr lang="en-US" sz="1100" b="0" i="0" u="none" strike="noStrike">
                        <a:solidFill>
                          <a:srgbClr val="000000"/>
                        </a:solidFill>
                        <a:effectLst/>
                        <a:latin typeface="Wingdings" panose="05000000000000000000" pitchFamily="2" charset="2"/>
                      </a:endParaRPr>
                    </a:p>
                  </a:txBody>
                  <a:tcPr marL="6350" marR="6350" marT="6350" marB="0" anchor="b">
                    <a:solidFill>
                      <a:srgbClr val="990099"/>
                    </a:solidFill>
                  </a:tcPr>
                </a:tc>
                <a:tc>
                  <a:txBody>
                    <a:bodyPr/>
                    <a:lstStyle/>
                    <a:p>
                      <a:pPr algn="l" rtl="0" fontAlgn="b"/>
                      <a:endParaRPr lang="en-US" sz="1100" b="0" i="0" u="none" strike="noStrike">
                        <a:solidFill>
                          <a:srgbClr val="000000"/>
                        </a:solidFill>
                        <a:effectLst/>
                        <a:latin typeface="Wingdings" panose="05000000000000000000" pitchFamily="2" charset="2"/>
                      </a:endParaRPr>
                    </a:p>
                  </a:txBody>
                  <a:tcPr marL="6350" marR="6350" marT="6350" marB="0" anchor="b">
                    <a:solidFill>
                      <a:srgbClr val="990099"/>
                    </a:solidFill>
                  </a:tcPr>
                </a:tc>
                <a:tc>
                  <a:txBody>
                    <a:bodyPr/>
                    <a:lstStyle/>
                    <a:p>
                      <a:pPr algn="l" rtl="0" fontAlgn="b"/>
                      <a:endParaRPr lang="en-US" sz="1100" b="0" i="0" u="none" strike="noStrike">
                        <a:solidFill>
                          <a:srgbClr val="000000"/>
                        </a:solidFill>
                        <a:effectLst/>
                        <a:latin typeface="Wingdings" panose="05000000000000000000" pitchFamily="2" charset="2"/>
                      </a:endParaRPr>
                    </a:p>
                  </a:txBody>
                  <a:tcPr marL="6350" marR="6350" marT="6350" marB="0" anchor="b">
                    <a:solidFill>
                      <a:srgbClr val="990099"/>
                    </a:solidFill>
                  </a:tcPr>
                </a:tc>
                <a:tc>
                  <a:txBody>
                    <a:bodyPr/>
                    <a:lstStyle/>
                    <a:p>
                      <a:pPr algn="l" rtl="0" fontAlgn="b"/>
                      <a:endParaRPr lang="en-US" sz="1100" b="0" i="0" u="none" strike="noStrike">
                        <a:solidFill>
                          <a:srgbClr val="000000"/>
                        </a:solidFill>
                        <a:effectLst/>
                        <a:latin typeface="Wingdings" panose="05000000000000000000" pitchFamily="2" charset="2"/>
                      </a:endParaRPr>
                    </a:p>
                  </a:txBody>
                  <a:tcPr marL="6350" marR="6350" marT="6350" marB="0" anchor="b">
                    <a:solidFill>
                      <a:srgbClr val="990099"/>
                    </a:solidFill>
                  </a:tcPr>
                </a:tc>
                <a:tc>
                  <a:txBody>
                    <a:bodyPr/>
                    <a:lstStyle/>
                    <a:p>
                      <a:pPr algn="l" rtl="0" fontAlgn="b"/>
                      <a:endParaRPr lang="en-US" sz="1100" b="0" i="0" u="none" strike="noStrike">
                        <a:solidFill>
                          <a:srgbClr val="000000"/>
                        </a:solidFill>
                        <a:effectLst/>
                        <a:latin typeface="Calibri" panose="020F0502020204030204" pitchFamily="34" charset="0"/>
                      </a:endParaRPr>
                    </a:p>
                  </a:txBody>
                  <a:tcPr marL="6350" marR="6350" marT="6350" marB="0" anchor="b">
                    <a:solidFill>
                      <a:schemeClr val="bg1">
                        <a:lumMod val="85000"/>
                      </a:schemeClr>
                    </a:solidFill>
                  </a:tcPr>
                </a:tc>
                <a:tc>
                  <a:txBody>
                    <a:bodyPr/>
                    <a:lstStyle/>
                    <a:p>
                      <a:pPr algn="l" rtl="0" fontAlgn="b"/>
                      <a:endParaRPr lang="en-US" sz="1100" b="0" i="0" u="none" strike="noStrike">
                        <a:solidFill>
                          <a:srgbClr val="000000"/>
                        </a:solidFill>
                        <a:effectLst/>
                        <a:latin typeface="Calibri" panose="020F0502020204030204" pitchFamily="34" charset="0"/>
                      </a:endParaRPr>
                    </a:p>
                  </a:txBody>
                  <a:tcPr marL="6350" marR="6350" marT="6350" marB="0" anchor="b">
                    <a:solidFill>
                      <a:schemeClr val="bg1">
                        <a:lumMod val="85000"/>
                      </a:schemeClr>
                    </a:solidFill>
                  </a:tcPr>
                </a:tc>
                <a:tc>
                  <a:txBody>
                    <a:bodyPr/>
                    <a:lstStyle/>
                    <a:p>
                      <a:pPr algn="l" rtl="0" fontAlgn="b"/>
                      <a:endParaRPr lang="en-US" sz="1100" b="0" i="0" u="none" strike="noStrike">
                        <a:solidFill>
                          <a:srgbClr val="000000"/>
                        </a:solidFill>
                        <a:effectLst/>
                        <a:latin typeface="Calibri" panose="020F0502020204030204" pitchFamily="34" charset="0"/>
                      </a:endParaRPr>
                    </a:p>
                  </a:txBody>
                  <a:tcPr marL="6350" marR="6350" marT="6350" marB="0" anchor="b">
                    <a:solidFill>
                      <a:schemeClr val="bg1">
                        <a:lumMod val="85000"/>
                      </a:schemeClr>
                    </a:solidFill>
                  </a:tcPr>
                </a:tc>
                <a:extLst>
                  <a:ext uri="{0D108BD9-81ED-4DB2-BD59-A6C34878D82A}">
                    <a16:rowId xmlns:a16="http://schemas.microsoft.com/office/drawing/2014/main" val="784776277"/>
                  </a:ext>
                </a:extLst>
              </a:tr>
              <a:tr h="157068">
                <a:tc>
                  <a:txBody>
                    <a:bodyPr/>
                    <a:lstStyle/>
                    <a:p>
                      <a:pPr algn="r" rtl="1" fontAlgn="b"/>
                      <a:r>
                        <a:rPr lang="ar-LY" sz="1200" b="0" i="0" u="none" strike="noStrike">
                          <a:solidFill>
                            <a:srgbClr val="990099"/>
                          </a:solidFill>
                          <a:effectLst/>
                          <a:latin typeface="Calibri" panose="020F0502020204030204" pitchFamily="34" charset="0"/>
                          <a:cs typeface="+mj-cs"/>
                        </a:rPr>
                        <a:t>حملة الحج</a:t>
                      </a:r>
                    </a:p>
                  </a:txBody>
                  <a:tcPr marL="6350" marR="6350" marT="6350" marB="0" anchor="b">
                    <a:solidFill>
                      <a:schemeClr val="bg1">
                        <a:lumMod val="85000"/>
                      </a:schemeClr>
                    </a:solidFill>
                  </a:tcPr>
                </a:tc>
                <a:tc>
                  <a:txBody>
                    <a:bodyPr/>
                    <a:lstStyle/>
                    <a:p>
                      <a:pPr algn="l" rtl="0" fontAlgn="b"/>
                      <a:endParaRPr lang="en-US" sz="1100" b="0" i="0" u="none" strike="noStrike">
                        <a:solidFill>
                          <a:srgbClr val="000000"/>
                        </a:solidFill>
                        <a:effectLst/>
                        <a:latin typeface="Wingdings" panose="05000000000000000000" pitchFamily="2" charset="2"/>
                      </a:endParaRPr>
                    </a:p>
                  </a:txBody>
                  <a:tcPr marL="6350" marR="6350" marT="6350" marB="0" anchor="b">
                    <a:solidFill>
                      <a:srgbClr val="990099"/>
                    </a:solidFill>
                  </a:tcPr>
                </a:tc>
                <a:tc>
                  <a:txBody>
                    <a:bodyPr/>
                    <a:lstStyle/>
                    <a:p>
                      <a:pPr algn="l" rtl="0" fontAlgn="b"/>
                      <a:endParaRPr lang="en-US" sz="1100" b="0" i="0" u="none" strike="noStrike">
                        <a:solidFill>
                          <a:srgbClr val="000000"/>
                        </a:solidFill>
                        <a:effectLst/>
                        <a:latin typeface="Wingdings" panose="05000000000000000000" pitchFamily="2" charset="2"/>
                      </a:endParaRPr>
                    </a:p>
                  </a:txBody>
                  <a:tcPr marL="6350" marR="6350" marT="6350" marB="0" anchor="b">
                    <a:solidFill>
                      <a:schemeClr val="bg1">
                        <a:lumMod val="85000"/>
                      </a:schemeClr>
                    </a:solidFill>
                  </a:tcPr>
                </a:tc>
                <a:tc>
                  <a:txBody>
                    <a:bodyPr/>
                    <a:lstStyle/>
                    <a:p>
                      <a:pPr algn="l" rtl="0" fontAlgn="b"/>
                      <a:endParaRPr lang="en-US" sz="1100" b="0" i="0" u="none" strike="noStrike" dirty="0">
                        <a:solidFill>
                          <a:srgbClr val="000000"/>
                        </a:solidFill>
                        <a:effectLst/>
                        <a:latin typeface="Wingdings" panose="05000000000000000000" pitchFamily="2" charset="2"/>
                      </a:endParaRPr>
                    </a:p>
                  </a:txBody>
                  <a:tcPr marL="6350" marR="6350" marT="6350" marB="0" anchor="b">
                    <a:solidFill>
                      <a:schemeClr val="bg1">
                        <a:lumMod val="85000"/>
                      </a:schemeClr>
                    </a:solidFill>
                  </a:tcPr>
                </a:tc>
                <a:tc>
                  <a:txBody>
                    <a:bodyPr/>
                    <a:lstStyle/>
                    <a:p>
                      <a:pPr algn="l" rtl="0" fontAlgn="b"/>
                      <a:endParaRPr lang="en-US" sz="1100" b="0" i="0" u="none" strike="noStrike" dirty="0">
                        <a:solidFill>
                          <a:srgbClr val="000000"/>
                        </a:solidFill>
                        <a:effectLst/>
                        <a:latin typeface="Wingdings" panose="05000000000000000000" pitchFamily="2" charset="2"/>
                      </a:endParaRPr>
                    </a:p>
                  </a:txBody>
                  <a:tcPr marL="6350" marR="6350" marT="6350" marB="0" anchor="b">
                    <a:solidFill>
                      <a:schemeClr val="bg1">
                        <a:lumMod val="85000"/>
                      </a:schemeClr>
                    </a:solidFill>
                  </a:tcPr>
                </a:tc>
                <a:tc>
                  <a:txBody>
                    <a:bodyPr/>
                    <a:lstStyle/>
                    <a:p>
                      <a:pPr algn="l" rtl="0" fontAlgn="b"/>
                      <a:endParaRPr lang="en-US" sz="1100" b="0" i="0" u="none" strike="noStrike">
                        <a:solidFill>
                          <a:srgbClr val="000000"/>
                        </a:solidFill>
                        <a:effectLst/>
                        <a:latin typeface="Wingdings" panose="05000000000000000000" pitchFamily="2" charset="2"/>
                      </a:endParaRPr>
                    </a:p>
                  </a:txBody>
                  <a:tcPr marL="6350" marR="6350" marT="6350" marB="0" anchor="b">
                    <a:solidFill>
                      <a:srgbClr val="990099"/>
                    </a:solidFill>
                  </a:tcPr>
                </a:tc>
                <a:tc>
                  <a:txBody>
                    <a:bodyPr/>
                    <a:lstStyle/>
                    <a:p>
                      <a:pPr algn="l" rtl="0" fontAlgn="b"/>
                      <a:endParaRPr lang="en-US" sz="1100" b="0" i="0" u="none" strike="noStrike">
                        <a:solidFill>
                          <a:srgbClr val="000000"/>
                        </a:solidFill>
                        <a:effectLst/>
                        <a:latin typeface="Wingdings" panose="05000000000000000000" pitchFamily="2" charset="2"/>
                      </a:endParaRPr>
                    </a:p>
                  </a:txBody>
                  <a:tcPr marL="6350" marR="6350" marT="6350" marB="0" anchor="b">
                    <a:solidFill>
                      <a:srgbClr val="990099"/>
                    </a:solidFill>
                  </a:tcPr>
                </a:tc>
                <a:tc>
                  <a:txBody>
                    <a:bodyPr/>
                    <a:lstStyle/>
                    <a:p>
                      <a:pPr algn="l" rtl="0" fontAlgn="b"/>
                      <a:endParaRPr lang="en-US" sz="1100" b="0" i="0" u="none" strike="noStrike">
                        <a:solidFill>
                          <a:srgbClr val="000000"/>
                        </a:solidFill>
                        <a:effectLst/>
                        <a:latin typeface="Wingdings" panose="05000000000000000000" pitchFamily="2" charset="2"/>
                      </a:endParaRPr>
                    </a:p>
                  </a:txBody>
                  <a:tcPr marL="6350" marR="6350" marT="6350" marB="0" anchor="b">
                    <a:solidFill>
                      <a:srgbClr val="990099"/>
                    </a:solidFill>
                  </a:tcPr>
                </a:tc>
                <a:tc>
                  <a:txBody>
                    <a:bodyPr/>
                    <a:lstStyle/>
                    <a:p>
                      <a:pPr algn="l" rtl="0" fontAlgn="b"/>
                      <a:endParaRPr lang="en-US" sz="1100" b="0" i="0" u="none" strike="noStrike" dirty="0">
                        <a:solidFill>
                          <a:srgbClr val="000000"/>
                        </a:solidFill>
                        <a:effectLst/>
                        <a:latin typeface="Wingdings" panose="05000000000000000000" pitchFamily="2" charset="2"/>
                      </a:endParaRPr>
                    </a:p>
                  </a:txBody>
                  <a:tcPr marL="6350" marR="6350" marT="6350" marB="0" anchor="b">
                    <a:solidFill>
                      <a:srgbClr val="990099"/>
                    </a:solidFill>
                  </a:tcPr>
                </a:tc>
                <a:tc>
                  <a:txBody>
                    <a:bodyPr/>
                    <a:lstStyle/>
                    <a:p>
                      <a:pPr algn="l" rtl="0" fontAlgn="b"/>
                      <a:endParaRPr lang="en-US" sz="1100" b="0" i="0" u="none" strike="noStrike" dirty="0">
                        <a:solidFill>
                          <a:srgbClr val="000000"/>
                        </a:solidFill>
                        <a:effectLst/>
                        <a:latin typeface="Wingdings" panose="05000000000000000000" pitchFamily="2" charset="2"/>
                      </a:endParaRPr>
                    </a:p>
                  </a:txBody>
                  <a:tcPr marL="6350" marR="6350" marT="6350" marB="0" anchor="b">
                    <a:solidFill>
                      <a:srgbClr val="990099"/>
                    </a:solidFill>
                  </a:tcPr>
                </a:tc>
                <a:tc>
                  <a:txBody>
                    <a:bodyPr/>
                    <a:lstStyle/>
                    <a:p>
                      <a:pPr algn="l" rtl="0" fontAlgn="b"/>
                      <a:endParaRPr lang="en-US" sz="1100" b="0" i="0" u="none" strike="noStrike">
                        <a:solidFill>
                          <a:srgbClr val="000000"/>
                        </a:solidFill>
                        <a:effectLst/>
                        <a:latin typeface="Wingdings" panose="05000000000000000000" pitchFamily="2" charset="2"/>
                      </a:endParaRPr>
                    </a:p>
                  </a:txBody>
                  <a:tcPr marL="6350" marR="6350" marT="6350" marB="0" anchor="b">
                    <a:solidFill>
                      <a:srgbClr val="990099"/>
                    </a:solidFill>
                  </a:tcPr>
                </a:tc>
                <a:tc>
                  <a:txBody>
                    <a:bodyPr/>
                    <a:lstStyle/>
                    <a:p>
                      <a:pPr algn="l" rtl="0" fontAlgn="b"/>
                      <a:endParaRPr lang="en-US" sz="1100" b="0" i="0" u="none" strike="noStrike">
                        <a:solidFill>
                          <a:srgbClr val="000000"/>
                        </a:solidFill>
                        <a:effectLst/>
                        <a:latin typeface="Calibri" panose="020F0502020204030204" pitchFamily="34" charset="0"/>
                      </a:endParaRPr>
                    </a:p>
                  </a:txBody>
                  <a:tcPr marL="6350" marR="6350" marT="6350" marB="0" anchor="b">
                    <a:solidFill>
                      <a:schemeClr val="bg1">
                        <a:lumMod val="85000"/>
                      </a:schemeClr>
                    </a:solidFill>
                  </a:tcPr>
                </a:tc>
                <a:tc>
                  <a:txBody>
                    <a:bodyPr/>
                    <a:lstStyle/>
                    <a:p>
                      <a:pPr algn="l" rtl="0" fontAlgn="b"/>
                      <a:endParaRPr lang="en-US" sz="1100" b="0" i="0" u="none" strike="noStrike">
                        <a:solidFill>
                          <a:srgbClr val="000000"/>
                        </a:solidFill>
                        <a:effectLst/>
                        <a:latin typeface="Calibri" panose="020F0502020204030204" pitchFamily="34" charset="0"/>
                      </a:endParaRPr>
                    </a:p>
                  </a:txBody>
                  <a:tcPr marL="6350" marR="6350" marT="6350" marB="0" anchor="b">
                    <a:solidFill>
                      <a:schemeClr val="bg1">
                        <a:lumMod val="85000"/>
                      </a:schemeClr>
                    </a:solidFill>
                  </a:tcPr>
                </a:tc>
                <a:tc>
                  <a:txBody>
                    <a:bodyPr/>
                    <a:lstStyle/>
                    <a:p>
                      <a:pPr algn="l" rtl="0" fontAlgn="b"/>
                      <a:endParaRPr lang="en-US" sz="1100" b="0" i="0" u="none" strike="noStrike" dirty="0">
                        <a:solidFill>
                          <a:srgbClr val="000000"/>
                        </a:solidFill>
                        <a:effectLst/>
                        <a:latin typeface="Calibri" panose="020F0502020204030204" pitchFamily="34" charset="0"/>
                      </a:endParaRPr>
                    </a:p>
                  </a:txBody>
                  <a:tcPr marL="6350" marR="6350" marT="6350" marB="0" anchor="b">
                    <a:solidFill>
                      <a:schemeClr val="bg1">
                        <a:lumMod val="85000"/>
                      </a:schemeClr>
                    </a:solidFill>
                  </a:tcPr>
                </a:tc>
                <a:extLst>
                  <a:ext uri="{0D108BD9-81ED-4DB2-BD59-A6C34878D82A}">
                    <a16:rowId xmlns:a16="http://schemas.microsoft.com/office/drawing/2014/main" val="2154452028"/>
                  </a:ext>
                </a:extLst>
              </a:tr>
              <a:tr h="157068">
                <a:tc>
                  <a:txBody>
                    <a:bodyPr/>
                    <a:lstStyle/>
                    <a:p>
                      <a:pPr algn="r" rtl="1" fontAlgn="b"/>
                      <a:r>
                        <a:rPr lang="ar-LY" sz="1200" b="0" i="0" u="none" strike="noStrike">
                          <a:solidFill>
                            <a:srgbClr val="990099"/>
                          </a:solidFill>
                          <a:effectLst/>
                          <a:latin typeface="Calibri" panose="020F0502020204030204" pitchFamily="34" charset="0"/>
                          <a:cs typeface="+mj-cs"/>
                        </a:rPr>
                        <a:t>حملة ذكرى التاسيس 20</a:t>
                      </a:r>
                    </a:p>
                  </a:txBody>
                  <a:tcPr marL="6350" marR="6350" marT="6350" marB="0" anchor="b">
                    <a:solidFill>
                      <a:schemeClr val="bg1">
                        <a:lumMod val="85000"/>
                      </a:schemeClr>
                    </a:solidFill>
                  </a:tcPr>
                </a:tc>
                <a:tc>
                  <a:txBody>
                    <a:bodyPr/>
                    <a:lstStyle/>
                    <a:p>
                      <a:pPr algn="l" rtl="0" fontAlgn="b"/>
                      <a:endParaRPr lang="en-US" sz="1100" b="0" i="0" u="none" strike="noStrike">
                        <a:solidFill>
                          <a:srgbClr val="000000"/>
                        </a:solidFill>
                        <a:effectLst/>
                        <a:latin typeface="Wingdings" panose="05000000000000000000" pitchFamily="2" charset="2"/>
                      </a:endParaRPr>
                    </a:p>
                  </a:txBody>
                  <a:tcPr marL="6350" marR="6350" marT="6350" marB="0" anchor="b">
                    <a:solidFill>
                      <a:srgbClr val="990099"/>
                    </a:solidFill>
                  </a:tcPr>
                </a:tc>
                <a:tc>
                  <a:txBody>
                    <a:bodyPr/>
                    <a:lstStyle/>
                    <a:p>
                      <a:pPr algn="l" rtl="0" fontAlgn="b"/>
                      <a:endParaRPr lang="en-US" sz="1100" b="0" i="0" u="none" strike="noStrike">
                        <a:solidFill>
                          <a:srgbClr val="000000"/>
                        </a:solidFill>
                        <a:effectLst/>
                        <a:latin typeface="Wingdings" panose="05000000000000000000" pitchFamily="2" charset="2"/>
                      </a:endParaRPr>
                    </a:p>
                  </a:txBody>
                  <a:tcPr marL="6350" marR="6350" marT="6350" marB="0" anchor="b">
                    <a:solidFill>
                      <a:schemeClr val="bg1">
                        <a:lumMod val="85000"/>
                      </a:schemeClr>
                    </a:solidFill>
                  </a:tcPr>
                </a:tc>
                <a:tc>
                  <a:txBody>
                    <a:bodyPr/>
                    <a:lstStyle/>
                    <a:p>
                      <a:pPr algn="l" rtl="0" fontAlgn="b"/>
                      <a:endParaRPr lang="en-US" sz="1100" b="0" i="0" u="none" strike="noStrike">
                        <a:solidFill>
                          <a:srgbClr val="000000"/>
                        </a:solidFill>
                        <a:effectLst/>
                        <a:latin typeface="Wingdings" panose="05000000000000000000" pitchFamily="2" charset="2"/>
                      </a:endParaRPr>
                    </a:p>
                  </a:txBody>
                  <a:tcPr marL="6350" marR="6350" marT="6350" marB="0" anchor="b">
                    <a:solidFill>
                      <a:schemeClr val="bg1">
                        <a:lumMod val="85000"/>
                      </a:schemeClr>
                    </a:solidFill>
                  </a:tcPr>
                </a:tc>
                <a:tc>
                  <a:txBody>
                    <a:bodyPr/>
                    <a:lstStyle/>
                    <a:p>
                      <a:pPr algn="l" rtl="0" fontAlgn="b"/>
                      <a:endParaRPr lang="en-US" sz="1100" b="0" i="0" u="none" strike="noStrike" dirty="0">
                        <a:solidFill>
                          <a:srgbClr val="000000"/>
                        </a:solidFill>
                        <a:effectLst/>
                        <a:latin typeface="Wingdings" panose="05000000000000000000" pitchFamily="2" charset="2"/>
                      </a:endParaRPr>
                    </a:p>
                  </a:txBody>
                  <a:tcPr marL="6350" marR="6350" marT="6350" marB="0" anchor="b">
                    <a:solidFill>
                      <a:schemeClr val="bg1">
                        <a:lumMod val="85000"/>
                      </a:schemeClr>
                    </a:solidFill>
                  </a:tcPr>
                </a:tc>
                <a:tc>
                  <a:txBody>
                    <a:bodyPr/>
                    <a:lstStyle/>
                    <a:p>
                      <a:pPr algn="l" rtl="0" fontAlgn="b"/>
                      <a:endParaRPr lang="en-US" sz="1100" b="0" i="0" u="none" strike="noStrike">
                        <a:solidFill>
                          <a:srgbClr val="000000"/>
                        </a:solidFill>
                        <a:effectLst/>
                        <a:latin typeface="Wingdings" panose="05000000000000000000" pitchFamily="2" charset="2"/>
                      </a:endParaRPr>
                    </a:p>
                  </a:txBody>
                  <a:tcPr marL="6350" marR="6350" marT="6350" marB="0" anchor="b">
                    <a:solidFill>
                      <a:srgbClr val="990099"/>
                    </a:solidFill>
                  </a:tcPr>
                </a:tc>
                <a:tc>
                  <a:txBody>
                    <a:bodyPr/>
                    <a:lstStyle/>
                    <a:p>
                      <a:pPr algn="l" rtl="0" fontAlgn="b"/>
                      <a:endParaRPr lang="en-US" sz="1100" b="0" i="0" u="none" strike="noStrike" dirty="0">
                        <a:solidFill>
                          <a:srgbClr val="000000"/>
                        </a:solidFill>
                        <a:effectLst/>
                        <a:latin typeface="Wingdings" panose="05000000000000000000" pitchFamily="2" charset="2"/>
                      </a:endParaRPr>
                    </a:p>
                  </a:txBody>
                  <a:tcPr marL="6350" marR="6350" marT="6350" marB="0" anchor="b">
                    <a:solidFill>
                      <a:srgbClr val="990099"/>
                    </a:solidFill>
                  </a:tcPr>
                </a:tc>
                <a:tc>
                  <a:txBody>
                    <a:bodyPr/>
                    <a:lstStyle/>
                    <a:p>
                      <a:pPr algn="l" rtl="0" fontAlgn="b"/>
                      <a:endParaRPr lang="en-US" sz="1100" b="0" i="0" u="none" strike="noStrike" dirty="0">
                        <a:solidFill>
                          <a:srgbClr val="000000"/>
                        </a:solidFill>
                        <a:effectLst/>
                        <a:latin typeface="Wingdings" panose="05000000000000000000" pitchFamily="2" charset="2"/>
                      </a:endParaRPr>
                    </a:p>
                  </a:txBody>
                  <a:tcPr marL="6350" marR="6350" marT="6350" marB="0" anchor="b">
                    <a:solidFill>
                      <a:srgbClr val="990099"/>
                    </a:solidFill>
                  </a:tcPr>
                </a:tc>
                <a:tc>
                  <a:txBody>
                    <a:bodyPr/>
                    <a:lstStyle/>
                    <a:p>
                      <a:pPr algn="l" rtl="0" fontAlgn="b"/>
                      <a:endParaRPr lang="en-US" sz="1100" b="0" i="0" u="none" strike="noStrike" dirty="0">
                        <a:solidFill>
                          <a:srgbClr val="000000"/>
                        </a:solidFill>
                        <a:effectLst/>
                        <a:latin typeface="Wingdings" panose="05000000000000000000" pitchFamily="2" charset="2"/>
                      </a:endParaRPr>
                    </a:p>
                  </a:txBody>
                  <a:tcPr marL="6350" marR="6350" marT="6350" marB="0" anchor="b">
                    <a:solidFill>
                      <a:srgbClr val="990099"/>
                    </a:solidFill>
                  </a:tcPr>
                </a:tc>
                <a:tc>
                  <a:txBody>
                    <a:bodyPr/>
                    <a:lstStyle/>
                    <a:p>
                      <a:pPr algn="l" rtl="0" fontAlgn="b"/>
                      <a:endParaRPr lang="en-US" sz="1100" b="0" i="0" u="none" strike="noStrike" dirty="0">
                        <a:solidFill>
                          <a:srgbClr val="000000"/>
                        </a:solidFill>
                        <a:effectLst/>
                        <a:latin typeface="Wingdings" panose="05000000000000000000" pitchFamily="2" charset="2"/>
                      </a:endParaRPr>
                    </a:p>
                  </a:txBody>
                  <a:tcPr marL="6350" marR="6350" marT="6350" marB="0" anchor="b">
                    <a:solidFill>
                      <a:srgbClr val="990099"/>
                    </a:solidFill>
                  </a:tcPr>
                </a:tc>
                <a:tc>
                  <a:txBody>
                    <a:bodyPr/>
                    <a:lstStyle/>
                    <a:p>
                      <a:pPr algn="l" rtl="0" fontAlgn="b"/>
                      <a:endParaRPr lang="en-US" sz="1100" b="0" i="0" u="none" strike="noStrike" dirty="0">
                        <a:solidFill>
                          <a:srgbClr val="000000"/>
                        </a:solidFill>
                        <a:effectLst/>
                        <a:latin typeface="Wingdings" panose="05000000000000000000" pitchFamily="2" charset="2"/>
                      </a:endParaRPr>
                    </a:p>
                  </a:txBody>
                  <a:tcPr marL="6350" marR="6350" marT="6350" marB="0" anchor="b">
                    <a:solidFill>
                      <a:srgbClr val="990099"/>
                    </a:solidFill>
                  </a:tcPr>
                </a:tc>
                <a:tc>
                  <a:txBody>
                    <a:bodyPr/>
                    <a:lstStyle/>
                    <a:p>
                      <a:pPr algn="l" rtl="0" fontAlgn="b"/>
                      <a:endParaRPr lang="en-US" sz="1100" b="0" i="0" u="none" strike="noStrike">
                        <a:solidFill>
                          <a:srgbClr val="000000"/>
                        </a:solidFill>
                        <a:effectLst/>
                        <a:latin typeface="Calibri" panose="020F0502020204030204" pitchFamily="34" charset="0"/>
                      </a:endParaRPr>
                    </a:p>
                  </a:txBody>
                  <a:tcPr marL="6350" marR="6350" marT="6350" marB="0" anchor="b">
                    <a:solidFill>
                      <a:schemeClr val="bg1">
                        <a:lumMod val="85000"/>
                      </a:schemeClr>
                    </a:solidFill>
                  </a:tcPr>
                </a:tc>
                <a:tc>
                  <a:txBody>
                    <a:bodyPr/>
                    <a:lstStyle/>
                    <a:p>
                      <a:pPr algn="l" rtl="0" fontAlgn="b"/>
                      <a:endParaRPr lang="en-US" sz="1100" b="0" i="0" u="none" strike="noStrike">
                        <a:solidFill>
                          <a:srgbClr val="000000"/>
                        </a:solidFill>
                        <a:effectLst/>
                        <a:latin typeface="Calibri" panose="020F0502020204030204" pitchFamily="34" charset="0"/>
                      </a:endParaRPr>
                    </a:p>
                  </a:txBody>
                  <a:tcPr marL="6350" marR="6350" marT="6350" marB="0" anchor="b">
                    <a:solidFill>
                      <a:schemeClr val="bg1">
                        <a:lumMod val="85000"/>
                      </a:schemeClr>
                    </a:solidFill>
                  </a:tcPr>
                </a:tc>
                <a:tc>
                  <a:txBody>
                    <a:bodyPr/>
                    <a:lstStyle/>
                    <a:p>
                      <a:pPr algn="l" rtl="0" fontAlgn="b"/>
                      <a:endParaRPr lang="en-US" sz="1100" b="0" i="0" u="none" strike="noStrike">
                        <a:solidFill>
                          <a:srgbClr val="000000"/>
                        </a:solidFill>
                        <a:effectLst/>
                        <a:latin typeface="Calibri" panose="020F0502020204030204" pitchFamily="34" charset="0"/>
                      </a:endParaRPr>
                    </a:p>
                  </a:txBody>
                  <a:tcPr marL="6350" marR="6350" marT="6350" marB="0" anchor="b">
                    <a:solidFill>
                      <a:schemeClr val="bg1">
                        <a:lumMod val="85000"/>
                      </a:schemeClr>
                    </a:solidFill>
                  </a:tcPr>
                </a:tc>
                <a:extLst>
                  <a:ext uri="{0D108BD9-81ED-4DB2-BD59-A6C34878D82A}">
                    <a16:rowId xmlns:a16="http://schemas.microsoft.com/office/drawing/2014/main" val="202507054"/>
                  </a:ext>
                </a:extLst>
              </a:tr>
              <a:tr h="157068">
                <a:tc>
                  <a:txBody>
                    <a:bodyPr/>
                    <a:lstStyle/>
                    <a:p>
                      <a:pPr algn="r" rtl="1" fontAlgn="b"/>
                      <a:r>
                        <a:rPr lang="ar-LY" sz="1200" b="0" i="0" u="none" strike="noStrike">
                          <a:solidFill>
                            <a:srgbClr val="990099"/>
                          </a:solidFill>
                          <a:effectLst/>
                          <a:latin typeface="Calibri" panose="020F0502020204030204" pitchFamily="34" charset="0"/>
                          <a:cs typeface="+mj-cs"/>
                        </a:rPr>
                        <a:t>عيد الأضحى</a:t>
                      </a:r>
                    </a:p>
                  </a:txBody>
                  <a:tcPr marL="6350" marR="6350" marT="6350" marB="0" anchor="b">
                    <a:solidFill>
                      <a:schemeClr val="bg1">
                        <a:lumMod val="85000"/>
                      </a:schemeClr>
                    </a:solidFill>
                  </a:tcPr>
                </a:tc>
                <a:tc>
                  <a:txBody>
                    <a:bodyPr/>
                    <a:lstStyle/>
                    <a:p>
                      <a:pPr algn="l" rtl="0" fontAlgn="b"/>
                      <a:endParaRPr lang="en-US" sz="1100" b="0" i="0" u="none" strike="noStrike">
                        <a:solidFill>
                          <a:srgbClr val="000000"/>
                        </a:solidFill>
                        <a:effectLst/>
                        <a:latin typeface="Wingdings" panose="05000000000000000000" pitchFamily="2" charset="2"/>
                      </a:endParaRPr>
                    </a:p>
                  </a:txBody>
                  <a:tcPr marL="6350" marR="6350" marT="6350" marB="0" anchor="b">
                    <a:solidFill>
                      <a:srgbClr val="990099"/>
                    </a:solidFill>
                  </a:tcPr>
                </a:tc>
                <a:tc>
                  <a:txBody>
                    <a:bodyPr/>
                    <a:lstStyle/>
                    <a:p>
                      <a:pPr algn="l" rtl="0" fontAlgn="b"/>
                      <a:endParaRPr lang="en-US" sz="1100" b="0" i="0" u="none" strike="noStrike">
                        <a:solidFill>
                          <a:srgbClr val="000000"/>
                        </a:solidFill>
                        <a:effectLst/>
                        <a:latin typeface="Wingdings" panose="05000000000000000000" pitchFamily="2" charset="2"/>
                      </a:endParaRPr>
                    </a:p>
                  </a:txBody>
                  <a:tcPr marL="6350" marR="6350" marT="6350" marB="0" anchor="b">
                    <a:solidFill>
                      <a:schemeClr val="bg1">
                        <a:lumMod val="85000"/>
                      </a:schemeClr>
                    </a:solidFill>
                  </a:tcPr>
                </a:tc>
                <a:tc>
                  <a:txBody>
                    <a:bodyPr/>
                    <a:lstStyle/>
                    <a:p>
                      <a:pPr algn="l" rtl="0" fontAlgn="b"/>
                      <a:endParaRPr lang="en-US" sz="1100" b="0" i="0" u="none" strike="noStrike">
                        <a:solidFill>
                          <a:srgbClr val="000000"/>
                        </a:solidFill>
                        <a:effectLst/>
                        <a:latin typeface="Wingdings" panose="05000000000000000000" pitchFamily="2" charset="2"/>
                      </a:endParaRPr>
                    </a:p>
                  </a:txBody>
                  <a:tcPr marL="6350" marR="6350" marT="6350" marB="0" anchor="b">
                    <a:solidFill>
                      <a:schemeClr val="bg1">
                        <a:lumMod val="85000"/>
                      </a:schemeClr>
                    </a:solidFill>
                  </a:tcPr>
                </a:tc>
                <a:tc>
                  <a:txBody>
                    <a:bodyPr/>
                    <a:lstStyle/>
                    <a:p>
                      <a:pPr algn="l" rtl="0" fontAlgn="b"/>
                      <a:endParaRPr lang="en-US" sz="1100" b="0" i="0" u="none" strike="noStrike" dirty="0">
                        <a:solidFill>
                          <a:srgbClr val="000000"/>
                        </a:solidFill>
                        <a:effectLst/>
                        <a:latin typeface="Wingdings" panose="05000000000000000000" pitchFamily="2" charset="2"/>
                      </a:endParaRPr>
                    </a:p>
                  </a:txBody>
                  <a:tcPr marL="6350" marR="6350" marT="6350" marB="0" anchor="b">
                    <a:solidFill>
                      <a:schemeClr val="bg1">
                        <a:lumMod val="85000"/>
                      </a:schemeClr>
                    </a:solidFill>
                  </a:tcPr>
                </a:tc>
                <a:tc>
                  <a:txBody>
                    <a:bodyPr/>
                    <a:lstStyle/>
                    <a:p>
                      <a:pPr algn="l" rtl="0" fontAlgn="b"/>
                      <a:endParaRPr lang="en-US" sz="1100" b="0" i="0" u="none" strike="noStrike">
                        <a:solidFill>
                          <a:srgbClr val="000000"/>
                        </a:solidFill>
                        <a:effectLst/>
                        <a:latin typeface="Wingdings" panose="05000000000000000000" pitchFamily="2" charset="2"/>
                      </a:endParaRPr>
                    </a:p>
                  </a:txBody>
                  <a:tcPr marL="6350" marR="6350" marT="6350" marB="0" anchor="b">
                    <a:solidFill>
                      <a:srgbClr val="990099"/>
                    </a:solidFill>
                  </a:tcPr>
                </a:tc>
                <a:tc>
                  <a:txBody>
                    <a:bodyPr/>
                    <a:lstStyle/>
                    <a:p>
                      <a:pPr algn="l" rtl="0" fontAlgn="b"/>
                      <a:endParaRPr lang="en-US" sz="1100" b="0" i="0" u="none" strike="noStrike">
                        <a:solidFill>
                          <a:srgbClr val="000000"/>
                        </a:solidFill>
                        <a:effectLst/>
                        <a:latin typeface="Wingdings" panose="05000000000000000000" pitchFamily="2" charset="2"/>
                      </a:endParaRPr>
                    </a:p>
                  </a:txBody>
                  <a:tcPr marL="6350" marR="6350" marT="6350" marB="0" anchor="b">
                    <a:solidFill>
                      <a:srgbClr val="990099"/>
                    </a:solidFill>
                  </a:tcPr>
                </a:tc>
                <a:tc>
                  <a:txBody>
                    <a:bodyPr/>
                    <a:lstStyle/>
                    <a:p>
                      <a:pPr algn="l" rtl="0" fontAlgn="b"/>
                      <a:endParaRPr lang="en-US" sz="1100" b="0" i="0" u="none" strike="noStrike">
                        <a:solidFill>
                          <a:srgbClr val="000000"/>
                        </a:solidFill>
                        <a:effectLst/>
                        <a:latin typeface="Wingdings" panose="05000000000000000000" pitchFamily="2" charset="2"/>
                      </a:endParaRPr>
                    </a:p>
                  </a:txBody>
                  <a:tcPr marL="6350" marR="6350" marT="6350" marB="0" anchor="b">
                    <a:solidFill>
                      <a:srgbClr val="990099"/>
                    </a:solidFill>
                  </a:tcPr>
                </a:tc>
                <a:tc>
                  <a:txBody>
                    <a:bodyPr/>
                    <a:lstStyle/>
                    <a:p>
                      <a:pPr algn="l" rtl="0" fontAlgn="b"/>
                      <a:endParaRPr lang="en-US" sz="1100" b="0" i="0" u="none" strike="noStrike">
                        <a:solidFill>
                          <a:srgbClr val="000000"/>
                        </a:solidFill>
                        <a:effectLst/>
                        <a:latin typeface="Wingdings" panose="05000000000000000000" pitchFamily="2" charset="2"/>
                      </a:endParaRPr>
                    </a:p>
                  </a:txBody>
                  <a:tcPr marL="6350" marR="6350" marT="6350" marB="0" anchor="b">
                    <a:solidFill>
                      <a:srgbClr val="990099"/>
                    </a:solidFill>
                  </a:tcPr>
                </a:tc>
                <a:tc>
                  <a:txBody>
                    <a:bodyPr/>
                    <a:lstStyle/>
                    <a:p>
                      <a:pPr algn="l" rtl="0" fontAlgn="b"/>
                      <a:endParaRPr lang="en-US" sz="1100" b="0" i="0" u="none" strike="noStrike">
                        <a:solidFill>
                          <a:srgbClr val="000000"/>
                        </a:solidFill>
                        <a:effectLst/>
                        <a:latin typeface="Wingdings" panose="05000000000000000000" pitchFamily="2" charset="2"/>
                      </a:endParaRPr>
                    </a:p>
                  </a:txBody>
                  <a:tcPr marL="6350" marR="6350" marT="6350" marB="0" anchor="b">
                    <a:solidFill>
                      <a:srgbClr val="990099"/>
                    </a:solidFill>
                  </a:tcPr>
                </a:tc>
                <a:tc>
                  <a:txBody>
                    <a:bodyPr/>
                    <a:lstStyle/>
                    <a:p>
                      <a:pPr algn="l" rtl="0" fontAlgn="b"/>
                      <a:endParaRPr lang="en-US" sz="1100" b="0" i="0" u="none" strike="noStrike" dirty="0">
                        <a:solidFill>
                          <a:srgbClr val="000000"/>
                        </a:solidFill>
                        <a:effectLst/>
                        <a:latin typeface="Wingdings" panose="05000000000000000000" pitchFamily="2" charset="2"/>
                      </a:endParaRPr>
                    </a:p>
                  </a:txBody>
                  <a:tcPr marL="6350" marR="6350" marT="6350" marB="0" anchor="b">
                    <a:solidFill>
                      <a:srgbClr val="990099"/>
                    </a:solidFill>
                  </a:tcPr>
                </a:tc>
                <a:tc>
                  <a:txBody>
                    <a:bodyPr/>
                    <a:lstStyle/>
                    <a:p>
                      <a:pPr algn="l" rtl="0" fontAlgn="b"/>
                      <a:endParaRPr lang="en-US" sz="1100" b="0" i="0" u="none" strike="noStrike">
                        <a:solidFill>
                          <a:srgbClr val="000000"/>
                        </a:solidFill>
                        <a:effectLst/>
                        <a:latin typeface="Calibri" panose="020F0502020204030204" pitchFamily="34" charset="0"/>
                      </a:endParaRPr>
                    </a:p>
                  </a:txBody>
                  <a:tcPr marL="6350" marR="6350" marT="6350" marB="0" anchor="b">
                    <a:solidFill>
                      <a:schemeClr val="bg1">
                        <a:lumMod val="85000"/>
                      </a:schemeClr>
                    </a:solidFill>
                  </a:tcPr>
                </a:tc>
                <a:tc>
                  <a:txBody>
                    <a:bodyPr/>
                    <a:lstStyle/>
                    <a:p>
                      <a:pPr algn="l" rtl="0" fontAlgn="b"/>
                      <a:endParaRPr lang="en-US" sz="1100" b="0" i="0" u="none" strike="noStrike">
                        <a:solidFill>
                          <a:srgbClr val="000000"/>
                        </a:solidFill>
                        <a:effectLst/>
                        <a:latin typeface="Calibri" panose="020F0502020204030204" pitchFamily="34" charset="0"/>
                      </a:endParaRPr>
                    </a:p>
                  </a:txBody>
                  <a:tcPr marL="6350" marR="6350" marT="6350" marB="0" anchor="b">
                    <a:solidFill>
                      <a:schemeClr val="bg1">
                        <a:lumMod val="85000"/>
                      </a:schemeClr>
                    </a:solidFill>
                  </a:tcPr>
                </a:tc>
                <a:tc>
                  <a:txBody>
                    <a:bodyPr/>
                    <a:lstStyle/>
                    <a:p>
                      <a:pPr algn="l" rtl="0" fontAlgn="b"/>
                      <a:endParaRPr lang="en-US" sz="1100" b="0" i="0" u="none" strike="noStrike">
                        <a:solidFill>
                          <a:srgbClr val="000000"/>
                        </a:solidFill>
                        <a:effectLst/>
                        <a:latin typeface="Calibri" panose="020F0502020204030204" pitchFamily="34" charset="0"/>
                      </a:endParaRPr>
                    </a:p>
                  </a:txBody>
                  <a:tcPr marL="6350" marR="6350" marT="6350" marB="0" anchor="b">
                    <a:solidFill>
                      <a:schemeClr val="bg1">
                        <a:lumMod val="85000"/>
                      </a:schemeClr>
                    </a:solidFill>
                  </a:tcPr>
                </a:tc>
                <a:extLst>
                  <a:ext uri="{0D108BD9-81ED-4DB2-BD59-A6C34878D82A}">
                    <a16:rowId xmlns:a16="http://schemas.microsoft.com/office/drawing/2014/main" val="2595054873"/>
                  </a:ext>
                </a:extLst>
              </a:tr>
              <a:tr h="157068">
                <a:tc>
                  <a:txBody>
                    <a:bodyPr/>
                    <a:lstStyle/>
                    <a:p>
                      <a:pPr algn="r" rtl="1" fontAlgn="b"/>
                      <a:r>
                        <a:rPr lang="ar-LY" sz="1200" b="0" i="0" u="none" strike="noStrike">
                          <a:solidFill>
                            <a:srgbClr val="990099"/>
                          </a:solidFill>
                          <a:effectLst/>
                          <a:latin typeface="Calibri" panose="020F0502020204030204" pitchFamily="34" charset="0"/>
                          <a:cs typeface="+mj-cs"/>
                        </a:rPr>
                        <a:t>برنامج الولاء (تطوير)</a:t>
                      </a:r>
                    </a:p>
                  </a:txBody>
                  <a:tcPr marL="6350" marR="6350" marT="6350" marB="0" anchor="b">
                    <a:solidFill>
                      <a:schemeClr val="bg1">
                        <a:lumMod val="85000"/>
                      </a:schemeClr>
                    </a:solidFill>
                  </a:tcPr>
                </a:tc>
                <a:tc>
                  <a:txBody>
                    <a:bodyPr/>
                    <a:lstStyle/>
                    <a:p>
                      <a:pPr algn="l" rtl="0" fontAlgn="b"/>
                      <a:endParaRPr lang="en-US" sz="1100" b="0" i="0" u="none" strike="noStrike" dirty="0">
                        <a:solidFill>
                          <a:srgbClr val="000000"/>
                        </a:solidFill>
                        <a:effectLst/>
                        <a:latin typeface="Wingdings" panose="05000000000000000000" pitchFamily="2" charset="2"/>
                      </a:endParaRPr>
                    </a:p>
                  </a:txBody>
                  <a:tcPr marL="6350" marR="6350" marT="6350" marB="0" anchor="b">
                    <a:solidFill>
                      <a:srgbClr val="990099"/>
                    </a:solidFill>
                  </a:tcPr>
                </a:tc>
                <a:tc>
                  <a:txBody>
                    <a:bodyPr/>
                    <a:lstStyle/>
                    <a:p>
                      <a:pPr algn="l" rtl="0" fontAlgn="b"/>
                      <a:endParaRPr lang="en-US" sz="1100" b="0" i="0" u="none" strike="noStrike">
                        <a:solidFill>
                          <a:srgbClr val="000000"/>
                        </a:solidFill>
                        <a:effectLst/>
                        <a:latin typeface="Calibri" panose="020F0502020204030204" pitchFamily="34" charset="0"/>
                      </a:endParaRPr>
                    </a:p>
                  </a:txBody>
                  <a:tcPr marL="6350" marR="6350" marT="6350" marB="0" anchor="b">
                    <a:solidFill>
                      <a:schemeClr val="bg1">
                        <a:lumMod val="85000"/>
                      </a:schemeClr>
                    </a:solidFill>
                  </a:tcPr>
                </a:tc>
                <a:tc>
                  <a:txBody>
                    <a:bodyPr/>
                    <a:lstStyle/>
                    <a:p>
                      <a:pPr algn="l" rtl="0" fontAlgn="b"/>
                      <a:endParaRPr lang="en-US" sz="1100" b="0" i="0" u="none" strike="noStrike">
                        <a:solidFill>
                          <a:srgbClr val="000000"/>
                        </a:solidFill>
                        <a:effectLst/>
                        <a:latin typeface="Wingdings" panose="05000000000000000000" pitchFamily="2" charset="2"/>
                      </a:endParaRPr>
                    </a:p>
                  </a:txBody>
                  <a:tcPr marL="6350" marR="6350" marT="6350" marB="0" anchor="b">
                    <a:solidFill>
                      <a:schemeClr val="bg1">
                        <a:lumMod val="85000"/>
                      </a:schemeClr>
                    </a:solidFill>
                  </a:tcPr>
                </a:tc>
                <a:tc>
                  <a:txBody>
                    <a:bodyPr/>
                    <a:lstStyle/>
                    <a:p>
                      <a:pPr algn="l" rtl="0" fontAlgn="b"/>
                      <a:endParaRPr lang="en-US" sz="1100" b="0" i="0" u="none" strike="noStrike">
                        <a:solidFill>
                          <a:srgbClr val="000000"/>
                        </a:solidFill>
                        <a:effectLst/>
                        <a:latin typeface="Wingdings" panose="05000000000000000000" pitchFamily="2" charset="2"/>
                      </a:endParaRPr>
                    </a:p>
                  </a:txBody>
                  <a:tcPr marL="6350" marR="6350" marT="6350" marB="0" anchor="b">
                    <a:solidFill>
                      <a:schemeClr val="bg1">
                        <a:lumMod val="85000"/>
                      </a:schemeClr>
                    </a:solidFill>
                  </a:tcPr>
                </a:tc>
                <a:tc>
                  <a:txBody>
                    <a:bodyPr/>
                    <a:lstStyle/>
                    <a:p>
                      <a:pPr algn="l" rtl="0" fontAlgn="b"/>
                      <a:endParaRPr lang="en-US" sz="1100" b="0" i="0" u="none" strike="noStrike">
                        <a:solidFill>
                          <a:srgbClr val="000000"/>
                        </a:solidFill>
                        <a:effectLst/>
                        <a:latin typeface="Wingdings" panose="05000000000000000000" pitchFamily="2" charset="2"/>
                      </a:endParaRPr>
                    </a:p>
                  </a:txBody>
                  <a:tcPr marL="6350" marR="6350" marT="6350" marB="0" anchor="b">
                    <a:solidFill>
                      <a:schemeClr val="bg1">
                        <a:lumMod val="85000"/>
                      </a:schemeClr>
                    </a:solidFill>
                  </a:tcPr>
                </a:tc>
                <a:tc>
                  <a:txBody>
                    <a:bodyPr/>
                    <a:lstStyle/>
                    <a:p>
                      <a:pPr algn="l" rtl="0" fontAlgn="b"/>
                      <a:endParaRPr lang="en-US" sz="1100" b="0" i="0" u="none" strike="noStrike">
                        <a:solidFill>
                          <a:srgbClr val="000000"/>
                        </a:solidFill>
                        <a:effectLst/>
                        <a:latin typeface="Wingdings" panose="05000000000000000000" pitchFamily="2" charset="2"/>
                      </a:endParaRPr>
                    </a:p>
                  </a:txBody>
                  <a:tcPr marL="6350" marR="6350" marT="6350" marB="0" anchor="b">
                    <a:solidFill>
                      <a:schemeClr val="bg1">
                        <a:lumMod val="85000"/>
                      </a:schemeClr>
                    </a:solidFill>
                  </a:tcPr>
                </a:tc>
                <a:tc>
                  <a:txBody>
                    <a:bodyPr/>
                    <a:lstStyle/>
                    <a:p>
                      <a:pPr algn="l" rtl="0" fontAlgn="b"/>
                      <a:endParaRPr lang="en-US" sz="1100" b="0" i="0" u="none" strike="noStrike">
                        <a:solidFill>
                          <a:srgbClr val="000000"/>
                        </a:solidFill>
                        <a:effectLst/>
                        <a:latin typeface="Wingdings" panose="05000000000000000000" pitchFamily="2" charset="2"/>
                      </a:endParaRPr>
                    </a:p>
                  </a:txBody>
                  <a:tcPr marL="6350" marR="6350" marT="6350" marB="0" anchor="b">
                    <a:solidFill>
                      <a:schemeClr val="bg1">
                        <a:lumMod val="85000"/>
                      </a:schemeClr>
                    </a:solidFill>
                  </a:tcPr>
                </a:tc>
                <a:tc>
                  <a:txBody>
                    <a:bodyPr/>
                    <a:lstStyle/>
                    <a:p>
                      <a:pPr algn="l" rtl="0" fontAlgn="b"/>
                      <a:endParaRPr lang="en-US" sz="1100" b="0" i="0" u="none" strike="noStrike" dirty="0">
                        <a:solidFill>
                          <a:srgbClr val="000000"/>
                        </a:solidFill>
                        <a:effectLst/>
                        <a:latin typeface="Wingdings" panose="05000000000000000000" pitchFamily="2" charset="2"/>
                      </a:endParaRPr>
                    </a:p>
                  </a:txBody>
                  <a:tcPr marL="6350" marR="6350" marT="6350" marB="0" anchor="b">
                    <a:solidFill>
                      <a:srgbClr val="990099"/>
                    </a:solidFill>
                  </a:tcPr>
                </a:tc>
                <a:tc>
                  <a:txBody>
                    <a:bodyPr/>
                    <a:lstStyle/>
                    <a:p>
                      <a:pPr algn="l" rtl="0" fontAlgn="b"/>
                      <a:endParaRPr lang="en-US" sz="1100" b="0" i="0" u="none" strike="noStrike">
                        <a:solidFill>
                          <a:srgbClr val="000000"/>
                        </a:solidFill>
                        <a:effectLst/>
                        <a:latin typeface="Wingdings" panose="05000000000000000000" pitchFamily="2" charset="2"/>
                      </a:endParaRPr>
                    </a:p>
                  </a:txBody>
                  <a:tcPr marL="6350" marR="6350" marT="6350" marB="0" anchor="b">
                    <a:solidFill>
                      <a:schemeClr val="bg1">
                        <a:lumMod val="85000"/>
                      </a:schemeClr>
                    </a:solidFill>
                  </a:tcPr>
                </a:tc>
                <a:tc>
                  <a:txBody>
                    <a:bodyPr/>
                    <a:lstStyle/>
                    <a:p>
                      <a:pPr algn="l" rtl="0" fontAlgn="b"/>
                      <a:endParaRPr lang="en-US" sz="1100" b="0" i="0" u="none" strike="noStrike" dirty="0">
                        <a:solidFill>
                          <a:srgbClr val="000000"/>
                        </a:solidFill>
                        <a:effectLst/>
                        <a:latin typeface="Wingdings" panose="05000000000000000000" pitchFamily="2" charset="2"/>
                      </a:endParaRPr>
                    </a:p>
                  </a:txBody>
                  <a:tcPr marL="6350" marR="6350" marT="6350" marB="0" anchor="b">
                    <a:solidFill>
                      <a:srgbClr val="990099"/>
                    </a:solidFill>
                  </a:tcPr>
                </a:tc>
                <a:tc>
                  <a:txBody>
                    <a:bodyPr/>
                    <a:lstStyle/>
                    <a:p>
                      <a:pPr algn="l" rtl="0" fontAlgn="b"/>
                      <a:endParaRPr lang="en-US" sz="1100" b="0" i="0" u="none" strike="noStrike">
                        <a:solidFill>
                          <a:srgbClr val="000000"/>
                        </a:solidFill>
                        <a:effectLst/>
                        <a:latin typeface="Calibri" panose="020F0502020204030204" pitchFamily="34" charset="0"/>
                      </a:endParaRPr>
                    </a:p>
                  </a:txBody>
                  <a:tcPr marL="6350" marR="6350" marT="6350" marB="0" anchor="b">
                    <a:solidFill>
                      <a:schemeClr val="bg1">
                        <a:lumMod val="85000"/>
                      </a:schemeClr>
                    </a:solidFill>
                  </a:tcPr>
                </a:tc>
                <a:tc>
                  <a:txBody>
                    <a:bodyPr/>
                    <a:lstStyle/>
                    <a:p>
                      <a:pPr algn="l" rtl="0" fontAlgn="b"/>
                      <a:endParaRPr lang="en-US" sz="1100" b="0" i="0" u="none" strike="noStrike">
                        <a:solidFill>
                          <a:srgbClr val="000000"/>
                        </a:solidFill>
                        <a:effectLst/>
                        <a:latin typeface="Calibri" panose="020F0502020204030204" pitchFamily="34" charset="0"/>
                      </a:endParaRPr>
                    </a:p>
                  </a:txBody>
                  <a:tcPr marL="6350" marR="6350" marT="6350" marB="0" anchor="b">
                    <a:solidFill>
                      <a:schemeClr val="bg1">
                        <a:lumMod val="85000"/>
                      </a:schemeClr>
                    </a:solidFill>
                  </a:tcPr>
                </a:tc>
                <a:tc>
                  <a:txBody>
                    <a:bodyPr/>
                    <a:lstStyle/>
                    <a:p>
                      <a:pPr algn="l" rtl="0" fontAlgn="b"/>
                      <a:endParaRPr lang="en-US" sz="1100" b="0" i="0" u="none" strike="noStrike">
                        <a:solidFill>
                          <a:srgbClr val="000000"/>
                        </a:solidFill>
                        <a:effectLst/>
                        <a:latin typeface="Calibri" panose="020F0502020204030204" pitchFamily="34" charset="0"/>
                      </a:endParaRPr>
                    </a:p>
                  </a:txBody>
                  <a:tcPr marL="6350" marR="6350" marT="6350" marB="0" anchor="b">
                    <a:solidFill>
                      <a:schemeClr val="bg1">
                        <a:lumMod val="85000"/>
                      </a:schemeClr>
                    </a:solidFill>
                  </a:tcPr>
                </a:tc>
                <a:extLst>
                  <a:ext uri="{0D108BD9-81ED-4DB2-BD59-A6C34878D82A}">
                    <a16:rowId xmlns:a16="http://schemas.microsoft.com/office/drawing/2014/main" val="2774968243"/>
                  </a:ext>
                </a:extLst>
              </a:tr>
              <a:tr h="157068">
                <a:tc>
                  <a:txBody>
                    <a:bodyPr/>
                    <a:lstStyle/>
                    <a:p>
                      <a:pPr algn="r" rtl="1" fontAlgn="b"/>
                      <a:r>
                        <a:rPr lang="ar-LY" sz="1200" b="0" i="0" u="none" strike="noStrike">
                          <a:solidFill>
                            <a:srgbClr val="990099"/>
                          </a:solidFill>
                          <a:effectLst/>
                          <a:latin typeface="Calibri" panose="020F0502020204030204" pitchFamily="34" charset="0"/>
                          <a:cs typeface="+mj-cs"/>
                        </a:rPr>
                        <a:t>الرسائل الدعائية المخصصة</a:t>
                      </a:r>
                    </a:p>
                  </a:txBody>
                  <a:tcPr marL="6350" marR="6350" marT="6350" marB="0" anchor="b">
                    <a:solidFill>
                      <a:schemeClr val="bg1">
                        <a:lumMod val="85000"/>
                      </a:schemeClr>
                    </a:solidFill>
                  </a:tcPr>
                </a:tc>
                <a:tc>
                  <a:txBody>
                    <a:bodyPr/>
                    <a:lstStyle/>
                    <a:p>
                      <a:pPr algn="l" rtl="0" fontAlgn="b"/>
                      <a:endParaRPr lang="en-US" sz="1100" b="0" i="0" u="none" strike="noStrike" dirty="0">
                        <a:solidFill>
                          <a:srgbClr val="000000"/>
                        </a:solidFill>
                        <a:effectLst/>
                        <a:latin typeface="Wingdings" panose="05000000000000000000" pitchFamily="2" charset="2"/>
                      </a:endParaRPr>
                    </a:p>
                  </a:txBody>
                  <a:tcPr marL="6350" marR="6350" marT="6350" marB="0" anchor="b">
                    <a:solidFill>
                      <a:srgbClr val="990099"/>
                    </a:solidFill>
                  </a:tcPr>
                </a:tc>
                <a:tc>
                  <a:txBody>
                    <a:bodyPr/>
                    <a:lstStyle/>
                    <a:p>
                      <a:pPr algn="l" rtl="0" fontAlgn="b"/>
                      <a:endParaRPr lang="en-US" sz="1100" b="0" i="0" u="none" strike="noStrike">
                        <a:solidFill>
                          <a:srgbClr val="000000"/>
                        </a:solidFill>
                        <a:effectLst/>
                        <a:latin typeface="Calibri" panose="020F0502020204030204" pitchFamily="34" charset="0"/>
                      </a:endParaRPr>
                    </a:p>
                  </a:txBody>
                  <a:tcPr marL="6350" marR="6350" marT="6350" marB="0" anchor="b">
                    <a:solidFill>
                      <a:schemeClr val="bg1">
                        <a:lumMod val="85000"/>
                      </a:schemeClr>
                    </a:solidFill>
                  </a:tcPr>
                </a:tc>
                <a:tc>
                  <a:txBody>
                    <a:bodyPr/>
                    <a:lstStyle/>
                    <a:p>
                      <a:pPr algn="l" rtl="0" fontAlgn="b"/>
                      <a:endParaRPr lang="en-US" sz="1100" b="0" i="0" u="none" strike="noStrike">
                        <a:solidFill>
                          <a:srgbClr val="000000"/>
                        </a:solidFill>
                        <a:effectLst/>
                        <a:latin typeface="Calibri" panose="020F0502020204030204" pitchFamily="34" charset="0"/>
                      </a:endParaRPr>
                    </a:p>
                  </a:txBody>
                  <a:tcPr marL="6350" marR="6350" marT="6350" marB="0" anchor="b">
                    <a:solidFill>
                      <a:schemeClr val="bg1">
                        <a:lumMod val="85000"/>
                      </a:schemeClr>
                    </a:solidFill>
                  </a:tcPr>
                </a:tc>
                <a:tc>
                  <a:txBody>
                    <a:bodyPr/>
                    <a:lstStyle/>
                    <a:p>
                      <a:pPr algn="l" rtl="0" fontAlgn="b"/>
                      <a:endParaRPr lang="en-US" sz="1100" b="0" i="0" u="none" strike="noStrike" dirty="0">
                        <a:solidFill>
                          <a:srgbClr val="000000"/>
                        </a:solidFill>
                        <a:effectLst/>
                        <a:latin typeface="Wingdings" panose="05000000000000000000" pitchFamily="2" charset="2"/>
                      </a:endParaRPr>
                    </a:p>
                  </a:txBody>
                  <a:tcPr marL="6350" marR="6350" marT="6350" marB="0" anchor="b">
                    <a:solidFill>
                      <a:srgbClr val="990099"/>
                    </a:solidFill>
                  </a:tcPr>
                </a:tc>
                <a:tc>
                  <a:txBody>
                    <a:bodyPr/>
                    <a:lstStyle/>
                    <a:p>
                      <a:pPr algn="l" rtl="0" fontAlgn="b"/>
                      <a:endParaRPr lang="en-US" sz="1100" b="0" i="0" u="none" strike="noStrike">
                        <a:solidFill>
                          <a:srgbClr val="000000"/>
                        </a:solidFill>
                        <a:effectLst/>
                        <a:latin typeface="Wingdings" panose="05000000000000000000" pitchFamily="2" charset="2"/>
                      </a:endParaRPr>
                    </a:p>
                  </a:txBody>
                  <a:tcPr marL="6350" marR="6350" marT="6350" marB="0" anchor="b">
                    <a:solidFill>
                      <a:schemeClr val="bg1">
                        <a:lumMod val="85000"/>
                      </a:schemeClr>
                    </a:solidFill>
                  </a:tcPr>
                </a:tc>
                <a:tc>
                  <a:txBody>
                    <a:bodyPr/>
                    <a:lstStyle/>
                    <a:p>
                      <a:pPr algn="l" rtl="0" fontAlgn="b"/>
                      <a:endParaRPr lang="en-US" sz="1100" b="0" i="0" u="none" strike="noStrike">
                        <a:solidFill>
                          <a:srgbClr val="000000"/>
                        </a:solidFill>
                        <a:effectLst/>
                        <a:latin typeface="Wingdings" panose="05000000000000000000" pitchFamily="2" charset="2"/>
                      </a:endParaRPr>
                    </a:p>
                  </a:txBody>
                  <a:tcPr marL="6350" marR="6350" marT="6350" marB="0" anchor="b">
                    <a:solidFill>
                      <a:schemeClr val="bg1">
                        <a:lumMod val="85000"/>
                      </a:schemeClr>
                    </a:solidFill>
                  </a:tcPr>
                </a:tc>
                <a:tc>
                  <a:txBody>
                    <a:bodyPr/>
                    <a:lstStyle/>
                    <a:p>
                      <a:pPr algn="l" rtl="0" fontAlgn="b"/>
                      <a:endParaRPr lang="en-US" sz="1100" b="0" i="0" u="none" strike="noStrike">
                        <a:solidFill>
                          <a:srgbClr val="000000"/>
                        </a:solidFill>
                        <a:effectLst/>
                        <a:latin typeface="Wingdings" panose="05000000000000000000" pitchFamily="2" charset="2"/>
                      </a:endParaRPr>
                    </a:p>
                  </a:txBody>
                  <a:tcPr marL="6350" marR="6350" marT="6350" marB="0" anchor="b">
                    <a:solidFill>
                      <a:schemeClr val="bg1">
                        <a:lumMod val="85000"/>
                      </a:schemeClr>
                    </a:solidFill>
                  </a:tcPr>
                </a:tc>
                <a:tc>
                  <a:txBody>
                    <a:bodyPr/>
                    <a:lstStyle/>
                    <a:p>
                      <a:pPr algn="l" rtl="0" fontAlgn="b"/>
                      <a:endParaRPr lang="en-US" sz="1100" b="0" i="0" u="none" strike="noStrike">
                        <a:solidFill>
                          <a:srgbClr val="000000"/>
                        </a:solidFill>
                        <a:effectLst/>
                        <a:latin typeface="Wingdings" panose="05000000000000000000" pitchFamily="2" charset="2"/>
                      </a:endParaRPr>
                    </a:p>
                  </a:txBody>
                  <a:tcPr marL="6350" marR="6350" marT="6350" marB="0" anchor="b">
                    <a:solidFill>
                      <a:schemeClr val="bg1">
                        <a:lumMod val="85000"/>
                      </a:schemeClr>
                    </a:solidFill>
                  </a:tcPr>
                </a:tc>
                <a:tc>
                  <a:txBody>
                    <a:bodyPr/>
                    <a:lstStyle/>
                    <a:p>
                      <a:pPr algn="l" rtl="0" fontAlgn="b"/>
                      <a:endParaRPr lang="en-US" sz="1100" b="0" i="0" u="none" strike="noStrike">
                        <a:solidFill>
                          <a:srgbClr val="000000"/>
                        </a:solidFill>
                        <a:effectLst/>
                        <a:latin typeface="Wingdings" panose="05000000000000000000" pitchFamily="2" charset="2"/>
                      </a:endParaRPr>
                    </a:p>
                  </a:txBody>
                  <a:tcPr marL="6350" marR="6350" marT="6350" marB="0" anchor="b">
                    <a:solidFill>
                      <a:schemeClr val="bg1">
                        <a:lumMod val="85000"/>
                      </a:schemeClr>
                    </a:solidFill>
                  </a:tcPr>
                </a:tc>
                <a:tc>
                  <a:txBody>
                    <a:bodyPr/>
                    <a:lstStyle/>
                    <a:p>
                      <a:pPr algn="l" rtl="0" fontAlgn="b"/>
                      <a:endParaRPr lang="en-US" sz="1100" b="0" i="0" u="none" strike="noStrike">
                        <a:solidFill>
                          <a:srgbClr val="000000"/>
                        </a:solidFill>
                        <a:effectLst/>
                        <a:latin typeface="Calibri" panose="020F0502020204030204" pitchFamily="34" charset="0"/>
                      </a:endParaRPr>
                    </a:p>
                  </a:txBody>
                  <a:tcPr marL="6350" marR="6350" marT="6350" marB="0" anchor="b">
                    <a:solidFill>
                      <a:schemeClr val="bg1">
                        <a:lumMod val="85000"/>
                      </a:schemeClr>
                    </a:solidFill>
                  </a:tcPr>
                </a:tc>
                <a:tc>
                  <a:txBody>
                    <a:bodyPr/>
                    <a:lstStyle/>
                    <a:p>
                      <a:pPr algn="l" rtl="0" fontAlgn="b"/>
                      <a:endParaRPr lang="en-US" sz="1100" b="0" i="0" u="none" strike="noStrike">
                        <a:solidFill>
                          <a:srgbClr val="000000"/>
                        </a:solidFill>
                        <a:effectLst/>
                        <a:latin typeface="Calibri" panose="020F0502020204030204" pitchFamily="34" charset="0"/>
                      </a:endParaRPr>
                    </a:p>
                  </a:txBody>
                  <a:tcPr marL="6350" marR="6350" marT="6350" marB="0" anchor="b">
                    <a:solidFill>
                      <a:schemeClr val="bg1">
                        <a:lumMod val="85000"/>
                      </a:schemeClr>
                    </a:solidFill>
                  </a:tcPr>
                </a:tc>
                <a:tc>
                  <a:txBody>
                    <a:bodyPr/>
                    <a:lstStyle/>
                    <a:p>
                      <a:pPr algn="l" rtl="0" fontAlgn="b"/>
                      <a:endParaRPr lang="en-US" sz="1100" b="0" i="0" u="none" strike="noStrike">
                        <a:solidFill>
                          <a:srgbClr val="000000"/>
                        </a:solidFill>
                        <a:effectLst/>
                        <a:latin typeface="Calibri" panose="020F0502020204030204" pitchFamily="34" charset="0"/>
                      </a:endParaRPr>
                    </a:p>
                  </a:txBody>
                  <a:tcPr marL="6350" marR="6350" marT="6350" marB="0" anchor="b">
                    <a:solidFill>
                      <a:schemeClr val="bg1">
                        <a:lumMod val="85000"/>
                      </a:schemeClr>
                    </a:solidFill>
                  </a:tcPr>
                </a:tc>
                <a:tc>
                  <a:txBody>
                    <a:bodyPr/>
                    <a:lstStyle/>
                    <a:p>
                      <a:pPr algn="l" rtl="0" fontAlgn="b"/>
                      <a:endParaRPr lang="en-US" sz="1100" b="0" i="0" u="none" strike="noStrike">
                        <a:solidFill>
                          <a:srgbClr val="000000"/>
                        </a:solidFill>
                        <a:effectLst/>
                        <a:latin typeface="Calibri" panose="020F0502020204030204" pitchFamily="34" charset="0"/>
                      </a:endParaRPr>
                    </a:p>
                  </a:txBody>
                  <a:tcPr marL="6350" marR="6350" marT="6350" marB="0" anchor="b">
                    <a:solidFill>
                      <a:schemeClr val="bg1">
                        <a:lumMod val="85000"/>
                      </a:schemeClr>
                    </a:solidFill>
                  </a:tcPr>
                </a:tc>
                <a:extLst>
                  <a:ext uri="{0D108BD9-81ED-4DB2-BD59-A6C34878D82A}">
                    <a16:rowId xmlns:a16="http://schemas.microsoft.com/office/drawing/2014/main" val="516602015"/>
                  </a:ext>
                </a:extLst>
              </a:tr>
              <a:tr h="189747">
                <a:tc>
                  <a:txBody>
                    <a:bodyPr/>
                    <a:lstStyle/>
                    <a:p>
                      <a:pPr algn="l" rtl="0" fontAlgn="b"/>
                      <a:r>
                        <a:rPr lang="en-US" sz="1200" b="0" i="0" u="none" strike="noStrike">
                          <a:solidFill>
                            <a:srgbClr val="990099"/>
                          </a:solidFill>
                          <a:effectLst/>
                          <a:latin typeface="Calibri" panose="020F0502020204030204" pitchFamily="34" charset="0"/>
                          <a:cs typeface="+mj-cs"/>
                        </a:rPr>
                        <a:t>volte</a:t>
                      </a:r>
                    </a:p>
                  </a:txBody>
                  <a:tcPr marL="6350" marR="6350" marT="6350" marB="0" anchor="b">
                    <a:solidFill>
                      <a:schemeClr val="bg1">
                        <a:lumMod val="85000"/>
                      </a:schemeClr>
                    </a:solidFill>
                  </a:tcPr>
                </a:tc>
                <a:tc>
                  <a:txBody>
                    <a:bodyPr/>
                    <a:lstStyle/>
                    <a:p>
                      <a:pPr algn="l" rtl="0" fontAlgn="b"/>
                      <a:endParaRPr lang="en-US" sz="1100" b="0" i="0" u="none" strike="noStrike" dirty="0">
                        <a:solidFill>
                          <a:srgbClr val="000000"/>
                        </a:solidFill>
                        <a:effectLst/>
                        <a:latin typeface="Wingdings" panose="05000000000000000000" pitchFamily="2" charset="2"/>
                      </a:endParaRPr>
                    </a:p>
                  </a:txBody>
                  <a:tcPr marL="6350" marR="6350" marT="6350" marB="0" anchor="b">
                    <a:solidFill>
                      <a:srgbClr val="990099"/>
                    </a:solidFill>
                  </a:tcPr>
                </a:tc>
                <a:tc>
                  <a:txBody>
                    <a:bodyPr/>
                    <a:lstStyle/>
                    <a:p>
                      <a:pPr algn="l" rtl="0" fontAlgn="b"/>
                      <a:endParaRPr lang="en-US" sz="1100" b="0" i="0" u="none" strike="noStrike">
                        <a:solidFill>
                          <a:srgbClr val="000000"/>
                        </a:solidFill>
                        <a:effectLst/>
                        <a:latin typeface="Calibri" panose="020F0502020204030204" pitchFamily="34" charset="0"/>
                      </a:endParaRPr>
                    </a:p>
                  </a:txBody>
                  <a:tcPr marL="6350" marR="6350" marT="6350" marB="0" anchor="b">
                    <a:solidFill>
                      <a:schemeClr val="bg1">
                        <a:lumMod val="85000"/>
                      </a:schemeClr>
                    </a:solidFill>
                  </a:tcPr>
                </a:tc>
                <a:tc>
                  <a:txBody>
                    <a:bodyPr/>
                    <a:lstStyle/>
                    <a:p>
                      <a:pPr algn="l" rtl="0" fontAlgn="b"/>
                      <a:endParaRPr lang="en-US" sz="1100" b="0" i="0" u="none" strike="noStrike">
                        <a:solidFill>
                          <a:srgbClr val="000000"/>
                        </a:solidFill>
                        <a:effectLst/>
                        <a:latin typeface="Calibri" panose="020F0502020204030204" pitchFamily="34" charset="0"/>
                      </a:endParaRPr>
                    </a:p>
                  </a:txBody>
                  <a:tcPr marL="6350" marR="6350" marT="6350" marB="0" anchor="b">
                    <a:solidFill>
                      <a:schemeClr val="bg1">
                        <a:lumMod val="85000"/>
                      </a:schemeClr>
                    </a:solidFill>
                  </a:tcPr>
                </a:tc>
                <a:tc>
                  <a:txBody>
                    <a:bodyPr/>
                    <a:lstStyle/>
                    <a:p>
                      <a:pPr algn="l" rtl="0" fontAlgn="b"/>
                      <a:endParaRPr lang="en-US" sz="1100" b="0" i="0" u="none" strike="noStrike">
                        <a:solidFill>
                          <a:srgbClr val="000000"/>
                        </a:solidFill>
                        <a:effectLst/>
                        <a:latin typeface="Wingdings" panose="05000000000000000000" pitchFamily="2" charset="2"/>
                      </a:endParaRPr>
                    </a:p>
                  </a:txBody>
                  <a:tcPr marL="6350" marR="6350" marT="6350" marB="0" anchor="b">
                    <a:solidFill>
                      <a:schemeClr val="bg1">
                        <a:lumMod val="85000"/>
                      </a:schemeClr>
                    </a:solidFill>
                  </a:tcPr>
                </a:tc>
                <a:tc>
                  <a:txBody>
                    <a:bodyPr/>
                    <a:lstStyle/>
                    <a:p>
                      <a:pPr algn="l" rtl="0" fontAlgn="b"/>
                      <a:endParaRPr lang="en-US" sz="1100" b="0" i="0" u="none" strike="noStrike" dirty="0">
                        <a:solidFill>
                          <a:srgbClr val="000000"/>
                        </a:solidFill>
                        <a:effectLst/>
                        <a:latin typeface="Wingdings" panose="05000000000000000000" pitchFamily="2" charset="2"/>
                      </a:endParaRPr>
                    </a:p>
                  </a:txBody>
                  <a:tcPr marL="6350" marR="6350" marT="6350" marB="0" anchor="b">
                    <a:solidFill>
                      <a:srgbClr val="990099"/>
                    </a:solidFill>
                  </a:tcPr>
                </a:tc>
                <a:tc>
                  <a:txBody>
                    <a:bodyPr/>
                    <a:lstStyle/>
                    <a:p>
                      <a:pPr algn="l" rtl="0" fontAlgn="b"/>
                      <a:endParaRPr lang="en-US" sz="1100" b="0" i="0" u="none" strike="noStrike">
                        <a:solidFill>
                          <a:srgbClr val="000000"/>
                        </a:solidFill>
                        <a:effectLst/>
                        <a:latin typeface="Wingdings" panose="05000000000000000000" pitchFamily="2" charset="2"/>
                      </a:endParaRPr>
                    </a:p>
                  </a:txBody>
                  <a:tcPr marL="6350" marR="6350" marT="6350" marB="0" anchor="b">
                    <a:solidFill>
                      <a:srgbClr val="990099"/>
                    </a:solidFill>
                  </a:tcPr>
                </a:tc>
                <a:tc>
                  <a:txBody>
                    <a:bodyPr/>
                    <a:lstStyle/>
                    <a:p>
                      <a:pPr algn="l" rtl="0" fontAlgn="b"/>
                      <a:endParaRPr lang="en-US" sz="1100" b="0" i="0" u="none" strike="noStrike" dirty="0">
                        <a:solidFill>
                          <a:srgbClr val="000000"/>
                        </a:solidFill>
                        <a:effectLst/>
                        <a:latin typeface="Wingdings" panose="05000000000000000000" pitchFamily="2" charset="2"/>
                      </a:endParaRPr>
                    </a:p>
                  </a:txBody>
                  <a:tcPr marL="6350" marR="6350" marT="6350" marB="0" anchor="b">
                    <a:solidFill>
                      <a:srgbClr val="990099"/>
                    </a:solidFill>
                  </a:tcPr>
                </a:tc>
                <a:tc>
                  <a:txBody>
                    <a:bodyPr/>
                    <a:lstStyle/>
                    <a:p>
                      <a:pPr algn="l" rtl="0" fontAlgn="b"/>
                      <a:endParaRPr lang="en-US" sz="1100" b="0" i="0" u="none" strike="noStrike" dirty="0">
                        <a:solidFill>
                          <a:srgbClr val="000000"/>
                        </a:solidFill>
                        <a:effectLst/>
                        <a:latin typeface="Wingdings" panose="05000000000000000000" pitchFamily="2" charset="2"/>
                      </a:endParaRPr>
                    </a:p>
                  </a:txBody>
                  <a:tcPr marL="6350" marR="6350" marT="6350" marB="0" anchor="b">
                    <a:solidFill>
                      <a:srgbClr val="990099"/>
                    </a:solidFill>
                  </a:tcPr>
                </a:tc>
                <a:tc>
                  <a:txBody>
                    <a:bodyPr/>
                    <a:lstStyle/>
                    <a:p>
                      <a:pPr algn="l" rtl="0" fontAlgn="b"/>
                      <a:endParaRPr lang="en-US" sz="1100" b="0" i="0" u="none" strike="noStrike" dirty="0">
                        <a:solidFill>
                          <a:srgbClr val="000000"/>
                        </a:solidFill>
                        <a:effectLst/>
                        <a:latin typeface="Wingdings" panose="05000000000000000000" pitchFamily="2" charset="2"/>
                      </a:endParaRPr>
                    </a:p>
                  </a:txBody>
                  <a:tcPr marL="6350" marR="6350" marT="6350" marB="0" anchor="b">
                    <a:solidFill>
                      <a:srgbClr val="990099"/>
                    </a:solidFill>
                  </a:tcPr>
                </a:tc>
                <a:tc>
                  <a:txBody>
                    <a:bodyPr/>
                    <a:lstStyle/>
                    <a:p>
                      <a:pPr algn="l" rtl="0" fontAlgn="b"/>
                      <a:endParaRPr lang="en-US" sz="1100" b="0" i="0" u="none" strike="noStrike" dirty="0">
                        <a:solidFill>
                          <a:srgbClr val="000000"/>
                        </a:solidFill>
                        <a:effectLst/>
                        <a:latin typeface="Wingdings" panose="05000000000000000000" pitchFamily="2" charset="2"/>
                      </a:endParaRPr>
                    </a:p>
                  </a:txBody>
                  <a:tcPr marL="6350" marR="6350" marT="6350" marB="0" anchor="b">
                    <a:solidFill>
                      <a:srgbClr val="990099"/>
                    </a:solidFill>
                  </a:tcPr>
                </a:tc>
                <a:tc>
                  <a:txBody>
                    <a:bodyPr/>
                    <a:lstStyle/>
                    <a:p>
                      <a:pPr algn="l" rtl="0" fontAlgn="b"/>
                      <a:endParaRPr lang="en-US" sz="1100" b="0" i="0" u="none" strike="noStrike">
                        <a:solidFill>
                          <a:srgbClr val="000000"/>
                        </a:solidFill>
                        <a:effectLst/>
                        <a:latin typeface="Calibri" panose="020F0502020204030204" pitchFamily="34" charset="0"/>
                      </a:endParaRPr>
                    </a:p>
                  </a:txBody>
                  <a:tcPr marL="6350" marR="6350" marT="6350" marB="0" anchor="b">
                    <a:solidFill>
                      <a:schemeClr val="bg1">
                        <a:lumMod val="85000"/>
                      </a:schemeClr>
                    </a:solidFill>
                  </a:tcPr>
                </a:tc>
                <a:tc>
                  <a:txBody>
                    <a:bodyPr/>
                    <a:lstStyle/>
                    <a:p>
                      <a:pPr algn="l" rtl="0" fontAlgn="b"/>
                      <a:endParaRPr lang="en-US" sz="1100" b="0" i="0" u="none" strike="noStrike">
                        <a:solidFill>
                          <a:srgbClr val="000000"/>
                        </a:solidFill>
                        <a:effectLst/>
                        <a:latin typeface="Calibri" panose="020F0502020204030204" pitchFamily="34" charset="0"/>
                      </a:endParaRPr>
                    </a:p>
                  </a:txBody>
                  <a:tcPr marL="6350" marR="6350" marT="6350" marB="0" anchor="b">
                    <a:solidFill>
                      <a:schemeClr val="bg1">
                        <a:lumMod val="85000"/>
                      </a:schemeClr>
                    </a:solidFill>
                  </a:tcPr>
                </a:tc>
                <a:tc>
                  <a:txBody>
                    <a:bodyPr/>
                    <a:lstStyle/>
                    <a:p>
                      <a:pPr algn="l" rtl="0" fontAlgn="b"/>
                      <a:endParaRPr lang="en-US" sz="1100" b="0" i="0" u="none" strike="noStrike">
                        <a:solidFill>
                          <a:srgbClr val="000000"/>
                        </a:solidFill>
                        <a:effectLst/>
                        <a:latin typeface="Calibri" panose="020F0502020204030204" pitchFamily="34" charset="0"/>
                      </a:endParaRPr>
                    </a:p>
                  </a:txBody>
                  <a:tcPr marL="6350" marR="6350" marT="6350" marB="0" anchor="b">
                    <a:solidFill>
                      <a:schemeClr val="bg1">
                        <a:lumMod val="85000"/>
                      </a:schemeClr>
                    </a:solidFill>
                  </a:tcPr>
                </a:tc>
                <a:extLst>
                  <a:ext uri="{0D108BD9-81ED-4DB2-BD59-A6C34878D82A}">
                    <a16:rowId xmlns:a16="http://schemas.microsoft.com/office/drawing/2014/main" val="2240359917"/>
                  </a:ext>
                </a:extLst>
              </a:tr>
              <a:tr h="157068">
                <a:tc>
                  <a:txBody>
                    <a:bodyPr/>
                    <a:lstStyle/>
                    <a:p>
                      <a:pPr algn="r" rtl="1" fontAlgn="b"/>
                      <a:r>
                        <a:rPr lang="ar-LY" sz="1200" b="0" i="0" u="none" strike="noStrike">
                          <a:solidFill>
                            <a:srgbClr val="990099"/>
                          </a:solidFill>
                          <a:effectLst/>
                          <a:latin typeface="Calibri" panose="020F0502020204030204" pitchFamily="34" charset="0"/>
                          <a:cs typeface="+mj-cs"/>
                        </a:rPr>
                        <a:t>كمل مكالمتك</a:t>
                      </a:r>
                    </a:p>
                  </a:txBody>
                  <a:tcPr marL="6350" marR="6350" marT="6350" marB="0" anchor="b">
                    <a:solidFill>
                      <a:schemeClr val="bg1">
                        <a:lumMod val="85000"/>
                      </a:schemeClr>
                    </a:solidFill>
                  </a:tcPr>
                </a:tc>
                <a:tc>
                  <a:txBody>
                    <a:bodyPr/>
                    <a:lstStyle/>
                    <a:p>
                      <a:pPr algn="l" rtl="0" fontAlgn="b"/>
                      <a:endParaRPr lang="en-US" sz="1100" b="0" i="0" u="none" strike="noStrike" dirty="0">
                        <a:solidFill>
                          <a:srgbClr val="000000"/>
                        </a:solidFill>
                        <a:effectLst/>
                        <a:latin typeface="Wingdings" panose="05000000000000000000" pitchFamily="2" charset="2"/>
                      </a:endParaRPr>
                    </a:p>
                  </a:txBody>
                  <a:tcPr marL="6350" marR="6350" marT="6350" marB="0" anchor="b">
                    <a:solidFill>
                      <a:schemeClr val="bg1">
                        <a:lumMod val="85000"/>
                      </a:schemeClr>
                    </a:solidFill>
                  </a:tcPr>
                </a:tc>
                <a:tc>
                  <a:txBody>
                    <a:bodyPr/>
                    <a:lstStyle/>
                    <a:p>
                      <a:pPr algn="l" rtl="0" fontAlgn="b"/>
                      <a:endParaRPr lang="en-US" sz="1100" b="0" i="0" u="none" strike="noStrike" dirty="0">
                        <a:solidFill>
                          <a:srgbClr val="000000"/>
                        </a:solidFill>
                        <a:effectLst/>
                        <a:latin typeface="Wingdings" panose="05000000000000000000" pitchFamily="2" charset="2"/>
                      </a:endParaRPr>
                    </a:p>
                  </a:txBody>
                  <a:tcPr marL="6350" marR="6350" marT="6350" marB="0" anchor="b">
                    <a:solidFill>
                      <a:srgbClr val="990099"/>
                    </a:solidFill>
                  </a:tcPr>
                </a:tc>
                <a:tc>
                  <a:txBody>
                    <a:bodyPr/>
                    <a:lstStyle/>
                    <a:p>
                      <a:pPr algn="l" rtl="0" fontAlgn="b"/>
                      <a:endParaRPr lang="en-US" sz="1100" b="0" i="0" u="none" strike="noStrike">
                        <a:solidFill>
                          <a:srgbClr val="000000"/>
                        </a:solidFill>
                        <a:effectLst/>
                        <a:latin typeface="Calibri" panose="020F0502020204030204" pitchFamily="34" charset="0"/>
                      </a:endParaRPr>
                    </a:p>
                  </a:txBody>
                  <a:tcPr marL="6350" marR="6350" marT="6350" marB="0" anchor="b">
                    <a:solidFill>
                      <a:schemeClr val="bg1">
                        <a:lumMod val="85000"/>
                      </a:schemeClr>
                    </a:solidFill>
                  </a:tcPr>
                </a:tc>
                <a:tc>
                  <a:txBody>
                    <a:bodyPr/>
                    <a:lstStyle/>
                    <a:p>
                      <a:pPr algn="l" rtl="0" fontAlgn="b"/>
                      <a:endParaRPr lang="en-US" sz="1100" b="0" i="0" u="none" strike="noStrike">
                        <a:solidFill>
                          <a:srgbClr val="000000"/>
                        </a:solidFill>
                        <a:effectLst/>
                        <a:latin typeface="Wingdings" panose="05000000000000000000" pitchFamily="2" charset="2"/>
                      </a:endParaRPr>
                    </a:p>
                  </a:txBody>
                  <a:tcPr marL="6350" marR="6350" marT="6350" marB="0" anchor="b">
                    <a:solidFill>
                      <a:schemeClr val="bg1">
                        <a:lumMod val="85000"/>
                      </a:schemeClr>
                    </a:solidFill>
                  </a:tcPr>
                </a:tc>
                <a:tc>
                  <a:txBody>
                    <a:bodyPr/>
                    <a:lstStyle/>
                    <a:p>
                      <a:pPr algn="l" rtl="0" fontAlgn="b"/>
                      <a:endParaRPr lang="en-US" sz="1100" b="0" i="0" u="none" strike="noStrike">
                        <a:solidFill>
                          <a:srgbClr val="000000"/>
                        </a:solidFill>
                        <a:effectLst/>
                        <a:latin typeface="Wingdings" panose="05000000000000000000" pitchFamily="2" charset="2"/>
                      </a:endParaRPr>
                    </a:p>
                  </a:txBody>
                  <a:tcPr marL="6350" marR="6350" marT="6350" marB="0" anchor="b">
                    <a:solidFill>
                      <a:srgbClr val="990099"/>
                    </a:solidFill>
                  </a:tcPr>
                </a:tc>
                <a:tc>
                  <a:txBody>
                    <a:bodyPr/>
                    <a:lstStyle/>
                    <a:p>
                      <a:pPr algn="l" rtl="0" fontAlgn="b"/>
                      <a:endParaRPr lang="en-US" sz="1100" b="0" i="0" u="none" strike="noStrike">
                        <a:solidFill>
                          <a:srgbClr val="000000"/>
                        </a:solidFill>
                        <a:effectLst/>
                        <a:latin typeface="Wingdings" panose="05000000000000000000" pitchFamily="2" charset="2"/>
                      </a:endParaRPr>
                    </a:p>
                  </a:txBody>
                  <a:tcPr marL="6350" marR="6350" marT="6350" marB="0" anchor="b">
                    <a:solidFill>
                      <a:srgbClr val="990099"/>
                    </a:solidFill>
                  </a:tcPr>
                </a:tc>
                <a:tc>
                  <a:txBody>
                    <a:bodyPr/>
                    <a:lstStyle/>
                    <a:p>
                      <a:pPr algn="l" rtl="0" fontAlgn="b"/>
                      <a:endParaRPr lang="en-US" sz="1100" b="0" i="0" u="none" strike="noStrike">
                        <a:solidFill>
                          <a:srgbClr val="000000"/>
                        </a:solidFill>
                        <a:effectLst/>
                        <a:latin typeface="Wingdings" panose="05000000000000000000" pitchFamily="2" charset="2"/>
                      </a:endParaRPr>
                    </a:p>
                  </a:txBody>
                  <a:tcPr marL="6350" marR="6350" marT="6350" marB="0" anchor="b">
                    <a:solidFill>
                      <a:srgbClr val="990099"/>
                    </a:solidFill>
                  </a:tcPr>
                </a:tc>
                <a:tc>
                  <a:txBody>
                    <a:bodyPr/>
                    <a:lstStyle/>
                    <a:p>
                      <a:pPr algn="l" rtl="0" fontAlgn="b"/>
                      <a:endParaRPr lang="en-US" sz="1100" b="0" i="0" u="none" strike="noStrike">
                        <a:solidFill>
                          <a:srgbClr val="000000"/>
                        </a:solidFill>
                        <a:effectLst/>
                        <a:latin typeface="Wingdings" panose="05000000000000000000" pitchFamily="2" charset="2"/>
                      </a:endParaRPr>
                    </a:p>
                  </a:txBody>
                  <a:tcPr marL="6350" marR="6350" marT="6350" marB="0" anchor="b">
                    <a:solidFill>
                      <a:srgbClr val="990099"/>
                    </a:solidFill>
                  </a:tcPr>
                </a:tc>
                <a:tc>
                  <a:txBody>
                    <a:bodyPr/>
                    <a:lstStyle/>
                    <a:p>
                      <a:pPr algn="l" rtl="0" fontAlgn="b"/>
                      <a:endParaRPr lang="en-US" sz="1100" b="0" i="0" u="none" strike="noStrike">
                        <a:solidFill>
                          <a:srgbClr val="000000"/>
                        </a:solidFill>
                        <a:effectLst/>
                        <a:latin typeface="Wingdings" panose="05000000000000000000" pitchFamily="2" charset="2"/>
                      </a:endParaRPr>
                    </a:p>
                  </a:txBody>
                  <a:tcPr marL="6350" marR="6350" marT="6350" marB="0" anchor="b">
                    <a:solidFill>
                      <a:srgbClr val="990099"/>
                    </a:solidFill>
                  </a:tcPr>
                </a:tc>
                <a:tc>
                  <a:txBody>
                    <a:bodyPr/>
                    <a:lstStyle/>
                    <a:p>
                      <a:pPr algn="l" rtl="0" fontAlgn="b"/>
                      <a:endParaRPr lang="en-US" sz="1100" b="0" i="0" u="none" strike="noStrike" dirty="0">
                        <a:solidFill>
                          <a:srgbClr val="000000"/>
                        </a:solidFill>
                        <a:effectLst/>
                        <a:latin typeface="Wingdings" panose="05000000000000000000" pitchFamily="2" charset="2"/>
                      </a:endParaRPr>
                    </a:p>
                  </a:txBody>
                  <a:tcPr marL="6350" marR="6350" marT="6350" marB="0" anchor="b">
                    <a:solidFill>
                      <a:srgbClr val="990099"/>
                    </a:solidFill>
                  </a:tcPr>
                </a:tc>
                <a:tc>
                  <a:txBody>
                    <a:bodyPr/>
                    <a:lstStyle/>
                    <a:p>
                      <a:pPr algn="l" rtl="0" fontAlgn="b"/>
                      <a:endParaRPr lang="en-US" sz="1100" b="0" i="0" u="none" strike="noStrike">
                        <a:solidFill>
                          <a:srgbClr val="000000"/>
                        </a:solidFill>
                        <a:effectLst/>
                        <a:latin typeface="Calibri" panose="020F0502020204030204" pitchFamily="34" charset="0"/>
                      </a:endParaRPr>
                    </a:p>
                  </a:txBody>
                  <a:tcPr marL="6350" marR="6350" marT="6350" marB="0" anchor="b">
                    <a:solidFill>
                      <a:schemeClr val="bg1">
                        <a:lumMod val="85000"/>
                      </a:schemeClr>
                    </a:solidFill>
                  </a:tcPr>
                </a:tc>
                <a:tc>
                  <a:txBody>
                    <a:bodyPr/>
                    <a:lstStyle/>
                    <a:p>
                      <a:pPr algn="l" rtl="0" fontAlgn="b"/>
                      <a:endParaRPr lang="en-US" sz="1100" b="0" i="0" u="none" strike="noStrike">
                        <a:solidFill>
                          <a:srgbClr val="000000"/>
                        </a:solidFill>
                        <a:effectLst/>
                        <a:latin typeface="Calibri" panose="020F0502020204030204" pitchFamily="34" charset="0"/>
                      </a:endParaRPr>
                    </a:p>
                  </a:txBody>
                  <a:tcPr marL="6350" marR="6350" marT="6350" marB="0" anchor="b">
                    <a:solidFill>
                      <a:schemeClr val="bg1">
                        <a:lumMod val="85000"/>
                      </a:schemeClr>
                    </a:solidFill>
                  </a:tcPr>
                </a:tc>
                <a:tc>
                  <a:txBody>
                    <a:bodyPr/>
                    <a:lstStyle/>
                    <a:p>
                      <a:pPr algn="l" rtl="0" fontAlgn="b"/>
                      <a:endParaRPr lang="en-US" sz="1100" b="0" i="0" u="none" strike="noStrike">
                        <a:solidFill>
                          <a:srgbClr val="000000"/>
                        </a:solidFill>
                        <a:effectLst/>
                        <a:latin typeface="Calibri" panose="020F0502020204030204" pitchFamily="34" charset="0"/>
                      </a:endParaRPr>
                    </a:p>
                  </a:txBody>
                  <a:tcPr marL="6350" marR="6350" marT="6350" marB="0" anchor="b">
                    <a:solidFill>
                      <a:schemeClr val="bg1">
                        <a:lumMod val="85000"/>
                      </a:schemeClr>
                    </a:solidFill>
                  </a:tcPr>
                </a:tc>
                <a:extLst>
                  <a:ext uri="{0D108BD9-81ED-4DB2-BD59-A6C34878D82A}">
                    <a16:rowId xmlns:a16="http://schemas.microsoft.com/office/drawing/2014/main" val="1426965591"/>
                  </a:ext>
                </a:extLst>
              </a:tr>
              <a:tr h="227273">
                <a:tc>
                  <a:txBody>
                    <a:bodyPr/>
                    <a:lstStyle/>
                    <a:p>
                      <a:pPr algn="r" rtl="1" fontAlgn="b"/>
                      <a:r>
                        <a:rPr lang="ar-LY" sz="1200" b="0" i="0" u="none" strike="noStrike">
                          <a:solidFill>
                            <a:srgbClr val="990099"/>
                          </a:solidFill>
                          <a:effectLst/>
                          <a:latin typeface="Calibri" panose="020F0502020204030204" pitchFamily="34" charset="0"/>
                          <a:cs typeface="+mj-cs"/>
                        </a:rPr>
                        <a:t>حملة تصحيح بيانات الشركات (موجة1)</a:t>
                      </a:r>
                    </a:p>
                  </a:txBody>
                  <a:tcPr marL="6350" marR="6350" marT="6350" marB="0" anchor="b">
                    <a:solidFill>
                      <a:schemeClr val="bg1">
                        <a:lumMod val="85000"/>
                      </a:schemeClr>
                    </a:solidFill>
                  </a:tcPr>
                </a:tc>
                <a:tc>
                  <a:txBody>
                    <a:bodyPr/>
                    <a:lstStyle/>
                    <a:p>
                      <a:pPr algn="l" rtl="0" fontAlgn="b"/>
                      <a:endParaRPr lang="en-US" sz="1100" b="0" i="0" u="none" strike="noStrike" dirty="0">
                        <a:solidFill>
                          <a:srgbClr val="000000"/>
                        </a:solidFill>
                        <a:effectLst/>
                        <a:latin typeface="Wingdings" panose="05000000000000000000" pitchFamily="2" charset="2"/>
                      </a:endParaRPr>
                    </a:p>
                  </a:txBody>
                  <a:tcPr marL="6350" marR="6350" marT="6350" marB="0" anchor="b">
                    <a:solidFill>
                      <a:srgbClr val="990099"/>
                    </a:solidFill>
                  </a:tcPr>
                </a:tc>
                <a:tc>
                  <a:txBody>
                    <a:bodyPr/>
                    <a:lstStyle/>
                    <a:p>
                      <a:pPr algn="l" rtl="0" fontAlgn="b"/>
                      <a:endParaRPr lang="en-US" sz="1100" b="0" i="0" u="none" strike="noStrike">
                        <a:solidFill>
                          <a:srgbClr val="000000"/>
                        </a:solidFill>
                        <a:effectLst/>
                        <a:latin typeface="Wingdings" panose="05000000000000000000" pitchFamily="2" charset="2"/>
                      </a:endParaRPr>
                    </a:p>
                  </a:txBody>
                  <a:tcPr marL="6350" marR="6350" marT="6350" marB="0" anchor="b">
                    <a:solidFill>
                      <a:schemeClr val="bg1">
                        <a:lumMod val="85000"/>
                      </a:schemeClr>
                    </a:solidFill>
                  </a:tcPr>
                </a:tc>
                <a:tc>
                  <a:txBody>
                    <a:bodyPr/>
                    <a:lstStyle/>
                    <a:p>
                      <a:pPr algn="l" rtl="0" fontAlgn="b"/>
                      <a:endParaRPr lang="en-US" sz="1100" b="0" i="0" u="none" strike="noStrike" dirty="0">
                        <a:solidFill>
                          <a:srgbClr val="000000"/>
                        </a:solidFill>
                        <a:effectLst/>
                        <a:latin typeface="Wingdings" panose="05000000000000000000" pitchFamily="2" charset="2"/>
                      </a:endParaRPr>
                    </a:p>
                  </a:txBody>
                  <a:tcPr marL="6350" marR="6350" marT="6350" marB="0" anchor="b">
                    <a:solidFill>
                      <a:srgbClr val="990099"/>
                    </a:solidFill>
                  </a:tcPr>
                </a:tc>
                <a:tc>
                  <a:txBody>
                    <a:bodyPr/>
                    <a:lstStyle/>
                    <a:p>
                      <a:pPr algn="l" rtl="0" fontAlgn="b"/>
                      <a:endParaRPr lang="en-US" sz="1100" b="0" i="0" u="none" strike="noStrike">
                        <a:solidFill>
                          <a:srgbClr val="000000"/>
                        </a:solidFill>
                        <a:effectLst/>
                        <a:latin typeface="Wingdings" panose="05000000000000000000" pitchFamily="2" charset="2"/>
                      </a:endParaRPr>
                    </a:p>
                  </a:txBody>
                  <a:tcPr marL="6350" marR="6350" marT="6350" marB="0" anchor="b">
                    <a:solidFill>
                      <a:srgbClr val="990099"/>
                    </a:solidFill>
                  </a:tcPr>
                </a:tc>
                <a:tc>
                  <a:txBody>
                    <a:bodyPr/>
                    <a:lstStyle/>
                    <a:p>
                      <a:pPr algn="l" rtl="0" fontAlgn="b"/>
                      <a:endParaRPr lang="en-US" sz="1100" b="0" i="0" u="none" strike="noStrike">
                        <a:solidFill>
                          <a:srgbClr val="000000"/>
                        </a:solidFill>
                        <a:effectLst/>
                        <a:latin typeface="Wingdings" panose="05000000000000000000" pitchFamily="2" charset="2"/>
                      </a:endParaRPr>
                    </a:p>
                  </a:txBody>
                  <a:tcPr marL="6350" marR="6350" marT="6350" marB="0" anchor="b">
                    <a:solidFill>
                      <a:srgbClr val="990099"/>
                    </a:solidFill>
                  </a:tcPr>
                </a:tc>
                <a:tc>
                  <a:txBody>
                    <a:bodyPr/>
                    <a:lstStyle/>
                    <a:p>
                      <a:pPr algn="l" rtl="0" fontAlgn="b"/>
                      <a:endParaRPr lang="en-US" sz="1100" b="0" i="0" u="none" strike="noStrike">
                        <a:solidFill>
                          <a:srgbClr val="000000"/>
                        </a:solidFill>
                        <a:effectLst/>
                        <a:latin typeface="Wingdings" panose="05000000000000000000" pitchFamily="2" charset="2"/>
                      </a:endParaRPr>
                    </a:p>
                  </a:txBody>
                  <a:tcPr marL="6350" marR="6350" marT="6350" marB="0" anchor="b">
                    <a:solidFill>
                      <a:srgbClr val="990099"/>
                    </a:solidFill>
                  </a:tcPr>
                </a:tc>
                <a:tc>
                  <a:txBody>
                    <a:bodyPr/>
                    <a:lstStyle/>
                    <a:p>
                      <a:pPr algn="l" rtl="0" fontAlgn="b"/>
                      <a:endParaRPr lang="en-US" sz="1100" b="0" i="0" u="none" strike="noStrike">
                        <a:solidFill>
                          <a:srgbClr val="000000"/>
                        </a:solidFill>
                        <a:effectLst/>
                        <a:latin typeface="Wingdings" panose="05000000000000000000" pitchFamily="2" charset="2"/>
                      </a:endParaRPr>
                    </a:p>
                  </a:txBody>
                  <a:tcPr marL="6350" marR="6350" marT="6350" marB="0" anchor="b">
                    <a:solidFill>
                      <a:srgbClr val="990099"/>
                    </a:solidFill>
                  </a:tcPr>
                </a:tc>
                <a:tc>
                  <a:txBody>
                    <a:bodyPr/>
                    <a:lstStyle/>
                    <a:p>
                      <a:pPr algn="l" rtl="0" fontAlgn="b"/>
                      <a:endParaRPr lang="en-US" sz="1100" b="0" i="0" u="none" strike="noStrike">
                        <a:solidFill>
                          <a:srgbClr val="000000"/>
                        </a:solidFill>
                        <a:effectLst/>
                        <a:latin typeface="Wingdings" panose="05000000000000000000" pitchFamily="2" charset="2"/>
                      </a:endParaRPr>
                    </a:p>
                  </a:txBody>
                  <a:tcPr marL="6350" marR="6350" marT="6350" marB="0" anchor="b">
                    <a:solidFill>
                      <a:srgbClr val="990099"/>
                    </a:solidFill>
                  </a:tcPr>
                </a:tc>
                <a:tc>
                  <a:txBody>
                    <a:bodyPr/>
                    <a:lstStyle/>
                    <a:p>
                      <a:pPr algn="l" rtl="0" fontAlgn="b"/>
                      <a:endParaRPr lang="en-US" sz="1100" b="0" i="0" u="none" strike="noStrike">
                        <a:solidFill>
                          <a:srgbClr val="000000"/>
                        </a:solidFill>
                        <a:effectLst/>
                        <a:latin typeface="Wingdings" panose="05000000000000000000" pitchFamily="2" charset="2"/>
                      </a:endParaRPr>
                    </a:p>
                  </a:txBody>
                  <a:tcPr marL="6350" marR="6350" marT="6350" marB="0" anchor="b">
                    <a:solidFill>
                      <a:srgbClr val="990099"/>
                    </a:solidFill>
                  </a:tcPr>
                </a:tc>
                <a:tc>
                  <a:txBody>
                    <a:bodyPr/>
                    <a:lstStyle/>
                    <a:p>
                      <a:pPr algn="l" rtl="0" fontAlgn="b"/>
                      <a:endParaRPr lang="en-US" sz="1100" b="0" i="0" u="none" strike="noStrike" dirty="0">
                        <a:solidFill>
                          <a:srgbClr val="000000"/>
                        </a:solidFill>
                        <a:effectLst/>
                        <a:latin typeface="Wingdings" panose="05000000000000000000" pitchFamily="2" charset="2"/>
                      </a:endParaRPr>
                    </a:p>
                  </a:txBody>
                  <a:tcPr marL="6350" marR="6350" marT="6350" marB="0" anchor="b">
                    <a:solidFill>
                      <a:srgbClr val="990099"/>
                    </a:solidFill>
                  </a:tcPr>
                </a:tc>
                <a:tc>
                  <a:txBody>
                    <a:bodyPr/>
                    <a:lstStyle/>
                    <a:p>
                      <a:pPr algn="l" rtl="0" fontAlgn="b"/>
                      <a:endParaRPr lang="en-US" sz="1100" b="0" i="0" u="none" strike="noStrike" dirty="0">
                        <a:solidFill>
                          <a:srgbClr val="000000"/>
                        </a:solidFill>
                        <a:effectLst/>
                        <a:latin typeface="Calibri" panose="020F0502020204030204" pitchFamily="34" charset="0"/>
                      </a:endParaRPr>
                    </a:p>
                  </a:txBody>
                  <a:tcPr marL="6350" marR="6350" marT="6350" marB="0" anchor="b">
                    <a:solidFill>
                      <a:schemeClr val="bg1">
                        <a:lumMod val="85000"/>
                      </a:schemeClr>
                    </a:solidFill>
                  </a:tcPr>
                </a:tc>
                <a:tc>
                  <a:txBody>
                    <a:bodyPr/>
                    <a:lstStyle/>
                    <a:p>
                      <a:pPr algn="l" rtl="0" fontAlgn="b"/>
                      <a:endParaRPr lang="en-US" sz="1100" b="0" i="0" u="none" strike="noStrike" dirty="0">
                        <a:solidFill>
                          <a:srgbClr val="000000"/>
                        </a:solidFill>
                        <a:effectLst/>
                        <a:latin typeface="Calibri" panose="020F0502020204030204" pitchFamily="34" charset="0"/>
                      </a:endParaRPr>
                    </a:p>
                  </a:txBody>
                  <a:tcPr marL="6350" marR="6350" marT="6350" marB="0" anchor="b">
                    <a:solidFill>
                      <a:schemeClr val="bg1">
                        <a:lumMod val="85000"/>
                      </a:schemeClr>
                    </a:solidFill>
                  </a:tcPr>
                </a:tc>
                <a:tc>
                  <a:txBody>
                    <a:bodyPr/>
                    <a:lstStyle/>
                    <a:p>
                      <a:pPr algn="l" rtl="0" fontAlgn="b"/>
                      <a:endParaRPr lang="en-US" sz="1100" b="0" i="0" u="none" strike="noStrike" dirty="0">
                        <a:solidFill>
                          <a:srgbClr val="000000"/>
                        </a:solidFill>
                        <a:effectLst/>
                        <a:latin typeface="Calibri" panose="020F0502020204030204" pitchFamily="34" charset="0"/>
                      </a:endParaRPr>
                    </a:p>
                  </a:txBody>
                  <a:tcPr marL="6350" marR="6350" marT="6350" marB="0" anchor="b">
                    <a:solidFill>
                      <a:schemeClr val="bg1">
                        <a:lumMod val="85000"/>
                      </a:schemeClr>
                    </a:solidFill>
                  </a:tcPr>
                </a:tc>
                <a:extLst>
                  <a:ext uri="{0D108BD9-81ED-4DB2-BD59-A6C34878D82A}">
                    <a16:rowId xmlns:a16="http://schemas.microsoft.com/office/drawing/2014/main" val="381310701"/>
                  </a:ext>
                </a:extLst>
              </a:tr>
              <a:tr h="227273">
                <a:tc>
                  <a:txBody>
                    <a:bodyPr/>
                    <a:lstStyle/>
                    <a:p>
                      <a:pPr algn="r" rtl="1" fontAlgn="b"/>
                      <a:r>
                        <a:rPr lang="ar-LY" sz="1200" b="0" i="0" u="none" strike="noStrike">
                          <a:solidFill>
                            <a:srgbClr val="990099"/>
                          </a:solidFill>
                          <a:effectLst/>
                          <a:latin typeface="Calibri" panose="020F0502020204030204" pitchFamily="34" charset="0"/>
                          <a:cs typeface="+mj-cs"/>
                        </a:rPr>
                        <a:t>حملة تصحيح بيانات الشركات (موجة 2)</a:t>
                      </a:r>
                    </a:p>
                  </a:txBody>
                  <a:tcPr marL="6350" marR="6350" marT="6350" marB="0" anchor="b">
                    <a:solidFill>
                      <a:schemeClr val="bg1">
                        <a:lumMod val="85000"/>
                      </a:schemeClr>
                    </a:solidFill>
                  </a:tcPr>
                </a:tc>
                <a:tc>
                  <a:txBody>
                    <a:bodyPr/>
                    <a:lstStyle/>
                    <a:p>
                      <a:pPr algn="l" rtl="0" fontAlgn="b"/>
                      <a:endParaRPr lang="en-US" sz="1100" b="0" i="0" u="none" strike="noStrike" dirty="0">
                        <a:solidFill>
                          <a:srgbClr val="000000"/>
                        </a:solidFill>
                        <a:effectLst/>
                        <a:latin typeface="Wingdings" panose="05000000000000000000" pitchFamily="2" charset="2"/>
                      </a:endParaRPr>
                    </a:p>
                  </a:txBody>
                  <a:tcPr marL="6350" marR="6350" marT="6350" marB="0" anchor="b">
                    <a:solidFill>
                      <a:srgbClr val="990099"/>
                    </a:solidFill>
                  </a:tcPr>
                </a:tc>
                <a:tc>
                  <a:txBody>
                    <a:bodyPr/>
                    <a:lstStyle/>
                    <a:p>
                      <a:pPr algn="l" rtl="0" fontAlgn="b"/>
                      <a:endParaRPr lang="en-US" sz="1100" b="0" i="0" u="none" strike="noStrike">
                        <a:solidFill>
                          <a:srgbClr val="000000"/>
                        </a:solidFill>
                        <a:effectLst/>
                        <a:latin typeface="Wingdings" panose="05000000000000000000" pitchFamily="2" charset="2"/>
                      </a:endParaRPr>
                    </a:p>
                  </a:txBody>
                  <a:tcPr marL="6350" marR="6350" marT="6350" marB="0" anchor="b">
                    <a:solidFill>
                      <a:schemeClr val="bg1">
                        <a:lumMod val="85000"/>
                      </a:schemeClr>
                    </a:solidFill>
                  </a:tcPr>
                </a:tc>
                <a:tc>
                  <a:txBody>
                    <a:bodyPr/>
                    <a:lstStyle/>
                    <a:p>
                      <a:pPr algn="l" rtl="0" fontAlgn="b"/>
                      <a:endParaRPr lang="en-US" sz="1100" b="0" i="0" u="none" strike="noStrike">
                        <a:solidFill>
                          <a:srgbClr val="000000"/>
                        </a:solidFill>
                        <a:effectLst/>
                        <a:latin typeface="Wingdings" panose="05000000000000000000" pitchFamily="2" charset="2"/>
                      </a:endParaRPr>
                    </a:p>
                  </a:txBody>
                  <a:tcPr marL="6350" marR="6350" marT="6350" marB="0" anchor="b">
                    <a:solidFill>
                      <a:srgbClr val="990099"/>
                    </a:solidFill>
                  </a:tcPr>
                </a:tc>
                <a:tc>
                  <a:txBody>
                    <a:bodyPr/>
                    <a:lstStyle/>
                    <a:p>
                      <a:pPr algn="l" rtl="0" fontAlgn="b"/>
                      <a:endParaRPr lang="en-US" sz="1100" b="0" i="0" u="none" strike="noStrike">
                        <a:solidFill>
                          <a:srgbClr val="000000"/>
                        </a:solidFill>
                        <a:effectLst/>
                        <a:latin typeface="Wingdings" panose="05000000000000000000" pitchFamily="2" charset="2"/>
                      </a:endParaRPr>
                    </a:p>
                  </a:txBody>
                  <a:tcPr marL="6350" marR="6350" marT="6350" marB="0" anchor="b">
                    <a:solidFill>
                      <a:srgbClr val="990099"/>
                    </a:solidFill>
                  </a:tcPr>
                </a:tc>
                <a:tc>
                  <a:txBody>
                    <a:bodyPr/>
                    <a:lstStyle/>
                    <a:p>
                      <a:pPr algn="l" rtl="0" fontAlgn="b"/>
                      <a:endParaRPr lang="en-US" sz="1100" b="0" i="0" u="none" strike="noStrike">
                        <a:solidFill>
                          <a:srgbClr val="000000"/>
                        </a:solidFill>
                        <a:effectLst/>
                        <a:latin typeface="Wingdings" panose="05000000000000000000" pitchFamily="2" charset="2"/>
                      </a:endParaRPr>
                    </a:p>
                  </a:txBody>
                  <a:tcPr marL="6350" marR="6350" marT="6350" marB="0" anchor="b">
                    <a:solidFill>
                      <a:srgbClr val="990099"/>
                    </a:solidFill>
                  </a:tcPr>
                </a:tc>
                <a:tc>
                  <a:txBody>
                    <a:bodyPr/>
                    <a:lstStyle/>
                    <a:p>
                      <a:pPr algn="l" rtl="0" fontAlgn="b"/>
                      <a:endParaRPr lang="en-US" sz="1100" b="0" i="0" u="none" strike="noStrike">
                        <a:solidFill>
                          <a:srgbClr val="000000"/>
                        </a:solidFill>
                        <a:effectLst/>
                        <a:latin typeface="Wingdings" panose="05000000000000000000" pitchFamily="2" charset="2"/>
                      </a:endParaRPr>
                    </a:p>
                  </a:txBody>
                  <a:tcPr marL="6350" marR="6350" marT="6350" marB="0" anchor="b">
                    <a:solidFill>
                      <a:srgbClr val="990099"/>
                    </a:solidFill>
                  </a:tcPr>
                </a:tc>
                <a:tc>
                  <a:txBody>
                    <a:bodyPr/>
                    <a:lstStyle/>
                    <a:p>
                      <a:pPr algn="l" rtl="0" fontAlgn="b"/>
                      <a:endParaRPr lang="en-US" sz="1100" b="0" i="0" u="none" strike="noStrike">
                        <a:solidFill>
                          <a:srgbClr val="000000"/>
                        </a:solidFill>
                        <a:effectLst/>
                        <a:latin typeface="Wingdings" panose="05000000000000000000" pitchFamily="2" charset="2"/>
                      </a:endParaRPr>
                    </a:p>
                  </a:txBody>
                  <a:tcPr marL="6350" marR="6350" marT="6350" marB="0" anchor="b">
                    <a:solidFill>
                      <a:srgbClr val="990099"/>
                    </a:solidFill>
                  </a:tcPr>
                </a:tc>
                <a:tc>
                  <a:txBody>
                    <a:bodyPr/>
                    <a:lstStyle/>
                    <a:p>
                      <a:pPr algn="l" rtl="0" fontAlgn="b"/>
                      <a:endParaRPr lang="en-US" sz="1100" b="0" i="0" u="none" strike="noStrike">
                        <a:solidFill>
                          <a:srgbClr val="000000"/>
                        </a:solidFill>
                        <a:effectLst/>
                        <a:latin typeface="Wingdings" panose="05000000000000000000" pitchFamily="2" charset="2"/>
                      </a:endParaRPr>
                    </a:p>
                  </a:txBody>
                  <a:tcPr marL="6350" marR="6350" marT="6350" marB="0" anchor="b">
                    <a:solidFill>
                      <a:srgbClr val="990099"/>
                    </a:solidFill>
                  </a:tcPr>
                </a:tc>
                <a:tc>
                  <a:txBody>
                    <a:bodyPr/>
                    <a:lstStyle/>
                    <a:p>
                      <a:pPr algn="l" rtl="0" fontAlgn="b"/>
                      <a:endParaRPr lang="en-US" sz="1100" b="0" i="0" u="none" strike="noStrike">
                        <a:solidFill>
                          <a:srgbClr val="000000"/>
                        </a:solidFill>
                        <a:effectLst/>
                        <a:latin typeface="Wingdings" panose="05000000000000000000" pitchFamily="2" charset="2"/>
                      </a:endParaRPr>
                    </a:p>
                  </a:txBody>
                  <a:tcPr marL="6350" marR="6350" marT="6350" marB="0" anchor="b">
                    <a:solidFill>
                      <a:srgbClr val="990099"/>
                    </a:solidFill>
                  </a:tcPr>
                </a:tc>
                <a:tc>
                  <a:txBody>
                    <a:bodyPr/>
                    <a:lstStyle/>
                    <a:p>
                      <a:pPr algn="l" rtl="0" fontAlgn="b"/>
                      <a:endParaRPr lang="en-US" sz="1100" b="0" i="0" u="none" strike="noStrike">
                        <a:solidFill>
                          <a:srgbClr val="000000"/>
                        </a:solidFill>
                        <a:effectLst/>
                        <a:latin typeface="Wingdings" panose="05000000000000000000" pitchFamily="2" charset="2"/>
                      </a:endParaRPr>
                    </a:p>
                  </a:txBody>
                  <a:tcPr marL="6350" marR="6350" marT="6350" marB="0" anchor="b">
                    <a:solidFill>
                      <a:srgbClr val="990099"/>
                    </a:solidFill>
                  </a:tcPr>
                </a:tc>
                <a:tc>
                  <a:txBody>
                    <a:bodyPr/>
                    <a:lstStyle/>
                    <a:p>
                      <a:pPr algn="l" rtl="0" fontAlgn="b"/>
                      <a:endParaRPr lang="en-US" sz="1100" b="0" i="0" u="none" strike="noStrike" dirty="0">
                        <a:solidFill>
                          <a:srgbClr val="000000"/>
                        </a:solidFill>
                        <a:effectLst/>
                        <a:latin typeface="Calibri" panose="020F0502020204030204" pitchFamily="34" charset="0"/>
                      </a:endParaRPr>
                    </a:p>
                  </a:txBody>
                  <a:tcPr marL="6350" marR="6350" marT="6350" marB="0" anchor="b">
                    <a:solidFill>
                      <a:schemeClr val="bg1">
                        <a:lumMod val="85000"/>
                      </a:schemeClr>
                    </a:solidFill>
                  </a:tcPr>
                </a:tc>
                <a:tc>
                  <a:txBody>
                    <a:bodyPr/>
                    <a:lstStyle/>
                    <a:p>
                      <a:pPr algn="l" rtl="0" fontAlgn="b"/>
                      <a:endParaRPr lang="en-US" sz="1100" b="0" i="0" u="none" strike="noStrike" dirty="0">
                        <a:solidFill>
                          <a:srgbClr val="000000"/>
                        </a:solidFill>
                        <a:effectLst/>
                        <a:latin typeface="Calibri" panose="020F0502020204030204" pitchFamily="34" charset="0"/>
                      </a:endParaRPr>
                    </a:p>
                  </a:txBody>
                  <a:tcPr marL="6350" marR="6350" marT="6350" marB="0" anchor="b">
                    <a:solidFill>
                      <a:schemeClr val="bg1">
                        <a:lumMod val="85000"/>
                      </a:schemeClr>
                    </a:solidFill>
                  </a:tcPr>
                </a:tc>
                <a:tc>
                  <a:txBody>
                    <a:bodyPr/>
                    <a:lstStyle/>
                    <a:p>
                      <a:pPr algn="l" rtl="0" fontAlgn="b"/>
                      <a:endParaRPr lang="en-US" sz="1100" b="0" i="0" u="none" strike="noStrike" dirty="0">
                        <a:solidFill>
                          <a:srgbClr val="000000"/>
                        </a:solidFill>
                        <a:effectLst/>
                        <a:latin typeface="Calibri" panose="020F0502020204030204" pitchFamily="34" charset="0"/>
                      </a:endParaRPr>
                    </a:p>
                  </a:txBody>
                  <a:tcPr marL="6350" marR="6350" marT="6350" marB="0" anchor="b">
                    <a:solidFill>
                      <a:schemeClr val="bg1">
                        <a:lumMod val="85000"/>
                      </a:schemeClr>
                    </a:solidFill>
                  </a:tcPr>
                </a:tc>
                <a:extLst>
                  <a:ext uri="{0D108BD9-81ED-4DB2-BD59-A6C34878D82A}">
                    <a16:rowId xmlns:a16="http://schemas.microsoft.com/office/drawing/2014/main" val="236264996"/>
                  </a:ext>
                </a:extLst>
              </a:tr>
              <a:tr h="227273">
                <a:tc>
                  <a:txBody>
                    <a:bodyPr/>
                    <a:lstStyle/>
                    <a:p>
                      <a:pPr algn="r" rtl="1" fontAlgn="b"/>
                      <a:r>
                        <a:rPr lang="ar-LY" sz="1200" b="0" i="0" u="none" strike="noStrike">
                          <a:solidFill>
                            <a:srgbClr val="990099"/>
                          </a:solidFill>
                          <a:effectLst/>
                          <a:latin typeface="Calibri" panose="020F0502020204030204" pitchFamily="34" charset="0"/>
                          <a:cs typeface="+mj-cs"/>
                        </a:rPr>
                        <a:t>حملة تحديث التقسيم القطاعي  للشركات (موجة 1)</a:t>
                      </a:r>
                    </a:p>
                  </a:txBody>
                  <a:tcPr marL="6350" marR="6350" marT="6350" marB="0" anchor="b">
                    <a:solidFill>
                      <a:schemeClr val="bg1">
                        <a:lumMod val="85000"/>
                      </a:schemeClr>
                    </a:solidFill>
                  </a:tcPr>
                </a:tc>
                <a:tc>
                  <a:txBody>
                    <a:bodyPr/>
                    <a:lstStyle/>
                    <a:p>
                      <a:pPr algn="l" rtl="0" fontAlgn="b"/>
                      <a:endParaRPr lang="en-US" sz="1100" b="0" i="0" u="none" strike="noStrike">
                        <a:solidFill>
                          <a:srgbClr val="000000"/>
                        </a:solidFill>
                        <a:effectLst/>
                        <a:latin typeface="Wingdings" panose="05000000000000000000" pitchFamily="2" charset="2"/>
                      </a:endParaRPr>
                    </a:p>
                  </a:txBody>
                  <a:tcPr marL="6350" marR="6350" marT="6350" marB="0" anchor="b">
                    <a:solidFill>
                      <a:srgbClr val="990099"/>
                    </a:solidFill>
                  </a:tcPr>
                </a:tc>
                <a:tc>
                  <a:txBody>
                    <a:bodyPr/>
                    <a:lstStyle/>
                    <a:p>
                      <a:pPr algn="l" rtl="0" fontAlgn="b"/>
                      <a:endParaRPr lang="en-US" sz="1100" b="0" i="0" u="none" strike="noStrike">
                        <a:solidFill>
                          <a:srgbClr val="000000"/>
                        </a:solidFill>
                        <a:effectLst/>
                        <a:latin typeface="Wingdings" panose="05000000000000000000" pitchFamily="2" charset="2"/>
                      </a:endParaRPr>
                    </a:p>
                  </a:txBody>
                  <a:tcPr marL="6350" marR="6350" marT="6350" marB="0" anchor="b">
                    <a:solidFill>
                      <a:schemeClr val="bg1">
                        <a:lumMod val="85000"/>
                      </a:schemeClr>
                    </a:solidFill>
                  </a:tcPr>
                </a:tc>
                <a:tc>
                  <a:txBody>
                    <a:bodyPr/>
                    <a:lstStyle/>
                    <a:p>
                      <a:pPr algn="l" rtl="0" fontAlgn="b"/>
                      <a:endParaRPr lang="en-US" sz="1100" b="0" i="0" u="none" strike="noStrike" dirty="0">
                        <a:solidFill>
                          <a:srgbClr val="000000"/>
                        </a:solidFill>
                        <a:effectLst/>
                        <a:latin typeface="Wingdings" panose="05000000000000000000" pitchFamily="2" charset="2"/>
                      </a:endParaRPr>
                    </a:p>
                  </a:txBody>
                  <a:tcPr marL="6350" marR="6350" marT="6350" marB="0" anchor="b">
                    <a:solidFill>
                      <a:srgbClr val="990099"/>
                    </a:solidFill>
                  </a:tcPr>
                </a:tc>
                <a:tc>
                  <a:txBody>
                    <a:bodyPr/>
                    <a:lstStyle/>
                    <a:p>
                      <a:pPr algn="l" rtl="0" fontAlgn="b"/>
                      <a:endParaRPr lang="en-US" sz="1100" b="0" i="0" u="none" strike="noStrike" dirty="0">
                        <a:solidFill>
                          <a:srgbClr val="000000"/>
                        </a:solidFill>
                        <a:effectLst/>
                        <a:latin typeface="Wingdings" panose="05000000000000000000" pitchFamily="2" charset="2"/>
                      </a:endParaRPr>
                    </a:p>
                  </a:txBody>
                  <a:tcPr marL="6350" marR="6350" marT="6350" marB="0" anchor="b">
                    <a:solidFill>
                      <a:srgbClr val="990099"/>
                    </a:solidFill>
                  </a:tcPr>
                </a:tc>
                <a:tc>
                  <a:txBody>
                    <a:bodyPr/>
                    <a:lstStyle/>
                    <a:p>
                      <a:pPr algn="l" rtl="0" fontAlgn="b"/>
                      <a:endParaRPr lang="en-US" sz="1100" b="0" i="0" u="none" strike="noStrike" dirty="0">
                        <a:solidFill>
                          <a:srgbClr val="000000"/>
                        </a:solidFill>
                        <a:effectLst/>
                        <a:latin typeface="Wingdings" panose="05000000000000000000" pitchFamily="2" charset="2"/>
                      </a:endParaRPr>
                    </a:p>
                  </a:txBody>
                  <a:tcPr marL="6350" marR="6350" marT="6350" marB="0" anchor="b">
                    <a:solidFill>
                      <a:srgbClr val="990099"/>
                    </a:solidFill>
                  </a:tcPr>
                </a:tc>
                <a:tc>
                  <a:txBody>
                    <a:bodyPr/>
                    <a:lstStyle/>
                    <a:p>
                      <a:pPr algn="l" rtl="0" fontAlgn="b"/>
                      <a:endParaRPr lang="en-US" sz="1100" b="0" i="0" u="none" strike="noStrike">
                        <a:solidFill>
                          <a:srgbClr val="000000"/>
                        </a:solidFill>
                        <a:effectLst/>
                        <a:latin typeface="Wingdings" panose="05000000000000000000" pitchFamily="2" charset="2"/>
                      </a:endParaRPr>
                    </a:p>
                  </a:txBody>
                  <a:tcPr marL="6350" marR="6350" marT="6350" marB="0" anchor="b">
                    <a:solidFill>
                      <a:srgbClr val="990099"/>
                    </a:solidFill>
                  </a:tcPr>
                </a:tc>
                <a:tc>
                  <a:txBody>
                    <a:bodyPr/>
                    <a:lstStyle/>
                    <a:p>
                      <a:pPr algn="l" rtl="0" fontAlgn="b"/>
                      <a:endParaRPr lang="en-US" sz="1100" b="0" i="0" u="none" strike="noStrike">
                        <a:solidFill>
                          <a:srgbClr val="000000"/>
                        </a:solidFill>
                        <a:effectLst/>
                        <a:latin typeface="Wingdings" panose="05000000000000000000" pitchFamily="2" charset="2"/>
                      </a:endParaRPr>
                    </a:p>
                  </a:txBody>
                  <a:tcPr marL="6350" marR="6350" marT="6350" marB="0" anchor="b">
                    <a:solidFill>
                      <a:srgbClr val="990099"/>
                    </a:solidFill>
                  </a:tcPr>
                </a:tc>
                <a:tc>
                  <a:txBody>
                    <a:bodyPr/>
                    <a:lstStyle/>
                    <a:p>
                      <a:pPr algn="l" rtl="0" fontAlgn="b"/>
                      <a:endParaRPr lang="en-US" sz="1100" b="0" i="0" u="none" strike="noStrike">
                        <a:solidFill>
                          <a:srgbClr val="000000"/>
                        </a:solidFill>
                        <a:effectLst/>
                        <a:latin typeface="Wingdings" panose="05000000000000000000" pitchFamily="2" charset="2"/>
                      </a:endParaRPr>
                    </a:p>
                  </a:txBody>
                  <a:tcPr marL="6350" marR="6350" marT="6350" marB="0" anchor="b">
                    <a:solidFill>
                      <a:srgbClr val="990099"/>
                    </a:solidFill>
                  </a:tcPr>
                </a:tc>
                <a:tc>
                  <a:txBody>
                    <a:bodyPr/>
                    <a:lstStyle/>
                    <a:p>
                      <a:pPr algn="l" rtl="0" fontAlgn="b"/>
                      <a:endParaRPr lang="en-US" sz="1100" b="0" i="0" u="none" strike="noStrike" dirty="0">
                        <a:solidFill>
                          <a:srgbClr val="000000"/>
                        </a:solidFill>
                        <a:effectLst/>
                        <a:latin typeface="Wingdings" panose="05000000000000000000" pitchFamily="2" charset="2"/>
                      </a:endParaRPr>
                    </a:p>
                  </a:txBody>
                  <a:tcPr marL="6350" marR="6350" marT="6350" marB="0" anchor="b">
                    <a:solidFill>
                      <a:srgbClr val="990099"/>
                    </a:solidFill>
                  </a:tcPr>
                </a:tc>
                <a:tc>
                  <a:txBody>
                    <a:bodyPr/>
                    <a:lstStyle/>
                    <a:p>
                      <a:pPr algn="l" rtl="0" fontAlgn="b"/>
                      <a:endParaRPr lang="en-US" sz="1100" b="0" i="0" u="none" strike="noStrike" dirty="0">
                        <a:solidFill>
                          <a:srgbClr val="000000"/>
                        </a:solidFill>
                        <a:effectLst/>
                        <a:latin typeface="Wingdings" panose="05000000000000000000" pitchFamily="2" charset="2"/>
                      </a:endParaRPr>
                    </a:p>
                  </a:txBody>
                  <a:tcPr marL="6350" marR="6350" marT="6350" marB="0" anchor="b">
                    <a:solidFill>
                      <a:srgbClr val="990099"/>
                    </a:solidFill>
                  </a:tcPr>
                </a:tc>
                <a:tc>
                  <a:txBody>
                    <a:bodyPr/>
                    <a:lstStyle/>
                    <a:p>
                      <a:pPr algn="l" rtl="0" fontAlgn="b"/>
                      <a:endParaRPr lang="en-US" sz="1400" b="0" i="0" u="none" strike="noStrike">
                        <a:solidFill>
                          <a:srgbClr val="000000"/>
                        </a:solidFill>
                        <a:effectLst/>
                        <a:latin typeface="Calibri" panose="020F0502020204030204" pitchFamily="34" charset="0"/>
                      </a:endParaRPr>
                    </a:p>
                  </a:txBody>
                  <a:tcPr marL="5416" marR="5416" marT="5416" marB="0" anchor="b">
                    <a:solidFill>
                      <a:schemeClr val="bg1">
                        <a:lumMod val="85000"/>
                      </a:schemeClr>
                    </a:solidFill>
                  </a:tcPr>
                </a:tc>
                <a:tc>
                  <a:txBody>
                    <a:bodyPr/>
                    <a:lstStyle/>
                    <a:p>
                      <a:pPr algn="l" rtl="0" fontAlgn="b"/>
                      <a:endParaRPr lang="en-US" sz="1400" b="0" i="0" u="none" strike="noStrike" dirty="0">
                        <a:solidFill>
                          <a:srgbClr val="000000"/>
                        </a:solidFill>
                        <a:effectLst/>
                        <a:latin typeface="Calibri" panose="020F0502020204030204" pitchFamily="34" charset="0"/>
                      </a:endParaRPr>
                    </a:p>
                  </a:txBody>
                  <a:tcPr marL="5416" marR="5416" marT="5416" marB="0" anchor="b">
                    <a:solidFill>
                      <a:schemeClr val="bg1">
                        <a:lumMod val="85000"/>
                      </a:schemeClr>
                    </a:solidFill>
                  </a:tcPr>
                </a:tc>
                <a:tc>
                  <a:txBody>
                    <a:bodyPr/>
                    <a:lstStyle/>
                    <a:p>
                      <a:pPr algn="l" rtl="0" fontAlgn="b"/>
                      <a:endParaRPr lang="en-US" sz="1400" b="0" i="0" u="none" strike="noStrike" dirty="0">
                        <a:solidFill>
                          <a:srgbClr val="000000"/>
                        </a:solidFill>
                        <a:effectLst/>
                        <a:latin typeface="Calibri" panose="020F0502020204030204" pitchFamily="34" charset="0"/>
                      </a:endParaRPr>
                    </a:p>
                  </a:txBody>
                  <a:tcPr marL="5416" marR="5416" marT="5416" marB="0" anchor="b">
                    <a:solidFill>
                      <a:schemeClr val="bg1">
                        <a:lumMod val="85000"/>
                      </a:schemeClr>
                    </a:solidFill>
                  </a:tcPr>
                </a:tc>
                <a:extLst>
                  <a:ext uri="{0D108BD9-81ED-4DB2-BD59-A6C34878D82A}">
                    <a16:rowId xmlns:a16="http://schemas.microsoft.com/office/drawing/2014/main" val="1121954927"/>
                  </a:ext>
                </a:extLst>
              </a:tr>
              <a:tr h="227273">
                <a:tc>
                  <a:txBody>
                    <a:bodyPr/>
                    <a:lstStyle/>
                    <a:p>
                      <a:pPr algn="r" rtl="1" fontAlgn="b"/>
                      <a:r>
                        <a:rPr lang="ar-LY" sz="1200" b="0" i="0" u="none" strike="noStrike" dirty="0">
                          <a:solidFill>
                            <a:srgbClr val="990099"/>
                          </a:solidFill>
                          <a:effectLst/>
                          <a:latin typeface="Calibri" panose="020F0502020204030204" pitchFamily="34" charset="0"/>
                          <a:cs typeface="+mj-cs"/>
                        </a:rPr>
                        <a:t>حملة تحديث التقسيم القطاعي  للشركات (موجة 2)</a:t>
                      </a:r>
                    </a:p>
                  </a:txBody>
                  <a:tcPr marL="6350" marR="6350" marT="6350" marB="0" anchor="b">
                    <a:solidFill>
                      <a:schemeClr val="bg1">
                        <a:lumMod val="85000"/>
                      </a:schemeClr>
                    </a:solidFill>
                  </a:tcPr>
                </a:tc>
                <a:tc>
                  <a:txBody>
                    <a:bodyPr/>
                    <a:lstStyle/>
                    <a:p>
                      <a:pPr algn="l" rtl="0" fontAlgn="b"/>
                      <a:endParaRPr lang="en-US" sz="1100" b="0" i="0" u="none" strike="noStrike" dirty="0">
                        <a:solidFill>
                          <a:srgbClr val="000000"/>
                        </a:solidFill>
                        <a:effectLst/>
                        <a:latin typeface="Wingdings" panose="05000000000000000000" pitchFamily="2" charset="2"/>
                      </a:endParaRPr>
                    </a:p>
                  </a:txBody>
                  <a:tcPr marL="6350" marR="6350" marT="6350" marB="0" anchor="b">
                    <a:solidFill>
                      <a:srgbClr val="990099"/>
                    </a:solidFill>
                  </a:tcPr>
                </a:tc>
                <a:tc>
                  <a:txBody>
                    <a:bodyPr/>
                    <a:lstStyle/>
                    <a:p>
                      <a:pPr algn="l" rtl="0" fontAlgn="b"/>
                      <a:endParaRPr lang="en-US" sz="1100" b="0" i="0" u="none" strike="noStrike">
                        <a:solidFill>
                          <a:srgbClr val="000000"/>
                        </a:solidFill>
                        <a:effectLst/>
                        <a:latin typeface="Wingdings" panose="05000000000000000000" pitchFamily="2" charset="2"/>
                      </a:endParaRPr>
                    </a:p>
                  </a:txBody>
                  <a:tcPr marL="6350" marR="6350" marT="6350" marB="0" anchor="b">
                    <a:solidFill>
                      <a:schemeClr val="bg1">
                        <a:lumMod val="85000"/>
                      </a:schemeClr>
                    </a:solidFill>
                  </a:tcPr>
                </a:tc>
                <a:tc>
                  <a:txBody>
                    <a:bodyPr/>
                    <a:lstStyle/>
                    <a:p>
                      <a:pPr algn="l" rtl="0" fontAlgn="b"/>
                      <a:endParaRPr lang="en-US" sz="1100" b="0" i="0" u="none" strike="noStrike">
                        <a:solidFill>
                          <a:srgbClr val="000000"/>
                        </a:solidFill>
                        <a:effectLst/>
                        <a:latin typeface="Wingdings" panose="05000000000000000000" pitchFamily="2" charset="2"/>
                      </a:endParaRPr>
                    </a:p>
                  </a:txBody>
                  <a:tcPr marL="6350" marR="6350" marT="6350" marB="0" anchor="b">
                    <a:solidFill>
                      <a:srgbClr val="990099"/>
                    </a:solidFill>
                  </a:tcPr>
                </a:tc>
                <a:tc>
                  <a:txBody>
                    <a:bodyPr/>
                    <a:lstStyle/>
                    <a:p>
                      <a:pPr algn="l" rtl="0" fontAlgn="b"/>
                      <a:endParaRPr lang="en-US" sz="1100" b="0" i="0" u="none" strike="noStrike">
                        <a:solidFill>
                          <a:srgbClr val="000000"/>
                        </a:solidFill>
                        <a:effectLst/>
                        <a:latin typeface="Wingdings" panose="05000000000000000000" pitchFamily="2" charset="2"/>
                      </a:endParaRPr>
                    </a:p>
                  </a:txBody>
                  <a:tcPr marL="6350" marR="6350" marT="6350" marB="0" anchor="b">
                    <a:solidFill>
                      <a:srgbClr val="990099"/>
                    </a:solidFill>
                  </a:tcPr>
                </a:tc>
                <a:tc>
                  <a:txBody>
                    <a:bodyPr/>
                    <a:lstStyle/>
                    <a:p>
                      <a:pPr algn="l" rtl="0" fontAlgn="b"/>
                      <a:endParaRPr lang="en-US" sz="1100" b="0" i="0" u="none" strike="noStrike">
                        <a:solidFill>
                          <a:srgbClr val="000000"/>
                        </a:solidFill>
                        <a:effectLst/>
                        <a:latin typeface="Wingdings" panose="05000000000000000000" pitchFamily="2" charset="2"/>
                      </a:endParaRPr>
                    </a:p>
                  </a:txBody>
                  <a:tcPr marL="6350" marR="6350" marT="6350" marB="0" anchor="b">
                    <a:solidFill>
                      <a:srgbClr val="990099"/>
                    </a:solidFill>
                  </a:tcPr>
                </a:tc>
                <a:tc>
                  <a:txBody>
                    <a:bodyPr/>
                    <a:lstStyle/>
                    <a:p>
                      <a:pPr algn="l" rtl="0" fontAlgn="b"/>
                      <a:endParaRPr lang="en-US" sz="1100" b="0" i="0" u="none" strike="noStrike" dirty="0">
                        <a:solidFill>
                          <a:srgbClr val="000000"/>
                        </a:solidFill>
                        <a:effectLst/>
                        <a:latin typeface="Wingdings" panose="05000000000000000000" pitchFamily="2" charset="2"/>
                      </a:endParaRPr>
                    </a:p>
                  </a:txBody>
                  <a:tcPr marL="6350" marR="6350" marT="6350" marB="0" anchor="b">
                    <a:solidFill>
                      <a:srgbClr val="990099"/>
                    </a:solidFill>
                  </a:tcPr>
                </a:tc>
                <a:tc>
                  <a:txBody>
                    <a:bodyPr/>
                    <a:lstStyle/>
                    <a:p>
                      <a:pPr algn="l" rtl="0" fontAlgn="b"/>
                      <a:endParaRPr lang="en-US" sz="1100" b="0" i="0" u="none" strike="noStrike" dirty="0">
                        <a:solidFill>
                          <a:srgbClr val="000000"/>
                        </a:solidFill>
                        <a:effectLst/>
                        <a:latin typeface="Wingdings" panose="05000000000000000000" pitchFamily="2" charset="2"/>
                      </a:endParaRPr>
                    </a:p>
                  </a:txBody>
                  <a:tcPr marL="6350" marR="6350" marT="6350" marB="0" anchor="b">
                    <a:solidFill>
                      <a:srgbClr val="990099"/>
                    </a:solidFill>
                  </a:tcPr>
                </a:tc>
                <a:tc>
                  <a:txBody>
                    <a:bodyPr/>
                    <a:lstStyle/>
                    <a:p>
                      <a:pPr algn="l" rtl="0" fontAlgn="b"/>
                      <a:endParaRPr lang="en-US" sz="1100" b="0" i="0" u="none" strike="noStrike">
                        <a:solidFill>
                          <a:srgbClr val="000000"/>
                        </a:solidFill>
                        <a:effectLst/>
                        <a:latin typeface="Wingdings" panose="05000000000000000000" pitchFamily="2" charset="2"/>
                      </a:endParaRPr>
                    </a:p>
                  </a:txBody>
                  <a:tcPr marL="6350" marR="6350" marT="6350" marB="0" anchor="b">
                    <a:solidFill>
                      <a:srgbClr val="990099"/>
                    </a:solidFill>
                  </a:tcPr>
                </a:tc>
                <a:tc>
                  <a:txBody>
                    <a:bodyPr/>
                    <a:lstStyle/>
                    <a:p>
                      <a:pPr algn="l" rtl="0" fontAlgn="b"/>
                      <a:endParaRPr lang="en-US" sz="1100" b="0" i="0" u="none" strike="noStrike" dirty="0">
                        <a:solidFill>
                          <a:srgbClr val="000000"/>
                        </a:solidFill>
                        <a:effectLst/>
                        <a:latin typeface="Wingdings" panose="05000000000000000000" pitchFamily="2" charset="2"/>
                      </a:endParaRPr>
                    </a:p>
                  </a:txBody>
                  <a:tcPr marL="6350" marR="6350" marT="6350" marB="0" anchor="b">
                    <a:solidFill>
                      <a:srgbClr val="990099"/>
                    </a:solidFill>
                  </a:tcPr>
                </a:tc>
                <a:tc>
                  <a:txBody>
                    <a:bodyPr/>
                    <a:lstStyle/>
                    <a:p>
                      <a:pPr algn="l" rtl="0" fontAlgn="b"/>
                      <a:endParaRPr lang="en-US" sz="1100" b="0" i="0" u="none" strike="noStrike" dirty="0">
                        <a:solidFill>
                          <a:srgbClr val="000000"/>
                        </a:solidFill>
                        <a:effectLst/>
                        <a:latin typeface="Wingdings" panose="05000000000000000000" pitchFamily="2" charset="2"/>
                      </a:endParaRPr>
                    </a:p>
                  </a:txBody>
                  <a:tcPr marL="6350" marR="6350" marT="6350" marB="0" anchor="b">
                    <a:solidFill>
                      <a:srgbClr val="990099"/>
                    </a:solidFill>
                  </a:tcPr>
                </a:tc>
                <a:tc>
                  <a:txBody>
                    <a:bodyPr/>
                    <a:lstStyle/>
                    <a:p>
                      <a:pPr algn="l" rtl="0" fontAlgn="b"/>
                      <a:endParaRPr lang="en-US" sz="1400" b="0" i="0" u="none" strike="noStrike" dirty="0">
                        <a:solidFill>
                          <a:srgbClr val="000000"/>
                        </a:solidFill>
                        <a:effectLst/>
                        <a:latin typeface="Calibri" panose="020F0502020204030204" pitchFamily="34" charset="0"/>
                      </a:endParaRPr>
                    </a:p>
                  </a:txBody>
                  <a:tcPr marL="5416" marR="5416" marT="5416" marB="0" anchor="b">
                    <a:solidFill>
                      <a:schemeClr val="bg1">
                        <a:lumMod val="85000"/>
                      </a:schemeClr>
                    </a:solidFill>
                  </a:tcPr>
                </a:tc>
                <a:tc>
                  <a:txBody>
                    <a:bodyPr/>
                    <a:lstStyle/>
                    <a:p>
                      <a:pPr algn="l" rtl="0" fontAlgn="b"/>
                      <a:endParaRPr lang="en-US" sz="1400" b="0" i="0" u="none" strike="noStrike" dirty="0">
                        <a:solidFill>
                          <a:srgbClr val="000000"/>
                        </a:solidFill>
                        <a:effectLst/>
                        <a:latin typeface="Calibri" panose="020F0502020204030204" pitchFamily="34" charset="0"/>
                      </a:endParaRPr>
                    </a:p>
                  </a:txBody>
                  <a:tcPr marL="5416" marR="5416" marT="5416" marB="0" anchor="b">
                    <a:solidFill>
                      <a:schemeClr val="bg1">
                        <a:lumMod val="85000"/>
                      </a:schemeClr>
                    </a:solidFill>
                  </a:tcPr>
                </a:tc>
                <a:tc>
                  <a:txBody>
                    <a:bodyPr/>
                    <a:lstStyle/>
                    <a:p>
                      <a:pPr algn="l" rtl="0" fontAlgn="b"/>
                      <a:endParaRPr lang="en-US" sz="1400" b="0" i="0" u="none" strike="noStrike" dirty="0">
                        <a:solidFill>
                          <a:srgbClr val="000000"/>
                        </a:solidFill>
                        <a:effectLst/>
                        <a:latin typeface="Calibri" panose="020F0502020204030204" pitchFamily="34" charset="0"/>
                      </a:endParaRPr>
                    </a:p>
                  </a:txBody>
                  <a:tcPr marL="5416" marR="5416" marT="5416" marB="0" anchor="b">
                    <a:solidFill>
                      <a:schemeClr val="bg1">
                        <a:lumMod val="85000"/>
                      </a:schemeClr>
                    </a:solidFill>
                  </a:tcPr>
                </a:tc>
                <a:extLst>
                  <a:ext uri="{0D108BD9-81ED-4DB2-BD59-A6C34878D82A}">
                    <a16:rowId xmlns:a16="http://schemas.microsoft.com/office/drawing/2014/main" val="3847004342"/>
                  </a:ext>
                </a:extLst>
              </a:tr>
            </a:tbl>
          </a:graphicData>
        </a:graphic>
      </p:graphicFrame>
      <p:sp>
        <p:nvSpPr>
          <p:cNvPr id="3" name="Title 1">
            <a:extLst>
              <a:ext uri="{FF2B5EF4-FFF2-40B4-BE49-F238E27FC236}">
                <a16:creationId xmlns:a16="http://schemas.microsoft.com/office/drawing/2014/main" id="{BC1DD3EB-E147-0293-6362-34402C75A5B2}"/>
              </a:ext>
            </a:extLst>
          </p:cNvPr>
          <p:cNvSpPr txBox="1">
            <a:spLocks/>
          </p:cNvSpPr>
          <p:nvPr/>
        </p:nvSpPr>
        <p:spPr>
          <a:xfrm>
            <a:off x="571912" y="228929"/>
            <a:ext cx="11353800" cy="743905"/>
          </a:xfrm>
          <a:prstGeom prst="rect">
            <a:avLst/>
          </a:prstGeom>
        </p:spPr>
        <p:txBody>
          <a:bodyPr>
            <a:normAutofit/>
          </a:bodyPr>
          <a:lstStyle>
            <a:lvl1pPr algn="r" defTabSz="914400" rtl="1" eaLnBrk="1" latinLnBrk="0" hangingPunct="1">
              <a:lnSpc>
                <a:spcPct val="90000"/>
              </a:lnSpc>
              <a:spcBef>
                <a:spcPct val="0"/>
              </a:spcBef>
              <a:buNone/>
              <a:defRPr sz="4400" kern="1200">
                <a:solidFill>
                  <a:srgbClr val="92278F"/>
                </a:solidFill>
                <a:latin typeface="+mj-lt"/>
                <a:ea typeface="+mj-ea"/>
                <a:cs typeface="+mj-cs"/>
              </a:defRPr>
            </a:lvl1pPr>
          </a:lstStyle>
          <a:p>
            <a:pPr marL="0" marR="0" lvl="0" indent="0" algn="r" defTabSz="914400" rtl="1" eaLnBrk="1" fontAlgn="auto" latinLnBrk="0" hangingPunct="1">
              <a:lnSpc>
                <a:spcPct val="90000"/>
              </a:lnSpc>
              <a:spcBef>
                <a:spcPct val="0"/>
              </a:spcBef>
              <a:spcAft>
                <a:spcPts val="0"/>
              </a:spcAft>
              <a:buClrTx/>
              <a:buSzTx/>
              <a:buFontTx/>
              <a:buNone/>
              <a:tabLst/>
              <a:defRPr/>
            </a:pPr>
            <a:r>
              <a:rPr kumimoji="0" lang="ar-LY" sz="4400" b="0" i="0" u="none" strike="noStrike" kern="1200" cap="none" spc="0" normalizeH="0" baseline="0" noProof="0" dirty="0">
                <a:ln>
                  <a:noFill/>
                </a:ln>
                <a:solidFill>
                  <a:prstClr val="white"/>
                </a:solidFill>
                <a:effectLst/>
                <a:uLnTx/>
                <a:uFillTx/>
                <a:latin typeface="Ubuntu Medium"/>
                <a:ea typeface="+mj-ea"/>
                <a:cs typeface="Tajawal ExtraBold"/>
              </a:rPr>
              <a:t>خدمات وعروض</a:t>
            </a:r>
            <a:endParaRPr kumimoji="0" lang="en-US" sz="4400" b="0" i="0" u="none" strike="noStrike" kern="1200" cap="none" spc="0" normalizeH="0" baseline="0" noProof="0" dirty="0">
              <a:ln>
                <a:noFill/>
              </a:ln>
              <a:solidFill>
                <a:prstClr val="white"/>
              </a:solidFill>
              <a:effectLst/>
              <a:uLnTx/>
              <a:uFillTx/>
              <a:latin typeface="Ubuntu Medium"/>
              <a:ea typeface="+mj-ea"/>
              <a:cs typeface="Tajawal ExtraBold"/>
            </a:endParaRPr>
          </a:p>
        </p:txBody>
      </p:sp>
    </p:spTree>
    <p:extLst>
      <p:ext uri="{BB962C8B-B14F-4D97-AF65-F5344CB8AC3E}">
        <p14:creationId xmlns:p14="http://schemas.microsoft.com/office/powerpoint/2010/main" val="288805387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bg>
      <p:bgPr>
        <a:gradFill>
          <a:gsLst>
            <a:gs pos="55000">
              <a:srgbClr val="990099"/>
            </a:gs>
            <a:gs pos="100000">
              <a:schemeClr val="accent2">
                <a:lumMod val="89000"/>
              </a:schemeClr>
            </a:gs>
            <a:gs pos="100000">
              <a:schemeClr val="accent2">
                <a:lumMod val="75000"/>
              </a:schemeClr>
            </a:gs>
            <a:gs pos="97000">
              <a:schemeClr val="accent2">
                <a:lumMod val="70000"/>
              </a:schemeClr>
            </a:gs>
          </a:gsLst>
          <a:path path="circle">
            <a:fillToRect r="100000" b="100000"/>
          </a:path>
        </a:gradFill>
        <a:effectLst/>
      </p:bgPr>
    </p:bg>
    <p:spTree>
      <p:nvGrpSpPr>
        <p:cNvPr id="1" name=""/>
        <p:cNvGrpSpPr/>
        <p:nvPr/>
      </p:nvGrpSpPr>
      <p:grpSpPr>
        <a:xfrm>
          <a:off x="0" y="0"/>
          <a:ext cx="0" cy="0"/>
          <a:chOff x="0" y="0"/>
          <a:chExt cx="0" cy="0"/>
        </a:xfrm>
      </p:grpSpPr>
      <p:graphicFrame>
        <p:nvGraphicFramePr>
          <p:cNvPr id="44" name="Table 43">
            <a:extLst>
              <a:ext uri="{FF2B5EF4-FFF2-40B4-BE49-F238E27FC236}">
                <a16:creationId xmlns:a16="http://schemas.microsoft.com/office/drawing/2014/main" id="{A1158D42-AB6C-7739-9FB3-C68F7461A693}"/>
              </a:ext>
            </a:extLst>
          </p:cNvPr>
          <p:cNvGraphicFramePr>
            <a:graphicFrameLocks noGrp="1"/>
          </p:cNvGraphicFramePr>
          <p:nvPr>
            <p:extLst>
              <p:ext uri="{D42A27DB-BD31-4B8C-83A1-F6EECF244321}">
                <p14:modId xmlns:p14="http://schemas.microsoft.com/office/powerpoint/2010/main" val="990489581"/>
              </p:ext>
            </p:extLst>
          </p:nvPr>
        </p:nvGraphicFramePr>
        <p:xfrm>
          <a:off x="206351" y="2066034"/>
          <a:ext cx="11353790" cy="2547058"/>
        </p:xfrm>
        <a:graphic>
          <a:graphicData uri="http://schemas.openxmlformats.org/drawingml/2006/table">
            <a:tbl>
              <a:tblPr rtl="1">
                <a:tableStyleId>{5C22544A-7EE6-4342-B048-85BDC9FD1C3A}</a:tableStyleId>
              </a:tblPr>
              <a:tblGrid>
                <a:gridCol w="2709498">
                  <a:extLst>
                    <a:ext uri="{9D8B030D-6E8A-4147-A177-3AD203B41FA5}">
                      <a16:colId xmlns:a16="http://schemas.microsoft.com/office/drawing/2014/main" val="678504659"/>
                    </a:ext>
                  </a:extLst>
                </a:gridCol>
                <a:gridCol w="654404">
                  <a:extLst>
                    <a:ext uri="{9D8B030D-6E8A-4147-A177-3AD203B41FA5}">
                      <a16:colId xmlns:a16="http://schemas.microsoft.com/office/drawing/2014/main" val="1688248225"/>
                    </a:ext>
                  </a:extLst>
                </a:gridCol>
                <a:gridCol w="665824">
                  <a:extLst>
                    <a:ext uri="{9D8B030D-6E8A-4147-A177-3AD203B41FA5}">
                      <a16:colId xmlns:a16="http://schemas.microsoft.com/office/drawing/2014/main" val="3833509675"/>
                    </a:ext>
                  </a:extLst>
                </a:gridCol>
                <a:gridCol w="665824">
                  <a:extLst>
                    <a:ext uri="{9D8B030D-6E8A-4147-A177-3AD203B41FA5}">
                      <a16:colId xmlns:a16="http://schemas.microsoft.com/office/drawing/2014/main" val="331906224"/>
                    </a:ext>
                  </a:extLst>
                </a:gridCol>
                <a:gridCol w="665824">
                  <a:extLst>
                    <a:ext uri="{9D8B030D-6E8A-4147-A177-3AD203B41FA5}">
                      <a16:colId xmlns:a16="http://schemas.microsoft.com/office/drawing/2014/main" val="1708252188"/>
                    </a:ext>
                  </a:extLst>
                </a:gridCol>
                <a:gridCol w="665824">
                  <a:extLst>
                    <a:ext uri="{9D8B030D-6E8A-4147-A177-3AD203B41FA5}">
                      <a16:colId xmlns:a16="http://schemas.microsoft.com/office/drawing/2014/main" val="201588569"/>
                    </a:ext>
                  </a:extLst>
                </a:gridCol>
                <a:gridCol w="665824">
                  <a:extLst>
                    <a:ext uri="{9D8B030D-6E8A-4147-A177-3AD203B41FA5}">
                      <a16:colId xmlns:a16="http://schemas.microsoft.com/office/drawing/2014/main" val="909605441"/>
                    </a:ext>
                  </a:extLst>
                </a:gridCol>
                <a:gridCol w="665824">
                  <a:extLst>
                    <a:ext uri="{9D8B030D-6E8A-4147-A177-3AD203B41FA5}">
                      <a16:colId xmlns:a16="http://schemas.microsoft.com/office/drawing/2014/main" val="1887171645"/>
                    </a:ext>
                  </a:extLst>
                </a:gridCol>
                <a:gridCol w="665824">
                  <a:extLst>
                    <a:ext uri="{9D8B030D-6E8A-4147-A177-3AD203B41FA5}">
                      <a16:colId xmlns:a16="http://schemas.microsoft.com/office/drawing/2014/main" val="2148846065"/>
                    </a:ext>
                  </a:extLst>
                </a:gridCol>
                <a:gridCol w="665824">
                  <a:extLst>
                    <a:ext uri="{9D8B030D-6E8A-4147-A177-3AD203B41FA5}">
                      <a16:colId xmlns:a16="http://schemas.microsoft.com/office/drawing/2014/main" val="699900438"/>
                    </a:ext>
                  </a:extLst>
                </a:gridCol>
                <a:gridCol w="665824">
                  <a:extLst>
                    <a:ext uri="{9D8B030D-6E8A-4147-A177-3AD203B41FA5}">
                      <a16:colId xmlns:a16="http://schemas.microsoft.com/office/drawing/2014/main" val="1473047371"/>
                    </a:ext>
                  </a:extLst>
                </a:gridCol>
                <a:gridCol w="665824">
                  <a:extLst>
                    <a:ext uri="{9D8B030D-6E8A-4147-A177-3AD203B41FA5}">
                      <a16:colId xmlns:a16="http://schemas.microsoft.com/office/drawing/2014/main" val="1834486286"/>
                    </a:ext>
                  </a:extLst>
                </a:gridCol>
                <a:gridCol w="665824">
                  <a:extLst>
                    <a:ext uri="{9D8B030D-6E8A-4147-A177-3AD203B41FA5}">
                      <a16:colId xmlns:a16="http://schemas.microsoft.com/office/drawing/2014/main" val="1781488676"/>
                    </a:ext>
                  </a:extLst>
                </a:gridCol>
                <a:gridCol w="665824">
                  <a:extLst>
                    <a:ext uri="{9D8B030D-6E8A-4147-A177-3AD203B41FA5}">
                      <a16:colId xmlns:a16="http://schemas.microsoft.com/office/drawing/2014/main" val="530863045"/>
                    </a:ext>
                  </a:extLst>
                </a:gridCol>
              </a:tblGrid>
              <a:tr h="434376">
                <a:tc>
                  <a:txBody>
                    <a:bodyPr/>
                    <a:lstStyle/>
                    <a:p>
                      <a:pPr algn="r" rtl="1" fontAlgn="b"/>
                      <a:r>
                        <a:rPr lang="ar-LY" sz="1200" u="none" strike="noStrike" dirty="0">
                          <a:solidFill>
                            <a:schemeClr val="bg1"/>
                          </a:solidFill>
                          <a:effectLst/>
                          <a:cs typeface="+mj-cs"/>
                        </a:rPr>
                        <a:t>الهدف الرئيسي</a:t>
                      </a:r>
                      <a:endParaRPr lang="ar-LY" sz="1200" b="0" i="0" u="none" strike="noStrike" dirty="0">
                        <a:solidFill>
                          <a:schemeClr val="bg1"/>
                        </a:solidFill>
                        <a:effectLst/>
                        <a:latin typeface="Calibri" panose="020F0502020204030204" pitchFamily="34" charset="0"/>
                        <a:cs typeface="+mj-cs"/>
                      </a:endParaRPr>
                    </a:p>
                  </a:txBody>
                  <a:tcPr marL="5416" marR="5416" marT="5416" marB="0" anchor="b">
                    <a:solidFill>
                      <a:schemeClr val="tx2"/>
                    </a:solidFill>
                  </a:tcPr>
                </a:tc>
                <a:tc rowSpan="2">
                  <a:txBody>
                    <a:bodyPr/>
                    <a:lstStyle/>
                    <a:p>
                      <a:pPr algn="r" rtl="1" fontAlgn="b"/>
                      <a:r>
                        <a:rPr lang="ar-LY" sz="1200" u="none" strike="noStrike" dirty="0">
                          <a:solidFill>
                            <a:schemeClr val="bg1"/>
                          </a:solidFill>
                          <a:effectLst/>
                          <a:cs typeface="+mj-cs"/>
                        </a:rPr>
                        <a:t>الحصة السوقية</a:t>
                      </a:r>
                    </a:p>
                  </a:txBody>
                  <a:tcPr marL="5416" marR="5416" marT="5416" marB="0" anchor="b">
                    <a:solidFill>
                      <a:schemeClr val="tx2"/>
                    </a:solidFill>
                  </a:tcPr>
                </a:tc>
                <a:tc gridSpan="3">
                  <a:txBody>
                    <a:bodyPr/>
                    <a:lstStyle/>
                    <a:p>
                      <a:pPr algn="ctr" rtl="1" fontAlgn="b"/>
                      <a:r>
                        <a:rPr lang="ar-LY" sz="1200" u="none" strike="noStrike">
                          <a:solidFill>
                            <a:schemeClr val="bg1"/>
                          </a:solidFill>
                          <a:effectLst/>
                          <a:cs typeface="+mj-cs"/>
                        </a:rPr>
                        <a:t>الإيرادات</a:t>
                      </a:r>
                      <a:endParaRPr lang="ar-LY" sz="1200" u="none" strike="noStrike" dirty="0">
                        <a:solidFill>
                          <a:schemeClr val="bg1"/>
                        </a:solidFill>
                        <a:effectLst/>
                        <a:cs typeface="+mj-cs"/>
                      </a:endParaRPr>
                    </a:p>
                  </a:txBody>
                  <a:tcPr marL="5416" marR="5416" marT="5416" marB="0" anchor="b">
                    <a:solidFill>
                      <a:schemeClr val="tx2"/>
                    </a:solidFill>
                  </a:tcPr>
                </a:tc>
                <a:tc hMerge="1">
                  <a:txBody>
                    <a:bodyPr/>
                    <a:lstStyle/>
                    <a:p>
                      <a:pPr algn="l" rtl="0" fontAlgn="b"/>
                      <a:r>
                        <a:rPr lang="en-US" sz="1400" u="none" strike="noStrike" dirty="0">
                          <a:effectLst/>
                        </a:rPr>
                        <a:t> </a:t>
                      </a:r>
                      <a:endParaRPr lang="en-US" sz="1400" b="0" i="0" u="none" strike="noStrike" dirty="0">
                        <a:solidFill>
                          <a:srgbClr val="000000"/>
                        </a:solidFill>
                        <a:effectLst/>
                        <a:latin typeface="Calibri" panose="020F0502020204030204" pitchFamily="34" charset="0"/>
                      </a:endParaRPr>
                    </a:p>
                  </a:txBody>
                  <a:tcPr marL="5416" marR="5416" marT="5416" marB="0" anchor="b"/>
                </a:tc>
                <a:tc hMerge="1">
                  <a:txBody>
                    <a:bodyPr/>
                    <a:lstStyle/>
                    <a:p>
                      <a:pPr algn="l" rtl="0" fontAlgn="b"/>
                      <a:r>
                        <a:rPr lang="en-US" sz="1400" u="none" strike="noStrike" dirty="0">
                          <a:effectLst/>
                        </a:rPr>
                        <a:t> </a:t>
                      </a:r>
                      <a:endParaRPr lang="en-US" sz="1400" b="0" i="0" u="none" strike="noStrike" dirty="0">
                        <a:solidFill>
                          <a:srgbClr val="000000"/>
                        </a:solidFill>
                        <a:effectLst/>
                        <a:latin typeface="Calibri" panose="020F0502020204030204" pitchFamily="34" charset="0"/>
                      </a:endParaRPr>
                    </a:p>
                  </a:txBody>
                  <a:tcPr marL="5416" marR="5416" marT="5416" marB="0" anchor="b"/>
                </a:tc>
                <a:tc gridSpan="2">
                  <a:txBody>
                    <a:bodyPr/>
                    <a:lstStyle/>
                    <a:p>
                      <a:pPr algn="r" rtl="1" fontAlgn="b"/>
                      <a:r>
                        <a:rPr lang="ar-LY" sz="1200" u="none" strike="noStrike" dirty="0">
                          <a:solidFill>
                            <a:schemeClr val="bg1"/>
                          </a:solidFill>
                          <a:effectLst/>
                          <a:cs typeface="+mj-cs"/>
                        </a:rPr>
                        <a:t>معدل الاستهلاك</a:t>
                      </a:r>
                    </a:p>
                  </a:txBody>
                  <a:tcPr marL="5416" marR="5416" marT="5416" marB="0" anchor="b">
                    <a:solidFill>
                      <a:schemeClr val="tx2"/>
                    </a:solidFill>
                  </a:tcPr>
                </a:tc>
                <a:tc hMerge="1">
                  <a:txBody>
                    <a:bodyPr/>
                    <a:lstStyle/>
                    <a:p>
                      <a:pPr algn="l" rtl="0" fontAlgn="b"/>
                      <a:r>
                        <a:rPr lang="en-US" sz="1400" u="none" strike="noStrike" dirty="0">
                          <a:effectLst/>
                        </a:rPr>
                        <a:t> </a:t>
                      </a:r>
                      <a:endParaRPr lang="en-US" sz="1400" b="0" i="0" u="none" strike="noStrike" dirty="0">
                        <a:solidFill>
                          <a:srgbClr val="000000"/>
                        </a:solidFill>
                        <a:effectLst/>
                        <a:latin typeface="Calibri" panose="020F0502020204030204" pitchFamily="34" charset="0"/>
                      </a:endParaRPr>
                    </a:p>
                  </a:txBody>
                  <a:tcPr marL="5416" marR="5416" marT="5416" marB="0" anchor="b"/>
                </a:tc>
                <a:tc gridSpan="2">
                  <a:txBody>
                    <a:bodyPr/>
                    <a:lstStyle/>
                    <a:p>
                      <a:pPr algn="r" rtl="1" fontAlgn="b"/>
                      <a:r>
                        <a:rPr lang="ar-LY" sz="1200" u="none" strike="noStrike" dirty="0">
                          <a:solidFill>
                            <a:schemeClr val="bg1"/>
                          </a:solidFill>
                          <a:effectLst/>
                          <a:cs typeface="+mj-cs"/>
                        </a:rPr>
                        <a:t>عدد المشتركين الفعلي</a:t>
                      </a:r>
                    </a:p>
                  </a:txBody>
                  <a:tcPr marL="5416" marR="5416" marT="5416" marB="0" anchor="b">
                    <a:solidFill>
                      <a:schemeClr val="tx2"/>
                    </a:solidFill>
                  </a:tcPr>
                </a:tc>
                <a:tc hMerge="1">
                  <a:txBody>
                    <a:bodyPr/>
                    <a:lstStyle/>
                    <a:p>
                      <a:pPr algn="l" rtl="0" fontAlgn="b"/>
                      <a:r>
                        <a:rPr lang="en-US" sz="1400" u="none" strike="noStrike" dirty="0">
                          <a:effectLst/>
                        </a:rPr>
                        <a:t> </a:t>
                      </a:r>
                      <a:endParaRPr lang="en-US" sz="1400" b="0" i="0" u="none" strike="noStrike" dirty="0">
                        <a:solidFill>
                          <a:srgbClr val="000000"/>
                        </a:solidFill>
                        <a:effectLst/>
                        <a:latin typeface="Calibri" panose="020F0502020204030204" pitchFamily="34" charset="0"/>
                      </a:endParaRPr>
                    </a:p>
                  </a:txBody>
                  <a:tcPr marL="5416" marR="5416" marT="5416" marB="0" anchor="b"/>
                </a:tc>
                <a:tc rowSpan="2">
                  <a:txBody>
                    <a:bodyPr/>
                    <a:lstStyle/>
                    <a:p>
                      <a:pPr algn="r" rtl="1" fontAlgn="b"/>
                      <a:r>
                        <a:rPr lang="ar-LY" sz="1200" u="none" strike="noStrike" dirty="0">
                          <a:solidFill>
                            <a:schemeClr val="bg1"/>
                          </a:solidFill>
                          <a:effectLst/>
                          <a:cs typeface="+mj-cs"/>
                        </a:rPr>
                        <a:t>نسبة مشتركي الانترنت</a:t>
                      </a:r>
                    </a:p>
                  </a:txBody>
                  <a:tcPr marL="5416" marR="5416" marT="5416" marB="0" anchor="b">
                    <a:solidFill>
                      <a:schemeClr val="tx2"/>
                    </a:solidFill>
                  </a:tcPr>
                </a:tc>
                <a:tc gridSpan="4">
                  <a:txBody>
                    <a:bodyPr/>
                    <a:lstStyle/>
                    <a:p>
                      <a:pPr algn="ctr" rtl="1" fontAlgn="b"/>
                      <a:r>
                        <a:rPr lang="ar-LY" sz="1200" u="none" strike="noStrike" dirty="0">
                          <a:solidFill>
                            <a:schemeClr val="bg1"/>
                          </a:solidFill>
                          <a:effectLst/>
                          <a:cs typeface="+mj-cs"/>
                        </a:rPr>
                        <a:t>رضا المشتركين</a:t>
                      </a:r>
                    </a:p>
                  </a:txBody>
                  <a:tcPr marL="5416" marR="5416" marT="5416" marB="0" anchor="b">
                    <a:solidFill>
                      <a:schemeClr val="tx2"/>
                    </a:solidFill>
                  </a:tcPr>
                </a:tc>
                <a:tc hMerge="1">
                  <a:txBody>
                    <a:bodyPr/>
                    <a:lstStyle/>
                    <a:p>
                      <a:pPr algn="l" rtl="0" fontAlgn="b"/>
                      <a:r>
                        <a:rPr lang="en-US" sz="1400" u="none" strike="noStrike" dirty="0">
                          <a:effectLst/>
                        </a:rPr>
                        <a:t> </a:t>
                      </a:r>
                      <a:endParaRPr lang="en-US" sz="1400" b="0" i="0" u="none" strike="noStrike" dirty="0">
                        <a:solidFill>
                          <a:srgbClr val="000000"/>
                        </a:solidFill>
                        <a:effectLst/>
                        <a:latin typeface="Calibri" panose="020F0502020204030204" pitchFamily="34" charset="0"/>
                      </a:endParaRPr>
                    </a:p>
                  </a:txBody>
                  <a:tcPr marL="5416" marR="5416" marT="5416" marB="0" anchor="b"/>
                </a:tc>
                <a:tc hMerge="1">
                  <a:txBody>
                    <a:bodyPr/>
                    <a:lstStyle/>
                    <a:p>
                      <a:pPr algn="l" rtl="0" fontAlgn="b"/>
                      <a:r>
                        <a:rPr lang="en-US" sz="1400" u="none" strike="noStrike" dirty="0">
                          <a:effectLst/>
                        </a:rPr>
                        <a:t> </a:t>
                      </a:r>
                      <a:endParaRPr lang="en-US" sz="1400" b="0" i="0" u="none" strike="noStrike" dirty="0">
                        <a:solidFill>
                          <a:srgbClr val="000000"/>
                        </a:solidFill>
                        <a:effectLst/>
                        <a:latin typeface="Calibri" panose="020F0502020204030204" pitchFamily="34" charset="0"/>
                      </a:endParaRPr>
                    </a:p>
                  </a:txBody>
                  <a:tcPr marL="5416" marR="5416" marT="5416" marB="0" anchor="b"/>
                </a:tc>
                <a:tc hMerge="1">
                  <a:txBody>
                    <a:bodyPr/>
                    <a:lstStyle/>
                    <a:p>
                      <a:pPr algn="l" rtl="0" fontAlgn="b"/>
                      <a:r>
                        <a:rPr lang="en-US" sz="1400" u="none" strike="noStrike" dirty="0">
                          <a:effectLst/>
                        </a:rPr>
                        <a:t> </a:t>
                      </a:r>
                      <a:endParaRPr lang="en-US" sz="1400" b="0" i="0" u="none" strike="noStrike" dirty="0">
                        <a:solidFill>
                          <a:srgbClr val="000000"/>
                        </a:solidFill>
                        <a:effectLst/>
                        <a:latin typeface="Calibri" panose="020F0502020204030204" pitchFamily="34" charset="0"/>
                      </a:endParaRPr>
                    </a:p>
                  </a:txBody>
                  <a:tcPr marL="5416" marR="5416" marT="5416" marB="0" anchor="b"/>
                </a:tc>
                <a:extLst>
                  <a:ext uri="{0D108BD9-81ED-4DB2-BD59-A6C34878D82A}">
                    <a16:rowId xmlns:a16="http://schemas.microsoft.com/office/drawing/2014/main" val="3530015166"/>
                  </a:ext>
                </a:extLst>
              </a:tr>
              <a:tr h="434376">
                <a:tc>
                  <a:txBody>
                    <a:bodyPr/>
                    <a:lstStyle/>
                    <a:p>
                      <a:pPr algn="r" rtl="1" fontAlgn="b"/>
                      <a:r>
                        <a:rPr lang="ar-LY" sz="1400" u="none" strike="noStrike" dirty="0">
                          <a:solidFill>
                            <a:schemeClr val="bg1"/>
                          </a:solidFill>
                          <a:effectLst/>
                        </a:rPr>
                        <a:t>الهدف الفرعي</a:t>
                      </a:r>
                      <a:endParaRPr lang="ar-LY" sz="1400" b="0" i="0" u="none" strike="noStrike" dirty="0">
                        <a:solidFill>
                          <a:schemeClr val="bg1"/>
                        </a:solidFill>
                        <a:effectLst/>
                        <a:latin typeface="Calibri" panose="020F0502020204030204" pitchFamily="34" charset="0"/>
                      </a:endParaRPr>
                    </a:p>
                  </a:txBody>
                  <a:tcPr marL="5416" marR="5416" marT="5416" marB="0" anchor="b">
                    <a:solidFill>
                      <a:schemeClr val="accent1">
                        <a:lumMod val="75000"/>
                      </a:schemeClr>
                    </a:solidFill>
                  </a:tcPr>
                </a:tc>
                <a:tc vMerge="1">
                  <a:txBody>
                    <a:bodyPr/>
                    <a:lstStyle/>
                    <a:p>
                      <a:pPr algn="l" rtl="0" fontAlgn="b"/>
                      <a:r>
                        <a:rPr lang="en-US" sz="1400" u="none" strike="noStrike" dirty="0">
                          <a:solidFill>
                            <a:schemeClr val="bg1"/>
                          </a:solidFill>
                          <a:effectLst/>
                        </a:rPr>
                        <a:t> </a:t>
                      </a:r>
                      <a:endParaRPr lang="en-US" sz="1400" b="0" i="0" u="none" strike="noStrike" dirty="0">
                        <a:solidFill>
                          <a:schemeClr val="bg1"/>
                        </a:solidFill>
                        <a:effectLst/>
                        <a:latin typeface="Calibri" panose="020F0502020204030204" pitchFamily="34" charset="0"/>
                      </a:endParaRPr>
                    </a:p>
                  </a:txBody>
                  <a:tcPr marL="5416" marR="5416" marT="5416" marB="0" anchor="b">
                    <a:solidFill>
                      <a:schemeClr val="tx1">
                        <a:lumMod val="75000"/>
                        <a:lumOff val="25000"/>
                      </a:schemeClr>
                    </a:solidFill>
                  </a:tcPr>
                </a:tc>
                <a:tc>
                  <a:txBody>
                    <a:bodyPr/>
                    <a:lstStyle/>
                    <a:p>
                      <a:pPr algn="r" rtl="1" fontAlgn="b"/>
                      <a:r>
                        <a:rPr lang="ar-LY" sz="1400" u="none" strike="noStrike">
                          <a:solidFill>
                            <a:schemeClr val="bg1"/>
                          </a:solidFill>
                          <a:effectLst/>
                        </a:rPr>
                        <a:t>ايرادات الافراد</a:t>
                      </a:r>
                      <a:endParaRPr lang="ar-LY" sz="1400" b="0" i="0" u="none" strike="noStrike" dirty="0">
                        <a:solidFill>
                          <a:schemeClr val="bg1"/>
                        </a:solidFill>
                        <a:effectLst/>
                        <a:latin typeface="Calibri" panose="020F0502020204030204" pitchFamily="34" charset="0"/>
                      </a:endParaRPr>
                    </a:p>
                  </a:txBody>
                  <a:tcPr marL="5416" marR="5416" marT="5416" marB="0" anchor="b">
                    <a:solidFill>
                      <a:schemeClr val="accent1">
                        <a:lumMod val="75000"/>
                      </a:schemeClr>
                    </a:solidFill>
                  </a:tcPr>
                </a:tc>
                <a:tc>
                  <a:txBody>
                    <a:bodyPr/>
                    <a:lstStyle/>
                    <a:p>
                      <a:pPr algn="r" rtl="1" fontAlgn="b"/>
                      <a:r>
                        <a:rPr lang="ar-LY" sz="1400" u="none" strike="noStrike" dirty="0">
                          <a:solidFill>
                            <a:schemeClr val="bg1"/>
                          </a:solidFill>
                          <a:effectLst/>
                        </a:rPr>
                        <a:t>إيرادات المؤسسات</a:t>
                      </a:r>
                      <a:endParaRPr lang="ar-LY" sz="1400" b="0" i="0" u="none" strike="noStrike" dirty="0">
                        <a:solidFill>
                          <a:schemeClr val="bg1"/>
                        </a:solidFill>
                        <a:effectLst/>
                        <a:latin typeface="Calibri" panose="020F0502020204030204" pitchFamily="34" charset="0"/>
                      </a:endParaRPr>
                    </a:p>
                  </a:txBody>
                  <a:tcPr marL="5416" marR="5416" marT="5416" marB="0" anchor="b">
                    <a:solidFill>
                      <a:schemeClr val="accent1">
                        <a:lumMod val="75000"/>
                      </a:schemeClr>
                    </a:solidFill>
                  </a:tcPr>
                </a:tc>
                <a:tc>
                  <a:txBody>
                    <a:bodyPr/>
                    <a:lstStyle/>
                    <a:p>
                      <a:pPr algn="r" rtl="1" fontAlgn="b"/>
                      <a:r>
                        <a:rPr lang="ar-LY" sz="1400" u="none" strike="noStrike" dirty="0">
                          <a:solidFill>
                            <a:schemeClr val="bg1"/>
                          </a:solidFill>
                          <a:effectLst/>
                        </a:rPr>
                        <a:t>إيرادات الأخرى</a:t>
                      </a:r>
                      <a:endParaRPr lang="ar-LY" sz="1400" b="0" i="0" u="none" strike="noStrike" dirty="0">
                        <a:solidFill>
                          <a:schemeClr val="bg1"/>
                        </a:solidFill>
                        <a:effectLst/>
                        <a:latin typeface="Calibri" panose="020F0502020204030204" pitchFamily="34" charset="0"/>
                      </a:endParaRPr>
                    </a:p>
                  </a:txBody>
                  <a:tcPr marL="5416" marR="5416" marT="5416" marB="0" anchor="b">
                    <a:solidFill>
                      <a:schemeClr val="accent1">
                        <a:lumMod val="75000"/>
                      </a:schemeClr>
                    </a:solidFill>
                  </a:tcPr>
                </a:tc>
                <a:tc>
                  <a:txBody>
                    <a:bodyPr/>
                    <a:lstStyle/>
                    <a:p>
                      <a:pPr algn="r" rtl="1" fontAlgn="b"/>
                      <a:r>
                        <a:rPr lang="ar-LY" sz="1400" u="none" strike="noStrike" dirty="0">
                          <a:solidFill>
                            <a:schemeClr val="bg1"/>
                          </a:solidFill>
                          <a:effectLst/>
                        </a:rPr>
                        <a:t>معدل الاستهلاك العام</a:t>
                      </a:r>
                      <a:endParaRPr lang="ar-LY" sz="1400" b="0" i="0" u="none" strike="noStrike" dirty="0">
                        <a:solidFill>
                          <a:schemeClr val="bg1"/>
                        </a:solidFill>
                        <a:effectLst/>
                        <a:latin typeface="Calibri" panose="020F0502020204030204" pitchFamily="34" charset="0"/>
                      </a:endParaRPr>
                    </a:p>
                  </a:txBody>
                  <a:tcPr marL="5416" marR="5416" marT="5416" marB="0" anchor="b">
                    <a:solidFill>
                      <a:schemeClr val="accent1">
                        <a:lumMod val="75000"/>
                      </a:schemeClr>
                    </a:solidFill>
                  </a:tcPr>
                </a:tc>
                <a:tc>
                  <a:txBody>
                    <a:bodyPr/>
                    <a:lstStyle/>
                    <a:p>
                      <a:pPr algn="r" rtl="1" fontAlgn="b"/>
                      <a:r>
                        <a:rPr lang="ar-LY" sz="1400" u="none" strike="noStrike" dirty="0">
                          <a:solidFill>
                            <a:schemeClr val="bg1"/>
                          </a:solidFill>
                          <a:effectLst/>
                        </a:rPr>
                        <a:t>معدل استهلاك الانترنت</a:t>
                      </a:r>
                      <a:endParaRPr lang="ar-LY" sz="1400" b="0" i="0" u="none" strike="noStrike" dirty="0">
                        <a:solidFill>
                          <a:schemeClr val="bg1"/>
                        </a:solidFill>
                        <a:effectLst/>
                        <a:latin typeface="Calibri" panose="020F0502020204030204" pitchFamily="34" charset="0"/>
                      </a:endParaRPr>
                    </a:p>
                  </a:txBody>
                  <a:tcPr marL="5416" marR="5416" marT="5416" marB="0" anchor="b">
                    <a:solidFill>
                      <a:schemeClr val="accent1">
                        <a:lumMod val="75000"/>
                      </a:schemeClr>
                    </a:solidFill>
                  </a:tcPr>
                </a:tc>
                <a:tc>
                  <a:txBody>
                    <a:bodyPr/>
                    <a:lstStyle/>
                    <a:p>
                      <a:pPr algn="r" rtl="1" fontAlgn="b"/>
                      <a:r>
                        <a:rPr lang="ar-LY" sz="1400" u="none" strike="noStrike" dirty="0">
                          <a:solidFill>
                            <a:schemeClr val="bg1"/>
                          </a:solidFill>
                          <a:effectLst/>
                        </a:rPr>
                        <a:t>عدد المشتركين</a:t>
                      </a:r>
                      <a:endParaRPr lang="ar-LY" sz="1400" b="0" i="0" u="none" strike="noStrike" dirty="0">
                        <a:solidFill>
                          <a:schemeClr val="bg1"/>
                        </a:solidFill>
                        <a:effectLst/>
                        <a:latin typeface="Calibri" panose="020F0502020204030204" pitchFamily="34" charset="0"/>
                      </a:endParaRPr>
                    </a:p>
                  </a:txBody>
                  <a:tcPr marL="5416" marR="5416" marT="5416" marB="0" anchor="b">
                    <a:solidFill>
                      <a:schemeClr val="accent1">
                        <a:lumMod val="75000"/>
                      </a:schemeClr>
                    </a:solidFill>
                  </a:tcPr>
                </a:tc>
                <a:tc>
                  <a:txBody>
                    <a:bodyPr/>
                    <a:lstStyle/>
                    <a:p>
                      <a:pPr algn="r" rtl="1" fontAlgn="b"/>
                      <a:r>
                        <a:rPr lang="ar-LY" sz="1400" u="none" strike="noStrike" dirty="0">
                          <a:solidFill>
                            <a:schemeClr val="bg1"/>
                          </a:solidFill>
                          <a:effectLst/>
                        </a:rPr>
                        <a:t>معدل النزوح</a:t>
                      </a:r>
                      <a:endParaRPr lang="ar-LY" sz="1400" b="0" i="0" u="none" strike="noStrike" dirty="0">
                        <a:solidFill>
                          <a:schemeClr val="bg1"/>
                        </a:solidFill>
                        <a:effectLst/>
                        <a:latin typeface="Calibri" panose="020F0502020204030204" pitchFamily="34" charset="0"/>
                      </a:endParaRPr>
                    </a:p>
                  </a:txBody>
                  <a:tcPr marL="5416" marR="5416" marT="5416" marB="0" anchor="b">
                    <a:solidFill>
                      <a:schemeClr val="accent1">
                        <a:lumMod val="75000"/>
                      </a:schemeClr>
                    </a:solidFill>
                  </a:tcPr>
                </a:tc>
                <a:tc vMerge="1">
                  <a:txBody>
                    <a:bodyPr/>
                    <a:lstStyle/>
                    <a:p>
                      <a:pPr algn="l" rtl="0" fontAlgn="b"/>
                      <a:r>
                        <a:rPr lang="en-US" sz="1400" u="none" strike="noStrike" dirty="0">
                          <a:solidFill>
                            <a:schemeClr val="bg1"/>
                          </a:solidFill>
                          <a:effectLst/>
                        </a:rPr>
                        <a:t> </a:t>
                      </a:r>
                      <a:endParaRPr lang="en-US" sz="1400" b="0" i="0" u="none" strike="noStrike" dirty="0">
                        <a:solidFill>
                          <a:schemeClr val="bg1"/>
                        </a:solidFill>
                        <a:effectLst/>
                        <a:latin typeface="Calibri" panose="020F0502020204030204" pitchFamily="34" charset="0"/>
                      </a:endParaRPr>
                    </a:p>
                  </a:txBody>
                  <a:tcPr marL="5416" marR="5416" marT="5416" marB="0" anchor="b">
                    <a:solidFill>
                      <a:schemeClr val="tx1">
                        <a:lumMod val="75000"/>
                        <a:lumOff val="25000"/>
                      </a:schemeClr>
                    </a:solidFill>
                  </a:tcPr>
                </a:tc>
                <a:tc>
                  <a:txBody>
                    <a:bodyPr/>
                    <a:lstStyle/>
                    <a:p>
                      <a:pPr algn="l" rtl="0" fontAlgn="b"/>
                      <a:r>
                        <a:rPr lang="en-US" sz="1400" u="none" strike="noStrike" dirty="0">
                          <a:solidFill>
                            <a:schemeClr val="bg1"/>
                          </a:solidFill>
                          <a:effectLst/>
                        </a:rPr>
                        <a:t> NPS</a:t>
                      </a:r>
                      <a:endParaRPr lang="en-US" sz="1400" b="0" i="0" u="none" strike="noStrike" dirty="0">
                        <a:solidFill>
                          <a:schemeClr val="bg1"/>
                        </a:solidFill>
                        <a:effectLst/>
                        <a:latin typeface="Calibri" panose="020F0502020204030204" pitchFamily="34" charset="0"/>
                      </a:endParaRPr>
                    </a:p>
                  </a:txBody>
                  <a:tcPr marL="5416" marR="5416" marT="5416" marB="0" anchor="b">
                    <a:solidFill>
                      <a:schemeClr val="accent1">
                        <a:lumMod val="75000"/>
                      </a:schemeClr>
                    </a:solidFill>
                  </a:tcPr>
                </a:tc>
                <a:tc>
                  <a:txBody>
                    <a:bodyPr/>
                    <a:lstStyle/>
                    <a:p>
                      <a:pPr algn="r" rtl="1" fontAlgn="b"/>
                      <a:r>
                        <a:rPr lang="ar-LY" sz="1400" u="none" strike="noStrike" dirty="0">
                          <a:solidFill>
                            <a:schemeClr val="bg1"/>
                          </a:solidFill>
                          <a:effectLst/>
                        </a:rPr>
                        <a:t>معدل الاستجابة</a:t>
                      </a:r>
                      <a:endParaRPr lang="ar-LY" sz="1400" b="0" i="0" u="none" strike="noStrike" dirty="0">
                        <a:solidFill>
                          <a:schemeClr val="bg1"/>
                        </a:solidFill>
                        <a:effectLst/>
                        <a:latin typeface="Calibri" panose="020F0502020204030204" pitchFamily="34" charset="0"/>
                      </a:endParaRPr>
                    </a:p>
                  </a:txBody>
                  <a:tcPr marL="5416" marR="5416" marT="5416" marB="0" anchor="b">
                    <a:solidFill>
                      <a:schemeClr val="accent1">
                        <a:lumMod val="75000"/>
                      </a:schemeClr>
                    </a:solidFill>
                  </a:tcPr>
                </a:tc>
                <a:tc>
                  <a:txBody>
                    <a:bodyPr/>
                    <a:lstStyle/>
                    <a:p>
                      <a:pPr algn="ctr" rtl="1" fontAlgn="b"/>
                      <a:r>
                        <a:rPr lang="ar-LY" sz="1400" u="none" strike="noStrike" dirty="0">
                          <a:solidFill>
                            <a:schemeClr val="bg1"/>
                          </a:solidFill>
                          <a:effectLst/>
                        </a:rPr>
                        <a:t>ا</a:t>
                      </a:r>
                      <a:r>
                        <a:rPr lang="en-US" sz="1400" u="none" strike="noStrike" dirty="0">
                          <a:solidFill>
                            <a:schemeClr val="bg1"/>
                          </a:solidFill>
                          <a:effectLst/>
                        </a:rPr>
                        <a:t>HC</a:t>
                      </a:r>
                      <a:endParaRPr lang="ar-LY" sz="1400" b="0" i="0" u="none" strike="noStrike" dirty="0">
                        <a:solidFill>
                          <a:schemeClr val="bg1"/>
                        </a:solidFill>
                        <a:effectLst/>
                        <a:latin typeface="Calibri" panose="020F0502020204030204" pitchFamily="34" charset="0"/>
                      </a:endParaRPr>
                    </a:p>
                  </a:txBody>
                  <a:tcPr marL="5416" marR="5416" marT="5416" marB="0" anchor="b">
                    <a:solidFill>
                      <a:schemeClr val="accent1">
                        <a:lumMod val="75000"/>
                      </a:schemeClr>
                    </a:solidFill>
                  </a:tcPr>
                </a:tc>
                <a:tc>
                  <a:txBody>
                    <a:bodyPr/>
                    <a:lstStyle/>
                    <a:p>
                      <a:pPr algn="ctr" rtl="1" fontAlgn="b"/>
                      <a:r>
                        <a:rPr lang="ar-LY" sz="1400" u="none" strike="noStrike" dirty="0">
                          <a:solidFill>
                            <a:schemeClr val="bg1"/>
                          </a:solidFill>
                          <a:effectLst/>
                        </a:rPr>
                        <a:t>الوصول (مباشر +رقمي)</a:t>
                      </a:r>
                      <a:endParaRPr lang="ar-LY" sz="1400" b="0" i="0" u="none" strike="noStrike" dirty="0">
                        <a:solidFill>
                          <a:schemeClr val="bg1"/>
                        </a:solidFill>
                        <a:effectLst/>
                        <a:latin typeface="Calibri" panose="020F0502020204030204" pitchFamily="34" charset="0"/>
                      </a:endParaRPr>
                    </a:p>
                  </a:txBody>
                  <a:tcPr marL="5416" marR="5416" marT="5416" marB="0" anchor="b">
                    <a:solidFill>
                      <a:schemeClr val="accent1">
                        <a:lumMod val="75000"/>
                      </a:schemeClr>
                    </a:solidFill>
                  </a:tcPr>
                </a:tc>
                <a:extLst>
                  <a:ext uri="{0D108BD9-81ED-4DB2-BD59-A6C34878D82A}">
                    <a16:rowId xmlns:a16="http://schemas.microsoft.com/office/drawing/2014/main" val="156333185"/>
                  </a:ext>
                </a:extLst>
              </a:tr>
              <a:tr h="157068">
                <a:tc>
                  <a:txBody>
                    <a:bodyPr/>
                    <a:lstStyle/>
                    <a:p>
                      <a:pPr algn="l" rtl="0" fontAlgn="b"/>
                      <a:r>
                        <a:rPr lang="en-US" sz="1400" u="none" strike="noStrike">
                          <a:solidFill>
                            <a:schemeClr val="bg1"/>
                          </a:solidFill>
                          <a:effectLst/>
                        </a:rPr>
                        <a:t> </a:t>
                      </a:r>
                      <a:endParaRPr lang="en-US" sz="1400" b="0" i="0" u="none" strike="noStrike">
                        <a:solidFill>
                          <a:schemeClr val="bg1"/>
                        </a:solidFill>
                        <a:effectLst/>
                        <a:latin typeface="Calibri" panose="020F0502020204030204" pitchFamily="34" charset="0"/>
                      </a:endParaRPr>
                    </a:p>
                  </a:txBody>
                  <a:tcPr marL="5416" marR="5416" marT="5416" marB="0" anchor="b">
                    <a:solidFill>
                      <a:schemeClr val="tx1">
                        <a:lumMod val="75000"/>
                        <a:lumOff val="25000"/>
                      </a:schemeClr>
                    </a:solidFill>
                  </a:tcPr>
                </a:tc>
                <a:tc>
                  <a:txBody>
                    <a:bodyPr/>
                    <a:lstStyle/>
                    <a:p>
                      <a:pPr algn="r" rtl="0" fontAlgn="b"/>
                      <a:r>
                        <a:rPr lang="en-US" sz="1400" u="none" strike="noStrike">
                          <a:solidFill>
                            <a:schemeClr val="bg1"/>
                          </a:solidFill>
                          <a:effectLst/>
                        </a:rPr>
                        <a:t>57%</a:t>
                      </a:r>
                      <a:endParaRPr lang="en-US" sz="1400" b="0" i="0" u="none" strike="noStrike" dirty="0">
                        <a:solidFill>
                          <a:schemeClr val="bg1"/>
                        </a:solidFill>
                        <a:effectLst/>
                        <a:latin typeface="Calibri" panose="020F0502020204030204" pitchFamily="34" charset="0"/>
                      </a:endParaRPr>
                    </a:p>
                  </a:txBody>
                  <a:tcPr marL="5416" marR="5416" marT="5416" marB="0" anchor="b">
                    <a:solidFill>
                      <a:schemeClr val="tx1">
                        <a:lumMod val="75000"/>
                        <a:lumOff val="25000"/>
                      </a:schemeClr>
                    </a:solidFill>
                  </a:tcPr>
                </a:tc>
                <a:tc>
                  <a:txBody>
                    <a:bodyPr/>
                    <a:lstStyle/>
                    <a:p>
                      <a:pPr algn="r" rtl="0" fontAlgn="b"/>
                      <a:r>
                        <a:rPr lang="en-US" sz="1400" u="none" strike="noStrike">
                          <a:solidFill>
                            <a:schemeClr val="bg1"/>
                          </a:solidFill>
                          <a:effectLst/>
                        </a:rPr>
                        <a:t>60%</a:t>
                      </a:r>
                      <a:endParaRPr lang="en-US" sz="1400" b="0" i="0" u="none" strike="noStrike">
                        <a:solidFill>
                          <a:schemeClr val="bg1"/>
                        </a:solidFill>
                        <a:effectLst/>
                        <a:latin typeface="Calibri" panose="020F0502020204030204" pitchFamily="34" charset="0"/>
                      </a:endParaRPr>
                    </a:p>
                  </a:txBody>
                  <a:tcPr marL="5416" marR="5416" marT="5416" marB="0" anchor="b">
                    <a:solidFill>
                      <a:schemeClr val="tx1">
                        <a:lumMod val="75000"/>
                        <a:lumOff val="25000"/>
                      </a:schemeClr>
                    </a:solidFill>
                  </a:tcPr>
                </a:tc>
                <a:tc>
                  <a:txBody>
                    <a:bodyPr/>
                    <a:lstStyle/>
                    <a:p>
                      <a:pPr algn="r" rtl="0" fontAlgn="b"/>
                      <a:r>
                        <a:rPr lang="en-US" sz="1400" u="none" strike="noStrike" dirty="0">
                          <a:solidFill>
                            <a:schemeClr val="bg1"/>
                          </a:solidFill>
                          <a:effectLst/>
                        </a:rPr>
                        <a:t>30%</a:t>
                      </a:r>
                      <a:endParaRPr lang="en-US" sz="1400" b="0" i="0" u="none" strike="noStrike" dirty="0">
                        <a:solidFill>
                          <a:schemeClr val="bg1"/>
                        </a:solidFill>
                        <a:effectLst/>
                        <a:latin typeface="Calibri" panose="020F0502020204030204" pitchFamily="34" charset="0"/>
                      </a:endParaRPr>
                    </a:p>
                  </a:txBody>
                  <a:tcPr marL="5416" marR="5416" marT="5416" marB="0" anchor="b">
                    <a:solidFill>
                      <a:schemeClr val="tx1">
                        <a:lumMod val="75000"/>
                        <a:lumOff val="25000"/>
                      </a:schemeClr>
                    </a:solidFill>
                  </a:tcPr>
                </a:tc>
                <a:tc>
                  <a:txBody>
                    <a:bodyPr/>
                    <a:lstStyle/>
                    <a:p>
                      <a:pPr algn="r" rtl="0" fontAlgn="b"/>
                      <a:r>
                        <a:rPr lang="en-US" sz="1400" u="none" strike="noStrike" dirty="0">
                          <a:solidFill>
                            <a:schemeClr val="bg1"/>
                          </a:solidFill>
                          <a:effectLst/>
                        </a:rPr>
                        <a:t>10%</a:t>
                      </a:r>
                      <a:endParaRPr lang="en-US" sz="1400" b="0" i="0" u="none" strike="noStrike" dirty="0">
                        <a:solidFill>
                          <a:schemeClr val="bg1"/>
                        </a:solidFill>
                        <a:effectLst/>
                        <a:latin typeface="Calibri" panose="020F0502020204030204" pitchFamily="34" charset="0"/>
                      </a:endParaRPr>
                    </a:p>
                  </a:txBody>
                  <a:tcPr marL="5416" marR="5416" marT="5416" marB="0" anchor="b">
                    <a:solidFill>
                      <a:schemeClr val="tx1">
                        <a:lumMod val="75000"/>
                        <a:lumOff val="25000"/>
                      </a:schemeClr>
                    </a:solidFill>
                  </a:tcPr>
                </a:tc>
                <a:tc>
                  <a:txBody>
                    <a:bodyPr/>
                    <a:lstStyle/>
                    <a:p>
                      <a:pPr algn="r" rtl="0" fontAlgn="b"/>
                      <a:r>
                        <a:rPr lang="en-US" sz="1400" u="none" strike="noStrike">
                          <a:solidFill>
                            <a:schemeClr val="bg1"/>
                          </a:solidFill>
                          <a:effectLst/>
                        </a:rPr>
                        <a:t>40%</a:t>
                      </a:r>
                      <a:endParaRPr lang="en-US" sz="1400" b="0" i="0" u="none" strike="noStrike">
                        <a:solidFill>
                          <a:schemeClr val="bg1"/>
                        </a:solidFill>
                        <a:effectLst/>
                        <a:latin typeface="Calibri" panose="020F0502020204030204" pitchFamily="34" charset="0"/>
                      </a:endParaRPr>
                    </a:p>
                  </a:txBody>
                  <a:tcPr marL="5416" marR="5416" marT="5416" marB="0" anchor="b">
                    <a:solidFill>
                      <a:schemeClr val="tx1">
                        <a:lumMod val="75000"/>
                        <a:lumOff val="25000"/>
                      </a:schemeClr>
                    </a:solidFill>
                  </a:tcPr>
                </a:tc>
                <a:tc>
                  <a:txBody>
                    <a:bodyPr/>
                    <a:lstStyle/>
                    <a:p>
                      <a:pPr algn="r" rtl="0" fontAlgn="b"/>
                      <a:r>
                        <a:rPr lang="en-US" sz="1400" u="none" strike="noStrike" dirty="0">
                          <a:solidFill>
                            <a:schemeClr val="bg1"/>
                          </a:solidFill>
                          <a:effectLst/>
                        </a:rPr>
                        <a:t>25%</a:t>
                      </a:r>
                      <a:endParaRPr lang="en-US" sz="1400" b="0" i="0" u="none" strike="noStrike" dirty="0">
                        <a:solidFill>
                          <a:schemeClr val="bg1"/>
                        </a:solidFill>
                        <a:effectLst/>
                        <a:latin typeface="Calibri" panose="020F0502020204030204" pitchFamily="34" charset="0"/>
                      </a:endParaRPr>
                    </a:p>
                  </a:txBody>
                  <a:tcPr marL="5416" marR="5416" marT="5416" marB="0" anchor="b">
                    <a:solidFill>
                      <a:schemeClr val="tx1">
                        <a:lumMod val="75000"/>
                        <a:lumOff val="25000"/>
                      </a:schemeClr>
                    </a:solidFill>
                  </a:tcPr>
                </a:tc>
                <a:tc>
                  <a:txBody>
                    <a:bodyPr/>
                    <a:lstStyle/>
                    <a:p>
                      <a:pPr algn="r" rtl="0" fontAlgn="b"/>
                      <a:r>
                        <a:rPr lang="en-US" sz="1400" u="none" strike="noStrike">
                          <a:solidFill>
                            <a:schemeClr val="bg1"/>
                          </a:solidFill>
                          <a:effectLst/>
                        </a:rPr>
                        <a:t>6.5%</a:t>
                      </a:r>
                      <a:endParaRPr lang="en-US" sz="1400" b="0" i="0" u="none" strike="noStrike">
                        <a:solidFill>
                          <a:schemeClr val="bg1"/>
                        </a:solidFill>
                        <a:effectLst/>
                        <a:latin typeface="Calibri" panose="020F0502020204030204" pitchFamily="34" charset="0"/>
                      </a:endParaRPr>
                    </a:p>
                  </a:txBody>
                  <a:tcPr marL="5416" marR="5416" marT="5416" marB="0" anchor="b">
                    <a:solidFill>
                      <a:schemeClr val="tx1">
                        <a:lumMod val="75000"/>
                        <a:lumOff val="25000"/>
                      </a:schemeClr>
                    </a:solidFill>
                  </a:tcPr>
                </a:tc>
                <a:tc>
                  <a:txBody>
                    <a:bodyPr/>
                    <a:lstStyle/>
                    <a:p>
                      <a:pPr algn="r" rtl="0" fontAlgn="b"/>
                      <a:r>
                        <a:rPr lang="en-US" sz="1400" u="none" strike="noStrike">
                          <a:solidFill>
                            <a:schemeClr val="bg1"/>
                          </a:solidFill>
                          <a:effectLst/>
                        </a:rPr>
                        <a:t>5%</a:t>
                      </a:r>
                      <a:endParaRPr lang="en-US" sz="1400" b="0" i="0" u="none" strike="noStrike">
                        <a:solidFill>
                          <a:schemeClr val="bg1"/>
                        </a:solidFill>
                        <a:effectLst/>
                        <a:latin typeface="Calibri" panose="020F0502020204030204" pitchFamily="34" charset="0"/>
                      </a:endParaRPr>
                    </a:p>
                  </a:txBody>
                  <a:tcPr marL="5416" marR="5416" marT="5416" marB="0" anchor="b">
                    <a:solidFill>
                      <a:schemeClr val="tx1">
                        <a:lumMod val="75000"/>
                        <a:lumOff val="25000"/>
                      </a:schemeClr>
                    </a:solidFill>
                  </a:tcPr>
                </a:tc>
                <a:tc>
                  <a:txBody>
                    <a:bodyPr/>
                    <a:lstStyle/>
                    <a:p>
                      <a:pPr algn="r" rtl="0" fontAlgn="b"/>
                      <a:r>
                        <a:rPr lang="en-US" sz="1400" u="none" strike="noStrike">
                          <a:solidFill>
                            <a:schemeClr val="bg1"/>
                          </a:solidFill>
                          <a:effectLst/>
                        </a:rPr>
                        <a:t>95%</a:t>
                      </a:r>
                      <a:endParaRPr lang="en-US" sz="1400" b="0" i="0" u="none" strike="noStrike">
                        <a:solidFill>
                          <a:schemeClr val="bg1"/>
                        </a:solidFill>
                        <a:effectLst/>
                        <a:latin typeface="Calibri" panose="020F0502020204030204" pitchFamily="34" charset="0"/>
                      </a:endParaRPr>
                    </a:p>
                  </a:txBody>
                  <a:tcPr marL="5416" marR="5416" marT="5416" marB="0" anchor="b">
                    <a:solidFill>
                      <a:schemeClr val="tx1">
                        <a:lumMod val="75000"/>
                        <a:lumOff val="25000"/>
                      </a:schemeClr>
                    </a:solidFill>
                  </a:tcPr>
                </a:tc>
                <a:tc>
                  <a:txBody>
                    <a:bodyPr/>
                    <a:lstStyle/>
                    <a:p>
                      <a:pPr algn="r" rtl="0" fontAlgn="b"/>
                      <a:r>
                        <a:rPr lang="en-US" sz="1400" u="none" strike="noStrike" dirty="0">
                          <a:solidFill>
                            <a:schemeClr val="bg1"/>
                          </a:solidFill>
                          <a:effectLst/>
                        </a:rPr>
                        <a:t>22%</a:t>
                      </a:r>
                      <a:endParaRPr lang="en-US" sz="1400" b="0" i="0" u="none" strike="noStrike" dirty="0">
                        <a:solidFill>
                          <a:schemeClr val="bg1"/>
                        </a:solidFill>
                        <a:effectLst/>
                        <a:latin typeface="Calibri" panose="020F0502020204030204" pitchFamily="34" charset="0"/>
                      </a:endParaRPr>
                    </a:p>
                  </a:txBody>
                  <a:tcPr marL="5416" marR="5416" marT="5416" marB="0" anchor="b">
                    <a:solidFill>
                      <a:schemeClr val="tx1">
                        <a:lumMod val="75000"/>
                        <a:lumOff val="25000"/>
                      </a:schemeClr>
                    </a:solidFill>
                  </a:tcPr>
                </a:tc>
                <a:tc>
                  <a:txBody>
                    <a:bodyPr/>
                    <a:lstStyle/>
                    <a:p>
                      <a:pPr algn="l" rtl="0" fontAlgn="b"/>
                      <a:r>
                        <a:rPr lang="en-US" sz="1400" u="none" strike="noStrike" dirty="0">
                          <a:solidFill>
                            <a:schemeClr val="bg1"/>
                          </a:solidFill>
                          <a:effectLst/>
                        </a:rPr>
                        <a:t> 28 </a:t>
                      </a:r>
                      <a:r>
                        <a:rPr lang="ar-LY" sz="1400" u="none" strike="noStrike" dirty="0">
                          <a:solidFill>
                            <a:schemeClr val="bg1"/>
                          </a:solidFill>
                          <a:effectLst/>
                        </a:rPr>
                        <a:t>ث</a:t>
                      </a:r>
                      <a:endParaRPr lang="en-US" sz="1400" b="0" i="0" u="none" strike="noStrike" dirty="0">
                        <a:solidFill>
                          <a:schemeClr val="bg1"/>
                        </a:solidFill>
                        <a:effectLst/>
                        <a:latin typeface="Calibri" panose="020F0502020204030204" pitchFamily="34" charset="0"/>
                      </a:endParaRPr>
                    </a:p>
                  </a:txBody>
                  <a:tcPr marL="5416" marR="5416" marT="5416" marB="0" anchor="b">
                    <a:solidFill>
                      <a:schemeClr val="tx1">
                        <a:lumMod val="75000"/>
                        <a:lumOff val="25000"/>
                      </a:schemeClr>
                    </a:solidFill>
                  </a:tcPr>
                </a:tc>
                <a:tc>
                  <a:txBody>
                    <a:bodyPr/>
                    <a:lstStyle/>
                    <a:p>
                      <a:pPr algn="l" rtl="0" fontAlgn="b"/>
                      <a:r>
                        <a:rPr lang="en-US" sz="1400" u="none" strike="noStrike">
                          <a:solidFill>
                            <a:schemeClr val="bg1"/>
                          </a:solidFill>
                          <a:effectLst/>
                        </a:rPr>
                        <a:t> 98%</a:t>
                      </a:r>
                      <a:endParaRPr lang="en-US" sz="1400" b="0" i="0" u="none" strike="noStrike" dirty="0">
                        <a:solidFill>
                          <a:schemeClr val="bg1"/>
                        </a:solidFill>
                        <a:effectLst/>
                        <a:latin typeface="Calibri" panose="020F0502020204030204" pitchFamily="34" charset="0"/>
                      </a:endParaRPr>
                    </a:p>
                  </a:txBody>
                  <a:tcPr marL="5416" marR="5416" marT="5416" marB="0" anchor="b">
                    <a:solidFill>
                      <a:schemeClr val="tx1">
                        <a:lumMod val="75000"/>
                        <a:lumOff val="25000"/>
                      </a:schemeClr>
                    </a:solidFill>
                  </a:tcPr>
                </a:tc>
                <a:tc>
                  <a:txBody>
                    <a:bodyPr/>
                    <a:lstStyle/>
                    <a:p>
                      <a:pPr algn="l" rtl="0" fontAlgn="b"/>
                      <a:r>
                        <a:rPr lang="en-US" sz="1400" u="none" strike="noStrike" dirty="0">
                          <a:solidFill>
                            <a:schemeClr val="bg1"/>
                          </a:solidFill>
                          <a:effectLst/>
                        </a:rPr>
                        <a:t> 90%</a:t>
                      </a:r>
                      <a:endParaRPr lang="en-US" sz="1400" b="0" i="0" u="none" strike="noStrike" dirty="0">
                        <a:solidFill>
                          <a:schemeClr val="bg1"/>
                        </a:solidFill>
                        <a:effectLst/>
                        <a:latin typeface="Calibri" panose="020F0502020204030204" pitchFamily="34" charset="0"/>
                      </a:endParaRPr>
                    </a:p>
                  </a:txBody>
                  <a:tcPr marL="5416" marR="5416" marT="5416" marB="0" anchor="b">
                    <a:solidFill>
                      <a:schemeClr val="tx1">
                        <a:lumMod val="75000"/>
                        <a:lumOff val="25000"/>
                      </a:schemeClr>
                    </a:solidFill>
                  </a:tcPr>
                </a:tc>
                <a:extLst>
                  <a:ext uri="{0D108BD9-81ED-4DB2-BD59-A6C34878D82A}">
                    <a16:rowId xmlns:a16="http://schemas.microsoft.com/office/drawing/2014/main" val="1919458048"/>
                  </a:ext>
                </a:extLst>
              </a:tr>
              <a:tr h="157068">
                <a:tc>
                  <a:txBody>
                    <a:bodyPr/>
                    <a:lstStyle/>
                    <a:p>
                      <a:pPr algn="r" rtl="1" fontAlgn="b"/>
                      <a:r>
                        <a:rPr lang="ar-LY" sz="1100" b="0" i="0" u="none" strike="noStrike" dirty="0">
                          <a:solidFill>
                            <a:srgbClr val="990099"/>
                          </a:solidFill>
                          <a:effectLst/>
                          <a:latin typeface="Calibri" panose="020F0502020204030204" pitchFamily="34" charset="0"/>
                          <a:cs typeface="+mj-cs"/>
                        </a:rPr>
                        <a:t>خدمات </a:t>
                      </a:r>
                      <a:r>
                        <a:rPr lang="en-US" sz="1100" b="0" i="0" u="none" strike="noStrike" dirty="0">
                          <a:solidFill>
                            <a:srgbClr val="990099"/>
                          </a:solidFill>
                          <a:effectLst/>
                          <a:latin typeface="Calibri" panose="020F0502020204030204" pitchFamily="34" charset="0"/>
                          <a:cs typeface="+mj-cs"/>
                        </a:rPr>
                        <a:t>ICT</a:t>
                      </a:r>
                    </a:p>
                  </a:txBody>
                  <a:tcPr marL="6350" marR="6350" marT="6350" marB="0" anchor="b">
                    <a:solidFill>
                      <a:schemeClr val="bg1">
                        <a:lumMod val="85000"/>
                      </a:schemeClr>
                    </a:solidFill>
                  </a:tcPr>
                </a:tc>
                <a:tc>
                  <a:txBody>
                    <a:bodyPr/>
                    <a:lstStyle/>
                    <a:p>
                      <a:endParaRPr lang="en-US" sz="1200" dirty="0"/>
                    </a:p>
                  </a:txBody>
                  <a:tcPr marL="6350" marR="6350" marT="6350" marB="0" anchor="b">
                    <a:solidFill>
                      <a:schemeClr val="bg1">
                        <a:lumMod val="85000"/>
                      </a:schemeClr>
                    </a:solidFill>
                  </a:tcPr>
                </a:tc>
                <a:tc>
                  <a:txBody>
                    <a:bodyPr/>
                    <a:lstStyle/>
                    <a:p>
                      <a:pPr algn="l" rtl="0" fontAlgn="b"/>
                      <a:endParaRPr lang="en-US" sz="1100" b="0" i="0" u="none" strike="noStrike" dirty="0">
                        <a:solidFill>
                          <a:srgbClr val="000000"/>
                        </a:solidFill>
                        <a:effectLst/>
                        <a:latin typeface="Calibri" panose="020F0502020204030204" pitchFamily="34" charset="0"/>
                      </a:endParaRPr>
                    </a:p>
                  </a:txBody>
                  <a:tcPr marL="6350" marR="6350" marT="6350" marB="0" anchor="b">
                    <a:solidFill>
                      <a:schemeClr val="bg1">
                        <a:lumMod val="85000"/>
                      </a:schemeClr>
                    </a:solidFill>
                  </a:tcPr>
                </a:tc>
                <a:tc>
                  <a:txBody>
                    <a:bodyPr/>
                    <a:lstStyle/>
                    <a:p>
                      <a:pPr algn="l" rtl="0" fontAlgn="b"/>
                      <a:endParaRPr lang="en-US" sz="1100" b="0" i="0" u="none" strike="noStrike" dirty="0">
                        <a:solidFill>
                          <a:srgbClr val="000000"/>
                        </a:solidFill>
                        <a:effectLst/>
                        <a:latin typeface="Calibri" panose="020F0502020204030204" pitchFamily="34" charset="0"/>
                      </a:endParaRPr>
                    </a:p>
                  </a:txBody>
                  <a:tcPr marL="6350" marR="6350" marT="6350" marB="0" anchor="b">
                    <a:solidFill>
                      <a:srgbClr val="990099"/>
                    </a:solidFill>
                  </a:tcPr>
                </a:tc>
                <a:tc>
                  <a:txBody>
                    <a:bodyPr/>
                    <a:lstStyle/>
                    <a:p>
                      <a:pPr algn="l" rtl="0" fontAlgn="b"/>
                      <a:endParaRPr lang="en-US" sz="1100" b="0" i="0" u="none" strike="noStrike">
                        <a:solidFill>
                          <a:srgbClr val="000000"/>
                        </a:solidFill>
                        <a:effectLst/>
                        <a:latin typeface="Calibri" panose="020F0502020204030204" pitchFamily="34" charset="0"/>
                      </a:endParaRPr>
                    </a:p>
                  </a:txBody>
                  <a:tcPr marL="6350" marR="6350" marT="6350" marB="0" anchor="b">
                    <a:solidFill>
                      <a:srgbClr val="990099"/>
                    </a:solidFill>
                  </a:tcPr>
                </a:tc>
                <a:tc>
                  <a:txBody>
                    <a:bodyPr/>
                    <a:lstStyle/>
                    <a:p>
                      <a:pPr algn="r" rtl="1" fontAlgn="b"/>
                      <a:endParaRPr lang="en-US" sz="1100" b="0" i="0" u="none" strike="noStrike" dirty="0">
                        <a:solidFill>
                          <a:srgbClr val="000000"/>
                        </a:solidFill>
                        <a:effectLst/>
                        <a:latin typeface="Calibri" panose="020F0502020204030204" pitchFamily="34" charset="0"/>
                      </a:endParaRPr>
                    </a:p>
                  </a:txBody>
                  <a:tcPr marL="6350" marR="6350" marT="6350" marB="0" anchor="b">
                    <a:solidFill>
                      <a:schemeClr val="bg1">
                        <a:lumMod val="85000"/>
                      </a:schemeClr>
                    </a:solidFill>
                  </a:tcPr>
                </a:tc>
                <a:tc>
                  <a:txBody>
                    <a:bodyPr/>
                    <a:lstStyle/>
                    <a:p>
                      <a:pPr algn="l" rtl="0" fontAlgn="b"/>
                      <a:endParaRPr lang="en-US" sz="1100" b="0" i="0" u="none" strike="noStrike">
                        <a:solidFill>
                          <a:srgbClr val="000000"/>
                        </a:solidFill>
                        <a:effectLst/>
                        <a:latin typeface="Wingdings" panose="05000000000000000000" pitchFamily="2" charset="2"/>
                      </a:endParaRPr>
                    </a:p>
                  </a:txBody>
                  <a:tcPr marL="6350" marR="6350" marT="6350" marB="0" anchor="b">
                    <a:solidFill>
                      <a:schemeClr val="bg1">
                        <a:lumMod val="85000"/>
                      </a:schemeClr>
                    </a:solidFill>
                  </a:tcPr>
                </a:tc>
                <a:tc>
                  <a:txBody>
                    <a:bodyPr/>
                    <a:lstStyle/>
                    <a:p>
                      <a:pPr algn="l" rtl="0" fontAlgn="b"/>
                      <a:endParaRPr lang="en-US" sz="1100" b="0" i="0" u="none" strike="noStrike">
                        <a:solidFill>
                          <a:srgbClr val="000000"/>
                        </a:solidFill>
                        <a:effectLst/>
                        <a:latin typeface="Wingdings" panose="05000000000000000000" pitchFamily="2" charset="2"/>
                      </a:endParaRPr>
                    </a:p>
                  </a:txBody>
                  <a:tcPr marL="6350" marR="6350" marT="6350" marB="0" anchor="b">
                    <a:solidFill>
                      <a:schemeClr val="bg1">
                        <a:lumMod val="85000"/>
                      </a:schemeClr>
                    </a:solidFill>
                  </a:tcPr>
                </a:tc>
                <a:tc>
                  <a:txBody>
                    <a:bodyPr/>
                    <a:lstStyle/>
                    <a:p>
                      <a:pPr algn="l" rtl="0" fontAlgn="b"/>
                      <a:endParaRPr lang="en-US" sz="1100" b="0" i="0" u="none" strike="noStrike">
                        <a:solidFill>
                          <a:srgbClr val="000000"/>
                        </a:solidFill>
                        <a:effectLst/>
                        <a:latin typeface="Wingdings" panose="05000000000000000000" pitchFamily="2" charset="2"/>
                      </a:endParaRPr>
                    </a:p>
                  </a:txBody>
                  <a:tcPr marL="6350" marR="6350" marT="6350" marB="0" anchor="b">
                    <a:solidFill>
                      <a:schemeClr val="bg1">
                        <a:lumMod val="85000"/>
                      </a:schemeClr>
                    </a:solidFill>
                  </a:tcPr>
                </a:tc>
                <a:tc>
                  <a:txBody>
                    <a:bodyPr/>
                    <a:lstStyle/>
                    <a:p>
                      <a:pPr algn="l" rtl="0" fontAlgn="b"/>
                      <a:endParaRPr lang="en-US" sz="1100" b="0" i="0" u="none" strike="noStrike">
                        <a:solidFill>
                          <a:srgbClr val="000000"/>
                        </a:solidFill>
                        <a:effectLst/>
                        <a:latin typeface="Wingdings" panose="05000000000000000000" pitchFamily="2" charset="2"/>
                      </a:endParaRPr>
                    </a:p>
                  </a:txBody>
                  <a:tcPr marL="6350" marR="6350" marT="6350" marB="0" anchor="b">
                    <a:solidFill>
                      <a:schemeClr val="bg1">
                        <a:lumMod val="85000"/>
                      </a:schemeClr>
                    </a:solidFill>
                  </a:tcPr>
                </a:tc>
                <a:tc>
                  <a:txBody>
                    <a:bodyPr/>
                    <a:lstStyle/>
                    <a:p>
                      <a:pPr algn="l" rtl="0" fontAlgn="b"/>
                      <a:endParaRPr lang="en-US" sz="1100" b="0" i="0" u="none" strike="noStrike" dirty="0">
                        <a:solidFill>
                          <a:srgbClr val="990099"/>
                        </a:solidFill>
                        <a:effectLst/>
                        <a:latin typeface="Calibri" panose="020F0502020204030204" pitchFamily="34" charset="0"/>
                      </a:endParaRPr>
                    </a:p>
                  </a:txBody>
                  <a:tcPr marL="6350" marR="6350" marT="6350" marB="0" anchor="b">
                    <a:solidFill>
                      <a:srgbClr val="990099"/>
                    </a:solidFill>
                  </a:tcPr>
                </a:tc>
                <a:tc>
                  <a:txBody>
                    <a:bodyPr/>
                    <a:lstStyle/>
                    <a:p>
                      <a:pPr algn="l" rtl="0" fontAlgn="b"/>
                      <a:endParaRPr lang="en-US" sz="1100" b="0" i="0" u="none" strike="noStrike">
                        <a:solidFill>
                          <a:srgbClr val="000000"/>
                        </a:solidFill>
                        <a:effectLst/>
                        <a:latin typeface="Calibri" panose="020F0502020204030204" pitchFamily="34" charset="0"/>
                      </a:endParaRPr>
                    </a:p>
                  </a:txBody>
                  <a:tcPr marL="6350" marR="6350" marT="6350" marB="0" anchor="b">
                    <a:solidFill>
                      <a:schemeClr val="bg1">
                        <a:lumMod val="85000"/>
                      </a:schemeClr>
                    </a:solidFill>
                  </a:tcPr>
                </a:tc>
                <a:tc>
                  <a:txBody>
                    <a:bodyPr/>
                    <a:lstStyle/>
                    <a:p>
                      <a:pPr algn="l" rtl="0" fontAlgn="b"/>
                      <a:endParaRPr lang="en-US" sz="1100" b="0" i="0" u="none" strike="noStrike">
                        <a:solidFill>
                          <a:srgbClr val="000000"/>
                        </a:solidFill>
                        <a:effectLst/>
                        <a:latin typeface="Calibri" panose="020F0502020204030204" pitchFamily="34" charset="0"/>
                      </a:endParaRPr>
                    </a:p>
                  </a:txBody>
                  <a:tcPr marL="6350" marR="6350" marT="6350" marB="0" anchor="b">
                    <a:solidFill>
                      <a:schemeClr val="bg1">
                        <a:lumMod val="85000"/>
                      </a:schemeClr>
                    </a:solidFill>
                  </a:tcPr>
                </a:tc>
                <a:tc>
                  <a:txBody>
                    <a:bodyPr/>
                    <a:lstStyle/>
                    <a:p>
                      <a:pPr algn="l" rtl="0" fontAlgn="b"/>
                      <a:endParaRPr lang="en-US" sz="1100" b="0" i="0" u="none" strike="noStrike" dirty="0">
                        <a:solidFill>
                          <a:srgbClr val="000000"/>
                        </a:solidFill>
                        <a:effectLst/>
                        <a:latin typeface="Calibri" panose="020F0502020204030204" pitchFamily="34" charset="0"/>
                      </a:endParaRPr>
                    </a:p>
                  </a:txBody>
                  <a:tcPr marL="6350" marR="6350" marT="6350" marB="0" anchor="b">
                    <a:solidFill>
                      <a:schemeClr val="bg1">
                        <a:lumMod val="85000"/>
                      </a:schemeClr>
                    </a:solidFill>
                  </a:tcPr>
                </a:tc>
                <a:extLst>
                  <a:ext uri="{0D108BD9-81ED-4DB2-BD59-A6C34878D82A}">
                    <a16:rowId xmlns:a16="http://schemas.microsoft.com/office/drawing/2014/main" val="535216651"/>
                  </a:ext>
                </a:extLst>
              </a:tr>
              <a:tr h="157068">
                <a:tc>
                  <a:txBody>
                    <a:bodyPr/>
                    <a:lstStyle/>
                    <a:p>
                      <a:pPr algn="r" rtl="1" fontAlgn="b"/>
                      <a:r>
                        <a:rPr lang="ar-LY" sz="1100" b="0" i="0" u="none" strike="noStrike" dirty="0">
                          <a:solidFill>
                            <a:srgbClr val="990099"/>
                          </a:solidFill>
                          <a:effectLst/>
                          <a:latin typeface="Calibri" panose="020F0502020204030204" pitchFamily="34" charset="0"/>
                          <a:cs typeface="+mj-cs"/>
                        </a:rPr>
                        <a:t>خدمات التتبع</a:t>
                      </a:r>
                    </a:p>
                  </a:txBody>
                  <a:tcPr marL="6350" marR="6350" marT="6350" marB="0" anchor="b">
                    <a:solidFill>
                      <a:schemeClr val="bg1">
                        <a:lumMod val="85000"/>
                      </a:schemeClr>
                    </a:solidFill>
                  </a:tcPr>
                </a:tc>
                <a:tc>
                  <a:txBody>
                    <a:bodyPr/>
                    <a:lstStyle/>
                    <a:p>
                      <a:endParaRPr lang="en-US" sz="1200" dirty="0"/>
                    </a:p>
                  </a:txBody>
                  <a:tcPr marL="6350" marR="6350" marT="6350" marB="0" anchor="b">
                    <a:solidFill>
                      <a:schemeClr val="bg1">
                        <a:lumMod val="85000"/>
                      </a:schemeClr>
                    </a:solidFill>
                  </a:tcPr>
                </a:tc>
                <a:tc>
                  <a:txBody>
                    <a:bodyPr/>
                    <a:lstStyle/>
                    <a:p>
                      <a:pPr algn="l" rtl="0" fontAlgn="b"/>
                      <a:endParaRPr lang="en-US" sz="1100" b="0" i="0" u="none" strike="noStrike" dirty="0">
                        <a:solidFill>
                          <a:srgbClr val="000000"/>
                        </a:solidFill>
                        <a:effectLst/>
                        <a:latin typeface="Calibri" panose="020F0502020204030204" pitchFamily="34" charset="0"/>
                      </a:endParaRPr>
                    </a:p>
                  </a:txBody>
                  <a:tcPr marL="6350" marR="6350" marT="6350" marB="0" anchor="b">
                    <a:solidFill>
                      <a:schemeClr val="bg1">
                        <a:lumMod val="85000"/>
                      </a:schemeClr>
                    </a:solidFill>
                  </a:tcPr>
                </a:tc>
                <a:tc>
                  <a:txBody>
                    <a:bodyPr/>
                    <a:lstStyle/>
                    <a:p>
                      <a:pPr algn="l" rtl="0" fontAlgn="b"/>
                      <a:endParaRPr lang="en-US" sz="1100" b="0" i="0" u="none" strike="noStrike" dirty="0">
                        <a:solidFill>
                          <a:srgbClr val="000000"/>
                        </a:solidFill>
                        <a:effectLst/>
                        <a:latin typeface="Calibri" panose="020F0502020204030204" pitchFamily="34" charset="0"/>
                      </a:endParaRPr>
                    </a:p>
                  </a:txBody>
                  <a:tcPr marL="6350" marR="6350" marT="6350" marB="0" anchor="b">
                    <a:solidFill>
                      <a:srgbClr val="990099"/>
                    </a:solidFill>
                  </a:tcPr>
                </a:tc>
                <a:tc>
                  <a:txBody>
                    <a:bodyPr/>
                    <a:lstStyle/>
                    <a:p>
                      <a:pPr algn="l" rtl="0" fontAlgn="b"/>
                      <a:endParaRPr lang="en-US" sz="1100" b="0" i="0" u="none" strike="noStrike" dirty="0">
                        <a:solidFill>
                          <a:srgbClr val="000000"/>
                        </a:solidFill>
                        <a:effectLst/>
                        <a:latin typeface="Calibri" panose="020F0502020204030204" pitchFamily="34" charset="0"/>
                      </a:endParaRPr>
                    </a:p>
                  </a:txBody>
                  <a:tcPr marL="6350" marR="6350" marT="6350" marB="0" anchor="b">
                    <a:solidFill>
                      <a:srgbClr val="990099"/>
                    </a:solidFill>
                  </a:tcPr>
                </a:tc>
                <a:tc>
                  <a:txBody>
                    <a:bodyPr/>
                    <a:lstStyle/>
                    <a:p>
                      <a:pPr algn="r" rtl="1" fontAlgn="b"/>
                      <a:endParaRPr lang="ar-LY" sz="1100" b="0" i="0" u="none" strike="noStrike" dirty="0">
                        <a:solidFill>
                          <a:srgbClr val="000000"/>
                        </a:solidFill>
                        <a:effectLst/>
                        <a:latin typeface="Calibri" panose="020F0502020204030204" pitchFamily="34" charset="0"/>
                      </a:endParaRPr>
                    </a:p>
                  </a:txBody>
                  <a:tcPr marL="6350" marR="6350" marT="6350" marB="0" anchor="b">
                    <a:solidFill>
                      <a:schemeClr val="bg1">
                        <a:lumMod val="85000"/>
                      </a:schemeClr>
                    </a:solidFill>
                  </a:tcPr>
                </a:tc>
                <a:tc>
                  <a:txBody>
                    <a:bodyPr/>
                    <a:lstStyle/>
                    <a:p>
                      <a:pPr algn="l" rtl="0" fontAlgn="b"/>
                      <a:endParaRPr lang="en-US" sz="1100" b="0" i="0" u="none" strike="noStrike">
                        <a:solidFill>
                          <a:srgbClr val="000000"/>
                        </a:solidFill>
                        <a:effectLst/>
                        <a:latin typeface="Wingdings" panose="05000000000000000000" pitchFamily="2" charset="2"/>
                      </a:endParaRPr>
                    </a:p>
                  </a:txBody>
                  <a:tcPr marL="6350" marR="6350" marT="6350" marB="0" anchor="b">
                    <a:solidFill>
                      <a:schemeClr val="bg1">
                        <a:lumMod val="85000"/>
                      </a:schemeClr>
                    </a:solidFill>
                  </a:tcPr>
                </a:tc>
                <a:tc>
                  <a:txBody>
                    <a:bodyPr/>
                    <a:lstStyle/>
                    <a:p>
                      <a:pPr algn="l" rtl="0" fontAlgn="b"/>
                      <a:endParaRPr lang="en-US" sz="1100" b="0" i="0" u="none" strike="noStrike">
                        <a:solidFill>
                          <a:srgbClr val="000000"/>
                        </a:solidFill>
                        <a:effectLst/>
                        <a:latin typeface="Wingdings" panose="05000000000000000000" pitchFamily="2" charset="2"/>
                      </a:endParaRPr>
                    </a:p>
                  </a:txBody>
                  <a:tcPr marL="6350" marR="6350" marT="6350" marB="0" anchor="b">
                    <a:solidFill>
                      <a:schemeClr val="bg1">
                        <a:lumMod val="85000"/>
                      </a:schemeClr>
                    </a:solidFill>
                  </a:tcPr>
                </a:tc>
                <a:tc>
                  <a:txBody>
                    <a:bodyPr/>
                    <a:lstStyle/>
                    <a:p>
                      <a:pPr algn="l" rtl="0" fontAlgn="b"/>
                      <a:endParaRPr lang="en-US" sz="1100" b="0" i="0" u="none" strike="noStrike">
                        <a:solidFill>
                          <a:srgbClr val="000000"/>
                        </a:solidFill>
                        <a:effectLst/>
                        <a:latin typeface="Wingdings" panose="05000000000000000000" pitchFamily="2" charset="2"/>
                      </a:endParaRPr>
                    </a:p>
                  </a:txBody>
                  <a:tcPr marL="6350" marR="6350" marT="6350" marB="0" anchor="b">
                    <a:solidFill>
                      <a:schemeClr val="bg1">
                        <a:lumMod val="85000"/>
                      </a:schemeClr>
                    </a:solidFill>
                  </a:tcPr>
                </a:tc>
                <a:tc>
                  <a:txBody>
                    <a:bodyPr/>
                    <a:lstStyle/>
                    <a:p>
                      <a:pPr algn="l" rtl="0" fontAlgn="b"/>
                      <a:endParaRPr lang="en-US" sz="1100" b="0" i="0" u="none" strike="noStrike">
                        <a:solidFill>
                          <a:srgbClr val="000000"/>
                        </a:solidFill>
                        <a:effectLst/>
                        <a:latin typeface="Wingdings" panose="05000000000000000000" pitchFamily="2" charset="2"/>
                      </a:endParaRPr>
                    </a:p>
                  </a:txBody>
                  <a:tcPr marL="6350" marR="6350" marT="6350" marB="0" anchor="b">
                    <a:solidFill>
                      <a:schemeClr val="bg1">
                        <a:lumMod val="85000"/>
                      </a:schemeClr>
                    </a:solidFill>
                  </a:tcPr>
                </a:tc>
                <a:tc>
                  <a:txBody>
                    <a:bodyPr/>
                    <a:lstStyle/>
                    <a:p>
                      <a:pPr algn="l" rtl="0" fontAlgn="b"/>
                      <a:endParaRPr lang="en-US" sz="1100" b="0" i="0" u="none" strike="noStrike" dirty="0">
                        <a:solidFill>
                          <a:srgbClr val="990099"/>
                        </a:solidFill>
                        <a:effectLst/>
                        <a:latin typeface="Wingdings" panose="05000000000000000000" pitchFamily="2" charset="2"/>
                      </a:endParaRPr>
                    </a:p>
                  </a:txBody>
                  <a:tcPr marL="6350" marR="6350" marT="6350" marB="0" anchor="b">
                    <a:solidFill>
                      <a:srgbClr val="990099"/>
                    </a:solidFill>
                  </a:tcPr>
                </a:tc>
                <a:tc>
                  <a:txBody>
                    <a:bodyPr/>
                    <a:lstStyle/>
                    <a:p>
                      <a:pPr algn="l" rtl="0" fontAlgn="b"/>
                      <a:endParaRPr lang="en-US" sz="1100" b="0" i="0" u="none" strike="noStrike">
                        <a:solidFill>
                          <a:srgbClr val="000000"/>
                        </a:solidFill>
                        <a:effectLst/>
                        <a:latin typeface="Calibri" panose="020F0502020204030204" pitchFamily="34" charset="0"/>
                      </a:endParaRPr>
                    </a:p>
                  </a:txBody>
                  <a:tcPr marL="6350" marR="6350" marT="6350" marB="0" anchor="b">
                    <a:solidFill>
                      <a:schemeClr val="bg1">
                        <a:lumMod val="85000"/>
                      </a:schemeClr>
                    </a:solidFill>
                  </a:tcPr>
                </a:tc>
                <a:tc>
                  <a:txBody>
                    <a:bodyPr/>
                    <a:lstStyle/>
                    <a:p>
                      <a:pPr algn="l" rtl="0" fontAlgn="b"/>
                      <a:endParaRPr lang="en-US" sz="1100" b="0" i="0" u="none" strike="noStrike">
                        <a:solidFill>
                          <a:srgbClr val="000000"/>
                        </a:solidFill>
                        <a:effectLst/>
                        <a:latin typeface="Calibri" panose="020F0502020204030204" pitchFamily="34" charset="0"/>
                      </a:endParaRPr>
                    </a:p>
                  </a:txBody>
                  <a:tcPr marL="6350" marR="6350" marT="6350" marB="0" anchor="b">
                    <a:solidFill>
                      <a:schemeClr val="bg1">
                        <a:lumMod val="85000"/>
                      </a:schemeClr>
                    </a:solidFill>
                  </a:tcPr>
                </a:tc>
                <a:tc>
                  <a:txBody>
                    <a:bodyPr/>
                    <a:lstStyle/>
                    <a:p>
                      <a:pPr algn="l" rtl="0" fontAlgn="b"/>
                      <a:endParaRPr lang="en-US" sz="1100" b="0" i="0" u="none" strike="noStrike" dirty="0">
                        <a:solidFill>
                          <a:srgbClr val="000000"/>
                        </a:solidFill>
                        <a:effectLst/>
                        <a:latin typeface="Calibri" panose="020F0502020204030204" pitchFamily="34" charset="0"/>
                      </a:endParaRPr>
                    </a:p>
                  </a:txBody>
                  <a:tcPr marL="6350" marR="6350" marT="6350" marB="0" anchor="b">
                    <a:solidFill>
                      <a:schemeClr val="bg1">
                        <a:lumMod val="85000"/>
                      </a:schemeClr>
                    </a:solidFill>
                  </a:tcPr>
                </a:tc>
                <a:extLst>
                  <a:ext uri="{0D108BD9-81ED-4DB2-BD59-A6C34878D82A}">
                    <a16:rowId xmlns:a16="http://schemas.microsoft.com/office/drawing/2014/main" val="2859396014"/>
                  </a:ext>
                </a:extLst>
              </a:tr>
              <a:tr h="157068">
                <a:tc>
                  <a:txBody>
                    <a:bodyPr/>
                    <a:lstStyle/>
                    <a:p>
                      <a:pPr algn="r" rtl="1" fontAlgn="b"/>
                      <a:r>
                        <a:rPr lang="ar-LY" sz="1100" b="0" i="0" u="none" strike="noStrike" dirty="0">
                          <a:solidFill>
                            <a:srgbClr val="990099"/>
                          </a:solidFill>
                          <a:effectLst/>
                          <a:latin typeface="Calibri" panose="020F0502020204030204" pitchFamily="34" charset="0"/>
                          <a:cs typeface="+mj-cs"/>
                        </a:rPr>
                        <a:t>توصيل</a:t>
                      </a:r>
                    </a:p>
                  </a:txBody>
                  <a:tcPr marL="6350" marR="6350" marT="6350" marB="0" anchor="b">
                    <a:solidFill>
                      <a:schemeClr val="bg1">
                        <a:lumMod val="85000"/>
                      </a:schemeClr>
                    </a:solidFill>
                  </a:tcPr>
                </a:tc>
                <a:tc>
                  <a:txBody>
                    <a:bodyPr/>
                    <a:lstStyle/>
                    <a:p>
                      <a:pPr algn="l" rtl="0" fontAlgn="b"/>
                      <a:endParaRPr lang="en-US" sz="1100" b="0" i="0" u="none" strike="noStrike">
                        <a:solidFill>
                          <a:srgbClr val="000000"/>
                        </a:solidFill>
                        <a:effectLst/>
                        <a:latin typeface="Calibri" panose="020F0502020204030204" pitchFamily="34" charset="0"/>
                      </a:endParaRPr>
                    </a:p>
                  </a:txBody>
                  <a:tcPr marL="6350" marR="6350" marT="6350" marB="0" anchor="b">
                    <a:solidFill>
                      <a:schemeClr val="bg1">
                        <a:lumMod val="85000"/>
                      </a:schemeClr>
                    </a:solidFill>
                  </a:tcPr>
                </a:tc>
                <a:tc>
                  <a:txBody>
                    <a:bodyPr/>
                    <a:lstStyle/>
                    <a:p>
                      <a:pPr algn="l" rtl="0" fontAlgn="b"/>
                      <a:endParaRPr lang="en-US" sz="1100" b="0" i="0" u="none" strike="noStrike">
                        <a:solidFill>
                          <a:srgbClr val="000000"/>
                        </a:solidFill>
                        <a:effectLst/>
                        <a:latin typeface="Calibri" panose="020F0502020204030204" pitchFamily="34" charset="0"/>
                      </a:endParaRPr>
                    </a:p>
                  </a:txBody>
                  <a:tcPr marL="6350" marR="6350" marT="6350" marB="0" anchor="b">
                    <a:solidFill>
                      <a:schemeClr val="bg1">
                        <a:lumMod val="85000"/>
                      </a:schemeClr>
                    </a:solidFill>
                  </a:tcPr>
                </a:tc>
                <a:tc>
                  <a:txBody>
                    <a:bodyPr/>
                    <a:lstStyle/>
                    <a:p>
                      <a:pPr algn="l" rtl="0" fontAlgn="b"/>
                      <a:endParaRPr lang="en-US" sz="1100" b="0" i="0" u="none" strike="noStrike">
                        <a:solidFill>
                          <a:srgbClr val="000000"/>
                        </a:solidFill>
                        <a:effectLst/>
                        <a:latin typeface="Calibri" panose="020F0502020204030204" pitchFamily="34" charset="0"/>
                      </a:endParaRPr>
                    </a:p>
                  </a:txBody>
                  <a:tcPr marL="6350" marR="6350" marT="6350" marB="0" anchor="b">
                    <a:solidFill>
                      <a:srgbClr val="990099"/>
                    </a:solidFill>
                  </a:tcPr>
                </a:tc>
                <a:tc>
                  <a:txBody>
                    <a:bodyPr/>
                    <a:lstStyle/>
                    <a:p>
                      <a:pPr algn="l" rtl="0" fontAlgn="b"/>
                      <a:endParaRPr lang="en-US" sz="1100" b="0" i="0" u="none" strike="noStrike" dirty="0">
                        <a:solidFill>
                          <a:srgbClr val="000000"/>
                        </a:solidFill>
                        <a:effectLst/>
                        <a:latin typeface="Calibri" panose="020F0502020204030204" pitchFamily="34" charset="0"/>
                      </a:endParaRPr>
                    </a:p>
                  </a:txBody>
                  <a:tcPr marL="6350" marR="6350" marT="6350" marB="0" anchor="b">
                    <a:solidFill>
                      <a:srgbClr val="990099"/>
                    </a:solidFill>
                  </a:tcPr>
                </a:tc>
                <a:tc>
                  <a:txBody>
                    <a:bodyPr/>
                    <a:lstStyle/>
                    <a:p>
                      <a:pPr algn="r" rtl="1" fontAlgn="b"/>
                      <a:endParaRPr lang="ar-LY" sz="1100" b="0" i="0" u="none" strike="noStrike">
                        <a:solidFill>
                          <a:srgbClr val="000000"/>
                        </a:solidFill>
                        <a:effectLst/>
                        <a:latin typeface="Calibri" panose="020F0502020204030204" pitchFamily="34" charset="0"/>
                      </a:endParaRPr>
                    </a:p>
                  </a:txBody>
                  <a:tcPr marL="6350" marR="6350" marT="6350" marB="0" anchor="b">
                    <a:solidFill>
                      <a:schemeClr val="bg1">
                        <a:lumMod val="85000"/>
                      </a:schemeClr>
                    </a:solidFill>
                  </a:tcPr>
                </a:tc>
                <a:tc>
                  <a:txBody>
                    <a:bodyPr/>
                    <a:lstStyle/>
                    <a:p>
                      <a:pPr algn="l" rtl="0" fontAlgn="b"/>
                      <a:endParaRPr lang="en-US" sz="1100" b="0" i="0" u="none" strike="noStrike">
                        <a:solidFill>
                          <a:srgbClr val="000000"/>
                        </a:solidFill>
                        <a:effectLst/>
                        <a:latin typeface="Wingdings" panose="05000000000000000000" pitchFamily="2" charset="2"/>
                      </a:endParaRPr>
                    </a:p>
                  </a:txBody>
                  <a:tcPr marL="6350" marR="6350" marT="6350" marB="0" anchor="b">
                    <a:solidFill>
                      <a:schemeClr val="bg1">
                        <a:lumMod val="85000"/>
                      </a:schemeClr>
                    </a:solidFill>
                  </a:tcPr>
                </a:tc>
                <a:tc>
                  <a:txBody>
                    <a:bodyPr/>
                    <a:lstStyle/>
                    <a:p>
                      <a:pPr algn="l" rtl="0" fontAlgn="b"/>
                      <a:endParaRPr lang="en-US" sz="1100" b="0" i="0" u="none" strike="noStrike">
                        <a:solidFill>
                          <a:srgbClr val="000000"/>
                        </a:solidFill>
                        <a:effectLst/>
                        <a:latin typeface="Wingdings" panose="05000000000000000000" pitchFamily="2" charset="2"/>
                      </a:endParaRPr>
                    </a:p>
                  </a:txBody>
                  <a:tcPr marL="6350" marR="6350" marT="6350" marB="0" anchor="b">
                    <a:solidFill>
                      <a:schemeClr val="bg1">
                        <a:lumMod val="85000"/>
                      </a:schemeClr>
                    </a:solidFill>
                  </a:tcPr>
                </a:tc>
                <a:tc>
                  <a:txBody>
                    <a:bodyPr/>
                    <a:lstStyle/>
                    <a:p>
                      <a:pPr algn="l" rtl="0" fontAlgn="b"/>
                      <a:endParaRPr lang="en-US" sz="1100" b="0" i="0" u="none" strike="noStrike">
                        <a:solidFill>
                          <a:srgbClr val="000000"/>
                        </a:solidFill>
                        <a:effectLst/>
                        <a:latin typeface="Wingdings" panose="05000000000000000000" pitchFamily="2" charset="2"/>
                      </a:endParaRPr>
                    </a:p>
                  </a:txBody>
                  <a:tcPr marL="6350" marR="6350" marT="6350" marB="0" anchor="b">
                    <a:solidFill>
                      <a:schemeClr val="bg1">
                        <a:lumMod val="85000"/>
                      </a:schemeClr>
                    </a:solidFill>
                  </a:tcPr>
                </a:tc>
                <a:tc>
                  <a:txBody>
                    <a:bodyPr/>
                    <a:lstStyle/>
                    <a:p>
                      <a:pPr algn="l" rtl="0" fontAlgn="b"/>
                      <a:endParaRPr lang="en-US" sz="1100" b="0" i="0" u="none" strike="noStrike">
                        <a:solidFill>
                          <a:srgbClr val="000000"/>
                        </a:solidFill>
                        <a:effectLst/>
                        <a:latin typeface="Wingdings" panose="05000000000000000000" pitchFamily="2" charset="2"/>
                      </a:endParaRPr>
                    </a:p>
                  </a:txBody>
                  <a:tcPr marL="6350" marR="6350" marT="6350" marB="0" anchor="b">
                    <a:solidFill>
                      <a:schemeClr val="bg1">
                        <a:lumMod val="85000"/>
                      </a:schemeClr>
                    </a:solidFill>
                  </a:tcPr>
                </a:tc>
                <a:tc>
                  <a:txBody>
                    <a:bodyPr/>
                    <a:lstStyle/>
                    <a:p>
                      <a:pPr algn="l" rtl="0" fontAlgn="b"/>
                      <a:endParaRPr lang="en-US" sz="1100" b="0" i="0" u="none" strike="noStrike" dirty="0">
                        <a:solidFill>
                          <a:srgbClr val="990099"/>
                        </a:solidFill>
                        <a:effectLst/>
                        <a:latin typeface="Wingdings" panose="05000000000000000000" pitchFamily="2" charset="2"/>
                      </a:endParaRPr>
                    </a:p>
                  </a:txBody>
                  <a:tcPr marL="6350" marR="6350" marT="6350" marB="0" anchor="b">
                    <a:solidFill>
                      <a:srgbClr val="990099"/>
                    </a:solidFill>
                  </a:tcPr>
                </a:tc>
                <a:tc>
                  <a:txBody>
                    <a:bodyPr/>
                    <a:lstStyle/>
                    <a:p>
                      <a:pPr algn="l" rtl="0" fontAlgn="b"/>
                      <a:endParaRPr lang="en-US" sz="1100" b="0" i="0" u="none" strike="noStrike">
                        <a:solidFill>
                          <a:srgbClr val="000000"/>
                        </a:solidFill>
                        <a:effectLst/>
                        <a:latin typeface="Calibri" panose="020F0502020204030204" pitchFamily="34" charset="0"/>
                      </a:endParaRPr>
                    </a:p>
                  </a:txBody>
                  <a:tcPr marL="6350" marR="6350" marT="6350" marB="0" anchor="b">
                    <a:solidFill>
                      <a:schemeClr val="bg1">
                        <a:lumMod val="85000"/>
                      </a:schemeClr>
                    </a:solidFill>
                  </a:tcPr>
                </a:tc>
                <a:tc>
                  <a:txBody>
                    <a:bodyPr/>
                    <a:lstStyle/>
                    <a:p>
                      <a:pPr algn="l" rtl="0" fontAlgn="b"/>
                      <a:endParaRPr lang="en-US" sz="1100" b="0" i="0" u="none" strike="noStrike">
                        <a:solidFill>
                          <a:srgbClr val="000000"/>
                        </a:solidFill>
                        <a:effectLst/>
                        <a:latin typeface="Calibri" panose="020F0502020204030204" pitchFamily="34" charset="0"/>
                      </a:endParaRPr>
                    </a:p>
                  </a:txBody>
                  <a:tcPr marL="6350" marR="6350" marT="6350" marB="0" anchor="b">
                    <a:solidFill>
                      <a:schemeClr val="bg1">
                        <a:lumMod val="85000"/>
                      </a:schemeClr>
                    </a:solidFill>
                  </a:tcPr>
                </a:tc>
                <a:tc>
                  <a:txBody>
                    <a:bodyPr/>
                    <a:lstStyle/>
                    <a:p>
                      <a:pPr algn="l" rtl="0" fontAlgn="b"/>
                      <a:endParaRPr lang="en-US" sz="1100" b="0" i="0" u="none" strike="noStrike">
                        <a:solidFill>
                          <a:srgbClr val="000000"/>
                        </a:solidFill>
                        <a:effectLst/>
                        <a:latin typeface="Calibri" panose="020F0502020204030204" pitchFamily="34" charset="0"/>
                      </a:endParaRPr>
                    </a:p>
                  </a:txBody>
                  <a:tcPr marL="6350" marR="6350" marT="6350" marB="0" anchor="b">
                    <a:solidFill>
                      <a:schemeClr val="bg1">
                        <a:lumMod val="85000"/>
                      </a:schemeClr>
                    </a:solidFill>
                  </a:tcPr>
                </a:tc>
                <a:extLst>
                  <a:ext uri="{0D108BD9-81ED-4DB2-BD59-A6C34878D82A}">
                    <a16:rowId xmlns:a16="http://schemas.microsoft.com/office/drawing/2014/main" val="784776277"/>
                  </a:ext>
                </a:extLst>
              </a:tr>
              <a:tr h="157068">
                <a:tc>
                  <a:txBody>
                    <a:bodyPr/>
                    <a:lstStyle/>
                    <a:p>
                      <a:pPr algn="r" rtl="1" fontAlgn="b"/>
                      <a:r>
                        <a:rPr lang="ar-LY" sz="1100" b="0" i="0" u="none" strike="noStrike">
                          <a:solidFill>
                            <a:srgbClr val="990099"/>
                          </a:solidFill>
                          <a:effectLst/>
                          <a:latin typeface="Calibri" panose="020F0502020204030204" pitchFamily="34" charset="0"/>
                          <a:cs typeface="+mj-cs"/>
                        </a:rPr>
                        <a:t>معاملات</a:t>
                      </a:r>
                    </a:p>
                  </a:txBody>
                  <a:tcPr marL="6350" marR="6350" marT="6350" marB="0" anchor="b">
                    <a:solidFill>
                      <a:schemeClr val="bg1">
                        <a:lumMod val="85000"/>
                      </a:schemeClr>
                    </a:solidFill>
                  </a:tcPr>
                </a:tc>
                <a:tc>
                  <a:txBody>
                    <a:bodyPr/>
                    <a:lstStyle/>
                    <a:p>
                      <a:pPr algn="l" rtl="0" fontAlgn="b"/>
                      <a:endParaRPr lang="en-US" sz="1100" b="0" i="0" u="none" strike="noStrike" dirty="0">
                        <a:solidFill>
                          <a:srgbClr val="000000"/>
                        </a:solidFill>
                        <a:effectLst/>
                        <a:latin typeface="Calibri" panose="020F0502020204030204" pitchFamily="34" charset="0"/>
                      </a:endParaRPr>
                    </a:p>
                  </a:txBody>
                  <a:tcPr marL="6350" marR="6350" marT="6350" marB="0" anchor="b">
                    <a:solidFill>
                      <a:schemeClr val="bg1">
                        <a:lumMod val="85000"/>
                      </a:schemeClr>
                    </a:solidFill>
                  </a:tcPr>
                </a:tc>
                <a:tc>
                  <a:txBody>
                    <a:bodyPr/>
                    <a:lstStyle/>
                    <a:p>
                      <a:pPr algn="l" rtl="0" fontAlgn="b"/>
                      <a:endParaRPr lang="en-US" sz="1100" b="0" i="0" u="none" strike="noStrike" dirty="0">
                        <a:solidFill>
                          <a:srgbClr val="000000"/>
                        </a:solidFill>
                        <a:effectLst/>
                        <a:latin typeface="Calibri" panose="020F0502020204030204" pitchFamily="34" charset="0"/>
                      </a:endParaRPr>
                    </a:p>
                  </a:txBody>
                  <a:tcPr marL="6350" marR="6350" marT="6350" marB="0" anchor="b">
                    <a:solidFill>
                      <a:srgbClr val="990099"/>
                    </a:solidFill>
                  </a:tcPr>
                </a:tc>
                <a:tc>
                  <a:txBody>
                    <a:bodyPr/>
                    <a:lstStyle/>
                    <a:p>
                      <a:pPr algn="l" rtl="0" fontAlgn="b"/>
                      <a:endParaRPr lang="en-US" sz="1100" b="0" i="0" u="none" strike="noStrike" dirty="0">
                        <a:solidFill>
                          <a:srgbClr val="000000"/>
                        </a:solidFill>
                        <a:effectLst/>
                        <a:latin typeface="Calibri" panose="020F0502020204030204" pitchFamily="34" charset="0"/>
                      </a:endParaRPr>
                    </a:p>
                  </a:txBody>
                  <a:tcPr marL="6350" marR="6350" marT="6350" marB="0" anchor="b">
                    <a:solidFill>
                      <a:srgbClr val="990099"/>
                    </a:solidFill>
                  </a:tcPr>
                </a:tc>
                <a:tc>
                  <a:txBody>
                    <a:bodyPr/>
                    <a:lstStyle/>
                    <a:p>
                      <a:pPr algn="l" rtl="0" fontAlgn="b"/>
                      <a:endParaRPr lang="en-US" sz="1100" b="0" i="0" u="none" strike="noStrike" dirty="0">
                        <a:solidFill>
                          <a:srgbClr val="000000"/>
                        </a:solidFill>
                        <a:effectLst/>
                        <a:latin typeface="Calibri" panose="020F0502020204030204" pitchFamily="34" charset="0"/>
                      </a:endParaRPr>
                    </a:p>
                  </a:txBody>
                  <a:tcPr marL="6350" marR="6350" marT="6350" marB="0" anchor="b">
                    <a:solidFill>
                      <a:srgbClr val="990099"/>
                    </a:solidFill>
                  </a:tcPr>
                </a:tc>
                <a:tc>
                  <a:txBody>
                    <a:bodyPr/>
                    <a:lstStyle/>
                    <a:p>
                      <a:pPr algn="r" rtl="1" fontAlgn="b"/>
                      <a:endParaRPr lang="ar-LY" sz="1100" b="0" i="0" u="none" strike="noStrike" dirty="0">
                        <a:solidFill>
                          <a:srgbClr val="000000"/>
                        </a:solidFill>
                        <a:effectLst/>
                        <a:latin typeface="Calibri" panose="020F0502020204030204" pitchFamily="34" charset="0"/>
                      </a:endParaRPr>
                    </a:p>
                  </a:txBody>
                  <a:tcPr marL="6350" marR="6350" marT="6350" marB="0" anchor="b">
                    <a:solidFill>
                      <a:srgbClr val="990099"/>
                    </a:solidFill>
                  </a:tcPr>
                </a:tc>
                <a:tc>
                  <a:txBody>
                    <a:bodyPr/>
                    <a:lstStyle/>
                    <a:p>
                      <a:pPr algn="l" rtl="0" fontAlgn="b"/>
                      <a:endParaRPr lang="en-US" sz="1100" b="0" i="0" u="none" strike="noStrike">
                        <a:solidFill>
                          <a:srgbClr val="000000"/>
                        </a:solidFill>
                        <a:effectLst/>
                        <a:latin typeface="Wingdings" panose="05000000000000000000" pitchFamily="2" charset="2"/>
                      </a:endParaRPr>
                    </a:p>
                  </a:txBody>
                  <a:tcPr marL="6350" marR="6350" marT="6350" marB="0" anchor="b">
                    <a:solidFill>
                      <a:schemeClr val="bg1">
                        <a:lumMod val="85000"/>
                      </a:schemeClr>
                    </a:solidFill>
                  </a:tcPr>
                </a:tc>
                <a:tc>
                  <a:txBody>
                    <a:bodyPr/>
                    <a:lstStyle/>
                    <a:p>
                      <a:pPr algn="l" rtl="0" fontAlgn="b"/>
                      <a:endParaRPr lang="en-US" sz="1100" b="0" i="0" u="none" strike="noStrike">
                        <a:solidFill>
                          <a:srgbClr val="000000"/>
                        </a:solidFill>
                        <a:effectLst/>
                        <a:latin typeface="Wingdings" panose="05000000000000000000" pitchFamily="2" charset="2"/>
                      </a:endParaRPr>
                    </a:p>
                  </a:txBody>
                  <a:tcPr marL="6350" marR="6350" marT="6350" marB="0" anchor="b">
                    <a:solidFill>
                      <a:schemeClr val="bg1">
                        <a:lumMod val="85000"/>
                      </a:schemeClr>
                    </a:solidFill>
                  </a:tcPr>
                </a:tc>
                <a:tc>
                  <a:txBody>
                    <a:bodyPr/>
                    <a:lstStyle/>
                    <a:p>
                      <a:pPr algn="l" rtl="0" fontAlgn="b"/>
                      <a:endParaRPr lang="en-US" sz="1100" b="0" i="0" u="none" strike="noStrike" dirty="0">
                        <a:solidFill>
                          <a:srgbClr val="000000"/>
                        </a:solidFill>
                        <a:effectLst/>
                        <a:latin typeface="Wingdings" panose="05000000000000000000" pitchFamily="2" charset="2"/>
                      </a:endParaRPr>
                    </a:p>
                  </a:txBody>
                  <a:tcPr marL="6350" marR="6350" marT="6350" marB="0" anchor="b">
                    <a:solidFill>
                      <a:schemeClr val="bg1">
                        <a:lumMod val="85000"/>
                      </a:schemeClr>
                    </a:solidFill>
                  </a:tcPr>
                </a:tc>
                <a:tc>
                  <a:txBody>
                    <a:bodyPr/>
                    <a:lstStyle/>
                    <a:p>
                      <a:pPr algn="l" rtl="0" fontAlgn="b"/>
                      <a:endParaRPr lang="en-US" sz="1100" b="0" i="0" u="none" strike="noStrike" dirty="0">
                        <a:solidFill>
                          <a:srgbClr val="000000"/>
                        </a:solidFill>
                        <a:effectLst/>
                        <a:latin typeface="Wingdings" panose="05000000000000000000" pitchFamily="2" charset="2"/>
                      </a:endParaRPr>
                    </a:p>
                  </a:txBody>
                  <a:tcPr marL="6350" marR="6350" marT="6350" marB="0" anchor="b">
                    <a:solidFill>
                      <a:schemeClr val="bg1">
                        <a:lumMod val="85000"/>
                      </a:schemeClr>
                    </a:solidFill>
                  </a:tcPr>
                </a:tc>
                <a:tc>
                  <a:txBody>
                    <a:bodyPr/>
                    <a:lstStyle/>
                    <a:p>
                      <a:pPr algn="l" rtl="0" fontAlgn="b"/>
                      <a:endParaRPr lang="en-US" sz="1100" b="0" i="0" u="none" strike="noStrike" dirty="0">
                        <a:solidFill>
                          <a:srgbClr val="990099"/>
                        </a:solidFill>
                        <a:effectLst/>
                        <a:latin typeface="Wingdings" panose="05000000000000000000" pitchFamily="2" charset="2"/>
                      </a:endParaRPr>
                    </a:p>
                  </a:txBody>
                  <a:tcPr marL="6350" marR="6350" marT="6350" marB="0" anchor="b">
                    <a:solidFill>
                      <a:srgbClr val="990099"/>
                    </a:solidFill>
                  </a:tcPr>
                </a:tc>
                <a:tc>
                  <a:txBody>
                    <a:bodyPr/>
                    <a:lstStyle/>
                    <a:p>
                      <a:pPr algn="l" rtl="0" fontAlgn="b"/>
                      <a:endParaRPr lang="en-US" sz="1100" b="0" i="0" u="none" strike="noStrike" dirty="0">
                        <a:solidFill>
                          <a:srgbClr val="000000"/>
                        </a:solidFill>
                        <a:effectLst/>
                        <a:latin typeface="Calibri" panose="020F0502020204030204" pitchFamily="34" charset="0"/>
                      </a:endParaRPr>
                    </a:p>
                  </a:txBody>
                  <a:tcPr marL="6350" marR="6350" marT="6350" marB="0" anchor="b">
                    <a:solidFill>
                      <a:schemeClr val="bg1">
                        <a:lumMod val="85000"/>
                      </a:schemeClr>
                    </a:solidFill>
                  </a:tcPr>
                </a:tc>
                <a:tc>
                  <a:txBody>
                    <a:bodyPr/>
                    <a:lstStyle/>
                    <a:p>
                      <a:pPr algn="l" rtl="0" fontAlgn="b"/>
                      <a:endParaRPr lang="en-US" sz="1100" b="0" i="0" u="none" strike="noStrike">
                        <a:solidFill>
                          <a:srgbClr val="000000"/>
                        </a:solidFill>
                        <a:effectLst/>
                        <a:latin typeface="Calibri" panose="020F0502020204030204" pitchFamily="34" charset="0"/>
                      </a:endParaRPr>
                    </a:p>
                  </a:txBody>
                  <a:tcPr marL="6350" marR="6350" marT="6350" marB="0" anchor="b">
                    <a:solidFill>
                      <a:schemeClr val="bg1">
                        <a:lumMod val="85000"/>
                      </a:schemeClr>
                    </a:solidFill>
                  </a:tcPr>
                </a:tc>
                <a:tc>
                  <a:txBody>
                    <a:bodyPr/>
                    <a:lstStyle/>
                    <a:p>
                      <a:pPr algn="l" rtl="0" fontAlgn="b"/>
                      <a:endParaRPr lang="en-US" sz="1100" b="0" i="0" u="none" strike="noStrike">
                        <a:solidFill>
                          <a:srgbClr val="000000"/>
                        </a:solidFill>
                        <a:effectLst/>
                        <a:latin typeface="Calibri" panose="020F0502020204030204" pitchFamily="34" charset="0"/>
                      </a:endParaRPr>
                    </a:p>
                  </a:txBody>
                  <a:tcPr marL="6350" marR="6350" marT="6350" marB="0" anchor="b">
                    <a:solidFill>
                      <a:schemeClr val="bg1">
                        <a:lumMod val="85000"/>
                      </a:schemeClr>
                    </a:solidFill>
                  </a:tcPr>
                </a:tc>
                <a:extLst>
                  <a:ext uri="{0D108BD9-81ED-4DB2-BD59-A6C34878D82A}">
                    <a16:rowId xmlns:a16="http://schemas.microsoft.com/office/drawing/2014/main" val="2154452028"/>
                  </a:ext>
                </a:extLst>
              </a:tr>
              <a:tr h="157068">
                <a:tc>
                  <a:txBody>
                    <a:bodyPr/>
                    <a:lstStyle/>
                    <a:p>
                      <a:pPr algn="r" rtl="1" fontAlgn="b"/>
                      <a:r>
                        <a:rPr lang="ar-LY" sz="1100" b="0" i="0" u="none" strike="noStrike" dirty="0" err="1">
                          <a:solidFill>
                            <a:srgbClr val="990099"/>
                          </a:solidFill>
                          <a:effectLst/>
                          <a:latin typeface="Calibri" panose="020F0502020204030204" pitchFamily="34" charset="0"/>
                          <a:cs typeface="+mj-cs"/>
                        </a:rPr>
                        <a:t>الفرانشايز</a:t>
                      </a:r>
                      <a:endParaRPr lang="ar-LY" sz="1100" b="0" i="0" u="none" strike="noStrike" dirty="0">
                        <a:solidFill>
                          <a:srgbClr val="990099"/>
                        </a:solidFill>
                        <a:effectLst/>
                        <a:latin typeface="Calibri" panose="020F0502020204030204" pitchFamily="34" charset="0"/>
                        <a:cs typeface="+mj-cs"/>
                      </a:endParaRPr>
                    </a:p>
                  </a:txBody>
                  <a:tcPr marL="6350" marR="6350" marT="6350" marB="0" anchor="b">
                    <a:solidFill>
                      <a:schemeClr val="bg1">
                        <a:lumMod val="85000"/>
                      </a:schemeClr>
                    </a:solidFill>
                  </a:tcPr>
                </a:tc>
                <a:tc>
                  <a:txBody>
                    <a:bodyPr/>
                    <a:lstStyle/>
                    <a:p>
                      <a:pPr algn="l" rtl="0" fontAlgn="b"/>
                      <a:endParaRPr lang="en-US" sz="1100" b="0" i="0" u="none" strike="noStrike" dirty="0">
                        <a:solidFill>
                          <a:srgbClr val="000000"/>
                        </a:solidFill>
                        <a:effectLst/>
                        <a:latin typeface="Calibri" panose="020F0502020204030204" pitchFamily="34" charset="0"/>
                      </a:endParaRPr>
                    </a:p>
                  </a:txBody>
                  <a:tcPr marL="6350" marR="6350" marT="6350" marB="0" anchor="b">
                    <a:solidFill>
                      <a:srgbClr val="990099"/>
                    </a:solidFill>
                  </a:tcPr>
                </a:tc>
                <a:tc>
                  <a:txBody>
                    <a:bodyPr/>
                    <a:lstStyle/>
                    <a:p>
                      <a:pPr algn="l" rtl="0" fontAlgn="b"/>
                      <a:endParaRPr lang="en-US" sz="1100" b="0" i="0" u="none" strike="noStrike" dirty="0">
                        <a:solidFill>
                          <a:srgbClr val="000000"/>
                        </a:solidFill>
                        <a:effectLst/>
                        <a:latin typeface="Calibri" panose="020F0502020204030204" pitchFamily="34" charset="0"/>
                      </a:endParaRPr>
                    </a:p>
                  </a:txBody>
                  <a:tcPr marL="6350" marR="6350" marT="6350" marB="0" anchor="b">
                    <a:solidFill>
                      <a:srgbClr val="990099"/>
                    </a:solidFill>
                  </a:tcPr>
                </a:tc>
                <a:tc>
                  <a:txBody>
                    <a:bodyPr/>
                    <a:lstStyle/>
                    <a:p>
                      <a:pPr algn="l" rtl="0" fontAlgn="b"/>
                      <a:endParaRPr lang="en-US" sz="1100" b="0" i="0" u="none" strike="noStrike" dirty="0">
                        <a:solidFill>
                          <a:srgbClr val="000000"/>
                        </a:solidFill>
                        <a:effectLst/>
                        <a:latin typeface="Calibri" panose="020F0502020204030204" pitchFamily="34" charset="0"/>
                      </a:endParaRPr>
                    </a:p>
                  </a:txBody>
                  <a:tcPr marL="6350" marR="6350" marT="6350" marB="0" anchor="b">
                    <a:solidFill>
                      <a:schemeClr val="bg1">
                        <a:lumMod val="85000"/>
                      </a:schemeClr>
                    </a:solidFill>
                  </a:tcPr>
                </a:tc>
                <a:tc>
                  <a:txBody>
                    <a:bodyPr/>
                    <a:lstStyle/>
                    <a:p>
                      <a:pPr algn="l" rtl="0" fontAlgn="b"/>
                      <a:endParaRPr lang="en-US" sz="1100" b="0" i="0" u="none" strike="noStrike" dirty="0">
                        <a:solidFill>
                          <a:srgbClr val="000000"/>
                        </a:solidFill>
                        <a:effectLst/>
                        <a:latin typeface="Calibri" panose="020F0502020204030204" pitchFamily="34" charset="0"/>
                      </a:endParaRPr>
                    </a:p>
                  </a:txBody>
                  <a:tcPr marL="6350" marR="6350" marT="6350" marB="0" anchor="b">
                    <a:solidFill>
                      <a:schemeClr val="bg1">
                        <a:lumMod val="85000"/>
                      </a:schemeClr>
                    </a:solidFill>
                  </a:tcPr>
                </a:tc>
                <a:tc>
                  <a:txBody>
                    <a:bodyPr/>
                    <a:lstStyle/>
                    <a:p>
                      <a:pPr algn="r" rtl="1" fontAlgn="b"/>
                      <a:endParaRPr lang="ar-LY" sz="1100" b="0" i="0" u="none" strike="noStrike" dirty="0">
                        <a:solidFill>
                          <a:srgbClr val="000000"/>
                        </a:solidFill>
                        <a:effectLst/>
                        <a:latin typeface="Calibri" panose="020F0502020204030204" pitchFamily="34" charset="0"/>
                      </a:endParaRPr>
                    </a:p>
                  </a:txBody>
                  <a:tcPr marL="6350" marR="6350" marT="6350" marB="0" anchor="b">
                    <a:solidFill>
                      <a:srgbClr val="990099"/>
                    </a:solidFill>
                  </a:tcPr>
                </a:tc>
                <a:tc>
                  <a:txBody>
                    <a:bodyPr/>
                    <a:lstStyle/>
                    <a:p>
                      <a:pPr algn="l" rtl="0" fontAlgn="b"/>
                      <a:endParaRPr lang="en-US" sz="1100" b="0" i="0" u="none" strike="noStrike" dirty="0">
                        <a:solidFill>
                          <a:srgbClr val="000000"/>
                        </a:solidFill>
                        <a:effectLst/>
                        <a:latin typeface="Wingdings" panose="05000000000000000000" pitchFamily="2" charset="2"/>
                      </a:endParaRPr>
                    </a:p>
                  </a:txBody>
                  <a:tcPr marL="6350" marR="6350" marT="6350" marB="0" anchor="b">
                    <a:solidFill>
                      <a:schemeClr val="bg1">
                        <a:lumMod val="85000"/>
                      </a:schemeClr>
                    </a:solidFill>
                  </a:tcPr>
                </a:tc>
                <a:tc>
                  <a:txBody>
                    <a:bodyPr/>
                    <a:lstStyle/>
                    <a:p>
                      <a:pPr algn="l" rtl="0" fontAlgn="b"/>
                      <a:endParaRPr lang="en-US" sz="1100" b="0" i="0" u="none" strike="noStrike" dirty="0">
                        <a:solidFill>
                          <a:srgbClr val="000000"/>
                        </a:solidFill>
                        <a:effectLst/>
                        <a:latin typeface="Wingdings" panose="05000000000000000000" pitchFamily="2" charset="2"/>
                      </a:endParaRPr>
                    </a:p>
                  </a:txBody>
                  <a:tcPr marL="6350" marR="6350" marT="6350" marB="0" anchor="b">
                    <a:solidFill>
                      <a:srgbClr val="990099"/>
                    </a:solidFill>
                  </a:tcPr>
                </a:tc>
                <a:tc>
                  <a:txBody>
                    <a:bodyPr/>
                    <a:lstStyle/>
                    <a:p>
                      <a:pPr algn="l" rtl="0" fontAlgn="b"/>
                      <a:endParaRPr lang="en-US" sz="1100" b="0" i="0" u="none" strike="noStrike" dirty="0">
                        <a:solidFill>
                          <a:srgbClr val="000000"/>
                        </a:solidFill>
                        <a:effectLst/>
                        <a:latin typeface="Wingdings" panose="05000000000000000000" pitchFamily="2" charset="2"/>
                      </a:endParaRPr>
                    </a:p>
                  </a:txBody>
                  <a:tcPr marL="6350" marR="6350" marT="6350" marB="0" anchor="b">
                    <a:solidFill>
                      <a:srgbClr val="990099"/>
                    </a:solidFill>
                  </a:tcPr>
                </a:tc>
                <a:tc>
                  <a:txBody>
                    <a:bodyPr/>
                    <a:lstStyle/>
                    <a:p>
                      <a:pPr algn="l" rtl="0" fontAlgn="b"/>
                      <a:endParaRPr lang="en-US" sz="1100" b="0" i="0" u="none" strike="noStrike" dirty="0">
                        <a:solidFill>
                          <a:srgbClr val="000000"/>
                        </a:solidFill>
                        <a:effectLst/>
                        <a:latin typeface="Wingdings" panose="05000000000000000000" pitchFamily="2" charset="2"/>
                      </a:endParaRPr>
                    </a:p>
                  </a:txBody>
                  <a:tcPr marL="6350" marR="6350" marT="6350" marB="0" anchor="b">
                    <a:solidFill>
                      <a:schemeClr val="bg1">
                        <a:lumMod val="85000"/>
                      </a:schemeClr>
                    </a:solidFill>
                  </a:tcPr>
                </a:tc>
                <a:tc>
                  <a:txBody>
                    <a:bodyPr/>
                    <a:lstStyle/>
                    <a:p>
                      <a:pPr algn="l" rtl="0" fontAlgn="b"/>
                      <a:endParaRPr lang="en-US" sz="1100" b="0" i="0" u="none" strike="noStrike" dirty="0">
                        <a:solidFill>
                          <a:srgbClr val="990099"/>
                        </a:solidFill>
                        <a:effectLst/>
                        <a:latin typeface="Wingdings" panose="05000000000000000000" pitchFamily="2" charset="2"/>
                      </a:endParaRPr>
                    </a:p>
                  </a:txBody>
                  <a:tcPr marL="6350" marR="6350" marT="6350" marB="0" anchor="b">
                    <a:solidFill>
                      <a:srgbClr val="990099"/>
                    </a:solidFill>
                  </a:tcPr>
                </a:tc>
                <a:tc>
                  <a:txBody>
                    <a:bodyPr/>
                    <a:lstStyle/>
                    <a:p>
                      <a:pPr algn="l" rtl="0" fontAlgn="b"/>
                      <a:endParaRPr lang="en-US" sz="1100" b="0" i="0" u="none" strike="noStrike">
                        <a:solidFill>
                          <a:srgbClr val="000000"/>
                        </a:solidFill>
                        <a:effectLst/>
                        <a:latin typeface="Calibri" panose="020F0502020204030204" pitchFamily="34" charset="0"/>
                      </a:endParaRPr>
                    </a:p>
                  </a:txBody>
                  <a:tcPr marL="6350" marR="6350" marT="6350" marB="0" anchor="b">
                    <a:solidFill>
                      <a:schemeClr val="bg1">
                        <a:lumMod val="85000"/>
                      </a:schemeClr>
                    </a:solidFill>
                  </a:tcPr>
                </a:tc>
                <a:tc>
                  <a:txBody>
                    <a:bodyPr/>
                    <a:lstStyle/>
                    <a:p>
                      <a:pPr algn="l" rtl="0" fontAlgn="b"/>
                      <a:endParaRPr lang="en-US" sz="1100" b="0" i="0" u="none" strike="noStrike">
                        <a:solidFill>
                          <a:srgbClr val="000000"/>
                        </a:solidFill>
                        <a:effectLst/>
                        <a:latin typeface="Calibri" panose="020F0502020204030204" pitchFamily="34" charset="0"/>
                      </a:endParaRPr>
                    </a:p>
                  </a:txBody>
                  <a:tcPr marL="6350" marR="6350" marT="6350" marB="0" anchor="b">
                    <a:solidFill>
                      <a:schemeClr val="bg1">
                        <a:lumMod val="85000"/>
                      </a:schemeClr>
                    </a:solidFill>
                  </a:tcPr>
                </a:tc>
                <a:tc>
                  <a:txBody>
                    <a:bodyPr/>
                    <a:lstStyle/>
                    <a:p>
                      <a:pPr algn="l" rtl="0" fontAlgn="b"/>
                      <a:endParaRPr lang="en-US" sz="1100" b="0" i="0" u="none" strike="noStrike" dirty="0">
                        <a:solidFill>
                          <a:srgbClr val="000000"/>
                        </a:solidFill>
                        <a:effectLst/>
                        <a:latin typeface="Calibri" panose="020F0502020204030204" pitchFamily="34" charset="0"/>
                      </a:endParaRPr>
                    </a:p>
                  </a:txBody>
                  <a:tcPr marL="6350" marR="6350" marT="6350" marB="0" anchor="b">
                    <a:solidFill>
                      <a:srgbClr val="990099"/>
                    </a:solidFill>
                  </a:tcPr>
                </a:tc>
                <a:extLst>
                  <a:ext uri="{0D108BD9-81ED-4DB2-BD59-A6C34878D82A}">
                    <a16:rowId xmlns:a16="http://schemas.microsoft.com/office/drawing/2014/main" val="202507054"/>
                  </a:ext>
                </a:extLst>
              </a:tr>
              <a:tr h="157068">
                <a:tc>
                  <a:txBody>
                    <a:bodyPr/>
                    <a:lstStyle/>
                    <a:p>
                      <a:pPr algn="l" rtl="0" fontAlgn="b"/>
                      <a:r>
                        <a:rPr lang="en-US" sz="1100" b="0" i="0" u="none" strike="noStrike" dirty="0">
                          <a:solidFill>
                            <a:srgbClr val="990099"/>
                          </a:solidFill>
                          <a:effectLst/>
                          <a:latin typeface="Calibri" panose="020F0502020204030204" pitchFamily="34" charset="0"/>
                          <a:cs typeface="+mj-cs"/>
                        </a:rPr>
                        <a:t>smart home</a:t>
                      </a:r>
                    </a:p>
                  </a:txBody>
                  <a:tcPr marL="6350" marR="6350" marT="6350" marB="0" anchor="b">
                    <a:solidFill>
                      <a:schemeClr val="bg1">
                        <a:lumMod val="85000"/>
                      </a:schemeClr>
                    </a:solidFill>
                  </a:tcPr>
                </a:tc>
                <a:tc>
                  <a:txBody>
                    <a:bodyPr/>
                    <a:lstStyle/>
                    <a:p>
                      <a:pPr algn="l" rtl="0" fontAlgn="b"/>
                      <a:endParaRPr lang="en-US" sz="1100" b="0" i="0" u="none" strike="noStrike" dirty="0">
                        <a:solidFill>
                          <a:srgbClr val="000000"/>
                        </a:solidFill>
                        <a:effectLst/>
                        <a:latin typeface="Calibri" panose="020F0502020204030204" pitchFamily="34" charset="0"/>
                      </a:endParaRPr>
                    </a:p>
                  </a:txBody>
                  <a:tcPr marL="6350" marR="6350" marT="6350" marB="0" anchor="b">
                    <a:solidFill>
                      <a:srgbClr val="990099"/>
                    </a:solidFill>
                  </a:tcPr>
                </a:tc>
                <a:tc>
                  <a:txBody>
                    <a:bodyPr/>
                    <a:lstStyle/>
                    <a:p>
                      <a:pPr algn="l" rtl="0" fontAlgn="b"/>
                      <a:endParaRPr lang="en-US" sz="1100" b="0" i="0" u="none" strike="noStrike" dirty="0">
                        <a:solidFill>
                          <a:srgbClr val="000000"/>
                        </a:solidFill>
                        <a:effectLst/>
                        <a:latin typeface="Calibri" panose="020F0502020204030204" pitchFamily="34" charset="0"/>
                      </a:endParaRPr>
                    </a:p>
                  </a:txBody>
                  <a:tcPr marL="6350" marR="6350" marT="6350" marB="0" anchor="b">
                    <a:solidFill>
                      <a:srgbClr val="990099"/>
                    </a:solidFill>
                  </a:tcPr>
                </a:tc>
                <a:tc>
                  <a:txBody>
                    <a:bodyPr/>
                    <a:lstStyle/>
                    <a:p>
                      <a:pPr algn="l" rtl="0" fontAlgn="b"/>
                      <a:endParaRPr lang="en-US" sz="1100" b="0" i="0" u="none" strike="noStrike" dirty="0">
                        <a:solidFill>
                          <a:srgbClr val="000000"/>
                        </a:solidFill>
                        <a:effectLst/>
                        <a:latin typeface="Calibri" panose="020F0502020204030204" pitchFamily="34" charset="0"/>
                      </a:endParaRPr>
                    </a:p>
                  </a:txBody>
                  <a:tcPr marL="6350" marR="6350" marT="6350" marB="0" anchor="b">
                    <a:solidFill>
                      <a:schemeClr val="bg1">
                        <a:lumMod val="85000"/>
                      </a:schemeClr>
                    </a:solidFill>
                  </a:tcPr>
                </a:tc>
                <a:tc>
                  <a:txBody>
                    <a:bodyPr/>
                    <a:lstStyle/>
                    <a:p>
                      <a:pPr algn="l" rtl="0" fontAlgn="b"/>
                      <a:endParaRPr lang="en-US" sz="1100" b="0" i="0" u="none" strike="noStrike" dirty="0">
                        <a:solidFill>
                          <a:srgbClr val="000000"/>
                        </a:solidFill>
                        <a:effectLst/>
                        <a:latin typeface="Calibri" panose="020F0502020204030204" pitchFamily="34" charset="0"/>
                      </a:endParaRPr>
                    </a:p>
                  </a:txBody>
                  <a:tcPr marL="6350" marR="6350" marT="6350" marB="0" anchor="b">
                    <a:solidFill>
                      <a:srgbClr val="990099"/>
                    </a:solidFill>
                  </a:tcPr>
                </a:tc>
                <a:tc>
                  <a:txBody>
                    <a:bodyPr/>
                    <a:lstStyle/>
                    <a:p>
                      <a:pPr algn="l" rtl="0" fontAlgn="b"/>
                      <a:endParaRPr lang="en-US" sz="1100" b="0" i="0" u="none" strike="noStrike" dirty="0">
                        <a:solidFill>
                          <a:srgbClr val="000000"/>
                        </a:solidFill>
                        <a:effectLst/>
                        <a:latin typeface="Calibri" panose="020F0502020204030204" pitchFamily="34" charset="0"/>
                      </a:endParaRPr>
                    </a:p>
                  </a:txBody>
                  <a:tcPr marL="6350" marR="6350" marT="6350" marB="0" anchor="b">
                    <a:solidFill>
                      <a:srgbClr val="990099"/>
                    </a:solidFill>
                  </a:tcPr>
                </a:tc>
                <a:tc>
                  <a:txBody>
                    <a:bodyPr/>
                    <a:lstStyle/>
                    <a:p>
                      <a:pPr algn="l" rtl="0" fontAlgn="b"/>
                      <a:endParaRPr lang="en-US" sz="1100" b="0" i="0" u="none" strike="noStrike" dirty="0">
                        <a:solidFill>
                          <a:srgbClr val="000000"/>
                        </a:solidFill>
                        <a:effectLst/>
                        <a:latin typeface="Wingdings" panose="05000000000000000000" pitchFamily="2" charset="2"/>
                      </a:endParaRPr>
                    </a:p>
                  </a:txBody>
                  <a:tcPr marL="6350" marR="6350" marT="6350" marB="0" anchor="b">
                    <a:solidFill>
                      <a:schemeClr val="bg1">
                        <a:lumMod val="85000"/>
                      </a:schemeClr>
                    </a:solidFill>
                  </a:tcPr>
                </a:tc>
                <a:tc>
                  <a:txBody>
                    <a:bodyPr/>
                    <a:lstStyle/>
                    <a:p>
                      <a:pPr algn="l" rtl="0" fontAlgn="b"/>
                      <a:endParaRPr lang="en-US" sz="1100" b="0" i="0" u="none" strike="noStrike" dirty="0">
                        <a:solidFill>
                          <a:srgbClr val="000000"/>
                        </a:solidFill>
                        <a:effectLst/>
                        <a:latin typeface="Wingdings" panose="05000000000000000000" pitchFamily="2" charset="2"/>
                      </a:endParaRPr>
                    </a:p>
                  </a:txBody>
                  <a:tcPr marL="6350" marR="6350" marT="6350" marB="0" anchor="b">
                    <a:solidFill>
                      <a:srgbClr val="990099"/>
                    </a:solidFill>
                  </a:tcPr>
                </a:tc>
                <a:tc>
                  <a:txBody>
                    <a:bodyPr/>
                    <a:lstStyle/>
                    <a:p>
                      <a:pPr algn="l" rtl="0" fontAlgn="b"/>
                      <a:endParaRPr lang="en-US" sz="1100" b="0" i="0" u="none" strike="noStrike" dirty="0">
                        <a:solidFill>
                          <a:srgbClr val="000000"/>
                        </a:solidFill>
                        <a:effectLst/>
                        <a:latin typeface="Wingdings" panose="05000000000000000000" pitchFamily="2" charset="2"/>
                      </a:endParaRPr>
                    </a:p>
                  </a:txBody>
                  <a:tcPr marL="6350" marR="6350" marT="6350" marB="0" anchor="b">
                    <a:solidFill>
                      <a:srgbClr val="990099"/>
                    </a:solidFill>
                  </a:tcPr>
                </a:tc>
                <a:tc>
                  <a:txBody>
                    <a:bodyPr/>
                    <a:lstStyle/>
                    <a:p>
                      <a:pPr algn="l" rtl="0" fontAlgn="b"/>
                      <a:endParaRPr lang="en-US" sz="1100" b="0" i="0" u="none" strike="noStrike">
                        <a:solidFill>
                          <a:srgbClr val="000000"/>
                        </a:solidFill>
                        <a:effectLst/>
                        <a:latin typeface="Wingdings" panose="05000000000000000000" pitchFamily="2" charset="2"/>
                      </a:endParaRPr>
                    </a:p>
                  </a:txBody>
                  <a:tcPr marL="6350" marR="6350" marT="6350" marB="0" anchor="b">
                    <a:solidFill>
                      <a:schemeClr val="bg1">
                        <a:lumMod val="85000"/>
                      </a:schemeClr>
                    </a:solidFill>
                  </a:tcPr>
                </a:tc>
                <a:tc>
                  <a:txBody>
                    <a:bodyPr/>
                    <a:lstStyle/>
                    <a:p>
                      <a:pPr algn="l" rtl="0" fontAlgn="b"/>
                      <a:endParaRPr lang="en-US" sz="1100" b="0" i="0" u="none" strike="noStrike" dirty="0">
                        <a:solidFill>
                          <a:srgbClr val="990099"/>
                        </a:solidFill>
                        <a:effectLst/>
                        <a:latin typeface="Wingdings" panose="05000000000000000000" pitchFamily="2" charset="2"/>
                      </a:endParaRPr>
                    </a:p>
                  </a:txBody>
                  <a:tcPr marL="6350" marR="6350" marT="6350" marB="0" anchor="b">
                    <a:solidFill>
                      <a:srgbClr val="990099"/>
                    </a:solidFill>
                  </a:tcPr>
                </a:tc>
                <a:tc>
                  <a:txBody>
                    <a:bodyPr/>
                    <a:lstStyle/>
                    <a:p>
                      <a:pPr algn="l" rtl="0" fontAlgn="b"/>
                      <a:endParaRPr lang="en-US" sz="1100" b="0" i="0" u="none" strike="noStrike">
                        <a:solidFill>
                          <a:srgbClr val="000000"/>
                        </a:solidFill>
                        <a:effectLst/>
                        <a:latin typeface="Calibri" panose="020F0502020204030204" pitchFamily="34" charset="0"/>
                      </a:endParaRPr>
                    </a:p>
                  </a:txBody>
                  <a:tcPr marL="6350" marR="6350" marT="6350" marB="0" anchor="b">
                    <a:solidFill>
                      <a:schemeClr val="bg1">
                        <a:lumMod val="85000"/>
                      </a:schemeClr>
                    </a:solidFill>
                  </a:tcPr>
                </a:tc>
                <a:tc>
                  <a:txBody>
                    <a:bodyPr/>
                    <a:lstStyle/>
                    <a:p>
                      <a:pPr algn="l" rtl="0" fontAlgn="b"/>
                      <a:endParaRPr lang="en-US" sz="1100" b="0" i="0" u="none" strike="noStrike">
                        <a:solidFill>
                          <a:srgbClr val="000000"/>
                        </a:solidFill>
                        <a:effectLst/>
                        <a:latin typeface="Calibri" panose="020F0502020204030204" pitchFamily="34" charset="0"/>
                      </a:endParaRPr>
                    </a:p>
                  </a:txBody>
                  <a:tcPr marL="6350" marR="6350" marT="6350" marB="0" anchor="b">
                    <a:solidFill>
                      <a:schemeClr val="bg1">
                        <a:lumMod val="85000"/>
                      </a:schemeClr>
                    </a:solidFill>
                  </a:tcPr>
                </a:tc>
                <a:tc>
                  <a:txBody>
                    <a:bodyPr/>
                    <a:lstStyle/>
                    <a:p>
                      <a:pPr algn="l" rtl="0" fontAlgn="b"/>
                      <a:endParaRPr lang="en-US" sz="1100" b="0" i="0" u="none" strike="noStrike" dirty="0">
                        <a:solidFill>
                          <a:srgbClr val="000000"/>
                        </a:solidFill>
                        <a:effectLst/>
                        <a:latin typeface="Calibri" panose="020F0502020204030204" pitchFamily="34" charset="0"/>
                      </a:endParaRPr>
                    </a:p>
                  </a:txBody>
                  <a:tcPr marL="6350" marR="6350" marT="6350" marB="0" anchor="b">
                    <a:solidFill>
                      <a:schemeClr val="bg1">
                        <a:lumMod val="85000"/>
                      </a:schemeClr>
                    </a:solidFill>
                  </a:tcPr>
                </a:tc>
                <a:extLst>
                  <a:ext uri="{0D108BD9-81ED-4DB2-BD59-A6C34878D82A}">
                    <a16:rowId xmlns:a16="http://schemas.microsoft.com/office/drawing/2014/main" val="2595054873"/>
                  </a:ext>
                </a:extLst>
              </a:tr>
              <a:tr h="157068">
                <a:tc gridSpan="2">
                  <a:txBody>
                    <a:bodyPr/>
                    <a:lstStyle/>
                    <a:p>
                      <a:pPr algn="r" rtl="1" fontAlgn="b"/>
                      <a:r>
                        <a:rPr lang="ar-LY" sz="1100" b="0" i="0" u="none" strike="noStrike" dirty="0">
                          <a:solidFill>
                            <a:srgbClr val="990099"/>
                          </a:solidFill>
                          <a:effectLst/>
                          <a:latin typeface="Calibri" panose="020F0502020204030204" pitchFamily="34" charset="0"/>
                          <a:cs typeface="+mj-cs"/>
                        </a:rPr>
                        <a:t>تشغيل مركز الاتصال</a:t>
                      </a:r>
                    </a:p>
                  </a:txBody>
                  <a:tcPr marL="6350" marR="6350" marT="6350" marB="0" anchor="b">
                    <a:solidFill>
                      <a:schemeClr val="bg1">
                        <a:lumMod val="85000"/>
                      </a:schemeClr>
                    </a:solidFill>
                  </a:tcPr>
                </a:tc>
                <a:tc hMerge="1">
                  <a:txBody>
                    <a:bodyPr/>
                    <a:lstStyle/>
                    <a:p>
                      <a:endParaRPr lang="en-US"/>
                    </a:p>
                  </a:txBody>
                  <a:tcPr>
                    <a:solidFill>
                      <a:schemeClr val="bg1">
                        <a:lumMod val="85000"/>
                      </a:schemeClr>
                    </a:solidFill>
                  </a:tcPr>
                </a:tc>
                <a:tc>
                  <a:txBody>
                    <a:bodyPr/>
                    <a:lstStyle/>
                    <a:p>
                      <a:pPr algn="l" rtl="0" fontAlgn="b"/>
                      <a:endParaRPr lang="en-US" sz="1100" b="0" i="0" u="none" strike="noStrike">
                        <a:solidFill>
                          <a:srgbClr val="000000"/>
                        </a:solidFill>
                        <a:effectLst/>
                        <a:latin typeface="Calibri" panose="020F0502020204030204" pitchFamily="34" charset="0"/>
                      </a:endParaRPr>
                    </a:p>
                  </a:txBody>
                  <a:tcPr marL="6350" marR="6350" marT="6350" marB="0" anchor="b">
                    <a:solidFill>
                      <a:schemeClr val="bg1">
                        <a:lumMod val="85000"/>
                      </a:schemeClr>
                    </a:solidFill>
                  </a:tcPr>
                </a:tc>
                <a:tc>
                  <a:txBody>
                    <a:bodyPr/>
                    <a:lstStyle/>
                    <a:p>
                      <a:pPr algn="l" rtl="0" fontAlgn="b"/>
                      <a:endParaRPr lang="en-US" sz="1100" b="0" i="0" u="none" strike="noStrike">
                        <a:solidFill>
                          <a:srgbClr val="000000"/>
                        </a:solidFill>
                        <a:effectLst/>
                        <a:latin typeface="Calibri" panose="020F0502020204030204" pitchFamily="34" charset="0"/>
                      </a:endParaRPr>
                    </a:p>
                  </a:txBody>
                  <a:tcPr marL="6350" marR="6350" marT="6350" marB="0" anchor="b">
                    <a:solidFill>
                      <a:schemeClr val="bg1">
                        <a:lumMod val="85000"/>
                      </a:schemeClr>
                    </a:solidFill>
                  </a:tcPr>
                </a:tc>
                <a:tc>
                  <a:txBody>
                    <a:bodyPr/>
                    <a:lstStyle/>
                    <a:p>
                      <a:pPr algn="l" rtl="0" fontAlgn="b"/>
                      <a:endParaRPr lang="en-US" sz="1100" b="0" i="0" u="none" strike="noStrike">
                        <a:solidFill>
                          <a:srgbClr val="000000"/>
                        </a:solidFill>
                        <a:effectLst/>
                        <a:latin typeface="Calibri" panose="020F0502020204030204" pitchFamily="34" charset="0"/>
                      </a:endParaRPr>
                    </a:p>
                  </a:txBody>
                  <a:tcPr marL="6350" marR="6350" marT="6350" marB="0" anchor="b">
                    <a:solidFill>
                      <a:schemeClr val="bg1">
                        <a:lumMod val="85000"/>
                      </a:schemeClr>
                    </a:solidFill>
                  </a:tcPr>
                </a:tc>
                <a:tc>
                  <a:txBody>
                    <a:bodyPr/>
                    <a:lstStyle/>
                    <a:p>
                      <a:pPr algn="r" rtl="1" fontAlgn="b"/>
                      <a:endParaRPr lang="ar-LY" sz="1100" b="0" i="0" u="none" strike="noStrike" dirty="0">
                        <a:solidFill>
                          <a:srgbClr val="000000"/>
                        </a:solidFill>
                        <a:effectLst/>
                        <a:latin typeface="Calibri" panose="020F0502020204030204" pitchFamily="34" charset="0"/>
                      </a:endParaRPr>
                    </a:p>
                  </a:txBody>
                  <a:tcPr marL="6350" marR="6350" marT="6350" marB="0" anchor="b">
                    <a:solidFill>
                      <a:schemeClr val="bg1">
                        <a:lumMod val="85000"/>
                      </a:schemeClr>
                    </a:solidFill>
                  </a:tcPr>
                </a:tc>
                <a:tc>
                  <a:txBody>
                    <a:bodyPr/>
                    <a:lstStyle/>
                    <a:p>
                      <a:pPr algn="l" rtl="0" fontAlgn="b"/>
                      <a:endParaRPr lang="en-US" sz="1100" b="0" i="0" u="none" strike="noStrike" dirty="0">
                        <a:solidFill>
                          <a:srgbClr val="000000"/>
                        </a:solidFill>
                        <a:effectLst/>
                        <a:latin typeface="Wingdings" panose="05000000000000000000" pitchFamily="2" charset="2"/>
                      </a:endParaRPr>
                    </a:p>
                  </a:txBody>
                  <a:tcPr marL="6350" marR="6350" marT="6350" marB="0" anchor="b">
                    <a:solidFill>
                      <a:schemeClr val="bg1">
                        <a:lumMod val="85000"/>
                      </a:schemeClr>
                    </a:solidFill>
                  </a:tcPr>
                </a:tc>
                <a:tc>
                  <a:txBody>
                    <a:bodyPr/>
                    <a:lstStyle/>
                    <a:p>
                      <a:pPr algn="l" rtl="0" fontAlgn="b"/>
                      <a:endParaRPr lang="en-US" sz="1100" b="0" i="0" u="none" strike="noStrike" dirty="0">
                        <a:solidFill>
                          <a:srgbClr val="000000"/>
                        </a:solidFill>
                        <a:effectLst/>
                        <a:latin typeface="Wingdings" panose="05000000000000000000" pitchFamily="2" charset="2"/>
                      </a:endParaRPr>
                    </a:p>
                  </a:txBody>
                  <a:tcPr marL="6350" marR="6350" marT="6350" marB="0" anchor="b">
                    <a:solidFill>
                      <a:schemeClr val="bg1">
                        <a:lumMod val="85000"/>
                      </a:schemeClr>
                    </a:solidFill>
                  </a:tcPr>
                </a:tc>
                <a:tc>
                  <a:txBody>
                    <a:bodyPr/>
                    <a:lstStyle/>
                    <a:p>
                      <a:pPr algn="l" rtl="0" fontAlgn="b"/>
                      <a:endParaRPr lang="en-US" sz="1100" b="0" i="0" u="none" strike="noStrike" dirty="0">
                        <a:solidFill>
                          <a:srgbClr val="000000"/>
                        </a:solidFill>
                        <a:effectLst/>
                        <a:latin typeface="Wingdings" panose="05000000000000000000" pitchFamily="2" charset="2"/>
                      </a:endParaRPr>
                    </a:p>
                  </a:txBody>
                  <a:tcPr marL="6350" marR="6350" marT="6350" marB="0" anchor="b">
                    <a:solidFill>
                      <a:schemeClr val="bg1">
                        <a:lumMod val="85000"/>
                      </a:schemeClr>
                    </a:solidFill>
                  </a:tcPr>
                </a:tc>
                <a:tc>
                  <a:txBody>
                    <a:bodyPr/>
                    <a:lstStyle/>
                    <a:p>
                      <a:pPr algn="l" rtl="0" fontAlgn="b"/>
                      <a:endParaRPr lang="en-US" sz="1100" b="0" i="0" u="none" strike="noStrike">
                        <a:solidFill>
                          <a:srgbClr val="000000"/>
                        </a:solidFill>
                        <a:effectLst/>
                        <a:latin typeface="Wingdings" panose="05000000000000000000" pitchFamily="2" charset="2"/>
                      </a:endParaRPr>
                    </a:p>
                  </a:txBody>
                  <a:tcPr marL="6350" marR="6350" marT="6350" marB="0" anchor="b">
                    <a:solidFill>
                      <a:schemeClr val="bg1">
                        <a:lumMod val="85000"/>
                      </a:schemeClr>
                    </a:solidFill>
                  </a:tcPr>
                </a:tc>
                <a:tc>
                  <a:txBody>
                    <a:bodyPr/>
                    <a:lstStyle/>
                    <a:p>
                      <a:pPr algn="l" rtl="0" fontAlgn="b"/>
                      <a:endParaRPr lang="en-US" sz="1100" b="0" i="0" u="none" strike="noStrike" dirty="0">
                        <a:solidFill>
                          <a:srgbClr val="990099"/>
                        </a:solidFill>
                        <a:effectLst/>
                        <a:latin typeface="Wingdings" panose="05000000000000000000" pitchFamily="2" charset="2"/>
                      </a:endParaRPr>
                    </a:p>
                  </a:txBody>
                  <a:tcPr marL="6350" marR="6350" marT="6350" marB="0" anchor="b">
                    <a:solidFill>
                      <a:srgbClr val="990099"/>
                    </a:solidFill>
                  </a:tcPr>
                </a:tc>
                <a:tc>
                  <a:txBody>
                    <a:bodyPr/>
                    <a:lstStyle/>
                    <a:p>
                      <a:pPr algn="l" rtl="0" fontAlgn="b"/>
                      <a:endParaRPr lang="en-US" sz="1100" b="0" i="0" u="none" strike="noStrike" dirty="0">
                        <a:solidFill>
                          <a:srgbClr val="000000"/>
                        </a:solidFill>
                        <a:effectLst/>
                        <a:latin typeface="Calibri" panose="020F0502020204030204" pitchFamily="34" charset="0"/>
                      </a:endParaRPr>
                    </a:p>
                  </a:txBody>
                  <a:tcPr marL="6350" marR="6350" marT="6350" marB="0" anchor="b">
                    <a:solidFill>
                      <a:srgbClr val="990099"/>
                    </a:solidFill>
                  </a:tcPr>
                </a:tc>
                <a:tc>
                  <a:txBody>
                    <a:bodyPr/>
                    <a:lstStyle/>
                    <a:p>
                      <a:pPr algn="l" rtl="0" fontAlgn="b"/>
                      <a:endParaRPr lang="en-US" sz="1100" b="0" i="0" u="none" strike="noStrike" dirty="0">
                        <a:solidFill>
                          <a:srgbClr val="000000"/>
                        </a:solidFill>
                        <a:effectLst/>
                        <a:latin typeface="Calibri" panose="020F0502020204030204" pitchFamily="34" charset="0"/>
                      </a:endParaRPr>
                    </a:p>
                  </a:txBody>
                  <a:tcPr marL="6350" marR="6350" marT="6350" marB="0" anchor="b">
                    <a:solidFill>
                      <a:srgbClr val="990099"/>
                    </a:solidFill>
                  </a:tcPr>
                </a:tc>
                <a:tc>
                  <a:txBody>
                    <a:bodyPr/>
                    <a:lstStyle/>
                    <a:p>
                      <a:pPr algn="l" rtl="0" fontAlgn="b"/>
                      <a:endParaRPr lang="en-US" sz="1100" b="0" i="0" u="none" strike="noStrike" dirty="0">
                        <a:solidFill>
                          <a:srgbClr val="000000"/>
                        </a:solidFill>
                        <a:effectLst/>
                        <a:latin typeface="Calibri" panose="020F0502020204030204" pitchFamily="34" charset="0"/>
                      </a:endParaRPr>
                    </a:p>
                  </a:txBody>
                  <a:tcPr marL="6350" marR="6350" marT="6350" marB="0" anchor="b">
                    <a:solidFill>
                      <a:schemeClr val="bg1">
                        <a:lumMod val="85000"/>
                      </a:schemeClr>
                    </a:solidFill>
                  </a:tcPr>
                </a:tc>
                <a:extLst>
                  <a:ext uri="{0D108BD9-81ED-4DB2-BD59-A6C34878D82A}">
                    <a16:rowId xmlns:a16="http://schemas.microsoft.com/office/drawing/2014/main" val="2774968243"/>
                  </a:ext>
                </a:extLst>
              </a:tr>
            </a:tbl>
          </a:graphicData>
        </a:graphic>
      </p:graphicFrame>
      <p:sp>
        <p:nvSpPr>
          <p:cNvPr id="3" name="Title 1">
            <a:extLst>
              <a:ext uri="{FF2B5EF4-FFF2-40B4-BE49-F238E27FC236}">
                <a16:creationId xmlns:a16="http://schemas.microsoft.com/office/drawing/2014/main" id="{BC1DD3EB-E147-0293-6362-34402C75A5B2}"/>
              </a:ext>
            </a:extLst>
          </p:cNvPr>
          <p:cNvSpPr txBox="1">
            <a:spLocks/>
          </p:cNvSpPr>
          <p:nvPr/>
        </p:nvSpPr>
        <p:spPr>
          <a:xfrm>
            <a:off x="571912" y="228929"/>
            <a:ext cx="11353800" cy="743905"/>
          </a:xfrm>
          <a:prstGeom prst="rect">
            <a:avLst/>
          </a:prstGeom>
        </p:spPr>
        <p:txBody>
          <a:bodyPr>
            <a:normAutofit/>
          </a:bodyPr>
          <a:lstStyle>
            <a:lvl1pPr algn="r" defTabSz="914400" rtl="1" eaLnBrk="1" latinLnBrk="0" hangingPunct="1">
              <a:lnSpc>
                <a:spcPct val="90000"/>
              </a:lnSpc>
              <a:spcBef>
                <a:spcPct val="0"/>
              </a:spcBef>
              <a:buNone/>
              <a:defRPr sz="4400" kern="1200">
                <a:solidFill>
                  <a:srgbClr val="92278F"/>
                </a:solidFill>
                <a:latin typeface="+mj-lt"/>
                <a:ea typeface="+mj-ea"/>
                <a:cs typeface="+mj-cs"/>
              </a:defRPr>
            </a:lvl1pPr>
          </a:lstStyle>
          <a:p>
            <a:pPr marL="0" marR="0" lvl="0" indent="0" algn="r" defTabSz="914400" rtl="1" eaLnBrk="1" fontAlgn="auto" latinLnBrk="0" hangingPunct="1">
              <a:lnSpc>
                <a:spcPct val="90000"/>
              </a:lnSpc>
              <a:spcBef>
                <a:spcPct val="0"/>
              </a:spcBef>
              <a:spcAft>
                <a:spcPts val="0"/>
              </a:spcAft>
              <a:buClrTx/>
              <a:buSzTx/>
              <a:buFontTx/>
              <a:buNone/>
              <a:tabLst/>
              <a:defRPr/>
            </a:pPr>
            <a:r>
              <a:rPr kumimoji="0" lang="ar-LY" sz="4400" b="0" i="0" u="none" strike="noStrike" kern="1200" cap="none" spc="0" normalizeH="0" baseline="0" noProof="0" dirty="0">
                <a:ln>
                  <a:noFill/>
                </a:ln>
                <a:solidFill>
                  <a:prstClr val="white"/>
                </a:solidFill>
                <a:effectLst/>
                <a:uLnTx/>
                <a:uFillTx/>
                <a:latin typeface="Ubuntu Medium"/>
                <a:ea typeface="+mj-ea"/>
                <a:cs typeface="Tajawal ExtraBold"/>
              </a:rPr>
              <a:t>شراكات واتفاقيات</a:t>
            </a:r>
            <a:endParaRPr kumimoji="0" lang="en-US" sz="4400" b="0" i="0" u="none" strike="noStrike" kern="1200" cap="none" spc="0" normalizeH="0" baseline="0" noProof="0" dirty="0">
              <a:ln>
                <a:noFill/>
              </a:ln>
              <a:solidFill>
                <a:prstClr val="white"/>
              </a:solidFill>
              <a:effectLst/>
              <a:uLnTx/>
              <a:uFillTx/>
              <a:latin typeface="Ubuntu Medium"/>
              <a:ea typeface="+mj-ea"/>
              <a:cs typeface="Tajawal ExtraBold"/>
            </a:endParaRPr>
          </a:p>
        </p:txBody>
      </p:sp>
    </p:spTree>
    <p:extLst>
      <p:ext uri="{BB962C8B-B14F-4D97-AF65-F5344CB8AC3E}">
        <p14:creationId xmlns:p14="http://schemas.microsoft.com/office/powerpoint/2010/main" val="410601656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1" imgH="423" progId="TCLayout.ActiveDocument.1">
                  <p:embed/>
                </p:oleObj>
              </mc:Choice>
              <mc:Fallback>
                <p:oleObj name="think-cell Slide" r:id="rId3" imgW="421" imgH="423" progId="TCLayout.ActiveDocument.1">
                  <p:embed/>
                  <p:pic>
                    <p:nvPicPr>
                      <p:cNvPr id="6" name="Object 5"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Title 1"/>
          <p:cNvSpPr txBox="1">
            <a:spLocks/>
          </p:cNvSpPr>
          <p:nvPr/>
        </p:nvSpPr>
        <p:spPr>
          <a:xfrm>
            <a:off x="444137" y="4156279"/>
            <a:ext cx="7600528" cy="1302340"/>
          </a:xfrm>
          <a:prstGeom prst="rect">
            <a:avLst/>
          </a:prstGeom>
        </p:spPr>
        <p:txBody>
          <a:bodyPr vert="horz" lIns="91440" tIns="45720" rIns="91440" bIns="45720" rtlCol="0" anchor="b">
            <a:normAutofit fontScale="92500" lnSpcReduction="10000"/>
          </a:bodyPr>
          <a:lstStyle>
            <a:lvl1pPr algn="ctr" defTabSz="914400" rtl="1" eaLnBrk="1" latinLnBrk="0" hangingPunct="1">
              <a:lnSpc>
                <a:spcPct val="90000"/>
              </a:lnSpc>
              <a:spcBef>
                <a:spcPct val="0"/>
              </a:spcBef>
              <a:buNone/>
              <a:defRPr sz="6000" kern="1200">
                <a:solidFill>
                  <a:srgbClr val="92278F"/>
                </a:solidFill>
                <a:latin typeface="+mj-lt"/>
                <a:ea typeface="+mj-ea"/>
                <a:cs typeface="+mj-cs"/>
              </a:defRPr>
            </a:lvl1pPr>
          </a:lstStyle>
          <a:p>
            <a:r>
              <a:rPr lang="ar-LY" sz="5200" dirty="0"/>
              <a:t>الخطة التنفيذية </a:t>
            </a:r>
            <a:r>
              <a:rPr lang="ar-LY" sz="5200" dirty="0" err="1"/>
              <a:t>لمشتهدفات</a:t>
            </a:r>
            <a:r>
              <a:rPr lang="ar-LY" sz="5200" dirty="0"/>
              <a:t> 2024</a:t>
            </a:r>
          </a:p>
        </p:txBody>
      </p:sp>
      <p:sp>
        <p:nvSpPr>
          <p:cNvPr id="5" name="Subtitle 2"/>
          <p:cNvSpPr txBox="1">
            <a:spLocks/>
          </p:cNvSpPr>
          <p:nvPr/>
        </p:nvSpPr>
        <p:spPr>
          <a:xfrm>
            <a:off x="661851" y="5143455"/>
            <a:ext cx="3139440" cy="630328"/>
          </a:xfrm>
          <a:prstGeom prst="rect">
            <a:avLst/>
          </a:prstGeom>
        </p:spPr>
        <p:txBody>
          <a:bodyPr vert="horz" lIns="91440" tIns="45720" rIns="91440" bIns="45720" rtlCol="0">
            <a:normAutofit/>
          </a:bodyPr>
          <a:lstStyle>
            <a:lvl1pPr marL="0" indent="0" algn="ctr" defTabSz="914400" rtl="1"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1"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1"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1"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1"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ar-LY" sz="3600" b="1" dirty="0"/>
              <a:t>مرفق ملف </a:t>
            </a:r>
            <a:r>
              <a:rPr lang="en-US" sz="3600" b="1" dirty="0"/>
              <a:t>excel</a:t>
            </a:r>
          </a:p>
        </p:txBody>
      </p:sp>
    </p:spTree>
    <p:extLst>
      <p:ext uri="{BB962C8B-B14F-4D97-AF65-F5344CB8AC3E}">
        <p14:creationId xmlns:p14="http://schemas.microsoft.com/office/powerpoint/2010/main" val="290521723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1" imgH="423" progId="TCLayout.ActiveDocument.1">
                  <p:embed/>
                </p:oleObj>
              </mc:Choice>
              <mc:Fallback>
                <p:oleObj name="think-cell Slide" r:id="rId3" imgW="421" imgH="423" progId="TCLayout.ActiveDocument.1">
                  <p:embed/>
                  <p:pic>
                    <p:nvPicPr>
                      <p:cNvPr id="6" name="Object 5"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Title 1"/>
          <p:cNvSpPr txBox="1">
            <a:spLocks/>
          </p:cNvSpPr>
          <p:nvPr/>
        </p:nvSpPr>
        <p:spPr>
          <a:xfrm>
            <a:off x="420282" y="3429000"/>
            <a:ext cx="9598361" cy="1714455"/>
          </a:xfrm>
          <a:prstGeom prst="rect">
            <a:avLst/>
          </a:prstGeom>
        </p:spPr>
        <p:txBody>
          <a:bodyPr vert="horz" lIns="91440" tIns="45720" rIns="91440" bIns="45720" rtlCol="0" anchor="b">
            <a:normAutofit/>
          </a:bodyPr>
          <a:lstStyle>
            <a:lvl1pPr algn="ctr" defTabSz="914400" rtl="1" eaLnBrk="1" latinLnBrk="0" hangingPunct="1">
              <a:lnSpc>
                <a:spcPct val="90000"/>
              </a:lnSpc>
              <a:spcBef>
                <a:spcPct val="0"/>
              </a:spcBef>
              <a:buNone/>
              <a:defRPr sz="6000" kern="1200">
                <a:solidFill>
                  <a:srgbClr val="92278F"/>
                </a:solidFill>
                <a:latin typeface="+mj-lt"/>
                <a:ea typeface="+mj-ea"/>
                <a:cs typeface="+mj-cs"/>
              </a:defRPr>
            </a:lvl1pPr>
          </a:lstStyle>
          <a:p>
            <a:pPr algn="l"/>
            <a:r>
              <a:rPr lang="ar-LY" sz="4000" dirty="0"/>
              <a:t>بطاقات المبادرات </a:t>
            </a:r>
          </a:p>
          <a:p>
            <a:pPr algn="l"/>
            <a:r>
              <a:rPr lang="ar-LY" sz="4000" dirty="0"/>
              <a:t>مشاريع-منتجات-خدمات وعروض-شراكات</a:t>
            </a:r>
          </a:p>
        </p:txBody>
      </p:sp>
      <p:sp>
        <p:nvSpPr>
          <p:cNvPr id="5" name="Subtitle 2"/>
          <p:cNvSpPr txBox="1">
            <a:spLocks/>
          </p:cNvSpPr>
          <p:nvPr/>
        </p:nvSpPr>
        <p:spPr>
          <a:xfrm>
            <a:off x="661851" y="5143455"/>
            <a:ext cx="3139440" cy="630328"/>
          </a:xfrm>
          <a:prstGeom prst="rect">
            <a:avLst/>
          </a:prstGeom>
        </p:spPr>
        <p:txBody>
          <a:bodyPr vert="horz" lIns="91440" tIns="45720" rIns="91440" bIns="45720" rtlCol="0">
            <a:normAutofit/>
          </a:bodyPr>
          <a:lstStyle>
            <a:lvl1pPr marL="0" indent="0" algn="ctr" defTabSz="914400" rtl="1"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1"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1"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1"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1"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en-US" sz="3600" b="1" dirty="0"/>
          </a:p>
        </p:txBody>
      </p:sp>
    </p:spTree>
    <p:extLst>
      <p:ext uri="{BB962C8B-B14F-4D97-AF65-F5344CB8AC3E}">
        <p14:creationId xmlns:p14="http://schemas.microsoft.com/office/powerpoint/2010/main" val="355801120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5F4CC856-BB65-B695-BDB1-7AA03FC40137}"/>
              </a:ext>
            </a:extLst>
          </p:cNvPr>
          <p:cNvSpPr>
            <a:spLocks noGrp="1"/>
          </p:cNvSpPr>
          <p:nvPr>
            <p:ph type="dt" sz="half" idx="10"/>
          </p:nvPr>
        </p:nvSpPr>
        <p:spPr/>
        <p:txBody>
          <a:bodyPr/>
          <a:lstStyle/>
          <a:p>
            <a:fld id="{95A976C5-042F-4F2F-B0E6-E9296BA89F2F}" type="datetime4">
              <a:rPr lang="en-US" smtClean="0"/>
              <a:t>November 16, 2023</a:t>
            </a:fld>
            <a:endParaRPr lang="en-US" dirty="0"/>
          </a:p>
        </p:txBody>
      </p:sp>
      <p:sp>
        <p:nvSpPr>
          <p:cNvPr id="5" name="Footer Placeholder 4">
            <a:extLst>
              <a:ext uri="{FF2B5EF4-FFF2-40B4-BE49-F238E27FC236}">
                <a16:creationId xmlns:a16="http://schemas.microsoft.com/office/drawing/2014/main" id="{D1479458-A9B8-8C8A-BB7C-31457793FF12}"/>
              </a:ext>
            </a:extLst>
          </p:cNvPr>
          <p:cNvSpPr>
            <a:spLocks noGrp="1"/>
          </p:cNvSpPr>
          <p:nvPr>
            <p:ph type="ftr" sz="quarter" idx="11"/>
          </p:nvPr>
        </p:nvSpPr>
        <p:spPr/>
        <p:txBody>
          <a:bodyPr/>
          <a:lstStyle/>
          <a:p>
            <a:r>
              <a:rPr lang="ar-LY"/>
              <a:t>الخطة التجارية 2023</a:t>
            </a:r>
            <a:endParaRPr lang="en-US" dirty="0"/>
          </a:p>
        </p:txBody>
      </p:sp>
      <p:sp>
        <p:nvSpPr>
          <p:cNvPr id="6" name="Slide Number Placeholder 5">
            <a:extLst>
              <a:ext uri="{FF2B5EF4-FFF2-40B4-BE49-F238E27FC236}">
                <a16:creationId xmlns:a16="http://schemas.microsoft.com/office/drawing/2014/main" id="{D89E94D8-774A-A209-57F8-3FDAA7F78FF5}"/>
              </a:ext>
            </a:extLst>
          </p:cNvPr>
          <p:cNvSpPr>
            <a:spLocks noGrp="1"/>
          </p:cNvSpPr>
          <p:nvPr>
            <p:ph type="sldNum" sz="quarter" idx="12"/>
          </p:nvPr>
        </p:nvSpPr>
        <p:spPr/>
        <p:txBody>
          <a:bodyPr/>
          <a:lstStyle/>
          <a:p>
            <a:fld id="{12D7B28B-DC80-4E46-95D7-53BDE8C7F925}" type="slidenum">
              <a:rPr lang="en-US" smtClean="0"/>
              <a:t>33</a:t>
            </a:fld>
            <a:endParaRPr lang="en-US" dirty="0"/>
          </a:p>
        </p:txBody>
      </p:sp>
      <p:graphicFrame>
        <p:nvGraphicFramePr>
          <p:cNvPr id="2" name="Table 1">
            <a:extLst>
              <a:ext uri="{FF2B5EF4-FFF2-40B4-BE49-F238E27FC236}">
                <a16:creationId xmlns:a16="http://schemas.microsoft.com/office/drawing/2014/main" id="{3B6C2F29-E3A4-42B6-A5D3-4BA8A1DDA859}"/>
              </a:ext>
            </a:extLst>
          </p:cNvPr>
          <p:cNvGraphicFramePr>
            <a:graphicFrameLocks noGrp="1"/>
          </p:cNvGraphicFramePr>
          <p:nvPr>
            <p:extLst>
              <p:ext uri="{D42A27DB-BD31-4B8C-83A1-F6EECF244321}">
                <p14:modId xmlns:p14="http://schemas.microsoft.com/office/powerpoint/2010/main" val="64675122"/>
              </p:ext>
            </p:extLst>
          </p:nvPr>
        </p:nvGraphicFramePr>
        <p:xfrm>
          <a:off x="330193" y="918836"/>
          <a:ext cx="11531614" cy="380431"/>
        </p:xfrm>
        <a:graphic>
          <a:graphicData uri="http://schemas.openxmlformats.org/drawingml/2006/table">
            <a:tbl>
              <a:tblPr>
                <a:tableStyleId>{5C22544A-7EE6-4342-B048-85BDC9FD1C3A}</a:tableStyleId>
              </a:tblPr>
              <a:tblGrid>
                <a:gridCol w="1248357">
                  <a:extLst>
                    <a:ext uri="{9D8B030D-6E8A-4147-A177-3AD203B41FA5}">
                      <a16:colId xmlns:a16="http://schemas.microsoft.com/office/drawing/2014/main" val="3324479843"/>
                    </a:ext>
                  </a:extLst>
                </a:gridCol>
                <a:gridCol w="1173018">
                  <a:extLst>
                    <a:ext uri="{9D8B030D-6E8A-4147-A177-3AD203B41FA5}">
                      <a16:colId xmlns:a16="http://schemas.microsoft.com/office/drawing/2014/main" val="2514661359"/>
                    </a:ext>
                  </a:extLst>
                </a:gridCol>
                <a:gridCol w="1070841">
                  <a:extLst>
                    <a:ext uri="{9D8B030D-6E8A-4147-A177-3AD203B41FA5}">
                      <a16:colId xmlns:a16="http://schemas.microsoft.com/office/drawing/2014/main" val="1484756175"/>
                    </a:ext>
                  </a:extLst>
                </a:gridCol>
                <a:gridCol w="3667414">
                  <a:extLst>
                    <a:ext uri="{9D8B030D-6E8A-4147-A177-3AD203B41FA5}">
                      <a16:colId xmlns:a16="http://schemas.microsoft.com/office/drawing/2014/main" val="3286568053"/>
                    </a:ext>
                  </a:extLst>
                </a:gridCol>
                <a:gridCol w="1302327">
                  <a:extLst>
                    <a:ext uri="{9D8B030D-6E8A-4147-A177-3AD203B41FA5}">
                      <a16:colId xmlns:a16="http://schemas.microsoft.com/office/drawing/2014/main" val="1446901861"/>
                    </a:ext>
                  </a:extLst>
                </a:gridCol>
                <a:gridCol w="3069657">
                  <a:extLst>
                    <a:ext uri="{9D8B030D-6E8A-4147-A177-3AD203B41FA5}">
                      <a16:colId xmlns:a16="http://schemas.microsoft.com/office/drawing/2014/main" val="4212260559"/>
                    </a:ext>
                  </a:extLst>
                </a:gridCol>
              </a:tblGrid>
              <a:tr h="380431">
                <a:tc>
                  <a:txBody>
                    <a:bodyPr/>
                    <a:lstStyle/>
                    <a:p>
                      <a:pPr algn="ctr" fontAlgn="ctr"/>
                      <a:r>
                        <a:rPr lang="ar-LY" sz="1200" b="1" i="0" u="none" strike="noStrike" kern="1200" dirty="0">
                          <a:solidFill>
                            <a:schemeClr val="bg1"/>
                          </a:solidFill>
                          <a:effectLst/>
                          <a:latin typeface="Century Gothic" panose="020B0502020202020204" pitchFamily="34" charset="0"/>
                          <a:ea typeface="+mn-ea"/>
                          <a:cs typeface="+mn-cs"/>
                        </a:rPr>
                        <a:t>رمز المشروع</a:t>
                      </a:r>
                      <a:endParaRPr lang="en-US" sz="1200" b="1" i="0" u="none" strike="noStrike" kern="1200" dirty="0">
                        <a:solidFill>
                          <a:schemeClr val="bg1"/>
                        </a:solidFill>
                        <a:effectLst/>
                        <a:latin typeface="Century Gothic" panose="020B0502020202020204" pitchFamily="34" charset="0"/>
                        <a:ea typeface="+mn-ea"/>
                        <a:cs typeface="+mn-cs"/>
                      </a:endParaRPr>
                    </a:p>
                  </a:txBody>
                  <a:tcPr marL="85725"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gradFill>
                      <a:gsLst>
                        <a:gs pos="0">
                          <a:srgbClr val="990099"/>
                        </a:gs>
                        <a:gs pos="100000">
                          <a:schemeClr val="accent2"/>
                        </a:gs>
                      </a:gsLst>
                      <a:lin ang="6600000" scaled="0"/>
                    </a:gradFill>
                  </a:tcPr>
                </a:tc>
                <a:tc>
                  <a:txBody>
                    <a:bodyPr/>
                    <a:lstStyle/>
                    <a:p>
                      <a:pPr algn="l" fontAlgn="ctr"/>
                      <a:r>
                        <a:rPr lang="en-US" sz="1100" u="none" strike="noStrike" dirty="0">
                          <a:solidFill>
                            <a:schemeClr val="tx1"/>
                          </a:solidFill>
                          <a:effectLst/>
                          <a:latin typeface="Century Gothic" panose="020B0502020202020204" pitchFamily="34" charset="0"/>
                        </a:rPr>
                        <a:t> </a:t>
                      </a:r>
                      <a:r>
                        <a:rPr lang="en-US" sz="1200" u="none" strike="noStrike" dirty="0">
                          <a:solidFill>
                            <a:schemeClr val="tx1"/>
                          </a:solidFill>
                          <a:effectLst/>
                          <a:latin typeface="Century Gothic" panose="020B0502020202020204" pitchFamily="34" charset="0"/>
                        </a:rPr>
                        <a:t>P1</a:t>
                      </a:r>
                      <a:endParaRPr lang="en-US" sz="1200" b="0" i="0" u="none" strike="noStrike" dirty="0">
                        <a:solidFill>
                          <a:schemeClr val="tx1"/>
                        </a:solidFill>
                        <a:effectLst/>
                        <a:latin typeface="Century Gothic" panose="020B0502020202020204" pitchFamily="34" charset="0"/>
                      </a:endParaRPr>
                    </a:p>
                  </a:txBody>
                  <a:tcPr marL="85725"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fontAlgn="ctr"/>
                      <a:r>
                        <a:rPr lang="ar-LY" sz="1200" b="1" i="0" u="none" strike="noStrike" kern="1200" dirty="0">
                          <a:solidFill>
                            <a:schemeClr val="bg1"/>
                          </a:solidFill>
                          <a:effectLst/>
                          <a:latin typeface="Century Gothic" panose="020B0502020202020204" pitchFamily="34" charset="0"/>
                          <a:ea typeface="+mn-ea"/>
                          <a:cs typeface="+mn-cs"/>
                        </a:rPr>
                        <a:t>اسم المشروع</a:t>
                      </a:r>
                      <a:endParaRPr lang="en-US" sz="1200" b="1" i="0" u="none" strike="noStrike" dirty="0">
                        <a:solidFill>
                          <a:schemeClr val="bg1"/>
                        </a:solidFill>
                        <a:effectLst/>
                        <a:latin typeface="Century Gothic" panose="020B0502020202020204" pitchFamily="34" charset="0"/>
                      </a:endParaRPr>
                    </a:p>
                  </a:txBody>
                  <a:tcPr marL="85725"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gradFill>
                      <a:gsLst>
                        <a:gs pos="0">
                          <a:srgbClr val="990099"/>
                        </a:gs>
                        <a:gs pos="100000">
                          <a:schemeClr val="accent2"/>
                        </a:gs>
                      </a:gsLst>
                      <a:lin ang="6600000" scaled="0"/>
                    </a:gradFill>
                  </a:tcPr>
                </a:tc>
                <a:tc>
                  <a:txBody>
                    <a:bodyPr/>
                    <a:lstStyle/>
                    <a:p>
                      <a:pPr algn="l" fontAlgn="ctr"/>
                      <a:r>
                        <a:rPr lang="ar-LY" sz="1000" b="1" i="0" u="none" strike="noStrike" kern="1200" dirty="0">
                          <a:solidFill>
                            <a:srgbClr val="000000"/>
                          </a:solidFill>
                          <a:effectLst/>
                          <a:latin typeface="Century Gothic" panose="020B0502020202020204" pitchFamily="34" charset="0"/>
                          <a:ea typeface="+mn-ea"/>
                          <a:cs typeface="+mn-cs"/>
                        </a:rPr>
                        <a:t>الهوية البصرية</a:t>
                      </a:r>
                      <a:endParaRPr lang="en-US" sz="1000" b="1" i="0" u="none" strike="noStrike" kern="1200" dirty="0">
                        <a:solidFill>
                          <a:srgbClr val="000000"/>
                        </a:solidFill>
                        <a:effectLst/>
                        <a:latin typeface="Century Gothic" panose="020B0502020202020204" pitchFamily="34" charset="0"/>
                        <a:ea typeface="+mn-ea"/>
                        <a:cs typeface="+mn-cs"/>
                      </a:endParaRPr>
                    </a:p>
                  </a:txBody>
                  <a:tcPr marL="85725"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pPr marL="0" algn="ctr" defTabSz="914400" rtl="0" eaLnBrk="1" fontAlgn="ctr" latinLnBrk="0" hangingPunct="1"/>
                      <a:r>
                        <a:rPr lang="ar-LY" sz="1200" b="1" i="0" u="none" strike="noStrike" kern="1200" dirty="0">
                          <a:solidFill>
                            <a:schemeClr val="bg1"/>
                          </a:solidFill>
                          <a:effectLst/>
                          <a:latin typeface="Century Gothic" panose="020B0502020202020204" pitchFamily="34" charset="0"/>
                          <a:ea typeface="+mn-ea"/>
                          <a:cs typeface="+mn-cs"/>
                        </a:rPr>
                        <a:t>ملاحظات</a:t>
                      </a:r>
                      <a:endParaRPr lang="en-US" sz="1200" b="1" i="0" u="none" strike="noStrike" kern="1200" dirty="0">
                        <a:solidFill>
                          <a:schemeClr val="bg1"/>
                        </a:solidFill>
                        <a:effectLst/>
                        <a:latin typeface="Century Gothic" panose="020B0502020202020204" pitchFamily="34" charset="0"/>
                        <a:ea typeface="+mn-ea"/>
                        <a:cs typeface="+mn-cs"/>
                      </a:endParaRPr>
                    </a:p>
                  </a:txBody>
                  <a:tcPr marL="85725"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gradFill>
                      <a:gsLst>
                        <a:gs pos="0">
                          <a:srgbClr val="990099"/>
                        </a:gs>
                        <a:gs pos="100000">
                          <a:schemeClr val="accent2"/>
                        </a:gs>
                      </a:gsLst>
                      <a:lin ang="6600000" scaled="0"/>
                    </a:gradFill>
                  </a:tcPr>
                </a:tc>
                <a:tc>
                  <a:txBody>
                    <a:bodyPr/>
                    <a:lstStyle/>
                    <a:p>
                      <a:pPr algn="l" fontAlgn="ctr"/>
                      <a:r>
                        <a:rPr lang="ar-LY" sz="1000" b="1" i="0" u="none" strike="noStrike" kern="1200" dirty="0">
                          <a:solidFill>
                            <a:srgbClr val="000000"/>
                          </a:solidFill>
                          <a:effectLst/>
                          <a:latin typeface="Century Gothic" panose="020B0502020202020204" pitchFamily="34" charset="0"/>
                          <a:ea typeface="+mn-ea"/>
                          <a:cs typeface="+mn-cs"/>
                        </a:rPr>
                        <a:t>جديد</a:t>
                      </a:r>
                      <a:endParaRPr lang="en-US" sz="1000" b="1" i="0" u="none" strike="noStrike" kern="1200" dirty="0">
                        <a:solidFill>
                          <a:srgbClr val="000000"/>
                        </a:solidFill>
                        <a:effectLst/>
                        <a:latin typeface="Century Gothic" panose="020B0502020202020204" pitchFamily="34" charset="0"/>
                        <a:ea typeface="+mn-ea"/>
                        <a:cs typeface="+mn-cs"/>
                      </a:endParaRPr>
                    </a:p>
                  </a:txBody>
                  <a:tcPr marL="85725"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982813327"/>
                  </a:ext>
                </a:extLst>
              </a:tr>
            </a:tbl>
          </a:graphicData>
        </a:graphic>
      </p:graphicFrame>
      <p:graphicFrame>
        <p:nvGraphicFramePr>
          <p:cNvPr id="8" name="Table 7">
            <a:extLst>
              <a:ext uri="{FF2B5EF4-FFF2-40B4-BE49-F238E27FC236}">
                <a16:creationId xmlns:a16="http://schemas.microsoft.com/office/drawing/2014/main" id="{5C613335-6C5B-7D85-33C8-25D73A388E4B}"/>
              </a:ext>
            </a:extLst>
          </p:cNvPr>
          <p:cNvGraphicFramePr>
            <a:graphicFrameLocks noGrp="1"/>
          </p:cNvGraphicFramePr>
          <p:nvPr>
            <p:extLst>
              <p:ext uri="{D42A27DB-BD31-4B8C-83A1-F6EECF244321}">
                <p14:modId xmlns:p14="http://schemas.microsoft.com/office/powerpoint/2010/main" val="1237572453"/>
              </p:ext>
            </p:extLst>
          </p:nvPr>
        </p:nvGraphicFramePr>
        <p:xfrm>
          <a:off x="330193" y="1299267"/>
          <a:ext cx="9068203" cy="380431"/>
        </p:xfrm>
        <a:graphic>
          <a:graphicData uri="http://schemas.openxmlformats.org/drawingml/2006/table">
            <a:tbl>
              <a:tblPr>
                <a:tableStyleId>{5C22544A-7EE6-4342-B048-85BDC9FD1C3A}</a:tableStyleId>
              </a:tblPr>
              <a:tblGrid>
                <a:gridCol w="2423902">
                  <a:extLst>
                    <a:ext uri="{9D8B030D-6E8A-4147-A177-3AD203B41FA5}">
                      <a16:colId xmlns:a16="http://schemas.microsoft.com/office/drawing/2014/main" val="3324479843"/>
                    </a:ext>
                  </a:extLst>
                </a:gridCol>
                <a:gridCol w="6644301">
                  <a:extLst>
                    <a:ext uri="{9D8B030D-6E8A-4147-A177-3AD203B41FA5}">
                      <a16:colId xmlns:a16="http://schemas.microsoft.com/office/drawing/2014/main" val="2514661359"/>
                    </a:ext>
                  </a:extLst>
                </a:gridCol>
              </a:tblGrid>
              <a:tr h="380431">
                <a:tc>
                  <a:txBody>
                    <a:bodyPr/>
                    <a:lstStyle/>
                    <a:p>
                      <a:pPr algn="ctr" fontAlgn="ctr"/>
                      <a:r>
                        <a:rPr lang="ar-LY" sz="1200" b="1" i="0" u="none" strike="noStrike" kern="1200" dirty="0">
                          <a:solidFill>
                            <a:schemeClr val="bg1"/>
                          </a:solidFill>
                          <a:effectLst/>
                          <a:latin typeface="Century Gothic" panose="020B0502020202020204" pitchFamily="34" charset="0"/>
                          <a:ea typeface="+mn-ea"/>
                          <a:cs typeface="+mn-cs"/>
                        </a:rPr>
                        <a:t>وصف المشروع</a:t>
                      </a:r>
                      <a:endParaRPr lang="en-US" sz="1200" b="1" i="0" u="none" strike="noStrike" kern="1200" dirty="0">
                        <a:solidFill>
                          <a:schemeClr val="bg1"/>
                        </a:solidFill>
                        <a:effectLst/>
                        <a:latin typeface="Century Gothic" panose="020B0502020202020204" pitchFamily="34" charset="0"/>
                        <a:ea typeface="+mn-ea"/>
                        <a:cs typeface="+mn-cs"/>
                      </a:endParaRPr>
                    </a:p>
                  </a:txBody>
                  <a:tcPr marL="85725"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gradFill>
                      <a:gsLst>
                        <a:gs pos="0">
                          <a:srgbClr val="990099"/>
                        </a:gs>
                        <a:gs pos="100000">
                          <a:schemeClr val="accent2"/>
                        </a:gs>
                      </a:gsLst>
                      <a:lin ang="6600000" scaled="0"/>
                    </a:gra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000" u="none" strike="noStrike" dirty="0">
                          <a:solidFill>
                            <a:schemeClr val="tx1"/>
                          </a:solidFill>
                          <a:effectLst/>
                          <a:latin typeface="Century Gothic" panose="020B0502020202020204" pitchFamily="34" charset="0"/>
                        </a:rPr>
                        <a:t> </a:t>
                      </a:r>
                      <a:r>
                        <a:rPr lang="ar-LY" sz="1000" dirty="0">
                          <a:solidFill>
                            <a:srgbClr val="2E2E38"/>
                          </a:solidFill>
                          <a:cs typeface="Arial" pitchFamily="34" charset="0"/>
                        </a:rPr>
                        <a:t>تحديث قيم العلامة التجارية وفق الرؤيا الجديدة والاهداف الحديثة للشركة بصفة خاصة وللقابضة بصمة عامة وانعكاسها على مكونات العلامة التجارية</a:t>
                      </a:r>
                      <a:endParaRPr lang="en-US" sz="1000" dirty="0">
                        <a:solidFill>
                          <a:srgbClr val="2E2E38"/>
                        </a:solidFill>
                        <a:cs typeface="Arial" pitchFamily="34" charset="0"/>
                      </a:endParaRPr>
                    </a:p>
                    <a:p>
                      <a:pPr algn="l" fontAlgn="ctr"/>
                      <a:endParaRPr lang="en-US" sz="1200" b="0" i="0" u="none" strike="noStrike" dirty="0">
                        <a:solidFill>
                          <a:schemeClr val="tx1"/>
                        </a:solidFill>
                        <a:effectLst/>
                        <a:latin typeface="Century Gothic" panose="020B0502020202020204" pitchFamily="34" charset="0"/>
                      </a:endParaRPr>
                    </a:p>
                  </a:txBody>
                  <a:tcPr marL="85725" marR="0" marT="0" marB="0" anchor="b">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982813327"/>
                  </a:ext>
                </a:extLst>
              </a:tr>
            </a:tbl>
          </a:graphicData>
        </a:graphic>
      </p:graphicFrame>
      <p:grpSp>
        <p:nvGrpSpPr>
          <p:cNvPr id="9" name="Group 8">
            <a:extLst>
              <a:ext uri="{FF2B5EF4-FFF2-40B4-BE49-F238E27FC236}">
                <a16:creationId xmlns:a16="http://schemas.microsoft.com/office/drawing/2014/main" id="{839789F7-286E-3A2F-E036-9B117AC7D74F}"/>
              </a:ext>
            </a:extLst>
          </p:cNvPr>
          <p:cNvGrpSpPr/>
          <p:nvPr/>
        </p:nvGrpSpPr>
        <p:grpSpPr>
          <a:xfrm>
            <a:off x="9404059" y="1299267"/>
            <a:ext cx="2452085" cy="809578"/>
            <a:chOff x="9484876" y="1490186"/>
            <a:chExt cx="2119449" cy="810000"/>
          </a:xfrm>
        </p:grpSpPr>
        <p:sp>
          <p:nvSpPr>
            <p:cNvPr id="10" name="Rectangle 9">
              <a:extLst>
                <a:ext uri="{FF2B5EF4-FFF2-40B4-BE49-F238E27FC236}">
                  <a16:creationId xmlns:a16="http://schemas.microsoft.com/office/drawing/2014/main" id="{4A5A92A4-5238-492D-5621-2BEC80E59B47}"/>
                </a:ext>
              </a:extLst>
            </p:cNvPr>
            <p:cNvSpPr/>
            <p:nvPr/>
          </p:nvSpPr>
          <p:spPr>
            <a:xfrm>
              <a:off x="9484876" y="1490186"/>
              <a:ext cx="1007810" cy="810000"/>
            </a:xfrm>
            <a:prstGeom prst="rect">
              <a:avLst/>
            </a:prstGeom>
            <a:gradFill>
              <a:gsLst>
                <a:gs pos="0">
                  <a:srgbClr val="990099"/>
                </a:gs>
                <a:gs pos="100000">
                  <a:schemeClr val="accent2"/>
                </a:gs>
              </a:gsLst>
              <a:lin ang="6600000" scaled="0"/>
            </a:gradFill>
            <a:ln w="9525">
              <a:solidFill>
                <a:schemeClr val="tx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35981" tIns="35981" rIns="35981" bIns="35981" rtlCol="0" anchor="b" anchorCtr="0"/>
            <a:lstStyle/>
            <a:p>
              <a:pPr algn="ctr"/>
              <a:endParaRPr lang="en-US" sz="1399" b="1" dirty="0">
                <a:solidFill>
                  <a:schemeClr val="tx1"/>
                </a:solidFill>
              </a:endParaRPr>
            </a:p>
            <a:p>
              <a:pPr algn="ctr"/>
              <a:r>
                <a:rPr lang="ar-LY" sz="1399" b="1" dirty="0">
                  <a:solidFill>
                    <a:schemeClr val="bg1"/>
                  </a:solidFill>
                </a:rPr>
                <a:t>المسؤول</a:t>
              </a:r>
              <a:endParaRPr lang="en-US" sz="1399" b="1" dirty="0">
                <a:solidFill>
                  <a:schemeClr val="bg1"/>
                </a:solidFill>
              </a:endParaRPr>
            </a:p>
          </p:txBody>
        </p:sp>
        <p:sp>
          <p:nvSpPr>
            <p:cNvPr id="11" name="Rectangle 10">
              <a:extLst>
                <a:ext uri="{FF2B5EF4-FFF2-40B4-BE49-F238E27FC236}">
                  <a16:creationId xmlns:a16="http://schemas.microsoft.com/office/drawing/2014/main" id="{67E4B6C5-5539-1ABE-38BC-A01ACC95B3D3}"/>
                </a:ext>
              </a:extLst>
            </p:cNvPr>
            <p:cNvSpPr/>
            <p:nvPr/>
          </p:nvSpPr>
          <p:spPr>
            <a:xfrm>
              <a:off x="10492686" y="1490186"/>
              <a:ext cx="1111639" cy="810000"/>
            </a:xfrm>
            <a:prstGeom prst="rect">
              <a:avLst/>
            </a:prstGeom>
            <a:solidFill>
              <a:schemeClr val="tx2"/>
            </a:solidFill>
            <a:ln w="9525">
              <a:solidFill>
                <a:schemeClr val="tx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35981" tIns="35981" rIns="35981" bIns="35981" rtlCol="0" anchor="ctr" anchorCtr="0"/>
            <a:lstStyle/>
            <a:p>
              <a:pPr algn="ctr"/>
              <a:r>
                <a:rPr lang="ar-LY" sz="1099" b="1" dirty="0">
                  <a:solidFill>
                    <a:schemeClr val="bg1"/>
                  </a:solidFill>
                </a:rPr>
                <a:t>الإدارة التجارية-</a:t>
              </a:r>
              <a:endParaRPr lang="en-US" sz="1099" b="1" dirty="0">
                <a:solidFill>
                  <a:schemeClr val="bg1"/>
                </a:solidFill>
              </a:endParaRPr>
            </a:p>
          </p:txBody>
        </p:sp>
        <p:grpSp>
          <p:nvGrpSpPr>
            <p:cNvPr id="12" name="Captain" descr="{&quot;Key&quot;:&quot;POWER_USER_SHAPE_ICON&quot;,&quot;Value&quot;:&quot;POWER_USER_SHAPE_ICON_STYLE_1&quot;}">
              <a:extLst>
                <a:ext uri="{FF2B5EF4-FFF2-40B4-BE49-F238E27FC236}">
                  <a16:creationId xmlns:a16="http://schemas.microsoft.com/office/drawing/2014/main" id="{631D29CB-1D08-705A-76BF-FF7896B9B2A4}"/>
                </a:ext>
              </a:extLst>
            </p:cNvPr>
            <p:cNvGrpSpPr>
              <a:grpSpLocks noChangeAspect="1"/>
            </p:cNvGrpSpPr>
            <p:nvPr>
              <p:custDataLst>
                <p:tags r:id="rId3"/>
              </p:custDataLst>
            </p:nvPr>
          </p:nvGrpSpPr>
          <p:grpSpPr>
            <a:xfrm>
              <a:off x="9808876" y="1615982"/>
              <a:ext cx="288000" cy="380879"/>
              <a:chOff x="5456238" y="1760538"/>
              <a:chExt cx="635000" cy="839787"/>
            </a:xfrm>
            <a:solidFill>
              <a:schemeClr val="tx1"/>
            </a:solidFill>
          </p:grpSpPr>
          <p:sp>
            <p:nvSpPr>
              <p:cNvPr id="13" name="Freeform 172">
                <a:extLst>
                  <a:ext uri="{FF2B5EF4-FFF2-40B4-BE49-F238E27FC236}">
                    <a16:creationId xmlns:a16="http://schemas.microsoft.com/office/drawing/2014/main" id="{4C1F8A99-99DE-D024-E5A2-E2CAEC10702B}"/>
                  </a:ext>
                </a:extLst>
              </p:cNvPr>
              <p:cNvSpPr>
                <a:spLocks/>
              </p:cNvSpPr>
              <p:nvPr/>
            </p:nvSpPr>
            <p:spPr bwMode="auto">
              <a:xfrm>
                <a:off x="5492751" y="2138363"/>
                <a:ext cx="561975" cy="303213"/>
              </a:xfrm>
              <a:custGeom>
                <a:avLst/>
                <a:gdLst>
                  <a:gd name="T0" fmla="*/ 491 w 736"/>
                  <a:gd name="T1" fmla="*/ 0 h 398"/>
                  <a:gd name="T2" fmla="*/ 368 w 736"/>
                  <a:gd name="T3" fmla="*/ 107 h 398"/>
                  <a:gd name="T4" fmla="*/ 245 w 736"/>
                  <a:gd name="T5" fmla="*/ 0 h 398"/>
                  <a:gd name="T6" fmla="*/ 0 w 736"/>
                  <a:gd name="T7" fmla="*/ 258 h 398"/>
                  <a:gd name="T8" fmla="*/ 0 w 736"/>
                  <a:gd name="T9" fmla="*/ 398 h 398"/>
                  <a:gd name="T10" fmla="*/ 61 w 736"/>
                  <a:gd name="T11" fmla="*/ 398 h 398"/>
                  <a:gd name="T12" fmla="*/ 135 w 736"/>
                  <a:gd name="T13" fmla="*/ 285 h 398"/>
                  <a:gd name="T14" fmla="*/ 101 w 736"/>
                  <a:gd name="T15" fmla="*/ 237 h 398"/>
                  <a:gd name="T16" fmla="*/ 126 w 736"/>
                  <a:gd name="T17" fmla="*/ 129 h 398"/>
                  <a:gd name="T18" fmla="*/ 168 w 736"/>
                  <a:gd name="T19" fmla="*/ 118 h 398"/>
                  <a:gd name="T20" fmla="*/ 234 w 736"/>
                  <a:gd name="T21" fmla="*/ 154 h 398"/>
                  <a:gd name="T22" fmla="*/ 263 w 736"/>
                  <a:gd name="T23" fmla="*/ 205 h 398"/>
                  <a:gd name="T24" fmla="*/ 368 w 736"/>
                  <a:gd name="T25" fmla="*/ 187 h 398"/>
                  <a:gd name="T26" fmla="*/ 474 w 736"/>
                  <a:gd name="T27" fmla="*/ 205 h 398"/>
                  <a:gd name="T28" fmla="*/ 503 w 736"/>
                  <a:gd name="T29" fmla="*/ 154 h 398"/>
                  <a:gd name="T30" fmla="*/ 569 w 736"/>
                  <a:gd name="T31" fmla="*/ 118 h 398"/>
                  <a:gd name="T32" fmla="*/ 611 w 736"/>
                  <a:gd name="T33" fmla="*/ 129 h 398"/>
                  <a:gd name="T34" fmla="*/ 635 w 736"/>
                  <a:gd name="T35" fmla="*/ 237 h 398"/>
                  <a:gd name="T36" fmla="*/ 602 w 736"/>
                  <a:gd name="T37" fmla="*/ 285 h 398"/>
                  <a:gd name="T38" fmla="*/ 675 w 736"/>
                  <a:gd name="T39" fmla="*/ 398 h 398"/>
                  <a:gd name="T40" fmla="*/ 736 w 736"/>
                  <a:gd name="T41" fmla="*/ 398 h 398"/>
                  <a:gd name="T42" fmla="*/ 736 w 736"/>
                  <a:gd name="T43" fmla="*/ 258 h 398"/>
                  <a:gd name="T44" fmla="*/ 491 w 736"/>
                  <a:gd name="T45" fmla="*/ 0 h 3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736" h="398">
                    <a:moveTo>
                      <a:pt x="491" y="0"/>
                    </a:moveTo>
                    <a:lnTo>
                      <a:pt x="368" y="107"/>
                    </a:lnTo>
                    <a:lnTo>
                      <a:pt x="245" y="0"/>
                    </a:lnTo>
                    <a:cubicBezTo>
                      <a:pt x="103" y="32"/>
                      <a:pt x="0" y="122"/>
                      <a:pt x="0" y="258"/>
                    </a:cubicBezTo>
                    <a:lnTo>
                      <a:pt x="0" y="398"/>
                    </a:lnTo>
                    <a:lnTo>
                      <a:pt x="61" y="398"/>
                    </a:lnTo>
                    <a:cubicBezTo>
                      <a:pt x="78" y="356"/>
                      <a:pt x="102" y="318"/>
                      <a:pt x="135" y="285"/>
                    </a:cubicBezTo>
                    <a:lnTo>
                      <a:pt x="101" y="237"/>
                    </a:lnTo>
                    <a:cubicBezTo>
                      <a:pt x="79" y="201"/>
                      <a:pt x="90" y="152"/>
                      <a:pt x="126" y="129"/>
                    </a:cubicBezTo>
                    <a:cubicBezTo>
                      <a:pt x="139" y="122"/>
                      <a:pt x="153" y="118"/>
                      <a:pt x="168" y="118"/>
                    </a:cubicBezTo>
                    <a:cubicBezTo>
                      <a:pt x="195" y="118"/>
                      <a:pt x="220" y="131"/>
                      <a:pt x="234" y="154"/>
                    </a:cubicBezTo>
                    <a:lnTo>
                      <a:pt x="263" y="205"/>
                    </a:lnTo>
                    <a:cubicBezTo>
                      <a:pt x="297" y="193"/>
                      <a:pt x="332" y="187"/>
                      <a:pt x="368" y="187"/>
                    </a:cubicBezTo>
                    <a:cubicBezTo>
                      <a:pt x="405" y="187"/>
                      <a:pt x="440" y="193"/>
                      <a:pt x="474" y="205"/>
                    </a:cubicBezTo>
                    <a:lnTo>
                      <a:pt x="503" y="154"/>
                    </a:lnTo>
                    <a:cubicBezTo>
                      <a:pt x="517" y="131"/>
                      <a:pt x="542" y="118"/>
                      <a:pt x="569" y="118"/>
                    </a:cubicBezTo>
                    <a:cubicBezTo>
                      <a:pt x="584" y="118"/>
                      <a:pt x="598" y="122"/>
                      <a:pt x="611" y="129"/>
                    </a:cubicBezTo>
                    <a:cubicBezTo>
                      <a:pt x="647" y="152"/>
                      <a:pt x="658" y="201"/>
                      <a:pt x="635" y="237"/>
                    </a:cubicBezTo>
                    <a:lnTo>
                      <a:pt x="602" y="285"/>
                    </a:lnTo>
                    <a:cubicBezTo>
                      <a:pt x="634" y="318"/>
                      <a:pt x="659" y="356"/>
                      <a:pt x="675" y="398"/>
                    </a:cubicBezTo>
                    <a:lnTo>
                      <a:pt x="736" y="398"/>
                    </a:lnTo>
                    <a:lnTo>
                      <a:pt x="736" y="258"/>
                    </a:lnTo>
                    <a:cubicBezTo>
                      <a:pt x="736" y="122"/>
                      <a:pt x="634" y="32"/>
                      <a:pt x="491" y="0"/>
                    </a:cubicBezTo>
                  </a:path>
                </a:pathLst>
              </a:custGeom>
              <a:solidFill>
                <a:schemeClr val="bg1"/>
              </a:solidFill>
              <a:ln w="9525">
                <a:solidFill>
                  <a:schemeClr val="tx1">
                    <a:lumMod val="85000"/>
                  </a:schemeClr>
                </a:solidFill>
                <a:round/>
                <a:headEnd/>
                <a:tailEnd/>
              </a:ln>
            </p:spPr>
            <p:txBody>
              <a:bodyPr vert="horz" wrap="square" lIns="35981" tIns="35981" rIns="35981" bIns="35981" numCol="1" anchor="t" anchorCtr="0" compatLnSpc="1">
                <a:prstTxWarp prst="textNoShape">
                  <a:avLst/>
                </a:prstTxWarp>
              </a:bodyPr>
              <a:lstStyle/>
              <a:p>
                <a:pPr defTabSz="913943">
                  <a:defRPr/>
                </a:pPr>
                <a:endParaRPr lang="en-US" sz="1799" dirty="0">
                  <a:solidFill>
                    <a:prstClr val="black"/>
                  </a:solidFill>
                  <a:latin typeface="Calibri" panose="020F0502020204030204"/>
                </a:endParaRPr>
              </a:p>
            </p:txBody>
          </p:sp>
          <p:sp>
            <p:nvSpPr>
              <p:cNvPr id="14" name="Oval 173">
                <a:extLst>
                  <a:ext uri="{FF2B5EF4-FFF2-40B4-BE49-F238E27FC236}">
                    <a16:creationId xmlns:a16="http://schemas.microsoft.com/office/drawing/2014/main" id="{1DCB0E51-6C78-8C4A-33B0-C17B15C5A1B2}"/>
                  </a:ext>
                </a:extLst>
              </p:cNvPr>
              <p:cNvSpPr>
                <a:spLocks noChangeArrowheads="1"/>
              </p:cNvSpPr>
              <p:nvPr/>
            </p:nvSpPr>
            <p:spPr bwMode="auto">
              <a:xfrm>
                <a:off x="5610226" y="1760538"/>
                <a:ext cx="327025" cy="328613"/>
              </a:xfrm>
              <a:prstGeom prst="ellipse">
                <a:avLst/>
              </a:prstGeom>
              <a:solidFill>
                <a:schemeClr val="bg1"/>
              </a:solidFill>
              <a:ln w="9525">
                <a:solidFill>
                  <a:schemeClr val="tx1">
                    <a:lumMod val="85000"/>
                  </a:schemeClr>
                </a:solidFill>
                <a:round/>
                <a:headEnd/>
                <a:tailEnd/>
              </a:ln>
            </p:spPr>
            <p:txBody>
              <a:bodyPr vert="horz" wrap="square" lIns="35981" tIns="35981" rIns="35981" bIns="35981" numCol="1" anchor="t" anchorCtr="0" compatLnSpc="1">
                <a:prstTxWarp prst="textNoShape">
                  <a:avLst/>
                </a:prstTxWarp>
              </a:bodyPr>
              <a:lstStyle/>
              <a:p>
                <a:pPr defTabSz="913943">
                  <a:defRPr/>
                </a:pPr>
                <a:endParaRPr lang="en-US" sz="1799" dirty="0">
                  <a:solidFill>
                    <a:prstClr val="black"/>
                  </a:solidFill>
                  <a:latin typeface="Calibri" panose="020F0502020204030204"/>
                </a:endParaRPr>
              </a:p>
            </p:txBody>
          </p:sp>
          <p:sp>
            <p:nvSpPr>
              <p:cNvPr id="15" name="Freeform 174">
                <a:extLst>
                  <a:ext uri="{FF2B5EF4-FFF2-40B4-BE49-F238E27FC236}">
                    <a16:creationId xmlns:a16="http://schemas.microsoft.com/office/drawing/2014/main" id="{8E96A472-0BDC-0BB1-0B85-30F43BFDF5F8}"/>
                  </a:ext>
                </a:extLst>
              </p:cNvPr>
              <p:cNvSpPr>
                <a:spLocks/>
              </p:cNvSpPr>
              <p:nvPr/>
            </p:nvSpPr>
            <p:spPr bwMode="auto">
              <a:xfrm>
                <a:off x="5616576" y="2387600"/>
                <a:ext cx="314325" cy="204788"/>
              </a:xfrm>
              <a:custGeom>
                <a:avLst/>
                <a:gdLst>
                  <a:gd name="T0" fmla="*/ 282 w 413"/>
                  <a:gd name="T1" fmla="*/ 165 h 268"/>
                  <a:gd name="T2" fmla="*/ 266 w 413"/>
                  <a:gd name="T3" fmla="*/ 137 h 268"/>
                  <a:gd name="T4" fmla="*/ 340 w 413"/>
                  <a:gd name="T5" fmla="*/ 32 h 268"/>
                  <a:gd name="T6" fmla="*/ 289 w 413"/>
                  <a:gd name="T7" fmla="*/ 0 h 268"/>
                  <a:gd name="T8" fmla="*/ 227 w 413"/>
                  <a:gd name="T9" fmla="*/ 112 h 268"/>
                  <a:gd name="T10" fmla="*/ 206 w 413"/>
                  <a:gd name="T11" fmla="*/ 109 h 268"/>
                  <a:gd name="T12" fmla="*/ 186 w 413"/>
                  <a:gd name="T13" fmla="*/ 112 h 268"/>
                  <a:gd name="T14" fmla="*/ 124 w 413"/>
                  <a:gd name="T15" fmla="*/ 0 h 268"/>
                  <a:gd name="T16" fmla="*/ 73 w 413"/>
                  <a:gd name="T17" fmla="*/ 32 h 268"/>
                  <a:gd name="T18" fmla="*/ 146 w 413"/>
                  <a:gd name="T19" fmla="*/ 137 h 268"/>
                  <a:gd name="T20" fmla="*/ 130 w 413"/>
                  <a:gd name="T21" fmla="*/ 165 h 268"/>
                  <a:gd name="T22" fmla="*/ 3 w 413"/>
                  <a:gd name="T23" fmla="*/ 159 h 268"/>
                  <a:gd name="T24" fmla="*/ 0 w 413"/>
                  <a:gd name="T25" fmla="*/ 189 h 268"/>
                  <a:gd name="T26" fmla="*/ 3 w 413"/>
                  <a:gd name="T27" fmla="*/ 218 h 268"/>
                  <a:gd name="T28" fmla="*/ 130 w 413"/>
                  <a:gd name="T29" fmla="*/ 212 h 268"/>
                  <a:gd name="T30" fmla="*/ 206 w 413"/>
                  <a:gd name="T31" fmla="*/ 268 h 268"/>
                  <a:gd name="T32" fmla="*/ 282 w 413"/>
                  <a:gd name="T33" fmla="*/ 212 h 268"/>
                  <a:gd name="T34" fmla="*/ 410 w 413"/>
                  <a:gd name="T35" fmla="*/ 218 h 268"/>
                  <a:gd name="T36" fmla="*/ 413 w 413"/>
                  <a:gd name="T37" fmla="*/ 189 h 268"/>
                  <a:gd name="T38" fmla="*/ 410 w 413"/>
                  <a:gd name="T39" fmla="*/ 159 h 268"/>
                  <a:gd name="T40" fmla="*/ 282 w 413"/>
                  <a:gd name="T41" fmla="*/ 165 h 2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13" h="268">
                    <a:moveTo>
                      <a:pt x="282" y="165"/>
                    </a:moveTo>
                    <a:cubicBezTo>
                      <a:pt x="279" y="155"/>
                      <a:pt x="274" y="145"/>
                      <a:pt x="266" y="137"/>
                    </a:cubicBezTo>
                    <a:lnTo>
                      <a:pt x="340" y="32"/>
                    </a:lnTo>
                    <a:cubicBezTo>
                      <a:pt x="325" y="19"/>
                      <a:pt x="308" y="8"/>
                      <a:pt x="289" y="0"/>
                    </a:cubicBezTo>
                    <a:lnTo>
                      <a:pt x="227" y="112"/>
                    </a:lnTo>
                    <a:cubicBezTo>
                      <a:pt x="220" y="110"/>
                      <a:pt x="213" y="109"/>
                      <a:pt x="206" y="109"/>
                    </a:cubicBezTo>
                    <a:cubicBezTo>
                      <a:pt x="199" y="109"/>
                      <a:pt x="192" y="110"/>
                      <a:pt x="186" y="112"/>
                    </a:cubicBezTo>
                    <a:lnTo>
                      <a:pt x="124" y="0"/>
                    </a:lnTo>
                    <a:cubicBezTo>
                      <a:pt x="105" y="8"/>
                      <a:pt x="88" y="19"/>
                      <a:pt x="73" y="32"/>
                    </a:cubicBezTo>
                    <a:lnTo>
                      <a:pt x="146" y="137"/>
                    </a:lnTo>
                    <a:cubicBezTo>
                      <a:pt x="139" y="145"/>
                      <a:pt x="134" y="155"/>
                      <a:pt x="130" y="165"/>
                    </a:cubicBezTo>
                    <a:lnTo>
                      <a:pt x="3" y="159"/>
                    </a:lnTo>
                    <a:cubicBezTo>
                      <a:pt x="1" y="168"/>
                      <a:pt x="0" y="178"/>
                      <a:pt x="0" y="189"/>
                    </a:cubicBezTo>
                    <a:cubicBezTo>
                      <a:pt x="0" y="199"/>
                      <a:pt x="1" y="209"/>
                      <a:pt x="3" y="218"/>
                    </a:cubicBezTo>
                    <a:lnTo>
                      <a:pt x="130" y="212"/>
                    </a:lnTo>
                    <a:cubicBezTo>
                      <a:pt x="140" y="244"/>
                      <a:pt x="171" y="268"/>
                      <a:pt x="206" y="268"/>
                    </a:cubicBezTo>
                    <a:cubicBezTo>
                      <a:pt x="242" y="268"/>
                      <a:pt x="272" y="244"/>
                      <a:pt x="282" y="212"/>
                    </a:cubicBezTo>
                    <a:lnTo>
                      <a:pt x="410" y="218"/>
                    </a:lnTo>
                    <a:cubicBezTo>
                      <a:pt x="412" y="209"/>
                      <a:pt x="413" y="199"/>
                      <a:pt x="413" y="189"/>
                    </a:cubicBezTo>
                    <a:cubicBezTo>
                      <a:pt x="413" y="178"/>
                      <a:pt x="412" y="168"/>
                      <a:pt x="410" y="159"/>
                    </a:cubicBezTo>
                    <a:lnTo>
                      <a:pt x="282" y="165"/>
                    </a:lnTo>
                    <a:close/>
                  </a:path>
                </a:pathLst>
              </a:custGeom>
              <a:solidFill>
                <a:schemeClr val="bg1"/>
              </a:solidFill>
              <a:ln w="9525">
                <a:solidFill>
                  <a:schemeClr val="tx1">
                    <a:lumMod val="85000"/>
                  </a:schemeClr>
                </a:solidFill>
                <a:round/>
                <a:headEnd/>
                <a:tailEnd/>
              </a:ln>
            </p:spPr>
            <p:txBody>
              <a:bodyPr vert="horz" wrap="square" lIns="35981" tIns="35981" rIns="35981" bIns="35981" numCol="1" anchor="t" anchorCtr="0" compatLnSpc="1">
                <a:prstTxWarp prst="textNoShape">
                  <a:avLst/>
                </a:prstTxWarp>
              </a:bodyPr>
              <a:lstStyle/>
              <a:p>
                <a:pPr defTabSz="913943">
                  <a:defRPr/>
                </a:pPr>
                <a:endParaRPr lang="en-US" sz="1799" dirty="0">
                  <a:solidFill>
                    <a:prstClr val="black"/>
                  </a:solidFill>
                  <a:latin typeface="Calibri" panose="020F0502020204030204"/>
                </a:endParaRPr>
              </a:p>
            </p:txBody>
          </p:sp>
          <p:sp>
            <p:nvSpPr>
              <p:cNvPr id="16" name="Freeform 175">
                <a:extLst>
                  <a:ext uri="{FF2B5EF4-FFF2-40B4-BE49-F238E27FC236}">
                    <a16:creationId xmlns:a16="http://schemas.microsoft.com/office/drawing/2014/main" id="{F2D0A47D-1F8A-1FDC-EEEF-C710612A395D}"/>
                  </a:ext>
                </a:extLst>
              </p:cNvPr>
              <p:cNvSpPr>
                <a:spLocks/>
              </p:cNvSpPr>
              <p:nvPr/>
            </p:nvSpPr>
            <p:spPr bwMode="auto">
              <a:xfrm>
                <a:off x="5456238" y="2257425"/>
                <a:ext cx="635000" cy="342900"/>
              </a:xfrm>
              <a:custGeom>
                <a:avLst/>
                <a:gdLst>
                  <a:gd name="T0" fmla="*/ 701 w 834"/>
                  <a:gd name="T1" fmla="*/ 418 h 450"/>
                  <a:gd name="T2" fmla="*/ 705 w 834"/>
                  <a:gd name="T3" fmla="*/ 394 h 450"/>
                  <a:gd name="T4" fmla="*/ 796 w 834"/>
                  <a:gd name="T5" fmla="*/ 398 h 450"/>
                  <a:gd name="T6" fmla="*/ 834 w 834"/>
                  <a:gd name="T7" fmla="*/ 359 h 450"/>
                  <a:gd name="T8" fmla="*/ 796 w 834"/>
                  <a:gd name="T9" fmla="*/ 321 h 450"/>
                  <a:gd name="T10" fmla="*/ 705 w 834"/>
                  <a:gd name="T11" fmla="*/ 325 h 450"/>
                  <a:gd name="T12" fmla="*/ 599 w 834"/>
                  <a:gd name="T13" fmla="*/ 134 h 450"/>
                  <a:gd name="T14" fmla="*/ 651 w 834"/>
                  <a:gd name="T15" fmla="*/ 59 h 450"/>
                  <a:gd name="T16" fmla="*/ 639 w 834"/>
                  <a:gd name="T17" fmla="*/ 6 h 450"/>
                  <a:gd name="T18" fmla="*/ 618 w 834"/>
                  <a:gd name="T19" fmla="*/ 0 h 450"/>
                  <a:gd name="T20" fmla="*/ 585 w 834"/>
                  <a:gd name="T21" fmla="*/ 18 h 450"/>
                  <a:gd name="T22" fmla="*/ 541 w 834"/>
                  <a:gd name="T23" fmla="*/ 98 h 450"/>
                  <a:gd name="T24" fmla="*/ 417 w 834"/>
                  <a:gd name="T25" fmla="*/ 70 h 450"/>
                  <a:gd name="T26" fmla="*/ 294 w 834"/>
                  <a:gd name="T27" fmla="*/ 98 h 450"/>
                  <a:gd name="T28" fmla="*/ 250 w 834"/>
                  <a:gd name="T29" fmla="*/ 18 h 450"/>
                  <a:gd name="T30" fmla="*/ 217 w 834"/>
                  <a:gd name="T31" fmla="*/ 0 h 450"/>
                  <a:gd name="T32" fmla="*/ 196 w 834"/>
                  <a:gd name="T33" fmla="*/ 6 h 450"/>
                  <a:gd name="T34" fmla="*/ 184 w 834"/>
                  <a:gd name="T35" fmla="*/ 59 h 450"/>
                  <a:gd name="T36" fmla="*/ 236 w 834"/>
                  <a:gd name="T37" fmla="*/ 134 h 450"/>
                  <a:gd name="T38" fmla="*/ 130 w 834"/>
                  <a:gd name="T39" fmla="*/ 325 h 450"/>
                  <a:gd name="T40" fmla="*/ 39 w 834"/>
                  <a:gd name="T41" fmla="*/ 321 h 450"/>
                  <a:gd name="T42" fmla="*/ 0 w 834"/>
                  <a:gd name="T43" fmla="*/ 359 h 450"/>
                  <a:gd name="T44" fmla="*/ 39 w 834"/>
                  <a:gd name="T45" fmla="*/ 398 h 450"/>
                  <a:gd name="T46" fmla="*/ 130 w 834"/>
                  <a:gd name="T47" fmla="*/ 394 h 450"/>
                  <a:gd name="T48" fmla="*/ 135 w 834"/>
                  <a:gd name="T49" fmla="*/ 426 h 450"/>
                  <a:gd name="T50" fmla="*/ 169 w 834"/>
                  <a:gd name="T51" fmla="*/ 447 h 450"/>
                  <a:gd name="T52" fmla="*/ 190 w 834"/>
                  <a:gd name="T53" fmla="*/ 413 h 450"/>
                  <a:gd name="T54" fmla="*/ 184 w 834"/>
                  <a:gd name="T55" fmla="*/ 360 h 450"/>
                  <a:gd name="T56" fmla="*/ 417 w 834"/>
                  <a:gd name="T57" fmla="*/ 126 h 450"/>
                  <a:gd name="T58" fmla="*/ 651 w 834"/>
                  <a:gd name="T59" fmla="*/ 360 h 450"/>
                  <a:gd name="T60" fmla="*/ 646 w 834"/>
                  <a:gd name="T61" fmla="*/ 407 h 450"/>
                  <a:gd name="T62" fmla="*/ 668 w 834"/>
                  <a:gd name="T63" fmla="*/ 440 h 450"/>
                  <a:gd name="T64" fmla="*/ 701 w 834"/>
                  <a:gd name="T65" fmla="*/ 418 h 4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834" h="450">
                    <a:moveTo>
                      <a:pt x="701" y="418"/>
                    </a:moveTo>
                    <a:cubicBezTo>
                      <a:pt x="703" y="410"/>
                      <a:pt x="704" y="402"/>
                      <a:pt x="705" y="394"/>
                    </a:cubicBezTo>
                    <a:lnTo>
                      <a:pt x="796" y="398"/>
                    </a:lnTo>
                    <a:cubicBezTo>
                      <a:pt x="817" y="398"/>
                      <a:pt x="834" y="381"/>
                      <a:pt x="834" y="359"/>
                    </a:cubicBezTo>
                    <a:cubicBezTo>
                      <a:pt x="834" y="338"/>
                      <a:pt x="817" y="321"/>
                      <a:pt x="796" y="321"/>
                    </a:cubicBezTo>
                    <a:lnTo>
                      <a:pt x="705" y="325"/>
                    </a:lnTo>
                    <a:cubicBezTo>
                      <a:pt x="696" y="248"/>
                      <a:pt x="656" y="180"/>
                      <a:pt x="599" y="134"/>
                    </a:cubicBezTo>
                    <a:lnTo>
                      <a:pt x="651" y="59"/>
                    </a:lnTo>
                    <a:cubicBezTo>
                      <a:pt x="662" y="41"/>
                      <a:pt x="657" y="17"/>
                      <a:pt x="639" y="6"/>
                    </a:cubicBezTo>
                    <a:cubicBezTo>
                      <a:pt x="632" y="2"/>
                      <a:pt x="625" y="0"/>
                      <a:pt x="618" y="0"/>
                    </a:cubicBezTo>
                    <a:cubicBezTo>
                      <a:pt x="605" y="0"/>
                      <a:pt x="592" y="7"/>
                      <a:pt x="585" y="18"/>
                    </a:cubicBezTo>
                    <a:lnTo>
                      <a:pt x="541" y="98"/>
                    </a:lnTo>
                    <a:cubicBezTo>
                      <a:pt x="503" y="80"/>
                      <a:pt x="462" y="70"/>
                      <a:pt x="417" y="70"/>
                    </a:cubicBezTo>
                    <a:cubicBezTo>
                      <a:pt x="373" y="70"/>
                      <a:pt x="331" y="80"/>
                      <a:pt x="294" y="98"/>
                    </a:cubicBezTo>
                    <a:lnTo>
                      <a:pt x="250" y="18"/>
                    </a:lnTo>
                    <a:cubicBezTo>
                      <a:pt x="242" y="7"/>
                      <a:pt x="230" y="0"/>
                      <a:pt x="217" y="0"/>
                    </a:cubicBezTo>
                    <a:cubicBezTo>
                      <a:pt x="210" y="0"/>
                      <a:pt x="203" y="2"/>
                      <a:pt x="196" y="6"/>
                    </a:cubicBezTo>
                    <a:cubicBezTo>
                      <a:pt x="178" y="17"/>
                      <a:pt x="173" y="41"/>
                      <a:pt x="184" y="59"/>
                    </a:cubicBezTo>
                    <a:lnTo>
                      <a:pt x="236" y="134"/>
                    </a:lnTo>
                    <a:cubicBezTo>
                      <a:pt x="179" y="180"/>
                      <a:pt x="139" y="248"/>
                      <a:pt x="130" y="325"/>
                    </a:cubicBezTo>
                    <a:lnTo>
                      <a:pt x="39" y="321"/>
                    </a:lnTo>
                    <a:cubicBezTo>
                      <a:pt x="18" y="321"/>
                      <a:pt x="0" y="338"/>
                      <a:pt x="0" y="359"/>
                    </a:cubicBezTo>
                    <a:cubicBezTo>
                      <a:pt x="0" y="381"/>
                      <a:pt x="18" y="398"/>
                      <a:pt x="39" y="398"/>
                    </a:cubicBezTo>
                    <a:lnTo>
                      <a:pt x="130" y="394"/>
                    </a:lnTo>
                    <a:cubicBezTo>
                      <a:pt x="131" y="405"/>
                      <a:pt x="133" y="415"/>
                      <a:pt x="135" y="426"/>
                    </a:cubicBezTo>
                    <a:cubicBezTo>
                      <a:pt x="140" y="444"/>
                      <a:pt x="155" y="450"/>
                      <a:pt x="169" y="447"/>
                    </a:cubicBezTo>
                    <a:cubicBezTo>
                      <a:pt x="181" y="444"/>
                      <a:pt x="194" y="432"/>
                      <a:pt x="190" y="413"/>
                    </a:cubicBezTo>
                    <a:cubicBezTo>
                      <a:pt x="187" y="396"/>
                      <a:pt x="184" y="378"/>
                      <a:pt x="184" y="360"/>
                    </a:cubicBezTo>
                    <a:cubicBezTo>
                      <a:pt x="184" y="231"/>
                      <a:pt x="289" y="126"/>
                      <a:pt x="417" y="126"/>
                    </a:cubicBezTo>
                    <a:cubicBezTo>
                      <a:pt x="546" y="126"/>
                      <a:pt x="651" y="231"/>
                      <a:pt x="651" y="360"/>
                    </a:cubicBezTo>
                    <a:cubicBezTo>
                      <a:pt x="651" y="375"/>
                      <a:pt x="649" y="391"/>
                      <a:pt x="646" y="407"/>
                    </a:cubicBezTo>
                    <a:cubicBezTo>
                      <a:pt x="643" y="424"/>
                      <a:pt x="655" y="437"/>
                      <a:pt x="668" y="440"/>
                    </a:cubicBezTo>
                    <a:cubicBezTo>
                      <a:pt x="684" y="443"/>
                      <a:pt x="699" y="431"/>
                      <a:pt x="701" y="418"/>
                    </a:cubicBezTo>
                    <a:close/>
                  </a:path>
                </a:pathLst>
              </a:custGeom>
              <a:solidFill>
                <a:schemeClr val="bg1"/>
              </a:solidFill>
              <a:ln w="9525">
                <a:solidFill>
                  <a:schemeClr val="tx1">
                    <a:lumMod val="85000"/>
                  </a:schemeClr>
                </a:solidFill>
                <a:round/>
                <a:headEnd/>
                <a:tailEnd/>
              </a:ln>
            </p:spPr>
            <p:txBody>
              <a:bodyPr vert="horz" wrap="square" lIns="35981" tIns="35981" rIns="35981" bIns="35981" numCol="1" anchor="t" anchorCtr="0" compatLnSpc="1">
                <a:prstTxWarp prst="textNoShape">
                  <a:avLst/>
                </a:prstTxWarp>
              </a:bodyPr>
              <a:lstStyle/>
              <a:p>
                <a:pPr defTabSz="913943">
                  <a:defRPr/>
                </a:pPr>
                <a:endParaRPr lang="en-US" sz="1799" dirty="0">
                  <a:solidFill>
                    <a:prstClr val="black"/>
                  </a:solidFill>
                  <a:latin typeface="Calibri" panose="020F0502020204030204"/>
                </a:endParaRPr>
              </a:p>
            </p:txBody>
          </p:sp>
        </p:grpSp>
      </p:grpSp>
      <p:graphicFrame>
        <p:nvGraphicFramePr>
          <p:cNvPr id="25" name="Table 24">
            <a:extLst>
              <a:ext uri="{FF2B5EF4-FFF2-40B4-BE49-F238E27FC236}">
                <a16:creationId xmlns:a16="http://schemas.microsoft.com/office/drawing/2014/main" id="{34A33F32-091C-C5BB-0C53-A4E549737A48}"/>
              </a:ext>
            </a:extLst>
          </p:cNvPr>
          <p:cNvGraphicFramePr>
            <a:graphicFrameLocks noGrp="1"/>
          </p:cNvGraphicFramePr>
          <p:nvPr>
            <p:extLst>
              <p:ext uri="{D42A27DB-BD31-4B8C-83A1-F6EECF244321}">
                <p14:modId xmlns:p14="http://schemas.microsoft.com/office/powerpoint/2010/main" val="1210036695"/>
              </p:ext>
            </p:extLst>
          </p:nvPr>
        </p:nvGraphicFramePr>
        <p:xfrm>
          <a:off x="330193" y="1679698"/>
          <a:ext cx="9068203" cy="429147"/>
        </p:xfrm>
        <a:graphic>
          <a:graphicData uri="http://schemas.openxmlformats.org/drawingml/2006/table">
            <a:tbl>
              <a:tblPr>
                <a:tableStyleId>{5C22544A-7EE6-4342-B048-85BDC9FD1C3A}</a:tableStyleId>
              </a:tblPr>
              <a:tblGrid>
                <a:gridCol w="2423902">
                  <a:extLst>
                    <a:ext uri="{9D8B030D-6E8A-4147-A177-3AD203B41FA5}">
                      <a16:colId xmlns:a16="http://schemas.microsoft.com/office/drawing/2014/main" val="3324479843"/>
                    </a:ext>
                  </a:extLst>
                </a:gridCol>
                <a:gridCol w="6644301">
                  <a:extLst>
                    <a:ext uri="{9D8B030D-6E8A-4147-A177-3AD203B41FA5}">
                      <a16:colId xmlns:a16="http://schemas.microsoft.com/office/drawing/2014/main" val="2514661359"/>
                    </a:ext>
                  </a:extLst>
                </a:gridCol>
              </a:tblGrid>
              <a:tr h="429147">
                <a:tc>
                  <a:txBody>
                    <a:bodyPr/>
                    <a:lstStyle/>
                    <a:p>
                      <a:pPr algn="ctr" fontAlgn="ctr"/>
                      <a:r>
                        <a:rPr lang="ar-LY" sz="1200" b="1" i="0" u="none" strike="noStrike" kern="1200" dirty="0">
                          <a:solidFill>
                            <a:schemeClr val="bg1"/>
                          </a:solidFill>
                          <a:effectLst/>
                          <a:latin typeface="Century Gothic" panose="020B0502020202020204" pitchFamily="34" charset="0"/>
                          <a:ea typeface="+mn-ea"/>
                          <a:cs typeface="+mn-cs"/>
                        </a:rPr>
                        <a:t>اهداف المشروع</a:t>
                      </a:r>
                      <a:endParaRPr lang="en-US" sz="1200" b="1" i="0" u="none" strike="noStrike" kern="1200" dirty="0">
                        <a:solidFill>
                          <a:schemeClr val="bg1"/>
                        </a:solidFill>
                        <a:effectLst/>
                        <a:latin typeface="Century Gothic" panose="020B0502020202020204" pitchFamily="34" charset="0"/>
                        <a:ea typeface="+mn-ea"/>
                        <a:cs typeface="+mn-cs"/>
                      </a:endParaRPr>
                    </a:p>
                  </a:txBody>
                  <a:tcPr marL="85725"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gradFill>
                      <a:gsLst>
                        <a:gs pos="0">
                          <a:srgbClr val="990099"/>
                        </a:gs>
                        <a:gs pos="100000">
                          <a:schemeClr val="accent2"/>
                        </a:gs>
                      </a:gsLst>
                      <a:lin ang="6600000" scaled="0"/>
                    </a:gradFill>
                  </a:tcPr>
                </a:tc>
                <a:tc>
                  <a:txBody>
                    <a:bodyPr/>
                    <a:lstStyle/>
                    <a:p>
                      <a:pPr algn="l" fontAlgn="ctr"/>
                      <a:endParaRPr lang="en-US" sz="1200" b="0" i="0" u="none" strike="noStrike" dirty="0">
                        <a:solidFill>
                          <a:schemeClr val="tx1"/>
                        </a:solidFill>
                        <a:effectLst/>
                        <a:latin typeface="Century Gothic" panose="020B0502020202020204" pitchFamily="34" charset="0"/>
                      </a:endParaRPr>
                    </a:p>
                  </a:txBody>
                  <a:tcPr marL="85725"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982813327"/>
                  </a:ext>
                </a:extLst>
              </a:tr>
            </a:tbl>
          </a:graphicData>
        </a:graphic>
      </p:graphicFrame>
      <p:sp>
        <p:nvSpPr>
          <p:cNvPr id="26" name="Rectangle 25">
            <a:extLst>
              <a:ext uri="{FF2B5EF4-FFF2-40B4-BE49-F238E27FC236}">
                <a16:creationId xmlns:a16="http://schemas.microsoft.com/office/drawing/2014/main" id="{DB6D822F-3332-3B4B-E02C-26EA5E9F525F}"/>
              </a:ext>
            </a:extLst>
          </p:cNvPr>
          <p:cNvSpPr/>
          <p:nvPr/>
        </p:nvSpPr>
        <p:spPr>
          <a:xfrm>
            <a:off x="330192" y="2118369"/>
            <a:ext cx="1136473" cy="2986445"/>
          </a:xfrm>
          <a:prstGeom prst="rect">
            <a:avLst/>
          </a:prstGeom>
          <a:gradFill>
            <a:gsLst>
              <a:gs pos="0">
                <a:srgbClr val="990099"/>
              </a:gs>
              <a:gs pos="100000">
                <a:schemeClr val="accent2"/>
              </a:gs>
            </a:gsLst>
            <a:lin ang="6600000" scaled="0"/>
          </a:gradFill>
          <a:ln w="9525">
            <a:solidFill>
              <a:schemeClr val="tx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bIns="503738" rtlCol="0" anchor="b" anchorCtr="0"/>
          <a:lstStyle/>
          <a:p>
            <a:pPr algn="ctr"/>
            <a:r>
              <a:rPr lang="ar-LY" sz="1399" b="1" dirty="0">
                <a:solidFill>
                  <a:schemeClr val="bg1"/>
                </a:solidFill>
              </a:rPr>
              <a:t>التفاصيل</a:t>
            </a:r>
            <a:endParaRPr lang="en-US" sz="1399" b="1" dirty="0">
              <a:solidFill>
                <a:schemeClr val="bg1"/>
              </a:solidFill>
            </a:endParaRPr>
          </a:p>
        </p:txBody>
      </p:sp>
      <p:sp>
        <p:nvSpPr>
          <p:cNvPr id="27" name="Rectangle 26">
            <a:extLst>
              <a:ext uri="{FF2B5EF4-FFF2-40B4-BE49-F238E27FC236}">
                <a16:creationId xmlns:a16="http://schemas.microsoft.com/office/drawing/2014/main" id="{F2DD598C-CDEB-AE6C-60A5-7833BCCE7379}"/>
              </a:ext>
            </a:extLst>
          </p:cNvPr>
          <p:cNvSpPr/>
          <p:nvPr/>
        </p:nvSpPr>
        <p:spPr>
          <a:xfrm>
            <a:off x="1466665" y="2118369"/>
            <a:ext cx="7937394" cy="2986445"/>
          </a:xfrm>
          <a:prstGeom prst="rect">
            <a:avLst/>
          </a:prstGeom>
          <a:noFill/>
          <a:ln w="9525">
            <a:solidFill>
              <a:schemeClr val="tx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35981" rIns="0" numCol="2" rtlCol="0" anchor="t" anchorCtr="0"/>
          <a:lstStyle/>
          <a:p>
            <a:pPr marL="360183" lvl="1" indent="-184058" eaLnBrk="0" fontAlgn="base" hangingPunct="0">
              <a:lnSpc>
                <a:spcPts val="1299"/>
              </a:lnSpc>
              <a:spcAft>
                <a:spcPts val="100"/>
              </a:spcAft>
              <a:buClr>
                <a:srgbClr val="7F3381"/>
              </a:buClr>
              <a:buSzPct val="75000"/>
              <a:buFont typeface="Arial" panose="020B0604020202020204" pitchFamily="34" charset="0"/>
              <a:buChar char="•"/>
            </a:pPr>
            <a:endParaRPr lang="en-US" sz="1049" dirty="0">
              <a:solidFill>
                <a:srgbClr val="2E2E38"/>
              </a:solidFill>
              <a:cs typeface="Arial" pitchFamily="34" charset="0"/>
            </a:endParaRPr>
          </a:p>
        </p:txBody>
      </p:sp>
      <p:grpSp>
        <p:nvGrpSpPr>
          <p:cNvPr id="28" name="Group 27">
            <a:extLst>
              <a:ext uri="{FF2B5EF4-FFF2-40B4-BE49-F238E27FC236}">
                <a16:creationId xmlns:a16="http://schemas.microsoft.com/office/drawing/2014/main" id="{D68A6AC8-694E-04E8-1E3F-DD0946F9C25A}"/>
              </a:ext>
            </a:extLst>
          </p:cNvPr>
          <p:cNvGrpSpPr/>
          <p:nvPr/>
        </p:nvGrpSpPr>
        <p:grpSpPr>
          <a:xfrm>
            <a:off x="9404059" y="2131154"/>
            <a:ext cx="2452085" cy="809578"/>
            <a:chOff x="9484876" y="2343114"/>
            <a:chExt cx="2119449" cy="810000"/>
          </a:xfrm>
        </p:grpSpPr>
        <p:sp>
          <p:nvSpPr>
            <p:cNvPr id="29" name="Rectangle 28">
              <a:extLst>
                <a:ext uri="{FF2B5EF4-FFF2-40B4-BE49-F238E27FC236}">
                  <a16:creationId xmlns:a16="http://schemas.microsoft.com/office/drawing/2014/main" id="{BC6B1BBD-9752-C931-1C09-EBFA0563BA7C}"/>
                </a:ext>
              </a:extLst>
            </p:cNvPr>
            <p:cNvSpPr/>
            <p:nvPr/>
          </p:nvSpPr>
          <p:spPr>
            <a:xfrm>
              <a:off x="9484876" y="2343114"/>
              <a:ext cx="1007810" cy="810000"/>
            </a:xfrm>
            <a:prstGeom prst="rect">
              <a:avLst/>
            </a:prstGeom>
            <a:gradFill>
              <a:gsLst>
                <a:gs pos="0">
                  <a:srgbClr val="990099"/>
                </a:gs>
                <a:gs pos="100000">
                  <a:schemeClr val="accent2"/>
                </a:gs>
              </a:gsLst>
              <a:lin ang="6600000" scaled="0"/>
            </a:gradFill>
            <a:ln w="9525">
              <a:solidFill>
                <a:schemeClr val="tx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35981" tIns="35981" rIns="35981" bIns="35981" rtlCol="0" anchor="b" anchorCtr="0"/>
            <a:lstStyle/>
            <a:p>
              <a:pPr algn="ctr"/>
              <a:r>
                <a:rPr lang="ar-LY" sz="1200" b="1" dirty="0">
                  <a:solidFill>
                    <a:schemeClr val="bg1"/>
                  </a:solidFill>
                </a:rPr>
                <a:t>الهدف الرئيسي</a:t>
              </a:r>
              <a:endParaRPr lang="en-US" sz="1200" b="1" dirty="0">
                <a:solidFill>
                  <a:schemeClr val="bg1"/>
                </a:solidFill>
              </a:endParaRPr>
            </a:p>
          </p:txBody>
        </p:sp>
        <p:sp>
          <p:nvSpPr>
            <p:cNvPr id="30" name="Rectangle 29">
              <a:extLst>
                <a:ext uri="{FF2B5EF4-FFF2-40B4-BE49-F238E27FC236}">
                  <a16:creationId xmlns:a16="http://schemas.microsoft.com/office/drawing/2014/main" id="{FA3438F1-CC17-9329-5665-7B82FEF26857}"/>
                </a:ext>
              </a:extLst>
            </p:cNvPr>
            <p:cNvSpPr/>
            <p:nvPr/>
          </p:nvSpPr>
          <p:spPr>
            <a:xfrm>
              <a:off x="10492686" y="2343114"/>
              <a:ext cx="1111639" cy="810000"/>
            </a:xfrm>
            <a:prstGeom prst="rect">
              <a:avLst/>
            </a:prstGeom>
            <a:solidFill>
              <a:schemeClr val="tx2"/>
            </a:solidFill>
            <a:ln w="9525">
              <a:solidFill>
                <a:schemeClr val="tx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35981" tIns="35981" rIns="35981" bIns="35981" rtlCol="0" anchor="ctr" anchorCtr="0"/>
            <a:lstStyle/>
            <a:p>
              <a:pPr algn="ctr"/>
              <a:endParaRPr lang="en-US" sz="1099" b="1" dirty="0">
                <a:solidFill>
                  <a:schemeClr val="bg1"/>
                </a:solidFill>
              </a:endParaRPr>
            </a:p>
          </p:txBody>
        </p:sp>
        <p:sp>
          <p:nvSpPr>
            <p:cNvPr id="31" name="Target2" descr="{&quot;Key&quot;:&quot;POWER_USER_SHAPE_ICON&quot;,&quot;Value&quot;:&quot;POWER_USER_SHAPE_ICON_STYLE_1&quot;}">
              <a:extLst>
                <a:ext uri="{FF2B5EF4-FFF2-40B4-BE49-F238E27FC236}">
                  <a16:creationId xmlns:a16="http://schemas.microsoft.com/office/drawing/2014/main" id="{5054FA86-DD55-3BCF-3B5C-4B2191CBDB41}"/>
                </a:ext>
              </a:extLst>
            </p:cNvPr>
            <p:cNvSpPr>
              <a:spLocks noChangeAspect="1" noEditPoints="1"/>
            </p:cNvSpPr>
            <p:nvPr>
              <p:custDataLst>
                <p:tags r:id="rId2"/>
              </p:custDataLst>
            </p:nvPr>
          </p:nvSpPr>
          <p:spPr bwMode="auto">
            <a:xfrm>
              <a:off x="9655929" y="2459025"/>
              <a:ext cx="540000" cy="393053"/>
            </a:xfrm>
            <a:custGeom>
              <a:avLst/>
              <a:gdLst>
                <a:gd name="T0" fmla="*/ 297 w 980"/>
                <a:gd name="T1" fmla="*/ 214 h 713"/>
                <a:gd name="T2" fmla="*/ 620 w 980"/>
                <a:gd name="T3" fmla="*/ 51 h 713"/>
                <a:gd name="T4" fmla="*/ 620 w 980"/>
                <a:gd name="T5" fmla="*/ 663 h 713"/>
                <a:gd name="T6" fmla="*/ 329 w 980"/>
                <a:gd name="T7" fmla="*/ 260 h 713"/>
                <a:gd name="T8" fmla="*/ 267 w 980"/>
                <a:gd name="T9" fmla="*/ 356 h 713"/>
                <a:gd name="T10" fmla="*/ 980 w 980"/>
                <a:gd name="T11" fmla="*/ 356 h 713"/>
                <a:gd name="T12" fmla="*/ 22 w 980"/>
                <a:gd name="T13" fmla="*/ 76 h 713"/>
                <a:gd name="T14" fmla="*/ 0 w 980"/>
                <a:gd name="T15" fmla="*/ 142 h 713"/>
                <a:gd name="T16" fmla="*/ 94 w 980"/>
                <a:gd name="T17" fmla="*/ 164 h 713"/>
                <a:gd name="T18" fmla="*/ 593 w 980"/>
                <a:gd name="T19" fmla="*/ 357 h 713"/>
                <a:gd name="T20" fmla="*/ 587 w 980"/>
                <a:gd name="T21" fmla="*/ 394 h 713"/>
                <a:gd name="T22" fmla="*/ 617 w 980"/>
                <a:gd name="T23" fmla="*/ 291 h 713"/>
                <a:gd name="T24" fmla="*/ 603 w 980"/>
                <a:gd name="T25" fmla="*/ 334 h 713"/>
                <a:gd name="T26" fmla="*/ 107 w 980"/>
                <a:gd name="T27" fmla="*/ 142 h 713"/>
                <a:gd name="T28" fmla="*/ 22 w 980"/>
                <a:gd name="T29" fmla="*/ 76 h 713"/>
                <a:gd name="T30" fmla="*/ 379 w 980"/>
                <a:gd name="T31" fmla="*/ 246 h 713"/>
                <a:gd name="T32" fmla="*/ 620 w 980"/>
                <a:gd name="T33" fmla="*/ 144 h 713"/>
                <a:gd name="T34" fmla="*/ 620 w 980"/>
                <a:gd name="T35" fmla="*/ 569 h 713"/>
                <a:gd name="T36" fmla="*/ 417 w 980"/>
                <a:gd name="T37" fmla="*/ 291 h 713"/>
                <a:gd name="T38" fmla="*/ 355 w 980"/>
                <a:gd name="T39" fmla="*/ 356 h 713"/>
                <a:gd name="T40" fmla="*/ 885 w 980"/>
                <a:gd name="T41" fmla="*/ 356 h 713"/>
                <a:gd name="T42" fmla="*/ 620 w 980"/>
                <a:gd name="T43" fmla="*/ 181 h 713"/>
                <a:gd name="T44" fmla="*/ 512 w 980"/>
                <a:gd name="T45" fmla="*/ 298 h 713"/>
                <a:gd name="T46" fmla="*/ 743 w 980"/>
                <a:gd name="T47" fmla="*/ 356 h 713"/>
                <a:gd name="T48" fmla="*/ 497 w 980"/>
                <a:gd name="T49" fmla="*/ 356 h 713"/>
                <a:gd name="T50" fmla="*/ 452 w 980"/>
                <a:gd name="T51" fmla="*/ 305 h 713"/>
                <a:gd name="T52" fmla="*/ 620 w 980"/>
                <a:gd name="T53" fmla="*/ 532 h 713"/>
                <a:gd name="T54" fmla="*/ 620 w 980"/>
                <a:gd name="T55" fmla="*/ 181 h 713"/>
                <a:gd name="T56" fmla="*/ 548 w 980"/>
                <a:gd name="T57" fmla="*/ 310 h 713"/>
                <a:gd name="T58" fmla="*/ 615 w 980"/>
                <a:gd name="T59" fmla="*/ 287 h 713"/>
                <a:gd name="T60" fmla="*/ 618 w 980"/>
                <a:gd name="T61" fmla="*/ 286 h 713"/>
                <a:gd name="T62" fmla="*/ 663 w 980"/>
                <a:gd name="T63" fmla="*/ 357 h 713"/>
                <a:gd name="T64" fmla="*/ 585 w 980"/>
                <a:gd name="T65" fmla="*/ 399 h 713"/>
                <a:gd name="T66" fmla="*/ 583 w 980"/>
                <a:gd name="T67" fmla="*/ 397 h 713"/>
                <a:gd name="T68" fmla="*/ 537 w 980"/>
                <a:gd name="T69" fmla="*/ 338 h 713"/>
                <a:gd name="T70" fmla="*/ 620 w 980"/>
                <a:gd name="T71" fmla="*/ 442 h 713"/>
                <a:gd name="T72" fmla="*/ 620 w 980"/>
                <a:gd name="T73" fmla="*/ 271 h 7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980" h="713">
                  <a:moveTo>
                    <a:pt x="624" y="0"/>
                  </a:moveTo>
                  <a:cubicBezTo>
                    <a:pt x="478" y="0"/>
                    <a:pt x="352" y="88"/>
                    <a:pt x="297" y="214"/>
                  </a:cubicBezTo>
                  <a:lnTo>
                    <a:pt x="341" y="231"/>
                  </a:lnTo>
                  <a:cubicBezTo>
                    <a:pt x="389" y="125"/>
                    <a:pt x="496" y="51"/>
                    <a:pt x="620" y="51"/>
                  </a:cubicBezTo>
                  <a:cubicBezTo>
                    <a:pt x="788" y="51"/>
                    <a:pt x="926" y="188"/>
                    <a:pt x="926" y="356"/>
                  </a:cubicBezTo>
                  <a:cubicBezTo>
                    <a:pt x="926" y="525"/>
                    <a:pt x="788" y="663"/>
                    <a:pt x="620" y="663"/>
                  </a:cubicBezTo>
                  <a:cubicBezTo>
                    <a:pt x="451" y="663"/>
                    <a:pt x="314" y="525"/>
                    <a:pt x="314" y="356"/>
                  </a:cubicBezTo>
                  <a:cubicBezTo>
                    <a:pt x="314" y="322"/>
                    <a:pt x="318" y="291"/>
                    <a:pt x="329" y="260"/>
                  </a:cubicBezTo>
                  <a:lnTo>
                    <a:pt x="286" y="243"/>
                  </a:lnTo>
                  <a:cubicBezTo>
                    <a:pt x="273" y="279"/>
                    <a:pt x="267" y="316"/>
                    <a:pt x="267" y="356"/>
                  </a:cubicBezTo>
                  <a:cubicBezTo>
                    <a:pt x="267" y="553"/>
                    <a:pt x="427" y="713"/>
                    <a:pt x="624" y="713"/>
                  </a:cubicBezTo>
                  <a:cubicBezTo>
                    <a:pt x="821" y="713"/>
                    <a:pt x="980" y="553"/>
                    <a:pt x="980" y="356"/>
                  </a:cubicBezTo>
                  <a:cubicBezTo>
                    <a:pt x="980" y="160"/>
                    <a:pt x="821" y="0"/>
                    <a:pt x="624" y="0"/>
                  </a:cubicBezTo>
                  <a:close/>
                  <a:moveTo>
                    <a:pt x="22" y="76"/>
                  </a:moveTo>
                  <a:cubicBezTo>
                    <a:pt x="56" y="114"/>
                    <a:pt x="60" y="134"/>
                    <a:pt x="60" y="134"/>
                  </a:cubicBezTo>
                  <a:cubicBezTo>
                    <a:pt x="60" y="134"/>
                    <a:pt x="48" y="140"/>
                    <a:pt x="0" y="142"/>
                  </a:cubicBezTo>
                  <a:cubicBezTo>
                    <a:pt x="0" y="142"/>
                    <a:pt x="50" y="172"/>
                    <a:pt x="77" y="172"/>
                  </a:cubicBezTo>
                  <a:cubicBezTo>
                    <a:pt x="83" y="172"/>
                    <a:pt x="94" y="164"/>
                    <a:pt x="94" y="164"/>
                  </a:cubicBezTo>
                  <a:lnTo>
                    <a:pt x="591" y="356"/>
                  </a:lnTo>
                  <a:lnTo>
                    <a:pt x="593" y="357"/>
                  </a:lnTo>
                  <a:lnTo>
                    <a:pt x="598" y="359"/>
                  </a:lnTo>
                  <a:lnTo>
                    <a:pt x="587" y="394"/>
                  </a:lnTo>
                  <a:lnTo>
                    <a:pt x="658" y="356"/>
                  </a:lnTo>
                  <a:lnTo>
                    <a:pt x="617" y="291"/>
                  </a:lnTo>
                  <a:lnTo>
                    <a:pt x="603" y="333"/>
                  </a:lnTo>
                  <a:lnTo>
                    <a:pt x="603" y="334"/>
                  </a:lnTo>
                  <a:cubicBezTo>
                    <a:pt x="601" y="334"/>
                    <a:pt x="602" y="334"/>
                    <a:pt x="602" y="334"/>
                  </a:cubicBezTo>
                  <a:lnTo>
                    <a:pt x="107" y="142"/>
                  </a:lnTo>
                  <a:cubicBezTo>
                    <a:pt x="107" y="142"/>
                    <a:pt x="101" y="121"/>
                    <a:pt x="93" y="113"/>
                  </a:cubicBezTo>
                  <a:cubicBezTo>
                    <a:pt x="75" y="94"/>
                    <a:pt x="22" y="76"/>
                    <a:pt x="22" y="76"/>
                  </a:cubicBezTo>
                  <a:close/>
                  <a:moveTo>
                    <a:pt x="620" y="92"/>
                  </a:moveTo>
                  <a:cubicBezTo>
                    <a:pt x="513" y="92"/>
                    <a:pt x="421" y="155"/>
                    <a:pt x="379" y="246"/>
                  </a:cubicBezTo>
                  <a:lnTo>
                    <a:pt x="428" y="265"/>
                  </a:lnTo>
                  <a:cubicBezTo>
                    <a:pt x="462" y="194"/>
                    <a:pt x="535" y="144"/>
                    <a:pt x="620" y="144"/>
                  </a:cubicBezTo>
                  <a:cubicBezTo>
                    <a:pt x="737" y="144"/>
                    <a:pt x="832" y="239"/>
                    <a:pt x="832" y="356"/>
                  </a:cubicBezTo>
                  <a:cubicBezTo>
                    <a:pt x="832" y="474"/>
                    <a:pt x="737" y="569"/>
                    <a:pt x="620" y="569"/>
                  </a:cubicBezTo>
                  <a:cubicBezTo>
                    <a:pt x="503" y="569"/>
                    <a:pt x="407" y="474"/>
                    <a:pt x="407" y="356"/>
                  </a:cubicBezTo>
                  <a:cubicBezTo>
                    <a:pt x="407" y="333"/>
                    <a:pt x="410" y="312"/>
                    <a:pt x="417" y="291"/>
                  </a:cubicBezTo>
                  <a:lnTo>
                    <a:pt x="369" y="273"/>
                  </a:lnTo>
                  <a:cubicBezTo>
                    <a:pt x="360" y="300"/>
                    <a:pt x="355" y="327"/>
                    <a:pt x="355" y="356"/>
                  </a:cubicBezTo>
                  <a:cubicBezTo>
                    <a:pt x="355" y="503"/>
                    <a:pt x="474" y="621"/>
                    <a:pt x="620" y="621"/>
                  </a:cubicBezTo>
                  <a:cubicBezTo>
                    <a:pt x="766" y="621"/>
                    <a:pt x="885" y="503"/>
                    <a:pt x="885" y="356"/>
                  </a:cubicBezTo>
                  <a:cubicBezTo>
                    <a:pt x="885" y="210"/>
                    <a:pt x="766" y="92"/>
                    <a:pt x="620" y="92"/>
                  </a:cubicBezTo>
                  <a:close/>
                  <a:moveTo>
                    <a:pt x="620" y="181"/>
                  </a:moveTo>
                  <a:cubicBezTo>
                    <a:pt x="551" y="181"/>
                    <a:pt x="492" y="221"/>
                    <a:pt x="463" y="278"/>
                  </a:cubicBezTo>
                  <a:lnTo>
                    <a:pt x="512" y="298"/>
                  </a:lnTo>
                  <a:cubicBezTo>
                    <a:pt x="533" y="260"/>
                    <a:pt x="573" y="234"/>
                    <a:pt x="620" y="234"/>
                  </a:cubicBezTo>
                  <a:cubicBezTo>
                    <a:pt x="687" y="234"/>
                    <a:pt x="743" y="289"/>
                    <a:pt x="743" y="356"/>
                  </a:cubicBezTo>
                  <a:cubicBezTo>
                    <a:pt x="743" y="424"/>
                    <a:pt x="687" y="479"/>
                    <a:pt x="620" y="479"/>
                  </a:cubicBezTo>
                  <a:cubicBezTo>
                    <a:pt x="552" y="479"/>
                    <a:pt x="497" y="424"/>
                    <a:pt x="497" y="356"/>
                  </a:cubicBezTo>
                  <a:cubicBezTo>
                    <a:pt x="497" y="345"/>
                    <a:pt x="498" y="335"/>
                    <a:pt x="501" y="324"/>
                  </a:cubicBezTo>
                  <a:lnTo>
                    <a:pt x="452" y="305"/>
                  </a:lnTo>
                  <a:cubicBezTo>
                    <a:pt x="447" y="322"/>
                    <a:pt x="444" y="338"/>
                    <a:pt x="444" y="356"/>
                  </a:cubicBezTo>
                  <a:cubicBezTo>
                    <a:pt x="444" y="453"/>
                    <a:pt x="523" y="532"/>
                    <a:pt x="620" y="532"/>
                  </a:cubicBezTo>
                  <a:cubicBezTo>
                    <a:pt x="716" y="532"/>
                    <a:pt x="795" y="453"/>
                    <a:pt x="795" y="356"/>
                  </a:cubicBezTo>
                  <a:cubicBezTo>
                    <a:pt x="795" y="260"/>
                    <a:pt x="716" y="181"/>
                    <a:pt x="620" y="181"/>
                  </a:cubicBezTo>
                  <a:close/>
                  <a:moveTo>
                    <a:pt x="620" y="271"/>
                  </a:moveTo>
                  <a:cubicBezTo>
                    <a:pt x="590" y="271"/>
                    <a:pt x="564" y="287"/>
                    <a:pt x="548" y="310"/>
                  </a:cubicBezTo>
                  <a:lnTo>
                    <a:pt x="600" y="330"/>
                  </a:lnTo>
                  <a:lnTo>
                    <a:pt x="615" y="287"/>
                  </a:lnTo>
                  <a:lnTo>
                    <a:pt x="616" y="283"/>
                  </a:lnTo>
                  <a:lnTo>
                    <a:pt x="618" y="286"/>
                  </a:lnTo>
                  <a:lnTo>
                    <a:pt x="662" y="356"/>
                  </a:lnTo>
                  <a:lnTo>
                    <a:pt x="663" y="357"/>
                  </a:lnTo>
                  <a:lnTo>
                    <a:pt x="662" y="358"/>
                  </a:lnTo>
                  <a:lnTo>
                    <a:pt x="585" y="399"/>
                  </a:lnTo>
                  <a:lnTo>
                    <a:pt x="581" y="401"/>
                  </a:lnTo>
                  <a:lnTo>
                    <a:pt x="583" y="397"/>
                  </a:lnTo>
                  <a:lnTo>
                    <a:pt x="594" y="360"/>
                  </a:lnTo>
                  <a:lnTo>
                    <a:pt x="537" y="338"/>
                  </a:lnTo>
                  <a:cubicBezTo>
                    <a:pt x="535" y="344"/>
                    <a:pt x="535" y="350"/>
                    <a:pt x="535" y="356"/>
                  </a:cubicBezTo>
                  <a:cubicBezTo>
                    <a:pt x="535" y="403"/>
                    <a:pt x="573" y="442"/>
                    <a:pt x="620" y="442"/>
                  </a:cubicBezTo>
                  <a:cubicBezTo>
                    <a:pt x="667" y="442"/>
                    <a:pt x="705" y="403"/>
                    <a:pt x="705" y="356"/>
                  </a:cubicBezTo>
                  <a:cubicBezTo>
                    <a:pt x="705" y="309"/>
                    <a:pt x="667" y="271"/>
                    <a:pt x="620" y="271"/>
                  </a:cubicBezTo>
                  <a:close/>
                </a:path>
              </a:pathLst>
            </a:custGeom>
            <a:solidFill>
              <a:schemeClr val="bg1"/>
            </a:solidFill>
            <a:ln w="0">
              <a:solidFill>
                <a:schemeClr val="tx1">
                  <a:lumMod val="85000"/>
                </a:schemeClr>
              </a:solidFill>
              <a:prstDash val="solid"/>
              <a:round/>
              <a:headEnd/>
              <a:tailEnd/>
            </a:ln>
          </p:spPr>
          <p:txBody>
            <a:bodyPr vert="horz" wrap="square" lIns="35981" tIns="35981" rIns="35981" bIns="35981" numCol="1" anchor="t" anchorCtr="0" compatLnSpc="1">
              <a:prstTxWarp prst="textNoShape">
                <a:avLst/>
              </a:prstTxWarp>
            </a:bodyPr>
            <a:lstStyle/>
            <a:p>
              <a:pPr defTabSz="913943">
                <a:defRPr/>
              </a:pPr>
              <a:endParaRPr lang="en-US" sz="1799" dirty="0">
                <a:solidFill>
                  <a:prstClr val="black"/>
                </a:solidFill>
                <a:latin typeface="Calibri" panose="020F0502020204030204"/>
              </a:endParaRPr>
            </a:p>
          </p:txBody>
        </p:sp>
      </p:grpSp>
      <p:sp>
        <p:nvSpPr>
          <p:cNvPr id="33" name="Rectangle 32">
            <a:extLst>
              <a:ext uri="{FF2B5EF4-FFF2-40B4-BE49-F238E27FC236}">
                <a16:creationId xmlns:a16="http://schemas.microsoft.com/office/drawing/2014/main" id="{C8F1A440-13C5-2749-5A87-9831DA5EAB40}"/>
              </a:ext>
            </a:extLst>
          </p:cNvPr>
          <p:cNvSpPr/>
          <p:nvPr/>
        </p:nvSpPr>
        <p:spPr>
          <a:xfrm>
            <a:off x="10572732" y="2131154"/>
            <a:ext cx="626193" cy="39284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1FC982CC-CB76-DF82-2240-5B380DA7E55D}"/>
              </a:ext>
            </a:extLst>
          </p:cNvPr>
          <p:cNvSpPr/>
          <p:nvPr/>
        </p:nvSpPr>
        <p:spPr>
          <a:xfrm>
            <a:off x="10572732" y="2542517"/>
            <a:ext cx="626193" cy="39284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86C9FF41-54CB-2125-354D-4BEA7481CCBC}"/>
              </a:ext>
            </a:extLst>
          </p:cNvPr>
          <p:cNvSpPr/>
          <p:nvPr/>
        </p:nvSpPr>
        <p:spPr>
          <a:xfrm>
            <a:off x="11229952" y="2131154"/>
            <a:ext cx="626193" cy="39284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A1DC278B-A910-9DBC-FDB9-51A6E0268A2D}"/>
              </a:ext>
            </a:extLst>
          </p:cNvPr>
          <p:cNvSpPr/>
          <p:nvPr/>
        </p:nvSpPr>
        <p:spPr>
          <a:xfrm>
            <a:off x="11229952" y="2542517"/>
            <a:ext cx="626193" cy="39284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1F11681D-D199-E6BB-9EEC-C2635405044F}"/>
              </a:ext>
            </a:extLst>
          </p:cNvPr>
          <p:cNvSpPr/>
          <p:nvPr/>
        </p:nvSpPr>
        <p:spPr>
          <a:xfrm>
            <a:off x="9401378" y="2989760"/>
            <a:ext cx="890645" cy="1656794"/>
          </a:xfrm>
          <a:prstGeom prst="rect">
            <a:avLst/>
          </a:prstGeom>
          <a:gradFill>
            <a:gsLst>
              <a:gs pos="0">
                <a:srgbClr val="990099"/>
              </a:gs>
              <a:gs pos="100000">
                <a:schemeClr val="accent2"/>
              </a:gs>
            </a:gsLst>
            <a:lin ang="2160000" scaled="0"/>
          </a:gradFill>
          <a:ln w="9525">
            <a:solidFill>
              <a:schemeClr val="tx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vert="vert270" lIns="35981" tIns="35981" rIns="35981" bIns="35981" rtlCol="0" anchor="t" anchorCtr="0"/>
          <a:lstStyle/>
          <a:p>
            <a:pPr algn="ctr"/>
            <a:r>
              <a:rPr lang="ar-LY" sz="1399" b="1" dirty="0">
                <a:solidFill>
                  <a:schemeClr val="bg1"/>
                </a:solidFill>
              </a:rPr>
              <a:t>الموارد</a:t>
            </a:r>
            <a:endParaRPr lang="en-US" sz="1399" b="1" dirty="0">
              <a:solidFill>
                <a:schemeClr val="bg1"/>
              </a:solidFill>
            </a:endParaRPr>
          </a:p>
        </p:txBody>
      </p:sp>
      <p:sp>
        <p:nvSpPr>
          <p:cNvPr id="41" name="Rectangle 40">
            <a:extLst>
              <a:ext uri="{FF2B5EF4-FFF2-40B4-BE49-F238E27FC236}">
                <a16:creationId xmlns:a16="http://schemas.microsoft.com/office/drawing/2014/main" id="{9A77ACFA-A01A-582C-431D-BB0E6730CBD2}"/>
              </a:ext>
            </a:extLst>
          </p:cNvPr>
          <p:cNvSpPr/>
          <p:nvPr/>
        </p:nvSpPr>
        <p:spPr>
          <a:xfrm>
            <a:off x="10408665" y="2989761"/>
            <a:ext cx="1447479" cy="395794"/>
          </a:xfrm>
          <a:prstGeom prst="rect">
            <a:avLst/>
          </a:prstGeom>
          <a:solidFill>
            <a:schemeClr val="tx2"/>
          </a:solidFill>
          <a:ln w="9525">
            <a:solidFill>
              <a:schemeClr val="tx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35981" tIns="35981" rIns="35981" bIns="35981" rtlCol="0" anchor="ctr" anchorCtr="0"/>
          <a:lstStyle/>
          <a:p>
            <a:endParaRPr lang="en-US" sz="999" dirty="0">
              <a:solidFill>
                <a:schemeClr val="bg1"/>
              </a:solidFill>
            </a:endParaRPr>
          </a:p>
        </p:txBody>
      </p:sp>
      <p:sp>
        <p:nvSpPr>
          <p:cNvPr id="43" name="Rectangle 42">
            <a:extLst>
              <a:ext uri="{FF2B5EF4-FFF2-40B4-BE49-F238E27FC236}">
                <a16:creationId xmlns:a16="http://schemas.microsoft.com/office/drawing/2014/main" id="{CFD79069-9E56-42FE-0D04-BE3E5C897427}"/>
              </a:ext>
            </a:extLst>
          </p:cNvPr>
          <p:cNvSpPr/>
          <p:nvPr/>
        </p:nvSpPr>
        <p:spPr>
          <a:xfrm>
            <a:off x="10112683" y="2989761"/>
            <a:ext cx="292097" cy="395794"/>
          </a:xfrm>
          <a:prstGeom prst="rect">
            <a:avLst/>
          </a:prstGeom>
          <a:solidFill>
            <a:schemeClr val="accent3"/>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nchorCtr="0"/>
          <a:lstStyle/>
          <a:p>
            <a:pPr algn="ctr"/>
            <a:r>
              <a:rPr lang="en-US" sz="999" dirty="0">
                <a:solidFill>
                  <a:schemeClr val="tx1"/>
                </a:solidFill>
              </a:rPr>
              <a:t>HR</a:t>
            </a:r>
          </a:p>
        </p:txBody>
      </p:sp>
      <p:sp>
        <p:nvSpPr>
          <p:cNvPr id="45" name="Rectangle 44">
            <a:extLst>
              <a:ext uri="{FF2B5EF4-FFF2-40B4-BE49-F238E27FC236}">
                <a16:creationId xmlns:a16="http://schemas.microsoft.com/office/drawing/2014/main" id="{01AB7C63-1A03-C027-C18C-9BA37FECB49B}"/>
              </a:ext>
            </a:extLst>
          </p:cNvPr>
          <p:cNvSpPr/>
          <p:nvPr/>
        </p:nvSpPr>
        <p:spPr>
          <a:xfrm>
            <a:off x="10408665" y="3405330"/>
            <a:ext cx="1447479" cy="395794"/>
          </a:xfrm>
          <a:prstGeom prst="rect">
            <a:avLst/>
          </a:prstGeom>
          <a:solidFill>
            <a:schemeClr val="tx2"/>
          </a:solidFill>
          <a:ln w="9525">
            <a:solidFill>
              <a:schemeClr val="tx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35981" tIns="35981" rIns="35981" bIns="35981" rtlCol="0" anchor="ctr" anchorCtr="0"/>
          <a:lstStyle/>
          <a:p>
            <a:endParaRPr lang="en-US" sz="999" dirty="0">
              <a:solidFill>
                <a:schemeClr val="bg1"/>
              </a:solidFill>
            </a:endParaRPr>
          </a:p>
        </p:txBody>
      </p:sp>
      <p:sp>
        <p:nvSpPr>
          <p:cNvPr id="46" name="Rectangle 45">
            <a:extLst>
              <a:ext uri="{FF2B5EF4-FFF2-40B4-BE49-F238E27FC236}">
                <a16:creationId xmlns:a16="http://schemas.microsoft.com/office/drawing/2014/main" id="{50637B3A-E860-C74E-7764-1AE5BA73FB5A}"/>
              </a:ext>
            </a:extLst>
          </p:cNvPr>
          <p:cNvSpPr/>
          <p:nvPr/>
        </p:nvSpPr>
        <p:spPr>
          <a:xfrm>
            <a:off x="10112683" y="3405330"/>
            <a:ext cx="292097" cy="395794"/>
          </a:xfrm>
          <a:prstGeom prst="rect">
            <a:avLst/>
          </a:prstGeom>
          <a:solidFill>
            <a:schemeClr val="accent3"/>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nchorCtr="0"/>
          <a:lstStyle/>
          <a:p>
            <a:pPr algn="ctr"/>
            <a:r>
              <a:rPr lang="en-US" sz="999" dirty="0">
                <a:solidFill>
                  <a:schemeClr val="tx1"/>
                </a:solidFill>
              </a:rPr>
              <a:t>FIN</a:t>
            </a:r>
          </a:p>
        </p:txBody>
      </p:sp>
      <p:sp>
        <p:nvSpPr>
          <p:cNvPr id="47" name="Rectangle 46">
            <a:extLst>
              <a:ext uri="{FF2B5EF4-FFF2-40B4-BE49-F238E27FC236}">
                <a16:creationId xmlns:a16="http://schemas.microsoft.com/office/drawing/2014/main" id="{66777BCF-4E47-8EBD-4746-9BEDD5E99388}"/>
              </a:ext>
            </a:extLst>
          </p:cNvPr>
          <p:cNvSpPr/>
          <p:nvPr/>
        </p:nvSpPr>
        <p:spPr>
          <a:xfrm>
            <a:off x="10401089" y="3824710"/>
            <a:ext cx="1447479" cy="395794"/>
          </a:xfrm>
          <a:prstGeom prst="rect">
            <a:avLst/>
          </a:prstGeom>
          <a:solidFill>
            <a:schemeClr val="tx2"/>
          </a:solidFill>
          <a:ln w="9525">
            <a:solidFill>
              <a:schemeClr val="tx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35981" tIns="35981" rIns="35981" bIns="35981" rtlCol="0" anchor="ctr" anchorCtr="0"/>
          <a:lstStyle/>
          <a:p>
            <a:endParaRPr lang="en-US" sz="999" dirty="0">
              <a:solidFill>
                <a:schemeClr val="bg1"/>
              </a:solidFill>
            </a:endParaRPr>
          </a:p>
        </p:txBody>
      </p:sp>
      <p:sp>
        <p:nvSpPr>
          <p:cNvPr id="48" name="Rectangle 47">
            <a:extLst>
              <a:ext uri="{FF2B5EF4-FFF2-40B4-BE49-F238E27FC236}">
                <a16:creationId xmlns:a16="http://schemas.microsoft.com/office/drawing/2014/main" id="{A2F111B0-6C4F-DDA0-28B3-9315B1521E9A}"/>
              </a:ext>
            </a:extLst>
          </p:cNvPr>
          <p:cNvSpPr/>
          <p:nvPr/>
        </p:nvSpPr>
        <p:spPr>
          <a:xfrm>
            <a:off x="10105107" y="3824710"/>
            <a:ext cx="292097" cy="395794"/>
          </a:xfrm>
          <a:prstGeom prst="rect">
            <a:avLst/>
          </a:prstGeom>
          <a:solidFill>
            <a:schemeClr val="accent3"/>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nchorCtr="0"/>
          <a:lstStyle/>
          <a:p>
            <a:pPr algn="ctr"/>
            <a:r>
              <a:rPr lang="en-US" sz="999" dirty="0">
                <a:solidFill>
                  <a:schemeClr val="tx1"/>
                </a:solidFill>
              </a:rPr>
              <a:t>TECH</a:t>
            </a:r>
          </a:p>
        </p:txBody>
      </p:sp>
      <p:sp>
        <p:nvSpPr>
          <p:cNvPr id="49" name="Rectangle 48">
            <a:extLst>
              <a:ext uri="{FF2B5EF4-FFF2-40B4-BE49-F238E27FC236}">
                <a16:creationId xmlns:a16="http://schemas.microsoft.com/office/drawing/2014/main" id="{F9825931-31E5-846F-93F8-8B369DD35542}"/>
              </a:ext>
            </a:extLst>
          </p:cNvPr>
          <p:cNvSpPr/>
          <p:nvPr/>
        </p:nvSpPr>
        <p:spPr>
          <a:xfrm>
            <a:off x="10408665" y="4250760"/>
            <a:ext cx="1447479" cy="395794"/>
          </a:xfrm>
          <a:prstGeom prst="rect">
            <a:avLst/>
          </a:prstGeom>
          <a:solidFill>
            <a:schemeClr val="tx2"/>
          </a:solidFill>
          <a:ln w="9525">
            <a:solidFill>
              <a:schemeClr val="tx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35981" tIns="35981" rIns="35981" bIns="35981" rtlCol="0" anchor="ctr" anchorCtr="0"/>
          <a:lstStyle/>
          <a:p>
            <a:endParaRPr lang="en-US" sz="999" dirty="0">
              <a:solidFill>
                <a:schemeClr val="bg1"/>
              </a:solidFill>
            </a:endParaRPr>
          </a:p>
        </p:txBody>
      </p:sp>
      <p:sp>
        <p:nvSpPr>
          <p:cNvPr id="50" name="Rectangle 49">
            <a:extLst>
              <a:ext uri="{FF2B5EF4-FFF2-40B4-BE49-F238E27FC236}">
                <a16:creationId xmlns:a16="http://schemas.microsoft.com/office/drawing/2014/main" id="{0C06D3C1-A6A9-02D9-A0D6-22BA8B2C7A8E}"/>
              </a:ext>
            </a:extLst>
          </p:cNvPr>
          <p:cNvSpPr/>
          <p:nvPr/>
        </p:nvSpPr>
        <p:spPr>
          <a:xfrm>
            <a:off x="10112683" y="4250760"/>
            <a:ext cx="292097" cy="395794"/>
          </a:xfrm>
          <a:prstGeom prst="rect">
            <a:avLst/>
          </a:prstGeom>
          <a:solidFill>
            <a:schemeClr val="accent3"/>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nchorCtr="0"/>
          <a:lstStyle/>
          <a:p>
            <a:pPr algn="ctr"/>
            <a:r>
              <a:rPr lang="en-US" sz="999" dirty="0">
                <a:solidFill>
                  <a:schemeClr val="tx1"/>
                </a:solidFill>
              </a:rPr>
              <a:t>MRK</a:t>
            </a:r>
          </a:p>
        </p:txBody>
      </p:sp>
      <p:sp>
        <p:nvSpPr>
          <p:cNvPr id="51" name="Rectangle 50">
            <a:extLst>
              <a:ext uri="{FF2B5EF4-FFF2-40B4-BE49-F238E27FC236}">
                <a16:creationId xmlns:a16="http://schemas.microsoft.com/office/drawing/2014/main" id="{916420F9-6C19-4BF4-46B0-1901D867088D}"/>
              </a:ext>
            </a:extLst>
          </p:cNvPr>
          <p:cNvSpPr/>
          <p:nvPr/>
        </p:nvSpPr>
        <p:spPr>
          <a:xfrm>
            <a:off x="330192" y="5114425"/>
            <a:ext cx="1136473" cy="983127"/>
          </a:xfrm>
          <a:prstGeom prst="rect">
            <a:avLst/>
          </a:prstGeom>
          <a:gradFill>
            <a:gsLst>
              <a:gs pos="0">
                <a:srgbClr val="990099"/>
              </a:gs>
              <a:gs pos="100000">
                <a:schemeClr val="accent2"/>
              </a:gs>
            </a:gsLst>
            <a:lin ang="6600000" scaled="0"/>
          </a:gradFill>
          <a:ln w="9525">
            <a:solidFill>
              <a:schemeClr val="tx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r>
              <a:rPr lang="ar-LY" sz="1399" b="1" dirty="0">
                <a:solidFill>
                  <a:schemeClr val="bg1"/>
                </a:solidFill>
              </a:rPr>
              <a:t>الخطة الزمنية</a:t>
            </a:r>
            <a:endParaRPr lang="en-US" sz="1399" b="1" dirty="0">
              <a:solidFill>
                <a:schemeClr val="bg1"/>
              </a:solidFill>
            </a:endParaRPr>
          </a:p>
        </p:txBody>
      </p:sp>
      <p:graphicFrame>
        <p:nvGraphicFramePr>
          <p:cNvPr id="52" name="Chart 51">
            <a:extLst>
              <a:ext uri="{FF2B5EF4-FFF2-40B4-BE49-F238E27FC236}">
                <a16:creationId xmlns:a16="http://schemas.microsoft.com/office/drawing/2014/main" id="{127CE2A8-8DFA-5759-F897-D830D8C8B30E}"/>
              </a:ext>
            </a:extLst>
          </p:cNvPr>
          <p:cNvGraphicFramePr/>
          <p:nvPr>
            <p:extLst>
              <p:ext uri="{D42A27DB-BD31-4B8C-83A1-F6EECF244321}">
                <p14:modId xmlns:p14="http://schemas.microsoft.com/office/powerpoint/2010/main" val="2124134043"/>
              </p:ext>
            </p:extLst>
          </p:nvPr>
        </p:nvGraphicFramePr>
        <p:xfrm>
          <a:off x="1494805" y="5267756"/>
          <a:ext cx="7906573" cy="829796"/>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53" name="Table 123">
            <a:extLst>
              <a:ext uri="{FF2B5EF4-FFF2-40B4-BE49-F238E27FC236}">
                <a16:creationId xmlns:a16="http://schemas.microsoft.com/office/drawing/2014/main" id="{44E1CB22-BCF9-C0C4-A3B1-8C237E32F48C}"/>
              </a:ext>
            </a:extLst>
          </p:cNvPr>
          <p:cNvGraphicFramePr>
            <a:graphicFrameLocks noGrp="1"/>
          </p:cNvGraphicFramePr>
          <p:nvPr>
            <p:extLst>
              <p:ext uri="{D42A27DB-BD31-4B8C-83A1-F6EECF244321}">
                <p14:modId xmlns:p14="http://schemas.microsoft.com/office/powerpoint/2010/main" val="1605877043"/>
              </p:ext>
            </p:extLst>
          </p:nvPr>
        </p:nvGraphicFramePr>
        <p:xfrm>
          <a:off x="9401378" y="4695582"/>
          <a:ext cx="2454766" cy="1298408"/>
        </p:xfrm>
        <a:graphic>
          <a:graphicData uri="http://schemas.openxmlformats.org/drawingml/2006/table">
            <a:tbl>
              <a:tblPr firstRow="1" bandRow="1">
                <a:tableStyleId>{5C22544A-7EE6-4342-B048-85BDC9FD1C3A}</a:tableStyleId>
              </a:tblPr>
              <a:tblGrid>
                <a:gridCol w="791653">
                  <a:extLst>
                    <a:ext uri="{9D8B030D-6E8A-4147-A177-3AD203B41FA5}">
                      <a16:colId xmlns:a16="http://schemas.microsoft.com/office/drawing/2014/main" val="3755901593"/>
                    </a:ext>
                  </a:extLst>
                </a:gridCol>
                <a:gridCol w="1663113">
                  <a:extLst>
                    <a:ext uri="{9D8B030D-6E8A-4147-A177-3AD203B41FA5}">
                      <a16:colId xmlns:a16="http://schemas.microsoft.com/office/drawing/2014/main" val="3515455746"/>
                    </a:ext>
                  </a:extLst>
                </a:gridCol>
              </a:tblGrid>
              <a:tr h="365570">
                <a:tc>
                  <a:txBody>
                    <a:bodyPr/>
                    <a:lstStyle/>
                    <a:p>
                      <a:pPr algn="ctr" rtl="0"/>
                      <a:r>
                        <a:rPr lang="en-US" sz="900" dirty="0">
                          <a:solidFill>
                            <a:schemeClr val="bg1"/>
                          </a:solidFill>
                        </a:rPr>
                        <a:t>KPI</a:t>
                      </a:r>
                    </a:p>
                  </a:txBody>
                  <a:tcPr marL="91392" marR="91392" marT="45696" marB="45696" anchor="ctr">
                    <a:lnL w="12700" cap="flat" cmpd="sng" algn="ctr">
                      <a:solidFill>
                        <a:schemeClr val="tx1">
                          <a:lumMod val="85000"/>
                        </a:schemeClr>
                      </a:solidFill>
                      <a:prstDash val="solid"/>
                      <a:round/>
                      <a:headEnd type="none" w="med" len="med"/>
                      <a:tailEnd type="none" w="med" len="med"/>
                    </a:lnL>
                    <a:lnR w="12700" cap="flat" cmpd="sng" algn="ctr">
                      <a:solidFill>
                        <a:schemeClr val="tx1">
                          <a:lumMod val="85000"/>
                        </a:schemeClr>
                      </a:solidFill>
                      <a:prstDash val="solid"/>
                      <a:round/>
                      <a:headEnd type="none" w="med" len="med"/>
                      <a:tailEnd type="none" w="med" len="med"/>
                    </a:lnR>
                    <a:lnT w="12700" cap="flat" cmpd="sng" algn="ctr">
                      <a:solidFill>
                        <a:schemeClr val="tx1">
                          <a:lumMod val="85000"/>
                        </a:schemeClr>
                      </a:solidFill>
                      <a:prstDash val="solid"/>
                      <a:round/>
                      <a:headEnd type="none" w="med" len="med"/>
                      <a:tailEnd type="none" w="med" len="med"/>
                    </a:lnT>
                    <a:lnB w="12700" cap="flat" cmpd="sng" algn="ctr">
                      <a:solidFill>
                        <a:schemeClr val="tx1">
                          <a:lumMod val="85000"/>
                        </a:schemeClr>
                      </a:solidFill>
                      <a:prstDash val="solid"/>
                      <a:round/>
                      <a:headEnd type="none" w="med" len="med"/>
                      <a:tailEnd type="none" w="med" len="med"/>
                    </a:lnB>
                    <a:lnTlToBr w="12700" cmpd="sng">
                      <a:noFill/>
                      <a:prstDash val="solid"/>
                    </a:lnTlToBr>
                    <a:lnBlToTr w="12700" cmpd="sng">
                      <a:noFill/>
                      <a:prstDash val="solid"/>
                    </a:lnBlToTr>
                    <a:gradFill>
                      <a:gsLst>
                        <a:gs pos="0">
                          <a:srgbClr val="990099"/>
                        </a:gs>
                        <a:gs pos="100000">
                          <a:schemeClr val="accent2"/>
                        </a:gs>
                      </a:gsLst>
                      <a:lin ang="2160000" scaled="0"/>
                    </a:gradFill>
                  </a:tcPr>
                </a:tc>
                <a:tc>
                  <a:txBody>
                    <a:bodyPr/>
                    <a:lstStyle/>
                    <a:p>
                      <a:pPr algn="ctr" rtl="0"/>
                      <a:r>
                        <a:rPr lang="en-US" sz="900" dirty="0">
                          <a:solidFill>
                            <a:schemeClr val="bg1"/>
                          </a:solidFill>
                        </a:rPr>
                        <a:t>Target</a:t>
                      </a:r>
                    </a:p>
                    <a:p>
                      <a:pPr algn="ctr" rtl="0"/>
                      <a:r>
                        <a:rPr lang="en-US" sz="900" dirty="0">
                          <a:solidFill>
                            <a:schemeClr val="bg1"/>
                          </a:solidFill>
                        </a:rPr>
                        <a:t>(TBC)</a:t>
                      </a:r>
                    </a:p>
                  </a:txBody>
                  <a:tcPr marL="91392" marR="91392" marT="45696" marB="45696" anchor="ctr">
                    <a:lnL w="12700" cap="flat" cmpd="sng" algn="ctr">
                      <a:solidFill>
                        <a:schemeClr val="tx1">
                          <a:lumMod val="85000"/>
                        </a:schemeClr>
                      </a:solidFill>
                      <a:prstDash val="solid"/>
                      <a:round/>
                      <a:headEnd type="none" w="med" len="med"/>
                      <a:tailEnd type="none" w="med" len="med"/>
                    </a:lnL>
                    <a:lnR w="12700" cap="flat" cmpd="sng" algn="ctr">
                      <a:solidFill>
                        <a:schemeClr val="tx1">
                          <a:lumMod val="85000"/>
                        </a:schemeClr>
                      </a:solidFill>
                      <a:prstDash val="solid"/>
                      <a:round/>
                      <a:headEnd type="none" w="med" len="med"/>
                      <a:tailEnd type="none" w="med" len="med"/>
                    </a:lnR>
                    <a:lnT w="12700" cap="flat" cmpd="sng" algn="ctr">
                      <a:solidFill>
                        <a:schemeClr val="tx1">
                          <a:lumMod val="85000"/>
                        </a:schemeClr>
                      </a:solidFill>
                      <a:prstDash val="solid"/>
                      <a:round/>
                      <a:headEnd type="none" w="med" len="med"/>
                      <a:tailEnd type="none" w="med" len="med"/>
                    </a:lnT>
                    <a:lnB w="12700" cap="flat" cmpd="sng" algn="ctr">
                      <a:solidFill>
                        <a:schemeClr val="tx1">
                          <a:lumMod val="85000"/>
                        </a:schemeClr>
                      </a:solidFill>
                      <a:prstDash val="solid"/>
                      <a:round/>
                      <a:headEnd type="none" w="med" len="med"/>
                      <a:tailEnd type="none" w="med" len="med"/>
                    </a:lnB>
                    <a:lnTlToBr w="12700" cmpd="sng">
                      <a:noFill/>
                      <a:prstDash val="solid"/>
                    </a:lnTlToBr>
                    <a:lnBlToTr w="12700" cmpd="sng">
                      <a:noFill/>
                      <a:prstDash val="solid"/>
                    </a:lnBlToTr>
                    <a:gradFill>
                      <a:gsLst>
                        <a:gs pos="0">
                          <a:srgbClr val="990099"/>
                        </a:gs>
                        <a:gs pos="100000">
                          <a:schemeClr val="accent2"/>
                        </a:gs>
                      </a:gsLst>
                      <a:lin ang="2160000" scaled="0"/>
                    </a:gradFill>
                  </a:tcPr>
                </a:tc>
                <a:extLst>
                  <a:ext uri="{0D108BD9-81ED-4DB2-BD59-A6C34878D82A}">
                    <a16:rowId xmlns:a16="http://schemas.microsoft.com/office/drawing/2014/main" val="4107429635"/>
                  </a:ext>
                </a:extLst>
              </a:tr>
              <a:tr h="466348">
                <a:tc>
                  <a:txBody>
                    <a:bodyPr/>
                    <a:lstStyle/>
                    <a:p>
                      <a:pPr rtl="0"/>
                      <a:endParaRPr lang="en-US" sz="1000" dirty="0">
                        <a:solidFill>
                          <a:schemeClr val="bg1"/>
                        </a:solidFill>
                      </a:endParaRPr>
                    </a:p>
                  </a:txBody>
                  <a:tcPr marL="17991" marR="17991" marT="17991" marB="17991" anchor="ctr">
                    <a:lnL w="12700" cap="flat" cmpd="sng" algn="ctr">
                      <a:solidFill>
                        <a:schemeClr val="tx1">
                          <a:lumMod val="85000"/>
                        </a:schemeClr>
                      </a:solidFill>
                      <a:prstDash val="solid"/>
                      <a:round/>
                      <a:headEnd type="none" w="med" len="med"/>
                      <a:tailEnd type="none" w="med" len="med"/>
                    </a:lnL>
                    <a:lnR w="12700" cap="flat" cmpd="sng" algn="ctr">
                      <a:solidFill>
                        <a:schemeClr val="tx1">
                          <a:lumMod val="85000"/>
                        </a:schemeClr>
                      </a:solidFill>
                      <a:prstDash val="solid"/>
                      <a:round/>
                      <a:headEnd type="none" w="med" len="med"/>
                      <a:tailEnd type="none" w="med" len="med"/>
                    </a:lnR>
                    <a:lnT w="12700" cap="flat" cmpd="sng" algn="ctr">
                      <a:solidFill>
                        <a:schemeClr val="tx1">
                          <a:lumMod val="85000"/>
                        </a:schemeClr>
                      </a:solidFill>
                      <a:prstDash val="solid"/>
                      <a:round/>
                      <a:headEnd type="none" w="med" len="med"/>
                      <a:tailEnd type="none" w="med" len="med"/>
                    </a:lnT>
                    <a:lnB w="12700" cap="flat" cmpd="sng" algn="ctr">
                      <a:solidFill>
                        <a:schemeClr val="tx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ctr" rtl="0"/>
                      <a:endParaRPr lang="en-US" sz="900" dirty="0">
                        <a:solidFill>
                          <a:schemeClr val="bg1"/>
                        </a:solidFill>
                      </a:endParaRPr>
                    </a:p>
                  </a:txBody>
                  <a:tcPr marL="17991" marR="17991" marT="17991" marB="17991" anchor="ctr">
                    <a:lnL w="12700" cap="flat" cmpd="sng" algn="ctr">
                      <a:solidFill>
                        <a:schemeClr val="tx1">
                          <a:lumMod val="85000"/>
                        </a:schemeClr>
                      </a:solidFill>
                      <a:prstDash val="solid"/>
                      <a:round/>
                      <a:headEnd type="none" w="med" len="med"/>
                      <a:tailEnd type="none" w="med" len="med"/>
                    </a:lnL>
                    <a:lnR w="12700" cap="flat" cmpd="sng" algn="ctr">
                      <a:solidFill>
                        <a:schemeClr val="tx1">
                          <a:lumMod val="85000"/>
                        </a:schemeClr>
                      </a:solidFill>
                      <a:prstDash val="solid"/>
                      <a:round/>
                      <a:headEnd type="none" w="med" len="med"/>
                      <a:tailEnd type="none" w="med" len="med"/>
                    </a:lnR>
                    <a:lnT w="12700" cap="flat" cmpd="sng" algn="ctr">
                      <a:solidFill>
                        <a:schemeClr val="tx1">
                          <a:lumMod val="85000"/>
                        </a:schemeClr>
                      </a:solidFill>
                      <a:prstDash val="solid"/>
                      <a:round/>
                      <a:headEnd type="none" w="med" len="med"/>
                      <a:tailEnd type="none" w="med" len="med"/>
                    </a:lnT>
                    <a:lnB w="12700" cap="flat" cmpd="sng" algn="ctr">
                      <a:solidFill>
                        <a:schemeClr val="tx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797650642"/>
                  </a:ext>
                </a:extLst>
              </a:tr>
              <a:tr h="466348">
                <a:tc>
                  <a:txBody>
                    <a:bodyPr/>
                    <a:lstStyle/>
                    <a:p>
                      <a:pPr rtl="0"/>
                      <a:endParaRPr lang="en-US" sz="1000" dirty="0">
                        <a:solidFill>
                          <a:schemeClr val="bg1"/>
                        </a:solidFill>
                      </a:endParaRPr>
                    </a:p>
                  </a:txBody>
                  <a:tcPr marL="17991" marR="17991" marT="17991" marB="17991" anchor="ctr">
                    <a:lnL w="12700" cap="flat" cmpd="sng" algn="ctr">
                      <a:solidFill>
                        <a:schemeClr val="tx1">
                          <a:lumMod val="85000"/>
                        </a:schemeClr>
                      </a:solidFill>
                      <a:prstDash val="solid"/>
                      <a:round/>
                      <a:headEnd type="none" w="med" len="med"/>
                      <a:tailEnd type="none" w="med" len="med"/>
                    </a:lnL>
                    <a:lnR w="12700" cap="flat" cmpd="sng" algn="ctr">
                      <a:solidFill>
                        <a:schemeClr val="tx1">
                          <a:lumMod val="85000"/>
                        </a:schemeClr>
                      </a:solidFill>
                      <a:prstDash val="solid"/>
                      <a:round/>
                      <a:headEnd type="none" w="med" len="med"/>
                      <a:tailEnd type="none" w="med" len="med"/>
                    </a:lnR>
                    <a:lnT w="12700" cap="flat" cmpd="sng" algn="ctr">
                      <a:solidFill>
                        <a:schemeClr val="tx1">
                          <a:lumMod val="85000"/>
                        </a:schemeClr>
                      </a:solidFill>
                      <a:prstDash val="solid"/>
                      <a:round/>
                      <a:headEnd type="none" w="med" len="med"/>
                      <a:tailEnd type="none" w="med" len="med"/>
                    </a:lnT>
                    <a:lnB w="12700" cap="flat" cmpd="sng" algn="ctr">
                      <a:solidFill>
                        <a:schemeClr val="tx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ctr" rtl="0"/>
                      <a:endParaRPr lang="en-US" sz="900" dirty="0">
                        <a:solidFill>
                          <a:schemeClr val="bg1"/>
                        </a:solidFill>
                      </a:endParaRPr>
                    </a:p>
                  </a:txBody>
                  <a:tcPr marL="17991" marR="17991" marT="17991" marB="17991" anchor="ctr">
                    <a:lnL w="12700" cap="flat" cmpd="sng" algn="ctr">
                      <a:solidFill>
                        <a:schemeClr val="tx1">
                          <a:lumMod val="85000"/>
                        </a:schemeClr>
                      </a:solidFill>
                      <a:prstDash val="solid"/>
                      <a:round/>
                      <a:headEnd type="none" w="med" len="med"/>
                      <a:tailEnd type="none" w="med" len="med"/>
                    </a:lnL>
                    <a:lnR w="12700" cap="flat" cmpd="sng" algn="ctr">
                      <a:solidFill>
                        <a:schemeClr val="tx1">
                          <a:lumMod val="85000"/>
                        </a:schemeClr>
                      </a:solidFill>
                      <a:prstDash val="solid"/>
                      <a:round/>
                      <a:headEnd type="none" w="med" len="med"/>
                      <a:tailEnd type="none" w="med" len="med"/>
                    </a:lnR>
                    <a:lnT w="12700" cap="flat" cmpd="sng" algn="ctr">
                      <a:solidFill>
                        <a:schemeClr val="tx1">
                          <a:lumMod val="85000"/>
                        </a:schemeClr>
                      </a:solidFill>
                      <a:prstDash val="solid"/>
                      <a:round/>
                      <a:headEnd type="none" w="med" len="med"/>
                      <a:tailEnd type="none" w="med" len="med"/>
                    </a:lnT>
                    <a:lnB w="12700" cap="flat" cmpd="sng" algn="ctr">
                      <a:solidFill>
                        <a:schemeClr val="tx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625974227"/>
                  </a:ext>
                </a:extLst>
              </a:tr>
            </a:tbl>
          </a:graphicData>
        </a:graphic>
      </p:graphicFrame>
      <p:grpSp>
        <p:nvGrpSpPr>
          <p:cNvPr id="54" name="Climbing2" descr="{&quot;Key&quot;:&quot;POWER_USER_SHAPE_ICON&quot;,&quot;Value&quot;:&quot;POWER_USER_SHAPE_ICON_STYLE_1&quot;}">
            <a:extLst>
              <a:ext uri="{FF2B5EF4-FFF2-40B4-BE49-F238E27FC236}">
                <a16:creationId xmlns:a16="http://schemas.microsoft.com/office/drawing/2014/main" id="{6D5CDB91-24C2-8212-189B-C755DDAC2C0B}"/>
              </a:ext>
            </a:extLst>
          </p:cNvPr>
          <p:cNvGrpSpPr>
            <a:grpSpLocks noChangeAspect="1"/>
          </p:cNvGrpSpPr>
          <p:nvPr>
            <p:custDataLst>
              <p:tags r:id="rId1"/>
            </p:custDataLst>
          </p:nvPr>
        </p:nvGrpSpPr>
        <p:grpSpPr>
          <a:xfrm>
            <a:off x="655706" y="2710011"/>
            <a:ext cx="575700" cy="708930"/>
            <a:chOff x="5856288" y="-142875"/>
            <a:chExt cx="1303337" cy="1604963"/>
          </a:xfrm>
          <a:solidFill>
            <a:schemeClr val="bg1"/>
          </a:solidFill>
        </p:grpSpPr>
        <p:sp>
          <p:nvSpPr>
            <p:cNvPr id="55" name="Freeform 342">
              <a:extLst>
                <a:ext uri="{FF2B5EF4-FFF2-40B4-BE49-F238E27FC236}">
                  <a16:creationId xmlns:a16="http://schemas.microsoft.com/office/drawing/2014/main" id="{A7D6ED5A-8588-4E31-CBE2-4A70CA8625C8}"/>
                </a:ext>
              </a:extLst>
            </p:cNvPr>
            <p:cNvSpPr>
              <a:spLocks/>
            </p:cNvSpPr>
            <p:nvPr/>
          </p:nvSpPr>
          <p:spPr bwMode="auto">
            <a:xfrm>
              <a:off x="6743700" y="550863"/>
              <a:ext cx="415925" cy="331788"/>
            </a:xfrm>
            <a:custGeom>
              <a:avLst/>
              <a:gdLst>
                <a:gd name="T0" fmla="*/ 89 w 547"/>
                <a:gd name="T1" fmla="*/ 401 h 435"/>
                <a:gd name="T2" fmla="*/ 0 w 547"/>
                <a:gd name="T3" fmla="*/ 230 h 435"/>
                <a:gd name="T4" fmla="*/ 224 w 547"/>
                <a:gd name="T5" fmla="*/ 251 h 435"/>
                <a:gd name="T6" fmla="*/ 333 w 547"/>
                <a:gd name="T7" fmla="*/ 195 h 435"/>
                <a:gd name="T8" fmla="*/ 446 w 547"/>
                <a:gd name="T9" fmla="*/ 0 h 435"/>
                <a:gd name="T10" fmla="*/ 534 w 547"/>
                <a:gd name="T11" fmla="*/ 170 h 435"/>
                <a:gd name="T12" fmla="*/ 513 w 547"/>
                <a:gd name="T13" fmla="*/ 238 h 435"/>
                <a:gd name="T14" fmla="*/ 156 w 547"/>
                <a:gd name="T15" fmla="*/ 422 h 435"/>
                <a:gd name="T16" fmla="*/ 89 w 547"/>
                <a:gd name="T17" fmla="*/ 401 h 4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7" h="435">
                  <a:moveTo>
                    <a:pt x="89" y="401"/>
                  </a:moveTo>
                  <a:cubicBezTo>
                    <a:pt x="67" y="358"/>
                    <a:pt x="33" y="294"/>
                    <a:pt x="0" y="230"/>
                  </a:cubicBezTo>
                  <a:cubicBezTo>
                    <a:pt x="86" y="238"/>
                    <a:pt x="165" y="246"/>
                    <a:pt x="224" y="251"/>
                  </a:cubicBezTo>
                  <a:cubicBezTo>
                    <a:pt x="264" y="255"/>
                    <a:pt x="313" y="229"/>
                    <a:pt x="333" y="195"/>
                  </a:cubicBezTo>
                  <a:cubicBezTo>
                    <a:pt x="363" y="143"/>
                    <a:pt x="403" y="74"/>
                    <a:pt x="446" y="0"/>
                  </a:cubicBezTo>
                  <a:cubicBezTo>
                    <a:pt x="479" y="64"/>
                    <a:pt x="512" y="128"/>
                    <a:pt x="534" y="170"/>
                  </a:cubicBezTo>
                  <a:cubicBezTo>
                    <a:pt x="547" y="195"/>
                    <a:pt x="537" y="225"/>
                    <a:pt x="513" y="238"/>
                  </a:cubicBezTo>
                  <a:cubicBezTo>
                    <a:pt x="430" y="280"/>
                    <a:pt x="239" y="379"/>
                    <a:pt x="156" y="422"/>
                  </a:cubicBezTo>
                  <a:cubicBezTo>
                    <a:pt x="131" y="435"/>
                    <a:pt x="101" y="425"/>
                    <a:pt x="89" y="401"/>
                  </a:cubicBezTo>
                </a:path>
              </a:pathLst>
            </a:custGeom>
            <a:grpFill/>
            <a:ln>
              <a:noFill/>
            </a:ln>
          </p:spPr>
          <p:txBody>
            <a:bodyPr vert="horz" wrap="square" lIns="91392" tIns="45696" rIns="91392" bIns="45696" numCol="1" anchor="t" anchorCtr="0" compatLnSpc="1">
              <a:prstTxWarp prst="textNoShape">
                <a:avLst/>
              </a:prstTxWarp>
            </a:bodyPr>
            <a:lstStyle/>
            <a:p>
              <a:pPr defTabSz="913943">
                <a:defRPr/>
              </a:pPr>
              <a:endParaRPr lang="en-US" sz="1799" dirty="0">
                <a:solidFill>
                  <a:prstClr val="black"/>
                </a:solidFill>
                <a:latin typeface="Calibri" panose="020F0502020204030204"/>
              </a:endParaRPr>
            </a:p>
          </p:txBody>
        </p:sp>
        <p:sp>
          <p:nvSpPr>
            <p:cNvPr id="56" name="Freeform 343">
              <a:extLst>
                <a:ext uri="{FF2B5EF4-FFF2-40B4-BE49-F238E27FC236}">
                  <a16:creationId xmlns:a16="http://schemas.microsoft.com/office/drawing/2014/main" id="{DEF3660A-7890-68B6-9BBD-AC9C0D2D4CC5}"/>
                </a:ext>
              </a:extLst>
            </p:cNvPr>
            <p:cNvSpPr>
              <a:spLocks noEditPoints="1"/>
            </p:cNvSpPr>
            <p:nvPr/>
          </p:nvSpPr>
          <p:spPr bwMode="auto">
            <a:xfrm>
              <a:off x="6702425" y="471488"/>
              <a:ext cx="374650" cy="249238"/>
            </a:xfrm>
            <a:custGeom>
              <a:avLst/>
              <a:gdLst>
                <a:gd name="T0" fmla="*/ 163 w 491"/>
                <a:gd name="T1" fmla="*/ 142 h 327"/>
                <a:gd name="T2" fmla="*/ 204 w 491"/>
                <a:gd name="T3" fmla="*/ 79 h 327"/>
                <a:gd name="T4" fmla="*/ 280 w 491"/>
                <a:gd name="T5" fmla="*/ 82 h 327"/>
                <a:gd name="T6" fmla="*/ 163 w 491"/>
                <a:gd name="T7" fmla="*/ 142 h 327"/>
                <a:gd name="T8" fmla="*/ 12 w 491"/>
                <a:gd name="T9" fmla="*/ 278 h 327"/>
                <a:gd name="T10" fmla="*/ 25 w 491"/>
                <a:gd name="T11" fmla="*/ 303 h 327"/>
                <a:gd name="T12" fmla="*/ 271 w 491"/>
                <a:gd name="T13" fmla="*/ 326 h 327"/>
                <a:gd name="T14" fmla="*/ 325 w 491"/>
                <a:gd name="T15" fmla="*/ 314 h 327"/>
                <a:gd name="T16" fmla="*/ 367 w 491"/>
                <a:gd name="T17" fmla="*/ 276 h 327"/>
                <a:gd name="T18" fmla="*/ 491 w 491"/>
                <a:gd name="T19" fmla="*/ 62 h 327"/>
                <a:gd name="T20" fmla="*/ 478 w 491"/>
                <a:gd name="T21" fmla="*/ 37 h 327"/>
                <a:gd name="T22" fmla="*/ 409 w 491"/>
                <a:gd name="T23" fmla="*/ 15 h 327"/>
                <a:gd name="T24" fmla="*/ 323 w 491"/>
                <a:gd name="T25" fmla="*/ 59 h 327"/>
                <a:gd name="T26" fmla="*/ 308 w 491"/>
                <a:gd name="T27" fmla="*/ 53 h 327"/>
                <a:gd name="T28" fmla="*/ 186 w 491"/>
                <a:gd name="T29" fmla="*/ 43 h 327"/>
                <a:gd name="T30" fmla="*/ 123 w 491"/>
                <a:gd name="T31" fmla="*/ 148 h 327"/>
                <a:gd name="T32" fmla="*/ 119 w 491"/>
                <a:gd name="T33" fmla="*/ 165 h 327"/>
                <a:gd name="T34" fmla="*/ 33 w 491"/>
                <a:gd name="T35" fmla="*/ 209 h 327"/>
                <a:gd name="T36" fmla="*/ 12 w 491"/>
                <a:gd name="T37" fmla="*/ 278 h 3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91" h="327">
                  <a:moveTo>
                    <a:pt x="163" y="142"/>
                  </a:moveTo>
                  <a:cubicBezTo>
                    <a:pt x="164" y="120"/>
                    <a:pt x="169" y="97"/>
                    <a:pt x="204" y="79"/>
                  </a:cubicBezTo>
                  <a:cubicBezTo>
                    <a:pt x="240" y="60"/>
                    <a:pt x="261" y="70"/>
                    <a:pt x="280" y="82"/>
                  </a:cubicBezTo>
                  <a:cubicBezTo>
                    <a:pt x="242" y="101"/>
                    <a:pt x="201" y="122"/>
                    <a:pt x="163" y="142"/>
                  </a:cubicBezTo>
                  <a:close/>
                  <a:moveTo>
                    <a:pt x="12" y="278"/>
                  </a:moveTo>
                  <a:cubicBezTo>
                    <a:pt x="17" y="288"/>
                    <a:pt x="25" y="303"/>
                    <a:pt x="25" y="303"/>
                  </a:cubicBezTo>
                  <a:lnTo>
                    <a:pt x="271" y="326"/>
                  </a:lnTo>
                  <a:cubicBezTo>
                    <a:pt x="288" y="327"/>
                    <a:pt x="307" y="323"/>
                    <a:pt x="325" y="314"/>
                  </a:cubicBezTo>
                  <a:cubicBezTo>
                    <a:pt x="343" y="304"/>
                    <a:pt x="359" y="291"/>
                    <a:pt x="367" y="276"/>
                  </a:cubicBezTo>
                  <a:lnTo>
                    <a:pt x="491" y="62"/>
                  </a:lnTo>
                  <a:cubicBezTo>
                    <a:pt x="491" y="62"/>
                    <a:pt x="483" y="47"/>
                    <a:pt x="478" y="37"/>
                  </a:cubicBezTo>
                  <a:cubicBezTo>
                    <a:pt x="466" y="15"/>
                    <a:pt x="438" y="0"/>
                    <a:pt x="409" y="15"/>
                  </a:cubicBezTo>
                  <a:cubicBezTo>
                    <a:pt x="397" y="21"/>
                    <a:pt x="354" y="43"/>
                    <a:pt x="323" y="59"/>
                  </a:cubicBezTo>
                  <a:cubicBezTo>
                    <a:pt x="319" y="61"/>
                    <a:pt x="312" y="55"/>
                    <a:pt x="308" y="53"/>
                  </a:cubicBezTo>
                  <a:cubicBezTo>
                    <a:pt x="286" y="38"/>
                    <a:pt x="246" y="12"/>
                    <a:pt x="186" y="43"/>
                  </a:cubicBezTo>
                  <a:cubicBezTo>
                    <a:pt x="125" y="75"/>
                    <a:pt x="124" y="123"/>
                    <a:pt x="123" y="148"/>
                  </a:cubicBezTo>
                  <a:cubicBezTo>
                    <a:pt x="122" y="153"/>
                    <a:pt x="123" y="163"/>
                    <a:pt x="119" y="165"/>
                  </a:cubicBezTo>
                  <a:cubicBezTo>
                    <a:pt x="81" y="184"/>
                    <a:pt x="45" y="203"/>
                    <a:pt x="33" y="209"/>
                  </a:cubicBezTo>
                  <a:cubicBezTo>
                    <a:pt x="5" y="224"/>
                    <a:pt x="0" y="256"/>
                    <a:pt x="12" y="278"/>
                  </a:cubicBezTo>
                </a:path>
              </a:pathLst>
            </a:custGeom>
            <a:grpFill/>
            <a:ln>
              <a:noFill/>
            </a:ln>
          </p:spPr>
          <p:txBody>
            <a:bodyPr vert="horz" wrap="square" lIns="91392" tIns="45696" rIns="91392" bIns="45696" numCol="1" anchor="t" anchorCtr="0" compatLnSpc="1">
              <a:prstTxWarp prst="textNoShape">
                <a:avLst/>
              </a:prstTxWarp>
            </a:bodyPr>
            <a:lstStyle/>
            <a:p>
              <a:pPr defTabSz="913943">
                <a:defRPr/>
              </a:pPr>
              <a:endParaRPr lang="en-US" sz="1799" dirty="0">
                <a:solidFill>
                  <a:prstClr val="black"/>
                </a:solidFill>
                <a:latin typeface="Calibri" panose="020F0502020204030204"/>
              </a:endParaRPr>
            </a:p>
          </p:txBody>
        </p:sp>
        <p:sp>
          <p:nvSpPr>
            <p:cNvPr id="57" name="Freeform 344">
              <a:extLst>
                <a:ext uri="{FF2B5EF4-FFF2-40B4-BE49-F238E27FC236}">
                  <a16:creationId xmlns:a16="http://schemas.microsoft.com/office/drawing/2014/main" id="{D4FE875F-6D17-22D6-399D-4CD1C20495D5}"/>
                </a:ext>
              </a:extLst>
            </p:cNvPr>
            <p:cNvSpPr>
              <a:spLocks noEditPoints="1"/>
            </p:cNvSpPr>
            <p:nvPr/>
          </p:nvSpPr>
          <p:spPr bwMode="auto">
            <a:xfrm>
              <a:off x="6015038" y="138113"/>
              <a:ext cx="846138" cy="1042988"/>
            </a:xfrm>
            <a:custGeom>
              <a:avLst/>
              <a:gdLst>
                <a:gd name="T0" fmla="*/ 491 w 1111"/>
                <a:gd name="T1" fmla="*/ 131 h 1370"/>
                <a:gd name="T2" fmla="*/ 504 w 1111"/>
                <a:gd name="T3" fmla="*/ 92 h 1370"/>
                <a:gd name="T4" fmla="*/ 525 w 1111"/>
                <a:gd name="T5" fmla="*/ 80 h 1370"/>
                <a:gd name="T6" fmla="*/ 550 w 1111"/>
                <a:gd name="T7" fmla="*/ 83 h 1370"/>
                <a:gd name="T8" fmla="*/ 577 w 1111"/>
                <a:gd name="T9" fmla="*/ 113 h 1370"/>
                <a:gd name="T10" fmla="*/ 576 w 1111"/>
                <a:gd name="T11" fmla="*/ 140 h 1370"/>
                <a:gd name="T12" fmla="*/ 565 w 1111"/>
                <a:gd name="T13" fmla="*/ 182 h 1370"/>
                <a:gd name="T14" fmla="*/ 673 w 1111"/>
                <a:gd name="T15" fmla="*/ 415 h 1370"/>
                <a:gd name="T16" fmla="*/ 617 w 1111"/>
                <a:gd name="T17" fmla="*/ 515 h 1370"/>
                <a:gd name="T18" fmla="*/ 525 w 1111"/>
                <a:gd name="T19" fmla="*/ 446 h 1370"/>
                <a:gd name="T20" fmla="*/ 531 w 1111"/>
                <a:gd name="T21" fmla="*/ 190 h 1370"/>
                <a:gd name="T22" fmla="*/ 503 w 1111"/>
                <a:gd name="T23" fmla="*/ 155 h 1370"/>
                <a:gd name="T24" fmla="*/ 491 w 1111"/>
                <a:gd name="T25" fmla="*/ 131 h 1370"/>
                <a:gd name="T26" fmla="*/ 374 w 1111"/>
                <a:gd name="T27" fmla="*/ 302 h 1370"/>
                <a:gd name="T28" fmla="*/ 442 w 1111"/>
                <a:gd name="T29" fmla="*/ 621 h 1370"/>
                <a:gd name="T30" fmla="*/ 303 w 1111"/>
                <a:gd name="T31" fmla="*/ 656 h 1370"/>
                <a:gd name="T32" fmla="*/ 266 w 1111"/>
                <a:gd name="T33" fmla="*/ 764 h 1370"/>
                <a:gd name="T34" fmla="*/ 357 w 1111"/>
                <a:gd name="T35" fmla="*/ 1000 h 1370"/>
                <a:gd name="T36" fmla="*/ 305 w 1111"/>
                <a:gd name="T37" fmla="*/ 1023 h 1370"/>
                <a:gd name="T38" fmla="*/ 315 w 1111"/>
                <a:gd name="T39" fmla="*/ 1080 h 1370"/>
                <a:gd name="T40" fmla="*/ 458 w 1111"/>
                <a:gd name="T41" fmla="*/ 1080 h 1370"/>
                <a:gd name="T42" fmla="*/ 495 w 1111"/>
                <a:gd name="T43" fmla="*/ 1020 h 1370"/>
                <a:gd name="T44" fmla="*/ 442 w 1111"/>
                <a:gd name="T45" fmla="*/ 800 h 1370"/>
                <a:gd name="T46" fmla="*/ 674 w 1111"/>
                <a:gd name="T47" fmla="*/ 787 h 1370"/>
                <a:gd name="T48" fmla="*/ 788 w 1111"/>
                <a:gd name="T49" fmla="*/ 1283 h 1370"/>
                <a:gd name="T50" fmla="*/ 739 w 1111"/>
                <a:gd name="T51" fmla="*/ 1311 h 1370"/>
                <a:gd name="T52" fmla="*/ 751 w 1111"/>
                <a:gd name="T53" fmla="*/ 1370 h 1370"/>
                <a:gd name="T54" fmla="*/ 894 w 1111"/>
                <a:gd name="T55" fmla="*/ 1370 h 1370"/>
                <a:gd name="T56" fmla="*/ 930 w 1111"/>
                <a:gd name="T57" fmla="*/ 1314 h 1370"/>
                <a:gd name="T58" fmla="*/ 753 w 1111"/>
                <a:gd name="T59" fmla="*/ 222 h 1370"/>
                <a:gd name="T60" fmla="*/ 903 w 1111"/>
                <a:gd name="T61" fmla="*/ 286 h 1370"/>
                <a:gd name="T62" fmla="*/ 992 w 1111"/>
                <a:gd name="T63" fmla="*/ 436 h 1370"/>
                <a:gd name="T64" fmla="*/ 1046 w 1111"/>
                <a:gd name="T65" fmla="*/ 458 h 1370"/>
                <a:gd name="T66" fmla="*/ 1093 w 1111"/>
                <a:gd name="T67" fmla="*/ 433 h 1370"/>
                <a:gd name="T68" fmla="*/ 1094 w 1111"/>
                <a:gd name="T69" fmla="*/ 371 h 1370"/>
                <a:gd name="T70" fmla="*/ 1027 w 1111"/>
                <a:gd name="T71" fmla="*/ 236 h 1370"/>
                <a:gd name="T72" fmla="*/ 941 w 1111"/>
                <a:gd name="T73" fmla="*/ 142 h 1370"/>
                <a:gd name="T74" fmla="*/ 793 w 1111"/>
                <a:gd name="T75" fmla="*/ 48 h 1370"/>
                <a:gd name="T76" fmla="*/ 669 w 1111"/>
                <a:gd name="T77" fmla="*/ 9 h 1370"/>
                <a:gd name="T78" fmla="*/ 517 w 1111"/>
                <a:gd name="T79" fmla="*/ 40 h 1370"/>
                <a:gd name="T80" fmla="*/ 365 w 1111"/>
                <a:gd name="T81" fmla="*/ 72 h 1370"/>
                <a:gd name="T82" fmla="*/ 259 w 1111"/>
                <a:gd name="T83" fmla="*/ 175 h 1370"/>
                <a:gd name="T84" fmla="*/ 204 w 1111"/>
                <a:gd name="T85" fmla="*/ 272 h 1370"/>
                <a:gd name="T86" fmla="*/ 117 w 1111"/>
                <a:gd name="T87" fmla="*/ 177 h 1370"/>
                <a:gd name="T88" fmla="*/ 59 w 1111"/>
                <a:gd name="T89" fmla="*/ 154 h 1370"/>
                <a:gd name="T90" fmla="*/ 18 w 1111"/>
                <a:gd name="T91" fmla="*/ 189 h 1370"/>
                <a:gd name="T92" fmla="*/ 19 w 1111"/>
                <a:gd name="T93" fmla="*/ 247 h 1370"/>
                <a:gd name="T94" fmla="*/ 158 w 1111"/>
                <a:gd name="T95" fmla="*/ 420 h 1370"/>
                <a:gd name="T96" fmla="*/ 286 w 1111"/>
                <a:gd name="T97" fmla="*/ 414 h 1370"/>
                <a:gd name="T98" fmla="*/ 374 w 1111"/>
                <a:gd name="T99" fmla="*/ 302 h 13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111" h="1370">
                  <a:moveTo>
                    <a:pt x="491" y="131"/>
                  </a:moveTo>
                  <a:cubicBezTo>
                    <a:pt x="495" y="121"/>
                    <a:pt x="499" y="107"/>
                    <a:pt x="504" y="92"/>
                  </a:cubicBezTo>
                  <a:cubicBezTo>
                    <a:pt x="506" y="86"/>
                    <a:pt x="515" y="82"/>
                    <a:pt x="525" y="80"/>
                  </a:cubicBezTo>
                  <a:cubicBezTo>
                    <a:pt x="536" y="78"/>
                    <a:pt x="545" y="78"/>
                    <a:pt x="550" y="83"/>
                  </a:cubicBezTo>
                  <a:cubicBezTo>
                    <a:pt x="561" y="94"/>
                    <a:pt x="570" y="105"/>
                    <a:pt x="577" y="113"/>
                  </a:cubicBezTo>
                  <a:cubicBezTo>
                    <a:pt x="586" y="123"/>
                    <a:pt x="583" y="131"/>
                    <a:pt x="576" y="140"/>
                  </a:cubicBezTo>
                  <a:cubicBezTo>
                    <a:pt x="563" y="157"/>
                    <a:pt x="557" y="165"/>
                    <a:pt x="565" y="182"/>
                  </a:cubicBezTo>
                  <a:cubicBezTo>
                    <a:pt x="578" y="214"/>
                    <a:pt x="662" y="390"/>
                    <a:pt x="673" y="415"/>
                  </a:cubicBezTo>
                  <a:cubicBezTo>
                    <a:pt x="666" y="440"/>
                    <a:pt x="628" y="512"/>
                    <a:pt x="617" y="515"/>
                  </a:cubicBezTo>
                  <a:cubicBezTo>
                    <a:pt x="605" y="517"/>
                    <a:pt x="542" y="466"/>
                    <a:pt x="525" y="446"/>
                  </a:cubicBezTo>
                  <a:cubicBezTo>
                    <a:pt x="525" y="419"/>
                    <a:pt x="532" y="224"/>
                    <a:pt x="531" y="190"/>
                  </a:cubicBezTo>
                  <a:cubicBezTo>
                    <a:pt x="530" y="170"/>
                    <a:pt x="522" y="165"/>
                    <a:pt x="503" y="155"/>
                  </a:cubicBezTo>
                  <a:cubicBezTo>
                    <a:pt x="494" y="150"/>
                    <a:pt x="487" y="143"/>
                    <a:pt x="491" y="131"/>
                  </a:cubicBezTo>
                  <a:close/>
                  <a:moveTo>
                    <a:pt x="374" y="302"/>
                  </a:moveTo>
                  <a:cubicBezTo>
                    <a:pt x="381" y="337"/>
                    <a:pt x="411" y="476"/>
                    <a:pt x="442" y="621"/>
                  </a:cubicBezTo>
                  <a:cubicBezTo>
                    <a:pt x="395" y="633"/>
                    <a:pt x="336" y="648"/>
                    <a:pt x="303" y="656"/>
                  </a:cubicBezTo>
                  <a:cubicBezTo>
                    <a:pt x="262" y="667"/>
                    <a:pt x="250" y="722"/>
                    <a:pt x="266" y="764"/>
                  </a:cubicBezTo>
                  <a:cubicBezTo>
                    <a:pt x="315" y="895"/>
                    <a:pt x="335" y="944"/>
                    <a:pt x="357" y="1000"/>
                  </a:cubicBezTo>
                  <a:cubicBezTo>
                    <a:pt x="357" y="1010"/>
                    <a:pt x="333" y="1014"/>
                    <a:pt x="305" y="1023"/>
                  </a:cubicBezTo>
                  <a:cubicBezTo>
                    <a:pt x="277" y="1032"/>
                    <a:pt x="295" y="1080"/>
                    <a:pt x="315" y="1080"/>
                  </a:cubicBezTo>
                  <a:lnTo>
                    <a:pt x="458" y="1080"/>
                  </a:lnTo>
                  <a:cubicBezTo>
                    <a:pt x="476" y="1080"/>
                    <a:pt x="499" y="1064"/>
                    <a:pt x="495" y="1020"/>
                  </a:cubicBezTo>
                  <a:cubicBezTo>
                    <a:pt x="492" y="974"/>
                    <a:pt x="472" y="900"/>
                    <a:pt x="442" y="800"/>
                  </a:cubicBezTo>
                  <a:cubicBezTo>
                    <a:pt x="474" y="797"/>
                    <a:pt x="595" y="795"/>
                    <a:pt x="674" y="787"/>
                  </a:cubicBezTo>
                  <a:cubicBezTo>
                    <a:pt x="722" y="979"/>
                    <a:pt x="776" y="1201"/>
                    <a:pt x="788" y="1283"/>
                  </a:cubicBezTo>
                  <a:cubicBezTo>
                    <a:pt x="789" y="1293"/>
                    <a:pt x="764" y="1301"/>
                    <a:pt x="739" y="1311"/>
                  </a:cubicBezTo>
                  <a:cubicBezTo>
                    <a:pt x="699" y="1327"/>
                    <a:pt x="733" y="1370"/>
                    <a:pt x="751" y="1370"/>
                  </a:cubicBezTo>
                  <a:lnTo>
                    <a:pt x="894" y="1370"/>
                  </a:lnTo>
                  <a:cubicBezTo>
                    <a:pt x="913" y="1370"/>
                    <a:pt x="930" y="1362"/>
                    <a:pt x="930" y="1314"/>
                  </a:cubicBezTo>
                  <a:cubicBezTo>
                    <a:pt x="930" y="1212"/>
                    <a:pt x="775" y="323"/>
                    <a:pt x="753" y="222"/>
                  </a:cubicBezTo>
                  <a:cubicBezTo>
                    <a:pt x="808" y="244"/>
                    <a:pt x="849" y="259"/>
                    <a:pt x="903" y="286"/>
                  </a:cubicBezTo>
                  <a:cubicBezTo>
                    <a:pt x="935" y="338"/>
                    <a:pt x="965" y="390"/>
                    <a:pt x="992" y="436"/>
                  </a:cubicBezTo>
                  <a:cubicBezTo>
                    <a:pt x="1007" y="461"/>
                    <a:pt x="1024" y="469"/>
                    <a:pt x="1046" y="458"/>
                  </a:cubicBezTo>
                  <a:cubicBezTo>
                    <a:pt x="1064" y="450"/>
                    <a:pt x="1076" y="443"/>
                    <a:pt x="1093" y="433"/>
                  </a:cubicBezTo>
                  <a:cubicBezTo>
                    <a:pt x="1105" y="427"/>
                    <a:pt x="1111" y="406"/>
                    <a:pt x="1094" y="371"/>
                  </a:cubicBezTo>
                  <a:cubicBezTo>
                    <a:pt x="1070" y="323"/>
                    <a:pt x="1048" y="279"/>
                    <a:pt x="1027" y="236"/>
                  </a:cubicBezTo>
                  <a:cubicBezTo>
                    <a:pt x="1001" y="182"/>
                    <a:pt x="968" y="160"/>
                    <a:pt x="941" y="142"/>
                  </a:cubicBezTo>
                  <a:cubicBezTo>
                    <a:pt x="893" y="111"/>
                    <a:pt x="845" y="80"/>
                    <a:pt x="793" y="48"/>
                  </a:cubicBezTo>
                  <a:cubicBezTo>
                    <a:pt x="733" y="11"/>
                    <a:pt x="714" y="0"/>
                    <a:pt x="669" y="9"/>
                  </a:cubicBezTo>
                  <a:cubicBezTo>
                    <a:pt x="643" y="13"/>
                    <a:pt x="583" y="27"/>
                    <a:pt x="517" y="40"/>
                  </a:cubicBezTo>
                  <a:cubicBezTo>
                    <a:pt x="452" y="54"/>
                    <a:pt x="391" y="67"/>
                    <a:pt x="365" y="72"/>
                  </a:cubicBezTo>
                  <a:cubicBezTo>
                    <a:pt x="315" y="83"/>
                    <a:pt x="294" y="114"/>
                    <a:pt x="259" y="175"/>
                  </a:cubicBezTo>
                  <a:cubicBezTo>
                    <a:pt x="240" y="208"/>
                    <a:pt x="222" y="241"/>
                    <a:pt x="204" y="272"/>
                  </a:cubicBezTo>
                  <a:cubicBezTo>
                    <a:pt x="179" y="247"/>
                    <a:pt x="193" y="262"/>
                    <a:pt x="117" y="177"/>
                  </a:cubicBezTo>
                  <a:cubicBezTo>
                    <a:pt x="91" y="147"/>
                    <a:pt x="69" y="145"/>
                    <a:pt x="59" y="154"/>
                  </a:cubicBezTo>
                  <a:cubicBezTo>
                    <a:pt x="44" y="167"/>
                    <a:pt x="33" y="175"/>
                    <a:pt x="18" y="189"/>
                  </a:cubicBezTo>
                  <a:cubicBezTo>
                    <a:pt x="0" y="205"/>
                    <a:pt x="1" y="224"/>
                    <a:pt x="19" y="247"/>
                  </a:cubicBezTo>
                  <a:cubicBezTo>
                    <a:pt x="42" y="276"/>
                    <a:pt x="131" y="389"/>
                    <a:pt x="158" y="420"/>
                  </a:cubicBezTo>
                  <a:cubicBezTo>
                    <a:pt x="189" y="455"/>
                    <a:pt x="245" y="460"/>
                    <a:pt x="286" y="414"/>
                  </a:cubicBezTo>
                  <a:cubicBezTo>
                    <a:pt x="305" y="392"/>
                    <a:pt x="350" y="334"/>
                    <a:pt x="374" y="302"/>
                  </a:cubicBezTo>
                </a:path>
              </a:pathLst>
            </a:custGeom>
            <a:grpFill/>
            <a:ln>
              <a:noFill/>
            </a:ln>
          </p:spPr>
          <p:txBody>
            <a:bodyPr vert="horz" wrap="square" lIns="91392" tIns="45696" rIns="91392" bIns="45696" numCol="1" anchor="t" anchorCtr="0" compatLnSpc="1">
              <a:prstTxWarp prst="textNoShape">
                <a:avLst/>
              </a:prstTxWarp>
            </a:bodyPr>
            <a:lstStyle/>
            <a:p>
              <a:pPr defTabSz="913943">
                <a:defRPr/>
              </a:pPr>
              <a:endParaRPr lang="en-US" sz="1799" dirty="0">
                <a:solidFill>
                  <a:prstClr val="black"/>
                </a:solidFill>
                <a:latin typeface="Calibri" panose="020F0502020204030204"/>
              </a:endParaRPr>
            </a:p>
          </p:txBody>
        </p:sp>
        <p:sp>
          <p:nvSpPr>
            <p:cNvPr id="58" name="Freeform 345">
              <a:extLst>
                <a:ext uri="{FF2B5EF4-FFF2-40B4-BE49-F238E27FC236}">
                  <a16:creationId xmlns:a16="http://schemas.microsoft.com/office/drawing/2014/main" id="{F95A81E2-C1C1-8EC2-EB92-1AAC5C2AC97F}"/>
                </a:ext>
              </a:extLst>
            </p:cNvPr>
            <p:cNvSpPr>
              <a:spLocks/>
            </p:cNvSpPr>
            <p:nvPr/>
          </p:nvSpPr>
          <p:spPr bwMode="auto">
            <a:xfrm>
              <a:off x="6253163" y="-142875"/>
              <a:ext cx="239713" cy="282575"/>
            </a:xfrm>
            <a:custGeom>
              <a:avLst/>
              <a:gdLst>
                <a:gd name="T0" fmla="*/ 193 w 314"/>
                <a:gd name="T1" fmla="*/ 355 h 371"/>
                <a:gd name="T2" fmla="*/ 20 w 314"/>
                <a:gd name="T3" fmla="*/ 214 h 371"/>
                <a:gd name="T4" fmla="*/ 121 w 314"/>
                <a:gd name="T5" fmla="*/ 16 h 371"/>
                <a:gd name="T6" fmla="*/ 294 w 314"/>
                <a:gd name="T7" fmla="*/ 156 h 371"/>
                <a:gd name="T8" fmla="*/ 193 w 314"/>
                <a:gd name="T9" fmla="*/ 355 h 371"/>
              </a:gdLst>
              <a:ahLst/>
              <a:cxnLst>
                <a:cxn ang="0">
                  <a:pos x="T0" y="T1"/>
                </a:cxn>
                <a:cxn ang="0">
                  <a:pos x="T2" y="T3"/>
                </a:cxn>
                <a:cxn ang="0">
                  <a:pos x="T4" y="T5"/>
                </a:cxn>
                <a:cxn ang="0">
                  <a:pos x="T6" y="T7"/>
                </a:cxn>
                <a:cxn ang="0">
                  <a:pos x="T8" y="T9"/>
                </a:cxn>
              </a:cxnLst>
              <a:rect l="0" t="0" r="r" b="b"/>
              <a:pathLst>
                <a:path w="314" h="371">
                  <a:moveTo>
                    <a:pt x="193" y="355"/>
                  </a:moveTo>
                  <a:cubicBezTo>
                    <a:pt x="117" y="371"/>
                    <a:pt x="39" y="308"/>
                    <a:pt x="20" y="214"/>
                  </a:cubicBezTo>
                  <a:cubicBezTo>
                    <a:pt x="0" y="121"/>
                    <a:pt x="46" y="32"/>
                    <a:pt x="121" y="16"/>
                  </a:cubicBezTo>
                  <a:cubicBezTo>
                    <a:pt x="197" y="0"/>
                    <a:pt x="275" y="63"/>
                    <a:pt x="294" y="156"/>
                  </a:cubicBezTo>
                  <a:cubicBezTo>
                    <a:pt x="314" y="250"/>
                    <a:pt x="269" y="339"/>
                    <a:pt x="193" y="355"/>
                  </a:cubicBezTo>
                </a:path>
              </a:pathLst>
            </a:custGeom>
            <a:grpFill/>
            <a:ln>
              <a:noFill/>
            </a:ln>
          </p:spPr>
          <p:txBody>
            <a:bodyPr vert="horz" wrap="square" lIns="91392" tIns="45696" rIns="91392" bIns="45696" numCol="1" anchor="t" anchorCtr="0" compatLnSpc="1">
              <a:prstTxWarp prst="textNoShape">
                <a:avLst/>
              </a:prstTxWarp>
            </a:bodyPr>
            <a:lstStyle/>
            <a:p>
              <a:pPr defTabSz="913943">
                <a:defRPr/>
              </a:pPr>
              <a:endParaRPr lang="en-US" sz="1799" dirty="0">
                <a:solidFill>
                  <a:prstClr val="black"/>
                </a:solidFill>
                <a:latin typeface="Calibri" panose="020F0502020204030204"/>
              </a:endParaRPr>
            </a:p>
          </p:txBody>
        </p:sp>
        <p:sp>
          <p:nvSpPr>
            <p:cNvPr id="59" name="Freeform 346">
              <a:extLst>
                <a:ext uri="{FF2B5EF4-FFF2-40B4-BE49-F238E27FC236}">
                  <a16:creationId xmlns:a16="http://schemas.microsoft.com/office/drawing/2014/main" id="{741D05C8-07A4-0DFE-06BA-122EFE418F32}"/>
                </a:ext>
              </a:extLst>
            </p:cNvPr>
            <p:cNvSpPr>
              <a:spLocks/>
            </p:cNvSpPr>
            <p:nvPr/>
          </p:nvSpPr>
          <p:spPr bwMode="auto">
            <a:xfrm>
              <a:off x="5856288" y="765175"/>
              <a:ext cx="1203325" cy="696913"/>
            </a:xfrm>
            <a:custGeom>
              <a:avLst/>
              <a:gdLst>
                <a:gd name="T0" fmla="*/ 1131 w 1580"/>
                <a:gd name="T1" fmla="*/ 883 h 914"/>
                <a:gd name="T2" fmla="*/ 1131 w 1580"/>
                <a:gd name="T3" fmla="*/ 629 h 914"/>
                <a:gd name="T4" fmla="*/ 774 w 1580"/>
                <a:gd name="T5" fmla="*/ 629 h 914"/>
                <a:gd name="T6" fmla="*/ 743 w 1580"/>
                <a:gd name="T7" fmla="*/ 599 h 914"/>
                <a:gd name="T8" fmla="*/ 743 w 1580"/>
                <a:gd name="T9" fmla="*/ 345 h 914"/>
                <a:gd name="T10" fmla="*/ 386 w 1580"/>
                <a:gd name="T11" fmla="*/ 345 h 914"/>
                <a:gd name="T12" fmla="*/ 386 w 1580"/>
                <a:gd name="T13" fmla="*/ 345 h 914"/>
                <a:gd name="T14" fmla="*/ 355 w 1580"/>
                <a:gd name="T15" fmla="*/ 315 h 914"/>
                <a:gd name="T16" fmla="*/ 355 w 1580"/>
                <a:gd name="T17" fmla="*/ 61 h 914"/>
                <a:gd name="T18" fmla="*/ 31 w 1580"/>
                <a:gd name="T19" fmla="*/ 61 h 914"/>
                <a:gd name="T20" fmla="*/ 0 w 1580"/>
                <a:gd name="T21" fmla="*/ 30 h 914"/>
                <a:gd name="T22" fmla="*/ 31 w 1580"/>
                <a:gd name="T23" fmla="*/ 0 h 914"/>
                <a:gd name="T24" fmla="*/ 386 w 1580"/>
                <a:gd name="T25" fmla="*/ 0 h 914"/>
                <a:gd name="T26" fmla="*/ 416 w 1580"/>
                <a:gd name="T27" fmla="*/ 30 h 914"/>
                <a:gd name="T28" fmla="*/ 416 w 1580"/>
                <a:gd name="T29" fmla="*/ 284 h 914"/>
                <a:gd name="T30" fmla="*/ 774 w 1580"/>
                <a:gd name="T31" fmla="*/ 284 h 914"/>
                <a:gd name="T32" fmla="*/ 804 w 1580"/>
                <a:gd name="T33" fmla="*/ 315 h 914"/>
                <a:gd name="T34" fmla="*/ 804 w 1580"/>
                <a:gd name="T35" fmla="*/ 568 h 914"/>
                <a:gd name="T36" fmla="*/ 1162 w 1580"/>
                <a:gd name="T37" fmla="*/ 568 h 914"/>
                <a:gd name="T38" fmla="*/ 1192 w 1580"/>
                <a:gd name="T39" fmla="*/ 599 h 914"/>
                <a:gd name="T40" fmla="*/ 1192 w 1580"/>
                <a:gd name="T41" fmla="*/ 853 h 914"/>
                <a:gd name="T42" fmla="*/ 1550 w 1580"/>
                <a:gd name="T43" fmla="*/ 853 h 914"/>
                <a:gd name="T44" fmla="*/ 1580 w 1580"/>
                <a:gd name="T45" fmla="*/ 883 h 914"/>
                <a:gd name="T46" fmla="*/ 1544 w 1580"/>
                <a:gd name="T47" fmla="*/ 914 h 914"/>
                <a:gd name="T48" fmla="*/ 1162 w 1580"/>
                <a:gd name="T49" fmla="*/ 914 h 914"/>
                <a:gd name="T50" fmla="*/ 1131 w 1580"/>
                <a:gd name="T51" fmla="*/ 883 h 9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580" h="914">
                  <a:moveTo>
                    <a:pt x="1131" y="883"/>
                  </a:moveTo>
                  <a:lnTo>
                    <a:pt x="1131" y="629"/>
                  </a:lnTo>
                  <a:lnTo>
                    <a:pt x="774" y="629"/>
                  </a:lnTo>
                  <a:cubicBezTo>
                    <a:pt x="757" y="629"/>
                    <a:pt x="743" y="616"/>
                    <a:pt x="743" y="599"/>
                  </a:cubicBezTo>
                  <a:lnTo>
                    <a:pt x="743" y="345"/>
                  </a:lnTo>
                  <a:lnTo>
                    <a:pt x="386" y="345"/>
                  </a:lnTo>
                  <a:lnTo>
                    <a:pt x="386" y="345"/>
                  </a:lnTo>
                  <a:cubicBezTo>
                    <a:pt x="369" y="345"/>
                    <a:pt x="355" y="331"/>
                    <a:pt x="355" y="315"/>
                  </a:cubicBezTo>
                  <a:lnTo>
                    <a:pt x="355" y="61"/>
                  </a:lnTo>
                  <a:lnTo>
                    <a:pt x="31" y="61"/>
                  </a:lnTo>
                  <a:cubicBezTo>
                    <a:pt x="14" y="61"/>
                    <a:pt x="0" y="47"/>
                    <a:pt x="0" y="30"/>
                  </a:cubicBezTo>
                  <a:cubicBezTo>
                    <a:pt x="0" y="13"/>
                    <a:pt x="14" y="0"/>
                    <a:pt x="31" y="0"/>
                  </a:cubicBezTo>
                  <a:lnTo>
                    <a:pt x="386" y="0"/>
                  </a:lnTo>
                  <a:cubicBezTo>
                    <a:pt x="402" y="0"/>
                    <a:pt x="416" y="13"/>
                    <a:pt x="416" y="30"/>
                  </a:cubicBezTo>
                  <a:lnTo>
                    <a:pt x="416" y="284"/>
                  </a:lnTo>
                  <a:lnTo>
                    <a:pt x="774" y="284"/>
                  </a:lnTo>
                  <a:cubicBezTo>
                    <a:pt x="790" y="284"/>
                    <a:pt x="804" y="298"/>
                    <a:pt x="804" y="315"/>
                  </a:cubicBezTo>
                  <a:lnTo>
                    <a:pt x="804" y="568"/>
                  </a:lnTo>
                  <a:lnTo>
                    <a:pt x="1162" y="568"/>
                  </a:lnTo>
                  <a:cubicBezTo>
                    <a:pt x="1179" y="568"/>
                    <a:pt x="1192" y="582"/>
                    <a:pt x="1192" y="599"/>
                  </a:cubicBezTo>
                  <a:lnTo>
                    <a:pt x="1192" y="853"/>
                  </a:lnTo>
                  <a:lnTo>
                    <a:pt x="1550" y="853"/>
                  </a:lnTo>
                  <a:cubicBezTo>
                    <a:pt x="1567" y="853"/>
                    <a:pt x="1580" y="866"/>
                    <a:pt x="1580" y="883"/>
                  </a:cubicBezTo>
                  <a:cubicBezTo>
                    <a:pt x="1580" y="899"/>
                    <a:pt x="1568" y="914"/>
                    <a:pt x="1544" y="914"/>
                  </a:cubicBezTo>
                  <a:lnTo>
                    <a:pt x="1162" y="914"/>
                  </a:lnTo>
                  <a:cubicBezTo>
                    <a:pt x="1145" y="914"/>
                    <a:pt x="1131" y="900"/>
                    <a:pt x="1131" y="883"/>
                  </a:cubicBezTo>
                </a:path>
              </a:pathLst>
            </a:custGeom>
            <a:grpFill/>
            <a:ln>
              <a:noFill/>
            </a:ln>
          </p:spPr>
          <p:txBody>
            <a:bodyPr vert="horz" wrap="square" lIns="91392" tIns="45696" rIns="91392" bIns="45696" numCol="1" anchor="t" anchorCtr="0" compatLnSpc="1">
              <a:prstTxWarp prst="textNoShape">
                <a:avLst/>
              </a:prstTxWarp>
            </a:bodyPr>
            <a:lstStyle/>
            <a:p>
              <a:pPr defTabSz="913943">
                <a:defRPr/>
              </a:pPr>
              <a:endParaRPr lang="en-US" sz="1799" dirty="0">
                <a:solidFill>
                  <a:prstClr val="black"/>
                </a:solidFill>
                <a:latin typeface="Calibri" panose="020F0502020204030204"/>
              </a:endParaRPr>
            </a:p>
          </p:txBody>
        </p:sp>
      </p:grpSp>
      <p:pic>
        <p:nvPicPr>
          <p:cNvPr id="3" name="Picture 2">
            <a:extLst>
              <a:ext uri="{FF2B5EF4-FFF2-40B4-BE49-F238E27FC236}">
                <a16:creationId xmlns:a16="http://schemas.microsoft.com/office/drawing/2014/main" id="{86EB242A-D347-88B0-1BDC-CCBA80E970DB}"/>
              </a:ext>
            </a:extLst>
          </p:cNvPr>
          <p:cNvPicPr>
            <a:picLocks noChangeAspect="1"/>
          </p:cNvPicPr>
          <p:nvPr/>
        </p:nvPicPr>
        <p:blipFill>
          <a:blip r:embed="rId7"/>
          <a:stretch>
            <a:fillRect/>
          </a:stretch>
        </p:blipFill>
        <p:spPr>
          <a:xfrm>
            <a:off x="10564376" y="2107568"/>
            <a:ext cx="1312123" cy="873814"/>
          </a:xfrm>
          <a:prstGeom prst="rect">
            <a:avLst/>
          </a:prstGeom>
        </p:spPr>
      </p:pic>
      <p:sp>
        <p:nvSpPr>
          <p:cNvPr id="7" name="TextBox 6">
            <a:extLst>
              <a:ext uri="{FF2B5EF4-FFF2-40B4-BE49-F238E27FC236}">
                <a16:creationId xmlns:a16="http://schemas.microsoft.com/office/drawing/2014/main" id="{026C2881-DD55-19B2-964C-248E32F44040}"/>
              </a:ext>
            </a:extLst>
          </p:cNvPr>
          <p:cNvSpPr txBox="1"/>
          <p:nvPr/>
        </p:nvSpPr>
        <p:spPr>
          <a:xfrm>
            <a:off x="4150581" y="2131154"/>
            <a:ext cx="5247815" cy="1754326"/>
          </a:xfrm>
          <a:prstGeom prst="rect">
            <a:avLst/>
          </a:prstGeom>
          <a:noFill/>
        </p:spPr>
        <p:txBody>
          <a:bodyPr wrap="square" rtlCol="0">
            <a:spAutoFit/>
          </a:bodyPr>
          <a:lstStyle/>
          <a:p>
            <a:pPr algn="r" rtl="1"/>
            <a:r>
              <a:rPr lang="ar-LY" dirty="0"/>
              <a:t>النطاق</a:t>
            </a:r>
          </a:p>
          <a:p>
            <a:pPr algn="r" rtl="1"/>
            <a:r>
              <a:rPr lang="ar-LY" dirty="0"/>
              <a:t>المراحل</a:t>
            </a:r>
          </a:p>
          <a:p>
            <a:pPr algn="r" rtl="1"/>
            <a:r>
              <a:rPr lang="ar-LY" dirty="0"/>
              <a:t>المساهمين الرئيسين</a:t>
            </a:r>
          </a:p>
          <a:p>
            <a:pPr algn="r" rtl="1"/>
            <a:r>
              <a:rPr lang="ar-LY" dirty="0"/>
              <a:t>عوامل النجاح</a:t>
            </a:r>
          </a:p>
          <a:p>
            <a:pPr algn="r" rtl="1"/>
            <a:r>
              <a:rPr lang="ar-LY" dirty="0"/>
              <a:t>المخاطر</a:t>
            </a:r>
          </a:p>
          <a:p>
            <a:pPr algn="r" rtl="1"/>
            <a:r>
              <a:rPr lang="ar-LY" dirty="0"/>
              <a:t>النتائج المتوقع تسليمها</a:t>
            </a:r>
          </a:p>
        </p:txBody>
      </p:sp>
    </p:spTree>
    <p:extLst>
      <p:ext uri="{BB962C8B-B14F-4D97-AF65-F5344CB8AC3E}">
        <p14:creationId xmlns:p14="http://schemas.microsoft.com/office/powerpoint/2010/main" val="103666252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FaU.PVm1LLR73cZIc1gbeA"/>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Y9HG9TNjLOUNU1rGSq5qtQ"/>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WwN.9E_YY05wOyPkEUXVrA"/>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DXAhfhmIgin_jvmn49Irzg"/>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vIpvOvCRP0F9yPBSTpXzAA"/>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V7QUDK9tLBN.bYpJqwt3ZQ"/>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WWFnvIBmt0FaX8OeXSf7LQ"/>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8Jp9zxjcN.UvRcHDXGJcdQ"/>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kxOOY0d7_JRCpNF7H47J1g"/>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RFvLTzmsaBTbAvWqFX25lw"/>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jzD4qfn9qn8lwq_9QTeIzw"/>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mePrKdYglJZnD41MnkwliQ"/>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vYMA4S9V2ujDwDyEf5EhVg"/>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29wMn4Tv0AXPQgUqyJiVqA"/>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POWER_USER_TAGS_ICONS" val=""/>
</p:tagLst>
</file>

<file path=ppt/tags/tag23.xml><?xml version="1.0" encoding="utf-8"?>
<p:tagLst xmlns:a="http://schemas.openxmlformats.org/drawingml/2006/main" xmlns:r="http://schemas.openxmlformats.org/officeDocument/2006/relationships" xmlns:p="http://schemas.openxmlformats.org/presentationml/2006/main">
  <p:tag name="POWER_USER_TAGS_ICONS" val="target_POWER_USER_SEPARATOR_ICONS_archery_POWER_USER_SEPARATOR_ICONS_on-target_POWER_USER_SEPARATOR_ICONS_relevant_POWER_USER_SEPARATOR_ICONS_target-shooting"/>
</p:tagLst>
</file>

<file path=ppt/tags/tag24.xml><?xml version="1.0" encoding="utf-8"?>
<p:tagLst xmlns:a="http://schemas.openxmlformats.org/drawingml/2006/main" xmlns:r="http://schemas.openxmlformats.org/officeDocument/2006/relationships" xmlns:p="http://schemas.openxmlformats.org/presentationml/2006/main">
  <p:tag name="POWER_USER_TAGS_ICONS" val="captain*leader*manager*example*navigation*showing*governing*ruling*orientation*direction*people"/>
</p:tagLst>
</file>

<file path=ppt/theme/theme1.xml><?xml version="1.0" encoding="utf-8"?>
<a:theme xmlns:a="http://schemas.openxmlformats.org/drawingml/2006/main" name="Libyana Theme - Arabic">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Libyana">
      <a:majorFont>
        <a:latin typeface="Ubuntu Medium"/>
        <a:ea typeface=""/>
        <a:cs typeface="Tajawal ExtraBold"/>
      </a:majorFont>
      <a:minorFont>
        <a:latin typeface="Calibri"/>
        <a:ea typeface=""/>
        <a:cs typeface="Calibri"/>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Libyana Theme - Arabic" id="{A30F5B3D-8DA0-49D3-A19F-88B3ACB8E7EC}" vid="{A3A726E6-46DF-4994-9A48-CD1780A07000}"/>
    </a:ext>
  </a:extLst>
</a:theme>
</file>

<file path=ppt/theme/theme2.xml><?xml version="1.0" encoding="utf-8"?>
<a:theme xmlns:a="http://schemas.openxmlformats.org/drawingml/2006/main" name="Libyana Theme - English">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Libyana">
      <a:majorFont>
        <a:latin typeface="Ubuntu Medium"/>
        <a:ea typeface=""/>
        <a:cs typeface="Tajawal ExtraBold"/>
      </a:majorFont>
      <a:minorFont>
        <a:latin typeface="Calibri"/>
        <a:ea typeface=""/>
        <a:cs typeface="Calibri"/>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Libyana Theme - English" id="{B761283C-9D2E-4389-BEF7-79BD28E61A4D}" vid="{9C509FC1-4E3E-421B-AEB3-0566E5C3865C}"/>
    </a:ext>
  </a:extLst>
</a:theme>
</file>

<file path=ppt/theme/theme3.xml><?xml version="1.0" encoding="utf-8"?>
<a:theme xmlns:a="http://schemas.openxmlformats.org/drawingml/2006/main" name="Option 1">
  <a:themeElements>
    <a:clrScheme name="90">
      <a:dk1>
        <a:srgbClr val="7E7E7E"/>
      </a:dk1>
      <a:lt1>
        <a:sysClr val="window" lastClr="FFFFFF"/>
      </a:lt1>
      <a:dk2>
        <a:srgbClr val="888888"/>
      </a:dk2>
      <a:lt2>
        <a:srgbClr val="FFFFFF"/>
      </a:lt2>
      <a:accent1>
        <a:srgbClr val="7F417E"/>
      </a:accent1>
      <a:accent2>
        <a:srgbClr val="984E96"/>
      </a:accent2>
      <a:accent3>
        <a:srgbClr val="AA5AA8"/>
      </a:accent3>
      <a:accent4>
        <a:srgbClr val="B46CB2"/>
      </a:accent4>
      <a:accent5>
        <a:srgbClr val="C085C0"/>
      </a:accent5>
      <a:accent6>
        <a:srgbClr val="D2A6D1"/>
      </a:accent6>
      <a:hlink>
        <a:srgbClr val="F33B48"/>
      </a:hlink>
      <a:folHlink>
        <a:srgbClr val="FFC000"/>
      </a:folHlink>
    </a:clrScheme>
    <a:fontScheme name="REDDO">
      <a:majorFont>
        <a:latin typeface="Roboto Thin"/>
        <a:ea typeface=""/>
        <a:cs typeface=""/>
      </a:majorFont>
      <a:minorFont>
        <a:latin typeface="Roboto Thi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2007 - 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2007 - 2010">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 - 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48B459C8856764B8BDF5185715CAD4D" ma:contentTypeVersion="7" ma:contentTypeDescription="Create a new document." ma:contentTypeScope="" ma:versionID="0ac3626dd5f74053f0b5e13a60daea51">
  <xsd:schema xmlns:xsd="http://www.w3.org/2001/XMLSchema" xmlns:xs="http://www.w3.org/2001/XMLSchema" xmlns:p="http://schemas.microsoft.com/office/2006/metadata/properties" xmlns:ns3="19fe9eb5-14db-4508-b6c6-29b59981fa71" xmlns:ns4="ee8d5c37-c71b-46a4-80b1-ca5116bbbc75" targetNamespace="http://schemas.microsoft.com/office/2006/metadata/properties" ma:root="true" ma:fieldsID="fd1aedf88220945204a45827584f2038" ns3:_="" ns4:_="">
    <xsd:import namespace="19fe9eb5-14db-4508-b6c6-29b59981fa71"/>
    <xsd:import namespace="ee8d5c37-c71b-46a4-80b1-ca5116bbbc75"/>
    <xsd:element name="properties">
      <xsd:complexType>
        <xsd:sequence>
          <xsd:element name="documentManagement">
            <xsd:complexType>
              <xsd:all>
                <xsd:element ref="ns3:MediaServiceMetadata" minOccurs="0"/>
                <xsd:element ref="ns3:MediaServiceFastMetadata" minOccurs="0"/>
                <xsd:element ref="ns3:MediaServiceObjectDetectorVersions" minOccurs="0"/>
                <xsd:element ref="ns3:_activity" minOccurs="0"/>
                <xsd:element ref="ns4:SharedWithUsers" minOccurs="0"/>
                <xsd:element ref="ns4:SharedWithDetails" minOccurs="0"/>
                <xsd:element ref="ns4:SharingHintHash"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9fe9eb5-14db-4508-b6c6-29b59981fa7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_activity" ma:index="11" nillable="true" ma:displayName="_activity" ma:hidden="true" ma:internalName="_activity">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ee8d5c37-c71b-46a4-80b1-ca5116bbbc75"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SharingHintHash" ma:index="14"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activity xmlns="19fe9eb5-14db-4508-b6c6-29b59981fa71"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C7F0755-9A72-4595-B24E-3BD18DB69C8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9fe9eb5-14db-4508-b6c6-29b59981fa71"/>
    <ds:schemaRef ds:uri="ee8d5c37-c71b-46a4-80b1-ca5116bbbc7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BB7A9979-6E93-4BAB-B14D-A09B21599B59}">
  <ds:schemaRefs>
    <ds:schemaRef ds:uri="http://schemas.microsoft.com/office/2006/metadata/properties"/>
    <ds:schemaRef ds:uri="http://schemas.microsoft.com/office/2006/documentManagement/types"/>
    <ds:schemaRef ds:uri="http://schemas.openxmlformats.org/package/2006/metadata/core-properties"/>
    <ds:schemaRef ds:uri="http://purl.org/dc/terms/"/>
    <ds:schemaRef ds:uri="http://purl.org/dc/elements/1.1/"/>
    <ds:schemaRef ds:uri="http://schemas.microsoft.com/office/infopath/2007/PartnerControls"/>
    <ds:schemaRef ds:uri="http://purl.org/dc/dcmitype/"/>
    <ds:schemaRef ds:uri="ee8d5c37-c71b-46a4-80b1-ca5116bbbc75"/>
    <ds:schemaRef ds:uri="19fe9eb5-14db-4508-b6c6-29b59981fa71"/>
    <ds:schemaRef ds:uri="http://www.w3.org/XML/1998/namespace"/>
  </ds:schemaRefs>
</ds:datastoreItem>
</file>

<file path=customXml/itemProps3.xml><?xml version="1.0" encoding="utf-8"?>
<ds:datastoreItem xmlns:ds="http://schemas.openxmlformats.org/officeDocument/2006/customXml" ds:itemID="{62AEF39A-86DF-42B1-B99E-C8987F5351AC}">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Libyana Theme - Arabic</Template>
  <TotalTime>62242</TotalTime>
  <Words>3483</Words>
  <Application>Microsoft Office PowerPoint</Application>
  <PresentationFormat>Widescreen</PresentationFormat>
  <Paragraphs>926</Paragraphs>
  <Slides>33</Slides>
  <Notes>8</Notes>
  <HiddenSlides>0</HiddenSlides>
  <MMClips>0</MMClips>
  <ScaleCrop>false</ScaleCrop>
  <HeadingPairs>
    <vt:vector size="8" baseType="variant">
      <vt:variant>
        <vt:lpstr>Fonts Used</vt:lpstr>
      </vt:variant>
      <vt:variant>
        <vt:i4>25</vt:i4>
      </vt:variant>
      <vt:variant>
        <vt:lpstr>Theme</vt:lpstr>
      </vt:variant>
      <vt:variant>
        <vt:i4>4</vt:i4>
      </vt:variant>
      <vt:variant>
        <vt:lpstr>Embedded OLE Servers</vt:lpstr>
      </vt:variant>
      <vt:variant>
        <vt:i4>1</vt:i4>
      </vt:variant>
      <vt:variant>
        <vt:lpstr>Slide Titles</vt:lpstr>
      </vt:variant>
      <vt:variant>
        <vt:i4>33</vt:i4>
      </vt:variant>
    </vt:vector>
  </HeadingPairs>
  <TitlesOfParts>
    <vt:vector size="63" baseType="lpstr">
      <vt:lpstr>29LT Bukra Bold</vt:lpstr>
      <vt:lpstr>Arial</vt:lpstr>
      <vt:lpstr>Bahnschrift Condensed</vt:lpstr>
      <vt:lpstr>Bebas Neue</vt:lpstr>
      <vt:lpstr>Calibri</vt:lpstr>
      <vt:lpstr>Calibri Light</vt:lpstr>
      <vt:lpstr>Century Gothic</vt:lpstr>
      <vt:lpstr>Fira Sans</vt:lpstr>
      <vt:lpstr>Fira Sans Extra Condensed Medium</vt:lpstr>
      <vt:lpstr>Fira Sans Medium</vt:lpstr>
      <vt:lpstr>Lato Light</vt:lpstr>
      <vt:lpstr>Lato Regular</vt:lpstr>
      <vt:lpstr>Monotype Sorts</vt:lpstr>
      <vt:lpstr>Open Sans Light</vt:lpstr>
      <vt:lpstr>Open Sans Semibold</vt:lpstr>
      <vt:lpstr>Roboto Medium</vt:lpstr>
      <vt:lpstr>Roboto Thin</vt:lpstr>
      <vt:lpstr>Source Sans Pro Light</vt:lpstr>
      <vt:lpstr>Tajawal</vt:lpstr>
      <vt:lpstr>Tajawal ExtraBold</vt:lpstr>
      <vt:lpstr>Tajawal Light</vt:lpstr>
      <vt:lpstr>Tajawal Medium</vt:lpstr>
      <vt:lpstr>TheSans</vt:lpstr>
      <vt:lpstr>Ubuntu Medium</vt:lpstr>
      <vt:lpstr>Wingdings</vt:lpstr>
      <vt:lpstr>Libyana Theme - Arabic</vt:lpstr>
      <vt:lpstr>Libyana Theme - English</vt:lpstr>
      <vt:lpstr>Option 1</vt:lpstr>
      <vt:lpstr>Office Theme</vt:lpstr>
      <vt:lpstr>think-cell Slide</vt:lpstr>
      <vt:lpstr>PowerPoint Presentation</vt:lpstr>
      <vt:lpstr>المحتويات</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التحليل الرباعي SWAT خارجي</vt:lpstr>
      <vt:lpstr>التحليل الرباعي SWAT داخلي</vt:lpstr>
      <vt:lpstr>الوضع التنافسي</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Libyana Mobile Phone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الحملة الترويجية</dc:title>
  <dc:creator>Nadia zeglam</dc:creator>
  <cp:lastModifiedBy>Hatem Mahfud</cp:lastModifiedBy>
  <cp:revision>759</cp:revision>
  <cp:lastPrinted>2022-03-03T09:43:05Z</cp:lastPrinted>
  <dcterms:created xsi:type="dcterms:W3CDTF">2021-03-01T20:33:33Z</dcterms:created>
  <dcterms:modified xsi:type="dcterms:W3CDTF">2023-11-16T15:21:20Z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0x010100748B459C8856764B8BDF5185715CAD4D</vt:lpwstr>
  </property>
</Properties>
</file>
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6.xml" ContentType="application/vnd.openxmlformats-officedocument.presentationml.tags+xml"/>
  <Override PartName="/ppt/notesSlides/notesSlide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7.xml" ContentType="application/vnd.openxmlformats-officedocument.presentationml.tags+xml"/>
  <Override PartName="/ppt/notesSlides/notesSlide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1.xml" ContentType="application/vnd.openxmlformats-officedocument.themeOverride+xml"/>
  <Override PartName="/ppt/notesSlides/notesSlide9.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2.xml" ContentType="application/vnd.openxmlformats-officedocument.themeOverride+xml"/>
  <Override PartName="/ppt/tags/tag8.xml" ContentType="application/vnd.openxmlformats-officedocument.presentationml.tags+xml"/>
  <Override PartName="/ppt/notesSlides/notesSlide10.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ags/tag9.xml" ContentType="application/vnd.openxmlformats-officedocument.presentationml.tags+xml"/>
  <Override PartName="/ppt/notesSlides/notesSlide11.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tags/tag10.xml" ContentType="application/vnd.openxmlformats-officedocument.presentationml.tags+xml"/>
  <Override PartName="/ppt/notesSlides/notesSlide12.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3.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4.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15.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notesSlides/notesSlide16.xml" ContentType="application/vnd.openxmlformats-officedocument.presentationml.notesSlid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tags/tag11.xml" ContentType="application/vnd.openxmlformats-officedocument.presentationml.tags+xml"/>
  <Override PartName="/ppt/notesSlides/notesSlide17.xml" ContentType="application/vnd.openxmlformats-officedocument.presentationml.notesSlid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notesSlides/notesSlide18.xml" ContentType="application/vnd.openxmlformats-officedocument.presentationml.notesSlid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notesSlides/notesSlide19.xml" ContentType="application/vnd.openxmlformats-officedocument.presentationml.notesSlid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notesSlides/notesSlide20.xml" ContentType="application/vnd.openxmlformats-officedocument.presentationml.notesSlid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8"/>
  </p:notesMasterIdLst>
  <p:sldIdLst>
    <p:sldId id="467" r:id="rId5"/>
    <p:sldId id="287" r:id="rId6"/>
    <p:sldId id="477" r:id="rId7"/>
    <p:sldId id="450" r:id="rId8"/>
    <p:sldId id="451" r:id="rId9"/>
    <p:sldId id="471" r:id="rId10"/>
    <p:sldId id="466" r:id="rId11"/>
    <p:sldId id="465" r:id="rId12"/>
    <p:sldId id="460" r:id="rId13"/>
    <p:sldId id="461" r:id="rId14"/>
    <p:sldId id="472" r:id="rId15"/>
    <p:sldId id="469" r:id="rId16"/>
    <p:sldId id="470" r:id="rId17"/>
    <p:sldId id="459" r:id="rId18"/>
    <p:sldId id="458" r:id="rId19"/>
    <p:sldId id="457" r:id="rId20"/>
    <p:sldId id="475" r:id="rId21"/>
    <p:sldId id="463" r:id="rId22"/>
    <p:sldId id="464" r:id="rId23"/>
    <p:sldId id="462" r:id="rId24"/>
    <p:sldId id="476" r:id="rId25"/>
    <p:sldId id="474" r:id="rId26"/>
    <p:sldId id="449" r:id="rId27"/>
  </p:sldIdLst>
  <p:sldSz cx="12192000" cy="6858000"/>
  <p:notesSz cx="7315200" cy="96012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مؤشرات عامة" id="{724DA0F2-59DA-4127-9333-6FBAE8C20BC3}">
          <p14:sldIdLst>
            <p14:sldId id="467"/>
            <p14:sldId id="287"/>
            <p14:sldId id="477"/>
            <p14:sldId id="450"/>
            <p14:sldId id="451"/>
            <p14:sldId id="471"/>
            <p14:sldId id="466"/>
            <p14:sldId id="465"/>
          </p14:sldIdLst>
        </p14:section>
        <p14:section name="ايرادات الاستخدام" id="{08D72A83-CF94-4998-9D75-5E65B4E762C5}">
          <p14:sldIdLst>
            <p14:sldId id="460"/>
            <p14:sldId id="461"/>
            <p14:sldId id="472"/>
          </p14:sldIdLst>
        </p14:section>
        <p14:section name="ايرادات المبيعات" id="{CC0B7C31-C831-45BF-9A04-558F33467869}">
          <p14:sldIdLst>
            <p14:sldId id="469"/>
            <p14:sldId id="470"/>
          </p14:sldIdLst>
        </p14:section>
        <p14:section name="الايرادات الكلية" id="{9F1A940B-594A-4CEE-94DC-329359EC180C}">
          <p14:sldIdLst>
            <p14:sldId id="459"/>
            <p14:sldId id="458"/>
            <p14:sldId id="457"/>
            <p14:sldId id="475"/>
            <p14:sldId id="463"/>
            <p14:sldId id="464"/>
            <p14:sldId id="462"/>
            <p14:sldId id="476"/>
            <p14:sldId id="474"/>
            <p14:sldId id="44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adia zeglam" initials="Nz" lastIdx="1" clrIdx="0">
    <p:extLst>
      <p:ext uri="{19B8F6BF-5375-455C-9EA6-DF929625EA0E}">
        <p15:presenceInfo xmlns:p15="http://schemas.microsoft.com/office/powerpoint/2012/main" userId="S-1-5-21-1210674419-1492222945-2430474712-492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99"/>
    <a:srgbClr val="70AD47"/>
    <a:srgbClr val="4472C4"/>
    <a:srgbClr val="9227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1ED1DD-4CD5-4DE4-9DB9-392DBE1C15AA}" v="5" dt="2023-11-04T21:53:13.587"/>
    <p1510:client id="{B522B655-AC57-42A3-9A39-5145392554A0}" v="105" dt="2023-11-05T07:54:23.6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78"/>
    <p:restoredTop sz="94169" autoAdjust="0"/>
  </p:normalViewPr>
  <p:slideViewPr>
    <p:cSldViewPr snapToGrid="0">
      <p:cViewPr varScale="1">
        <p:scale>
          <a:sx n="104" d="100"/>
          <a:sy n="104" d="100"/>
        </p:scale>
        <p:origin x="222" y="13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ha A. Beraam" userId="741caa31-a16a-43d8-9397-caf346f4ac2f" providerId="ADAL" clId="{B522B655-AC57-42A3-9A39-5145392554A0}"/>
    <pc:docChg chg="undo redo custSel addSld delSld modSld sldOrd modSection">
      <pc:chgData name="Taha A. Beraam" userId="741caa31-a16a-43d8-9397-caf346f4ac2f" providerId="ADAL" clId="{B522B655-AC57-42A3-9A39-5145392554A0}" dt="2023-11-05T08:04:12.645" v="1544" actId="1076"/>
      <pc:docMkLst>
        <pc:docMk/>
      </pc:docMkLst>
      <pc:sldChg chg="modSp mod ord">
        <pc:chgData name="Taha A. Beraam" userId="741caa31-a16a-43d8-9397-caf346f4ac2f" providerId="ADAL" clId="{B522B655-AC57-42A3-9A39-5145392554A0}" dt="2023-11-05T07:57:01.590" v="1543" actId="313"/>
        <pc:sldMkLst>
          <pc:docMk/>
          <pc:sldMk cId="496717869" sldId="287"/>
        </pc:sldMkLst>
        <pc:spChg chg="mod">
          <ac:chgData name="Taha A. Beraam" userId="741caa31-a16a-43d8-9397-caf346f4ac2f" providerId="ADAL" clId="{B522B655-AC57-42A3-9A39-5145392554A0}" dt="2023-11-05T07:57:01.590" v="1543" actId="313"/>
          <ac:spMkLst>
            <pc:docMk/>
            <pc:sldMk cId="496717869" sldId="287"/>
            <ac:spMk id="3" creationId="{00000000-0000-0000-0000-000000000000}"/>
          </ac:spMkLst>
        </pc:spChg>
      </pc:sldChg>
      <pc:sldChg chg="modSp mod">
        <pc:chgData name="Taha A. Beraam" userId="741caa31-a16a-43d8-9397-caf346f4ac2f" providerId="ADAL" clId="{B522B655-AC57-42A3-9A39-5145392554A0}" dt="2023-11-05T07:32:58.937" v="1193" actId="20577"/>
        <pc:sldMkLst>
          <pc:docMk/>
          <pc:sldMk cId="0" sldId="450"/>
        </pc:sldMkLst>
        <pc:spChg chg="mod">
          <ac:chgData name="Taha A. Beraam" userId="741caa31-a16a-43d8-9397-caf346f4ac2f" providerId="ADAL" clId="{B522B655-AC57-42A3-9A39-5145392554A0}" dt="2023-11-02T06:09:37.775" v="3"/>
          <ac:spMkLst>
            <pc:docMk/>
            <pc:sldMk cId="0" sldId="450"/>
            <ac:spMk id="6" creationId="{A5DF9B1C-15F5-1478-7922-7A78B725B8FA}"/>
          </ac:spMkLst>
        </pc:spChg>
        <pc:spChg chg="mod">
          <ac:chgData name="Taha A. Beraam" userId="741caa31-a16a-43d8-9397-caf346f4ac2f" providerId="ADAL" clId="{B522B655-AC57-42A3-9A39-5145392554A0}" dt="2023-11-05T07:32:58.937" v="1193" actId="20577"/>
          <ac:spMkLst>
            <pc:docMk/>
            <pc:sldMk cId="0" sldId="450"/>
            <ac:spMk id="61" creationId="{049FFE32-7228-4232-9EDB-834179C6C3E8}"/>
          </ac:spMkLst>
        </pc:spChg>
        <pc:spChg chg="mod">
          <ac:chgData name="Taha A. Beraam" userId="741caa31-a16a-43d8-9397-caf346f4ac2f" providerId="ADAL" clId="{B522B655-AC57-42A3-9A39-5145392554A0}" dt="2023-11-02T08:56:32.640" v="1000"/>
          <ac:spMkLst>
            <pc:docMk/>
            <pc:sldMk cId="0" sldId="450"/>
            <ac:spMk id="62" creationId="{A6FABC1C-BBA9-4647-9E99-718FA84F6DD7}"/>
          </ac:spMkLst>
        </pc:spChg>
        <pc:spChg chg="mod">
          <ac:chgData name="Taha A. Beraam" userId="741caa31-a16a-43d8-9397-caf346f4ac2f" providerId="ADAL" clId="{B522B655-AC57-42A3-9A39-5145392554A0}" dt="2023-11-02T08:55:25.211" v="995"/>
          <ac:spMkLst>
            <pc:docMk/>
            <pc:sldMk cId="0" sldId="450"/>
            <ac:spMk id="2221" creationId="{00000000-0000-0000-0000-000000000000}"/>
          </ac:spMkLst>
        </pc:spChg>
        <pc:spChg chg="mod">
          <ac:chgData name="Taha A. Beraam" userId="741caa31-a16a-43d8-9397-caf346f4ac2f" providerId="ADAL" clId="{B522B655-AC57-42A3-9A39-5145392554A0}" dt="2023-11-02T08:56:00.699" v="999"/>
          <ac:spMkLst>
            <pc:docMk/>
            <pc:sldMk cId="0" sldId="450"/>
            <ac:spMk id="2223" creationId="{00000000-0000-0000-0000-000000000000}"/>
          </ac:spMkLst>
        </pc:spChg>
        <pc:spChg chg="mod">
          <ac:chgData name="Taha A. Beraam" userId="741caa31-a16a-43d8-9397-caf346f4ac2f" providerId="ADAL" clId="{B522B655-AC57-42A3-9A39-5145392554A0}" dt="2023-11-02T08:55:11.313" v="994"/>
          <ac:spMkLst>
            <pc:docMk/>
            <pc:sldMk cId="0" sldId="450"/>
            <ac:spMk id="2225" creationId="{00000000-0000-0000-0000-000000000000}"/>
          </ac:spMkLst>
        </pc:spChg>
        <pc:spChg chg="mod">
          <ac:chgData name="Taha A. Beraam" userId="741caa31-a16a-43d8-9397-caf346f4ac2f" providerId="ADAL" clId="{B522B655-AC57-42A3-9A39-5145392554A0}" dt="2023-11-02T08:57:11.164" v="1001"/>
          <ac:spMkLst>
            <pc:docMk/>
            <pc:sldMk cId="0" sldId="450"/>
            <ac:spMk id="2227" creationId="{00000000-0000-0000-0000-000000000000}"/>
          </ac:spMkLst>
        </pc:spChg>
        <pc:spChg chg="mod">
          <ac:chgData name="Taha A. Beraam" userId="741caa31-a16a-43d8-9397-caf346f4ac2f" providerId="ADAL" clId="{B522B655-AC57-42A3-9A39-5145392554A0}" dt="2023-11-02T08:55:42.834" v="996"/>
          <ac:spMkLst>
            <pc:docMk/>
            <pc:sldMk cId="0" sldId="450"/>
            <ac:spMk id="2229" creationId="{00000000-0000-0000-0000-000000000000}"/>
          </ac:spMkLst>
        </pc:spChg>
      </pc:sldChg>
      <pc:sldChg chg="modSp mod">
        <pc:chgData name="Taha A. Beraam" userId="741caa31-a16a-43d8-9397-caf346f4ac2f" providerId="ADAL" clId="{B522B655-AC57-42A3-9A39-5145392554A0}" dt="2023-11-02T08:54:22.944" v="993"/>
        <pc:sldMkLst>
          <pc:docMk/>
          <pc:sldMk cId="4047193513" sldId="451"/>
        </pc:sldMkLst>
        <pc:spChg chg="mod">
          <ac:chgData name="Taha A. Beraam" userId="741caa31-a16a-43d8-9397-caf346f4ac2f" providerId="ADAL" clId="{B522B655-AC57-42A3-9A39-5145392554A0}" dt="2023-11-02T06:09:40.025" v="4"/>
          <ac:spMkLst>
            <pc:docMk/>
            <pc:sldMk cId="4047193513" sldId="451"/>
            <ac:spMk id="39" creationId="{06DC0689-C36E-4F28-A2E8-3BB6E23895F0}"/>
          </ac:spMkLst>
        </pc:spChg>
        <pc:spChg chg="mod">
          <ac:chgData name="Taha A. Beraam" userId="741caa31-a16a-43d8-9397-caf346f4ac2f" providerId="ADAL" clId="{B522B655-AC57-42A3-9A39-5145392554A0}" dt="2023-11-02T08:54:22.944" v="993"/>
          <ac:spMkLst>
            <pc:docMk/>
            <pc:sldMk cId="4047193513" sldId="451"/>
            <ac:spMk id="60" creationId="{E6DDE84B-D4C0-447E-BA27-7C94C626891C}"/>
          </ac:spMkLst>
        </pc:spChg>
        <pc:spChg chg="mod">
          <ac:chgData name="Taha A. Beraam" userId="741caa31-a16a-43d8-9397-caf346f4ac2f" providerId="ADAL" clId="{B522B655-AC57-42A3-9A39-5145392554A0}" dt="2023-11-02T08:53:58.779" v="992"/>
          <ac:spMkLst>
            <pc:docMk/>
            <pc:sldMk cId="4047193513" sldId="451"/>
            <ac:spMk id="62" creationId="{EE939941-364F-4730-9FB0-76D5D2A47149}"/>
          </ac:spMkLst>
        </pc:spChg>
        <pc:spChg chg="mod">
          <ac:chgData name="Taha A. Beraam" userId="741caa31-a16a-43d8-9397-caf346f4ac2f" providerId="ADAL" clId="{B522B655-AC57-42A3-9A39-5145392554A0}" dt="2023-11-02T08:53:36.172" v="991"/>
          <ac:spMkLst>
            <pc:docMk/>
            <pc:sldMk cId="4047193513" sldId="451"/>
            <ac:spMk id="65" creationId="{698877E0-6395-4560-8D3B-30D0BCF3B69C}"/>
          </ac:spMkLst>
        </pc:spChg>
      </pc:sldChg>
      <pc:sldChg chg="modSp mod">
        <pc:chgData name="Taha A. Beraam" userId="741caa31-a16a-43d8-9397-caf346f4ac2f" providerId="ADAL" clId="{B522B655-AC57-42A3-9A39-5145392554A0}" dt="2023-11-02T07:45:00.652" v="765" actId="27918"/>
        <pc:sldMkLst>
          <pc:docMk/>
          <pc:sldMk cId="2266864581" sldId="457"/>
        </pc:sldMkLst>
        <pc:spChg chg="mod">
          <ac:chgData name="Taha A. Beraam" userId="741caa31-a16a-43d8-9397-caf346f4ac2f" providerId="ADAL" clId="{B522B655-AC57-42A3-9A39-5145392554A0}" dt="2023-11-02T07:43:13.528" v="747" actId="14100"/>
          <ac:spMkLst>
            <pc:docMk/>
            <pc:sldMk cId="2266864581" sldId="457"/>
            <ac:spMk id="100" creationId="{0FE61EF1-E810-FAB5-2208-2445D0EE91E7}"/>
          </ac:spMkLst>
        </pc:spChg>
      </pc:sldChg>
      <pc:sldChg chg="modSp mod">
        <pc:chgData name="Taha A. Beraam" userId="741caa31-a16a-43d8-9397-caf346f4ac2f" providerId="ADAL" clId="{B522B655-AC57-42A3-9A39-5145392554A0}" dt="2023-11-02T08:47:09.164" v="983" actId="27918"/>
        <pc:sldMkLst>
          <pc:docMk/>
          <pc:sldMk cId="1196488990" sldId="458"/>
        </pc:sldMkLst>
        <pc:spChg chg="mod">
          <ac:chgData name="Taha A. Beraam" userId="741caa31-a16a-43d8-9397-caf346f4ac2f" providerId="ADAL" clId="{B522B655-AC57-42A3-9A39-5145392554A0}" dt="2023-11-02T07:48:38.497" v="778"/>
          <ac:spMkLst>
            <pc:docMk/>
            <pc:sldMk cId="1196488990" sldId="458"/>
            <ac:spMk id="27" creationId="{1A8A4E5C-0FBC-C7F8-593D-2716B28F67B4}"/>
          </ac:spMkLst>
        </pc:spChg>
        <pc:spChg chg="mod">
          <ac:chgData name="Taha A. Beraam" userId="741caa31-a16a-43d8-9397-caf346f4ac2f" providerId="ADAL" clId="{B522B655-AC57-42A3-9A39-5145392554A0}" dt="2023-11-02T07:48:29.849" v="777"/>
          <ac:spMkLst>
            <pc:docMk/>
            <pc:sldMk cId="1196488990" sldId="458"/>
            <ac:spMk id="35" creationId="{73BF3684-DAF8-210A-C779-5315190486E1}"/>
          </ac:spMkLst>
        </pc:spChg>
        <pc:spChg chg="mod">
          <ac:chgData name="Taha A. Beraam" userId="741caa31-a16a-43d8-9397-caf346f4ac2f" providerId="ADAL" clId="{B522B655-AC57-42A3-9A39-5145392554A0}" dt="2023-11-02T07:46:22.494" v="771"/>
          <ac:spMkLst>
            <pc:docMk/>
            <pc:sldMk cId="1196488990" sldId="458"/>
            <ac:spMk id="43" creationId="{2A9C12B0-FC87-269E-4A66-5EB28F26F066}"/>
          </ac:spMkLst>
        </pc:spChg>
        <pc:spChg chg="mod">
          <ac:chgData name="Taha A. Beraam" userId="741caa31-a16a-43d8-9397-caf346f4ac2f" providerId="ADAL" clId="{B522B655-AC57-42A3-9A39-5145392554A0}" dt="2023-11-02T07:46:06.078" v="769"/>
          <ac:spMkLst>
            <pc:docMk/>
            <pc:sldMk cId="1196488990" sldId="458"/>
            <ac:spMk id="52" creationId="{C0821A5E-5677-594F-DBBC-3CB3A58A49A9}"/>
          </ac:spMkLst>
        </pc:spChg>
        <pc:spChg chg="mod">
          <ac:chgData name="Taha A. Beraam" userId="741caa31-a16a-43d8-9397-caf346f4ac2f" providerId="ADAL" clId="{B522B655-AC57-42A3-9A39-5145392554A0}" dt="2023-11-02T07:46:18.134" v="770"/>
          <ac:spMkLst>
            <pc:docMk/>
            <pc:sldMk cId="1196488990" sldId="458"/>
            <ac:spMk id="54" creationId="{92D6FB10-0C43-47C3-6A1C-E7DC818C46BB}"/>
          </ac:spMkLst>
        </pc:spChg>
        <pc:spChg chg="mod">
          <ac:chgData name="Taha A. Beraam" userId="741caa31-a16a-43d8-9397-caf346f4ac2f" providerId="ADAL" clId="{B522B655-AC57-42A3-9A39-5145392554A0}" dt="2023-11-02T07:54:12.020" v="787"/>
          <ac:spMkLst>
            <pc:docMk/>
            <pc:sldMk cId="1196488990" sldId="458"/>
            <ac:spMk id="55" creationId="{B15F6187-031B-9D33-E607-F3DEBBD31614}"/>
          </ac:spMkLst>
        </pc:spChg>
        <pc:spChg chg="mod">
          <ac:chgData name="Taha A. Beraam" userId="741caa31-a16a-43d8-9397-caf346f4ac2f" providerId="ADAL" clId="{B522B655-AC57-42A3-9A39-5145392554A0}" dt="2023-11-02T07:54:19.456" v="788"/>
          <ac:spMkLst>
            <pc:docMk/>
            <pc:sldMk cId="1196488990" sldId="458"/>
            <ac:spMk id="58" creationId="{077D2998-F487-43C2-9A82-BAA3A0703104}"/>
          </ac:spMkLst>
        </pc:spChg>
        <pc:spChg chg="mod">
          <ac:chgData name="Taha A. Beraam" userId="741caa31-a16a-43d8-9397-caf346f4ac2f" providerId="ADAL" clId="{B522B655-AC57-42A3-9A39-5145392554A0}" dt="2023-11-02T07:54:27.153" v="789"/>
          <ac:spMkLst>
            <pc:docMk/>
            <pc:sldMk cId="1196488990" sldId="458"/>
            <ac:spMk id="60" creationId="{E212F2CA-08FA-9641-A100-EA4373E43518}"/>
          </ac:spMkLst>
        </pc:spChg>
        <pc:spChg chg="mod">
          <ac:chgData name="Taha A. Beraam" userId="741caa31-a16a-43d8-9397-caf346f4ac2f" providerId="ADAL" clId="{B522B655-AC57-42A3-9A39-5145392554A0}" dt="2023-11-02T07:54:35.093" v="790"/>
          <ac:spMkLst>
            <pc:docMk/>
            <pc:sldMk cId="1196488990" sldId="458"/>
            <ac:spMk id="63" creationId="{2BF39271-42D8-B63E-F830-406AC3EEF7FB}"/>
          </ac:spMkLst>
        </pc:spChg>
        <pc:spChg chg="mod">
          <ac:chgData name="Taha A. Beraam" userId="741caa31-a16a-43d8-9397-caf346f4ac2f" providerId="ADAL" clId="{B522B655-AC57-42A3-9A39-5145392554A0}" dt="2023-11-02T07:54:04.004" v="786"/>
          <ac:spMkLst>
            <pc:docMk/>
            <pc:sldMk cId="1196488990" sldId="458"/>
            <ac:spMk id="65" creationId="{DB5A8625-E764-F797-D45E-513B161827B6}"/>
          </ac:spMkLst>
        </pc:spChg>
        <pc:spChg chg="mod">
          <ac:chgData name="Taha A. Beraam" userId="741caa31-a16a-43d8-9397-caf346f4ac2f" providerId="ADAL" clId="{B522B655-AC57-42A3-9A39-5145392554A0}" dt="2023-11-02T07:57:06.820" v="799"/>
          <ac:spMkLst>
            <pc:docMk/>
            <pc:sldMk cId="1196488990" sldId="458"/>
            <ac:spMk id="68" creationId="{3992C752-3C06-FA59-C7B2-B39A4B61BE34}"/>
          </ac:spMkLst>
        </pc:spChg>
        <pc:spChg chg="mod">
          <ac:chgData name="Taha A. Beraam" userId="741caa31-a16a-43d8-9397-caf346f4ac2f" providerId="ADAL" clId="{B522B655-AC57-42A3-9A39-5145392554A0}" dt="2023-11-02T07:50:05.447" v="781"/>
          <ac:spMkLst>
            <pc:docMk/>
            <pc:sldMk cId="1196488990" sldId="458"/>
            <ac:spMk id="114" creationId="{B0531F9D-A921-FB2D-2604-7CCC585F4083}"/>
          </ac:spMkLst>
        </pc:spChg>
        <pc:spChg chg="mod">
          <ac:chgData name="Taha A. Beraam" userId="741caa31-a16a-43d8-9397-caf346f4ac2f" providerId="ADAL" clId="{B522B655-AC57-42A3-9A39-5145392554A0}" dt="2023-11-02T07:57:13.781" v="800"/>
          <ac:spMkLst>
            <pc:docMk/>
            <pc:sldMk cId="1196488990" sldId="458"/>
            <ac:spMk id="162" creationId="{E8FAC99D-128A-41C1-88B3-F45AF0DB6494}"/>
          </ac:spMkLst>
        </pc:spChg>
        <pc:spChg chg="mod">
          <ac:chgData name="Taha A. Beraam" userId="741caa31-a16a-43d8-9397-caf346f4ac2f" providerId="ADAL" clId="{B522B655-AC57-42A3-9A39-5145392554A0}" dt="2023-11-02T07:57:39.147" v="804"/>
          <ac:spMkLst>
            <pc:docMk/>
            <pc:sldMk cId="1196488990" sldId="458"/>
            <ac:spMk id="165" creationId="{8FE0A46C-55E3-CF51-2101-F5D1795FED55}"/>
          </ac:spMkLst>
        </pc:spChg>
        <pc:spChg chg="mod">
          <ac:chgData name="Taha A. Beraam" userId="741caa31-a16a-43d8-9397-caf346f4ac2f" providerId="ADAL" clId="{B522B655-AC57-42A3-9A39-5145392554A0}" dt="2023-11-02T07:57:30.262" v="803"/>
          <ac:spMkLst>
            <pc:docMk/>
            <pc:sldMk cId="1196488990" sldId="458"/>
            <ac:spMk id="168" creationId="{442D5D01-39FF-8EE9-4EE0-6F7552E56A4E}"/>
          </ac:spMkLst>
        </pc:spChg>
        <pc:spChg chg="mod">
          <ac:chgData name="Taha A. Beraam" userId="741caa31-a16a-43d8-9397-caf346f4ac2f" providerId="ADAL" clId="{B522B655-AC57-42A3-9A39-5145392554A0}" dt="2023-11-02T07:59:04.089" v="806" actId="14100"/>
          <ac:spMkLst>
            <pc:docMk/>
            <pc:sldMk cId="1196488990" sldId="458"/>
            <ac:spMk id="192" creationId="{3ACAA28E-FAC2-312C-4CEE-131D5199A398}"/>
          </ac:spMkLst>
        </pc:spChg>
        <pc:spChg chg="mod">
          <ac:chgData name="Taha A. Beraam" userId="741caa31-a16a-43d8-9397-caf346f4ac2f" providerId="ADAL" clId="{B522B655-AC57-42A3-9A39-5145392554A0}" dt="2023-11-02T07:50:12.166" v="782" actId="14100"/>
          <ac:spMkLst>
            <pc:docMk/>
            <pc:sldMk cId="1196488990" sldId="458"/>
            <ac:spMk id="195" creationId="{D4F11399-1CA9-FBAC-6959-B8CBDEC6E081}"/>
          </ac:spMkLst>
        </pc:spChg>
        <pc:spChg chg="mod">
          <ac:chgData name="Taha A. Beraam" userId="741caa31-a16a-43d8-9397-caf346f4ac2f" providerId="ADAL" clId="{B522B655-AC57-42A3-9A39-5145392554A0}" dt="2023-11-02T07:48:12.164" v="776"/>
          <ac:spMkLst>
            <pc:docMk/>
            <pc:sldMk cId="1196488990" sldId="458"/>
            <ac:spMk id="199" creationId="{311837EB-6091-9C0F-7427-B00649E1B4E0}"/>
          </ac:spMkLst>
        </pc:spChg>
        <pc:spChg chg="mod">
          <ac:chgData name="Taha A. Beraam" userId="741caa31-a16a-43d8-9397-caf346f4ac2f" providerId="ADAL" clId="{B522B655-AC57-42A3-9A39-5145392554A0}" dt="2023-11-02T07:49:03.883" v="779"/>
          <ac:spMkLst>
            <pc:docMk/>
            <pc:sldMk cId="1196488990" sldId="458"/>
            <ac:spMk id="200" creationId="{11AB520C-50EB-1DCF-DD99-133D2DB87279}"/>
          </ac:spMkLst>
        </pc:spChg>
      </pc:sldChg>
      <pc:sldChg chg="modSp mod">
        <pc:chgData name="Taha A. Beraam" userId="741caa31-a16a-43d8-9397-caf346f4ac2f" providerId="ADAL" clId="{B522B655-AC57-42A3-9A39-5145392554A0}" dt="2023-11-02T08:50:25.795" v="985" actId="27918"/>
        <pc:sldMkLst>
          <pc:docMk/>
          <pc:sldMk cId="3137627769" sldId="459"/>
        </pc:sldMkLst>
        <pc:spChg chg="mod">
          <ac:chgData name="Taha A. Beraam" userId="741caa31-a16a-43d8-9397-caf346f4ac2f" providerId="ADAL" clId="{B522B655-AC57-42A3-9A39-5145392554A0}" dt="2023-11-02T06:12:15.432" v="45"/>
          <ac:spMkLst>
            <pc:docMk/>
            <pc:sldMk cId="3137627769" sldId="459"/>
            <ac:spMk id="97" creationId="{E4CA80D1-4022-5DC8-B7B3-E4E8A69B6C65}"/>
          </ac:spMkLst>
        </pc:spChg>
        <pc:spChg chg="mod">
          <ac:chgData name="Taha A. Beraam" userId="741caa31-a16a-43d8-9397-caf346f4ac2f" providerId="ADAL" clId="{B522B655-AC57-42A3-9A39-5145392554A0}" dt="2023-11-02T08:09:45.909" v="819"/>
          <ac:spMkLst>
            <pc:docMk/>
            <pc:sldMk cId="3137627769" sldId="459"/>
            <ac:spMk id="98" creationId="{0D08E4AE-55C6-07D9-5D8E-EBBE7C183F00}"/>
          </ac:spMkLst>
        </pc:spChg>
        <pc:spChg chg="mod">
          <ac:chgData name="Taha A. Beraam" userId="741caa31-a16a-43d8-9397-caf346f4ac2f" providerId="ADAL" clId="{B522B655-AC57-42A3-9A39-5145392554A0}" dt="2023-11-02T08:09:34.946" v="818"/>
          <ac:spMkLst>
            <pc:docMk/>
            <pc:sldMk cId="3137627769" sldId="459"/>
            <ac:spMk id="99" creationId="{35E54D5F-B66A-1B4C-F25C-481A9479FA97}"/>
          </ac:spMkLst>
        </pc:spChg>
        <pc:spChg chg="mod">
          <ac:chgData name="Taha A. Beraam" userId="741caa31-a16a-43d8-9397-caf346f4ac2f" providerId="ADAL" clId="{B522B655-AC57-42A3-9A39-5145392554A0}" dt="2023-11-02T08:09:58.515" v="820"/>
          <ac:spMkLst>
            <pc:docMk/>
            <pc:sldMk cId="3137627769" sldId="459"/>
            <ac:spMk id="100" creationId="{2E56183A-5937-75FD-BB84-17BBD4B90F76}"/>
          </ac:spMkLst>
        </pc:spChg>
        <pc:spChg chg="mod">
          <ac:chgData name="Taha A. Beraam" userId="741caa31-a16a-43d8-9397-caf346f4ac2f" providerId="ADAL" clId="{B522B655-AC57-42A3-9A39-5145392554A0}" dt="2023-11-02T06:12:14.370" v="44"/>
          <ac:spMkLst>
            <pc:docMk/>
            <pc:sldMk cId="3137627769" sldId="459"/>
            <ac:spMk id="102" creationId="{D836F8E5-2BA9-0CC5-16B4-75BA074D1F07}"/>
          </ac:spMkLst>
        </pc:spChg>
      </pc:sldChg>
      <pc:sldChg chg="modSp mod">
        <pc:chgData name="Taha A. Beraam" userId="741caa31-a16a-43d8-9397-caf346f4ac2f" providerId="ADAL" clId="{B522B655-AC57-42A3-9A39-5145392554A0}" dt="2023-11-02T08:28:31.224" v="901" actId="20577"/>
        <pc:sldMkLst>
          <pc:docMk/>
          <pc:sldMk cId="129582965" sldId="460"/>
        </pc:sldMkLst>
        <pc:spChg chg="mod">
          <ac:chgData name="Taha A. Beraam" userId="741caa31-a16a-43d8-9397-caf346f4ac2f" providerId="ADAL" clId="{B522B655-AC57-42A3-9A39-5145392554A0}" dt="2023-11-02T08:28:31.224" v="901" actId="20577"/>
          <ac:spMkLst>
            <pc:docMk/>
            <pc:sldMk cId="129582965" sldId="460"/>
            <ac:spMk id="62" creationId="{1D532143-7C8D-0647-7E71-65154A74A033}"/>
          </ac:spMkLst>
        </pc:spChg>
        <pc:spChg chg="mod">
          <ac:chgData name="Taha A. Beraam" userId="741caa31-a16a-43d8-9397-caf346f4ac2f" providerId="ADAL" clId="{B522B655-AC57-42A3-9A39-5145392554A0}" dt="2023-11-02T08:27:15.672" v="880"/>
          <ac:spMkLst>
            <pc:docMk/>
            <pc:sldMk cId="129582965" sldId="460"/>
            <ac:spMk id="70" creationId="{8D0BA846-DE56-9E02-328A-2FB288718F98}"/>
          </ac:spMkLst>
        </pc:spChg>
        <pc:graphicFrameChg chg="mod">
          <ac:chgData name="Taha A. Beraam" userId="741caa31-a16a-43d8-9397-caf346f4ac2f" providerId="ADAL" clId="{B522B655-AC57-42A3-9A39-5145392554A0}" dt="2023-11-02T08:27:29.484" v="883"/>
          <ac:graphicFrameMkLst>
            <pc:docMk/>
            <pc:sldMk cId="129582965" sldId="460"/>
            <ac:graphicFrameMk id="48" creationId="{A253E112-BB28-01E9-E861-5DA08A4ECF19}"/>
          </ac:graphicFrameMkLst>
        </pc:graphicFrameChg>
        <pc:graphicFrameChg chg="mod">
          <ac:chgData name="Taha A. Beraam" userId="741caa31-a16a-43d8-9397-caf346f4ac2f" providerId="ADAL" clId="{B522B655-AC57-42A3-9A39-5145392554A0}" dt="2023-11-02T08:28:17.562" v="894"/>
          <ac:graphicFrameMkLst>
            <pc:docMk/>
            <pc:sldMk cId="129582965" sldId="460"/>
            <ac:graphicFrameMk id="53" creationId="{E8CB2C8C-815C-0485-4BE8-F77B1478ED69}"/>
          </ac:graphicFrameMkLst>
        </pc:graphicFrameChg>
      </pc:sldChg>
      <pc:sldChg chg="modSp mod">
        <pc:chgData name="Taha A. Beraam" userId="741caa31-a16a-43d8-9397-caf346f4ac2f" providerId="ADAL" clId="{B522B655-AC57-42A3-9A39-5145392554A0}" dt="2023-11-05T06:17:27.001" v="1059" actId="27918"/>
        <pc:sldMkLst>
          <pc:docMk/>
          <pc:sldMk cId="1880652684" sldId="461"/>
        </pc:sldMkLst>
        <pc:spChg chg="mod">
          <ac:chgData name="Taha A. Beraam" userId="741caa31-a16a-43d8-9397-caf346f4ac2f" providerId="ADAL" clId="{B522B655-AC57-42A3-9A39-5145392554A0}" dt="2023-11-02T08:26:09.273" v="873"/>
          <ac:spMkLst>
            <pc:docMk/>
            <pc:sldMk cId="1880652684" sldId="461"/>
            <ac:spMk id="42" creationId="{37735B04-C3CE-B5DC-03F9-218D90CE62EC}"/>
          </ac:spMkLst>
        </pc:spChg>
      </pc:sldChg>
      <pc:sldChg chg="modSp mod">
        <pc:chgData name="Taha A. Beraam" userId="741caa31-a16a-43d8-9397-caf346f4ac2f" providerId="ADAL" clId="{B522B655-AC57-42A3-9A39-5145392554A0}" dt="2023-11-02T06:44:05.984" v="146" actId="27918"/>
        <pc:sldMkLst>
          <pc:docMk/>
          <pc:sldMk cId="1578912189" sldId="462"/>
        </pc:sldMkLst>
        <pc:spChg chg="mod">
          <ac:chgData name="Taha A. Beraam" userId="741caa31-a16a-43d8-9397-caf346f4ac2f" providerId="ADAL" clId="{B522B655-AC57-42A3-9A39-5145392554A0}" dt="2023-11-02T06:37:36.359" v="117"/>
          <ac:spMkLst>
            <pc:docMk/>
            <pc:sldMk cId="1578912189" sldId="462"/>
            <ac:spMk id="76" creationId="{2E8C6DD5-3FC3-C033-9D31-9208A4D01F94}"/>
          </ac:spMkLst>
        </pc:spChg>
        <pc:spChg chg="mod">
          <ac:chgData name="Taha A. Beraam" userId="741caa31-a16a-43d8-9397-caf346f4ac2f" providerId="ADAL" clId="{B522B655-AC57-42A3-9A39-5145392554A0}" dt="2023-11-02T06:42:48.016" v="139"/>
          <ac:spMkLst>
            <pc:docMk/>
            <pc:sldMk cId="1578912189" sldId="462"/>
            <ac:spMk id="78" creationId="{795A25A6-0CC1-AE29-6CCA-1FB2C799F047}"/>
          </ac:spMkLst>
        </pc:spChg>
      </pc:sldChg>
      <pc:sldChg chg="addSp delSp modSp mod">
        <pc:chgData name="Taha A. Beraam" userId="741caa31-a16a-43d8-9397-caf346f4ac2f" providerId="ADAL" clId="{B522B655-AC57-42A3-9A39-5145392554A0}" dt="2023-11-05T06:20:30.671" v="1086" actId="20577"/>
        <pc:sldMkLst>
          <pc:docMk/>
          <pc:sldMk cId="4269251262" sldId="463"/>
        </pc:sldMkLst>
        <pc:spChg chg="add del">
          <ac:chgData name="Taha A. Beraam" userId="741caa31-a16a-43d8-9397-caf346f4ac2f" providerId="ADAL" clId="{B522B655-AC57-42A3-9A39-5145392554A0}" dt="2023-11-02T07:20:09.923" v="169" actId="478"/>
          <ac:spMkLst>
            <pc:docMk/>
            <pc:sldMk cId="4269251262" sldId="463"/>
            <ac:spMk id="3" creationId="{64BC1E15-D4B3-2248-C419-7E1F5E34396E}"/>
          </ac:spMkLst>
        </pc:spChg>
        <pc:spChg chg="mod">
          <ac:chgData name="Taha A. Beraam" userId="741caa31-a16a-43d8-9397-caf346f4ac2f" providerId="ADAL" clId="{B522B655-AC57-42A3-9A39-5145392554A0}" dt="2023-11-02T07:21:52.794" v="185"/>
          <ac:spMkLst>
            <pc:docMk/>
            <pc:sldMk cId="4269251262" sldId="463"/>
            <ac:spMk id="14" creationId="{04B85D7F-B5FF-F305-2E2F-F27D362B6DD0}"/>
          </ac:spMkLst>
        </pc:spChg>
        <pc:spChg chg="mod">
          <ac:chgData name="Taha A. Beraam" userId="741caa31-a16a-43d8-9397-caf346f4ac2f" providerId="ADAL" clId="{B522B655-AC57-42A3-9A39-5145392554A0}" dt="2023-11-05T06:20:30.671" v="1086" actId="20577"/>
          <ac:spMkLst>
            <pc:docMk/>
            <pc:sldMk cId="4269251262" sldId="463"/>
            <ac:spMk id="15" creationId="{DD5DC06D-2BA8-4BC5-0988-E3E221E0AA90}"/>
          </ac:spMkLst>
        </pc:spChg>
        <pc:spChg chg="mod">
          <ac:chgData name="Taha A. Beraam" userId="741caa31-a16a-43d8-9397-caf346f4ac2f" providerId="ADAL" clId="{B522B655-AC57-42A3-9A39-5145392554A0}" dt="2023-11-02T07:20:47.640" v="177"/>
          <ac:spMkLst>
            <pc:docMk/>
            <pc:sldMk cId="4269251262" sldId="463"/>
            <ac:spMk id="59" creationId="{CE15A1C2-8875-E1F3-7E73-E9E24603CD2F}"/>
          </ac:spMkLst>
        </pc:spChg>
      </pc:sldChg>
      <pc:sldChg chg="modSp mod">
        <pc:chgData name="Taha A. Beraam" userId="741caa31-a16a-43d8-9397-caf346f4ac2f" providerId="ADAL" clId="{B522B655-AC57-42A3-9A39-5145392554A0}" dt="2023-11-02T06:49:31.311" v="167" actId="1076"/>
        <pc:sldMkLst>
          <pc:docMk/>
          <pc:sldMk cId="3069173682" sldId="464"/>
        </pc:sldMkLst>
        <pc:spChg chg="mod">
          <ac:chgData name="Taha A. Beraam" userId="741caa31-a16a-43d8-9397-caf346f4ac2f" providerId="ADAL" clId="{B522B655-AC57-42A3-9A39-5145392554A0}" dt="2023-11-02T06:49:31.311" v="167" actId="1076"/>
          <ac:spMkLst>
            <pc:docMk/>
            <pc:sldMk cId="3069173682" sldId="464"/>
            <ac:spMk id="2" creationId="{7ED2D979-AE68-82DA-83A1-9263E8C6FAC6}"/>
          </ac:spMkLst>
        </pc:spChg>
        <pc:spChg chg="mod">
          <ac:chgData name="Taha A. Beraam" userId="741caa31-a16a-43d8-9397-caf346f4ac2f" providerId="ADAL" clId="{B522B655-AC57-42A3-9A39-5145392554A0}" dt="2023-11-02T06:49:19.552" v="166"/>
          <ac:spMkLst>
            <pc:docMk/>
            <pc:sldMk cId="3069173682" sldId="464"/>
            <ac:spMk id="3" creationId="{3A044654-6584-73D6-B1A4-E8EFCFEF5481}"/>
          </ac:spMkLst>
        </pc:spChg>
        <pc:spChg chg="mod">
          <ac:chgData name="Taha A. Beraam" userId="741caa31-a16a-43d8-9397-caf346f4ac2f" providerId="ADAL" clId="{B522B655-AC57-42A3-9A39-5145392554A0}" dt="2023-11-02T06:12:56.188" v="58"/>
          <ac:spMkLst>
            <pc:docMk/>
            <pc:sldMk cId="3069173682" sldId="464"/>
            <ac:spMk id="20" creationId="{98169E71-EDA7-37B5-3E27-83A5FB20F97D}"/>
          </ac:spMkLst>
        </pc:spChg>
        <pc:spChg chg="mod">
          <ac:chgData name="Taha A. Beraam" userId="741caa31-a16a-43d8-9397-caf346f4ac2f" providerId="ADAL" clId="{B522B655-AC57-42A3-9A39-5145392554A0}" dt="2023-11-02T06:48:48.460" v="162"/>
          <ac:spMkLst>
            <pc:docMk/>
            <pc:sldMk cId="3069173682" sldId="464"/>
            <ac:spMk id="22" creationId="{7BBC0A16-AA12-9786-1264-2A8A8162E8C9}"/>
          </ac:spMkLst>
        </pc:spChg>
        <pc:spChg chg="mod">
          <ac:chgData name="Taha A. Beraam" userId="741caa31-a16a-43d8-9397-caf346f4ac2f" providerId="ADAL" clId="{B522B655-AC57-42A3-9A39-5145392554A0}" dt="2023-11-02T06:49:12.002" v="165"/>
          <ac:spMkLst>
            <pc:docMk/>
            <pc:sldMk cId="3069173682" sldId="464"/>
            <ac:spMk id="25" creationId="{EE209813-8E78-C423-50EF-F4D403841B44}"/>
          </ac:spMkLst>
        </pc:spChg>
        <pc:spChg chg="mod">
          <ac:chgData name="Taha A. Beraam" userId="741caa31-a16a-43d8-9397-caf346f4ac2f" providerId="ADAL" clId="{B522B655-AC57-42A3-9A39-5145392554A0}" dt="2023-11-02T06:48:55.837" v="163"/>
          <ac:spMkLst>
            <pc:docMk/>
            <pc:sldMk cId="3069173682" sldId="464"/>
            <ac:spMk id="60" creationId="{CD90861D-75C9-5B9C-B7D4-601A40DE1840}"/>
          </ac:spMkLst>
        </pc:spChg>
        <pc:spChg chg="mod">
          <ac:chgData name="Taha A. Beraam" userId="741caa31-a16a-43d8-9397-caf346f4ac2f" providerId="ADAL" clId="{B522B655-AC57-42A3-9A39-5145392554A0}" dt="2023-11-02T06:49:03.681" v="164"/>
          <ac:spMkLst>
            <pc:docMk/>
            <pc:sldMk cId="3069173682" sldId="464"/>
            <ac:spMk id="61" creationId="{9D8FB747-B1B1-3F16-1C57-3D67DE5BAB9D}"/>
          </ac:spMkLst>
        </pc:spChg>
        <pc:spChg chg="mod">
          <ac:chgData name="Taha A. Beraam" userId="741caa31-a16a-43d8-9397-caf346f4ac2f" providerId="ADAL" clId="{B522B655-AC57-42A3-9A39-5145392554A0}" dt="2023-11-02T06:47:01.264" v="151"/>
          <ac:spMkLst>
            <pc:docMk/>
            <pc:sldMk cId="3069173682" sldId="464"/>
            <ac:spMk id="62" creationId="{5592C03A-0EB8-31BC-9086-B681EB1E5378}"/>
          </ac:spMkLst>
        </pc:spChg>
        <pc:graphicFrameChg chg="mod">
          <ac:chgData name="Taha A. Beraam" userId="741caa31-a16a-43d8-9397-caf346f4ac2f" providerId="ADAL" clId="{B522B655-AC57-42A3-9A39-5145392554A0}" dt="2023-11-02T06:48:06.132" v="161"/>
          <ac:graphicFrameMkLst>
            <pc:docMk/>
            <pc:sldMk cId="3069173682" sldId="464"/>
            <ac:graphicFrameMk id="57" creationId="{48BFBA4C-3933-62D8-791E-103AF8FCCCCD}"/>
          </ac:graphicFrameMkLst>
        </pc:graphicFrameChg>
      </pc:sldChg>
      <pc:sldChg chg="addSp delSp modSp mod">
        <pc:chgData name="Taha A. Beraam" userId="741caa31-a16a-43d8-9397-caf346f4ac2f" providerId="ADAL" clId="{B522B655-AC57-42A3-9A39-5145392554A0}" dt="2023-11-02T08:33:55.147" v="942"/>
        <pc:sldMkLst>
          <pc:docMk/>
          <pc:sldMk cId="462981144" sldId="465"/>
        </pc:sldMkLst>
        <pc:spChg chg="del">
          <ac:chgData name="Taha A. Beraam" userId="741caa31-a16a-43d8-9397-caf346f4ac2f" providerId="ADAL" clId="{B522B655-AC57-42A3-9A39-5145392554A0}" dt="2023-11-02T06:10:53.295" v="24" actId="478"/>
          <ac:spMkLst>
            <pc:docMk/>
            <pc:sldMk cId="462981144" sldId="465"/>
            <ac:spMk id="3" creationId="{A7C6CA3E-636A-83D7-7D36-0BBCB3C6DF58}"/>
          </ac:spMkLst>
        </pc:spChg>
        <pc:spChg chg="mod">
          <ac:chgData name="Taha A. Beraam" userId="741caa31-a16a-43d8-9397-caf346f4ac2f" providerId="ADAL" clId="{B522B655-AC57-42A3-9A39-5145392554A0}" dt="2023-11-02T08:33:02.276" v="915" actId="20577"/>
          <ac:spMkLst>
            <pc:docMk/>
            <pc:sldMk cId="462981144" sldId="465"/>
            <ac:spMk id="8" creationId="{E7CC5217-882E-0450-485C-B9F1C637B28A}"/>
          </ac:spMkLst>
        </pc:spChg>
        <pc:spChg chg="mod">
          <ac:chgData name="Taha A. Beraam" userId="741caa31-a16a-43d8-9397-caf346f4ac2f" providerId="ADAL" clId="{B522B655-AC57-42A3-9A39-5145392554A0}" dt="2023-11-02T08:33:05.330" v="917" actId="20577"/>
          <ac:spMkLst>
            <pc:docMk/>
            <pc:sldMk cId="462981144" sldId="465"/>
            <ac:spMk id="12" creationId="{A46F4C10-2C4E-C0BB-9E33-53BDCECEC9CD}"/>
          </ac:spMkLst>
        </pc:spChg>
        <pc:spChg chg="mod">
          <ac:chgData name="Taha A. Beraam" userId="741caa31-a16a-43d8-9397-caf346f4ac2f" providerId="ADAL" clId="{B522B655-AC57-42A3-9A39-5145392554A0}" dt="2023-11-02T08:33:10.419" v="919" actId="20577"/>
          <ac:spMkLst>
            <pc:docMk/>
            <pc:sldMk cId="462981144" sldId="465"/>
            <ac:spMk id="15" creationId="{3FC7493C-2422-860A-010F-B70CFF25F545}"/>
          </ac:spMkLst>
        </pc:spChg>
        <pc:spChg chg="mod">
          <ac:chgData name="Taha A. Beraam" userId="741caa31-a16a-43d8-9397-caf346f4ac2f" providerId="ADAL" clId="{B522B655-AC57-42A3-9A39-5145392554A0}" dt="2023-11-02T08:33:13.119" v="920" actId="20577"/>
          <ac:spMkLst>
            <pc:docMk/>
            <pc:sldMk cId="462981144" sldId="465"/>
            <ac:spMk id="18" creationId="{B925731C-D69E-896C-80E0-DB5E4FCC7563}"/>
          </ac:spMkLst>
        </pc:spChg>
        <pc:spChg chg="add mod">
          <ac:chgData name="Taha A. Beraam" userId="741caa31-a16a-43d8-9397-caf346f4ac2f" providerId="ADAL" clId="{B522B655-AC57-42A3-9A39-5145392554A0}" dt="2023-11-02T06:11:03.731" v="26" actId="1076"/>
          <ac:spMkLst>
            <pc:docMk/>
            <pc:sldMk cId="462981144" sldId="465"/>
            <ac:spMk id="19" creationId="{DE8D62DD-12BF-2FC1-840E-34FDB8E0BE01}"/>
          </ac:spMkLst>
        </pc:spChg>
        <pc:spChg chg="add mod">
          <ac:chgData name="Taha A. Beraam" userId="741caa31-a16a-43d8-9397-caf346f4ac2f" providerId="ADAL" clId="{B522B655-AC57-42A3-9A39-5145392554A0}" dt="2023-11-02T06:11:03.731" v="26" actId="1076"/>
          <ac:spMkLst>
            <pc:docMk/>
            <pc:sldMk cId="462981144" sldId="465"/>
            <ac:spMk id="20" creationId="{09CD8C79-51AE-7F7E-EBF9-5BDE1096336A}"/>
          </ac:spMkLst>
        </pc:spChg>
        <pc:spChg chg="mod">
          <ac:chgData name="Taha A. Beraam" userId="741caa31-a16a-43d8-9397-caf346f4ac2f" providerId="ADAL" clId="{B522B655-AC57-42A3-9A39-5145392554A0}" dt="2023-11-02T06:10:56.618" v="25"/>
          <ac:spMkLst>
            <pc:docMk/>
            <pc:sldMk cId="462981144" sldId="465"/>
            <ac:spMk id="23" creationId="{D953B511-0445-A48D-7EB1-55244DE8A40D}"/>
          </ac:spMkLst>
        </pc:spChg>
        <pc:spChg chg="add mod">
          <ac:chgData name="Taha A. Beraam" userId="741caa31-a16a-43d8-9397-caf346f4ac2f" providerId="ADAL" clId="{B522B655-AC57-42A3-9A39-5145392554A0}" dt="2023-11-02T06:11:03.731" v="26" actId="1076"/>
          <ac:spMkLst>
            <pc:docMk/>
            <pc:sldMk cId="462981144" sldId="465"/>
            <ac:spMk id="24" creationId="{4959E518-134A-72A2-071D-A2CE9E8A305F}"/>
          </ac:spMkLst>
        </pc:spChg>
        <pc:spChg chg="add mod">
          <ac:chgData name="Taha A. Beraam" userId="741caa31-a16a-43d8-9397-caf346f4ac2f" providerId="ADAL" clId="{B522B655-AC57-42A3-9A39-5145392554A0}" dt="2023-11-02T06:11:03.731" v="26" actId="1076"/>
          <ac:spMkLst>
            <pc:docMk/>
            <pc:sldMk cId="462981144" sldId="465"/>
            <ac:spMk id="25" creationId="{46FF91BD-8ED8-CED9-FB3B-6ABD06A5F13B}"/>
          </ac:spMkLst>
        </pc:spChg>
        <pc:spChg chg="mod">
          <ac:chgData name="Taha A. Beraam" userId="741caa31-a16a-43d8-9397-caf346f4ac2f" providerId="ADAL" clId="{B522B655-AC57-42A3-9A39-5145392554A0}" dt="2023-11-02T06:10:56.618" v="25"/>
          <ac:spMkLst>
            <pc:docMk/>
            <pc:sldMk cId="462981144" sldId="465"/>
            <ac:spMk id="27" creationId="{653D6AA6-F2BD-8084-E572-C479B30E1EAA}"/>
          </ac:spMkLst>
        </pc:spChg>
        <pc:spChg chg="mod">
          <ac:chgData name="Taha A. Beraam" userId="741caa31-a16a-43d8-9397-caf346f4ac2f" providerId="ADAL" clId="{B522B655-AC57-42A3-9A39-5145392554A0}" dt="2023-11-02T06:10:56.618" v="25"/>
          <ac:spMkLst>
            <pc:docMk/>
            <pc:sldMk cId="462981144" sldId="465"/>
            <ac:spMk id="28" creationId="{86225BF9-CD62-C07E-027E-C6D9BD57E8C1}"/>
          </ac:spMkLst>
        </pc:spChg>
        <pc:spChg chg="add mod">
          <ac:chgData name="Taha A. Beraam" userId="741caa31-a16a-43d8-9397-caf346f4ac2f" providerId="ADAL" clId="{B522B655-AC57-42A3-9A39-5145392554A0}" dt="2023-11-02T06:11:03.731" v="26" actId="1076"/>
          <ac:spMkLst>
            <pc:docMk/>
            <pc:sldMk cId="462981144" sldId="465"/>
            <ac:spMk id="29" creationId="{34B559D9-6538-7C8D-0A75-8F58ADE7AE46}"/>
          </ac:spMkLst>
        </pc:spChg>
        <pc:spChg chg="add mod">
          <ac:chgData name="Taha A. Beraam" userId="741caa31-a16a-43d8-9397-caf346f4ac2f" providerId="ADAL" clId="{B522B655-AC57-42A3-9A39-5145392554A0}" dt="2023-11-02T06:11:03.731" v="26" actId="1076"/>
          <ac:spMkLst>
            <pc:docMk/>
            <pc:sldMk cId="462981144" sldId="465"/>
            <ac:spMk id="30" creationId="{3FAC885D-25E7-FACE-52AD-F5743F5EF613}"/>
          </ac:spMkLst>
        </pc:spChg>
        <pc:spChg chg="add mod">
          <ac:chgData name="Taha A. Beraam" userId="741caa31-a16a-43d8-9397-caf346f4ac2f" providerId="ADAL" clId="{B522B655-AC57-42A3-9A39-5145392554A0}" dt="2023-11-02T06:11:03.731" v="26" actId="1076"/>
          <ac:spMkLst>
            <pc:docMk/>
            <pc:sldMk cId="462981144" sldId="465"/>
            <ac:spMk id="31" creationId="{ED248993-9B2B-285B-FBE8-3B4E90FCAA85}"/>
          </ac:spMkLst>
        </pc:spChg>
        <pc:spChg chg="add mod">
          <ac:chgData name="Taha A. Beraam" userId="741caa31-a16a-43d8-9397-caf346f4ac2f" providerId="ADAL" clId="{B522B655-AC57-42A3-9A39-5145392554A0}" dt="2023-11-02T06:11:03.731" v="26" actId="1076"/>
          <ac:spMkLst>
            <pc:docMk/>
            <pc:sldMk cId="462981144" sldId="465"/>
            <ac:spMk id="32" creationId="{C55C6CC3-11FD-527F-C41A-C59672313AD3}"/>
          </ac:spMkLst>
        </pc:spChg>
        <pc:spChg chg="add mod">
          <ac:chgData name="Taha A. Beraam" userId="741caa31-a16a-43d8-9397-caf346f4ac2f" providerId="ADAL" clId="{B522B655-AC57-42A3-9A39-5145392554A0}" dt="2023-11-02T06:11:03.731" v="26" actId="1076"/>
          <ac:spMkLst>
            <pc:docMk/>
            <pc:sldMk cId="462981144" sldId="465"/>
            <ac:spMk id="33" creationId="{166AFF09-C4EE-97A1-33CC-B731F8DBFD24}"/>
          </ac:spMkLst>
        </pc:spChg>
        <pc:spChg chg="mod">
          <ac:chgData name="Taha A. Beraam" userId="741caa31-a16a-43d8-9397-caf346f4ac2f" providerId="ADAL" clId="{B522B655-AC57-42A3-9A39-5145392554A0}" dt="2023-11-02T06:10:56.618" v="25"/>
          <ac:spMkLst>
            <pc:docMk/>
            <pc:sldMk cId="462981144" sldId="465"/>
            <ac:spMk id="35" creationId="{27509EE0-5D8E-11AF-D8B2-F3D16C03209D}"/>
          </ac:spMkLst>
        </pc:spChg>
        <pc:spChg chg="mod">
          <ac:chgData name="Taha A. Beraam" userId="741caa31-a16a-43d8-9397-caf346f4ac2f" providerId="ADAL" clId="{B522B655-AC57-42A3-9A39-5145392554A0}" dt="2023-11-02T06:10:56.618" v="25"/>
          <ac:spMkLst>
            <pc:docMk/>
            <pc:sldMk cId="462981144" sldId="465"/>
            <ac:spMk id="36" creationId="{32A5848F-796D-EB96-3721-7BEA22F16E98}"/>
          </ac:spMkLst>
        </pc:spChg>
        <pc:spChg chg="mod">
          <ac:chgData name="Taha A. Beraam" userId="741caa31-a16a-43d8-9397-caf346f4ac2f" providerId="ADAL" clId="{B522B655-AC57-42A3-9A39-5145392554A0}" dt="2023-11-02T06:10:56.618" v="25"/>
          <ac:spMkLst>
            <pc:docMk/>
            <pc:sldMk cId="462981144" sldId="465"/>
            <ac:spMk id="38" creationId="{6CEF2582-5C82-6C04-146B-AD4A2A745E63}"/>
          </ac:spMkLst>
        </pc:spChg>
        <pc:spChg chg="mod">
          <ac:chgData name="Taha A. Beraam" userId="741caa31-a16a-43d8-9397-caf346f4ac2f" providerId="ADAL" clId="{B522B655-AC57-42A3-9A39-5145392554A0}" dt="2023-11-02T06:10:56.618" v="25"/>
          <ac:spMkLst>
            <pc:docMk/>
            <pc:sldMk cId="462981144" sldId="465"/>
            <ac:spMk id="39" creationId="{86C263C3-C6BD-527F-05C9-EA480F468175}"/>
          </ac:spMkLst>
        </pc:spChg>
        <pc:spChg chg="mod">
          <ac:chgData name="Taha A. Beraam" userId="741caa31-a16a-43d8-9397-caf346f4ac2f" providerId="ADAL" clId="{B522B655-AC57-42A3-9A39-5145392554A0}" dt="2023-11-02T06:11:09.275" v="29"/>
          <ac:spMkLst>
            <pc:docMk/>
            <pc:sldMk cId="462981144" sldId="465"/>
            <ac:spMk id="41" creationId="{8E3EE21D-F6EC-BD31-E771-08D66D913E5A}"/>
          </ac:spMkLst>
        </pc:spChg>
        <pc:spChg chg="mod">
          <ac:chgData name="Taha A. Beraam" userId="741caa31-a16a-43d8-9397-caf346f4ac2f" providerId="ADAL" clId="{B522B655-AC57-42A3-9A39-5145392554A0}" dt="2023-11-02T06:10:56.618" v="25"/>
          <ac:spMkLst>
            <pc:docMk/>
            <pc:sldMk cId="462981144" sldId="465"/>
            <ac:spMk id="45" creationId="{4B99D67C-BED7-CEE1-D7A8-B3C0C20A6759}"/>
          </ac:spMkLst>
        </pc:spChg>
        <pc:spChg chg="mod">
          <ac:chgData name="Taha A. Beraam" userId="741caa31-a16a-43d8-9397-caf346f4ac2f" providerId="ADAL" clId="{B522B655-AC57-42A3-9A39-5145392554A0}" dt="2023-11-02T06:10:56.618" v="25"/>
          <ac:spMkLst>
            <pc:docMk/>
            <pc:sldMk cId="462981144" sldId="465"/>
            <ac:spMk id="46" creationId="{2566168B-ED7A-1B54-32EF-170B8A1E1B18}"/>
          </ac:spMkLst>
        </pc:spChg>
        <pc:spChg chg="mod">
          <ac:chgData name="Taha A. Beraam" userId="741caa31-a16a-43d8-9397-caf346f4ac2f" providerId="ADAL" clId="{B522B655-AC57-42A3-9A39-5145392554A0}" dt="2023-11-02T06:10:56.618" v="25"/>
          <ac:spMkLst>
            <pc:docMk/>
            <pc:sldMk cId="462981144" sldId="465"/>
            <ac:spMk id="48" creationId="{249B28EC-5692-D8B5-C819-E852A57FB1C0}"/>
          </ac:spMkLst>
        </pc:spChg>
        <pc:spChg chg="mod">
          <ac:chgData name="Taha A. Beraam" userId="741caa31-a16a-43d8-9397-caf346f4ac2f" providerId="ADAL" clId="{B522B655-AC57-42A3-9A39-5145392554A0}" dt="2023-11-02T06:10:56.618" v="25"/>
          <ac:spMkLst>
            <pc:docMk/>
            <pc:sldMk cId="462981144" sldId="465"/>
            <ac:spMk id="49" creationId="{885B012B-4074-1F2E-5925-00BAEABEE632}"/>
          </ac:spMkLst>
        </pc:spChg>
        <pc:spChg chg="del">
          <ac:chgData name="Taha A. Beraam" userId="741caa31-a16a-43d8-9397-caf346f4ac2f" providerId="ADAL" clId="{B522B655-AC57-42A3-9A39-5145392554A0}" dt="2023-11-02T06:10:53.295" v="24" actId="478"/>
          <ac:spMkLst>
            <pc:docMk/>
            <pc:sldMk cId="462981144" sldId="465"/>
            <ac:spMk id="50" creationId="{962EE98F-1A05-51D6-0C28-C43877CB4A08}"/>
          </ac:spMkLst>
        </pc:spChg>
        <pc:spChg chg="del">
          <ac:chgData name="Taha A. Beraam" userId="741caa31-a16a-43d8-9397-caf346f4ac2f" providerId="ADAL" clId="{B522B655-AC57-42A3-9A39-5145392554A0}" dt="2023-11-02T06:10:53.295" v="24" actId="478"/>
          <ac:spMkLst>
            <pc:docMk/>
            <pc:sldMk cId="462981144" sldId="465"/>
            <ac:spMk id="54" creationId="{12532CBC-AD06-02D4-1B04-354B5F4C1FB7}"/>
          </ac:spMkLst>
        </pc:spChg>
        <pc:spChg chg="del">
          <ac:chgData name="Taha A. Beraam" userId="741caa31-a16a-43d8-9397-caf346f4ac2f" providerId="ADAL" clId="{B522B655-AC57-42A3-9A39-5145392554A0}" dt="2023-11-02T06:10:53.295" v="24" actId="478"/>
          <ac:spMkLst>
            <pc:docMk/>
            <pc:sldMk cId="462981144" sldId="465"/>
            <ac:spMk id="55" creationId="{015AA59F-D8A8-4B29-6F51-E1D44C78CB05}"/>
          </ac:spMkLst>
        </pc:spChg>
        <pc:spChg chg="mod">
          <ac:chgData name="Taha A. Beraam" userId="741caa31-a16a-43d8-9397-caf346f4ac2f" providerId="ADAL" clId="{B522B655-AC57-42A3-9A39-5145392554A0}" dt="2023-11-02T08:32:53.123" v="913" actId="20577"/>
          <ac:spMkLst>
            <pc:docMk/>
            <pc:sldMk cId="462981144" sldId="465"/>
            <ac:spMk id="61" creationId="{7D1273C5-70D5-D3A7-F1E4-9CD552C554DD}"/>
          </ac:spMkLst>
        </pc:spChg>
        <pc:spChg chg="del">
          <ac:chgData name="Taha A. Beraam" userId="741caa31-a16a-43d8-9397-caf346f4ac2f" providerId="ADAL" clId="{B522B655-AC57-42A3-9A39-5145392554A0}" dt="2023-11-02T06:10:53.295" v="24" actId="478"/>
          <ac:spMkLst>
            <pc:docMk/>
            <pc:sldMk cId="462981144" sldId="465"/>
            <ac:spMk id="65" creationId="{BF18B1F6-A617-45F4-0C2D-E24580B81064}"/>
          </ac:spMkLst>
        </pc:spChg>
        <pc:spChg chg="del">
          <ac:chgData name="Taha A. Beraam" userId="741caa31-a16a-43d8-9397-caf346f4ac2f" providerId="ADAL" clId="{B522B655-AC57-42A3-9A39-5145392554A0}" dt="2023-11-02T06:10:53.295" v="24" actId="478"/>
          <ac:spMkLst>
            <pc:docMk/>
            <pc:sldMk cId="462981144" sldId="465"/>
            <ac:spMk id="66" creationId="{164AD98E-4050-4D82-50F9-71FE252D7254}"/>
          </ac:spMkLst>
        </pc:spChg>
        <pc:spChg chg="del">
          <ac:chgData name="Taha A. Beraam" userId="741caa31-a16a-43d8-9397-caf346f4ac2f" providerId="ADAL" clId="{B522B655-AC57-42A3-9A39-5145392554A0}" dt="2023-11-02T06:10:53.295" v="24" actId="478"/>
          <ac:spMkLst>
            <pc:docMk/>
            <pc:sldMk cId="462981144" sldId="465"/>
            <ac:spMk id="67" creationId="{785B826F-F16A-F869-0C9E-B7BD65160BC5}"/>
          </ac:spMkLst>
        </pc:spChg>
        <pc:spChg chg="del">
          <ac:chgData name="Taha A. Beraam" userId="741caa31-a16a-43d8-9397-caf346f4ac2f" providerId="ADAL" clId="{B522B655-AC57-42A3-9A39-5145392554A0}" dt="2023-11-02T06:10:53.295" v="24" actId="478"/>
          <ac:spMkLst>
            <pc:docMk/>
            <pc:sldMk cId="462981144" sldId="465"/>
            <ac:spMk id="69" creationId="{676D73BF-97CA-E5F6-977F-A64D0C88C3A8}"/>
          </ac:spMkLst>
        </pc:spChg>
        <pc:spChg chg="del">
          <ac:chgData name="Taha A. Beraam" userId="741caa31-a16a-43d8-9397-caf346f4ac2f" providerId="ADAL" clId="{B522B655-AC57-42A3-9A39-5145392554A0}" dt="2023-11-02T06:10:53.295" v="24" actId="478"/>
          <ac:spMkLst>
            <pc:docMk/>
            <pc:sldMk cId="462981144" sldId="465"/>
            <ac:spMk id="70" creationId="{64572F58-0150-B5FB-936F-BAB68D1A9E66}"/>
          </ac:spMkLst>
        </pc:spChg>
        <pc:spChg chg="add del mod">
          <ac:chgData name="Taha A. Beraam" userId="741caa31-a16a-43d8-9397-caf346f4ac2f" providerId="ADAL" clId="{B522B655-AC57-42A3-9A39-5145392554A0}" dt="2023-11-02T06:11:06.538" v="28"/>
          <ac:spMkLst>
            <pc:docMk/>
            <pc:sldMk cId="462981144" sldId="465"/>
            <ac:spMk id="85" creationId="{A3E06F5D-FF6D-3FA1-5394-2599E50833EC}"/>
          </ac:spMkLst>
        </pc:spChg>
        <pc:spChg chg="add del mod">
          <ac:chgData name="Taha A. Beraam" userId="741caa31-a16a-43d8-9397-caf346f4ac2f" providerId="ADAL" clId="{B522B655-AC57-42A3-9A39-5145392554A0}" dt="2023-11-02T06:11:06.538" v="28"/>
          <ac:spMkLst>
            <pc:docMk/>
            <pc:sldMk cId="462981144" sldId="465"/>
            <ac:spMk id="86" creationId="{0BFB94CF-8BEC-78B7-05BB-DAE26E9C5BCC}"/>
          </ac:spMkLst>
        </pc:spChg>
        <pc:spChg chg="mod">
          <ac:chgData name="Taha A. Beraam" userId="741caa31-a16a-43d8-9397-caf346f4ac2f" providerId="ADAL" clId="{B522B655-AC57-42A3-9A39-5145392554A0}" dt="2023-11-02T06:11:05.930" v="27"/>
          <ac:spMkLst>
            <pc:docMk/>
            <pc:sldMk cId="462981144" sldId="465"/>
            <ac:spMk id="89" creationId="{BEF137B9-48F5-5972-3032-C6DAD1072F8F}"/>
          </ac:spMkLst>
        </pc:spChg>
        <pc:spChg chg="add del mod">
          <ac:chgData name="Taha A. Beraam" userId="741caa31-a16a-43d8-9397-caf346f4ac2f" providerId="ADAL" clId="{B522B655-AC57-42A3-9A39-5145392554A0}" dt="2023-11-02T06:11:06.538" v="28"/>
          <ac:spMkLst>
            <pc:docMk/>
            <pc:sldMk cId="462981144" sldId="465"/>
            <ac:spMk id="90" creationId="{1AF1E619-2F6E-26D5-6C14-A702B147FA63}"/>
          </ac:spMkLst>
        </pc:spChg>
        <pc:spChg chg="add del mod">
          <ac:chgData name="Taha A. Beraam" userId="741caa31-a16a-43d8-9397-caf346f4ac2f" providerId="ADAL" clId="{B522B655-AC57-42A3-9A39-5145392554A0}" dt="2023-11-02T06:11:06.538" v="28"/>
          <ac:spMkLst>
            <pc:docMk/>
            <pc:sldMk cId="462981144" sldId="465"/>
            <ac:spMk id="91" creationId="{A66AEF13-30A7-8731-E585-77373C81837E}"/>
          </ac:spMkLst>
        </pc:spChg>
        <pc:spChg chg="mod">
          <ac:chgData name="Taha A. Beraam" userId="741caa31-a16a-43d8-9397-caf346f4ac2f" providerId="ADAL" clId="{B522B655-AC57-42A3-9A39-5145392554A0}" dt="2023-11-02T06:11:05.930" v="27"/>
          <ac:spMkLst>
            <pc:docMk/>
            <pc:sldMk cId="462981144" sldId="465"/>
            <ac:spMk id="93" creationId="{6D9EC0CB-886A-AB6F-AFD0-C4F110D2C775}"/>
          </ac:spMkLst>
        </pc:spChg>
        <pc:spChg chg="mod">
          <ac:chgData name="Taha A. Beraam" userId="741caa31-a16a-43d8-9397-caf346f4ac2f" providerId="ADAL" clId="{B522B655-AC57-42A3-9A39-5145392554A0}" dt="2023-11-02T06:11:05.930" v="27"/>
          <ac:spMkLst>
            <pc:docMk/>
            <pc:sldMk cId="462981144" sldId="465"/>
            <ac:spMk id="94" creationId="{29646C4F-A3ED-999E-6253-9B37A843F84B}"/>
          </ac:spMkLst>
        </pc:spChg>
        <pc:spChg chg="add del mod">
          <ac:chgData name="Taha A. Beraam" userId="741caa31-a16a-43d8-9397-caf346f4ac2f" providerId="ADAL" clId="{B522B655-AC57-42A3-9A39-5145392554A0}" dt="2023-11-02T06:11:06.538" v="28"/>
          <ac:spMkLst>
            <pc:docMk/>
            <pc:sldMk cId="462981144" sldId="465"/>
            <ac:spMk id="95" creationId="{15BC619C-B064-650F-897D-355B9EE9CD46}"/>
          </ac:spMkLst>
        </pc:spChg>
        <pc:spChg chg="add del mod">
          <ac:chgData name="Taha A. Beraam" userId="741caa31-a16a-43d8-9397-caf346f4ac2f" providerId="ADAL" clId="{B522B655-AC57-42A3-9A39-5145392554A0}" dt="2023-11-02T06:11:06.538" v="28"/>
          <ac:spMkLst>
            <pc:docMk/>
            <pc:sldMk cId="462981144" sldId="465"/>
            <ac:spMk id="96" creationId="{5FCF9761-B31F-6C97-FB6F-187CF00B0A48}"/>
          </ac:spMkLst>
        </pc:spChg>
        <pc:spChg chg="add del mod">
          <ac:chgData name="Taha A. Beraam" userId="741caa31-a16a-43d8-9397-caf346f4ac2f" providerId="ADAL" clId="{B522B655-AC57-42A3-9A39-5145392554A0}" dt="2023-11-02T06:11:06.538" v="28"/>
          <ac:spMkLst>
            <pc:docMk/>
            <pc:sldMk cId="462981144" sldId="465"/>
            <ac:spMk id="97" creationId="{ABE9AF64-8376-98EB-E543-94B7067D43A8}"/>
          </ac:spMkLst>
        </pc:spChg>
        <pc:spChg chg="add del mod">
          <ac:chgData name="Taha A. Beraam" userId="741caa31-a16a-43d8-9397-caf346f4ac2f" providerId="ADAL" clId="{B522B655-AC57-42A3-9A39-5145392554A0}" dt="2023-11-02T06:11:06.538" v="28"/>
          <ac:spMkLst>
            <pc:docMk/>
            <pc:sldMk cId="462981144" sldId="465"/>
            <ac:spMk id="98" creationId="{EB54414A-70ED-23B8-B162-4D86D7687503}"/>
          </ac:spMkLst>
        </pc:spChg>
        <pc:spChg chg="add del mod">
          <ac:chgData name="Taha A. Beraam" userId="741caa31-a16a-43d8-9397-caf346f4ac2f" providerId="ADAL" clId="{B522B655-AC57-42A3-9A39-5145392554A0}" dt="2023-11-02T06:11:06.538" v="28"/>
          <ac:spMkLst>
            <pc:docMk/>
            <pc:sldMk cId="462981144" sldId="465"/>
            <ac:spMk id="99" creationId="{16E553E5-94AD-7779-FE35-6C62FE32ED28}"/>
          </ac:spMkLst>
        </pc:spChg>
        <pc:spChg chg="mod">
          <ac:chgData name="Taha A. Beraam" userId="741caa31-a16a-43d8-9397-caf346f4ac2f" providerId="ADAL" clId="{B522B655-AC57-42A3-9A39-5145392554A0}" dt="2023-11-02T06:11:05.930" v="27"/>
          <ac:spMkLst>
            <pc:docMk/>
            <pc:sldMk cId="462981144" sldId="465"/>
            <ac:spMk id="101" creationId="{2C44B80D-7EB4-DD93-C46F-F3F60AD313BB}"/>
          </ac:spMkLst>
        </pc:spChg>
        <pc:spChg chg="mod">
          <ac:chgData name="Taha A. Beraam" userId="741caa31-a16a-43d8-9397-caf346f4ac2f" providerId="ADAL" clId="{B522B655-AC57-42A3-9A39-5145392554A0}" dt="2023-11-02T06:11:05.930" v="27"/>
          <ac:spMkLst>
            <pc:docMk/>
            <pc:sldMk cId="462981144" sldId="465"/>
            <ac:spMk id="102" creationId="{28DEF238-E0C7-F83B-4798-BF0442DBB1D5}"/>
          </ac:spMkLst>
        </pc:spChg>
        <pc:spChg chg="mod">
          <ac:chgData name="Taha A. Beraam" userId="741caa31-a16a-43d8-9397-caf346f4ac2f" providerId="ADAL" clId="{B522B655-AC57-42A3-9A39-5145392554A0}" dt="2023-11-02T06:11:05.930" v="27"/>
          <ac:spMkLst>
            <pc:docMk/>
            <pc:sldMk cId="462981144" sldId="465"/>
            <ac:spMk id="104" creationId="{32193139-A02C-F307-2DD5-728A6C8AA331}"/>
          </ac:spMkLst>
        </pc:spChg>
        <pc:spChg chg="mod">
          <ac:chgData name="Taha A. Beraam" userId="741caa31-a16a-43d8-9397-caf346f4ac2f" providerId="ADAL" clId="{B522B655-AC57-42A3-9A39-5145392554A0}" dt="2023-11-02T06:11:05.930" v="27"/>
          <ac:spMkLst>
            <pc:docMk/>
            <pc:sldMk cId="462981144" sldId="465"/>
            <ac:spMk id="105" creationId="{C8170930-3469-FA9D-69A3-A5AC8A7FC73D}"/>
          </ac:spMkLst>
        </pc:spChg>
        <pc:spChg chg="mod">
          <ac:chgData name="Taha A. Beraam" userId="741caa31-a16a-43d8-9397-caf346f4ac2f" providerId="ADAL" clId="{B522B655-AC57-42A3-9A39-5145392554A0}" dt="2023-11-02T06:11:05.930" v="27"/>
          <ac:spMkLst>
            <pc:docMk/>
            <pc:sldMk cId="462981144" sldId="465"/>
            <ac:spMk id="107" creationId="{CF96748A-49C6-65E5-9CD6-A9FAAE9E6A1F}"/>
          </ac:spMkLst>
        </pc:spChg>
        <pc:spChg chg="mod">
          <ac:chgData name="Taha A. Beraam" userId="741caa31-a16a-43d8-9397-caf346f4ac2f" providerId="ADAL" clId="{B522B655-AC57-42A3-9A39-5145392554A0}" dt="2023-11-02T06:11:05.930" v="27"/>
          <ac:spMkLst>
            <pc:docMk/>
            <pc:sldMk cId="462981144" sldId="465"/>
            <ac:spMk id="108" creationId="{BF2A178F-78F3-4B56-1825-5853C19F4286}"/>
          </ac:spMkLst>
        </pc:spChg>
        <pc:spChg chg="mod">
          <ac:chgData name="Taha A. Beraam" userId="741caa31-a16a-43d8-9397-caf346f4ac2f" providerId="ADAL" clId="{B522B655-AC57-42A3-9A39-5145392554A0}" dt="2023-11-02T06:11:05.930" v="27"/>
          <ac:spMkLst>
            <pc:docMk/>
            <pc:sldMk cId="462981144" sldId="465"/>
            <ac:spMk id="110" creationId="{9A6642DC-7E62-5AD7-F32F-4676A1CD3815}"/>
          </ac:spMkLst>
        </pc:spChg>
        <pc:spChg chg="mod">
          <ac:chgData name="Taha A. Beraam" userId="741caa31-a16a-43d8-9397-caf346f4ac2f" providerId="ADAL" clId="{B522B655-AC57-42A3-9A39-5145392554A0}" dt="2023-11-02T06:11:05.930" v="27"/>
          <ac:spMkLst>
            <pc:docMk/>
            <pc:sldMk cId="462981144" sldId="465"/>
            <ac:spMk id="111" creationId="{CC6B924B-1830-77DD-8A5E-C948FE71C270}"/>
          </ac:spMkLst>
        </pc:spChg>
        <pc:spChg chg="mod">
          <ac:chgData name="Taha A. Beraam" userId="741caa31-a16a-43d8-9397-caf346f4ac2f" providerId="ADAL" clId="{B522B655-AC57-42A3-9A39-5145392554A0}" dt="2023-11-02T08:33:55.147" v="942"/>
          <ac:spMkLst>
            <pc:docMk/>
            <pc:sldMk cId="462981144" sldId="465"/>
            <ac:spMk id="151" creationId="{E1E76FD3-61BE-6251-6A00-15362D122953}"/>
          </ac:spMkLst>
        </pc:spChg>
        <pc:grpChg chg="add mod">
          <ac:chgData name="Taha A. Beraam" userId="741caa31-a16a-43d8-9397-caf346f4ac2f" providerId="ADAL" clId="{B522B655-AC57-42A3-9A39-5145392554A0}" dt="2023-11-02T06:11:03.731" v="26" actId="1076"/>
          <ac:grpSpMkLst>
            <pc:docMk/>
            <pc:sldMk cId="462981144" sldId="465"/>
            <ac:grpSpMk id="21" creationId="{8181465A-D0E6-4A44-BB61-A97F6A4A3AA4}"/>
          </ac:grpSpMkLst>
        </pc:grpChg>
        <pc:grpChg chg="add mod">
          <ac:chgData name="Taha A. Beraam" userId="741caa31-a16a-43d8-9397-caf346f4ac2f" providerId="ADAL" clId="{B522B655-AC57-42A3-9A39-5145392554A0}" dt="2023-11-02T06:11:03.731" v="26" actId="1076"/>
          <ac:grpSpMkLst>
            <pc:docMk/>
            <pc:sldMk cId="462981144" sldId="465"/>
            <ac:grpSpMk id="26" creationId="{E4CB5AD9-B92E-DB9B-C9E9-14F35D428CDC}"/>
          </ac:grpSpMkLst>
        </pc:grpChg>
        <pc:grpChg chg="add mod">
          <ac:chgData name="Taha A. Beraam" userId="741caa31-a16a-43d8-9397-caf346f4ac2f" providerId="ADAL" clId="{B522B655-AC57-42A3-9A39-5145392554A0}" dt="2023-11-02T06:11:03.731" v="26" actId="1076"/>
          <ac:grpSpMkLst>
            <pc:docMk/>
            <pc:sldMk cId="462981144" sldId="465"/>
            <ac:grpSpMk id="34" creationId="{0030F2F7-F544-FF34-194E-F7906B92B952}"/>
          </ac:grpSpMkLst>
        </pc:grpChg>
        <pc:grpChg chg="add mod">
          <ac:chgData name="Taha A. Beraam" userId="741caa31-a16a-43d8-9397-caf346f4ac2f" providerId="ADAL" clId="{B522B655-AC57-42A3-9A39-5145392554A0}" dt="2023-11-02T06:11:03.731" v="26" actId="1076"/>
          <ac:grpSpMkLst>
            <pc:docMk/>
            <pc:sldMk cId="462981144" sldId="465"/>
            <ac:grpSpMk id="37" creationId="{F9B0748B-430E-8897-324E-C93413B67177}"/>
          </ac:grpSpMkLst>
        </pc:grpChg>
        <pc:grpChg chg="add mod">
          <ac:chgData name="Taha A. Beraam" userId="741caa31-a16a-43d8-9397-caf346f4ac2f" providerId="ADAL" clId="{B522B655-AC57-42A3-9A39-5145392554A0}" dt="2023-11-02T06:11:03.731" v="26" actId="1076"/>
          <ac:grpSpMkLst>
            <pc:docMk/>
            <pc:sldMk cId="462981144" sldId="465"/>
            <ac:grpSpMk id="44" creationId="{79218064-D346-42CE-D0E8-4094D488E05A}"/>
          </ac:grpSpMkLst>
        </pc:grpChg>
        <pc:grpChg chg="add mod">
          <ac:chgData name="Taha A. Beraam" userId="741caa31-a16a-43d8-9397-caf346f4ac2f" providerId="ADAL" clId="{B522B655-AC57-42A3-9A39-5145392554A0}" dt="2023-11-02T06:11:03.731" v="26" actId="1076"/>
          <ac:grpSpMkLst>
            <pc:docMk/>
            <pc:sldMk cId="462981144" sldId="465"/>
            <ac:grpSpMk id="47" creationId="{ECBD1720-70D9-908A-2F4B-3EA51AB9CA62}"/>
          </ac:grpSpMkLst>
        </pc:grpChg>
        <pc:grpChg chg="del">
          <ac:chgData name="Taha A. Beraam" userId="741caa31-a16a-43d8-9397-caf346f4ac2f" providerId="ADAL" clId="{B522B655-AC57-42A3-9A39-5145392554A0}" dt="2023-11-02T06:10:53.295" v="24" actId="478"/>
          <ac:grpSpMkLst>
            <pc:docMk/>
            <pc:sldMk cId="462981144" sldId="465"/>
            <ac:grpSpMk id="51" creationId="{3325C2CF-E740-C91E-178F-5475EFB34CAF}"/>
          </ac:grpSpMkLst>
        </pc:grpChg>
        <pc:grpChg chg="del">
          <ac:chgData name="Taha A. Beraam" userId="741caa31-a16a-43d8-9397-caf346f4ac2f" providerId="ADAL" clId="{B522B655-AC57-42A3-9A39-5145392554A0}" dt="2023-11-02T06:10:53.295" v="24" actId="478"/>
          <ac:grpSpMkLst>
            <pc:docMk/>
            <pc:sldMk cId="462981144" sldId="465"/>
            <ac:grpSpMk id="62" creationId="{1BCFDA30-7E21-1F2C-2583-D5BEDF6D1D76}"/>
          </ac:grpSpMkLst>
        </pc:grpChg>
        <pc:grpChg chg="del">
          <ac:chgData name="Taha A. Beraam" userId="741caa31-a16a-43d8-9397-caf346f4ac2f" providerId="ADAL" clId="{B522B655-AC57-42A3-9A39-5145392554A0}" dt="2023-11-02T06:10:53.295" v="24" actId="478"/>
          <ac:grpSpMkLst>
            <pc:docMk/>
            <pc:sldMk cId="462981144" sldId="465"/>
            <ac:grpSpMk id="71" creationId="{077262B5-4957-0D59-712D-A857B2CC0557}"/>
          </ac:grpSpMkLst>
        </pc:grpChg>
        <pc:grpChg chg="del">
          <ac:chgData name="Taha A. Beraam" userId="741caa31-a16a-43d8-9397-caf346f4ac2f" providerId="ADAL" clId="{B522B655-AC57-42A3-9A39-5145392554A0}" dt="2023-11-02T06:10:53.295" v="24" actId="478"/>
          <ac:grpSpMkLst>
            <pc:docMk/>
            <pc:sldMk cId="462981144" sldId="465"/>
            <ac:grpSpMk id="75" creationId="{CB1277A3-B594-08C5-8D5C-8B4F820E6B53}"/>
          </ac:grpSpMkLst>
        </pc:grpChg>
        <pc:grpChg chg="del">
          <ac:chgData name="Taha A. Beraam" userId="741caa31-a16a-43d8-9397-caf346f4ac2f" providerId="ADAL" clId="{B522B655-AC57-42A3-9A39-5145392554A0}" dt="2023-11-02T06:10:53.295" v="24" actId="478"/>
          <ac:grpSpMkLst>
            <pc:docMk/>
            <pc:sldMk cId="462981144" sldId="465"/>
            <ac:grpSpMk id="79" creationId="{E666CBC6-A042-1EAB-DDF9-DF3FEFF691B6}"/>
          </ac:grpSpMkLst>
        </pc:grpChg>
        <pc:grpChg chg="del">
          <ac:chgData name="Taha A. Beraam" userId="741caa31-a16a-43d8-9397-caf346f4ac2f" providerId="ADAL" clId="{B522B655-AC57-42A3-9A39-5145392554A0}" dt="2023-11-02T06:10:53.295" v="24" actId="478"/>
          <ac:grpSpMkLst>
            <pc:docMk/>
            <pc:sldMk cId="462981144" sldId="465"/>
            <ac:grpSpMk id="82" creationId="{3E760FF2-521B-CBB7-C91E-102BE9A5D757}"/>
          </ac:grpSpMkLst>
        </pc:grpChg>
        <pc:grpChg chg="add del mod">
          <ac:chgData name="Taha A. Beraam" userId="741caa31-a16a-43d8-9397-caf346f4ac2f" providerId="ADAL" clId="{B522B655-AC57-42A3-9A39-5145392554A0}" dt="2023-11-02T06:11:06.538" v="28"/>
          <ac:grpSpMkLst>
            <pc:docMk/>
            <pc:sldMk cId="462981144" sldId="465"/>
            <ac:grpSpMk id="87" creationId="{80500E57-755E-F03D-8DC5-5B66628A7C4B}"/>
          </ac:grpSpMkLst>
        </pc:grpChg>
        <pc:grpChg chg="add del mod">
          <ac:chgData name="Taha A. Beraam" userId="741caa31-a16a-43d8-9397-caf346f4ac2f" providerId="ADAL" clId="{B522B655-AC57-42A3-9A39-5145392554A0}" dt="2023-11-02T06:11:06.538" v="28"/>
          <ac:grpSpMkLst>
            <pc:docMk/>
            <pc:sldMk cId="462981144" sldId="465"/>
            <ac:grpSpMk id="92" creationId="{D474D50A-6480-7D59-D2E7-1AADC7AA51B9}"/>
          </ac:grpSpMkLst>
        </pc:grpChg>
        <pc:grpChg chg="add del mod">
          <ac:chgData name="Taha A. Beraam" userId="741caa31-a16a-43d8-9397-caf346f4ac2f" providerId="ADAL" clId="{B522B655-AC57-42A3-9A39-5145392554A0}" dt="2023-11-02T06:11:06.538" v="28"/>
          <ac:grpSpMkLst>
            <pc:docMk/>
            <pc:sldMk cId="462981144" sldId="465"/>
            <ac:grpSpMk id="100" creationId="{8C541C97-FD1A-9DFD-5DF7-47118EFE6773}"/>
          </ac:grpSpMkLst>
        </pc:grpChg>
        <pc:grpChg chg="add del mod">
          <ac:chgData name="Taha A. Beraam" userId="741caa31-a16a-43d8-9397-caf346f4ac2f" providerId="ADAL" clId="{B522B655-AC57-42A3-9A39-5145392554A0}" dt="2023-11-02T06:11:06.538" v="28"/>
          <ac:grpSpMkLst>
            <pc:docMk/>
            <pc:sldMk cId="462981144" sldId="465"/>
            <ac:grpSpMk id="103" creationId="{4E99507E-A32D-5EE9-2DE6-C9125D3A4D93}"/>
          </ac:grpSpMkLst>
        </pc:grpChg>
        <pc:grpChg chg="add del mod">
          <ac:chgData name="Taha A. Beraam" userId="741caa31-a16a-43d8-9397-caf346f4ac2f" providerId="ADAL" clId="{B522B655-AC57-42A3-9A39-5145392554A0}" dt="2023-11-02T06:11:06.538" v="28"/>
          <ac:grpSpMkLst>
            <pc:docMk/>
            <pc:sldMk cId="462981144" sldId="465"/>
            <ac:grpSpMk id="106" creationId="{23695300-03C7-79A2-3A0B-9AEDB9E8E78A}"/>
          </ac:grpSpMkLst>
        </pc:grpChg>
        <pc:grpChg chg="add del mod">
          <ac:chgData name="Taha A. Beraam" userId="741caa31-a16a-43d8-9397-caf346f4ac2f" providerId="ADAL" clId="{B522B655-AC57-42A3-9A39-5145392554A0}" dt="2023-11-02T06:11:06.538" v="28"/>
          <ac:grpSpMkLst>
            <pc:docMk/>
            <pc:sldMk cId="462981144" sldId="465"/>
            <ac:grpSpMk id="109" creationId="{20148DB4-295A-A4D7-0630-16C80130951A}"/>
          </ac:grpSpMkLst>
        </pc:grpChg>
        <pc:graphicFrameChg chg="mod">
          <ac:chgData name="Taha A. Beraam" userId="741caa31-a16a-43d8-9397-caf346f4ac2f" providerId="ADAL" clId="{B522B655-AC57-42A3-9A39-5145392554A0}" dt="2023-11-02T06:10:56.618" v="25"/>
          <ac:graphicFrameMkLst>
            <pc:docMk/>
            <pc:sldMk cId="462981144" sldId="465"/>
            <ac:graphicFrameMk id="22" creationId="{40EB1F7A-ADF9-202F-F5DA-5329618945C9}"/>
          </ac:graphicFrameMkLst>
        </pc:graphicFrameChg>
        <pc:graphicFrameChg chg="mod">
          <ac:chgData name="Taha A. Beraam" userId="741caa31-a16a-43d8-9397-caf346f4ac2f" providerId="ADAL" clId="{B522B655-AC57-42A3-9A39-5145392554A0}" dt="2023-11-02T06:11:05.930" v="27"/>
          <ac:graphicFrameMkLst>
            <pc:docMk/>
            <pc:sldMk cId="462981144" sldId="465"/>
            <ac:graphicFrameMk id="88" creationId="{0BA8CCB1-C001-E6B5-148F-6BCAC754B656}"/>
          </ac:graphicFrameMkLst>
        </pc:graphicFrameChg>
      </pc:sldChg>
      <pc:sldChg chg="modSp mod">
        <pc:chgData name="Taha A. Beraam" userId="741caa31-a16a-43d8-9397-caf346f4ac2f" providerId="ADAL" clId="{B522B655-AC57-42A3-9A39-5145392554A0}" dt="2023-11-02T08:35:55.920" v="981"/>
        <pc:sldMkLst>
          <pc:docMk/>
          <pc:sldMk cId="4090146423" sldId="466"/>
        </pc:sldMkLst>
        <pc:spChg chg="mod">
          <ac:chgData name="Taha A. Beraam" userId="741caa31-a16a-43d8-9397-caf346f4ac2f" providerId="ADAL" clId="{B522B655-AC57-42A3-9A39-5145392554A0}" dt="2023-11-02T08:35:55.920" v="981"/>
          <ac:spMkLst>
            <pc:docMk/>
            <pc:sldMk cId="4090146423" sldId="466"/>
            <ac:spMk id="14" creationId="{3E5B318A-1867-DC03-5653-9AE0A5DF7506}"/>
          </ac:spMkLst>
        </pc:spChg>
      </pc:sldChg>
      <pc:sldChg chg="modSp mod">
        <pc:chgData name="Taha A. Beraam" userId="741caa31-a16a-43d8-9397-caf346f4ac2f" providerId="ADAL" clId="{B522B655-AC57-42A3-9A39-5145392554A0}" dt="2023-11-02T06:07:21.911" v="2" actId="20577"/>
        <pc:sldMkLst>
          <pc:docMk/>
          <pc:sldMk cId="996400751" sldId="467"/>
        </pc:sldMkLst>
        <pc:spChg chg="mod">
          <ac:chgData name="Taha A. Beraam" userId="741caa31-a16a-43d8-9397-caf346f4ac2f" providerId="ADAL" clId="{B522B655-AC57-42A3-9A39-5145392554A0}" dt="2023-11-02T06:07:21.911" v="2" actId="20577"/>
          <ac:spMkLst>
            <pc:docMk/>
            <pc:sldMk cId="996400751" sldId="467"/>
            <ac:spMk id="12" creationId="{7A6FBD71-72A5-2223-47A8-707EB6E1AEB0}"/>
          </ac:spMkLst>
        </pc:spChg>
      </pc:sldChg>
      <pc:sldChg chg="modSp mod">
        <pc:chgData name="Taha A. Beraam" userId="741caa31-a16a-43d8-9397-caf346f4ac2f" providerId="ADAL" clId="{B522B655-AC57-42A3-9A39-5145392554A0}" dt="2023-11-05T06:17:53.354" v="1061" actId="20577"/>
        <pc:sldMkLst>
          <pc:docMk/>
          <pc:sldMk cId="1108375247" sldId="469"/>
        </pc:sldMkLst>
        <pc:spChg chg="mod">
          <ac:chgData name="Taha A. Beraam" userId="741caa31-a16a-43d8-9397-caf346f4ac2f" providerId="ADAL" clId="{B522B655-AC57-42A3-9A39-5145392554A0}" dt="2023-11-05T06:17:53.354" v="1061" actId="20577"/>
          <ac:spMkLst>
            <pc:docMk/>
            <pc:sldMk cId="1108375247" sldId="469"/>
            <ac:spMk id="80" creationId="{ADC3806E-34AD-5742-7BB4-2924B0FB8065}"/>
          </ac:spMkLst>
        </pc:spChg>
      </pc:sldChg>
      <pc:sldChg chg="modSp mod">
        <pc:chgData name="Taha A. Beraam" userId="741caa31-a16a-43d8-9397-caf346f4ac2f" providerId="ADAL" clId="{B522B655-AC57-42A3-9A39-5145392554A0}" dt="2023-11-02T09:44:24.899" v="1043" actId="20577"/>
        <pc:sldMkLst>
          <pc:docMk/>
          <pc:sldMk cId="2571368140" sldId="470"/>
        </pc:sldMkLst>
        <pc:spChg chg="mod">
          <ac:chgData name="Taha A. Beraam" userId="741caa31-a16a-43d8-9397-caf346f4ac2f" providerId="ADAL" clId="{B522B655-AC57-42A3-9A39-5145392554A0}" dt="2023-11-02T06:12:10.637" v="43"/>
          <ac:spMkLst>
            <pc:docMk/>
            <pc:sldMk cId="2571368140" sldId="470"/>
            <ac:spMk id="11" creationId="{00000000-0000-0000-0000-000000000000}"/>
          </ac:spMkLst>
        </pc:spChg>
        <pc:spChg chg="mod">
          <ac:chgData name="Taha A. Beraam" userId="741caa31-a16a-43d8-9397-caf346f4ac2f" providerId="ADAL" clId="{B522B655-AC57-42A3-9A39-5145392554A0}" dt="2023-11-02T06:12:09.062" v="42"/>
          <ac:spMkLst>
            <pc:docMk/>
            <pc:sldMk cId="2571368140" sldId="470"/>
            <ac:spMk id="14" creationId="{7087AABA-CA7B-67FF-4B7B-6343CCC63F46}"/>
          </ac:spMkLst>
        </pc:spChg>
        <pc:spChg chg="mod">
          <ac:chgData name="Taha A. Beraam" userId="741caa31-a16a-43d8-9397-caf346f4ac2f" providerId="ADAL" clId="{B522B655-AC57-42A3-9A39-5145392554A0}" dt="2023-11-02T09:43:24.514" v="1030"/>
          <ac:spMkLst>
            <pc:docMk/>
            <pc:sldMk cId="2571368140" sldId="470"/>
            <ac:spMk id="16" creationId="{3D692F03-A404-F562-EED1-225AD0D9FEF1}"/>
          </ac:spMkLst>
        </pc:spChg>
        <pc:spChg chg="mod">
          <ac:chgData name="Taha A. Beraam" userId="741caa31-a16a-43d8-9397-caf346f4ac2f" providerId="ADAL" clId="{B522B655-AC57-42A3-9A39-5145392554A0}" dt="2023-11-02T09:44:24.899" v="1043" actId="20577"/>
          <ac:spMkLst>
            <pc:docMk/>
            <pc:sldMk cId="2571368140" sldId="470"/>
            <ac:spMk id="17" creationId="{00000000-0000-0000-0000-000000000000}"/>
          </ac:spMkLst>
        </pc:spChg>
        <pc:spChg chg="mod">
          <ac:chgData name="Taha A. Beraam" userId="741caa31-a16a-43d8-9397-caf346f4ac2f" providerId="ADAL" clId="{B522B655-AC57-42A3-9A39-5145392554A0}" dt="2023-11-02T09:43:36.031" v="1031"/>
          <ac:spMkLst>
            <pc:docMk/>
            <pc:sldMk cId="2571368140" sldId="470"/>
            <ac:spMk id="27" creationId="{972E6D1A-6C0B-769F-72FE-C4E2AAD82CC3}"/>
          </ac:spMkLst>
        </pc:spChg>
      </pc:sldChg>
      <pc:sldChg chg="delSp modSp mod">
        <pc:chgData name="Taha A. Beraam" userId="741caa31-a16a-43d8-9397-caf346f4ac2f" providerId="ADAL" clId="{B522B655-AC57-42A3-9A39-5145392554A0}" dt="2023-11-05T07:55:46.359" v="1542" actId="478"/>
        <pc:sldMkLst>
          <pc:docMk/>
          <pc:sldMk cId="2229172548" sldId="471"/>
        </pc:sldMkLst>
        <pc:spChg chg="mod">
          <ac:chgData name="Taha A. Beraam" userId="741caa31-a16a-43d8-9397-caf346f4ac2f" providerId="ADAL" clId="{B522B655-AC57-42A3-9A39-5145392554A0}" dt="2023-11-05T06:18:35.246" v="1064" actId="1076"/>
          <ac:spMkLst>
            <pc:docMk/>
            <pc:sldMk cId="2229172548" sldId="471"/>
            <ac:spMk id="3" creationId="{A339A84E-0487-7D81-A3B7-B5F60088CE79}"/>
          </ac:spMkLst>
        </pc:spChg>
        <pc:spChg chg="mod">
          <ac:chgData name="Taha A. Beraam" userId="741caa31-a16a-43d8-9397-caf346f4ac2f" providerId="ADAL" clId="{B522B655-AC57-42A3-9A39-5145392554A0}" dt="2023-11-05T07:55:26.621" v="1538" actId="20577"/>
          <ac:spMkLst>
            <pc:docMk/>
            <pc:sldMk cId="2229172548" sldId="471"/>
            <ac:spMk id="10" creationId="{2240F307-9C7D-B9B0-53DD-D9D69AFDBF24}"/>
          </ac:spMkLst>
        </pc:spChg>
        <pc:spChg chg="mod">
          <ac:chgData name="Taha A. Beraam" userId="741caa31-a16a-43d8-9397-caf346f4ac2f" providerId="ADAL" clId="{B522B655-AC57-42A3-9A39-5145392554A0}" dt="2023-11-05T07:55:40.152" v="1541" actId="14100"/>
          <ac:spMkLst>
            <pc:docMk/>
            <pc:sldMk cId="2229172548" sldId="471"/>
            <ac:spMk id="11" creationId="{C2588D30-6D5E-65F1-D99C-55909DF8C444}"/>
          </ac:spMkLst>
        </pc:spChg>
        <pc:spChg chg="mod">
          <ac:chgData name="Taha A. Beraam" userId="741caa31-a16a-43d8-9397-caf346f4ac2f" providerId="ADAL" clId="{B522B655-AC57-42A3-9A39-5145392554A0}" dt="2023-11-02T08:51:22.377" v="986"/>
          <ac:spMkLst>
            <pc:docMk/>
            <pc:sldMk cId="2229172548" sldId="471"/>
            <ac:spMk id="12" creationId="{359D0686-CCE7-B65B-7A65-CC8F57F57913}"/>
          </ac:spMkLst>
        </pc:spChg>
        <pc:spChg chg="mod">
          <ac:chgData name="Taha A. Beraam" userId="741caa31-a16a-43d8-9397-caf346f4ac2f" providerId="ADAL" clId="{B522B655-AC57-42A3-9A39-5145392554A0}" dt="2023-11-02T08:51:36.491" v="987"/>
          <ac:spMkLst>
            <pc:docMk/>
            <pc:sldMk cId="2229172548" sldId="471"/>
            <ac:spMk id="15" creationId="{3BBC48F8-8C71-003E-99F7-369CEF9C0C55}"/>
          </ac:spMkLst>
        </pc:spChg>
        <pc:spChg chg="mod">
          <ac:chgData name="Taha A. Beraam" userId="741caa31-a16a-43d8-9397-caf346f4ac2f" providerId="ADAL" clId="{B522B655-AC57-42A3-9A39-5145392554A0}" dt="2023-11-02T06:10:28.240" v="15"/>
          <ac:spMkLst>
            <pc:docMk/>
            <pc:sldMk cId="2229172548" sldId="471"/>
            <ac:spMk id="17" creationId="{680631D8-15F7-00ED-4805-1910B6E87772}"/>
          </ac:spMkLst>
        </pc:spChg>
        <pc:spChg chg="mod">
          <ac:chgData name="Taha A. Beraam" userId="741caa31-a16a-43d8-9397-caf346f4ac2f" providerId="ADAL" clId="{B522B655-AC57-42A3-9A39-5145392554A0}" dt="2023-11-02T06:10:24.874" v="13"/>
          <ac:spMkLst>
            <pc:docMk/>
            <pc:sldMk cId="2229172548" sldId="471"/>
            <ac:spMk id="21" creationId="{D37C8797-F24F-0678-FFDF-86F376DF6C32}"/>
          </ac:spMkLst>
        </pc:spChg>
        <pc:spChg chg="mod">
          <ac:chgData name="Taha A. Beraam" userId="741caa31-a16a-43d8-9397-caf346f4ac2f" providerId="ADAL" clId="{B522B655-AC57-42A3-9A39-5145392554A0}" dt="2023-11-02T08:52:01.431" v="989"/>
          <ac:spMkLst>
            <pc:docMk/>
            <pc:sldMk cId="2229172548" sldId="471"/>
            <ac:spMk id="23" creationId="{7CBAF27E-2ADB-7C93-C86C-C1C1C06115FA}"/>
          </ac:spMkLst>
        </pc:spChg>
        <pc:spChg chg="mod">
          <ac:chgData name="Taha A. Beraam" userId="741caa31-a16a-43d8-9397-caf346f4ac2f" providerId="ADAL" clId="{B522B655-AC57-42A3-9A39-5145392554A0}" dt="2023-11-05T06:18:28.294" v="1063" actId="1076"/>
          <ac:spMkLst>
            <pc:docMk/>
            <pc:sldMk cId="2229172548" sldId="471"/>
            <ac:spMk id="57" creationId="{DE78B0AC-ED7C-2CB8-F76A-AC4EF49BFB93}"/>
          </ac:spMkLst>
        </pc:spChg>
        <pc:spChg chg="mod">
          <ac:chgData name="Taha A. Beraam" userId="741caa31-a16a-43d8-9397-caf346f4ac2f" providerId="ADAL" clId="{B522B655-AC57-42A3-9A39-5145392554A0}" dt="2023-11-05T07:55:30.888" v="1539"/>
          <ac:spMkLst>
            <pc:docMk/>
            <pc:sldMk cId="2229172548" sldId="471"/>
            <ac:spMk id="133" creationId="{24DFAE79-957E-69AC-F51A-FCD4E87250FF}"/>
          </ac:spMkLst>
        </pc:spChg>
        <pc:spChg chg="mod">
          <ac:chgData name="Taha A. Beraam" userId="741caa31-a16a-43d8-9397-caf346f4ac2f" providerId="ADAL" clId="{B522B655-AC57-42A3-9A39-5145392554A0}" dt="2023-11-02T08:51:49.193" v="988"/>
          <ac:spMkLst>
            <pc:docMk/>
            <pc:sldMk cId="2229172548" sldId="471"/>
            <ac:spMk id="134" creationId="{2CFD2D64-EACB-71D1-B507-FDAA7A0AA0D5}"/>
          </ac:spMkLst>
        </pc:spChg>
        <pc:spChg chg="mod">
          <ac:chgData name="Taha A. Beraam" userId="741caa31-a16a-43d8-9397-caf346f4ac2f" providerId="ADAL" clId="{B522B655-AC57-42A3-9A39-5145392554A0}" dt="2023-11-05T06:18:28.294" v="1063" actId="1076"/>
          <ac:spMkLst>
            <pc:docMk/>
            <pc:sldMk cId="2229172548" sldId="471"/>
            <ac:spMk id="148" creationId="{E9C55D02-F5E0-CF0C-B44C-544CA4B8A2F1}"/>
          </ac:spMkLst>
        </pc:spChg>
        <pc:spChg chg="mod">
          <ac:chgData name="Taha A. Beraam" userId="741caa31-a16a-43d8-9397-caf346f4ac2f" providerId="ADAL" clId="{B522B655-AC57-42A3-9A39-5145392554A0}" dt="2023-11-05T06:18:28.294" v="1063" actId="1076"/>
          <ac:spMkLst>
            <pc:docMk/>
            <pc:sldMk cId="2229172548" sldId="471"/>
            <ac:spMk id="149" creationId="{7450EE5E-F283-C897-CE90-BDD837421DE9}"/>
          </ac:spMkLst>
        </pc:spChg>
        <pc:spChg chg="mod">
          <ac:chgData name="Taha A. Beraam" userId="741caa31-a16a-43d8-9397-caf346f4ac2f" providerId="ADAL" clId="{B522B655-AC57-42A3-9A39-5145392554A0}" dt="2023-11-05T06:18:35.246" v="1064" actId="1076"/>
          <ac:spMkLst>
            <pc:docMk/>
            <pc:sldMk cId="2229172548" sldId="471"/>
            <ac:spMk id="151" creationId="{74C78680-B20B-80FD-0AC0-1FD1D1294CD6}"/>
          </ac:spMkLst>
        </pc:spChg>
        <pc:spChg chg="mod">
          <ac:chgData name="Taha A. Beraam" userId="741caa31-a16a-43d8-9397-caf346f4ac2f" providerId="ADAL" clId="{B522B655-AC57-42A3-9A39-5145392554A0}" dt="2023-11-05T06:18:38.210" v="1065" actId="1076"/>
          <ac:spMkLst>
            <pc:docMk/>
            <pc:sldMk cId="2229172548" sldId="471"/>
            <ac:spMk id="163" creationId="{D3FCA35F-16FC-6054-0AAF-6D6252BABBA7}"/>
          </ac:spMkLst>
        </pc:spChg>
        <pc:grpChg chg="mod">
          <ac:chgData name="Taha A. Beraam" userId="741caa31-a16a-43d8-9397-caf346f4ac2f" providerId="ADAL" clId="{B522B655-AC57-42A3-9A39-5145392554A0}" dt="2023-11-05T06:18:35.246" v="1064" actId="1076"/>
          <ac:grpSpMkLst>
            <pc:docMk/>
            <pc:sldMk cId="2229172548" sldId="471"/>
            <ac:grpSpMk id="18" creationId="{4C520CF4-C711-D1D0-8D6B-2194D95916CE}"/>
          </ac:grpSpMkLst>
        </pc:grpChg>
        <pc:grpChg chg="mod">
          <ac:chgData name="Taha A. Beraam" userId="741caa31-a16a-43d8-9397-caf346f4ac2f" providerId="ADAL" clId="{B522B655-AC57-42A3-9A39-5145392554A0}" dt="2023-11-05T06:18:28.294" v="1063" actId="1076"/>
          <ac:grpSpMkLst>
            <pc:docMk/>
            <pc:sldMk cId="2229172548" sldId="471"/>
            <ac:grpSpMk id="152" creationId="{BBE36EB2-6F79-7701-7F94-ADFBDEFE7067}"/>
          </ac:grpSpMkLst>
        </pc:grpChg>
        <pc:picChg chg="del">
          <ac:chgData name="Taha A. Beraam" userId="741caa31-a16a-43d8-9397-caf346f4ac2f" providerId="ADAL" clId="{B522B655-AC57-42A3-9A39-5145392554A0}" dt="2023-11-05T07:55:46.359" v="1542" actId="478"/>
          <ac:picMkLst>
            <pc:docMk/>
            <pc:sldMk cId="2229172548" sldId="471"/>
            <ac:picMk id="26" creationId="{4E49241D-C612-94BE-5554-098A5BBD6990}"/>
          </ac:picMkLst>
        </pc:picChg>
      </pc:sldChg>
      <pc:sldChg chg="addSp delSp modSp mod">
        <pc:chgData name="Taha A. Beraam" userId="741caa31-a16a-43d8-9397-caf346f4ac2f" providerId="ADAL" clId="{B522B655-AC57-42A3-9A39-5145392554A0}" dt="2023-11-02T08:23:36.682" v="840" actId="20577"/>
        <pc:sldMkLst>
          <pc:docMk/>
          <pc:sldMk cId="3535395842" sldId="472"/>
        </pc:sldMkLst>
        <pc:spChg chg="del">
          <ac:chgData name="Taha A. Beraam" userId="741caa31-a16a-43d8-9397-caf346f4ac2f" providerId="ADAL" clId="{B522B655-AC57-42A3-9A39-5145392554A0}" dt="2023-11-02T06:11:41.103" v="37" actId="478"/>
          <ac:spMkLst>
            <pc:docMk/>
            <pc:sldMk cId="3535395842" sldId="472"/>
            <ac:spMk id="3" creationId="{7DB917A9-58D5-97CD-9C53-7151A6B2725A}"/>
          </ac:spMkLst>
        </pc:spChg>
        <pc:spChg chg="del">
          <ac:chgData name="Taha A. Beraam" userId="741caa31-a16a-43d8-9397-caf346f4ac2f" providerId="ADAL" clId="{B522B655-AC57-42A3-9A39-5145392554A0}" dt="2023-11-02T06:11:41.103" v="37" actId="478"/>
          <ac:spMkLst>
            <pc:docMk/>
            <pc:sldMk cId="3535395842" sldId="472"/>
            <ac:spMk id="5" creationId="{30BBDB49-2CF4-1383-85E7-B1BDA5E95EAF}"/>
          </ac:spMkLst>
        </pc:spChg>
        <pc:spChg chg="mod">
          <ac:chgData name="Taha A. Beraam" userId="741caa31-a16a-43d8-9397-caf346f4ac2f" providerId="ADAL" clId="{B522B655-AC57-42A3-9A39-5145392554A0}" dt="2023-11-02T06:11:54.554" v="40"/>
          <ac:spMkLst>
            <pc:docMk/>
            <pc:sldMk cId="3535395842" sldId="472"/>
            <ac:spMk id="8" creationId="{88AD5B06-8C96-2516-D358-C26475975424}"/>
          </ac:spMkLst>
        </pc:spChg>
        <pc:spChg chg="add mod">
          <ac:chgData name="Taha A. Beraam" userId="741caa31-a16a-43d8-9397-caf346f4ac2f" providerId="ADAL" clId="{B522B655-AC57-42A3-9A39-5145392554A0}" dt="2023-11-02T06:11:50.800" v="39" actId="1076"/>
          <ac:spMkLst>
            <pc:docMk/>
            <pc:sldMk cId="3535395842" sldId="472"/>
            <ac:spMk id="12" creationId="{0EC05F3B-DBB2-F041-36B3-3F1208337CDD}"/>
          </ac:spMkLst>
        </pc:spChg>
        <pc:spChg chg="add mod">
          <ac:chgData name="Taha A. Beraam" userId="741caa31-a16a-43d8-9397-caf346f4ac2f" providerId="ADAL" clId="{B522B655-AC57-42A3-9A39-5145392554A0}" dt="2023-11-02T06:11:50.800" v="39" actId="1076"/>
          <ac:spMkLst>
            <pc:docMk/>
            <pc:sldMk cId="3535395842" sldId="472"/>
            <ac:spMk id="13" creationId="{F05495B3-7B38-4753-A91C-A9AAC0A6FD2E}"/>
          </ac:spMkLst>
        </pc:spChg>
        <pc:spChg chg="mod">
          <ac:chgData name="Taha A. Beraam" userId="741caa31-a16a-43d8-9397-caf346f4ac2f" providerId="ADAL" clId="{B522B655-AC57-42A3-9A39-5145392554A0}" dt="2023-11-02T08:23:36.682" v="840" actId="20577"/>
          <ac:spMkLst>
            <pc:docMk/>
            <pc:sldMk cId="3535395842" sldId="472"/>
            <ac:spMk id="19" creationId="{9255A1BE-CE2B-2F05-A3DF-F0D3D2B70E7F}"/>
          </ac:spMkLst>
        </pc:spChg>
        <pc:graphicFrameChg chg="del">
          <ac:chgData name="Taha A. Beraam" userId="741caa31-a16a-43d8-9397-caf346f4ac2f" providerId="ADAL" clId="{B522B655-AC57-42A3-9A39-5145392554A0}" dt="2023-11-02T06:11:41.103" v="37" actId="478"/>
          <ac:graphicFrameMkLst>
            <pc:docMk/>
            <pc:sldMk cId="3535395842" sldId="472"/>
            <ac:graphicFrameMk id="10" creationId="{3D4091EC-A6B7-05AE-5F0F-DB9F1F40DB18}"/>
          </ac:graphicFrameMkLst>
        </pc:graphicFrameChg>
        <pc:graphicFrameChg chg="add mod">
          <ac:chgData name="Taha A. Beraam" userId="741caa31-a16a-43d8-9397-caf346f4ac2f" providerId="ADAL" clId="{B522B655-AC57-42A3-9A39-5145392554A0}" dt="2023-11-02T06:11:50.800" v="39" actId="1076"/>
          <ac:graphicFrameMkLst>
            <pc:docMk/>
            <pc:sldMk cId="3535395842" sldId="472"/>
            <ac:graphicFrameMk id="14" creationId="{A5041228-3477-30AA-CF59-2B42131361FB}"/>
          </ac:graphicFrameMkLst>
        </pc:graphicFrameChg>
      </pc:sldChg>
      <pc:sldChg chg="modSp mod">
        <pc:chgData name="Taha A. Beraam" userId="741caa31-a16a-43d8-9397-caf346f4ac2f" providerId="ADAL" clId="{B522B655-AC57-42A3-9A39-5145392554A0}" dt="2023-11-02T09:47:23.550" v="1057" actId="27918"/>
        <pc:sldMkLst>
          <pc:docMk/>
          <pc:sldMk cId="216525878" sldId="474"/>
        </pc:sldMkLst>
        <pc:spChg chg="mod">
          <ac:chgData name="Taha A. Beraam" userId="741caa31-a16a-43d8-9397-caf346f4ac2f" providerId="ADAL" clId="{B522B655-AC57-42A3-9A39-5145392554A0}" dt="2023-11-02T09:47:17.422" v="1054"/>
          <ac:spMkLst>
            <pc:docMk/>
            <pc:sldMk cId="216525878" sldId="474"/>
            <ac:spMk id="3" creationId="{A4A057A9-04EA-6CFE-1E27-0E562E2E71D5}"/>
          </ac:spMkLst>
        </pc:spChg>
      </pc:sldChg>
      <pc:sldChg chg="modSp mod">
        <pc:chgData name="Taha A. Beraam" userId="741caa31-a16a-43d8-9397-caf346f4ac2f" providerId="ADAL" clId="{B522B655-AC57-42A3-9A39-5145392554A0}" dt="2023-11-02T08:00:58.649" v="811" actId="27918"/>
        <pc:sldMkLst>
          <pc:docMk/>
          <pc:sldMk cId="2283291023" sldId="475"/>
        </pc:sldMkLst>
        <pc:spChg chg="mod">
          <ac:chgData name="Taha A. Beraam" userId="741caa31-a16a-43d8-9397-caf346f4ac2f" providerId="ADAL" clId="{B522B655-AC57-42A3-9A39-5145392554A0}" dt="2023-11-02T07:37:40.441" v="734"/>
          <ac:spMkLst>
            <pc:docMk/>
            <pc:sldMk cId="2283291023" sldId="475"/>
            <ac:spMk id="47" creationId="{26A13A27-6565-4432-AFBE-5459E5C45EB5}"/>
          </ac:spMkLst>
        </pc:spChg>
      </pc:sldChg>
      <pc:sldChg chg="modSp mod">
        <pc:chgData name="Taha A. Beraam" userId="741caa31-a16a-43d8-9397-caf346f4ac2f" providerId="ADAL" clId="{B522B655-AC57-42A3-9A39-5145392554A0}" dt="2023-11-02T06:35:11.225" v="109"/>
        <pc:sldMkLst>
          <pc:docMk/>
          <pc:sldMk cId="1421663672" sldId="476"/>
        </pc:sldMkLst>
        <pc:spChg chg="mod">
          <ac:chgData name="Taha A. Beraam" userId="741caa31-a16a-43d8-9397-caf346f4ac2f" providerId="ADAL" clId="{B522B655-AC57-42A3-9A39-5145392554A0}" dt="2023-11-02T06:34:34.790" v="105"/>
          <ac:spMkLst>
            <pc:docMk/>
            <pc:sldMk cId="1421663672" sldId="476"/>
            <ac:spMk id="58" creationId="{0ACB5BD7-1C7D-4D1F-906E-C680FC17778F}"/>
          </ac:spMkLst>
        </pc:spChg>
        <pc:spChg chg="mod">
          <ac:chgData name="Taha A. Beraam" userId="741caa31-a16a-43d8-9397-caf346f4ac2f" providerId="ADAL" clId="{B522B655-AC57-42A3-9A39-5145392554A0}" dt="2023-11-02T06:30:17.853" v="78"/>
          <ac:spMkLst>
            <pc:docMk/>
            <pc:sldMk cId="1421663672" sldId="476"/>
            <ac:spMk id="85" creationId="{39C5987C-E2E9-CC8C-01D6-4CB98AA66EF4}"/>
          </ac:spMkLst>
        </pc:spChg>
        <pc:spChg chg="mod">
          <ac:chgData name="Taha A. Beraam" userId="741caa31-a16a-43d8-9397-caf346f4ac2f" providerId="ADAL" clId="{B522B655-AC57-42A3-9A39-5145392554A0}" dt="2023-11-02T06:30:40.157" v="79"/>
          <ac:spMkLst>
            <pc:docMk/>
            <pc:sldMk cId="1421663672" sldId="476"/>
            <ac:spMk id="87" creationId="{BF57672F-6877-7A76-88DA-A994B6B77622}"/>
          </ac:spMkLst>
        </pc:spChg>
        <pc:spChg chg="mod">
          <ac:chgData name="Taha A. Beraam" userId="741caa31-a16a-43d8-9397-caf346f4ac2f" providerId="ADAL" clId="{B522B655-AC57-42A3-9A39-5145392554A0}" dt="2023-11-02T06:34:25.086" v="104"/>
          <ac:spMkLst>
            <pc:docMk/>
            <pc:sldMk cId="1421663672" sldId="476"/>
            <ac:spMk id="98" creationId="{FC753651-D892-F026-35F8-FBE7A60B24CE}"/>
          </ac:spMkLst>
        </pc:spChg>
        <pc:spChg chg="mod">
          <ac:chgData name="Taha A. Beraam" userId="741caa31-a16a-43d8-9397-caf346f4ac2f" providerId="ADAL" clId="{B522B655-AC57-42A3-9A39-5145392554A0}" dt="2023-11-02T06:34:57.841" v="106"/>
          <ac:spMkLst>
            <pc:docMk/>
            <pc:sldMk cId="1421663672" sldId="476"/>
            <ac:spMk id="103" creationId="{BFF9CE47-919E-2D36-E203-72E2A32661DA}"/>
          </ac:spMkLst>
        </pc:spChg>
        <pc:spChg chg="mod">
          <ac:chgData name="Taha A. Beraam" userId="741caa31-a16a-43d8-9397-caf346f4ac2f" providerId="ADAL" clId="{B522B655-AC57-42A3-9A39-5145392554A0}" dt="2023-11-02T06:34:58.473" v="107"/>
          <ac:spMkLst>
            <pc:docMk/>
            <pc:sldMk cId="1421663672" sldId="476"/>
            <ac:spMk id="108" creationId="{7AFA7248-EB56-94F3-22CF-8AD404E67DED}"/>
          </ac:spMkLst>
        </pc:spChg>
        <pc:spChg chg="mod">
          <ac:chgData name="Taha A. Beraam" userId="741caa31-a16a-43d8-9397-caf346f4ac2f" providerId="ADAL" clId="{B522B655-AC57-42A3-9A39-5145392554A0}" dt="2023-11-02T06:34:59.523" v="108"/>
          <ac:spMkLst>
            <pc:docMk/>
            <pc:sldMk cId="1421663672" sldId="476"/>
            <ac:spMk id="113" creationId="{7D4EF310-FBB4-D863-95D0-24A3C2DDA360}"/>
          </ac:spMkLst>
        </pc:spChg>
        <pc:spChg chg="mod">
          <ac:chgData name="Taha A. Beraam" userId="741caa31-a16a-43d8-9397-caf346f4ac2f" providerId="ADAL" clId="{B522B655-AC57-42A3-9A39-5145392554A0}" dt="2023-11-02T06:35:11.225" v="109"/>
          <ac:spMkLst>
            <pc:docMk/>
            <pc:sldMk cId="1421663672" sldId="476"/>
            <ac:spMk id="118" creationId="{B69A6931-874D-DADC-B526-6C95357580CC}"/>
          </ac:spMkLst>
        </pc:spChg>
        <pc:spChg chg="mod">
          <ac:chgData name="Taha A. Beraam" userId="741caa31-a16a-43d8-9397-caf346f4ac2f" providerId="ADAL" clId="{B522B655-AC57-42A3-9A39-5145392554A0}" dt="2023-11-02T06:33:38.229" v="103"/>
          <ac:spMkLst>
            <pc:docMk/>
            <pc:sldMk cId="1421663672" sldId="476"/>
            <ac:spMk id="130" creationId="{EADEB81F-D04E-66A8-2E55-A2C7A7B498B3}"/>
          </ac:spMkLst>
        </pc:spChg>
      </pc:sldChg>
      <pc:sldChg chg="addSp delSp modSp add mod ord">
        <pc:chgData name="Taha A. Beraam" userId="741caa31-a16a-43d8-9397-caf346f4ac2f" providerId="ADAL" clId="{B522B655-AC57-42A3-9A39-5145392554A0}" dt="2023-11-05T08:04:12.645" v="1544" actId="1076"/>
        <pc:sldMkLst>
          <pc:docMk/>
          <pc:sldMk cId="3069254978" sldId="477"/>
        </pc:sldMkLst>
        <pc:spChg chg="mod topLvl">
          <ac:chgData name="Taha A. Beraam" userId="741caa31-a16a-43d8-9397-caf346f4ac2f" providerId="ADAL" clId="{B522B655-AC57-42A3-9A39-5145392554A0}" dt="2023-11-05T08:04:12.645" v="1544" actId="1076"/>
          <ac:spMkLst>
            <pc:docMk/>
            <pc:sldMk cId="3069254978" sldId="477"/>
            <ac:spMk id="3" creationId="{C0912DA9-7CED-E186-376C-FA76B6CC3F5A}"/>
          </ac:spMkLst>
        </pc:spChg>
        <pc:spChg chg="del mod topLvl">
          <ac:chgData name="Taha A. Beraam" userId="741caa31-a16a-43d8-9397-caf346f4ac2f" providerId="ADAL" clId="{B522B655-AC57-42A3-9A39-5145392554A0}" dt="2023-11-05T07:35:15.348" v="1212" actId="478"/>
          <ac:spMkLst>
            <pc:docMk/>
            <pc:sldMk cId="3069254978" sldId="477"/>
            <ac:spMk id="4" creationId="{68C155DA-1E7B-D429-7DD4-B9BE18C918BE}"/>
          </ac:spMkLst>
        </pc:spChg>
        <pc:spChg chg="add mod">
          <ac:chgData name="Taha A. Beraam" userId="741caa31-a16a-43d8-9397-caf346f4ac2f" providerId="ADAL" clId="{B522B655-AC57-42A3-9A39-5145392554A0}" dt="2023-11-05T08:04:12.645" v="1544" actId="1076"/>
          <ac:spMkLst>
            <pc:docMk/>
            <pc:sldMk cId="3069254978" sldId="477"/>
            <ac:spMk id="5" creationId="{C5768E17-44D3-6D97-578D-5B988659E757}"/>
          </ac:spMkLst>
        </pc:spChg>
        <pc:spChg chg="mod">
          <ac:chgData name="Taha A. Beraam" userId="741caa31-a16a-43d8-9397-caf346f4ac2f" providerId="ADAL" clId="{B522B655-AC57-42A3-9A39-5145392554A0}" dt="2023-11-05T07:16:35.692" v="1100" actId="20577"/>
          <ac:spMkLst>
            <pc:docMk/>
            <pc:sldMk cId="3069254978" sldId="477"/>
            <ac:spMk id="6" creationId="{A5DF9B1C-15F5-1478-7922-7A78B725B8FA}"/>
          </ac:spMkLst>
        </pc:spChg>
        <pc:spChg chg="del">
          <ac:chgData name="Taha A. Beraam" userId="741caa31-a16a-43d8-9397-caf346f4ac2f" providerId="ADAL" clId="{B522B655-AC57-42A3-9A39-5145392554A0}" dt="2023-11-05T07:19:22.002" v="1103" actId="478"/>
          <ac:spMkLst>
            <pc:docMk/>
            <pc:sldMk cId="3069254978" sldId="477"/>
            <ac:spMk id="52" creationId="{A6AC99F5-BD54-4E28-933B-D7B67634FAE7}"/>
          </ac:spMkLst>
        </pc:spChg>
        <pc:spChg chg="del">
          <ac:chgData name="Taha A. Beraam" userId="741caa31-a16a-43d8-9397-caf346f4ac2f" providerId="ADAL" clId="{B522B655-AC57-42A3-9A39-5145392554A0}" dt="2023-11-05T07:19:22.002" v="1103" actId="478"/>
          <ac:spMkLst>
            <pc:docMk/>
            <pc:sldMk cId="3069254978" sldId="477"/>
            <ac:spMk id="54" creationId="{E10C2D0F-419A-45F4-9FF6-709401668CB2}"/>
          </ac:spMkLst>
        </pc:spChg>
        <pc:spChg chg="del">
          <ac:chgData name="Taha A. Beraam" userId="741caa31-a16a-43d8-9397-caf346f4ac2f" providerId="ADAL" clId="{B522B655-AC57-42A3-9A39-5145392554A0}" dt="2023-11-05T07:19:22.002" v="1103" actId="478"/>
          <ac:spMkLst>
            <pc:docMk/>
            <pc:sldMk cId="3069254978" sldId="477"/>
            <ac:spMk id="61" creationId="{049FFE32-7228-4232-9EDB-834179C6C3E8}"/>
          </ac:spMkLst>
        </pc:spChg>
        <pc:spChg chg="del">
          <ac:chgData name="Taha A. Beraam" userId="741caa31-a16a-43d8-9397-caf346f4ac2f" providerId="ADAL" clId="{B522B655-AC57-42A3-9A39-5145392554A0}" dt="2023-11-05T07:19:22.002" v="1103" actId="478"/>
          <ac:spMkLst>
            <pc:docMk/>
            <pc:sldMk cId="3069254978" sldId="477"/>
            <ac:spMk id="62" creationId="{A6FABC1C-BBA9-4647-9E99-718FA84F6DD7}"/>
          </ac:spMkLst>
        </pc:spChg>
        <pc:grpChg chg="add del mod">
          <ac:chgData name="Taha A. Beraam" userId="741caa31-a16a-43d8-9397-caf346f4ac2f" providerId="ADAL" clId="{B522B655-AC57-42A3-9A39-5145392554A0}" dt="2023-11-05T07:35:15.348" v="1212" actId="478"/>
          <ac:grpSpMkLst>
            <pc:docMk/>
            <pc:sldMk cId="3069254978" sldId="477"/>
            <ac:grpSpMk id="2" creationId="{4E68C782-1137-2D6D-FABE-DA8AFBA3B48B}"/>
          </ac:grpSpMkLst>
        </pc:grpChg>
        <pc:grpChg chg="del">
          <ac:chgData name="Taha A. Beraam" userId="741caa31-a16a-43d8-9397-caf346f4ac2f" providerId="ADAL" clId="{B522B655-AC57-42A3-9A39-5145392554A0}" dt="2023-11-05T07:19:24.692" v="1104" actId="478"/>
          <ac:grpSpMkLst>
            <pc:docMk/>
            <pc:sldMk cId="3069254978" sldId="477"/>
            <ac:grpSpMk id="7" creationId="{7A6664C8-28B3-D1A1-ED6D-4DA89FB58249}"/>
          </ac:grpSpMkLst>
        </pc:grpChg>
        <pc:graphicFrameChg chg="add mod">
          <ac:chgData name="Taha A. Beraam" userId="741caa31-a16a-43d8-9397-caf346f4ac2f" providerId="ADAL" clId="{B522B655-AC57-42A3-9A39-5145392554A0}" dt="2023-11-05T07:54:23.652" v="1528"/>
          <ac:graphicFrameMkLst>
            <pc:docMk/>
            <pc:sldMk cId="3069254978" sldId="477"/>
            <ac:graphicFrameMk id="8" creationId="{76DEED1F-F43A-27A8-2C74-46E1DBABA222}"/>
          </ac:graphicFrameMkLst>
        </pc:graphicFrameChg>
        <pc:picChg chg="del">
          <ac:chgData name="Taha A. Beraam" userId="741caa31-a16a-43d8-9397-caf346f4ac2f" providerId="ADAL" clId="{B522B655-AC57-42A3-9A39-5145392554A0}" dt="2023-11-05T07:19:22.002" v="1103" actId="478"/>
          <ac:picMkLst>
            <pc:docMk/>
            <pc:sldMk cId="3069254978" sldId="477"/>
            <ac:picMk id="17" creationId="{455F4D01-9FD8-4421-A989-F5854BFD55B8}"/>
          </ac:picMkLst>
        </pc:picChg>
      </pc:sldChg>
      <pc:sldChg chg="addSp delSp modSp add del mod">
        <pc:chgData name="Taha A. Beraam" userId="741caa31-a16a-43d8-9397-caf346f4ac2f" providerId="ADAL" clId="{B522B655-AC57-42A3-9A39-5145392554A0}" dt="2023-11-05T07:30:57.085" v="1171" actId="2696"/>
        <pc:sldMkLst>
          <pc:docMk/>
          <pc:sldMk cId="1657798332" sldId="478"/>
        </pc:sldMkLst>
        <pc:graphicFrameChg chg="add del mod">
          <ac:chgData name="Taha A. Beraam" userId="741caa31-a16a-43d8-9397-caf346f4ac2f" providerId="ADAL" clId="{B522B655-AC57-42A3-9A39-5145392554A0}" dt="2023-11-05T07:30:30.804" v="1165"/>
          <ac:graphicFrameMkLst>
            <pc:docMk/>
            <pc:sldMk cId="1657798332" sldId="478"/>
            <ac:graphicFrameMk id="2" creationId="{D0A4F095-1B25-1C10-7683-312C882C5C6F}"/>
          </ac:graphicFrameMkLst>
        </pc:graphicFrameChg>
      </pc:sldChg>
    </pc:docChg>
  </pc:docChgLst>
  <pc:docChgLst>
    <pc:chgData name="Taha A. Beraam" userId="741caa31-a16a-43d8-9397-caf346f4ac2f" providerId="ADAL" clId="{BEE335E6-AC0D-7143-BD66-08925FC4B1F0}"/>
    <pc:docChg chg="undo custSel modSld">
      <pc:chgData name="Taha A. Beraam" userId="741caa31-a16a-43d8-9397-caf346f4ac2f" providerId="ADAL" clId="{BEE335E6-AC0D-7143-BD66-08925FC4B1F0}" dt="2023-11-02T19:29:04.692" v="5" actId="20577"/>
      <pc:docMkLst>
        <pc:docMk/>
      </pc:docMkLst>
      <pc:sldChg chg="modSp mod">
        <pc:chgData name="Taha A. Beraam" userId="741caa31-a16a-43d8-9397-caf346f4ac2f" providerId="ADAL" clId="{BEE335E6-AC0D-7143-BD66-08925FC4B1F0}" dt="2023-11-02T19:29:04.692" v="5" actId="20577"/>
        <pc:sldMkLst>
          <pc:docMk/>
          <pc:sldMk cId="496717869" sldId="287"/>
        </pc:sldMkLst>
        <pc:spChg chg="mod">
          <ac:chgData name="Taha A. Beraam" userId="741caa31-a16a-43d8-9397-caf346f4ac2f" providerId="ADAL" clId="{BEE335E6-AC0D-7143-BD66-08925FC4B1F0}" dt="2023-11-02T19:29:04.692" v="5" actId="20577"/>
          <ac:spMkLst>
            <pc:docMk/>
            <pc:sldMk cId="496717869" sldId="287"/>
            <ac:spMk id="3" creationId="{00000000-0000-0000-0000-000000000000}"/>
          </ac:spMkLst>
        </pc:spChg>
      </pc:sldChg>
    </pc:docChg>
  </pc:docChgLst>
  <pc:docChgLst>
    <pc:chgData name="Taha A. Beraam" userId="741caa31-a16a-43d8-9397-caf346f4ac2f" providerId="ADAL" clId="{3A1ED1DD-4CD5-4DE4-9DB9-392DBE1C15AA}"/>
    <pc:docChg chg="undo custSel modSld">
      <pc:chgData name="Taha A. Beraam" userId="741caa31-a16a-43d8-9397-caf346f4ac2f" providerId="ADAL" clId="{3A1ED1DD-4CD5-4DE4-9DB9-392DBE1C15AA}" dt="2023-11-04T22:02:37.833" v="818" actId="1076"/>
      <pc:docMkLst>
        <pc:docMk/>
      </pc:docMkLst>
      <pc:sldChg chg="modSp mod">
        <pc:chgData name="Taha A. Beraam" userId="741caa31-a16a-43d8-9397-caf346f4ac2f" providerId="ADAL" clId="{3A1ED1DD-4CD5-4DE4-9DB9-392DBE1C15AA}" dt="2023-11-04T22:02:37.833" v="818" actId="1076"/>
        <pc:sldMkLst>
          <pc:docMk/>
          <pc:sldMk cId="496717869" sldId="287"/>
        </pc:sldMkLst>
        <pc:spChg chg="mod">
          <ac:chgData name="Taha A. Beraam" userId="741caa31-a16a-43d8-9397-caf346f4ac2f" providerId="ADAL" clId="{3A1ED1DD-4CD5-4DE4-9DB9-392DBE1C15AA}" dt="2023-11-04T22:02:37.833" v="818" actId="1076"/>
          <ac:spMkLst>
            <pc:docMk/>
            <pc:sldMk cId="496717869" sldId="287"/>
            <ac:spMk id="3" creationId="{00000000-0000-0000-0000-000000000000}"/>
          </ac:spMkLst>
        </pc:spChg>
      </pc:sldChg>
      <pc:sldChg chg="modSp mod">
        <pc:chgData name="Taha A. Beraam" userId="741caa31-a16a-43d8-9397-caf346f4ac2f" providerId="ADAL" clId="{3A1ED1DD-4CD5-4DE4-9DB9-392DBE1C15AA}" dt="2023-11-04T21:48:01.205" v="20"/>
        <pc:sldMkLst>
          <pc:docMk/>
          <pc:sldMk cId="1108375247" sldId="469"/>
        </pc:sldMkLst>
        <pc:spChg chg="mod">
          <ac:chgData name="Taha A. Beraam" userId="741caa31-a16a-43d8-9397-caf346f4ac2f" providerId="ADAL" clId="{3A1ED1DD-4CD5-4DE4-9DB9-392DBE1C15AA}" dt="2023-11-04T21:47:49.437" v="19"/>
          <ac:spMkLst>
            <pc:docMk/>
            <pc:sldMk cId="1108375247" sldId="469"/>
            <ac:spMk id="71" creationId="{19C040AE-5027-056D-3BD1-29B9D427D621}"/>
          </ac:spMkLst>
        </pc:spChg>
        <pc:spChg chg="mod">
          <ac:chgData name="Taha A. Beraam" userId="741caa31-a16a-43d8-9397-caf346f4ac2f" providerId="ADAL" clId="{3A1ED1DD-4CD5-4DE4-9DB9-392DBE1C15AA}" dt="2023-11-04T21:47:37.851" v="17"/>
          <ac:spMkLst>
            <pc:docMk/>
            <pc:sldMk cId="1108375247" sldId="469"/>
            <ac:spMk id="74" creationId="{6C607E8F-DF64-978C-2908-681E70881B94}"/>
          </ac:spMkLst>
        </pc:spChg>
        <pc:spChg chg="mod">
          <ac:chgData name="Taha A. Beraam" userId="741caa31-a16a-43d8-9397-caf346f4ac2f" providerId="ADAL" clId="{3A1ED1DD-4CD5-4DE4-9DB9-392DBE1C15AA}" dt="2023-11-04T21:48:01.205" v="20"/>
          <ac:spMkLst>
            <pc:docMk/>
            <pc:sldMk cId="1108375247" sldId="469"/>
            <ac:spMk id="77" creationId="{679906F0-3099-4B77-982B-F4B500462340}"/>
          </ac:spMkLst>
        </pc:spChg>
        <pc:spChg chg="mod">
          <ac:chgData name="Taha A. Beraam" userId="741caa31-a16a-43d8-9397-caf346f4ac2f" providerId="ADAL" clId="{3A1ED1DD-4CD5-4DE4-9DB9-392DBE1C15AA}" dt="2023-11-04T21:47:47.174" v="18"/>
          <ac:spMkLst>
            <pc:docMk/>
            <pc:sldMk cId="1108375247" sldId="469"/>
            <ac:spMk id="80" creationId="{ADC3806E-34AD-5742-7BB4-2924B0FB8065}"/>
          </ac:spMkLst>
        </pc:spChg>
      </pc:sldChg>
      <pc:sldChg chg="modSp mod">
        <pc:chgData name="Taha A. Beraam" userId="741caa31-a16a-43d8-9397-caf346f4ac2f" providerId="ADAL" clId="{3A1ED1DD-4CD5-4DE4-9DB9-392DBE1C15AA}" dt="2023-11-04T21:49:57.043" v="30"/>
        <pc:sldMkLst>
          <pc:docMk/>
          <pc:sldMk cId="2571368140" sldId="470"/>
        </pc:sldMkLst>
        <pc:spChg chg="mod">
          <ac:chgData name="Taha A. Beraam" userId="741caa31-a16a-43d8-9397-caf346f4ac2f" providerId="ADAL" clId="{3A1ED1DD-4CD5-4DE4-9DB9-392DBE1C15AA}" dt="2023-11-04T21:48:58.250" v="24"/>
          <ac:spMkLst>
            <pc:docMk/>
            <pc:sldMk cId="2571368140" sldId="470"/>
            <ac:spMk id="24" creationId="{D414FFAE-734A-9079-A521-816352CEDEC3}"/>
          </ac:spMkLst>
        </pc:spChg>
        <pc:spChg chg="mod">
          <ac:chgData name="Taha A. Beraam" userId="741caa31-a16a-43d8-9397-caf346f4ac2f" providerId="ADAL" clId="{3A1ED1DD-4CD5-4DE4-9DB9-392DBE1C15AA}" dt="2023-11-04T21:49:10.935" v="25"/>
          <ac:spMkLst>
            <pc:docMk/>
            <pc:sldMk cId="2571368140" sldId="470"/>
            <ac:spMk id="28" creationId="{F9CF1CFD-258A-3028-2DA1-9210F5E99212}"/>
          </ac:spMkLst>
        </pc:spChg>
        <pc:graphicFrameChg chg="mod">
          <ac:chgData name="Taha A. Beraam" userId="741caa31-a16a-43d8-9397-caf346f4ac2f" providerId="ADAL" clId="{3A1ED1DD-4CD5-4DE4-9DB9-392DBE1C15AA}" dt="2023-11-04T21:49:57.043" v="30"/>
          <ac:graphicFrameMkLst>
            <pc:docMk/>
            <pc:sldMk cId="2571368140" sldId="470"/>
            <ac:graphicFrameMk id="12" creationId="{E8F05F2E-1EE3-59EF-0DB0-644682E3797A}"/>
          </ac:graphicFrameMkLst>
        </pc:graphicFrameChg>
      </pc:sldChg>
      <pc:sldChg chg="delSp modSp mod">
        <pc:chgData name="Taha A. Beraam" userId="741caa31-a16a-43d8-9397-caf346f4ac2f" providerId="ADAL" clId="{3A1ED1DD-4CD5-4DE4-9DB9-392DBE1C15AA}" dt="2023-11-04T21:56:09.173" v="131" actId="1076"/>
        <pc:sldMkLst>
          <pc:docMk/>
          <pc:sldMk cId="2229172548" sldId="471"/>
        </pc:sldMkLst>
        <pc:spChg chg="del">
          <ac:chgData name="Taha A. Beraam" userId="741caa31-a16a-43d8-9397-caf346f4ac2f" providerId="ADAL" clId="{3A1ED1DD-4CD5-4DE4-9DB9-392DBE1C15AA}" dt="2023-11-04T21:56:01.652" v="130" actId="478"/>
          <ac:spMkLst>
            <pc:docMk/>
            <pc:sldMk cId="2229172548" sldId="471"/>
            <ac:spMk id="14" creationId="{5BECD0C6-1927-2AEA-0AC3-E4C12B309DE4}"/>
          </ac:spMkLst>
        </pc:spChg>
        <pc:spChg chg="mod">
          <ac:chgData name="Taha A. Beraam" userId="741caa31-a16a-43d8-9397-caf346f4ac2f" providerId="ADAL" clId="{3A1ED1DD-4CD5-4DE4-9DB9-392DBE1C15AA}" dt="2023-11-04T21:56:09.173" v="131" actId="1076"/>
          <ac:spMkLst>
            <pc:docMk/>
            <pc:sldMk cId="2229172548" sldId="471"/>
            <ac:spMk id="163" creationId="{D3FCA35F-16FC-6054-0AAF-6D6252BABBA7}"/>
          </ac:spMkLst>
        </pc:spChg>
        <pc:grpChg chg="del">
          <ac:chgData name="Taha A. Beraam" userId="741caa31-a16a-43d8-9397-caf346f4ac2f" providerId="ADAL" clId="{3A1ED1DD-4CD5-4DE4-9DB9-392DBE1C15AA}" dt="2023-11-04T21:56:00.730" v="129" actId="478"/>
          <ac:grpSpMkLst>
            <pc:docMk/>
            <pc:sldMk cId="2229172548" sldId="471"/>
            <ac:grpSpMk id="16" creationId="{DE2DBBCA-64B6-8015-45FE-60C1B7C8BFFB}"/>
          </ac:grpSpMkLst>
        </pc:grpChg>
      </pc:sldChg>
      <pc:sldChg chg="modSp mod">
        <pc:chgData name="Taha A. Beraam" userId="741caa31-a16a-43d8-9397-caf346f4ac2f" providerId="ADAL" clId="{3A1ED1DD-4CD5-4DE4-9DB9-392DBE1C15AA}" dt="2023-11-04T21:53:03.196" v="51"/>
        <pc:sldMkLst>
          <pc:docMk/>
          <pc:sldMk cId="216525878" sldId="474"/>
        </pc:sldMkLst>
        <pc:spChg chg="mod">
          <ac:chgData name="Taha A. Beraam" userId="741caa31-a16a-43d8-9397-caf346f4ac2f" providerId="ADAL" clId="{3A1ED1DD-4CD5-4DE4-9DB9-392DBE1C15AA}" dt="2023-11-04T21:53:03.196" v="51"/>
          <ac:spMkLst>
            <pc:docMk/>
            <pc:sldMk cId="216525878" sldId="474"/>
            <ac:spMk id="3" creationId="{A4A057A9-04EA-6CFE-1E27-0E562E2E71D5}"/>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1.xml"/><Relationship Id="rId1" Type="http://schemas.microsoft.com/office/2011/relationships/chartStyle" Target="style3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algn="ctr" defTabSz="914400" rtl="0" eaLnBrk="1" latinLnBrk="0" hangingPunct="1">
              <a:defRPr lang="ar-LY" sz="1200" b="1" i="0" u="none" strike="noStrike" kern="1200" spc="0" baseline="0" dirty="0" smtClean="0">
                <a:solidFill>
                  <a:schemeClr val="tx1"/>
                </a:solidFill>
                <a:latin typeface="Montserrat Medium" panose="020B0604020202020204" charset="0"/>
                <a:ea typeface="+mn-ea"/>
                <a:cs typeface="+mn-cs"/>
              </a:defRPr>
            </a:pPr>
            <a:r>
              <a:rPr lang="ar-LY" sz="1200" b="1" kern="1200" dirty="0">
                <a:solidFill>
                  <a:schemeClr val="tx1"/>
                </a:solidFill>
                <a:latin typeface="Montserrat Medium" panose="020B0604020202020204" charset="0"/>
                <a:ea typeface="+mn-ea"/>
                <a:cs typeface="+mn-cs"/>
              </a:rPr>
              <a:t>إيرادات الدخل الشهرية</a:t>
            </a:r>
          </a:p>
        </c:rich>
      </c:tx>
      <c:layout>
        <c:manualLayout>
          <c:xMode val="edge"/>
          <c:yMode val="edge"/>
          <c:x val="0.43309807077035078"/>
          <c:y val="2.4355109982068551E-2"/>
        </c:manualLayout>
      </c:layout>
      <c:overlay val="0"/>
      <c:spPr>
        <a:noFill/>
        <a:ln>
          <a:noFill/>
        </a:ln>
        <a:effectLst/>
      </c:spPr>
      <c:txPr>
        <a:bodyPr rot="0" spcFirstLastPara="1" vertOverflow="ellipsis" vert="horz" wrap="square" anchor="ctr" anchorCtr="1"/>
        <a:lstStyle/>
        <a:p>
          <a:pPr marL="0" algn="ctr" defTabSz="914400" rtl="0" eaLnBrk="1" latinLnBrk="0" hangingPunct="1">
            <a:defRPr lang="ar-LY" sz="1200" b="1" i="0" u="none" strike="noStrike" kern="1200" spc="0" baseline="0" dirty="0" smtClean="0">
              <a:solidFill>
                <a:schemeClr val="tx1"/>
              </a:solidFill>
              <a:latin typeface="Montserrat Medium" panose="020B0604020202020204" charset="0"/>
              <a:ea typeface="+mn-ea"/>
              <a:cs typeface="+mn-cs"/>
            </a:defRPr>
          </a:pPr>
          <a:endParaRPr lang="en-US"/>
        </a:p>
      </c:txPr>
    </c:title>
    <c:autoTitleDeleted val="0"/>
    <c:plotArea>
      <c:layout>
        <c:manualLayout>
          <c:layoutTarget val="inner"/>
          <c:xMode val="edge"/>
          <c:yMode val="edge"/>
          <c:x val="0.17542214180532956"/>
          <c:y val="0.18853378142312877"/>
          <c:w val="0.82457785819467044"/>
          <c:h val="0.54662472360255332"/>
        </c:manualLayout>
      </c:layout>
      <c:barChart>
        <c:barDir val="col"/>
        <c:grouping val="stacked"/>
        <c:varyColors val="0"/>
        <c:ser>
          <c:idx val="0"/>
          <c:order val="0"/>
          <c:tx>
            <c:strRef>
              <c:f>Sheet1!$B$1</c:f>
              <c:strCache>
                <c:ptCount val="1"/>
                <c:pt idx="0">
                  <c:v>ايرادات المبيعات</c:v>
                </c:pt>
              </c:strCache>
            </c:strRef>
          </c:tx>
          <c:spPr>
            <a:solidFill>
              <a:srgbClr val="990099"/>
            </a:solidFill>
            <a:ln>
              <a:noFill/>
            </a:ln>
            <a:effectLst/>
          </c:spPr>
          <c:invertIfNegative val="0"/>
          <c:dLbls>
            <c:dLbl>
              <c:idx val="0"/>
              <c:layout>
                <c:manualLayout>
                  <c:x val="4.8661800486618006E-3"/>
                  <c:y val="-0.29937876928797175"/>
                </c:manualLayout>
              </c:layout>
              <c:tx>
                <c:rich>
                  <a:bodyPr/>
                  <a:lstStyle/>
                  <a:p>
                    <a:fld id="{2C61D195-5FC8-4984-BDB2-0D54C5A817EC}"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{2C61D195-5FC8-4984-BDB2-0D54C5A817EC}</c15:txfldGUID>
                      <c15:f>Sheet1!$F$2</c15:f>
                      <c15:dlblFieldTableCache>
                        <c:ptCount val="1"/>
                        <c:pt idx="0">
                          <c:v>142,636,746</c:v>
                        </c:pt>
                      </c15:dlblFieldTableCache>
                    </c15:dlblFTEntry>
                  </c15:dlblFieldTable>
                  <c15:showDataLabelsRange val="0"/>
                </c:ext>
                <c:ext xmlns:c16="http://schemas.microsoft.com/office/drawing/2014/chart" uri="{C3380CC4-5D6E-409C-BE32-E72D297353CC}">
                  <c16:uniqueId val="{00000000-0359-4743-B304-8322D94E8F92}"/>
                </c:ext>
              </c:extLst>
            </c:dLbl>
            <c:dLbl>
              <c:idx val="1"/>
              <c:layout>
                <c:manualLayout>
                  <c:x val="-1.2165450121654948E-3"/>
                  <c:y val="-0.25110273284997209"/>
                </c:manualLayout>
              </c:layout>
              <c:tx>
                <c:rich>
                  <a:bodyPr/>
                  <a:lstStyle/>
                  <a:p>
                    <a:fld id="{6F120147-4598-47FA-810A-4C6AC311865C}"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{6F120147-4598-47FA-810A-4C6AC311865C}</c15:txfldGUID>
                      <c15:f>Sheet1!$F$3</c15:f>
                      <c15:dlblFieldTableCache>
                        <c:ptCount val="1"/>
                        <c:pt idx="0">
                          <c:v>133,243,974</c:v>
                        </c:pt>
                      </c15:dlblFieldTableCache>
                    </c15:dlblFTEntry>
                  </c15:dlblFieldTable>
                  <c15:showDataLabelsRange val="0"/>
                </c:ext>
                <c:ext xmlns:c16="http://schemas.microsoft.com/office/drawing/2014/chart" uri="{C3380CC4-5D6E-409C-BE32-E72D297353CC}">
                  <c16:uniqueId val="{00000001-0359-4743-B304-8322D94E8F92}"/>
                </c:ext>
              </c:extLst>
            </c:dLbl>
            <c:dLbl>
              <c:idx val="2"/>
              <c:layout>
                <c:manualLayout>
                  <c:x val="-4.4606135152186835E-17"/>
                  <c:y val="-0.3048786763338911"/>
                </c:manualLayout>
              </c:layout>
              <c:tx>
                <c:rich>
                  <a:bodyPr/>
                  <a:lstStyle/>
                  <a:p>
                    <a:fld id="{AB379BBC-5503-4FD6-A64C-4F0126D87FCF}"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{AB379BBC-5503-4FD6-A64C-4F0126D87FCF}</c15:txfldGUID>
                      <c15:f>Sheet1!$F$4</c15:f>
                      <c15:dlblFieldTableCache>
                        <c:ptCount val="1"/>
                        <c:pt idx="0">
                          <c:v>154,135,753</c:v>
                        </c:pt>
                      </c15:dlblFieldTableCache>
                    </c15:dlblFTEntry>
                  </c15:dlblFieldTable>
                  <c15:showDataLabelsRange val="0"/>
                </c:ext>
                <c:ext xmlns:c16="http://schemas.microsoft.com/office/drawing/2014/chart" uri="{C3380CC4-5D6E-409C-BE32-E72D297353CC}">
                  <c16:uniqueId val="{00000002-0359-4743-B304-8322D94E8F92}"/>
                </c:ext>
              </c:extLst>
            </c:dLbl>
            <c:dLbl>
              <c:idx val="3"/>
              <c:layout>
                <c:manualLayout>
                  <c:x val="-3.6496350364964396E-3"/>
                  <c:y val="-0.23799219185722256"/>
                </c:manualLayout>
              </c:layout>
              <c:tx>
                <c:rich>
                  <a:bodyPr/>
                  <a:lstStyle/>
                  <a:p>
                    <a:fld id="{84241473-56AB-43D1-BEE5-FC8B1049EE11}"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{84241473-56AB-43D1-BEE5-FC8B1049EE11}</c15:txfldGUID>
                      <c15:f>Sheet1!$F$5</c15:f>
                      <c15:dlblFieldTableCache>
                        <c:ptCount val="1"/>
                        <c:pt idx="0">
                          <c:v>121,883,010</c:v>
                        </c:pt>
                      </c15:dlblFieldTableCache>
                    </c15:dlblFTEntry>
                  </c15:dlblFieldTable>
                  <c15:showDataLabelsRange val="0"/>
                </c:ext>
                <c:ext xmlns:c16="http://schemas.microsoft.com/office/drawing/2014/chart" uri="{C3380CC4-5D6E-409C-BE32-E72D297353CC}">
                  <c16:uniqueId val="{00000006-0359-4743-B304-8322D94E8F92}"/>
                </c:ext>
              </c:extLst>
            </c:dLbl>
            <c:dLbl>
              <c:idx val="4"/>
              <c:layout>
                <c:manualLayout>
                  <c:x val="1.2165450121654502E-3"/>
                  <c:y val="-0.31185067856478899"/>
                </c:manualLayout>
              </c:layout>
              <c:tx>
                <c:rich>
                  <a:bodyPr/>
                  <a:lstStyle/>
                  <a:p>
                    <a:fld id="{648A5CD5-F687-4FDA-92E2-22E98BD4CD7E}"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{648A5CD5-F687-4FDA-92E2-22E98BD4CD7E}</c15:txfldGUID>
                      <c15:f>Sheet1!$F$6</c15:f>
                      <c15:dlblFieldTableCache>
                        <c:ptCount val="1"/>
                        <c:pt idx="0">
                          <c:v>168,703,542</c:v>
                        </c:pt>
                      </c15:dlblFieldTableCache>
                    </c15:dlblFTEntry>
                  </c15:dlblFieldTable>
                  <c15:showDataLabelsRange val="0"/>
                </c:ext>
                <c:ext xmlns:c16="http://schemas.microsoft.com/office/drawing/2014/chart" uri="{C3380CC4-5D6E-409C-BE32-E72D297353CC}">
                  <c16:uniqueId val="{00000003-0359-4743-B304-8322D94E8F92}"/>
                </c:ext>
              </c:extLst>
            </c:dLbl>
            <c:dLbl>
              <c:idx val="5"/>
              <c:layout>
                <c:manualLayout>
                  <c:x val="4.8661800486618006E-3"/>
                  <c:y val="-0.31065640453615911"/>
                </c:manualLayout>
              </c:layout>
              <c:tx>
                <c:rich>
                  <a:bodyPr/>
                  <a:lstStyle/>
                  <a:p>
                    <a:fld id="{9EB7EEF8-0FE6-43CF-BA6A-64B03E57C74D}"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{9EB7EEF8-0FE6-43CF-BA6A-64B03E57C74D}</c15:txfldGUID>
                      <c15:f>Sheet1!$F$7</c15:f>
                      <c15:dlblFieldTableCache>
                        <c:ptCount val="1"/>
                        <c:pt idx="0">
                          <c:v>164,538,894</c:v>
                        </c:pt>
                      </c15:dlblFieldTableCache>
                    </c15:dlblFTEntry>
                  </c15:dlblFieldTable>
                  <c15:showDataLabelsRange val="0"/>
                </c:ext>
                <c:ext xmlns:c16="http://schemas.microsoft.com/office/drawing/2014/chart" uri="{C3380CC4-5D6E-409C-BE32-E72D297353CC}">
                  <c16:uniqueId val="{00000004-0359-4743-B304-8322D94E8F92}"/>
                </c:ext>
              </c:extLst>
            </c:dLbl>
            <c:dLbl>
              <c:idx val="6"/>
              <c:layout>
                <c:manualLayout>
                  <c:x val="0"/>
                  <c:y val="-0.27576873024725784"/>
                </c:manualLayout>
              </c:layout>
              <c:tx>
                <c:rich>
                  <a:bodyPr/>
                  <a:lstStyle/>
                  <a:p>
                    <a:fld id="{16017DC4-2A23-4BA7-9738-1A4852541C5A}"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{16017DC4-2A23-4BA7-9738-1A4852541C5A}</c15:txfldGUID>
                      <c15:f>Sheet1!$F$8</c15:f>
                      <c15:dlblFieldTableCache>
                        <c:ptCount val="1"/>
                        <c:pt idx="0">
                          <c:v>152,050,034</c:v>
                        </c:pt>
                      </c15:dlblFieldTableCache>
                    </c15:dlblFTEntry>
                  </c15:dlblFieldTable>
                  <c15:showDataLabelsRange val="0"/>
                </c:ext>
                <c:ext xmlns:c16="http://schemas.microsoft.com/office/drawing/2014/chart" uri="{C3380CC4-5D6E-409C-BE32-E72D297353CC}">
                  <c16:uniqueId val="{00000007-0359-4743-B304-8322D94E8F92}"/>
                </c:ext>
              </c:extLst>
            </c:dLbl>
            <c:dLbl>
              <c:idx val="7"/>
              <c:layout>
                <c:manualLayout>
                  <c:x val="-8.921227030437367E-17"/>
                  <c:y val="-0.29821215839375348"/>
                </c:manualLayout>
              </c:layout>
              <c:tx>
                <c:rich>
                  <a:bodyPr/>
                  <a:lstStyle/>
                  <a:p>
                    <a:fld id="{070A43BB-5A17-4E98-B9AF-5CA886C158A3}"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{070A43BB-5A17-4E98-B9AF-5CA886C158A3}</c15:txfldGUID>
                      <c15:f>Sheet1!$F$9</c15:f>
                      <c15:dlblFieldTableCache>
                        <c:ptCount val="1"/>
                        <c:pt idx="0">
                          <c:v>160,187,244</c:v>
                        </c:pt>
                      </c15:dlblFieldTableCache>
                    </c15:dlblFTEntry>
                  </c15:dlblFieldTable>
                  <c15:showDataLabelsRange val="0"/>
                </c:ext>
                <c:ext xmlns:c16="http://schemas.microsoft.com/office/drawing/2014/chart" uri="{C3380CC4-5D6E-409C-BE32-E72D297353CC}">
                  <c16:uniqueId val="{00000005-0359-4743-B304-8322D94E8F92}"/>
                </c:ext>
              </c:extLst>
            </c:dLbl>
            <c:dLbl>
              <c:idx val="8"/>
              <c:layout>
                <c:manualLayout>
                  <c:x val="0"/>
                  <c:y val="-0.17754973043316608"/>
                </c:manualLayout>
              </c:layout>
              <c:tx>
                <c:rich>
                  <a:bodyPr/>
                  <a:lstStyle/>
                  <a:p>
                    <a:fld id="{E84AE597-6275-40FE-989E-4F28286400F9}"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{E84AE597-6275-40FE-989E-4F28286400F9}</c15:txfldGUID>
                      <c15:f>Sheet1!$F$10</c15:f>
                      <c15:dlblFieldTableCache>
                        <c:ptCount val="1"/>
                        <c:pt idx="0">
                          <c:v>90,884,239</c:v>
                        </c:pt>
                      </c15:dlblFieldTableCache>
                    </c15:dlblFTEntry>
                  </c15:dlblFieldTable>
                  <c15:showDataLabelsRange val="0"/>
                </c:ext>
                <c:ext xmlns:c16="http://schemas.microsoft.com/office/drawing/2014/chart" uri="{C3380CC4-5D6E-409C-BE32-E72D297353CC}">
                  <c16:uniqueId val="{00000008-0359-4743-B304-8322D94E8F92}"/>
                </c:ext>
              </c:extLst>
            </c:dLbl>
            <c:dLbl>
              <c:idx val="9"/>
              <c:layout>
                <c:manualLayout>
                  <c:x val="-1.687740674751601E-3"/>
                  <c:y val="-0.30221230712028258"/>
                </c:manualLayout>
              </c:layout>
              <c:tx>
                <c:rich>
                  <a:bodyPr/>
                  <a:lstStyle/>
                  <a:p>
                    <a:fld id="{F431F888-67AA-46CD-9AB2-DE36275D60D5}"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{F431F888-67AA-46CD-9AB2-DE36275D60D5}</c15:txfldGUID>
                      <c15:f>Sheet1!$F$11</c15:f>
                      <c15:dlblFieldTableCache>
                        <c:ptCount val="1"/>
                        <c:pt idx="0">
                          <c:v>168,896,277</c:v>
                        </c:pt>
                      </c15:dlblFieldTableCache>
                    </c15:dlblFTEntry>
                  </c15:dlblFieldTable>
                  <c15:showDataLabelsRange val="0"/>
                </c:ext>
                <c:ext xmlns:c16="http://schemas.microsoft.com/office/drawing/2014/chart" uri="{C3380CC4-5D6E-409C-BE32-E72D297353CC}">
                  <c16:uniqueId val="{00000009-0359-4743-B304-8322D94E8F92}"/>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xmlns:c15="http://schemas.microsoft.com/office/drawing/2012/chart" uri="{02D57815-91ED-43cb-92C2-25804820EDAC}">
                  <c15:fullRef>
                    <c15:sqref>Sheet1!$A$2:$A$13</c15:sqref>
                  </c15:fullRef>
                </c:ext>
              </c:extLst>
              <c:f>Sheet1!$A$2:$A$11</c:f>
              <c:strCache>
                <c:ptCount val="10"/>
                <c:pt idx="0">
                  <c:v>Jau</c:v>
                </c:pt>
                <c:pt idx="1">
                  <c:v>Fep</c:v>
                </c:pt>
                <c:pt idx="2">
                  <c:v>Mar</c:v>
                </c:pt>
                <c:pt idx="3">
                  <c:v>Apr</c:v>
                </c:pt>
                <c:pt idx="4">
                  <c:v>May</c:v>
                </c:pt>
                <c:pt idx="5">
                  <c:v>Jun</c:v>
                </c:pt>
                <c:pt idx="6">
                  <c:v>Jul</c:v>
                </c:pt>
                <c:pt idx="7">
                  <c:v>Aug</c:v>
                </c:pt>
                <c:pt idx="8">
                  <c:v>Sep</c:v>
                </c:pt>
                <c:pt idx="9">
                  <c:v>Oct</c:v>
                </c:pt>
              </c:strCache>
            </c:strRef>
          </c:cat>
          <c:val>
            <c:numRef>
              <c:extLst>
                <c:ext xmlns:c15="http://schemas.microsoft.com/office/drawing/2012/chart" uri="{02D57815-91ED-43cb-92C2-25804820EDAC}">
                  <c15:fullRef>
                    <c15:sqref>Sheet1!$B$2:$B$13</c15:sqref>
                  </c15:fullRef>
                </c:ext>
              </c:extLst>
              <c:f>Sheet1!$B$2:$B$11</c:f>
              <c:numCache>
                <c:formatCode>#,##0</c:formatCode>
                <c:ptCount val="10"/>
                <c:pt idx="0">
                  <c:v>136199226</c:v>
                </c:pt>
                <c:pt idx="1">
                  <c:v>127442201.735</c:v>
                </c:pt>
                <c:pt idx="2">
                  <c:v>147843667</c:v>
                </c:pt>
                <c:pt idx="3">
                  <c:v>116177596.5</c:v>
                </c:pt>
                <c:pt idx="4">
                  <c:v>162304076.50000003</c:v>
                </c:pt>
                <c:pt idx="5">
                  <c:v>158134937.5</c:v>
                </c:pt>
                <c:pt idx="6">
                  <c:v>145663637.69999999</c:v>
                </c:pt>
                <c:pt idx="7">
                  <c:v>153942281.5</c:v>
                </c:pt>
                <c:pt idx="8">
                  <c:v>83359374.549999997</c:v>
                </c:pt>
                <c:pt idx="9">
                  <c:v>161371412</c:v>
                </c:pt>
              </c:numCache>
            </c:numRef>
          </c:val>
          <c:extLst>
            <c:ext xmlns:c16="http://schemas.microsoft.com/office/drawing/2014/chart" uri="{C3380CC4-5D6E-409C-BE32-E72D297353CC}">
              <c16:uniqueId val="{00000000-A45A-43B0-B688-A4AC8F5A2BAA}"/>
            </c:ext>
          </c:extLst>
        </c:ser>
        <c:ser>
          <c:idx val="1"/>
          <c:order val="1"/>
          <c:tx>
            <c:strRef>
              <c:f>Sheet1!$C$1</c:f>
              <c:strCache>
                <c:ptCount val="1"/>
                <c:pt idx="0">
                  <c:v>التحاسب البيني</c:v>
                </c:pt>
              </c:strCache>
            </c:strRef>
          </c:tx>
          <c:spPr>
            <a:solidFill>
              <a:schemeClr val="tx2"/>
            </a:solidFill>
            <a:ln>
              <a:noFill/>
            </a:ln>
            <a:effectLst/>
          </c:spPr>
          <c:invertIfNegative val="0"/>
          <c:cat>
            <c:strRef>
              <c:extLst>
                <c:ext xmlns:c15="http://schemas.microsoft.com/office/drawing/2012/chart" uri="{02D57815-91ED-43cb-92C2-25804820EDAC}">
                  <c15:fullRef>
                    <c15:sqref>Sheet1!$A$2:$A$13</c15:sqref>
                  </c15:fullRef>
                </c:ext>
              </c:extLst>
              <c:f>Sheet1!$A$2:$A$11</c:f>
              <c:strCache>
                <c:ptCount val="10"/>
                <c:pt idx="0">
                  <c:v>Jau</c:v>
                </c:pt>
                <c:pt idx="1">
                  <c:v>Fep</c:v>
                </c:pt>
                <c:pt idx="2">
                  <c:v>Mar</c:v>
                </c:pt>
                <c:pt idx="3">
                  <c:v>Apr</c:v>
                </c:pt>
                <c:pt idx="4">
                  <c:v>May</c:v>
                </c:pt>
                <c:pt idx="5">
                  <c:v>Jun</c:v>
                </c:pt>
                <c:pt idx="6">
                  <c:v>Jul</c:v>
                </c:pt>
                <c:pt idx="7">
                  <c:v>Aug</c:v>
                </c:pt>
                <c:pt idx="8">
                  <c:v>Sep</c:v>
                </c:pt>
                <c:pt idx="9">
                  <c:v>Oct</c:v>
                </c:pt>
              </c:strCache>
            </c:strRef>
          </c:cat>
          <c:val>
            <c:numRef>
              <c:extLst>
                <c:ext xmlns:c15="http://schemas.microsoft.com/office/drawing/2012/chart" uri="{02D57815-91ED-43cb-92C2-25804820EDAC}">
                  <c15:fullRef>
                    <c15:sqref>Sheet1!$C$2:$C$13</c15:sqref>
                  </c15:fullRef>
                </c:ext>
              </c:extLst>
              <c:f>Sheet1!$C$2:$C$11</c:f>
              <c:numCache>
                <c:formatCode>#,##0</c:formatCode>
                <c:ptCount val="10"/>
                <c:pt idx="0">
                  <c:v>4252504.9248000002</c:v>
                </c:pt>
                <c:pt idx="1">
                  <c:v>3776888.0854500001</c:v>
                </c:pt>
                <c:pt idx="2">
                  <c:v>4300304.9138333341</c:v>
                </c:pt>
                <c:pt idx="3">
                  <c:v>3867157.6727916668</c:v>
                </c:pt>
                <c:pt idx="4">
                  <c:v>4434676.7211166667</c:v>
                </c:pt>
                <c:pt idx="5">
                  <c:v>4323412.646966666</c:v>
                </c:pt>
                <c:pt idx="6">
                  <c:v>4367794.3917000005</c:v>
                </c:pt>
                <c:pt idx="7">
                  <c:v>4352558.2178250011</c:v>
                </c:pt>
                <c:pt idx="8">
                  <c:v>5270466.8064083336</c:v>
                </c:pt>
                <c:pt idx="9">
                  <c:v>5270466.8064083336</c:v>
                </c:pt>
              </c:numCache>
            </c:numRef>
          </c:val>
          <c:extLst>
            <c:ext xmlns:c16="http://schemas.microsoft.com/office/drawing/2014/chart" uri="{C3380CC4-5D6E-409C-BE32-E72D297353CC}">
              <c16:uniqueId val="{0000000E-A45A-43B0-B688-A4AC8F5A2BAA}"/>
            </c:ext>
          </c:extLst>
        </c:ser>
        <c:ser>
          <c:idx val="2"/>
          <c:order val="2"/>
          <c:tx>
            <c:strRef>
              <c:f>Sheet1!$D$1</c:f>
              <c:strCache>
                <c:ptCount val="1"/>
                <c:pt idx="0">
                  <c:v>التجوال العالمي</c:v>
                </c:pt>
              </c:strCache>
            </c:strRef>
          </c:tx>
          <c:spPr>
            <a:solidFill>
              <a:schemeClr val="accent3"/>
            </a:solidFill>
            <a:ln>
              <a:noFill/>
            </a:ln>
            <a:effectLst/>
          </c:spPr>
          <c:invertIfNegative val="0"/>
          <c:cat>
            <c:strRef>
              <c:extLst>
                <c:ext xmlns:c15="http://schemas.microsoft.com/office/drawing/2012/chart" uri="{02D57815-91ED-43cb-92C2-25804820EDAC}">
                  <c15:fullRef>
                    <c15:sqref>Sheet1!$A$2:$A$13</c15:sqref>
                  </c15:fullRef>
                </c:ext>
              </c:extLst>
              <c:f>Sheet1!$A$2:$A$11</c:f>
              <c:strCache>
                <c:ptCount val="10"/>
                <c:pt idx="0">
                  <c:v>Jau</c:v>
                </c:pt>
                <c:pt idx="1">
                  <c:v>Fep</c:v>
                </c:pt>
                <c:pt idx="2">
                  <c:v>Mar</c:v>
                </c:pt>
                <c:pt idx="3">
                  <c:v>Apr</c:v>
                </c:pt>
                <c:pt idx="4">
                  <c:v>May</c:v>
                </c:pt>
                <c:pt idx="5">
                  <c:v>Jun</c:v>
                </c:pt>
                <c:pt idx="6">
                  <c:v>Jul</c:v>
                </c:pt>
                <c:pt idx="7">
                  <c:v>Aug</c:v>
                </c:pt>
                <c:pt idx="8">
                  <c:v>Sep</c:v>
                </c:pt>
                <c:pt idx="9">
                  <c:v>Oct</c:v>
                </c:pt>
              </c:strCache>
            </c:strRef>
          </c:cat>
          <c:val>
            <c:numRef>
              <c:extLst>
                <c:ext xmlns:c15="http://schemas.microsoft.com/office/drawing/2012/chart" uri="{02D57815-91ED-43cb-92C2-25804820EDAC}">
                  <c15:fullRef>
                    <c15:sqref>Sheet1!$D$2:$D$13</c15:sqref>
                  </c15:fullRef>
                </c:ext>
              </c:extLst>
              <c:f>Sheet1!$D$2:$D$11</c:f>
              <c:numCache>
                <c:formatCode>#,##0</c:formatCode>
                <c:ptCount val="10"/>
                <c:pt idx="0">
                  <c:v>620958.52651000011</c:v>
                </c:pt>
                <c:pt idx="1">
                  <c:v>473943.38227499998</c:v>
                </c:pt>
                <c:pt idx="2">
                  <c:v>421983.07165699999</c:v>
                </c:pt>
                <c:pt idx="3">
                  <c:v>255915.17044799996</c:v>
                </c:pt>
                <c:pt idx="4">
                  <c:v>401281.41578600003</c:v>
                </c:pt>
                <c:pt idx="5">
                  <c:v>497000.12317800004</c:v>
                </c:pt>
                <c:pt idx="6">
                  <c:v>424705.67859199992</c:v>
                </c:pt>
                <c:pt idx="7">
                  <c:v>303222.83589399996</c:v>
                </c:pt>
                <c:pt idx="8">
                  <c:v>687019.81644799979</c:v>
                </c:pt>
                <c:pt idx="9">
                  <c:v>687019.81644799979</c:v>
                </c:pt>
              </c:numCache>
            </c:numRef>
          </c:val>
          <c:extLst>
            <c:ext xmlns:c16="http://schemas.microsoft.com/office/drawing/2014/chart" uri="{C3380CC4-5D6E-409C-BE32-E72D297353CC}">
              <c16:uniqueId val="{0000000F-A45A-43B0-B688-A4AC8F5A2BAA}"/>
            </c:ext>
          </c:extLst>
        </c:ser>
        <c:ser>
          <c:idx val="3"/>
          <c:order val="3"/>
          <c:tx>
            <c:strRef>
              <c:f>Sheet1!$E$1</c:f>
              <c:strCache>
                <c:ptCount val="1"/>
                <c:pt idx="0">
                  <c:v>الرسائل الدولية</c:v>
                </c:pt>
              </c:strCache>
            </c:strRef>
          </c:tx>
          <c:spPr>
            <a:solidFill>
              <a:schemeClr val="accent4"/>
            </a:solidFill>
            <a:ln>
              <a:noFill/>
            </a:ln>
            <a:effectLst/>
          </c:spPr>
          <c:invertIfNegative val="0"/>
          <c:cat>
            <c:strRef>
              <c:extLst>
                <c:ext xmlns:c15="http://schemas.microsoft.com/office/drawing/2012/chart" uri="{02D57815-91ED-43cb-92C2-25804820EDAC}">
                  <c15:fullRef>
                    <c15:sqref>Sheet1!$A$2:$A$13</c15:sqref>
                  </c15:fullRef>
                </c:ext>
              </c:extLst>
              <c:f>Sheet1!$A$2:$A$11</c:f>
              <c:strCache>
                <c:ptCount val="10"/>
                <c:pt idx="0">
                  <c:v>Jau</c:v>
                </c:pt>
                <c:pt idx="1">
                  <c:v>Fep</c:v>
                </c:pt>
                <c:pt idx="2">
                  <c:v>Mar</c:v>
                </c:pt>
                <c:pt idx="3">
                  <c:v>Apr</c:v>
                </c:pt>
                <c:pt idx="4">
                  <c:v>May</c:v>
                </c:pt>
                <c:pt idx="5">
                  <c:v>Jun</c:v>
                </c:pt>
                <c:pt idx="6">
                  <c:v>Jul</c:v>
                </c:pt>
                <c:pt idx="7">
                  <c:v>Aug</c:v>
                </c:pt>
                <c:pt idx="8">
                  <c:v>Sep</c:v>
                </c:pt>
                <c:pt idx="9">
                  <c:v>Oct</c:v>
                </c:pt>
              </c:strCache>
            </c:strRef>
          </c:cat>
          <c:val>
            <c:numRef>
              <c:extLst>
                <c:ext xmlns:c15="http://schemas.microsoft.com/office/drawing/2012/chart" uri="{02D57815-91ED-43cb-92C2-25804820EDAC}">
                  <c15:fullRef>
                    <c15:sqref>Sheet1!$E$2:$E$13</c15:sqref>
                  </c15:fullRef>
                </c:ext>
              </c:extLst>
              <c:f>Sheet1!$E$2:$E$11</c:f>
              <c:numCache>
                <c:formatCode>#,##0</c:formatCode>
                <c:ptCount val="10"/>
                <c:pt idx="0">
                  <c:v>1564056.8098799998</c:v>
                </c:pt>
                <c:pt idx="1">
                  <c:v>1550940.3865479999</c:v>
                </c:pt>
                <c:pt idx="2">
                  <c:v>1569798.2995199999</c:v>
                </c:pt>
                <c:pt idx="3">
                  <c:v>1582340.5633280003</c:v>
                </c:pt>
                <c:pt idx="4">
                  <c:v>1563507.749416</c:v>
                </c:pt>
                <c:pt idx="5">
                  <c:v>1583543.6010239997</c:v>
                </c:pt>
                <c:pt idx="6">
                  <c:v>1593895.9356799999</c:v>
                </c:pt>
                <c:pt idx="7">
                  <c:v>1589181.192448</c:v>
                </c:pt>
                <c:pt idx="8">
                  <c:v>1567378.2987519999</c:v>
                </c:pt>
                <c:pt idx="9">
                  <c:v>1567378.2987519999</c:v>
                </c:pt>
              </c:numCache>
            </c:numRef>
          </c:val>
          <c:extLst>
            <c:ext xmlns:c16="http://schemas.microsoft.com/office/drawing/2014/chart" uri="{C3380CC4-5D6E-409C-BE32-E72D297353CC}">
              <c16:uniqueId val="{00000010-A45A-43B0-B688-A4AC8F5A2BAA}"/>
            </c:ext>
          </c:extLst>
        </c:ser>
        <c:dLbls>
          <c:showLegendKey val="0"/>
          <c:showVal val="0"/>
          <c:showCatName val="0"/>
          <c:showSerName val="0"/>
          <c:showPercent val="0"/>
          <c:showBubbleSize val="0"/>
        </c:dLbls>
        <c:gapWidth val="150"/>
        <c:overlap val="100"/>
        <c:axId val="1531680608"/>
        <c:axId val="1531682816"/>
      </c:barChart>
      <c:catAx>
        <c:axId val="15316806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531682816"/>
        <c:crosses val="autoZero"/>
        <c:auto val="1"/>
        <c:lblAlgn val="ctr"/>
        <c:lblOffset val="100"/>
        <c:noMultiLvlLbl val="0"/>
      </c:catAx>
      <c:valAx>
        <c:axId val="1531682816"/>
        <c:scaling>
          <c:orientation val="minMax"/>
        </c:scaling>
        <c:delete val="0"/>
        <c:axPos val="l"/>
        <c:majorGridlines>
          <c:spPr>
            <a:ln w="9525" cap="flat" cmpd="sng" algn="ctr">
              <a:solidFill>
                <a:schemeClr val="bg1">
                  <a:alpha val="20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5316806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2">
              <a:alpha val="34000"/>
            </a:schemeClr>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753953131062177"/>
          <c:y val="5.7711082281364998E-2"/>
          <c:w val="0.81995521462312237"/>
          <c:h val="0.6191533777519892"/>
        </c:manualLayout>
      </c:layout>
      <c:lineChart>
        <c:grouping val="standard"/>
        <c:varyColors val="0"/>
        <c:ser>
          <c:idx val="0"/>
          <c:order val="0"/>
          <c:tx>
            <c:strRef>
              <c:f>Sheet1!$B$1</c:f>
              <c:strCache>
                <c:ptCount val="1"/>
                <c:pt idx="0">
                  <c:v>مشتركين فعليين </c:v>
                </c:pt>
              </c:strCache>
            </c:strRef>
          </c:tx>
          <c:spPr>
            <a:ln w="28575" cap="rnd">
              <a:solidFill>
                <a:srgbClr val="990099"/>
              </a:solidFill>
              <a:round/>
            </a:ln>
            <a:effectLst/>
          </c:spPr>
          <c:marker>
            <c:symbol val="none"/>
          </c:marker>
          <c:dLbls>
            <c:dLbl>
              <c:idx val="0"/>
              <c:layout>
                <c:manualLayout>
                  <c:x val="-3.9974433454964473E-2"/>
                  <c:y val="-0.1797856425043058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5B5-4724-B0CF-DAEA220E28FF}"/>
                </c:ext>
              </c:extLst>
            </c:dLbl>
            <c:dLbl>
              <c:idx val="1"/>
              <c:layout>
                <c:manualLayout>
                  <c:x val="-4.3240983977612557E-2"/>
                  <c:y val="-6.056639272095581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5B5-4724-B0CF-DAEA220E28F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Sheet1!$A$2:$A$12</c:f>
              <c:numCache>
                <c:formatCode>mmm\-yy</c:formatCode>
                <c:ptCount val="11"/>
                <c:pt idx="0">
                  <c:v>44949</c:v>
                </c:pt>
                <c:pt idx="1">
                  <c:v>44980</c:v>
                </c:pt>
                <c:pt idx="2">
                  <c:v>45008</c:v>
                </c:pt>
                <c:pt idx="3">
                  <c:v>45039</c:v>
                </c:pt>
                <c:pt idx="4">
                  <c:v>45069</c:v>
                </c:pt>
                <c:pt idx="5">
                  <c:v>45100</c:v>
                </c:pt>
                <c:pt idx="6">
                  <c:v>45130</c:v>
                </c:pt>
                <c:pt idx="7">
                  <c:v>45161</c:v>
                </c:pt>
                <c:pt idx="8">
                  <c:v>45192</c:v>
                </c:pt>
                <c:pt idx="9">
                  <c:v>45222</c:v>
                </c:pt>
              </c:numCache>
              <c:extLst/>
            </c:numRef>
          </c:cat>
          <c:val>
            <c:numRef>
              <c:f>Sheet1!$B$2:$B$11</c:f>
              <c:numCache>
                <c:formatCode>#,##0</c:formatCode>
                <c:ptCount val="10"/>
                <c:pt idx="0">
                  <c:v>6308847</c:v>
                </c:pt>
                <c:pt idx="1">
                  <c:v>6314299</c:v>
                </c:pt>
                <c:pt idx="2">
                  <c:v>6318477</c:v>
                </c:pt>
                <c:pt idx="3">
                  <c:v>6295835</c:v>
                </c:pt>
                <c:pt idx="4">
                  <c:v>6283296</c:v>
                </c:pt>
                <c:pt idx="5">
                  <c:v>6275434</c:v>
                </c:pt>
                <c:pt idx="6">
                  <c:v>6294570</c:v>
                </c:pt>
                <c:pt idx="7">
                  <c:v>6307831</c:v>
                </c:pt>
                <c:pt idx="8">
                  <c:v>6314598</c:v>
                </c:pt>
                <c:pt idx="9">
                  <c:v>6330109</c:v>
                </c:pt>
              </c:numCache>
              <c:extLst/>
            </c:numRef>
          </c:val>
          <c:smooth val="0"/>
          <c:extLst>
            <c:ext xmlns:c16="http://schemas.microsoft.com/office/drawing/2014/chart" uri="{C3380CC4-5D6E-409C-BE32-E72D297353CC}">
              <c16:uniqueId val="{00000002-F5B5-4724-B0CF-DAEA220E28FF}"/>
            </c:ext>
          </c:extLst>
        </c:ser>
        <c:dLbls>
          <c:showLegendKey val="0"/>
          <c:showVal val="0"/>
          <c:showCatName val="0"/>
          <c:showSerName val="0"/>
          <c:showPercent val="0"/>
          <c:showBubbleSize val="0"/>
        </c:dLbls>
        <c:marker val="1"/>
        <c:smooth val="0"/>
        <c:axId val="592432463"/>
        <c:axId val="592429967"/>
      </c:lineChart>
      <c:lineChart>
        <c:grouping val="standard"/>
        <c:varyColors val="0"/>
        <c:ser>
          <c:idx val="1"/>
          <c:order val="1"/>
          <c:tx>
            <c:v>معدل الاستهلاك الشهري</c:v>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Sheet1!$C$2:$C$12</c:f>
              <c:numCache>
                <c:formatCode>0.0</c:formatCode>
                <c:ptCount val="11"/>
                <c:pt idx="0">
                  <c:v>24.806978750280248</c:v>
                </c:pt>
                <c:pt idx="1">
                  <c:v>22.073144285116378</c:v>
                </c:pt>
                <c:pt idx="2">
                  <c:v>25.073502673477975</c:v>
                </c:pt>
                <c:pt idx="3">
                  <c:v>24.255463622492183</c:v>
                </c:pt>
                <c:pt idx="4">
                  <c:v>25.613170942399314</c:v>
                </c:pt>
                <c:pt idx="5">
                  <c:v>25.251783121098583</c:v>
                </c:pt>
                <c:pt idx="6">
                  <c:v>25.598532761530048</c:v>
                </c:pt>
                <c:pt idx="7">
                  <c:v>25.911768398635424</c:v>
                </c:pt>
                <c:pt idx="8">
                  <c:v>18.537542917461749</c:v>
                </c:pt>
                <c:pt idx="9">
                  <c:v>25.874495426490697</c:v>
                </c:pt>
              </c:numCache>
              <c:extLst/>
            </c:numRef>
          </c:cat>
          <c:val>
            <c:numRef>
              <c:f>Sheet1!$C$2:$C$11</c:f>
              <c:numCache>
                <c:formatCode>0.0</c:formatCode>
                <c:ptCount val="10"/>
                <c:pt idx="0">
                  <c:v>24.806978750280248</c:v>
                </c:pt>
                <c:pt idx="1">
                  <c:v>22.073144285116378</c:v>
                </c:pt>
                <c:pt idx="2">
                  <c:v>25.073502673477975</c:v>
                </c:pt>
                <c:pt idx="3">
                  <c:v>24.255463622492183</c:v>
                </c:pt>
                <c:pt idx="4">
                  <c:v>25.613170942399314</c:v>
                </c:pt>
                <c:pt idx="5">
                  <c:v>25.251783121098583</c:v>
                </c:pt>
                <c:pt idx="6">
                  <c:v>25.598532761530048</c:v>
                </c:pt>
                <c:pt idx="7">
                  <c:v>25.911768398635424</c:v>
                </c:pt>
                <c:pt idx="8">
                  <c:v>18.537542917461749</c:v>
                </c:pt>
                <c:pt idx="9">
                  <c:v>25.874495426490697</c:v>
                </c:pt>
              </c:numCache>
              <c:extLst/>
            </c:numRef>
          </c:val>
          <c:smooth val="0"/>
          <c:extLst>
            <c:ext xmlns:c16="http://schemas.microsoft.com/office/drawing/2014/chart" uri="{C3380CC4-5D6E-409C-BE32-E72D297353CC}">
              <c16:uniqueId val="{00000003-F5B5-4724-B0CF-DAEA220E28FF}"/>
            </c:ext>
          </c:extLst>
        </c:ser>
        <c:dLbls>
          <c:showLegendKey val="0"/>
          <c:showVal val="0"/>
          <c:showCatName val="0"/>
          <c:showSerName val="0"/>
          <c:showPercent val="0"/>
          <c:showBubbleSize val="0"/>
        </c:dLbls>
        <c:marker val="1"/>
        <c:smooth val="0"/>
        <c:axId val="1842416463"/>
        <c:axId val="1842527535"/>
      </c:lineChart>
      <c:dateAx>
        <c:axId val="592432463"/>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592429967"/>
        <c:crosses val="autoZero"/>
        <c:auto val="1"/>
        <c:lblOffset val="100"/>
        <c:baseTimeUnit val="months"/>
      </c:dateAx>
      <c:valAx>
        <c:axId val="592429967"/>
        <c:scaling>
          <c:orientation val="minMax"/>
          <c:max val="6400000"/>
          <c:min val="520000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592432463"/>
        <c:crosses val="autoZero"/>
        <c:crossBetween val="between"/>
      </c:valAx>
      <c:valAx>
        <c:axId val="1842527535"/>
        <c:scaling>
          <c:orientation val="minMax"/>
          <c:max val="50"/>
          <c:min val="10"/>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842416463"/>
        <c:crosses val="max"/>
        <c:crossBetween val="between"/>
      </c:valAx>
      <c:catAx>
        <c:axId val="1842416463"/>
        <c:scaling>
          <c:orientation val="minMax"/>
        </c:scaling>
        <c:delete val="1"/>
        <c:axPos val="b"/>
        <c:numFmt formatCode="0.0" sourceLinked="1"/>
        <c:majorTickMark val="out"/>
        <c:minorTickMark val="none"/>
        <c:tickLblPos val="nextTo"/>
        <c:crossAx val="1842527535"/>
        <c:crosses val="autoZero"/>
        <c:auto val="1"/>
        <c:lblAlgn val="ctr"/>
        <c:lblOffset val="100"/>
        <c:tickLblSkip val="1"/>
        <c:tickMarkSkip val="1"/>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1" i="0" u="none" strike="noStrike" kern="1200" baseline="0">
              <a:solidFill>
                <a:schemeClr val="bg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حجم الشريحة</c:v>
                </c:pt>
              </c:strCache>
            </c:strRef>
          </c:tx>
          <c:spPr>
            <a:ln>
              <a:noFill/>
            </a:ln>
          </c:spPr>
          <c:dPt>
            <c:idx val="0"/>
            <c:bubble3D val="0"/>
            <c:spPr>
              <a:gradFill>
                <a:gsLst>
                  <a:gs pos="0">
                    <a:schemeClr val="accent1"/>
                  </a:gs>
                  <a:gs pos="100000">
                    <a:schemeClr val="accent2"/>
                  </a:gs>
                </a:gsLst>
                <a:lin ang="2700000" scaled="1"/>
              </a:gradFill>
              <a:ln w="19050">
                <a:noFill/>
              </a:ln>
              <a:effectLst/>
            </c:spPr>
            <c:extLst>
              <c:ext xmlns:c16="http://schemas.microsoft.com/office/drawing/2014/chart" uri="{C3380CC4-5D6E-409C-BE32-E72D297353CC}">
                <c16:uniqueId val="{00000001-FF90-43F9-9ADF-4B7D5CE45865}"/>
              </c:ext>
            </c:extLst>
          </c:dPt>
          <c:dPt>
            <c:idx val="1"/>
            <c:bubble3D val="0"/>
            <c:spPr>
              <a:gradFill>
                <a:gsLst>
                  <a:gs pos="2000">
                    <a:schemeClr val="accent5"/>
                  </a:gs>
                  <a:gs pos="100000">
                    <a:srgbClr val="990099"/>
                  </a:gs>
                </a:gsLst>
                <a:lin ang="2700000" scaled="1"/>
              </a:gradFill>
              <a:ln w="19050">
                <a:noFill/>
              </a:ln>
              <a:effectLst/>
            </c:spPr>
            <c:extLst>
              <c:ext xmlns:c16="http://schemas.microsoft.com/office/drawing/2014/chart" uri="{C3380CC4-5D6E-409C-BE32-E72D297353CC}">
                <c16:uniqueId val="{00000003-FF90-43F9-9ADF-4B7D5CE45865}"/>
              </c:ext>
            </c:extLst>
          </c:dPt>
          <c:dPt>
            <c:idx val="2"/>
            <c:bubble3D val="0"/>
            <c:spPr>
              <a:gradFill>
                <a:gsLst>
                  <a:gs pos="2000">
                    <a:schemeClr val="accent3"/>
                  </a:gs>
                  <a:gs pos="100000">
                    <a:schemeClr val="accent2"/>
                  </a:gs>
                </a:gsLst>
                <a:lin ang="2700000" scaled="1"/>
              </a:gradFill>
              <a:ln w="19050">
                <a:noFill/>
              </a:ln>
              <a:effectLst/>
            </c:spPr>
            <c:extLst>
              <c:ext xmlns:c16="http://schemas.microsoft.com/office/drawing/2014/chart" uri="{C3380CC4-5D6E-409C-BE32-E72D297353CC}">
                <c16:uniqueId val="{00000005-FF90-43F9-9ADF-4B7D5CE45865}"/>
              </c:ext>
            </c:extLst>
          </c:dPt>
          <c:dPt>
            <c:idx val="3"/>
            <c:bubble3D val="0"/>
            <c:spPr>
              <a:solidFill>
                <a:schemeClr val="accent4"/>
              </a:solidFill>
              <a:ln w="19050">
                <a:noFill/>
              </a:ln>
              <a:effectLst/>
            </c:spPr>
            <c:extLst>
              <c:ext xmlns:c16="http://schemas.microsoft.com/office/drawing/2014/chart" uri="{C3380CC4-5D6E-409C-BE32-E72D297353CC}">
                <c16:uniqueId val="{00000008-FF90-43F9-9ADF-4B7D5CE45865}"/>
              </c:ext>
            </c:extLst>
          </c:dPt>
          <c:dPt>
            <c:idx val="4"/>
            <c:bubble3D val="0"/>
            <c:spPr>
              <a:solidFill>
                <a:schemeClr val="accent5"/>
              </a:solidFill>
              <a:ln w="19050">
                <a:noFill/>
              </a:ln>
              <a:effectLst/>
            </c:spPr>
            <c:extLst>
              <c:ext xmlns:c16="http://schemas.microsoft.com/office/drawing/2014/chart" uri="{C3380CC4-5D6E-409C-BE32-E72D297353CC}">
                <c16:uniqueId val="{00000007-FF90-43F9-9ADF-4B7D5CE45865}"/>
              </c:ext>
            </c:extLst>
          </c:dPt>
          <c:dLbls>
            <c:dLbl>
              <c:idx val="2"/>
              <c:layout>
                <c:manualLayout>
                  <c:x val="-3.5204832697749364E-2"/>
                  <c:y val="-4.1300771858787802E-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F90-43F9-9ADF-4B7D5CE45865}"/>
                </c:ext>
              </c:extLst>
            </c:dLbl>
            <c:dLbl>
              <c:idx val="3"/>
              <c:layout>
                <c:manualLayout>
                  <c:x val="6.1746941524910197E-4"/>
                  <c:y val="1.511291677316123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F90-43F9-9ADF-4B7D5CE45865}"/>
                </c:ext>
              </c:extLst>
            </c:dLbl>
            <c:dLbl>
              <c:idx val="4"/>
              <c:layout>
                <c:manualLayout>
                  <c:x val="5.0780151459217125E-2"/>
                  <c:y val="-0.1299162343413893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F90-43F9-9ADF-4B7D5CE45865}"/>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من280إلى مافوق</c:v>
                </c:pt>
                <c:pt idx="1">
                  <c:v>من120إلى 280</c:v>
                </c:pt>
                <c:pt idx="2">
                  <c:v>من35إلى 120</c:v>
                </c:pt>
                <c:pt idx="3">
                  <c:v>من10إلى 35</c:v>
                </c:pt>
                <c:pt idx="4">
                  <c:v>من0إلى 10</c:v>
                </c:pt>
              </c:strCache>
            </c:strRef>
          </c:cat>
          <c:val>
            <c:numRef>
              <c:f>Sheet1!$B$2:$B$6</c:f>
              <c:numCache>
                <c:formatCode>""#,##0%</c:formatCode>
                <c:ptCount val="5"/>
                <c:pt idx="0">
                  <c:v>1.2722050584116943E-3</c:v>
                </c:pt>
                <c:pt idx="1">
                  <c:v>3.6246725703586169E-2</c:v>
                </c:pt>
                <c:pt idx="2">
                  <c:v>0.28603226595503695</c:v>
                </c:pt>
                <c:pt idx="3">
                  <c:v>0.28551828571046334</c:v>
                </c:pt>
                <c:pt idx="4">
                  <c:v>0.39093051757250191</c:v>
                </c:pt>
              </c:numCache>
            </c:numRef>
          </c:val>
          <c:extLst>
            <c:ext xmlns:c16="http://schemas.microsoft.com/office/drawing/2014/chart" uri="{C3380CC4-5D6E-409C-BE32-E72D297353CC}">
              <c16:uniqueId val="{00000006-FF90-43F9-9ADF-4B7D5CE45865}"/>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rtl="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حجم الشريحة</c:v>
                </c:pt>
              </c:strCache>
            </c:strRef>
          </c:tx>
          <c:spPr>
            <a:ln>
              <a:noFill/>
            </a:ln>
          </c:spPr>
          <c:dPt>
            <c:idx val="0"/>
            <c:bubble3D val="0"/>
            <c:spPr>
              <a:gradFill>
                <a:gsLst>
                  <a:gs pos="0">
                    <a:schemeClr val="accent1"/>
                  </a:gs>
                  <a:gs pos="100000">
                    <a:schemeClr val="accent2"/>
                  </a:gs>
                </a:gsLst>
                <a:lin ang="2700000" scaled="1"/>
              </a:gradFill>
              <a:ln w="19050">
                <a:noFill/>
              </a:ln>
              <a:effectLst/>
            </c:spPr>
            <c:extLst>
              <c:ext xmlns:c16="http://schemas.microsoft.com/office/drawing/2014/chart" uri="{C3380CC4-5D6E-409C-BE32-E72D297353CC}">
                <c16:uniqueId val="{00000001-6969-44C0-B2BA-CDFF0C1A893F}"/>
              </c:ext>
            </c:extLst>
          </c:dPt>
          <c:dPt>
            <c:idx val="1"/>
            <c:bubble3D val="0"/>
            <c:spPr>
              <a:gradFill>
                <a:gsLst>
                  <a:gs pos="2000">
                    <a:schemeClr val="accent5"/>
                  </a:gs>
                  <a:gs pos="100000">
                    <a:srgbClr val="990099"/>
                  </a:gs>
                </a:gsLst>
                <a:lin ang="2700000" scaled="1"/>
              </a:gradFill>
              <a:ln w="19050">
                <a:noFill/>
              </a:ln>
              <a:effectLst/>
            </c:spPr>
            <c:extLst>
              <c:ext xmlns:c16="http://schemas.microsoft.com/office/drawing/2014/chart" uri="{C3380CC4-5D6E-409C-BE32-E72D297353CC}">
                <c16:uniqueId val="{00000003-6969-44C0-B2BA-CDFF0C1A893F}"/>
              </c:ext>
            </c:extLst>
          </c:dPt>
          <c:dPt>
            <c:idx val="2"/>
            <c:bubble3D val="0"/>
            <c:spPr>
              <a:gradFill>
                <a:gsLst>
                  <a:gs pos="2000">
                    <a:schemeClr val="accent3"/>
                  </a:gs>
                  <a:gs pos="100000">
                    <a:schemeClr val="accent2"/>
                  </a:gs>
                </a:gsLst>
                <a:lin ang="2700000" scaled="1"/>
              </a:gradFill>
              <a:ln w="19050">
                <a:noFill/>
              </a:ln>
              <a:effectLst/>
            </c:spPr>
            <c:extLst>
              <c:ext xmlns:c16="http://schemas.microsoft.com/office/drawing/2014/chart" uri="{C3380CC4-5D6E-409C-BE32-E72D297353CC}">
                <c16:uniqueId val="{00000005-6969-44C0-B2BA-CDFF0C1A893F}"/>
              </c:ext>
            </c:extLst>
          </c:dPt>
          <c:dPt>
            <c:idx val="3"/>
            <c:bubble3D val="0"/>
            <c:spPr>
              <a:solidFill>
                <a:schemeClr val="accent4"/>
              </a:solidFill>
              <a:ln w="19050">
                <a:noFill/>
              </a:ln>
              <a:effectLst/>
            </c:spPr>
            <c:extLst>
              <c:ext xmlns:c16="http://schemas.microsoft.com/office/drawing/2014/chart" uri="{C3380CC4-5D6E-409C-BE32-E72D297353CC}">
                <c16:uniqueId val="{00000007-6969-44C0-B2BA-CDFF0C1A893F}"/>
              </c:ext>
            </c:extLst>
          </c:dPt>
          <c:dPt>
            <c:idx val="4"/>
            <c:bubble3D val="0"/>
            <c:spPr>
              <a:solidFill>
                <a:schemeClr val="accent5"/>
              </a:solidFill>
              <a:ln w="19050">
                <a:noFill/>
              </a:ln>
              <a:effectLst/>
            </c:spPr>
            <c:extLst>
              <c:ext xmlns:c16="http://schemas.microsoft.com/office/drawing/2014/chart" uri="{C3380CC4-5D6E-409C-BE32-E72D297353CC}">
                <c16:uniqueId val="{00000009-6969-44C0-B2BA-CDFF0C1A893F}"/>
              </c:ext>
            </c:extLst>
          </c:dPt>
          <c:dLbls>
            <c:dLbl>
              <c:idx val="2"/>
              <c:layout>
                <c:manualLayout>
                  <c:x val="-3.5204832697749364E-2"/>
                  <c:y val="-4.1300771858787802E-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969-44C0-B2BA-CDFF0C1A893F}"/>
                </c:ext>
              </c:extLst>
            </c:dLbl>
            <c:dLbl>
              <c:idx val="3"/>
              <c:layout>
                <c:manualLayout>
                  <c:x val="6.1746941524910197E-4"/>
                  <c:y val="1.511291677316123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969-44C0-B2BA-CDFF0C1A893F}"/>
                </c:ext>
              </c:extLst>
            </c:dLbl>
            <c:dLbl>
              <c:idx val="4"/>
              <c:layout>
                <c:manualLayout>
                  <c:x val="5.0780151459217125E-2"/>
                  <c:y val="-0.1299162343413893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969-44C0-B2BA-CDFF0C1A893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من280إلى مافوق</c:v>
                </c:pt>
                <c:pt idx="1">
                  <c:v>من120إلى 280</c:v>
                </c:pt>
                <c:pt idx="2">
                  <c:v>من35إلى 120</c:v>
                </c:pt>
                <c:pt idx="3">
                  <c:v>من10إلى 35</c:v>
                </c:pt>
                <c:pt idx="4">
                  <c:v>من0إلى 10</c:v>
                </c:pt>
              </c:strCache>
            </c:strRef>
          </c:cat>
          <c:val>
            <c:numRef>
              <c:f>Sheet1!$B$2:$B$6</c:f>
              <c:numCache>
                <c:formatCode>""#,##0%</c:formatCode>
                <c:ptCount val="5"/>
                <c:pt idx="0">
                  <c:v>5.861655972794461E-4</c:v>
                </c:pt>
                <c:pt idx="1">
                  <c:v>1.6247131143416176E-2</c:v>
                </c:pt>
                <c:pt idx="2">
                  <c:v>0.22058259455344992</c:v>
                </c:pt>
                <c:pt idx="3">
                  <c:v>0.28389817082785218</c:v>
                </c:pt>
                <c:pt idx="4">
                  <c:v>0.47868593787800229</c:v>
                </c:pt>
              </c:numCache>
            </c:numRef>
          </c:val>
          <c:extLst>
            <c:ext xmlns:c16="http://schemas.microsoft.com/office/drawing/2014/chart" uri="{C3380CC4-5D6E-409C-BE32-E72D297353CC}">
              <c16:uniqueId val="{0000000A-6969-44C0-B2BA-CDFF0C1A893F}"/>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rtl="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722779754865649E-2"/>
          <c:y val="0.15309512844417986"/>
          <c:w val="0.90769996459038682"/>
          <c:h val="0.66756658092488785"/>
        </c:manualLayout>
      </c:layout>
      <c:lineChart>
        <c:grouping val="standard"/>
        <c:varyColors val="0"/>
        <c:ser>
          <c:idx val="0"/>
          <c:order val="0"/>
          <c:tx>
            <c:strRef>
              <c:f>Sheet1!$B$1</c:f>
              <c:strCache>
                <c:ptCount val="1"/>
                <c:pt idx="0">
                  <c:v>المستخدم</c:v>
                </c:pt>
              </c:strCache>
            </c:strRef>
          </c:tx>
          <c:spPr>
            <a:ln w="28575" cap="rnd">
              <a:solidFill>
                <a:srgbClr val="990099"/>
              </a:solidFill>
              <a:round/>
            </a:ln>
            <a:effectLst/>
          </c:spPr>
          <c:marker>
            <c:symbol val="square"/>
            <c:size val="4"/>
            <c:spPr>
              <a:solidFill>
                <a:srgbClr val="990099"/>
              </a:solidFill>
              <a:ln w="12700">
                <a:noFill/>
              </a:ln>
              <a:effectLst/>
            </c:spPr>
          </c:marker>
          <c:dPt>
            <c:idx val="8"/>
            <c:marker>
              <c:symbol val="square"/>
              <c:size val="4"/>
              <c:spPr>
                <a:solidFill>
                  <a:srgbClr val="990099"/>
                </a:solidFill>
                <a:ln w="12700">
                  <a:noFill/>
                </a:ln>
                <a:effectLst/>
              </c:spPr>
            </c:marker>
            <c:bubble3D val="0"/>
            <c:extLst>
              <c:ext xmlns:c16="http://schemas.microsoft.com/office/drawing/2014/chart" uri="{C3380CC4-5D6E-409C-BE32-E72D297353CC}">
                <c16:uniqueId val="{00000000-3023-4CDA-990B-979669D3EDA7}"/>
              </c:ext>
            </c:extLst>
          </c:dPt>
          <c:dLbls>
            <c:dLbl>
              <c:idx val="0"/>
              <c:tx>
                <c:rich>
                  <a:bodyPr/>
                  <a:lstStyle/>
                  <a:p>
                    <a:fld id="{6745A31D-E4C1-4C77-927F-404516EF1843}"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{6745A31D-E4C1-4C77-927F-404516EF1843}</c15:txfldGUID>
                      <c15:f>Sheet1!$F$2</c15:f>
                      <c15:dlblFieldTableCache>
                        <c:ptCount val="1"/>
                        <c:pt idx="0">
                          <c:v>-11%</c:v>
                        </c:pt>
                      </c15:dlblFieldTableCache>
                    </c15:dlblFTEntry>
                  </c15:dlblFieldTable>
                  <c15:showDataLabelsRange val="0"/>
                </c:ext>
                <c:ext xmlns:c16="http://schemas.microsoft.com/office/drawing/2014/chart" uri="{C3380CC4-5D6E-409C-BE32-E72D297353CC}">
                  <c16:uniqueId val="{00000003-3023-4CDA-990B-979669D3EDA7}"/>
                </c:ext>
              </c:extLst>
            </c:dLbl>
            <c:dLbl>
              <c:idx val="1"/>
              <c:layout>
                <c:manualLayout>
                  <c:x val="-4.4164849648246102E-2"/>
                  <c:y val="0.11412268188302425"/>
                </c:manualLayout>
              </c:layout>
              <c:tx>
                <c:rich>
                  <a:bodyPr/>
                  <a:lstStyle/>
                  <a:p>
                    <a:fld id="{DD6DC0C2-EC2C-4FF9-86B4-F6F22240AD0B}"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{DD6DC0C2-EC2C-4FF9-86B4-F6F22240AD0B}</c15:txfldGUID>
                      <c15:f>Sheet1!$F$3</c15:f>
                      <c15:dlblFieldTableCache>
                        <c:ptCount val="1"/>
                        <c:pt idx="0">
                          <c:v>-15%</c:v>
                        </c:pt>
                      </c15:dlblFieldTableCache>
                    </c15:dlblFTEntry>
                  </c15:dlblFieldTable>
                  <c15:showDataLabelsRange val="0"/>
                </c:ext>
                <c:ext xmlns:c16="http://schemas.microsoft.com/office/drawing/2014/chart" uri="{C3380CC4-5D6E-409C-BE32-E72D297353CC}">
                  <c16:uniqueId val="{00000004-3023-4CDA-990B-979669D3EDA7}"/>
                </c:ext>
              </c:extLst>
            </c:dLbl>
            <c:dLbl>
              <c:idx val="2"/>
              <c:layout>
                <c:manualLayout>
                  <c:x val="-1.2989661661248852E-2"/>
                  <c:y val="0.32097004279600572"/>
                </c:manualLayout>
              </c:layout>
              <c:tx>
                <c:rich>
                  <a:bodyPr/>
                  <a:lstStyle/>
                  <a:p>
                    <a:fld id="{1AE39BD1-9E26-4DBC-B413-4EC2C59C65FE}"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{1AE39BD1-9E26-4DBC-B413-4EC2C59C65FE}</c15:txfldGUID>
                      <c15:f>Sheet1!$F$4</c15:f>
                      <c15:dlblFieldTableCache>
                        <c:ptCount val="1"/>
                        <c:pt idx="0">
                          <c:v>-8%</c:v>
                        </c:pt>
                      </c15:dlblFieldTableCache>
                    </c15:dlblFTEntry>
                  </c15:dlblFieldTable>
                  <c15:showDataLabelsRange val="0"/>
                </c:ext>
                <c:ext xmlns:c16="http://schemas.microsoft.com/office/drawing/2014/chart" uri="{C3380CC4-5D6E-409C-BE32-E72D297353CC}">
                  <c16:uniqueId val="{00000005-3023-4CDA-990B-979669D3EDA7}"/>
                </c:ext>
              </c:extLst>
            </c:dLbl>
            <c:dLbl>
              <c:idx val="3"/>
              <c:layout>
                <c:manualLayout>
                  <c:x val="-1.5587593993498671E-2"/>
                  <c:y val="0.10699001426533516"/>
                </c:manualLayout>
              </c:layout>
              <c:tx>
                <c:rich>
                  <a:bodyPr/>
                  <a:lstStyle/>
                  <a:p>
                    <a:fld id="{E0F9172D-2230-4E4A-AF1B-37D6C72D7704}"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{E0F9172D-2230-4E4A-AF1B-37D6C72D7704}</c15:txfldGUID>
                      <c15:f>Sheet1!$F$5</c15:f>
                      <c15:dlblFieldTableCache>
                        <c:ptCount val="1"/>
                        <c:pt idx="0">
                          <c:v>-13%</c:v>
                        </c:pt>
                      </c15:dlblFieldTableCache>
                    </c15:dlblFTEntry>
                  </c15:dlblFieldTable>
                  <c15:showDataLabelsRange val="0"/>
                </c:ext>
                <c:ext xmlns:c16="http://schemas.microsoft.com/office/drawing/2014/chart" uri="{C3380CC4-5D6E-409C-BE32-E72D297353CC}">
                  <c16:uniqueId val="{00000006-3023-4CDA-990B-979669D3EDA7}"/>
                </c:ext>
              </c:extLst>
            </c:dLbl>
            <c:dLbl>
              <c:idx val="4"/>
              <c:layout>
                <c:manualLayout>
                  <c:x val="-1.5587593993498624E-2"/>
                  <c:y val="0.26390870185449355"/>
                </c:manualLayout>
              </c:layout>
              <c:tx>
                <c:rich>
                  <a:bodyPr/>
                  <a:lstStyle/>
                  <a:p>
                    <a:fld id="{91C7E60C-066B-4450-91AC-EAE1B592CEA6}"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{91C7E60C-066B-4450-91AC-EAE1B592CEA6}</c15:txfldGUID>
                      <c15:f>Sheet1!$F$6</c15:f>
                      <c15:dlblFieldTableCache>
                        <c:ptCount val="1"/>
                        <c:pt idx="0">
                          <c:v>-7%</c:v>
                        </c:pt>
                      </c15:dlblFieldTableCache>
                    </c15:dlblFTEntry>
                  </c15:dlblFieldTable>
                  <c15:showDataLabelsRange val="0"/>
                </c:ext>
                <c:ext xmlns:c16="http://schemas.microsoft.com/office/drawing/2014/chart" uri="{C3380CC4-5D6E-409C-BE32-E72D297353CC}">
                  <c16:uniqueId val="{00000001-5C61-4F86-AE9F-AED6100C7B1B}"/>
                </c:ext>
              </c:extLst>
            </c:dLbl>
            <c:dLbl>
              <c:idx val="5"/>
              <c:layout>
                <c:manualLayout>
                  <c:x val="-7.793796996749312E-3"/>
                  <c:y val="0.31383737517831667"/>
                </c:manualLayout>
              </c:layout>
              <c:tx>
                <c:rich>
                  <a:bodyPr/>
                  <a:lstStyle/>
                  <a:p>
                    <a:fld id="{2D15CE64-24E4-4C77-A38E-B32C8FC536E9}"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{2D15CE64-24E4-4C77-A38E-B32C8FC536E9}</c15:txfldGUID>
                      <c15:f>Sheet1!$F$7</c15:f>
                      <c15:dlblFieldTableCache>
                        <c:ptCount val="1"/>
                        <c:pt idx="0">
                          <c:v>-9%</c:v>
                        </c:pt>
                      </c15:dlblFieldTableCache>
                    </c15:dlblFTEntry>
                  </c15:dlblFieldTable>
                  <c15:showDataLabelsRange val="0"/>
                </c:ext>
                <c:ext xmlns:c16="http://schemas.microsoft.com/office/drawing/2014/chart" uri="{C3380CC4-5D6E-409C-BE32-E72D297353CC}">
                  <c16:uniqueId val="{00000001-317D-4EAC-BA5A-1B7CDD51433B}"/>
                </c:ext>
              </c:extLst>
            </c:dLbl>
            <c:dLbl>
              <c:idx val="6"/>
              <c:layout>
                <c:manualLayout>
                  <c:x val="-1.2989661661248852E-2"/>
                  <c:y val="0.17118402282453637"/>
                </c:manualLayout>
              </c:layout>
              <c:tx>
                <c:rich>
                  <a:bodyPr/>
                  <a:lstStyle/>
                  <a:p>
                    <a:fld id="{C69F1A8E-BB36-4274-89FD-4A6ACE7F6042}"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{C69F1A8E-BB36-4274-89FD-4A6ACE7F6042}</c15:txfldGUID>
                      <c15:f>Sheet1!$F$8</c15:f>
                      <c15:dlblFieldTableCache>
                        <c:ptCount val="1"/>
                        <c:pt idx="0">
                          <c:v>-8%</c:v>
                        </c:pt>
                      </c15:dlblFieldTableCache>
                    </c15:dlblFTEntry>
                  </c15:dlblFieldTable>
                  <c15:showDataLabelsRange val="0"/>
                </c:ext>
                <c:ext xmlns:c16="http://schemas.microsoft.com/office/drawing/2014/chart" uri="{C3380CC4-5D6E-409C-BE32-E72D297353CC}">
                  <c16:uniqueId val="{00000001-88B7-4766-A876-843E8C698F11}"/>
                </c:ext>
              </c:extLst>
            </c:dLbl>
            <c:dLbl>
              <c:idx val="7"/>
              <c:layout>
                <c:manualLayout>
                  <c:x val="0"/>
                  <c:y val="0.11412268188302425"/>
                </c:manualLayout>
              </c:layout>
              <c:tx>
                <c:rich>
                  <a:bodyPr/>
                  <a:lstStyle/>
                  <a:p>
                    <a:fld id="{7A96E4BF-D80D-45B6-B8E9-2D49E718E16E}"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{7A96E4BF-D80D-45B6-B8E9-2D49E718E16E}</c15:txfldGUID>
                      <c15:f>Sheet1!$F$9</c15:f>
                      <c15:dlblFieldTableCache>
                        <c:ptCount val="1"/>
                        <c:pt idx="0">
                          <c:v>-8%</c:v>
                        </c:pt>
                      </c15:dlblFieldTableCache>
                    </c15:dlblFTEntry>
                  </c15:dlblFieldTable>
                  <c15:showDataLabelsRange val="0"/>
                </c:ext>
                <c:ext xmlns:c16="http://schemas.microsoft.com/office/drawing/2014/chart" uri="{C3380CC4-5D6E-409C-BE32-E72D297353CC}">
                  <c16:uniqueId val="{00000001-B237-4F5E-AE27-C3B85FFB21B3}"/>
                </c:ext>
              </c:extLst>
            </c:dLbl>
            <c:dLbl>
              <c:idx val="8"/>
              <c:tx>
                <c:rich>
                  <a:bodyPr/>
                  <a:lstStyle/>
                  <a:p>
                    <a:fld id="{650D910E-BF46-4408-ABC9-64EFC25BCDAF}"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{650D910E-BF46-4408-ABC9-64EFC25BCDAF}</c15:txfldGUID>
                      <c15:f>Sheet1!$F$10</c15:f>
                      <c15:dlblFieldTableCache>
                        <c:ptCount val="1"/>
                        <c:pt idx="0">
                          <c:v>-35%</c:v>
                        </c:pt>
                      </c15:dlblFieldTableCache>
                    </c15:dlblFTEntry>
                  </c15:dlblFieldTable>
                  <c15:showDataLabelsRange val="0"/>
                </c:ext>
                <c:ext xmlns:c16="http://schemas.microsoft.com/office/drawing/2014/chart" uri="{C3380CC4-5D6E-409C-BE32-E72D297353CC}">
                  <c16:uniqueId val="{00000000-3023-4CDA-990B-979669D3EDA7}"/>
                </c:ext>
              </c:extLst>
            </c:dLbl>
            <c:dLbl>
              <c:idx val="9"/>
              <c:layout>
                <c:manualLayout>
                  <c:x val="-5.1958646644997318E-3"/>
                  <c:y val="8.5592011412268187E-2"/>
                </c:manualLayout>
              </c:layout>
              <c:tx>
                <c:rich>
                  <a:bodyPr/>
                  <a:lstStyle/>
                  <a:p>
                    <a:fld id="{18A5041E-8AE4-4D28-AB61-E893701F2361}"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{18A5041E-8AE4-4D28-AB61-E893701F2361}</c15:txfldGUID>
                      <c15:f>Sheet1!$F$11</c15:f>
                      <c15:dlblFieldTableCache>
                        <c:ptCount val="1"/>
                        <c:pt idx="0">
                          <c:v>-10%</c:v>
                        </c:pt>
                      </c15:dlblFieldTableCache>
                    </c15:dlblFTEntry>
                  </c15:dlblFieldTable>
                  <c15:showDataLabelsRange val="0"/>
                </c:ext>
                <c:ext xmlns:c16="http://schemas.microsoft.com/office/drawing/2014/chart" uri="{C3380CC4-5D6E-409C-BE32-E72D297353CC}">
                  <c16:uniqueId val="{00000001-7D61-4C33-9C09-C9F77EFD151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#,##0_);\(#,##0\)</c:formatCode>
                <c:ptCount val="12"/>
                <c:pt idx="0">
                  <c:v>145168852</c:v>
                </c:pt>
                <c:pt idx="1">
                  <c:v>129514398</c:v>
                </c:pt>
                <c:pt idx="2">
                  <c:v>147197257</c:v>
                </c:pt>
                <c:pt idx="3">
                  <c:v>141015711</c:v>
                </c:pt>
                <c:pt idx="4">
                  <c:v>150209235</c:v>
                </c:pt>
                <c:pt idx="5">
                  <c:v>148239709</c:v>
                </c:pt>
                <c:pt idx="6">
                  <c:v>149668631</c:v>
                </c:pt>
                <c:pt idx="7">
                  <c:v>151895771</c:v>
                </c:pt>
                <c:pt idx="8">
                  <c:v>109144511</c:v>
                </c:pt>
                <c:pt idx="9">
                  <c:v>152378319</c:v>
                </c:pt>
              </c:numCache>
            </c:numRef>
          </c:val>
          <c:smooth val="0"/>
          <c:extLst>
            <c:ext xmlns:c16="http://schemas.microsoft.com/office/drawing/2014/chart" uri="{C3380CC4-5D6E-409C-BE32-E72D297353CC}">
              <c16:uniqueId val="{00000001-3023-4CDA-990B-979669D3EDA7}"/>
            </c:ext>
          </c:extLst>
        </c:ser>
        <c:ser>
          <c:idx val="1"/>
          <c:order val="1"/>
          <c:tx>
            <c:strRef>
              <c:f>Sheet1!$C$1</c:f>
              <c:strCache>
                <c:ptCount val="1"/>
                <c:pt idx="0">
                  <c:v>المتوقع</c:v>
                </c:pt>
              </c:strCache>
            </c:strRef>
          </c:tx>
          <c:spPr>
            <a:ln w="28575" cap="rnd">
              <a:solidFill>
                <a:schemeClr val="accent4"/>
              </a:solidFill>
              <a:round/>
            </a:ln>
            <a:effectLst/>
          </c:spPr>
          <c:marker>
            <c:symbol val="circle"/>
            <c:size val="5"/>
            <c:spPr>
              <a:solidFill>
                <a:schemeClr val="bg1"/>
              </a:solidFill>
              <a:ln w="12700">
                <a:no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#,##0_);\(#,##0\)</c:formatCode>
                <c:ptCount val="12"/>
                <c:pt idx="0">
                  <c:v>162676867.82438713</c:v>
                </c:pt>
                <c:pt idx="1">
                  <c:v>152734119.35617635</c:v>
                </c:pt>
                <c:pt idx="2">
                  <c:v>159941806.34152496</c:v>
                </c:pt>
                <c:pt idx="3">
                  <c:v>161405354.89207488</c:v>
                </c:pt>
                <c:pt idx="4">
                  <c:v>162161277.59995136</c:v>
                </c:pt>
                <c:pt idx="5">
                  <c:v>162445538.04993397</c:v>
                </c:pt>
                <c:pt idx="6">
                  <c:v>163418537.59633133</c:v>
                </c:pt>
                <c:pt idx="7">
                  <c:v>164842028.42286924</c:v>
                </c:pt>
                <c:pt idx="8">
                  <c:v>167179329.66299003</c:v>
                </c:pt>
                <c:pt idx="9">
                  <c:v>168584926.2366291</c:v>
                </c:pt>
                <c:pt idx="10">
                  <c:v>171916474.8429563</c:v>
                </c:pt>
                <c:pt idx="11">
                  <c:v>173100962.58955914</c:v>
                </c:pt>
              </c:numCache>
            </c:numRef>
          </c:val>
          <c:smooth val="0"/>
          <c:extLst>
            <c:ext xmlns:c16="http://schemas.microsoft.com/office/drawing/2014/chart" uri="{C3380CC4-5D6E-409C-BE32-E72D297353CC}">
              <c16:uniqueId val="{00000002-3023-4CDA-990B-979669D3EDA7}"/>
            </c:ext>
          </c:extLst>
        </c:ser>
        <c:dLbls>
          <c:showLegendKey val="0"/>
          <c:showVal val="0"/>
          <c:showCatName val="0"/>
          <c:showSerName val="0"/>
          <c:showPercent val="0"/>
          <c:showBubbleSize val="0"/>
        </c:dLbls>
        <c:marker val="1"/>
        <c:smooth val="0"/>
        <c:axId val="1533413680"/>
        <c:axId val="1533387520"/>
      </c:lineChart>
      <c:catAx>
        <c:axId val="1533413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bg1"/>
                </a:solidFill>
                <a:latin typeface="Montserrat" panose="020B0604020202020204" charset="0"/>
                <a:ea typeface="+mn-ea"/>
                <a:cs typeface="+mn-cs"/>
              </a:defRPr>
            </a:pPr>
            <a:endParaRPr lang="en-US"/>
          </a:p>
        </c:txPr>
        <c:crossAx val="1533387520"/>
        <c:crosses val="autoZero"/>
        <c:auto val="1"/>
        <c:lblAlgn val="ctr"/>
        <c:lblOffset val="100"/>
        <c:noMultiLvlLbl val="0"/>
      </c:catAx>
      <c:valAx>
        <c:axId val="1533387520"/>
        <c:scaling>
          <c:orientation val="minMax"/>
          <c:max val="180000000"/>
          <c:min val="100000000"/>
        </c:scaling>
        <c:delete val="0"/>
        <c:axPos val="l"/>
        <c:majorGridlines>
          <c:spPr>
            <a:ln w="9525" cap="flat" cmpd="sng" algn="ctr">
              <a:solidFill>
                <a:schemeClr val="bg1">
                  <a:alpha val="15000"/>
                </a:schemeClr>
              </a:solidFill>
              <a:round/>
            </a:ln>
            <a:effectLst/>
          </c:spPr>
        </c:majorGridlines>
        <c:numFmt formatCode="#,##0_);\(#,##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bg1"/>
                </a:solidFill>
                <a:latin typeface="Montserrat" panose="020B0604020202020204" charset="0"/>
                <a:ea typeface="+mn-ea"/>
                <a:cs typeface="+mn-cs"/>
              </a:defRPr>
            </a:pPr>
            <a:endParaRPr lang="en-US"/>
          </a:p>
        </c:txPr>
        <c:crossAx val="1533413680"/>
        <c:crosses val="autoZero"/>
        <c:crossBetween val="between"/>
        <c:majorUnit val="100000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algn="ctr" defTabSz="914400" rtl="0" eaLnBrk="1" latinLnBrk="0" hangingPunct="1">
              <a:defRPr lang="ar-LY" sz="1200" b="1" i="0" u="none" strike="noStrike" kern="1200" spc="0" baseline="0" dirty="0" smtClean="0">
                <a:solidFill>
                  <a:schemeClr val="tx1"/>
                </a:solidFill>
                <a:latin typeface="Montserrat Medium" panose="020B0604020202020204" charset="0"/>
                <a:ea typeface="+mn-ea"/>
                <a:cs typeface="+mn-cs"/>
              </a:defRPr>
            </a:pPr>
            <a:r>
              <a:rPr lang="ar-LY" sz="1200" b="1" kern="1200">
                <a:solidFill>
                  <a:schemeClr val="tx1"/>
                </a:solidFill>
                <a:latin typeface="Montserrat Medium" panose="020B0604020202020204" charset="0"/>
                <a:ea typeface="+mn-ea"/>
                <a:cs typeface="+mn-cs"/>
              </a:rPr>
              <a:t>مقارنة أيراد الاستخدام</a:t>
            </a:r>
            <a:r>
              <a:rPr lang="ar-LY" sz="1200" b="1" kern="1200" baseline="0">
                <a:solidFill>
                  <a:schemeClr val="tx1"/>
                </a:solidFill>
                <a:latin typeface="Montserrat Medium" panose="020B0604020202020204" charset="0"/>
                <a:ea typeface="+mn-ea"/>
                <a:cs typeface="+mn-cs"/>
              </a:rPr>
              <a:t> الشهري </a:t>
            </a:r>
            <a:r>
              <a:rPr lang="ar-LY" sz="1200" b="1" kern="1200">
                <a:solidFill>
                  <a:schemeClr val="tx1"/>
                </a:solidFill>
                <a:latin typeface="Montserrat Medium" panose="020B0604020202020204" charset="0"/>
                <a:ea typeface="+mn-ea"/>
                <a:cs typeface="+mn-cs"/>
              </a:rPr>
              <a:t>بين سنة 2022 وسنة 2023</a:t>
            </a:r>
          </a:p>
        </c:rich>
      </c:tx>
      <c:layout>
        <c:manualLayout>
          <c:xMode val="edge"/>
          <c:yMode val="edge"/>
          <c:x val="0.26399828542148412"/>
          <c:y val="3.3077123089003943E-2"/>
        </c:manualLayout>
      </c:layout>
      <c:overlay val="0"/>
      <c:spPr>
        <a:noFill/>
        <a:ln>
          <a:noFill/>
        </a:ln>
        <a:effectLst/>
      </c:spPr>
      <c:txPr>
        <a:bodyPr rot="0" spcFirstLastPara="1" vertOverflow="ellipsis" vert="horz" wrap="square" anchor="ctr" anchorCtr="1"/>
        <a:lstStyle/>
        <a:p>
          <a:pPr marL="0" algn="ctr" defTabSz="914400" rtl="0" eaLnBrk="1" latinLnBrk="0" hangingPunct="1">
            <a:defRPr lang="ar-LY" sz="1200" b="1" i="0" u="none" strike="noStrike" kern="1200" spc="0" baseline="0" dirty="0" smtClean="0">
              <a:solidFill>
                <a:schemeClr val="tx1"/>
              </a:solidFill>
              <a:latin typeface="Montserrat Medium" panose="020B0604020202020204" charset="0"/>
              <a:ea typeface="+mn-ea"/>
              <a:cs typeface="+mn-cs"/>
            </a:defRPr>
          </a:pPr>
          <a:endParaRPr lang="en-US"/>
        </a:p>
      </c:txPr>
    </c:title>
    <c:autoTitleDeleted val="0"/>
    <c:plotArea>
      <c:layout>
        <c:manualLayout>
          <c:layoutTarget val="inner"/>
          <c:xMode val="edge"/>
          <c:yMode val="edge"/>
          <c:x val="0.17542214180532956"/>
          <c:y val="0.18853378142312877"/>
          <c:w val="0.82457785819467044"/>
          <c:h val="0.54662472360255332"/>
        </c:manualLayout>
      </c:layout>
      <c:barChart>
        <c:barDir val="col"/>
        <c:grouping val="clustered"/>
        <c:varyColors val="0"/>
        <c:ser>
          <c:idx val="0"/>
          <c:order val="0"/>
          <c:tx>
            <c:strRef>
              <c:f>Sheet1!$B$1</c:f>
              <c:strCache>
                <c:ptCount val="1"/>
                <c:pt idx="0">
                  <c:v>2023</c:v>
                </c:pt>
              </c:strCache>
            </c:strRef>
          </c:tx>
          <c:spPr>
            <a:solidFill>
              <a:srgbClr val="990099"/>
            </a:solidFill>
            <a:ln>
              <a:noFill/>
            </a:ln>
            <a:effectLst/>
          </c:spPr>
          <c:invertIfNegative val="0"/>
          <c:dLbls>
            <c:dLbl>
              <c:idx val="7"/>
              <c:tx>
                <c:rich>
                  <a:bodyPr/>
                  <a:lstStyle/>
                  <a:p>
                    <a:fld id="{F5B60C43-E300-45BD-8214-DDFEB41BE89D}"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{F5B60C43-E300-45BD-8214-DDFEB41BE89D}</c15:txfldGUID>
                      <c15:f>Sheet1!$E$9</c15:f>
                      <c15:dlblFieldTableCache>
                        <c:ptCount val="1"/>
                        <c:pt idx="0">
                          <c:v>4%</c:v>
                        </c:pt>
                      </c15:dlblFieldTableCache>
                    </c15:dlblFTEntry>
                  </c15:dlblFieldTable>
                  <c15:showDataLabelsRange val="0"/>
                </c:ext>
                <c:ext xmlns:c16="http://schemas.microsoft.com/office/drawing/2014/chart" uri="{C3380CC4-5D6E-409C-BE32-E72D297353CC}">
                  <c16:uniqueId val="{00000000-9EA2-435B-A8A9-D4E13A9CDCF7}"/>
                </c:ext>
              </c:extLst>
            </c:dLbl>
            <c:spPr>
              <a:noFill/>
              <a:ln>
                <a:noFill/>
              </a:ln>
              <a:effectLst/>
            </c:spPr>
            <c:txPr>
              <a:bodyPr rot="0" spcFirstLastPara="1" vertOverflow="ellipsis" vert="horz" wrap="square" lIns="38100" tIns="19050" rIns="38100" bIns="19050" anchor="ctr" anchorCtr="1">
                <a:spAutoFit/>
              </a:bodyPr>
              <a:lstStyle/>
              <a:p>
                <a:pPr>
                  <a:defRPr lang="en-US" sz="1197" b="0" i="0" u="none" strike="noStrike" kern="1200" baseline="0">
                    <a:solidFill>
                      <a:srgbClr val="44546A"/>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Jau</c:v>
                </c:pt>
                <c:pt idx="1">
                  <c:v>Fep</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_(* #,##0.00_);_(* \(#,##0.00\);_(* "-"??_);_(@_)</c:formatCode>
                <c:ptCount val="12"/>
                <c:pt idx="0">
                  <c:v>145168852</c:v>
                </c:pt>
                <c:pt idx="1">
                  <c:v>129514398</c:v>
                </c:pt>
                <c:pt idx="2">
                  <c:v>147197257</c:v>
                </c:pt>
                <c:pt idx="3">
                  <c:v>141015711</c:v>
                </c:pt>
                <c:pt idx="4">
                  <c:v>150209235</c:v>
                </c:pt>
                <c:pt idx="5">
                  <c:v>148239709</c:v>
                </c:pt>
                <c:pt idx="6">
                  <c:v>149668631</c:v>
                </c:pt>
                <c:pt idx="7">
                  <c:v>151895771</c:v>
                </c:pt>
                <c:pt idx="8">
                  <c:v>109144511</c:v>
                </c:pt>
                <c:pt idx="9">
                  <c:v>152378319</c:v>
                </c:pt>
              </c:numCache>
            </c:numRef>
          </c:val>
          <c:extLst>
            <c:ext xmlns:c16="http://schemas.microsoft.com/office/drawing/2014/chart" uri="{C3380CC4-5D6E-409C-BE32-E72D297353CC}">
              <c16:uniqueId val="{00000000-C585-4A1B-8E44-BF19441BE9AD}"/>
            </c:ext>
          </c:extLst>
        </c:ser>
        <c:ser>
          <c:idx val="1"/>
          <c:order val="1"/>
          <c:tx>
            <c:strRef>
              <c:f>Sheet1!$C$1</c:f>
              <c:strCache>
                <c:ptCount val="1"/>
                <c:pt idx="0">
                  <c:v>2022</c:v>
                </c:pt>
              </c:strCache>
            </c:strRef>
          </c:tx>
          <c:spPr>
            <a:solidFill>
              <a:schemeClr val="accent4"/>
            </a:solidFill>
            <a:ln>
              <a:noFill/>
            </a:ln>
            <a:effectLst/>
          </c:spPr>
          <c:invertIfNegative val="0"/>
          <c:dLbls>
            <c:dLbl>
              <c:idx val="0"/>
              <c:tx>
                <c:rich>
                  <a:bodyPr/>
                  <a:lstStyle/>
                  <a:p>
                    <a:fld id="{95C7E8F8-23A1-4160-999A-280F65ABDB93}"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{95C7E8F8-23A1-4160-999A-280F65ABDB93}</c15:txfldGUID>
                      <c15:f>Sheet1!$E$2</c15:f>
                      <c15:dlblFieldTableCache>
                        <c:ptCount val="1"/>
                        <c:pt idx="0">
                          <c:v>6%</c:v>
                        </c:pt>
                      </c15:dlblFieldTableCache>
                    </c15:dlblFTEntry>
                  </c15:dlblFieldTable>
                  <c15:showDataLabelsRange val="0"/>
                </c:ext>
                <c:ext xmlns:c16="http://schemas.microsoft.com/office/drawing/2014/chart" uri="{C3380CC4-5D6E-409C-BE32-E72D297353CC}">
                  <c16:uniqueId val="{00000001-C585-4A1B-8E44-BF19441BE9AD}"/>
                </c:ext>
              </c:extLst>
            </c:dLbl>
            <c:dLbl>
              <c:idx val="1"/>
              <c:tx>
                <c:rich>
                  <a:bodyPr/>
                  <a:lstStyle/>
                  <a:p>
                    <a:fld id="{EE1CACC9-1B7A-47EB-A543-2A01255C13C0}"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layout>
                    <c:manualLayout>
                      <c:w val="0.14837142206362464"/>
                      <c:h val="9.195308253562845E-2"/>
                    </c:manualLayout>
                  </c15:layout>
                  <c15:dlblFieldTable>
                    <c15:dlblFTEntry>
                      <c15:txfldGUID>{EE1CACC9-1B7A-47EB-A543-2A01255C13C0}</c15:txfldGUID>
                      <c15:f>Sheet1!$E$3</c15:f>
                      <c15:dlblFieldTableCache>
                        <c:ptCount val="1"/>
                        <c:pt idx="0">
                          <c:v>3%</c:v>
                        </c:pt>
                      </c15:dlblFieldTableCache>
                    </c15:dlblFTEntry>
                  </c15:dlblFieldTable>
                  <c15:showDataLabelsRange val="0"/>
                </c:ext>
                <c:ext xmlns:c16="http://schemas.microsoft.com/office/drawing/2014/chart" uri="{C3380CC4-5D6E-409C-BE32-E72D297353CC}">
                  <c16:uniqueId val="{00000002-C585-4A1B-8E44-BF19441BE9AD}"/>
                </c:ext>
              </c:extLst>
            </c:dLbl>
            <c:dLbl>
              <c:idx val="2"/>
              <c:tx>
                <c:rich>
                  <a:bodyPr/>
                  <a:lstStyle/>
                  <a:p>
                    <a:fld id="{F2386F6C-4E78-4EB1-8539-88B421F26D07}"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{F2386F6C-4E78-4EB1-8539-88B421F26D07}</c15:txfldGUID>
                      <c15:f>Sheet1!$E$4</c15:f>
                      <c15:dlblFieldTableCache>
                        <c:ptCount val="1"/>
                        <c:pt idx="0">
                          <c:v>1%</c:v>
                        </c:pt>
                      </c15:dlblFieldTableCache>
                    </c15:dlblFTEntry>
                  </c15:dlblFieldTable>
                  <c15:showDataLabelsRange val="0"/>
                </c:ext>
                <c:ext xmlns:c16="http://schemas.microsoft.com/office/drawing/2014/chart" uri="{C3380CC4-5D6E-409C-BE32-E72D297353CC}">
                  <c16:uniqueId val="{00000003-C585-4A1B-8E44-BF19441BE9AD}"/>
                </c:ext>
              </c:extLst>
            </c:dLbl>
            <c:dLbl>
              <c:idx val="3"/>
              <c:layout>
                <c:manualLayout>
                  <c:x val="-7.6476325564257151E-17"/>
                  <c:y val="-3.3077123089003992E-2"/>
                </c:manualLayout>
              </c:layout>
              <c:tx>
                <c:rich>
                  <a:bodyPr/>
                  <a:lstStyle/>
                  <a:p>
                    <a:fld id="{6AA2C40C-AD9B-4CC7-B3E0-A6E1B8C1B08B}"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{6AA2C40C-AD9B-4CC7-B3E0-A6E1B8C1B08B}</c15:txfldGUID>
                      <c15:f>Sheet1!$E$5</c15:f>
                      <c15:dlblFieldTableCache>
                        <c:ptCount val="1"/>
                        <c:pt idx="0">
                          <c:v>11%</c:v>
                        </c:pt>
                      </c15:dlblFieldTableCache>
                    </c15:dlblFTEntry>
                  </c15:dlblFieldTable>
                  <c15:showDataLabelsRange val="0"/>
                </c:ext>
                <c:ext xmlns:c16="http://schemas.microsoft.com/office/drawing/2014/chart" uri="{C3380CC4-5D6E-409C-BE32-E72D297353CC}">
                  <c16:uniqueId val="{00000004-C585-4A1B-8E44-BF19441BE9AD}"/>
                </c:ext>
              </c:extLst>
            </c:dLbl>
            <c:dLbl>
              <c:idx val="4"/>
              <c:tx>
                <c:rich>
                  <a:bodyPr/>
                  <a:lstStyle/>
                  <a:p>
                    <a:fld id="{0F6FEB22-15C6-4550-B0AB-6BCBCED84A1D}"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{0F6FEB22-15C6-4550-B0AB-6BCBCED84A1D}</c15:txfldGUID>
                      <c15:f>Sheet1!$E$6</c15:f>
                      <c15:dlblFieldTableCache>
                        <c:ptCount val="1"/>
                        <c:pt idx="0">
                          <c:v>8%</c:v>
                        </c:pt>
                      </c15:dlblFieldTableCache>
                    </c15:dlblFTEntry>
                  </c15:dlblFieldTable>
                  <c15:showDataLabelsRange val="0"/>
                </c:ext>
                <c:ext xmlns:c16="http://schemas.microsoft.com/office/drawing/2014/chart" uri="{C3380CC4-5D6E-409C-BE32-E72D297353CC}">
                  <c16:uniqueId val="{00000005-C585-4A1B-8E44-BF19441BE9AD}"/>
                </c:ext>
              </c:extLst>
            </c:dLbl>
            <c:dLbl>
              <c:idx val="5"/>
              <c:tx>
                <c:rich>
                  <a:bodyPr/>
                  <a:lstStyle/>
                  <a:p>
                    <a:fld id="{0864E2A6-04B9-47BC-91E0-A3B5324C99C4}"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{0864E2A6-04B9-47BC-91E0-A3B5324C99C4}</c15:txfldGUID>
                      <c15:f>Sheet1!$E$7</c15:f>
                      <c15:dlblFieldTableCache>
                        <c:ptCount val="1"/>
                        <c:pt idx="0">
                          <c:v>7%</c:v>
                        </c:pt>
                      </c15:dlblFieldTableCache>
                    </c15:dlblFTEntry>
                  </c15:dlblFieldTable>
                  <c15:showDataLabelsRange val="0"/>
                </c:ext>
                <c:ext xmlns:c16="http://schemas.microsoft.com/office/drawing/2014/chart" uri="{C3380CC4-5D6E-409C-BE32-E72D297353CC}">
                  <c16:uniqueId val="{00000006-C585-4A1B-8E44-BF19441BE9AD}"/>
                </c:ext>
              </c:extLst>
            </c:dLbl>
            <c:dLbl>
              <c:idx val="6"/>
              <c:tx>
                <c:rich>
                  <a:bodyPr/>
                  <a:lstStyle/>
                  <a:p>
                    <a:fld id="{E9C9CE4A-672D-48C8-8E73-023ADB2EE60A}"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{E9C9CE4A-672D-48C8-8E73-023ADB2EE60A}</c15:txfldGUID>
                      <c15:f>Sheet1!$E$8</c15:f>
                      <c15:dlblFieldTableCache>
                        <c:ptCount val="1"/>
                        <c:pt idx="0">
                          <c:v>2%</c:v>
                        </c:pt>
                      </c15:dlblFieldTableCache>
                    </c15:dlblFTEntry>
                  </c15:dlblFieldTable>
                  <c15:showDataLabelsRange val="0"/>
                </c:ext>
                <c:ext xmlns:c16="http://schemas.microsoft.com/office/drawing/2014/chart" uri="{C3380CC4-5D6E-409C-BE32-E72D297353CC}">
                  <c16:uniqueId val="{00000007-C585-4A1B-8E44-BF19441BE9AD}"/>
                </c:ext>
              </c:extLst>
            </c:dLbl>
            <c:dLbl>
              <c:idx val="7"/>
              <c:delete val="1"/>
              <c:extLst>
                <c:ext xmlns:c15="http://schemas.microsoft.com/office/drawing/2012/chart" uri="{CE6537A1-D6FC-4f65-9D91-7224C49458BB}"/>
                <c:ext xmlns:c16="http://schemas.microsoft.com/office/drawing/2014/chart" uri="{C3380CC4-5D6E-409C-BE32-E72D297353CC}">
                  <c16:uniqueId val="{00000008-C585-4A1B-8E44-BF19441BE9AD}"/>
                </c:ext>
              </c:extLst>
            </c:dLbl>
            <c:dLbl>
              <c:idx val="8"/>
              <c:tx>
                <c:rich>
                  <a:bodyPr/>
                  <a:lstStyle/>
                  <a:p>
                    <a:r>
                      <a:rPr lang="en-US" dirty="0"/>
                      <a:t>-21.8%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C585-4A1B-8E44-BF19441BE9AD}"/>
                </c:ext>
              </c:extLst>
            </c:dLbl>
            <c:dLbl>
              <c:idx val="9"/>
              <c:tx>
                <c:rich>
                  <a:bodyPr/>
                  <a:lstStyle/>
                  <a:p>
                    <a:fld id="{24A6F06B-C4D4-42D9-BCBD-B0A71305197A}"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{24A6F06B-C4D4-42D9-BCBD-B0A71305197A}</c15:txfldGUID>
                      <c15:f>Sheet1!$E$11</c15:f>
                      <c15:dlblFieldTableCache>
                        <c:ptCount val="1"/>
                        <c:pt idx="0">
                          <c:v>6%</c:v>
                        </c:pt>
                      </c15:dlblFieldTableCache>
                    </c15:dlblFTEntry>
                  </c15:dlblFieldTable>
                  <c15:showDataLabelsRange val="0"/>
                </c:ext>
                <c:ext xmlns:c16="http://schemas.microsoft.com/office/drawing/2014/chart" uri="{C3380CC4-5D6E-409C-BE32-E72D297353CC}">
                  <c16:uniqueId val="{0000000A-C585-4A1B-8E44-BF19441BE9AD}"/>
                </c:ext>
              </c:extLst>
            </c:dLbl>
            <c:dLbl>
              <c:idx val="10"/>
              <c:delete val="1"/>
              <c:extLst>
                <c:ext xmlns:c15="http://schemas.microsoft.com/office/drawing/2012/chart" uri="{CE6537A1-D6FC-4f65-9D91-7224C49458BB}"/>
                <c:ext xmlns:c16="http://schemas.microsoft.com/office/drawing/2014/chart" uri="{C3380CC4-5D6E-409C-BE32-E72D297353CC}">
                  <c16:uniqueId val="{0000000B-C585-4A1B-8E44-BF19441BE9AD}"/>
                </c:ext>
              </c:extLst>
            </c:dLbl>
            <c:dLbl>
              <c:idx val="11"/>
              <c:delete val="1"/>
              <c:extLst>
                <c:ext xmlns:c15="http://schemas.microsoft.com/office/drawing/2012/chart" uri="{CE6537A1-D6FC-4f65-9D91-7224C49458BB}"/>
                <c:ext xmlns:c16="http://schemas.microsoft.com/office/drawing/2014/chart" uri="{C3380CC4-5D6E-409C-BE32-E72D297353CC}">
                  <c16:uniqueId val="{0000000C-C585-4A1B-8E44-BF19441BE9A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Jau</c:v>
                </c:pt>
                <c:pt idx="1">
                  <c:v>Fep</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_(* #,##0.00_);_(* \(#,##0.00\);_(* "-"??_);_(@_)</c:formatCode>
                <c:ptCount val="12"/>
                <c:pt idx="0">
                  <c:v>136697178</c:v>
                </c:pt>
                <c:pt idx="1">
                  <c:v>125940353</c:v>
                </c:pt>
                <c:pt idx="2">
                  <c:v>144997897</c:v>
                </c:pt>
                <c:pt idx="3">
                  <c:v>125773694</c:v>
                </c:pt>
                <c:pt idx="4">
                  <c:v>138470074</c:v>
                </c:pt>
                <c:pt idx="5">
                  <c:v>137891670</c:v>
                </c:pt>
                <c:pt idx="6">
                  <c:v>146435087</c:v>
                </c:pt>
                <c:pt idx="7">
                  <c:v>146395653</c:v>
                </c:pt>
                <c:pt idx="8">
                  <c:v>139615172</c:v>
                </c:pt>
                <c:pt idx="9">
                  <c:v>143481383</c:v>
                </c:pt>
                <c:pt idx="10">
                  <c:v>138920835</c:v>
                </c:pt>
                <c:pt idx="11">
                  <c:v>143317278</c:v>
                </c:pt>
              </c:numCache>
            </c:numRef>
          </c:val>
          <c:extLst>
            <c:ext xmlns:c16="http://schemas.microsoft.com/office/drawing/2014/chart" uri="{C3380CC4-5D6E-409C-BE32-E72D297353CC}">
              <c16:uniqueId val="{0000000D-C585-4A1B-8E44-BF19441BE9AD}"/>
            </c:ext>
          </c:extLst>
        </c:ser>
        <c:dLbls>
          <c:showLegendKey val="0"/>
          <c:showVal val="0"/>
          <c:showCatName val="0"/>
          <c:showSerName val="0"/>
          <c:showPercent val="0"/>
          <c:showBubbleSize val="0"/>
        </c:dLbls>
        <c:gapWidth val="150"/>
        <c:overlap val="-24"/>
        <c:axId val="1531680608"/>
        <c:axId val="1531682816"/>
      </c:barChart>
      <c:catAx>
        <c:axId val="15316806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531682816"/>
        <c:crosses val="autoZero"/>
        <c:auto val="1"/>
        <c:lblAlgn val="ctr"/>
        <c:lblOffset val="100"/>
        <c:noMultiLvlLbl val="0"/>
      </c:catAx>
      <c:valAx>
        <c:axId val="1531682816"/>
        <c:scaling>
          <c:orientation val="minMax"/>
        </c:scaling>
        <c:delete val="0"/>
        <c:axPos val="l"/>
        <c:majorGridlines>
          <c:spPr>
            <a:ln w="9525" cap="flat" cmpd="sng" algn="ctr">
              <a:solidFill>
                <a:schemeClr val="bg1">
                  <a:alpha val="20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5316806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2">
              <a:alpha val="34000"/>
            </a:schemeClr>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الإيرادات</c:v>
                </c:pt>
              </c:strCache>
            </c:strRef>
          </c:tx>
          <c:spPr>
            <a:ln>
              <a:solidFill>
                <a:schemeClr val="tx2">
                  <a:alpha val="10000"/>
                </a:schemeClr>
              </a:solidFill>
            </a:ln>
          </c:spPr>
          <c:dPt>
            <c:idx val="0"/>
            <c:bubble3D val="0"/>
            <c:spPr>
              <a:gradFill>
                <a:gsLst>
                  <a:gs pos="0">
                    <a:srgbClr val="990099"/>
                  </a:gs>
                  <a:gs pos="100000">
                    <a:schemeClr val="accent1">
                      <a:lumMod val="30000"/>
                      <a:lumOff val="70000"/>
                    </a:schemeClr>
                  </a:gs>
                </a:gsLst>
                <a:lin ang="5400000" scaled="1"/>
              </a:gradFill>
              <a:ln w="19050">
                <a:solidFill>
                  <a:schemeClr val="tx2">
                    <a:alpha val="10000"/>
                  </a:schemeClr>
                </a:solidFill>
              </a:ln>
              <a:effectLst/>
            </c:spPr>
            <c:extLst>
              <c:ext xmlns:c16="http://schemas.microsoft.com/office/drawing/2014/chart" uri="{C3380CC4-5D6E-409C-BE32-E72D297353CC}">
                <c16:uniqueId val="{00000001-C87D-4CD4-AC3C-306C50456395}"/>
              </c:ext>
            </c:extLst>
          </c:dPt>
          <c:dPt>
            <c:idx val="1"/>
            <c:bubble3D val="0"/>
            <c:spPr>
              <a:gradFill flip="none" rotWithShape="1">
                <a:gsLst>
                  <a:gs pos="0">
                    <a:schemeClr val="accent1"/>
                  </a:gs>
                  <a:gs pos="100000">
                    <a:schemeClr val="accent2"/>
                  </a:gs>
                </a:gsLst>
                <a:lin ang="5400000" scaled="1"/>
                <a:tileRect/>
              </a:gradFill>
              <a:ln w="19050">
                <a:solidFill>
                  <a:schemeClr val="tx2">
                    <a:alpha val="10000"/>
                  </a:schemeClr>
                </a:solidFill>
              </a:ln>
              <a:effectLst/>
            </c:spPr>
            <c:extLst>
              <c:ext xmlns:c16="http://schemas.microsoft.com/office/drawing/2014/chart" uri="{C3380CC4-5D6E-409C-BE32-E72D297353CC}">
                <c16:uniqueId val="{00000003-C87D-4CD4-AC3C-306C50456395}"/>
              </c:ext>
            </c:extLst>
          </c:dPt>
          <c:dPt>
            <c:idx val="2"/>
            <c:bubble3D val="0"/>
            <c:spPr>
              <a:gradFill>
                <a:gsLst>
                  <a:gs pos="0">
                    <a:schemeClr val="accent3"/>
                  </a:gs>
                  <a:gs pos="100000">
                    <a:schemeClr val="accent4"/>
                  </a:gs>
                </a:gsLst>
                <a:lin ang="5400000" scaled="1"/>
              </a:gradFill>
              <a:ln w="19050">
                <a:solidFill>
                  <a:schemeClr val="tx2">
                    <a:alpha val="10000"/>
                  </a:schemeClr>
                </a:solidFill>
              </a:ln>
              <a:effectLst/>
            </c:spPr>
            <c:extLst>
              <c:ext xmlns:c16="http://schemas.microsoft.com/office/drawing/2014/chart" uri="{C3380CC4-5D6E-409C-BE32-E72D297353CC}">
                <c16:uniqueId val="{00000005-C87D-4CD4-AC3C-306C50456395}"/>
              </c:ext>
            </c:extLst>
          </c:dPt>
          <c:dPt>
            <c:idx val="3"/>
            <c:bubble3D val="0"/>
            <c:spPr>
              <a:gradFill>
                <a:gsLst>
                  <a:gs pos="0">
                    <a:schemeClr val="accent5"/>
                  </a:gs>
                  <a:gs pos="100000">
                    <a:schemeClr val="accent6"/>
                  </a:gs>
                </a:gsLst>
                <a:lin ang="5400000" scaled="1"/>
              </a:gradFill>
              <a:ln w="19050">
                <a:solidFill>
                  <a:schemeClr val="tx2">
                    <a:alpha val="10000"/>
                  </a:schemeClr>
                </a:solidFill>
              </a:ln>
              <a:effectLst/>
            </c:spPr>
            <c:extLst>
              <c:ext xmlns:c16="http://schemas.microsoft.com/office/drawing/2014/chart" uri="{C3380CC4-5D6E-409C-BE32-E72D297353CC}">
                <c16:uniqueId val="{00000007-C87D-4CD4-AC3C-306C50456395}"/>
              </c:ext>
            </c:extLst>
          </c:dPt>
          <c:dLbls>
            <c:dLbl>
              <c:idx val="0"/>
              <c:layout>
                <c:manualLayout>
                  <c:x val="-0.13216406347237827"/>
                  <c:y val="-6.1706319252437754E-2"/>
                </c:manualLayout>
              </c:layout>
              <c:tx>
                <c:rich>
                  <a:bodyPr/>
                  <a:lstStyle/>
                  <a:p>
                    <a:fld id="{44D3BEEA-985F-434D-B2FF-E4F1FD2F16BD}" type="PERCENTAGE">
                      <a:rPr lang="en-US" baseline="0" smtClean="0"/>
                      <a:pPr/>
                      <a:t>[PERCENTAGE]</a:t>
                    </a:fld>
                    <a:endParaRPr lang="en-US"/>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87D-4CD4-AC3C-306C50456395}"/>
                </c:ext>
              </c:extLst>
            </c:dLbl>
            <c:dLbl>
              <c:idx val="1"/>
              <c:tx>
                <c:rich>
                  <a:bodyPr/>
                  <a:lstStyle/>
                  <a:p>
                    <a:fld id="{976D4251-14AE-4C26-BCEA-DB7D706E056F}" type="PERCENTAGE">
                      <a:rPr lang="en-US" baseline="0" smtClean="0"/>
                      <a:pPr/>
                      <a:t>[PERCENTAGE]</a:t>
                    </a:fld>
                    <a:endParaRPr lang="en-US"/>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87D-4CD4-AC3C-306C50456395}"/>
                </c:ext>
              </c:extLst>
            </c:dLbl>
            <c:dLbl>
              <c:idx val="2"/>
              <c:tx>
                <c:rich>
                  <a:bodyPr/>
                  <a:lstStyle/>
                  <a:p>
                    <a:fld id="{4F671CE4-1300-45AE-9E44-D6BAC6998703}" type="PERCENTAGE">
                      <a:rPr lang="en-US" baseline="0" smtClean="0"/>
                      <a:pPr/>
                      <a:t>[PERCENTAGE]</a:t>
                    </a:fld>
                    <a:endParaRPr lang="en-US"/>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87D-4CD4-AC3C-306C50456395}"/>
                </c:ext>
              </c:extLst>
            </c:dLbl>
            <c:dLbl>
              <c:idx val="3"/>
              <c:layout>
                <c:manualLayout>
                  <c:x val="2.8636751980685906E-3"/>
                  <c:y val="0.14695133238342811"/>
                </c:manualLayout>
              </c:layout>
              <c:tx>
                <c:rich>
                  <a:bodyPr/>
                  <a:lstStyle/>
                  <a:p>
                    <a:fld id="{4A82A2B2-5166-44D9-AF01-82CE5B9C2978}" type="PERCENTAGE">
                      <a:rPr lang="en-US" baseline="0" smtClean="0"/>
                      <a:pPr/>
                      <a:t>[PERCENTAGE]</a:t>
                    </a:fld>
                    <a:endParaRPr lang="en-US"/>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C87D-4CD4-AC3C-306C50456395}"/>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المنطقة الشمالية</c:v>
                </c:pt>
                <c:pt idx="1">
                  <c:v>المنطقة الجنوبية</c:v>
                </c:pt>
                <c:pt idx="2">
                  <c:v>المنطقة الشرقية</c:v>
                </c:pt>
                <c:pt idx="3">
                  <c:v>غير محدد</c:v>
                </c:pt>
              </c:strCache>
            </c:strRef>
          </c:cat>
          <c:val>
            <c:numRef>
              <c:f>Sheet1!$B$2:$B$5</c:f>
              <c:numCache>
                <c:formatCode>#,##0</c:formatCode>
                <c:ptCount val="4"/>
                <c:pt idx="0">
                  <c:v>80587731</c:v>
                </c:pt>
                <c:pt idx="1">
                  <c:v>16044234</c:v>
                </c:pt>
                <c:pt idx="2">
                  <c:v>52086178</c:v>
                </c:pt>
                <c:pt idx="3">
                  <c:v>3660176</c:v>
                </c:pt>
              </c:numCache>
            </c:numRef>
          </c:val>
          <c:extLst>
            <c:ext xmlns:c16="http://schemas.microsoft.com/office/drawing/2014/chart" uri="{C3380CC4-5D6E-409C-BE32-E72D297353CC}">
              <c16:uniqueId val="{00000008-C87D-4CD4-AC3C-306C50456395}"/>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8533813243041497"/>
          <c:y val="0.21594357755072799"/>
          <c:w val="0.31466186756958497"/>
          <c:h val="0.55456255904677998"/>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ontserrat" panose="020B060402020202020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345113335780895"/>
          <c:y val="7.0025733671675292E-2"/>
          <c:w val="0.64173366126300579"/>
          <c:h val="0.78677239793875686"/>
        </c:manualLayout>
      </c:layout>
      <c:barChart>
        <c:barDir val="bar"/>
        <c:grouping val="clustered"/>
        <c:varyColors val="0"/>
        <c:ser>
          <c:idx val="0"/>
          <c:order val="0"/>
          <c:tx>
            <c:strRef>
              <c:f>Sheet1!$B$1</c:f>
              <c:strCache>
                <c:ptCount val="1"/>
                <c:pt idx="0">
                  <c:v>المكالمات الصوتية</c:v>
                </c:pt>
              </c:strCache>
            </c:strRef>
          </c:tx>
          <c:spPr>
            <a:solidFill>
              <a:schemeClr val="accent4">
                <a:alpha val="6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المنطقة الشمالية</c:v>
                </c:pt>
                <c:pt idx="1">
                  <c:v>المنطقة الشرقية</c:v>
                </c:pt>
                <c:pt idx="2">
                  <c:v>المنطقة الجنوبية</c:v>
                </c:pt>
                <c:pt idx="3">
                  <c:v>غير معرفة</c:v>
                </c:pt>
              </c:strCache>
            </c:strRef>
          </c:cat>
          <c:val>
            <c:numRef>
              <c:f>Sheet1!$B$2:$B$5</c:f>
              <c:numCache>
                <c:formatCode>#,##0</c:formatCode>
                <c:ptCount val="4"/>
                <c:pt idx="0">
                  <c:v>28256732</c:v>
                </c:pt>
                <c:pt idx="1">
                  <c:v>21299833</c:v>
                </c:pt>
                <c:pt idx="2">
                  <c:v>5066902</c:v>
                </c:pt>
                <c:pt idx="3">
                  <c:v>52151</c:v>
                </c:pt>
              </c:numCache>
            </c:numRef>
          </c:val>
          <c:extLst>
            <c:ext xmlns:c16="http://schemas.microsoft.com/office/drawing/2014/chart" uri="{C3380CC4-5D6E-409C-BE32-E72D297353CC}">
              <c16:uniqueId val="{00000000-45E5-4FA8-9830-B1279D0EF5A8}"/>
            </c:ext>
          </c:extLst>
        </c:ser>
        <c:ser>
          <c:idx val="1"/>
          <c:order val="1"/>
          <c:tx>
            <c:strRef>
              <c:f>Sheet1!$C$1</c:f>
              <c:strCache>
                <c:ptCount val="1"/>
                <c:pt idx="0">
                  <c:v>الرسائل النصية</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المنطقة الشمالية</c:v>
                </c:pt>
                <c:pt idx="1">
                  <c:v>المنطقة الشرقية</c:v>
                </c:pt>
                <c:pt idx="2">
                  <c:v>المنطقة الجنوبية</c:v>
                </c:pt>
                <c:pt idx="3">
                  <c:v>غير معرفة</c:v>
                </c:pt>
              </c:strCache>
            </c:strRef>
          </c:cat>
          <c:val>
            <c:numRef>
              <c:f>Sheet1!$C$2:$C$5</c:f>
              <c:numCache>
                <c:formatCode>#,##0</c:formatCode>
                <c:ptCount val="4"/>
                <c:pt idx="0">
                  <c:v>1518189</c:v>
                </c:pt>
                <c:pt idx="1">
                  <c:v>1386263</c:v>
                </c:pt>
                <c:pt idx="2">
                  <c:v>260113</c:v>
                </c:pt>
                <c:pt idx="3">
                  <c:v>75254</c:v>
                </c:pt>
              </c:numCache>
            </c:numRef>
          </c:val>
          <c:extLst>
            <c:ext xmlns:c16="http://schemas.microsoft.com/office/drawing/2014/chart" uri="{C3380CC4-5D6E-409C-BE32-E72D297353CC}">
              <c16:uniqueId val="{00000001-45E5-4FA8-9830-B1279D0EF5A8}"/>
            </c:ext>
          </c:extLst>
        </c:ser>
        <c:ser>
          <c:idx val="2"/>
          <c:order val="2"/>
          <c:tx>
            <c:strRef>
              <c:f>Sheet1!$D$1</c:f>
              <c:strCache>
                <c:ptCount val="1"/>
                <c:pt idx="0">
                  <c:v>خدمة الانترنت</c:v>
                </c:pt>
              </c:strCache>
            </c:strRef>
          </c:tx>
          <c:spPr>
            <a:solidFill>
              <a:srgbClr val="9900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المنطقة الشمالية</c:v>
                </c:pt>
                <c:pt idx="1">
                  <c:v>المنطقة الشرقية</c:v>
                </c:pt>
                <c:pt idx="2">
                  <c:v>المنطقة الجنوبية</c:v>
                </c:pt>
                <c:pt idx="3">
                  <c:v>غير معرفة</c:v>
                </c:pt>
              </c:strCache>
            </c:strRef>
          </c:cat>
          <c:val>
            <c:numRef>
              <c:f>Sheet1!$D$2:$D$5</c:f>
              <c:numCache>
                <c:formatCode>#,##0</c:formatCode>
                <c:ptCount val="4"/>
                <c:pt idx="0">
                  <c:v>47056974</c:v>
                </c:pt>
                <c:pt idx="1">
                  <c:v>26769375</c:v>
                </c:pt>
                <c:pt idx="2">
                  <c:v>9878493</c:v>
                </c:pt>
                <c:pt idx="3">
                  <c:v>2429426</c:v>
                </c:pt>
              </c:numCache>
            </c:numRef>
          </c:val>
          <c:extLst>
            <c:ext xmlns:c16="http://schemas.microsoft.com/office/drawing/2014/chart" uri="{C3380CC4-5D6E-409C-BE32-E72D297353CC}">
              <c16:uniqueId val="{00000002-45E5-4FA8-9830-B1279D0EF5A8}"/>
            </c:ext>
          </c:extLst>
        </c:ser>
        <c:dLbls>
          <c:showLegendKey val="0"/>
          <c:showVal val="0"/>
          <c:showCatName val="0"/>
          <c:showSerName val="0"/>
          <c:showPercent val="0"/>
          <c:showBubbleSize val="0"/>
        </c:dLbls>
        <c:gapWidth val="150"/>
        <c:overlap val="-27"/>
        <c:axId val="429214584"/>
        <c:axId val="429219176"/>
      </c:barChart>
      <c:catAx>
        <c:axId val="4292145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Montserrat" panose="00000500000000000000" pitchFamily="2" charset="0"/>
                <a:ea typeface="+mn-ea"/>
                <a:cs typeface="+mn-cs"/>
              </a:defRPr>
            </a:pPr>
            <a:endParaRPr lang="en-US"/>
          </a:p>
        </c:txPr>
        <c:crossAx val="429219176"/>
        <c:crosses val="autoZero"/>
        <c:auto val="1"/>
        <c:lblAlgn val="ctr"/>
        <c:lblOffset val="100"/>
        <c:noMultiLvlLbl val="0"/>
      </c:catAx>
      <c:valAx>
        <c:axId val="429219176"/>
        <c:scaling>
          <c:orientation val="minMax"/>
        </c:scaling>
        <c:delete val="1"/>
        <c:axPos val="b"/>
        <c:numFmt formatCode="#,##0" sourceLinked="1"/>
        <c:majorTickMark val="none"/>
        <c:minorTickMark val="none"/>
        <c:tickLblPos val="nextTo"/>
        <c:crossAx val="4292145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23851536804054"/>
          <c:y val="6.7748761984729317E-2"/>
          <c:w val="0.4277744331262629"/>
          <c:h val="0.85095272363359553"/>
        </c:manualLayout>
      </c:layout>
      <c:pieChart>
        <c:varyColors val="1"/>
        <c:ser>
          <c:idx val="0"/>
          <c:order val="0"/>
          <c:tx>
            <c:strRef>
              <c:f>Sheet1!$B$1</c:f>
              <c:strCache>
                <c:ptCount val="1"/>
                <c:pt idx="0">
                  <c:v>الايراد</c:v>
                </c:pt>
              </c:strCache>
            </c:strRef>
          </c:tx>
          <c:spPr>
            <a:ln>
              <a:noFill/>
            </a:ln>
          </c:spPr>
          <c:dPt>
            <c:idx val="0"/>
            <c:bubble3D val="0"/>
            <c:explosion val="2"/>
            <c:spPr>
              <a:solidFill>
                <a:schemeClr val="tx2"/>
              </a:solidFill>
              <a:ln w="19050">
                <a:noFill/>
              </a:ln>
              <a:effectLst/>
            </c:spPr>
            <c:extLst>
              <c:ext xmlns:c16="http://schemas.microsoft.com/office/drawing/2014/chart" uri="{C3380CC4-5D6E-409C-BE32-E72D297353CC}">
                <c16:uniqueId val="{00000001-84C0-4805-850F-545EE63991BC}"/>
              </c:ext>
            </c:extLst>
          </c:dPt>
          <c:dPt>
            <c:idx val="1"/>
            <c:bubble3D val="0"/>
            <c:explosion val="1"/>
            <c:spPr>
              <a:gradFill flip="none" rotWithShape="1">
                <a:gsLst>
                  <a:gs pos="0">
                    <a:schemeClr val="accent1"/>
                  </a:gs>
                  <a:gs pos="100000">
                    <a:schemeClr val="accent2"/>
                  </a:gs>
                </a:gsLst>
                <a:lin ang="5400000" scaled="1"/>
                <a:tileRect/>
              </a:gradFill>
              <a:ln w="19050">
                <a:noFill/>
              </a:ln>
              <a:effectLst/>
            </c:spPr>
            <c:extLst>
              <c:ext xmlns:c16="http://schemas.microsoft.com/office/drawing/2014/chart" uri="{C3380CC4-5D6E-409C-BE32-E72D297353CC}">
                <c16:uniqueId val="{00000003-84C0-4805-850F-545EE63991BC}"/>
              </c:ext>
            </c:extLst>
          </c:dPt>
          <c:dPt>
            <c:idx val="2"/>
            <c:bubble3D val="0"/>
            <c:explosion val="1"/>
            <c:spPr>
              <a:gradFill>
                <a:gsLst>
                  <a:gs pos="0">
                    <a:schemeClr val="accent3"/>
                  </a:gs>
                  <a:gs pos="100000">
                    <a:schemeClr val="accent4"/>
                  </a:gs>
                </a:gsLst>
                <a:lin ang="5400000" scaled="1"/>
              </a:gradFill>
              <a:ln w="19050">
                <a:noFill/>
              </a:ln>
              <a:effectLst/>
            </c:spPr>
            <c:extLst>
              <c:ext xmlns:c16="http://schemas.microsoft.com/office/drawing/2014/chart" uri="{C3380CC4-5D6E-409C-BE32-E72D297353CC}">
                <c16:uniqueId val="{00000005-84C0-4805-850F-545EE63991BC}"/>
              </c:ext>
            </c:extLst>
          </c:dPt>
          <c:dPt>
            <c:idx val="3"/>
            <c:bubble3D val="0"/>
            <c:explosion val="2"/>
            <c:spPr>
              <a:gradFill flip="none" rotWithShape="1">
                <a:gsLst>
                  <a:gs pos="0">
                    <a:schemeClr val="accent5"/>
                  </a:gs>
                  <a:gs pos="100000">
                    <a:schemeClr val="accent6"/>
                  </a:gs>
                </a:gsLst>
                <a:lin ang="0" scaled="1"/>
                <a:tileRect/>
              </a:gradFill>
              <a:ln w="19050">
                <a:noFill/>
              </a:ln>
              <a:effectLst/>
            </c:spPr>
            <c:extLst>
              <c:ext xmlns:c16="http://schemas.microsoft.com/office/drawing/2014/chart" uri="{C3380CC4-5D6E-409C-BE32-E72D297353CC}">
                <c16:uniqueId val="{00000007-84C0-4805-850F-545EE63991BC}"/>
              </c:ext>
            </c:extLst>
          </c:dPt>
          <c:dLbls>
            <c:dLbl>
              <c:idx val="0"/>
              <c:layout>
                <c:manualLayout>
                  <c:x val="-1.3654675331904712E-2"/>
                  <c:y val="-2.9617143842354539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4C0-4805-850F-545EE63991BC}"/>
                </c:ext>
              </c:extLst>
            </c:dLbl>
            <c:dLbl>
              <c:idx val="1"/>
              <c:layout>
                <c:manualLayout>
                  <c:x val="-1.3903858637456055E-2"/>
                  <c:y val="1.7570612874108594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4C0-4805-850F-545EE63991BC}"/>
                </c:ext>
              </c:extLst>
            </c:dLbl>
            <c:dLbl>
              <c:idx val="2"/>
              <c:layout>
                <c:manualLayout>
                  <c:x val="-2.4241788018425098E-2"/>
                  <c:y val="3.5012220971389743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4C0-4805-850F-545EE63991BC}"/>
                </c:ext>
              </c:extLst>
            </c:dLbl>
            <c:dLbl>
              <c:idx val="3"/>
              <c:layout>
                <c:manualLayout>
                  <c:x val="1.1355263509701931E-2"/>
                  <c:y val="9.3212036389083135E-3"/>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84C0-4805-850F-545EE63991BC}"/>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ontserrat" panose="00000500000000000000" pitchFamily="2" charset="0"/>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إيرادات خدمات الصوت</c:v>
                </c:pt>
                <c:pt idx="1">
                  <c:v>إيرادات خدمات البيانات</c:v>
                </c:pt>
                <c:pt idx="2">
                  <c:v>إيرادات خدمات الرسائل وغيرها</c:v>
                </c:pt>
                <c:pt idx="3">
                  <c:v>إيرادات الخدمات المضافة</c:v>
                </c:pt>
              </c:strCache>
            </c:strRef>
          </c:cat>
          <c:val>
            <c:numRef>
              <c:f>Sheet1!$B$2:$B$5</c:f>
              <c:numCache>
                <c:formatCode>#,##0</c:formatCode>
                <c:ptCount val="4"/>
                <c:pt idx="0">
                  <c:v>32442121</c:v>
                </c:pt>
                <c:pt idx="1">
                  <c:v>66072054</c:v>
                </c:pt>
                <c:pt idx="2">
                  <c:v>1771940</c:v>
                </c:pt>
                <c:pt idx="3">
                  <c:v>5601620</c:v>
                </c:pt>
              </c:numCache>
            </c:numRef>
          </c:val>
          <c:extLst>
            <c:ext xmlns:c16="http://schemas.microsoft.com/office/drawing/2014/chart" uri="{C3380CC4-5D6E-409C-BE32-E72D297353CC}">
              <c16:uniqueId val="{00000008-84C0-4805-850F-545EE63991BC}"/>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2819250711650976"/>
          <c:y val="0.21594357755072754"/>
          <c:w val="0.37180749288349035"/>
          <c:h val="0.55456255904677998"/>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ontserrat" panose="020B060402020202020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23851536804054"/>
          <c:y val="6.7748761984729317E-2"/>
          <c:w val="0.4277744331262629"/>
          <c:h val="0.85095272363359553"/>
        </c:manualLayout>
      </c:layout>
      <c:pieChart>
        <c:varyColors val="1"/>
        <c:ser>
          <c:idx val="0"/>
          <c:order val="0"/>
          <c:tx>
            <c:strRef>
              <c:f>Sheet1!$B$1</c:f>
              <c:strCache>
                <c:ptCount val="1"/>
                <c:pt idx="0">
                  <c:v>الايراد</c:v>
                </c:pt>
              </c:strCache>
            </c:strRef>
          </c:tx>
          <c:spPr>
            <a:ln>
              <a:noFill/>
            </a:ln>
          </c:spPr>
          <c:dPt>
            <c:idx val="0"/>
            <c:bubble3D val="0"/>
            <c:explosion val="2"/>
            <c:spPr>
              <a:solidFill>
                <a:schemeClr val="tx2"/>
              </a:solidFill>
              <a:ln w="19050">
                <a:noFill/>
              </a:ln>
              <a:effectLst/>
            </c:spPr>
            <c:extLst>
              <c:ext xmlns:c16="http://schemas.microsoft.com/office/drawing/2014/chart" uri="{C3380CC4-5D6E-409C-BE32-E72D297353CC}">
                <c16:uniqueId val="{00000001-6893-43BC-B7FB-B6B0B1388597}"/>
              </c:ext>
            </c:extLst>
          </c:dPt>
          <c:dPt>
            <c:idx val="1"/>
            <c:bubble3D val="0"/>
            <c:explosion val="1"/>
            <c:spPr>
              <a:gradFill flip="none" rotWithShape="1">
                <a:gsLst>
                  <a:gs pos="0">
                    <a:schemeClr val="accent1"/>
                  </a:gs>
                  <a:gs pos="100000">
                    <a:schemeClr val="accent2"/>
                  </a:gs>
                </a:gsLst>
                <a:lin ang="5400000" scaled="1"/>
                <a:tileRect/>
              </a:gradFill>
              <a:ln w="19050">
                <a:noFill/>
              </a:ln>
              <a:effectLst/>
            </c:spPr>
            <c:extLst>
              <c:ext xmlns:c16="http://schemas.microsoft.com/office/drawing/2014/chart" uri="{C3380CC4-5D6E-409C-BE32-E72D297353CC}">
                <c16:uniqueId val="{00000003-6893-43BC-B7FB-B6B0B1388597}"/>
              </c:ext>
            </c:extLst>
          </c:dPt>
          <c:dPt>
            <c:idx val="2"/>
            <c:bubble3D val="0"/>
            <c:explosion val="1"/>
            <c:spPr>
              <a:gradFill>
                <a:gsLst>
                  <a:gs pos="0">
                    <a:schemeClr val="accent3"/>
                  </a:gs>
                  <a:gs pos="100000">
                    <a:schemeClr val="accent4"/>
                  </a:gs>
                </a:gsLst>
                <a:lin ang="5400000" scaled="1"/>
              </a:gradFill>
              <a:ln w="19050">
                <a:noFill/>
              </a:ln>
              <a:effectLst/>
            </c:spPr>
            <c:extLst>
              <c:ext xmlns:c16="http://schemas.microsoft.com/office/drawing/2014/chart" uri="{C3380CC4-5D6E-409C-BE32-E72D297353CC}">
                <c16:uniqueId val="{00000005-6893-43BC-B7FB-B6B0B1388597}"/>
              </c:ext>
            </c:extLst>
          </c:dPt>
          <c:dPt>
            <c:idx val="3"/>
            <c:bubble3D val="0"/>
            <c:explosion val="2"/>
            <c:spPr>
              <a:gradFill flip="none" rotWithShape="1">
                <a:gsLst>
                  <a:gs pos="0">
                    <a:schemeClr val="accent5"/>
                  </a:gs>
                  <a:gs pos="100000">
                    <a:schemeClr val="accent6"/>
                  </a:gs>
                </a:gsLst>
                <a:lin ang="0" scaled="1"/>
                <a:tileRect/>
              </a:gradFill>
              <a:ln w="19050">
                <a:noFill/>
              </a:ln>
              <a:effectLst/>
            </c:spPr>
            <c:extLst>
              <c:ext xmlns:c16="http://schemas.microsoft.com/office/drawing/2014/chart" uri="{C3380CC4-5D6E-409C-BE32-E72D297353CC}">
                <c16:uniqueId val="{00000007-6893-43BC-B7FB-B6B0B1388597}"/>
              </c:ext>
            </c:extLst>
          </c:dPt>
          <c:dLbls>
            <c:dLbl>
              <c:idx val="0"/>
              <c:layout>
                <c:manualLayout>
                  <c:x val="-1.3654675331904712E-2"/>
                  <c:y val="-2.9617143842354539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893-43BC-B7FB-B6B0B1388597}"/>
                </c:ext>
              </c:extLst>
            </c:dLbl>
            <c:dLbl>
              <c:idx val="1"/>
              <c:layout>
                <c:manualLayout>
                  <c:x val="-1.3903858637456055E-2"/>
                  <c:y val="1.7570612874108594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893-43BC-B7FB-B6B0B1388597}"/>
                </c:ext>
              </c:extLst>
            </c:dLbl>
            <c:dLbl>
              <c:idx val="2"/>
              <c:layout>
                <c:manualLayout>
                  <c:x val="-2.4241788018425098E-2"/>
                  <c:y val="3.5012220971389743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893-43BC-B7FB-B6B0B1388597}"/>
                </c:ext>
              </c:extLst>
            </c:dLbl>
            <c:dLbl>
              <c:idx val="3"/>
              <c:layout>
                <c:manualLayout>
                  <c:x val="1.1355263509701931E-2"/>
                  <c:y val="9.3212036389083135E-3"/>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6893-43BC-B7FB-B6B0B1388597}"/>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ontserrat" panose="00000500000000000000" pitchFamily="2" charset="0"/>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إيرادات خدمات الصوت</c:v>
                </c:pt>
                <c:pt idx="1">
                  <c:v>إيرادات خدمات البيانات</c:v>
                </c:pt>
                <c:pt idx="2">
                  <c:v>إيرادات خدمات الرسائل وغيرها</c:v>
                </c:pt>
                <c:pt idx="3">
                  <c:v>إيرادات الخدمات المضافة</c:v>
                </c:pt>
              </c:strCache>
            </c:strRef>
          </c:cat>
          <c:val>
            <c:numRef>
              <c:f>Sheet1!$B$2:$B$5</c:f>
              <c:numCache>
                <c:formatCode>#,##0</c:formatCode>
                <c:ptCount val="4"/>
                <c:pt idx="0">
                  <c:v>32442121</c:v>
                </c:pt>
                <c:pt idx="1">
                  <c:v>66072054</c:v>
                </c:pt>
                <c:pt idx="2">
                  <c:v>1771940</c:v>
                </c:pt>
                <c:pt idx="3">
                  <c:v>6302045</c:v>
                </c:pt>
              </c:numCache>
            </c:numRef>
          </c:val>
          <c:extLst>
            <c:ext xmlns:c16="http://schemas.microsoft.com/office/drawing/2014/chart" uri="{C3380CC4-5D6E-409C-BE32-E72D297353CC}">
              <c16:uniqueId val="{00000008-6893-43BC-B7FB-B6B0B1388597}"/>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2819250711650976"/>
          <c:y val="0.21594357755072754"/>
          <c:w val="0.37180749288349035"/>
          <c:h val="0.55456255904677998"/>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ontserrat" panose="020B060402020202020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877782333999908"/>
          <c:y val="0.12689214167957236"/>
          <c:w val="0.22578997013048263"/>
          <c:h val="0.74621571664085529"/>
        </c:manualLayout>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57315448268128666"/>
          <c:y val="0.14590234664171817"/>
          <c:w val="0.40590277510573064"/>
          <c:h val="0.7081943983977255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الإيرادات</c:v>
                </c:pt>
              </c:strCache>
            </c:strRef>
          </c:tx>
          <c:spPr>
            <a:ln>
              <a:noFill/>
            </a:ln>
          </c:spPr>
          <c:dPt>
            <c:idx val="0"/>
            <c:bubble3D val="0"/>
            <c:spPr>
              <a:gradFill>
                <a:gsLst>
                  <a:gs pos="56000">
                    <a:schemeClr val="accent1"/>
                  </a:gs>
                  <a:gs pos="100000">
                    <a:schemeClr val="accent2"/>
                  </a:gs>
                </a:gsLst>
                <a:lin ang="2700000" scaled="1"/>
              </a:gradFill>
              <a:ln w="19050">
                <a:noFill/>
              </a:ln>
              <a:effectLst/>
            </c:spPr>
            <c:extLst>
              <c:ext xmlns:c16="http://schemas.microsoft.com/office/drawing/2014/chart" uri="{C3380CC4-5D6E-409C-BE32-E72D297353CC}">
                <c16:uniqueId val="{00000001-16A0-4701-9B18-5E709779FAE2}"/>
              </c:ext>
            </c:extLst>
          </c:dPt>
          <c:dPt>
            <c:idx val="1"/>
            <c:bubble3D val="0"/>
            <c:spPr>
              <a:gradFill>
                <a:gsLst>
                  <a:gs pos="2000">
                    <a:schemeClr val="accent5"/>
                  </a:gs>
                  <a:gs pos="100000">
                    <a:srgbClr val="990099"/>
                  </a:gs>
                </a:gsLst>
                <a:lin ang="2700000" scaled="1"/>
              </a:gradFill>
              <a:ln w="19050">
                <a:noFill/>
              </a:ln>
              <a:effectLst/>
            </c:spPr>
            <c:extLst>
              <c:ext xmlns:c16="http://schemas.microsoft.com/office/drawing/2014/chart" uri="{C3380CC4-5D6E-409C-BE32-E72D297353CC}">
                <c16:uniqueId val="{00000003-16A0-4701-9B18-5E709779FAE2}"/>
              </c:ext>
            </c:extLst>
          </c:dPt>
          <c:dPt>
            <c:idx val="2"/>
            <c:bubble3D val="0"/>
            <c:spPr>
              <a:gradFill>
                <a:gsLst>
                  <a:gs pos="2000">
                    <a:schemeClr val="accent3"/>
                  </a:gs>
                  <a:gs pos="100000">
                    <a:schemeClr val="accent2"/>
                  </a:gs>
                </a:gsLst>
                <a:lin ang="2700000" scaled="1"/>
              </a:gradFill>
              <a:ln w="19050">
                <a:noFill/>
              </a:ln>
              <a:effectLst/>
            </c:spPr>
            <c:extLst>
              <c:ext xmlns:c16="http://schemas.microsoft.com/office/drawing/2014/chart" uri="{C3380CC4-5D6E-409C-BE32-E72D297353CC}">
                <c16:uniqueId val="{00000005-16A0-4701-9B18-5E709779FAE2}"/>
              </c:ext>
            </c:extLst>
          </c:dPt>
          <c:dLbls>
            <c:dLbl>
              <c:idx val="0"/>
              <c:layout>
                <c:manualLayout>
                  <c:x val="7.1809537958698447E-2"/>
                  <c:y val="-7.436695099129631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6A0-4701-9B18-5E709779FAE2}"/>
                </c:ext>
              </c:extLst>
            </c:dLbl>
            <c:dLbl>
              <c:idx val="2"/>
              <c:layout>
                <c:manualLayout>
                  <c:x val="-0.24528301886792453"/>
                  <c:y val="7.2270947222060622E-2"/>
                </c:manualLayout>
              </c:layout>
              <c:showLegendKey val="0"/>
              <c:showVal val="0"/>
              <c:showCatName val="0"/>
              <c:showSerName val="0"/>
              <c:showPercent val="1"/>
              <c:showBubbleSize val="0"/>
              <c:extLst>
                <c:ext xmlns:c15="http://schemas.microsoft.com/office/drawing/2012/chart" uri="{CE6537A1-D6FC-4f65-9D91-7224C49458BB}">
                  <c15:layout>
                    <c:manualLayout>
                      <c:w val="0.1761006289308176"/>
                      <c:h val="0.12618357398881785"/>
                    </c:manualLayout>
                  </c15:layout>
                </c:ext>
                <c:ext xmlns:c16="http://schemas.microsoft.com/office/drawing/2014/chart" uri="{C3380CC4-5D6E-409C-BE32-E72D297353CC}">
                  <c16:uniqueId val="{00000005-16A0-4701-9B18-5E709779FAE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بطاقات التعبئة</c:v>
                </c:pt>
                <c:pt idx="1">
                  <c:v>المعاملات التجارية</c:v>
                </c:pt>
                <c:pt idx="2">
                  <c:v>شحن الإلكتروني</c:v>
                </c:pt>
              </c:strCache>
            </c:strRef>
          </c:cat>
          <c:val>
            <c:numRef>
              <c:f>Sheet1!$B$2:$B$4</c:f>
              <c:numCache>
                <c:formatCode>#,##0</c:formatCode>
                <c:ptCount val="3"/>
                <c:pt idx="0">
                  <c:v>60437870</c:v>
                </c:pt>
                <c:pt idx="1">
                  <c:v>304162</c:v>
                </c:pt>
                <c:pt idx="2">
                  <c:v>99593519</c:v>
                </c:pt>
              </c:numCache>
            </c:numRef>
          </c:val>
          <c:extLst>
            <c:ext xmlns:c16="http://schemas.microsoft.com/office/drawing/2014/chart" uri="{C3380CC4-5D6E-409C-BE32-E72D297353CC}">
              <c16:uniqueId val="{00000006-16A0-4701-9B18-5E709779FAE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rtl="0">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algn="ctr" defTabSz="914400" rtl="0" eaLnBrk="1" latinLnBrk="0" hangingPunct="1">
              <a:defRPr lang="ar-LY" sz="1200" b="1" i="0" u="none" strike="noStrike" kern="1200" spc="0" baseline="0" dirty="0" smtClean="0">
                <a:solidFill>
                  <a:schemeClr val="tx1"/>
                </a:solidFill>
                <a:latin typeface="Montserrat Medium" panose="020B0604020202020204" charset="0"/>
                <a:ea typeface="+mn-ea"/>
                <a:cs typeface="+mn-cs"/>
              </a:defRPr>
            </a:pPr>
            <a:r>
              <a:rPr lang="ar-LY" sz="1200" b="1" kern="1200">
                <a:solidFill>
                  <a:schemeClr val="tx1"/>
                </a:solidFill>
                <a:latin typeface="Montserrat Medium" panose="020B0604020202020204" charset="0"/>
                <a:ea typeface="+mn-ea"/>
                <a:cs typeface="+mn-cs"/>
              </a:rPr>
              <a:t>مقارنة أيراد المبيعات</a:t>
            </a:r>
            <a:r>
              <a:rPr lang="ar-LY" sz="1200" b="1" kern="1200" baseline="0">
                <a:solidFill>
                  <a:schemeClr val="tx1"/>
                </a:solidFill>
                <a:latin typeface="Montserrat Medium" panose="020B0604020202020204" charset="0"/>
                <a:ea typeface="+mn-ea"/>
                <a:cs typeface="+mn-cs"/>
              </a:rPr>
              <a:t> الشهري </a:t>
            </a:r>
            <a:r>
              <a:rPr lang="ar-LY" sz="1200" b="1" kern="1200">
                <a:solidFill>
                  <a:schemeClr val="tx1"/>
                </a:solidFill>
                <a:latin typeface="Montserrat Medium" panose="020B0604020202020204" charset="0"/>
                <a:ea typeface="+mn-ea"/>
                <a:cs typeface="+mn-cs"/>
              </a:rPr>
              <a:t>بين سنة 2022 وسنة 2023</a:t>
            </a:r>
          </a:p>
        </c:rich>
      </c:tx>
      <c:layout>
        <c:manualLayout>
          <c:xMode val="edge"/>
          <c:yMode val="edge"/>
          <c:x val="0.35402264497959651"/>
          <c:y val="2.4355109982068551E-2"/>
        </c:manualLayout>
      </c:layout>
      <c:overlay val="0"/>
      <c:spPr>
        <a:noFill/>
        <a:ln>
          <a:noFill/>
        </a:ln>
        <a:effectLst/>
      </c:spPr>
      <c:txPr>
        <a:bodyPr rot="0" spcFirstLastPara="1" vertOverflow="ellipsis" vert="horz" wrap="square" anchor="ctr" anchorCtr="1"/>
        <a:lstStyle/>
        <a:p>
          <a:pPr marL="0" algn="ctr" defTabSz="914400" rtl="0" eaLnBrk="1" latinLnBrk="0" hangingPunct="1">
            <a:defRPr lang="ar-LY" sz="1200" b="1" i="0" u="none" strike="noStrike" kern="1200" spc="0" baseline="0" dirty="0" smtClean="0">
              <a:solidFill>
                <a:schemeClr val="tx1"/>
              </a:solidFill>
              <a:latin typeface="Montserrat Medium" panose="020B0604020202020204" charset="0"/>
              <a:ea typeface="+mn-ea"/>
              <a:cs typeface="+mn-cs"/>
            </a:defRPr>
          </a:pPr>
          <a:endParaRPr lang="en-US"/>
        </a:p>
      </c:txPr>
    </c:title>
    <c:autoTitleDeleted val="0"/>
    <c:plotArea>
      <c:layout>
        <c:manualLayout>
          <c:layoutTarget val="inner"/>
          <c:xMode val="edge"/>
          <c:yMode val="edge"/>
          <c:x val="0.17542214180532956"/>
          <c:y val="0.18853378142312877"/>
          <c:w val="0.82457785819467044"/>
          <c:h val="0.54662472360255332"/>
        </c:manualLayout>
      </c:layout>
      <c:barChart>
        <c:barDir val="col"/>
        <c:grouping val="clustered"/>
        <c:varyColors val="0"/>
        <c:ser>
          <c:idx val="0"/>
          <c:order val="0"/>
          <c:tx>
            <c:strRef>
              <c:f>Sheet1!$B$1</c:f>
              <c:strCache>
                <c:ptCount val="1"/>
                <c:pt idx="0">
                  <c:v>2023</c:v>
                </c:pt>
              </c:strCache>
            </c:strRef>
          </c:tx>
          <c:spPr>
            <a:solidFill>
              <a:srgbClr val="990099"/>
            </a:solidFill>
            <a:ln>
              <a:noFill/>
            </a:ln>
            <a:effectLst/>
          </c:spPr>
          <c:invertIfNegative val="0"/>
          <c:cat>
            <c:strRef>
              <c:f>Sheet1!$A$2:$A$13</c:f>
              <c:strCache>
                <c:ptCount val="12"/>
                <c:pt idx="0">
                  <c:v>Jau</c:v>
                </c:pt>
                <c:pt idx="1">
                  <c:v>Fep</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_(* #,##0.00_);_(* \(#,##0.00\);_(* "-"??_);_(@_)</c:formatCode>
                <c:ptCount val="12"/>
                <c:pt idx="0">
                  <c:v>136199226</c:v>
                </c:pt>
                <c:pt idx="1">
                  <c:v>127442201</c:v>
                </c:pt>
                <c:pt idx="2" formatCode="_-* #,##0.00_-;\-* #,##0.00_-;_-* &quot;-&quot;??_-;_-@_-">
                  <c:v>147843667</c:v>
                </c:pt>
                <c:pt idx="3" formatCode="_-* #,##0.00_-;\-* #,##0.00_-;_-* &quot;-&quot;??_-;_-@_-">
                  <c:v>116177596.5</c:v>
                </c:pt>
                <c:pt idx="4" formatCode="_-* #,##0.00_-;\-* #,##0.00_-;_-* &quot;-&quot;??_-;_-@_-">
                  <c:v>162304076.5</c:v>
                </c:pt>
                <c:pt idx="5">
                  <c:v>158134937.5</c:v>
                </c:pt>
                <c:pt idx="6">
                  <c:v>145663637.69999999</c:v>
                </c:pt>
                <c:pt idx="7">
                  <c:v>153942281.5</c:v>
                </c:pt>
                <c:pt idx="8">
                  <c:v>83359374.549999997</c:v>
                </c:pt>
                <c:pt idx="9">
                  <c:v>161371412</c:v>
                </c:pt>
              </c:numCache>
            </c:numRef>
          </c:val>
          <c:extLst>
            <c:ext xmlns:c16="http://schemas.microsoft.com/office/drawing/2014/chart" uri="{C3380CC4-5D6E-409C-BE32-E72D297353CC}">
              <c16:uniqueId val="{00000001-2CCD-4F64-B3C8-FEAC67A70A70}"/>
            </c:ext>
          </c:extLst>
        </c:ser>
        <c:ser>
          <c:idx val="1"/>
          <c:order val="1"/>
          <c:tx>
            <c:strRef>
              <c:f>Sheet1!$C$1</c:f>
              <c:strCache>
                <c:ptCount val="1"/>
                <c:pt idx="0">
                  <c:v>2022</c:v>
                </c:pt>
              </c:strCache>
            </c:strRef>
          </c:tx>
          <c:spPr>
            <a:solidFill>
              <a:schemeClr val="tx2"/>
            </a:solidFill>
            <a:ln>
              <a:noFill/>
            </a:ln>
            <a:effectLst/>
          </c:spPr>
          <c:invertIfNegative val="0"/>
          <c:dLbls>
            <c:dLbl>
              <c:idx val="0"/>
              <c:tx>
                <c:rich>
                  <a:bodyPr/>
                  <a:lstStyle/>
                  <a:p>
                    <a:fld id="{95C7E8F8-23A1-4160-999A-280F65ABDB93}"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{95C7E8F8-23A1-4160-999A-280F65ABDB93}</c15:txfldGUID>
                      <c15:f>Sheet1!$E$2</c15:f>
                      <c15:dlblFieldTableCache>
                        <c:ptCount val="1"/>
                      </c15:dlblFieldTableCache>
                    </c15:dlblFTEntry>
                  </c15:dlblFieldTable>
                  <c15:showDataLabelsRange val="0"/>
                </c:ext>
                <c:ext xmlns:c16="http://schemas.microsoft.com/office/drawing/2014/chart" uri="{C3380CC4-5D6E-409C-BE32-E72D297353CC}">
                  <c16:uniqueId val="{00000002-2CCD-4F64-B3C8-FEAC67A70A70}"/>
                </c:ext>
              </c:extLst>
            </c:dLbl>
            <c:dLbl>
              <c:idx val="1"/>
              <c:tx>
                <c:rich>
                  <a:bodyPr/>
                  <a:lstStyle/>
                  <a:p>
                    <a:fld id="{EE1CACC9-1B7A-47EB-A543-2A01255C13C0}"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layout>
                    <c:manualLayout>
                      <c:w val="0.14837142206362464"/>
                      <c:h val="9.195308253562845E-2"/>
                    </c:manualLayout>
                  </c15:layout>
                  <c15:dlblFieldTable>
                    <c15:dlblFTEntry>
                      <c15:txfldGUID>{EE1CACC9-1B7A-47EB-A543-2A01255C13C0}</c15:txfldGUID>
                      <c15:f>Sheet1!$E$3</c15:f>
                      <c15:dlblFieldTableCache>
                        <c:ptCount val="1"/>
                      </c15:dlblFieldTableCache>
                    </c15:dlblFTEntry>
                  </c15:dlblFieldTable>
                  <c15:showDataLabelsRange val="0"/>
                </c:ext>
                <c:ext xmlns:c16="http://schemas.microsoft.com/office/drawing/2014/chart" uri="{C3380CC4-5D6E-409C-BE32-E72D297353CC}">
                  <c16:uniqueId val="{00000003-2CCD-4F64-B3C8-FEAC67A70A70}"/>
                </c:ext>
              </c:extLst>
            </c:dLbl>
            <c:dLbl>
              <c:idx val="2"/>
              <c:tx>
                <c:rich>
                  <a:bodyPr/>
                  <a:lstStyle/>
                  <a:p>
                    <a:fld id="{F2386F6C-4E78-4EB1-8539-88B421F26D07}"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{F2386F6C-4E78-4EB1-8539-88B421F26D07}</c15:txfldGUID>
                      <c15:f>Sheet1!$E$4</c15:f>
                      <c15:dlblFieldTableCache>
                        <c:ptCount val="1"/>
                      </c15:dlblFieldTableCache>
                    </c15:dlblFTEntry>
                  </c15:dlblFieldTable>
                  <c15:showDataLabelsRange val="0"/>
                </c:ext>
                <c:ext xmlns:c16="http://schemas.microsoft.com/office/drawing/2014/chart" uri="{C3380CC4-5D6E-409C-BE32-E72D297353CC}">
                  <c16:uniqueId val="{00000004-2CCD-4F64-B3C8-FEAC67A70A70}"/>
                </c:ext>
              </c:extLst>
            </c:dLbl>
            <c:dLbl>
              <c:idx val="3"/>
              <c:layout>
                <c:manualLayout>
                  <c:x val="-7.6476325564257151E-17"/>
                  <c:y val="-3.3077123089003992E-2"/>
                </c:manualLayout>
              </c:layout>
              <c:tx>
                <c:rich>
                  <a:bodyPr/>
                  <a:lstStyle/>
                  <a:p>
                    <a:fld id="{6AA2C40C-AD9B-4CC7-B3E0-A6E1B8C1B08B}"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{6AA2C40C-AD9B-4CC7-B3E0-A6E1B8C1B08B}</c15:txfldGUID>
                      <c15:f>Sheet1!$E$5</c15:f>
                      <c15:dlblFieldTableCache>
                        <c:ptCount val="1"/>
                      </c15:dlblFieldTableCache>
                    </c15:dlblFTEntry>
                  </c15:dlblFieldTable>
                  <c15:showDataLabelsRange val="0"/>
                </c:ext>
                <c:ext xmlns:c16="http://schemas.microsoft.com/office/drawing/2014/chart" uri="{C3380CC4-5D6E-409C-BE32-E72D297353CC}">
                  <c16:uniqueId val="{00000005-2CCD-4F64-B3C8-FEAC67A70A70}"/>
                </c:ext>
              </c:extLst>
            </c:dLbl>
            <c:dLbl>
              <c:idx val="4"/>
              <c:delete val="1"/>
              <c:extLst>
                <c:ext xmlns:c15="http://schemas.microsoft.com/office/drawing/2012/chart" uri="{CE6537A1-D6FC-4f65-9D91-7224C49458BB}"/>
                <c:ext xmlns:c16="http://schemas.microsoft.com/office/drawing/2014/chart" uri="{C3380CC4-5D6E-409C-BE32-E72D297353CC}">
                  <c16:uniqueId val="{00000006-2CCD-4F64-B3C8-FEAC67A70A70}"/>
                </c:ext>
              </c:extLst>
            </c:dLbl>
            <c:dLbl>
              <c:idx val="5"/>
              <c:delete val="1"/>
              <c:extLst>
                <c:ext xmlns:c15="http://schemas.microsoft.com/office/drawing/2012/chart" uri="{CE6537A1-D6FC-4f65-9D91-7224C49458BB}"/>
                <c:ext xmlns:c16="http://schemas.microsoft.com/office/drawing/2014/chart" uri="{C3380CC4-5D6E-409C-BE32-E72D297353CC}">
                  <c16:uniqueId val="{00000007-2CCD-4F64-B3C8-FEAC67A70A70}"/>
                </c:ext>
              </c:extLst>
            </c:dLbl>
            <c:dLbl>
              <c:idx val="6"/>
              <c:delete val="1"/>
              <c:extLst>
                <c:ext xmlns:c15="http://schemas.microsoft.com/office/drawing/2012/chart" uri="{CE6537A1-D6FC-4f65-9D91-7224C49458BB}"/>
                <c:ext xmlns:c16="http://schemas.microsoft.com/office/drawing/2014/chart" uri="{C3380CC4-5D6E-409C-BE32-E72D297353CC}">
                  <c16:uniqueId val="{00000008-2CCD-4F64-B3C8-FEAC67A70A70}"/>
                </c:ext>
              </c:extLst>
            </c:dLbl>
            <c:dLbl>
              <c:idx val="7"/>
              <c:delete val="1"/>
              <c:extLst>
                <c:ext xmlns:c15="http://schemas.microsoft.com/office/drawing/2012/chart" uri="{CE6537A1-D6FC-4f65-9D91-7224C49458BB}"/>
                <c:ext xmlns:c16="http://schemas.microsoft.com/office/drawing/2014/chart" uri="{C3380CC4-5D6E-409C-BE32-E72D297353CC}">
                  <c16:uniqueId val="{00000009-2CCD-4F64-B3C8-FEAC67A70A70}"/>
                </c:ext>
              </c:extLst>
            </c:dLbl>
            <c:dLbl>
              <c:idx val="8"/>
              <c:delete val="1"/>
              <c:extLst>
                <c:ext xmlns:c15="http://schemas.microsoft.com/office/drawing/2012/chart" uri="{CE6537A1-D6FC-4f65-9D91-7224C49458BB}"/>
                <c:ext xmlns:c16="http://schemas.microsoft.com/office/drawing/2014/chart" uri="{C3380CC4-5D6E-409C-BE32-E72D297353CC}">
                  <c16:uniqueId val="{0000000A-2CCD-4F64-B3C8-FEAC67A70A70}"/>
                </c:ext>
              </c:extLst>
            </c:dLbl>
            <c:dLbl>
              <c:idx val="9"/>
              <c:delete val="1"/>
              <c:extLst>
                <c:ext xmlns:c15="http://schemas.microsoft.com/office/drawing/2012/chart" uri="{CE6537A1-D6FC-4f65-9D91-7224C49458BB}"/>
                <c:ext xmlns:c16="http://schemas.microsoft.com/office/drawing/2014/chart" uri="{C3380CC4-5D6E-409C-BE32-E72D297353CC}">
                  <c16:uniqueId val="{0000000B-2CCD-4F64-B3C8-FEAC67A70A70}"/>
                </c:ext>
              </c:extLst>
            </c:dLbl>
            <c:dLbl>
              <c:idx val="10"/>
              <c:delete val="1"/>
              <c:extLst>
                <c:ext xmlns:c15="http://schemas.microsoft.com/office/drawing/2012/chart" uri="{CE6537A1-D6FC-4f65-9D91-7224C49458BB}"/>
                <c:ext xmlns:c16="http://schemas.microsoft.com/office/drawing/2014/chart" uri="{C3380CC4-5D6E-409C-BE32-E72D297353CC}">
                  <c16:uniqueId val="{0000000C-2CCD-4F64-B3C8-FEAC67A70A70}"/>
                </c:ext>
              </c:extLst>
            </c:dLbl>
            <c:dLbl>
              <c:idx val="11"/>
              <c:delete val="1"/>
              <c:extLst>
                <c:ext xmlns:c15="http://schemas.microsoft.com/office/drawing/2012/chart" uri="{CE6537A1-D6FC-4f65-9D91-7224C49458BB}"/>
                <c:ext xmlns:c16="http://schemas.microsoft.com/office/drawing/2014/chart" uri="{C3380CC4-5D6E-409C-BE32-E72D297353CC}">
                  <c16:uniqueId val="{0000000D-2CCD-4F64-B3C8-FEAC67A70A7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9050" cap="rnd">
                <a:solidFill>
                  <a:schemeClr val="accent1"/>
                </a:solidFill>
                <a:prstDash val="sysDot"/>
              </a:ln>
              <a:effectLst/>
            </c:spPr>
            <c:trendlineType val="linear"/>
            <c:dispRSqr val="0"/>
            <c:dispEq val="0"/>
          </c:trendline>
          <c:cat>
            <c:strRef>
              <c:f>Sheet1!$A$2:$A$13</c:f>
              <c:strCache>
                <c:ptCount val="12"/>
                <c:pt idx="0">
                  <c:v>Jau</c:v>
                </c:pt>
                <c:pt idx="1">
                  <c:v>Fep</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_(* #,##0.00_);_(* \(#,##0.00\);_(* "-"??_);_(@_)</c:formatCode>
                <c:ptCount val="12"/>
                <c:pt idx="0">
                  <c:v>114605219</c:v>
                </c:pt>
                <c:pt idx="1">
                  <c:v>123454222</c:v>
                </c:pt>
                <c:pt idx="2" formatCode="_-* #,##0.00_-;\-* #,##0.00_-;_-* &quot;-&quot;??_-;_-@_-">
                  <c:v>143104655.5</c:v>
                </c:pt>
                <c:pt idx="3" formatCode="_-* #,##0.00_-;\-* #,##0.00_-;_-* &quot;-&quot;??_-;_-@_-">
                  <c:v>166882752</c:v>
                </c:pt>
                <c:pt idx="4" formatCode="_-* #,##0.00_-;\-* #,##0.00_-;_-* &quot;-&quot;??_-;_-@_-">
                  <c:v>90330433.25</c:v>
                </c:pt>
                <c:pt idx="5">
                  <c:v>145538001</c:v>
                </c:pt>
                <c:pt idx="6">
                  <c:v>127124350</c:v>
                </c:pt>
                <c:pt idx="7">
                  <c:v>134162877</c:v>
                </c:pt>
                <c:pt idx="8">
                  <c:v>158201449</c:v>
                </c:pt>
                <c:pt idx="9">
                  <c:v>142294971</c:v>
                </c:pt>
                <c:pt idx="10">
                  <c:v>134116112</c:v>
                </c:pt>
                <c:pt idx="11" formatCode="_-* #,##0.00_-;\-* #,##0.00_-;_-* &quot;-&quot;??_-;_-@_-">
                  <c:v>168195979</c:v>
                </c:pt>
              </c:numCache>
            </c:numRef>
          </c:val>
          <c:extLst>
            <c:ext xmlns:c16="http://schemas.microsoft.com/office/drawing/2014/chart" uri="{C3380CC4-5D6E-409C-BE32-E72D297353CC}">
              <c16:uniqueId val="{0000000F-2CCD-4F64-B3C8-FEAC67A70A70}"/>
            </c:ext>
          </c:extLst>
        </c:ser>
        <c:dLbls>
          <c:showLegendKey val="0"/>
          <c:showVal val="0"/>
          <c:showCatName val="0"/>
          <c:showSerName val="0"/>
          <c:showPercent val="0"/>
          <c:showBubbleSize val="0"/>
        </c:dLbls>
        <c:gapWidth val="150"/>
        <c:overlap val="-24"/>
        <c:axId val="1531680608"/>
        <c:axId val="1531682816"/>
      </c:barChart>
      <c:catAx>
        <c:axId val="15316806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531682816"/>
        <c:crosses val="autoZero"/>
        <c:auto val="1"/>
        <c:lblAlgn val="ctr"/>
        <c:lblOffset val="100"/>
        <c:noMultiLvlLbl val="0"/>
      </c:catAx>
      <c:valAx>
        <c:axId val="1531682816"/>
        <c:scaling>
          <c:orientation val="minMax"/>
          <c:max val="170000000.00000003"/>
          <c:min val="50000000"/>
        </c:scaling>
        <c:delete val="0"/>
        <c:axPos val="l"/>
        <c:majorGridlines>
          <c:spPr>
            <a:ln w="9525" cap="flat" cmpd="sng" algn="ctr">
              <a:solidFill>
                <a:schemeClr val="bg1">
                  <a:alpha val="20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531680608"/>
        <c:crosses val="autoZero"/>
        <c:crossBetween val="between"/>
        <c:majorUnit val="20000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2">
              <a:alpha val="34000"/>
            </a:schemeClr>
          </a:solidFill>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Sheet1!$B$4</c:f>
              <c:strCache>
                <c:ptCount val="1"/>
                <c:pt idx="0">
                  <c:v>الاستخدام</c:v>
                </c:pt>
              </c:strCache>
            </c:strRef>
          </c:tx>
          <c:spPr>
            <a:ln w="28575" cap="rnd">
              <a:solidFill>
                <a:schemeClr val="accent4"/>
              </a:solidFill>
              <a:round/>
            </a:ln>
            <a:effectLst/>
          </c:spPr>
          <c:marker>
            <c:symbol val="circle"/>
            <c:size val="5"/>
            <c:spPr>
              <a:solidFill>
                <a:schemeClr val="accent4"/>
              </a:solidFill>
              <a:ln w="9525">
                <a:noFill/>
              </a:ln>
              <a:effectLst/>
            </c:spPr>
          </c:marker>
          <c:dLbls>
            <c:dLbl>
              <c:idx val="0"/>
              <c:tx>
                <c:rich>
                  <a:bodyPr/>
                  <a:lstStyle/>
                  <a:p>
                    <a:endParaRPr lang="en-US"/>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2C4F-43ED-8536-9763D0A8E99C}"/>
                </c:ext>
              </c:extLst>
            </c:dLbl>
            <c:dLbl>
              <c:idx val="1"/>
              <c:tx>
                <c:rich>
                  <a:bodyPr/>
                  <a:lstStyle/>
                  <a:p>
                    <a:endParaRPr lang="en-US"/>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C4F-43ED-8536-9763D0A8E99C}"/>
                </c:ext>
              </c:extLst>
            </c:dLbl>
            <c:dLbl>
              <c:idx val="2"/>
              <c:delete val="1"/>
              <c:extLst>
                <c:ext xmlns:c15="http://schemas.microsoft.com/office/drawing/2012/chart" uri="{CE6537A1-D6FC-4f65-9D91-7224C49458BB}"/>
                <c:ext xmlns:c16="http://schemas.microsoft.com/office/drawing/2014/chart" uri="{C3380CC4-5D6E-409C-BE32-E72D297353CC}">
                  <c16:uniqueId val="{00000002-2C4F-43ED-8536-9763D0A8E99C}"/>
                </c:ext>
              </c:extLst>
            </c:dLbl>
            <c:dLbl>
              <c:idx val="3"/>
              <c:delete val="1"/>
              <c:extLst>
                <c:ext xmlns:c15="http://schemas.microsoft.com/office/drawing/2012/chart" uri="{CE6537A1-D6FC-4f65-9D91-7224C49458BB}"/>
                <c:ext xmlns:c16="http://schemas.microsoft.com/office/drawing/2014/chart" uri="{C3380CC4-5D6E-409C-BE32-E72D297353CC}">
                  <c16:uniqueId val="{00000003-2C4F-43ED-8536-9763D0A8E99C}"/>
                </c:ext>
              </c:extLst>
            </c:dLbl>
            <c:dLbl>
              <c:idx val="4"/>
              <c:tx>
                <c:rich>
                  <a:bodyPr/>
                  <a:lstStyle/>
                  <a:p>
                    <a:endParaRPr lang="en-US"/>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2C4F-43ED-8536-9763D0A8E99C}"/>
                </c:ext>
              </c:extLst>
            </c:dLbl>
            <c:dLbl>
              <c:idx val="5"/>
              <c:tx>
                <c:rich>
                  <a:bodyPr/>
                  <a:lstStyle/>
                  <a:p>
                    <a:endParaRPr lang="en-US"/>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2C4F-43ED-8536-9763D0A8E99C}"/>
                </c:ext>
              </c:extLst>
            </c:dLbl>
            <c:dLbl>
              <c:idx val="6"/>
              <c:tx>
                <c:rich>
                  <a:bodyPr/>
                  <a:lstStyle/>
                  <a:p>
                    <a:endParaRPr lang="en-US"/>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2C4F-43ED-8536-9763D0A8E99C}"/>
                </c:ext>
              </c:extLst>
            </c:dLbl>
            <c:dLbl>
              <c:idx val="7"/>
              <c:delete val="1"/>
              <c:extLst>
                <c:ext xmlns:c15="http://schemas.microsoft.com/office/drawing/2012/chart" uri="{CE6537A1-D6FC-4f65-9D91-7224C49458BB}"/>
                <c:ext xmlns:c16="http://schemas.microsoft.com/office/drawing/2014/chart" uri="{C3380CC4-5D6E-409C-BE32-E72D297353CC}">
                  <c16:uniqueId val="{00000007-2C4F-43ED-8536-9763D0A8E99C}"/>
                </c:ext>
              </c:extLst>
            </c:dLbl>
            <c:dLbl>
              <c:idx val="8"/>
              <c:layout>
                <c:manualLayout>
                  <c:x val="-3.1665611146295125E-2"/>
                  <c:y val="0.11417680322931557"/>
                </c:manualLayout>
              </c:layout>
              <c:tx>
                <c:rich>
                  <a:bodyPr/>
                  <a:lstStyle/>
                  <a:p>
                    <a:fld id="{9DD425F7-2D2F-4F95-B5BC-42F06F3DDB4B}" type="CELLRANGE">
                      <a:rPr lang="en-US" smtClean="0"/>
                      <a:pPr/>
                      <a:t>[CELLRANGE]</a:t>
                    </a:fld>
                    <a:r>
                      <a:rPr lang="en-US"/>
                      <a:t>eSIM</a:t>
                    </a:r>
                    <a:r>
                      <a:rPr lang="ar-LY"/>
                      <a:t>أطلاق</a:t>
                    </a:r>
                    <a:r>
                      <a:rPr lang="ar-LY" baseline="0"/>
                      <a:t> منتج </a:t>
                    </a:r>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2C4F-43ED-8536-9763D0A8E99C}"/>
                </c:ext>
              </c:extLst>
            </c:dLbl>
            <c:dLbl>
              <c:idx val="9"/>
              <c:tx>
                <c:rich>
                  <a:bodyPr/>
                  <a:lstStyle/>
                  <a:p>
                    <a:endParaRPr lang="ar-LY"/>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2C4F-43ED-8536-9763D0A8E99C}"/>
                </c:ext>
              </c:extLst>
            </c:dLbl>
            <c:dLbl>
              <c:idx val="10"/>
              <c:tx>
                <c:rich>
                  <a:bodyPr/>
                  <a:lstStyle/>
                  <a:p>
                    <a:endParaRPr lang="ar-LY"/>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2C4F-43ED-8536-9763D0A8E99C}"/>
                </c:ext>
              </c:extLst>
            </c:dLbl>
            <c:dLbl>
              <c:idx val="11"/>
              <c:tx>
                <c:rich>
                  <a:bodyPr/>
                  <a:lstStyle/>
                  <a:p>
                    <a:endParaRPr lang="ar-LY"/>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2C4F-43ED-8536-9763D0A8E99C}"/>
                </c:ext>
              </c:extLst>
            </c:dLbl>
            <c:dLbl>
              <c:idx val="12"/>
              <c:layout>
                <c:manualLayout>
                  <c:x val="-8.4441629723453655E-3"/>
                  <c:y val="0.11417680322931557"/>
                </c:manualLayout>
              </c:layout>
              <c:tx>
                <c:rich>
                  <a:bodyPr/>
                  <a:lstStyle/>
                  <a:p>
                    <a:fld id="{17BE83C7-ED54-4D87-8BE2-8B78CED79634}" type="CELLRANGE">
                      <a:rPr lang="ar-LY"/>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C-2C4F-43ED-8536-9763D0A8E99C}"/>
                </c:ext>
              </c:extLst>
            </c:dLbl>
            <c:dLbl>
              <c:idx val="13"/>
              <c:tx>
                <c:rich>
                  <a:bodyPr/>
                  <a:lstStyle/>
                  <a:p>
                    <a:fld id="{1FE346F0-DB12-45CB-87A1-9D5C0F2C686F}" type="CELLRANGE">
                      <a:rPr lang="en-US"/>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D-2C4F-43ED-8536-9763D0A8E99C}"/>
                </c:ext>
              </c:extLst>
            </c:dLbl>
            <c:dLbl>
              <c:idx val="14"/>
              <c:layout>
                <c:manualLayout>
                  <c:x val="-1.6888325944690731E-2"/>
                  <c:y val="0.19165391970635112"/>
                </c:manualLayout>
              </c:layout>
              <c:tx>
                <c:rich>
                  <a:bodyPr/>
                  <a:lstStyle/>
                  <a:p>
                    <a:fld id="{B81F1DC9-98B9-4B1D-B42E-CA08769F601F}" type="CELLRANGE">
                      <a:rPr lang="ar-LY"/>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E-2C4F-43ED-8536-9763D0A8E99C}"/>
                </c:ext>
              </c:extLst>
            </c:dLbl>
            <c:dLbl>
              <c:idx val="15"/>
              <c:layout>
                <c:manualLayout>
                  <c:x val="-3.8708598117741744E-2"/>
                  <c:y val="-0.14390348005460091"/>
                </c:manualLayout>
              </c:layout>
              <c:tx>
                <c:rich>
                  <a:bodyPr/>
                  <a:lstStyle/>
                  <a:p>
                    <a:fld id="{53528679-DCC3-467E-8A9D-B82998C309FB}" type="CELLRANGE">
                      <a:rPr lang="ar-LY"/>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F-2C4F-43ED-8536-9763D0A8E99C}"/>
                </c:ext>
              </c:extLst>
            </c:dLbl>
            <c:dLbl>
              <c:idx val="16"/>
              <c:tx>
                <c:rich>
                  <a:bodyPr/>
                  <a:lstStyle/>
                  <a:p>
                    <a:fld id="{C75FE96E-C70E-4BF8-AB59-706A94597259}" type="CELLRANGE">
                      <a:rPr lang="en-US"/>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FA9B-4CBD-9282-9C2BAE9CAAF4}"/>
                </c:ext>
              </c:extLst>
            </c:dLbl>
            <c:dLbl>
              <c:idx val="17"/>
              <c:layout>
                <c:manualLayout>
                  <c:x val="-1.1484352569623888E-2"/>
                  <c:y val="0.11672360695430059"/>
                </c:manualLayout>
              </c:layout>
              <c:tx>
                <c:rich>
                  <a:bodyPr/>
                  <a:lstStyle/>
                  <a:p>
                    <a:fld id="{6100A40A-585A-4FCF-9B96-B71EA211B085}" type="CELLREF">
                      <a:rPr lang="ar-LY" smtClean="0"/>
                      <a:pPr/>
                      <a:t>[CELLREF]</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dlblFTEntry>
                      <c15:txfldGUID>{6100A40A-585A-4FCF-9B96-B71EA211B085}</c15:txfldGUID>
                      <c15:f>Sheet1!$T$1</c15:f>
                      <c15:dlblFieldTableCache>
                        <c:ptCount val="1"/>
                        <c:pt idx="0">
                          <c:v>عيد الأضحى</c:v>
                        </c:pt>
                      </c15:dlblFieldTableCache>
                    </c15:dlblFTEntry>
                  </c15:dlblFieldTable>
                  <c15:showDataLabelsRange val="1"/>
                </c:ext>
                <c:ext xmlns:c16="http://schemas.microsoft.com/office/drawing/2014/chart" uri="{C3380CC4-5D6E-409C-BE32-E72D297353CC}">
                  <c16:uniqueId val="{00000000-93E4-4F2A-B39E-FFDCA66F907E}"/>
                </c:ext>
              </c:extLst>
            </c:dLbl>
            <c:dLbl>
              <c:idx val="18"/>
              <c:tx>
                <c:rich>
                  <a:bodyPr/>
                  <a:lstStyle/>
                  <a:p>
                    <a:fld id="{72712785-E761-4FB0-8E4C-89F3EAD7EF1A}" type="CELLRANGE">
                      <a:rPr lang="en-US"/>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F2FE-4816-8014-AF3D2DB240E8}"/>
                </c:ext>
              </c:extLst>
            </c:dLbl>
            <c:dLbl>
              <c:idx val="19"/>
              <c:tx>
                <c:rich>
                  <a:bodyPr/>
                  <a:lstStyle/>
                  <a:p>
                    <a:fld id="{EC2D85F3-CCDA-4913-8E81-3205CFAF672F}" type="CELLRANGE">
                      <a:rPr lang="en-US"/>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C026-4F83-890F-5384807A1EC9}"/>
                </c:ext>
              </c:extLst>
            </c:dLbl>
            <c:dLbl>
              <c:idx val="20"/>
              <c:layout>
                <c:manualLayout>
                  <c:x val="-5.1679586563307664E-2"/>
                  <c:y val="-0.28013665669032145"/>
                </c:manualLayout>
              </c:layout>
              <c:tx>
                <c:rich>
                  <a:bodyPr/>
                  <a:lstStyle/>
                  <a:p>
                    <a:fld id="{4ABD2ED6-8382-4201-9D6C-1C9C335B160B}" type="CELLRANGE">
                      <a:rPr lang="ar-LY"/>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3104-47BE-AD9B-0F5160D28D34}"/>
                </c:ext>
              </c:extLst>
            </c:dLbl>
            <c:dLbl>
              <c:idx val="21"/>
              <c:tx>
                <c:rich>
                  <a:bodyPr/>
                  <a:lstStyle/>
                  <a:p>
                    <a:fld id="{FC0DE6DC-7457-488A-872A-3E459F85D35F}" type="CELLRANGE">
                      <a:rPr lang="en-US"/>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3A8C-4C07-BF24-EBCDD0EC6B78}"/>
                </c:ext>
              </c:extLst>
            </c:dLbl>
            <c:dLbl>
              <c:idx val="24"/>
              <c:tx>
                <c:rich>
                  <a:bodyPr/>
                  <a:lstStyle/>
                  <a:p>
                    <a:endParaRPr lang="en-US"/>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2C4F-43ED-8536-9763D0A8E99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numRef>
              <c:f>Sheet1!$C$3:$X$3</c:f>
              <c:numCache>
                <c:formatCode>[$-409]mmm\-yy;@</c:formatCode>
                <c:ptCount val="22"/>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45200</c:v>
                </c:pt>
              </c:numCache>
            </c:numRef>
          </c:cat>
          <c:val>
            <c:numRef>
              <c:f>Sheet1!$C$4:$X$4</c:f>
              <c:numCache>
                <c:formatCode>_-* #,##0.00_-;\-* #,##0.00_-;_-* "-"??_-;_-@_-</c:formatCode>
                <c:ptCount val="22"/>
                <c:pt idx="0">
                  <c:v>136697178</c:v>
                </c:pt>
                <c:pt idx="1">
                  <c:v>125940353</c:v>
                </c:pt>
                <c:pt idx="2">
                  <c:v>144997897</c:v>
                </c:pt>
                <c:pt idx="3">
                  <c:v>125773694</c:v>
                </c:pt>
                <c:pt idx="4">
                  <c:v>138470074</c:v>
                </c:pt>
                <c:pt idx="5">
                  <c:v>137891670</c:v>
                </c:pt>
                <c:pt idx="6">
                  <c:v>146435087</c:v>
                </c:pt>
                <c:pt idx="7">
                  <c:v>146395653</c:v>
                </c:pt>
                <c:pt idx="8">
                  <c:v>138815919</c:v>
                </c:pt>
                <c:pt idx="9">
                  <c:v>143481383</c:v>
                </c:pt>
                <c:pt idx="10">
                  <c:v>138920835</c:v>
                </c:pt>
                <c:pt idx="11">
                  <c:v>143317278</c:v>
                </c:pt>
                <c:pt idx="12">
                  <c:v>145168852</c:v>
                </c:pt>
                <c:pt idx="13">
                  <c:v>129514398</c:v>
                </c:pt>
                <c:pt idx="14">
                  <c:v>147197257</c:v>
                </c:pt>
                <c:pt idx="15">
                  <c:v>141015711</c:v>
                </c:pt>
                <c:pt idx="16">
                  <c:v>150209235</c:v>
                </c:pt>
                <c:pt idx="17">
                  <c:v>148239709</c:v>
                </c:pt>
                <c:pt idx="18">
                  <c:v>149668631</c:v>
                </c:pt>
                <c:pt idx="19">
                  <c:v>151895771</c:v>
                </c:pt>
                <c:pt idx="20">
                  <c:v>109144511</c:v>
                </c:pt>
                <c:pt idx="21">
                  <c:v>152378319</c:v>
                </c:pt>
              </c:numCache>
            </c:numRef>
          </c:val>
          <c:smooth val="0"/>
          <c:extLst>
            <c:ext xmlns:c15="http://schemas.microsoft.com/office/drawing/2012/chart" uri="{02D57815-91ED-43cb-92C2-25804820EDAC}">
              <c15:datalabelsRange>
                <c15:f>Sheet1!$C$1:$AB$1</c15:f>
                <c15:dlblRangeCache>
                  <c:ptCount val="26"/>
                  <c:pt idx="12">
                    <c:v>بداية السنة</c:v>
                  </c:pt>
                  <c:pt idx="14">
                    <c:v>بداية شهر رمضان</c:v>
                  </c:pt>
                  <c:pt idx="15">
                    <c:v> شهر رمضان</c:v>
                  </c:pt>
                  <c:pt idx="17">
                    <c:v>عيد الأضحى</c:v>
                  </c:pt>
                  <c:pt idx="20">
                    <c:v>احداث درنة</c:v>
                  </c:pt>
                </c15:dlblRangeCache>
              </c15:datalabelsRange>
            </c:ext>
            <c:ext xmlns:c16="http://schemas.microsoft.com/office/drawing/2014/chart" uri="{C3380CC4-5D6E-409C-BE32-E72D297353CC}">
              <c16:uniqueId val="{00000011-2C4F-43ED-8536-9763D0A8E99C}"/>
            </c:ext>
          </c:extLst>
        </c:ser>
        <c:ser>
          <c:idx val="1"/>
          <c:order val="1"/>
          <c:tx>
            <c:strRef>
              <c:f>Sheet1!$B$5</c:f>
              <c:strCache>
                <c:ptCount val="1"/>
                <c:pt idx="0">
                  <c:v>مبيعات بطاقات التعبئة والشحن الالكتروني</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numRef>
              <c:f>Sheet1!$C$3:$X$3</c:f>
              <c:numCache>
                <c:formatCode>[$-409]mmm\-yy;@</c:formatCode>
                <c:ptCount val="22"/>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45200</c:v>
                </c:pt>
              </c:numCache>
            </c:numRef>
          </c:cat>
          <c:val>
            <c:numRef>
              <c:f>Sheet1!$C$5:$X$5</c:f>
              <c:numCache>
                <c:formatCode>_-* #,##0.00_-;\-* #,##0.00_-;_-* "-"??_-;_-@_-</c:formatCode>
                <c:ptCount val="22"/>
                <c:pt idx="0">
                  <c:v>113064040</c:v>
                </c:pt>
                <c:pt idx="1">
                  <c:v>122459006</c:v>
                </c:pt>
                <c:pt idx="2">
                  <c:v>141466027</c:v>
                </c:pt>
                <c:pt idx="3">
                  <c:v>166581421</c:v>
                </c:pt>
                <c:pt idx="4">
                  <c:v>90330433.25</c:v>
                </c:pt>
                <c:pt idx="5">
                  <c:v>145538001</c:v>
                </c:pt>
                <c:pt idx="6">
                  <c:v>127124350</c:v>
                </c:pt>
                <c:pt idx="7">
                  <c:v>134162877</c:v>
                </c:pt>
                <c:pt idx="8">
                  <c:v>158201449</c:v>
                </c:pt>
                <c:pt idx="9">
                  <c:v>140843774</c:v>
                </c:pt>
                <c:pt idx="10">
                  <c:v>134116112</c:v>
                </c:pt>
                <c:pt idx="11">
                  <c:v>168195979</c:v>
                </c:pt>
                <c:pt idx="12">
                  <c:v>136199226</c:v>
                </c:pt>
                <c:pt idx="13">
                  <c:v>127442201.735</c:v>
                </c:pt>
                <c:pt idx="14">
                  <c:v>147843667</c:v>
                </c:pt>
                <c:pt idx="15">
                  <c:v>116177596.5</c:v>
                </c:pt>
                <c:pt idx="16">
                  <c:v>162304076.50000003</c:v>
                </c:pt>
                <c:pt idx="17">
                  <c:v>158134937.5</c:v>
                </c:pt>
                <c:pt idx="18">
                  <c:v>145663637.69999999</c:v>
                </c:pt>
                <c:pt idx="19">
                  <c:v>153942281.5</c:v>
                </c:pt>
                <c:pt idx="20" formatCode="#,##0">
                  <c:v>83359374.549999997</c:v>
                </c:pt>
                <c:pt idx="21">
                  <c:v>161371412</c:v>
                </c:pt>
              </c:numCache>
            </c:numRef>
          </c:val>
          <c:smooth val="0"/>
          <c:extLst>
            <c:ext xmlns:c16="http://schemas.microsoft.com/office/drawing/2014/chart" uri="{C3380CC4-5D6E-409C-BE32-E72D297353CC}">
              <c16:uniqueId val="{00000012-2C4F-43ED-8536-9763D0A8E99C}"/>
            </c:ext>
          </c:extLst>
        </c:ser>
        <c:ser>
          <c:idx val="2"/>
          <c:order val="2"/>
          <c:tx>
            <c:strRef>
              <c:f>Sheet1!$B$6</c:f>
              <c:strCache>
                <c:ptCount val="1"/>
                <c:pt idx="0">
                  <c:v>تعبئة الرصيد</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dLbl>
              <c:idx val="1"/>
              <c:layout>
                <c:manualLayout>
                  <c:x val="-1.5832805573147563E-2"/>
                  <c:y val="0.16310971889902218"/>
                </c:manualLayout>
              </c:layout>
              <c:tx>
                <c:rich>
                  <a:bodyPr/>
                  <a:lstStyle/>
                  <a:p>
                    <a:fld id="{27C045BE-4871-4CBB-B8DF-1AB3C425E997}" type="CELLREF">
                      <a:rPr lang="ar-LY" sz="1000" b="0" i="0" u="none" strike="noStrike" kern="1200" baseline="0" smtClean="0">
                        <a:solidFill>
                          <a:schemeClr val="bg1"/>
                        </a:solidFill>
                      </a:rPr>
                      <a:pPr/>
                      <a:t>[CELLREF]</a:t>
                    </a:fld>
                    <a:endParaRPr lang="en-US"/>
                  </a:p>
                </c:rich>
              </c:tx>
              <c:showLegendKey val="0"/>
              <c:showVal val="1"/>
              <c:showCatName val="0"/>
              <c:showSerName val="0"/>
              <c:showPercent val="0"/>
              <c:showBubbleSize val="0"/>
              <c:separator>, </c:separator>
              <c:extLst>
                <c:ext xmlns:c15="http://schemas.microsoft.com/office/drawing/2012/chart" uri="{CE6537A1-D6FC-4f65-9D91-7224C49458BB}">
                  <c15:dlblFieldTable>
                    <c15:dlblFTEntry>
                      <c15:txfldGUID>{27C045BE-4871-4CBB-B8DF-1AB3C425E997}</c15:txfldGUID>
                      <c15:f>Sheet1!$Z$1</c15:f>
                      <c15:dlblFieldTableCache>
                        <c:ptCount val="1"/>
                      </c15:dlblFieldTableCache>
                    </c15:dlblFTEntry>
                  </c15:dlblFieldTable>
                  <c15:showDataLabelsRange val="0"/>
                </c:ext>
                <c:ext xmlns:c16="http://schemas.microsoft.com/office/drawing/2014/chart" uri="{C3380CC4-5D6E-409C-BE32-E72D297353CC}">
                  <c16:uniqueId val="{00000013-2C4F-43ED-8536-9763D0A8E99C}"/>
                </c:ext>
              </c:extLst>
            </c:dLbl>
            <c:dLbl>
              <c:idx val="4"/>
              <c:layout>
                <c:manualLayout>
                  <c:x val="-1.4777285201604391E-2"/>
                  <c:y val="-0.19573166267882672"/>
                </c:manualLayout>
              </c:layout>
              <c:tx>
                <c:rich>
                  <a:bodyPr/>
                  <a:lstStyle/>
                  <a:p>
                    <a:fld id="{55567A91-A882-41B5-9E35-ECDDF451205C}" type="CELLREF">
                      <a:rPr lang="ar-LY"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{55567A91-A882-41B5-9E35-ECDDF451205C}</c15:txfldGUID>
                      <c15:f>Sheet1!$AC$1</c15:f>
                      <c15:dlblFieldTableCache>
                        <c:ptCount val="1"/>
                      </c15:dlblFieldTableCache>
                    </c15:dlblFTEntry>
                  </c15:dlblFieldTable>
                  <c15:showDataLabelsRange val="0"/>
                </c:ext>
                <c:ext xmlns:c16="http://schemas.microsoft.com/office/drawing/2014/chart" uri="{C3380CC4-5D6E-409C-BE32-E72D297353CC}">
                  <c16:uniqueId val="{00000014-2C4F-43ED-8536-9763D0A8E99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Sheet1!$C$3:$X$3</c:f>
              <c:numCache>
                <c:formatCode>[$-409]mmm\-yy;@</c:formatCode>
                <c:ptCount val="22"/>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45200</c:v>
                </c:pt>
              </c:numCache>
            </c:numRef>
          </c:cat>
          <c:val>
            <c:numRef>
              <c:f>Sheet1!$C$6:$X$6</c:f>
              <c:numCache>
                <c:formatCode>_-* #,##0.00_-;\-* #,##0.00_-;_-* "-"??_-;_-@_-</c:formatCode>
                <c:ptCount val="22"/>
                <c:pt idx="0">
                  <c:v>138338010.84999999</c:v>
                </c:pt>
                <c:pt idx="1">
                  <c:v>124307469.78</c:v>
                </c:pt>
                <c:pt idx="2">
                  <c:v>146249355.44</c:v>
                </c:pt>
                <c:pt idx="3">
                  <c:v>126553027.59999999</c:v>
                </c:pt>
                <c:pt idx="4">
                  <c:v>134711279.5</c:v>
                </c:pt>
                <c:pt idx="5">
                  <c:v>136306117</c:v>
                </c:pt>
                <c:pt idx="6">
                  <c:v>143205880.5</c:v>
                </c:pt>
                <c:pt idx="7">
                  <c:v>145487322.66</c:v>
                </c:pt>
                <c:pt idx="8">
                  <c:v>137935747.75</c:v>
                </c:pt>
                <c:pt idx="9">
                  <c:v>142729108</c:v>
                </c:pt>
                <c:pt idx="10">
                  <c:v>137166227.25999999</c:v>
                </c:pt>
                <c:pt idx="11">
                  <c:v>143620761.75</c:v>
                </c:pt>
                <c:pt idx="12">
                  <c:v>144561898</c:v>
                </c:pt>
                <c:pt idx="13">
                  <c:v>128177188.25</c:v>
                </c:pt>
                <c:pt idx="14">
                  <c:v>149084660.25</c:v>
                </c:pt>
                <c:pt idx="15">
                  <c:v>142270097.25</c:v>
                </c:pt>
                <c:pt idx="16">
                  <c:v>146227670.75</c:v>
                </c:pt>
                <c:pt idx="17">
                  <c:v>149671779.75</c:v>
                </c:pt>
                <c:pt idx="18">
                  <c:v>145775141.75</c:v>
                </c:pt>
                <c:pt idx="19">
                  <c:v>150239350.5</c:v>
                </c:pt>
                <c:pt idx="20">
                  <c:v>112058309.25</c:v>
                </c:pt>
                <c:pt idx="21">
                  <c:v>148054183.5</c:v>
                </c:pt>
              </c:numCache>
            </c:numRef>
          </c:val>
          <c:smooth val="0"/>
          <c:extLst>
            <c:ext xmlns:c16="http://schemas.microsoft.com/office/drawing/2014/chart" uri="{C3380CC4-5D6E-409C-BE32-E72D297353CC}">
              <c16:uniqueId val="{00000015-2C4F-43ED-8536-9763D0A8E99C}"/>
            </c:ext>
          </c:extLst>
        </c:ser>
        <c:dLbls>
          <c:showLegendKey val="0"/>
          <c:showVal val="0"/>
          <c:showCatName val="0"/>
          <c:showSerName val="0"/>
          <c:showPercent val="0"/>
          <c:showBubbleSize val="0"/>
        </c:dLbls>
        <c:marker val="1"/>
        <c:smooth val="0"/>
        <c:axId val="1839930847"/>
        <c:axId val="1839931679"/>
      </c:lineChart>
      <c:dateAx>
        <c:axId val="1839930847"/>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839931679"/>
        <c:crosses val="autoZero"/>
        <c:auto val="1"/>
        <c:lblOffset val="100"/>
        <c:baseTimeUnit val="months"/>
      </c:dateAx>
      <c:valAx>
        <c:axId val="1839931679"/>
        <c:scaling>
          <c:orientation val="minMax"/>
          <c:min val="40000000"/>
        </c:scaling>
        <c:delete val="0"/>
        <c:axPos val="l"/>
        <c:numFmt formatCode="_-* #,##0.00_-;\-* #,##0.00_-;_-*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839930847"/>
        <c:crosses val="autoZero"/>
        <c:crossBetween val="between"/>
      </c:valAx>
      <c:spPr>
        <a:noFill/>
        <a:ln w="25400">
          <a:noFill/>
        </a:ln>
        <a:effectLst/>
      </c:spPr>
    </c:plotArea>
    <c:legend>
      <c:legendPos val="b"/>
      <c:legendEntry>
        <c:idx val="2"/>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ar-LY">
                <a:solidFill>
                  <a:schemeClr val="bg1"/>
                </a:solidFill>
              </a:rPr>
              <a:t>الإيرادات</a:t>
            </a:r>
            <a:r>
              <a:rPr lang="en-US">
                <a:solidFill>
                  <a:schemeClr val="bg1"/>
                </a:solidFill>
              </a:rPr>
              <a:t> </a:t>
            </a:r>
            <a:r>
              <a:rPr lang="ar-LY">
                <a:solidFill>
                  <a:schemeClr val="bg1"/>
                </a:solidFill>
              </a:rPr>
              <a:t>الكلية مقارنة بالمستهدف</a:t>
            </a:r>
            <a:endParaRPr lang="en-US">
              <a:solidFill>
                <a:schemeClr val="bg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manualLayout>
          <c:layoutTarget val="inner"/>
          <c:xMode val="edge"/>
          <c:yMode val="edge"/>
          <c:x val="0.17542214180532956"/>
          <c:y val="0.18853378142312877"/>
          <c:w val="0.82457785819467044"/>
          <c:h val="0.54662472360255332"/>
        </c:manualLayout>
      </c:layout>
      <c:barChart>
        <c:barDir val="col"/>
        <c:grouping val="clustered"/>
        <c:varyColors val="0"/>
        <c:ser>
          <c:idx val="0"/>
          <c:order val="0"/>
          <c:tx>
            <c:strRef>
              <c:f>Sheet1!$B$1</c:f>
              <c:strCache>
                <c:ptCount val="1"/>
                <c:pt idx="0">
                  <c:v>مجموع إيرادات النشاط المستهدفة</c:v>
                </c:pt>
              </c:strCache>
            </c:strRef>
          </c:tx>
          <c:spPr>
            <a:solidFill>
              <a:schemeClr val="accent4"/>
            </a:solidFill>
            <a:ln>
              <a:noFill/>
            </a:ln>
            <a:effectLst/>
          </c:spPr>
          <c:invertIfNegative val="0"/>
          <c:cat>
            <c:strRef>
              <c:f>Sheet1!$A$2:$A$13</c:f>
              <c:strCache>
                <c:ptCount val="12"/>
                <c:pt idx="0">
                  <c:v>Jau</c:v>
                </c:pt>
                <c:pt idx="1">
                  <c:v>Fep</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c:formatCode>
                <c:ptCount val="12"/>
                <c:pt idx="0">
                  <c:v>167000000</c:v>
                </c:pt>
                <c:pt idx="1">
                  <c:v>162000000</c:v>
                </c:pt>
                <c:pt idx="2">
                  <c:v>170700000.00000003</c:v>
                </c:pt>
                <c:pt idx="3">
                  <c:v>172950000</c:v>
                </c:pt>
                <c:pt idx="4">
                  <c:v>174500000</c:v>
                </c:pt>
                <c:pt idx="5">
                  <c:v>176049999.99999997</c:v>
                </c:pt>
                <c:pt idx="6">
                  <c:v>177949999.99999997</c:v>
                </c:pt>
                <c:pt idx="7">
                  <c:v>181200000.00000003</c:v>
                </c:pt>
                <c:pt idx="8">
                  <c:v>184099999.99999994</c:v>
                </c:pt>
                <c:pt idx="9">
                  <c:v>186900000.00000003</c:v>
                </c:pt>
                <c:pt idx="10">
                  <c:v>190500000.00000003</c:v>
                </c:pt>
                <c:pt idx="11">
                  <c:v>192100000</c:v>
                </c:pt>
              </c:numCache>
            </c:numRef>
          </c:val>
          <c:extLst>
            <c:ext xmlns:c16="http://schemas.microsoft.com/office/drawing/2014/chart" uri="{C3380CC4-5D6E-409C-BE32-E72D297353CC}">
              <c16:uniqueId val="{00000000-8A17-45FA-9E76-3ECB5465A568}"/>
            </c:ext>
          </c:extLst>
        </c:ser>
        <c:ser>
          <c:idx val="1"/>
          <c:order val="1"/>
          <c:tx>
            <c:strRef>
              <c:f>Sheet1!$C$1</c:f>
              <c:strCache>
                <c:ptCount val="1"/>
                <c:pt idx="0">
                  <c:v>مجموع إيرادات النشاط المحقق</c:v>
                </c:pt>
              </c:strCache>
            </c:strRef>
          </c:tx>
          <c:spPr>
            <a:solidFill>
              <a:srgbClr val="990099"/>
            </a:solidFill>
            <a:ln>
              <a:noFill/>
            </a:ln>
            <a:effectLst/>
          </c:spPr>
          <c:invertIfNegative val="0"/>
          <c:dLbls>
            <c:dLbl>
              <c:idx val="0"/>
              <c:layout>
                <c:manualLayout>
                  <c:x val="-1.6205707854472743E-3"/>
                  <c:y val="-5.395683453237414E-2"/>
                </c:manualLayout>
              </c:layout>
              <c:tx>
                <c:rich>
                  <a:bodyPr/>
                  <a:lstStyle/>
                  <a:p>
                    <a:fld id="{95C7E8F8-23A1-4160-999A-280F65ABDB93}"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{95C7E8F8-23A1-4160-999A-280F65ABDB93}</c15:txfldGUID>
                      <c15:f>Sheet1!$E$2</c15:f>
                      <c15:dlblFieldTableCache>
                        <c:ptCount val="1"/>
                        <c:pt idx="0">
                          <c:v>-10%</c:v>
                        </c:pt>
                      </c15:dlblFieldTableCache>
                    </c15:dlblFTEntry>
                  </c15:dlblFieldTable>
                  <c15:showDataLabelsRange val="0"/>
                </c:ext>
                <c:ext xmlns:c16="http://schemas.microsoft.com/office/drawing/2014/chart" uri="{C3380CC4-5D6E-409C-BE32-E72D297353CC}">
                  <c16:uniqueId val="{0000000A-8A17-45FA-9E76-3ECB5465A568}"/>
                </c:ext>
              </c:extLst>
            </c:dLbl>
            <c:dLbl>
              <c:idx val="1"/>
              <c:layout>
                <c:manualLayout>
                  <c:x val="-6.4822831417890971E-3"/>
                  <c:y val="-8.5431477652523652E-2"/>
                </c:manualLayout>
              </c:layout>
              <c:tx>
                <c:rich>
                  <a:bodyPr/>
                  <a:lstStyle/>
                  <a:p>
                    <a:fld id="{EE1CACC9-1B7A-47EB-A543-2A01255C13C0}"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layout>
                    <c:manualLayout>
                      <c:w val="0.14837142206362464"/>
                      <c:h val="9.195308253562845E-2"/>
                    </c:manualLayout>
                  </c15:layout>
                  <c15:dlblFieldTable>
                    <c15:dlblFTEntry>
                      <c15:txfldGUID>{EE1CACC9-1B7A-47EB-A543-2A01255C13C0}</c15:txfldGUID>
                      <c15:f>Sheet1!$E$3</c15:f>
                      <c15:dlblFieldTableCache>
                        <c:ptCount val="1"/>
                        <c:pt idx="0">
                          <c:v>-17%</c:v>
                        </c:pt>
                      </c15:dlblFieldTableCache>
                    </c15:dlblFTEntry>
                  </c15:dlblFieldTable>
                  <c15:showDataLabelsRange val="0"/>
                </c:ext>
                <c:ext xmlns:c16="http://schemas.microsoft.com/office/drawing/2014/chart" uri="{C3380CC4-5D6E-409C-BE32-E72D297353CC}">
                  <c16:uniqueId val="{0000000B-8A17-45FA-9E76-3ECB5465A568}"/>
                </c:ext>
              </c:extLst>
            </c:dLbl>
            <c:dLbl>
              <c:idx val="2"/>
              <c:layout>
                <c:manualLayout>
                  <c:x val="0"/>
                  <c:y val="-4.4964028776978415E-2"/>
                </c:manualLayout>
              </c:layout>
              <c:tx>
                <c:rich>
                  <a:bodyPr/>
                  <a:lstStyle/>
                  <a:p>
                    <a:fld id="{F2386F6C-4E78-4EB1-8539-88B421F26D07}"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{F2386F6C-4E78-4EB1-8539-88B421F26D07}</c15:txfldGUID>
                      <c15:f>Sheet1!$E$4</c15:f>
                      <c15:dlblFieldTableCache>
                        <c:ptCount val="1"/>
                        <c:pt idx="0">
                          <c:v>-11%</c:v>
                        </c:pt>
                      </c15:dlblFieldTableCache>
                    </c15:dlblFTEntry>
                  </c15:dlblFieldTable>
                  <c15:showDataLabelsRange val="0"/>
                </c:ext>
                <c:ext xmlns:c16="http://schemas.microsoft.com/office/drawing/2014/chart" uri="{C3380CC4-5D6E-409C-BE32-E72D297353CC}">
                  <c16:uniqueId val="{0000000C-8A17-45FA-9E76-3ECB5465A568}"/>
                </c:ext>
              </c:extLst>
            </c:dLbl>
            <c:dLbl>
              <c:idx val="3"/>
              <c:layout>
                <c:manualLayout>
                  <c:x val="-5.942024237202299E-17"/>
                  <c:y val="-5.8453237410071981E-2"/>
                </c:manualLayout>
              </c:layout>
              <c:tx>
                <c:rich>
                  <a:bodyPr/>
                  <a:lstStyle/>
                  <a:p>
                    <a:fld id="{6AA2C40C-AD9B-4CC7-B3E0-A6E1B8C1B08B}"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{6AA2C40C-AD9B-4CC7-B3E0-A6E1B8C1B08B}</c15:txfldGUID>
                      <c15:f>Sheet1!$E$5</c15:f>
                      <c15:dlblFieldTableCache>
                        <c:ptCount val="1"/>
                        <c:pt idx="0">
                          <c:v>-16%</c:v>
                        </c:pt>
                      </c15:dlblFieldTableCache>
                    </c15:dlblFTEntry>
                  </c15:dlblFieldTable>
                  <c15:showDataLabelsRange val="0"/>
                </c:ext>
                <c:ext xmlns:c16="http://schemas.microsoft.com/office/drawing/2014/chart" uri="{C3380CC4-5D6E-409C-BE32-E72D297353CC}">
                  <c16:uniqueId val="{0000000D-8A17-45FA-9E76-3ECB5465A568}"/>
                </c:ext>
              </c:extLst>
            </c:dLbl>
            <c:dLbl>
              <c:idx val="4"/>
              <c:layout>
                <c:manualLayout>
                  <c:x val="-3.2411415708944891E-3"/>
                  <c:y val="-4.0467625899280574E-2"/>
                </c:manualLayout>
              </c:layout>
              <c:tx>
                <c:rich>
                  <a:bodyPr/>
                  <a:lstStyle/>
                  <a:p>
                    <a:fld id="{4E3E6B10-3CC9-4948-B3F5-3B51169DDD65}"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{4E3E6B10-3CC9-4948-B3F5-3B51169DDD65}</c15:txfldGUID>
                      <c15:f>Sheet1!$E$6</c15:f>
                      <c15:dlblFieldTableCache>
                        <c:ptCount val="1"/>
                        <c:pt idx="0">
                          <c:v>-11%</c:v>
                        </c:pt>
                      </c15:dlblFieldTableCache>
                    </c15:dlblFTEntry>
                  </c15:dlblFieldTable>
                  <c15:showDataLabelsRange val="0"/>
                </c:ext>
                <c:ext xmlns:c16="http://schemas.microsoft.com/office/drawing/2014/chart" uri="{C3380CC4-5D6E-409C-BE32-E72D297353CC}">
                  <c16:uniqueId val="{00000002-8A17-45FA-9E76-3ECB5465A568}"/>
                </c:ext>
              </c:extLst>
            </c:dLbl>
            <c:dLbl>
              <c:idx val="5"/>
              <c:layout>
                <c:manualLayout>
                  <c:x val="0"/>
                  <c:y val="-4.0467625899280615E-2"/>
                </c:manualLayout>
              </c:layout>
              <c:tx>
                <c:rich>
                  <a:bodyPr/>
                  <a:lstStyle/>
                  <a:p>
                    <a:fld id="{28B12054-6D23-4B9E-9465-DDF80BDE5026}"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{28B12054-6D23-4B9E-9465-DDF80BDE5026}</c15:txfldGUID>
                      <c15:f>Sheet1!$E$7</c15:f>
                      <c15:dlblFieldTableCache>
                        <c:ptCount val="1"/>
                        <c:pt idx="0">
                          <c:v>-13%</c:v>
                        </c:pt>
                      </c15:dlblFieldTableCache>
                    </c15:dlblFTEntry>
                  </c15:dlblFieldTable>
                  <c15:showDataLabelsRange val="0"/>
                </c:ext>
                <c:ext xmlns:c16="http://schemas.microsoft.com/office/drawing/2014/chart" uri="{C3380CC4-5D6E-409C-BE32-E72D297353CC}">
                  <c16:uniqueId val="{00000003-8A17-45FA-9E76-3ECB5465A568}"/>
                </c:ext>
              </c:extLst>
            </c:dLbl>
            <c:dLbl>
              <c:idx val="6"/>
              <c:layout>
                <c:manualLayout>
                  <c:x val="1.6205707854472743E-3"/>
                  <c:y val="-6.7446043165467623E-2"/>
                </c:manualLayout>
              </c:layout>
              <c:tx>
                <c:rich>
                  <a:bodyPr/>
                  <a:lstStyle/>
                  <a:p>
                    <a:fld id="{B69DAABE-45ED-4F23-AF6D-75206571F91E}"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{B69DAABE-45ED-4F23-AF6D-75206571F91E}</c15:txfldGUID>
                      <c15:f>Sheet1!$E$8</c15:f>
                      <c15:dlblFieldTableCache>
                        <c:ptCount val="1"/>
                        <c:pt idx="0">
                          <c:v>-13%</c:v>
                        </c:pt>
                      </c15:dlblFieldTableCache>
                    </c15:dlblFTEntry>
                  </c15:dlblFieldTable>
                  <c15:showDataLabelsRange val="0"/>
                </c:ext>
                <c:ext xmlns:c16="http://schemas.microsoft.com/office/drawing/2014/chart" uri="{C3380CC4-5D6E-409C-BE32-E72D297353CC}">
                  <c16:uniqueId val="{00000004-8A17-45FA-9E76-3ECB5465A568}"/>
                </c:ext>
              </c:extLst>
            </c:dLbl>
            <c:dLbl>
              <c:idx val="7"/>
              <c:layout>
                <c:manualLayout>
                  <c:x val="6.4822831417889783E-3"/>
                  <c:y val="-5.845323741007194E-2"/>
                </c:manualLayout>
              </c:layout>
              <c:tx>
                <c:rich>
                  <a:bodyPr/>
                  <a:lstStyle/>
                  <a:p>
                    <a:fld id="{39B87269-753D-46F9-830E-2D4C72C88B8A}" type="CELLREF">
                      <a:rPr lang="en-US" smtClean="0"/>
                      <a:pPr/>
                      <a:t>[CELLREF]</a:t>
                    </a:fld>
                    <a:endParaRPr lang="en-US"/>
                  </a:p>
                </c:rich>
              </c:tx>
              <c:showLegendKey val="0"/>
              <c:showVal val="1"/>
              <c:showCatName val="0"/>
              <c:showSerName val="0"/>
              <c:showPercent val="0"/>
              <c:showBubbleSize val="0"/>
              <c:extLst>
                <c:ext xmlns:c15="http://schemas.microsoft.com/office/drawing/2012/chart" uri="{CE6537A1-D6FC-4f65-9D91-7224C49458BB}">
                  <c15:dlblFieldTable>
                    <c15:dlblFTEntry>
                      <c15:txfldGUID>{39B87269-753D-46F9-830E-2D4C72C88B8A}</c15:txfldGUID>
                      <c15:f>Sheet1!$E$9</c15:f>
                      <c15:dlblFieldTableCache>
                        <c:ptCount val="1"/>
                        <c:pt idx="0">
                          <c:v>-14%</c:v>
                        </c:pt>
                      </c15:dlblFieldTableCache>
                    </c15:dlblFTEntry>
                  </c15:dlblFieldTable>
                  <c15:showDataLabelsRange val="0"/>
                </c:ext>
                <c:ext xmlns:c16="http://schemas.microsoft.com/office/drawing/2014/chart" uri="{C3380CC4-5D6E-409C-BE32-E72D297353CC}">
                  <c16:uniqueId val="{00000005-8A17-45FA-9E76-3ECB5465A568}"/>
                </c:ext>
              </c:extLst>
            </c:dLbl>
            <c:dLbl>
              <c:idx val="8"/>
              <c:layout>
                <c:manualLayout>
                  <c:x val="6.4822831417890971E-3"/>
                  <c:y val="-0.15287769784172661"/>
                </c:manualLayout>
              </c:layout>
              <c:tx>
                <c:rich>
                  <a:bodyPr/>
                  <a:lstStyle/>
                  <a:p>
                    <a:r>
                      <a:rPr lang="en-US" dirty="0"/>
                      <a:t>-38%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A17-45FA-9E76-3ECB5465A568}"/>
                </c:ext>
              </c:extLst>
            </c:dLbl>
            <c:dLbl>
              <c:idx val="9"/>
              <c:delete val="1"/>
              <c:extLst>
                <c:ext xmlns:c15="http://schemas.microsoft.com/office/drawing/2012/chart" uri="{CE6537A1-D6FC-4f65-9D91-7224C49458BB}"/>
                <c:ext xmlns:c16="http://schemas.microsoft.com/office/drawing/2014/chart" uri="{C3380CC4-5D6E-409C-BE32-E72D297353CC}">
                  <c16:uniqueId val="{00000007-8A17-45FA-9E76-3ECB5465A568}"/>
                </c:ext>
              </c:extLst>
            </c:dLbl>
            <c:dLbl>
              <c:idx val="10"/>
              <c:delete val="1"/>
              <c:extLst>
                <c:ext xmlns:c15="http://schemas.microsoft.com/office/drawing/2012/chart" uri="{CE6537A1-D6FC-4f65-9D91-7224C49458BB}"/>
                <c:ext xmlns:c16="http://schemas.microsoft.com/office/drawing/2014/chart" uri="{C3380CC4-5D6E-409C-BE32-E72D297353CC}">
                  <c16:uniqueId val="{00000008-8A17-45FA-9E76-3ECB5465A568}"/>
                </c:ext>
              </c:extLst>
            </c:dLbl>
            <c:dLbl>
              <c:idx val="11"/>
              <c:delete val="1"/>
              <c:extLst>
                <c:ext xmlns:c15="http://schemas.microsoft.com/office/drawing/2012/chart" uri="{CE6537A1-D6FC-4f65-9D91-7224C49458BB}"/>
                <c:ext xmlns:c16="http://schemas.microsoft.com/office/drawing/2014/chart" uri="{C3380CC4-5D6E-409C-BE32-E72D297353CC}">
                  <c16:uniqueId val="{00000009-8A17-45FA-9E76-3ECB5465A56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Jau</c:v>
                </c:pt>
                <c:pt idx="1">
                  <c:v>Fep</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c:formatCode>
                <c:ptCount val="12"/>
                <c:pt idx="0">
                  <c:v>150074388.31233001</c:v>
                </c:pt>
                <c:pt idx="1">
                  <c:v>133795297.00672799</c:v>
                </c:pt>
                <c:pt idx="2">
                  <c:v>151951958.29907131</c:v>
                </c:pt>
                <c:pt idx="3">
                  <c:v>145179917.95785567</c:v>
                </c:pt>
                <c:pt idx="4">
                  <c:v>155102808.38151067</c:v>
                </c:pt>
                <c:pt idx="5">
                  <c:v>153557346.24501067</c:v>
                </c:pt>
                <c:pt idx="6">
                  <c:v>154574132.545472</c:v>
                </c:pt>
                <c:pt idx="7">
                  <c:v>156591057.625195</c:v>
                </c:pt>
                <c:pt idx="8">
                  <c:v>115157129.67751233</c:v>
                </c:pt>
                <c:pt idx="9">
                  <c:v>157582787.94939309</c:v>
                </c:pt>
              </c:numCache>
            </c:numRef>
          </c:val>
          <c:extLst>
            <c:ext xmlns:c16="http://schemas.microsoft.com/office/drawing/2014/chart" uri="{C3380CC4-5D6E-409C-BE32-E72D297353CC}">
              <c16:uniqueId val="{00000001-8A17-45FA-9E76-3ECB5465A568}"/>
            </c:ext>
          </c:extLst>
        </c:ser>
        <c:dLbls>
          <c:showLegendKey val="0"/>
          <c:showVal val="0"/>
          <c:showCatName val="0"/>
          <c:showSerName val="0"/>
          <c:showPercent val="0"/>
          <c:showBubbleSize val="0"/>
        </c:dLbls>
        <c:gapWidth val="150"/>
        <c:overlap val="-24"/>
        <c:axId val="1531680608"/>
        <c:axId val="1531682816"/>
      </c:barChart>
      <c:catAx>
        <c:axId val="15316806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531682816"/>
        <c:crosses val="autoZero"/>
        <c:auto val="1"/>
        <c:lblAlgn val="ctr"/>
        <c:lblOffset val="100"/>
        <c:noMultiLvlLbl val="0"/>
      </c:catAx>
      <c:valAx>
        <c:axId val="1531682816"/>
        <c:scaling>
          <c:orientation val="minMax"/>
        </c:scaling>
        <c:delete val="0"/>
        <c:axPos val="l"/>
        <c:majorGridlines>
          <c:spPr>
            <a:ln w="9525" cap="flat" cmpd="sng" algn="ctr">
              <a:solidFill>
                <a:schemeClr val="tx2">
                  <a:alpha val="7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5316806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2">
              <a:alpha val="34000"/>
            </a:schemeClr>
          </a:solidFill>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a:noFill/>
            </a:ln>
          </c:spPr>
          <c:dPt>
            <c:idx val="0"/>
            <c:bubble3D val="0"/>
            <c:spPr>
              <a:gradFill>
                <a:gsLst>
                  <a:gs pos="0">
                    <a:schemeClr val="accent1"/>
                  </a:gs>
                  <a:gs pos="100000">
                    <a:schemeClr val="accent2"/>
                  </a:gs>
                </a:gsLst>
                <a:lin ang="2700000" scaled="1"/>
              </a:gradFill>
              <a:ln w="19050">
                <a:noFill/>
              </a:ln>
              <a:effectLst/>
            </c:spPr>
            <c:extLst>
              <c:ext xmlns:c16="http://schemas.microsoft.com/office/drawing/2014/chart" uri="{C3380CC4-5D6E-409C-BE32-E72D297353CC}">
                <c16:uniqueId val="{00000001-30D7-4235-81B6-331CC311987F}"/>
              </c:ext>
            </c:extLst>
          </c:dPt>
          <c:dPt>
            <c:idx val="1"/>
            <c:bubble3D val="0"/>
            <c:spPr>
              <a:gradFill>
                <a:gsLst>
                  <a:gs pos="2000">
                    <a:schemeClr val="accent5"/>
                  </a:gs>
                  <a:gs pos="100000">
                    <a:srgbClr val="990099"/>
                  </a:gs>
                </a:gsLst>
                <a:lin ang="2700000" scaled="1"/>
              </a:gradFill>
              <a:ln w="19050">
                <a:noFill/>
              </a:ln>
              <a:effectLst/>
            </c:spPr>
            <c:extLst>
              <c:ext xmlns:c16="http://schemas.microsoft.com/office/drawing/2014/chart" uri="{C3380CC4-5D6E-409C-BE32-E72D297353CC}">
                <c16:uniqueId val="{00000003-30D7-4235-81B6-331CC311987F}"/>
              </c:ext>
            </c:extLst>
          </c:dPt>
          <c:dPt>
            <c:idx val="2"/>
            <c:bubble3D val="0"/>
            <c:spPr>
              <a:gradFill>
                <a:gsLst>
                  <a:gs pos="2000">
                    <a:schemeClr val="accent3"/>
                  </a:gs>
                  <a:gs pos="100000">
                    <a:schemeClr val="accent2"/>
                  </a:gs>
                </a:gsLst>
                <a:lin ang="2700000" scaled="1"/>
              </a:gradFill>
              <a:ln w="19050">
                <a:noFill/>
              </a:ln>
              <a:effectLst/>
            </c:spPr>
            <c:extLst>
              <c:ext xmlns:c16="http://schemas.microsoft.com/office/drawing/2014/chart" uri="{C3380CC4-5D6E-409C-BE32-E72D297353CC}">
                <c16:uniqueId val="{00000005-30D7-4235-81B6-331CC311987F}"/>
              </c:ext>
            </c:extLst>
          </c:dPt>
          <c:cat>
            <c:strRef>
              <c:f>Sheet1!$A$2:$A$4</c:f>
              <c:strCache>
                <c:ptCount val="3"/>
                <c:pt idx="0">
                  <c:v>نت للصبح</c:v>
                </c:pt>
                <c:pt idx="1">
                  <c:v>نت للكل</c:v>
                </c:pt>
                <c:pt idx="2">
                  <c:v>الصدارة</c:v>
                </c:pt>
              </c:strCache>
            </c:strRef>
          </c:cat>
          <c:val>
            <c:numRef>
              <c:f>Sheet1!$B$2:$B$4</c:f>
              <c:numCache>
                <c:formatCode>#,##0</c:formatCode>
                <c:ptCount val="3"/>
                <c:pt idx="0">
                  <c:v>487878</c:v>
                </c:pt>
                <c:pt idx="1">
                  <c:v>74331924</c:v>
                </c:pt>
                <c:pt idx="2">
                  <c:v>9227215</c:v>
                </c:pt>
              </c:numCache>
            </c:numRef>
          </c:val>
          <c:extLst>
            <c:ext xmlns:c16="http://schemas.microsoft.com/office/drawing/2014/chart" uri="{C3380CC4-5D6E-409C-BE32-E72D297353CC}">
              <c16:uniqueId val="{00000006-30D7-4235-81B6-331CC311987F}"/>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rtl="0">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102311055085282"/>
          <c:y val="0.13760271704504573"/>
          <c:w val="0.83863130861943358"/>
          <c:h val="0.73820459661089888"/>
        </c:manualLayout>
      </c:layout>
      <c:barChart>
        <c:barDir val="col"/>
        <c:grouping val="clustered"/>
        <c:varyColors val="0"/>
        <c:ser>
          <c:idx val="0"/>
          <c:order val="0"/>
          <c:tx>
            <c:strRef>
              <c:f>Sheet1!$B$1</c:f>
              <c:strCache>
                <c:ptCount val="1"/>
                <c:pt idx="0">
                  <c:v>2023</c:v>
                </c:pt>
              </c:strCache>
            </c:strRef>
          </c:tx>
          <c:spPr>
            <a:solidFill>
              <a:schemeClr val="bg1"/>
            </a:solidFill>
            <a:ln>
              <a:noFill/>
            </a:ln>
            <a:effectLst/>
          </c:spPr>
          <c:invertIfNegative val="0"/>
          <c:cat>
            <c:strRef>
              <c:f>Sheet1!$A$2:$A$11</c:f>
              <c:strCache>
                <c:ptCount val="10"/>
                <c:pt idx="0">
                  <c:v>Jan</c:v>
                </c:pt>
                <c:pt idx="1">
                  <c:v>Feb</c:v>
                </c:pt>
                <c:pt idx="2">
                  <c:v>Mar</c:v>
                </c:pt>
                <c:pt idx="3">
                  <c:v>Apr</c:v>
                </c:pt>
                <c:pt idx="4">
                  <c:v>May</c:v>
                </c:pt>
                <c:pt idx="5">
                  <c:v>Jun</c:v>
                </c:pt>
                <c:pt idx="6">
                  <c:v>Jul</c:v>
                </c:pt>
                <c:pt idx="7">
                  <c:v>Aug</c:v>
                </c:pt>
                <c:pt idx="8">
                  <c:v>Sep</c:v>
                </c:pt>
                <c:pt idx="9">
                  <c:v>Oct</c:v>
                </c:pt>
              </c:strCache>
            </c:strRef>
          </c:cat>
          <c:val>
            <c:numRef>
              <c:f>Sheet1!$B$2:$B$11</c:f>
              <c:numCache>
                <c:formatCode>_(* #,##0.00_);_(* \(#,##0.00\);_(* "-"??_);_(@_)</c:formatCode>
                <c:ptCount val="10"/>
                <c:pt idx="0">
                  <c:v>83491093</c:v>
                </c:pt>
                <c:pt idx="1">
                  <c:v>75295941</c:v>
                </c:pt>
                <c:pt idx="2">
                  <c:v>84474453</c:v>
                </c:pt>
                <c:pt idx="3">
                  <c:v>85025876</c:v>
                </c:pt>
                <c:pt idx="4">
                  <c:v>88162618</c:v>
                </c:pt>
                <c:pt idx="5">
                  <c:v>86274931</c:v>
                </c:pt>
                <c:pt idx="6">
                  <c:v>86696109</c:v>
                </c:pt>
                <c:pt idx="7">
                  <c:v>86325728.767267004</c:v>
                </c:pt>
                <c:pt idx="8">
                  <c:v>66072054</c:v>
                </c:pt>
                <c:pt idx="9">
                  <c:v>86134268</c:v>
                </c:pt>
              </c:numCache>
            </c:numRef>
          </c:val>
          <c:extLst>
            <c:ext xmlns:c16="http://schemas.microsoft.com/office/drawing/2014/chart" uri="{C3380CC4-5D6E-409C-BE32-E72D297353CC}">
              <c16:uniqueId val="{00000000-5EE1-4334-BA11-7B8661278BED}"/>
            </c:ext>
          </c:extLst>
        </c:ser>
        <c:ser>
          <c:idx val="1"/>
          <c:order val="1"/>
          <c:tx>
            <c:strRef>
              <c:f>Sheet1!$C$1</c:f>
              <c:strCache>
                <c:ptCount val="1"/>
                <c:pt idx="0">
                  <c:v>2022</c:v>
                </c:pt>
              </c:strCache>
            </c:strRef>
          </c:tx>
          <c:spPr>
            <a:solidFill>
              <a:schemeClr val="tx2"/>
            </a:solidFill>
            <a:ln>
              <a:noFill/>
            </a:ln>
            <a:effectLst/>
          </c:spPr>
          <c:invertIfNegative val="0"/>
          <c:cat>
            <c:strRef>
              <c:f>Sheet1!$A$2:$A$11</c:f>
              <c:strCache>
                <c:ptCount val="10"/>
                <c:pt idx="0">
                  <c:v>Jan</c:v>
                </c:pt>
                <c:pt idx="1">
                  <c:v>Feb</c:v>
                </c:pt>
                <c:pt idx="2">
                  <c:v>Mar</c:v>
                </c:pt>
                <c:pt idx="3">
                  <c:v>Apr</c:v>
                </c:pt>
                <c:pt idx="4">
                  <c:v>May</c:v>
                </c:pt>
                <c:pt idx="5">
                  <c:v>Jun</c:v>
                </c:pt>
                <c:pt idx="6">
                  <c:v>Jul</c:v>
                </c:pt>
                <c:pt idx="7">
                  <c:v>Aug</c:v>
                </c:pt>
                <c:pt idx="8">
                  <c:v>Sep</c:v>
                </c:pt>
                <c:pt idx="9">
                  <c:v>Oct</c:v>
                </c:pt>
              </c:strCache>
            </c:strRef>
          </c:cat>
          <c:val>
            <c:numRef>
              <c:f>Sheet1!$C$2:$C$11</c:f>
              <c:numCache>
                <c:formatCode>_(* #,##0.00_);_(* \(#,##0.00\);_(* "-"??_);_(@_)</c:formatCode>
                <c:ptCount val="10"/>
                <c:pt idx="0">
                  <c:v>72902519</c:v>
                </c:pt>
                <c:pt idx="1">
                  <c:v>65622414</c:v>
                </c:pt>
                <c:pt idx="2">
                  <c:v>75558368</c:v>
                </c:pt>
                <c:pt idx="3">
                  <c:v>71356290</c:v>
                </c:pt>
                <c:pt idx="4">
                  <c:v>74236047</c:v>
                </c:pt>
                <c:pt idx="5">
                  <c:v>73933038</c:v>
                </c:pt>
                <c:pt idx="6">
                  <c:v>79832169</c:v>
                </c:pt>
                <c:pt idx="7">
                  <c:v>84202753</c:v>
                </c:pt>
                <c:pt idx="8">
                  <c:v>80511911</c:v>
                </c:pt>
                <c:pt idx="9">
                  <c:v>81915192</c:v>
                </c:pt>
              </c:numCache>
            </c:numRef>
          </c:val>
          <c:extLst>
            <c:ext xmlns:c16="http://schemas.microsoft.com/office/drawing/2014/chart" uri="{C3380CC4-5D6E-409C-BE32-E72D297353CC}">
              <c16:uniqueId val="{00000001-5EE1-4334-BA11-7B8661278BED}"/>
            </c:ext>
          </c:extLst>
        </c:ser>
        <c:dLbls>
          <c:showLegendKey val="0"/>
          <c:showVal val="0"/>
          <c:showCatName val="0"/>
          <c:showSerName val="0"/>
          <c:showPercent val="0"/>
          <c:showBubbleSize val="0"/>
        </c:dLbls>
        <c:gapWidth val="55"/>
        <c:axId val="1534320240"/>
        <c:axId val="1534322448"/>
      </c:barChart>
      <c:catAx>
        <c:axId val="1534320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bg1"/>
                </a:solidFill>
                <a:latin typeface="Montserrat" panose="020B0604020202020204" charset="0"/>
                <a:ea typeface="+mn-ea"/>
                <a:cs typeface="+mn-cs"/>
              </a:defRPr>
            </a:pPr>
            <a:endParaRPr lang="en-US"/>
          </a:p>
        </c:txPr>
        <c:crossAx val="1534322448"/>
        <c:crosses val="autoZero"/>
        <c:auto val="1"/>
        <c:lblAlgn val="ctr"/>
        <c:lblOffset val="100"/>
        <c:noMultiLvlLbl val="0"/>
      </c:catAx>
      <c:valAx>
        <c:axId val="1534322448"/>
        <c:scaling>
          <c:orientation val="minMax"/>
        </c:scaling>
        <c:delete val="0"/>
        <c:axPos val="l"/>
        <c:majorGridlines>
          <c:spPr>
            <a:ln w="9525" cap="flat" cmpd="sng" algn="ctr">
              <a:solidFill>
                <a:schemeClr val="bg2">
                  <a:alpha val="20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ontserrat" panose="020B0604020202020204" charset="0"/>
                <a:ea typeface="+mn-ea"/>
                <a:cs typeface="+mn-cs"/>
              </a:defRPr>
            </a:pPr>
            <a:endParaRPr lang="en-US"/>
          </a:p>
        </c:txPr>
        <c:crossAx val="1534320240"/>
        <c:crosses val="autoZero"/>
        <c:crossBetween val="between"/>
      </c:valAx>
      <c:spPr>
        <a:noFill/>
        <a:ln>
          <a:noFill/>
        </a:ln>
        <a:effectLst/>
      </c:spPr>
    </c:plotArea>
    <c:legend>
      <c:legendPos val="b"/>
      <c:layout>
        <c:manualLayout>
          <c:xMode val="edge"/>
          <c:yMode val="edge"/>
          <c:x val="0.31616053224261237"/>
          <c:y val="0"/>
          <c:w val="0.6441109497984594"/>
          <c:h val="0.1119726695173396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ontserrat Light" panose="00000400000000000000"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8892917683944169"/>
          <c:y val="4.9254183631001237E-2"/>
          <c:w val="0.70367659092282309"/>
          <c:h val="0.91741521190220143"/>
        </c:manualLayout>
      </c:layout>
      <c:barChart>
        <c:barDir val="bar"/>
        <c:grouping val="clustered"/>
        <c:varyColors val="0"/>
        <c:ser>
          <c:idx val="0"/>
          <c:order val="0"/>
          <c:tx>
            <c:strRef>
              <c:f>Sheet1!$B$1</c:f>
              <c:strCache>
                <c:ptCount val="1"/>
                <c:pt idx="0">
                  <c:v>الايراد</c:v>
                </c:pt>
              </c:strCache>
            </c:strRef>
          </c:tx>
          <c:spPr>
            <a:gradFill flip="none" rotWithShape="1">
              <a:gsLst>
                <a:gs pos="0">
                  <a:srgbClr val="990099"/>
                </a:gs>
                <a:gs pos="98230">
                  <a:schemeClr val="accent2"/>
                </a:gs>
              </a:gsLst>
              <a:lin ang="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مكالمات الى شبكة ليبيانا </c:v>
                </c:pt>
                <c:pt idx="1">
                  <c:v>مكالمات الى شبكة المدار </c:v>
                </c:pt>
                <c:pt idx="2">
                  <c:v>مكالمات الى شبكة بريد ليبيا </c:v>
                </c:pt>
                <c:pt idx="3">
                  <c:v>مكالمات الى شبكة ليبيا للاتصالات والتقنية </c:v>
                </c:pt>
                <c:pt idx="4">
                  <c:v>مكالمات دولية</c:v>
                </c:pt>
              </c:strCache>
            </c:strRef>
          </c:cat>
          <c:val>
            <c:numRef>
              <c:f>Sheet1!$B$2:$B$6</c:f>
              <c:numCache>
                <c:formatCode>#,##0</c:formatCode>
                <c:ptCount val="5"/>
                <c:pt idx="0">
                  <c:v>36299354</c:v>
                </c:pt>
                <c:pt idx="1">
                  <c:v>15042581</c:v>
                </c:pt>
                <c:pt idx="2">
                  <c:v>15670</c:v>
                </c:pt>
                <c:pt idx="3">
                  <c:v>9213</c:v>
                </c:pt>
                <c:pt idx="4">
                  <c:v>3097630</c:v>
                </c:pt>
              </c:numCache>
            </c:numRef>
          </c:val>
          <c:extLst>
            <c:ext xmlns:c16="http://schemas.microsoft.com/office/drawing/2014/chart" uri="{C3380CC4-5D6E-409C-BE32-E72D297353CC}">
              <c16:uniqueId val="{00000000-05A3-49E1-8BFF-990300D37EA4}"/>
            </c:ext>
          </c:extLst>
        </c:ser>
        <c:dLbls>
          <c:showLegendKey val="0"/>
          <c:showVal val="0"/>
          <c:showCatName val="0"/>
          <c:showSerName val="0"/>
          <c:showPercent val="0"/>
          <c:showBubbleSize val="0"/>
        </c:dLbls>
        <c:gapWidth val="150"/>
        <c:overlap val="-27"/>
        <c:axId val="429214584"/>
        <c:axId val="429219176"/>
      </c:barChart>
      <c:catAx>
        <c:axId val="4292145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Montserrat" panose="00000500000000000000" pitchFamily="2" charset="0"/>
                <a:ea typeface="+mn-ea"/>
                <a:cs typeface="+mn-cs"/>
              </a:defRPr>
            </a:pPr>
            <a:endParaRPr lang="en-US"/>
          </a:p>
        </c:txPr>
        <c:crossAx val="429219176"/>
        <c:crosses val="autoZero"/>
        <c:auto val="1"/>
        <c:lblAlgn val="ctr"/>
        <c:lblOffset val="100"/>
        <c:noMultiLvlLbl val="0"/>
      </c:catAx>
      <c:valAx>
        <c:axId val="429219176"/>
        <c:scaling>
          <c:orientation val="minMax"/>
        </c:scaling>
        <c:delete val="1"/>
        <c:axPos val="b"/>
        <c:numFmt formatCode="#,##0" sourceLinked="1"/>
        <c:majorTickMark val="none"/>
        <c:minorTickMark val="none"/>
        <c:tickLblPos val="nextTo"/>
        <c:crossAx val="4292145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8892917683944169"/>
          <c:y val="4.9254183631001237E-2"/>
          <c:w val="0.70367659092282309"/>
          <c:h val="0.91741521190220143"/>
        </c:manualLayout>
      </c:layout>
      <c:barChart>
        <c:barDir val="bar"/>
        <c:grouping val="clustered"/>
        <c:varyColors val="0"/>
        <c:ser>
          <c:idx val="0"/>
          <c:order val="0"/>
          <c:tx>
            <c:strRef>
              <c:f>Sheet1!$B$1</c:f>
              <c:strCache>
                <c:ptCount val="1"/>
                <c:pt idx="0">
                  <c:v>الايراد</c:v>
                </c:pt>
              </c:strCache>
            </c:strRef>
          </c:tx>
          <c:spPr>
            <a:gradFill flip="none" rotWithShape="1">
              <a:gsLst>
                <a:gs pos="0">
                  <a:schemeClr val="accent4"/>
                </a:gs>
                <a:gs pos="98230">
                  <a:schemeClr val="accent2"/>
                </a:gs>
              </a:gsLst>
              <a:lin ang="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رسائل الى شبكة ليبيانا</c:v>
                </c:pt>
                <c:pt idx="1">
                  <c:v>رسائل الى شبكة المدار</c:v>
                </c:pt>
                <c:pt idx="2">
                  <c:v>رسائل الى الخدمات</c:v>
                </c:pt>
              </c:strCache>
            </c:strRef>
          </c:cat>
          <c:val>
            <c:numRef>
              <c:f>Sheet1!$B$2:$B$4</c:f>
              <c:numCache>
                <c:formatCode>#,##0</c:formatCode>
                <c:ptCount val="3"/>
                <c:pt idx="0">
                  <c:v>1604921</c:v>
                </c:pt>
                <c:pt idx="1">
                  <c:v>634358</c:v>
                </c:pt>
                <c:pt idx="2">
                  <c:v>760793</c:v>
                </c:pt>
              </c:numCache>
            </c:numRef>
          </c:val>
          <c:extLst>
            <c:ext xmlns:c16="http://schemas.microsoft.com/office/drawing/2014/chart" uri="{C3380CC4-5D6E-409C-BE32-E72D297353CC}">
              <c16:uniqueId val="{00000000-7537-476A-986E-7FF9FCBD0A4F}"/>
            </c:ext>
          </c:extLst>
        </c:ser>
        <c:dLbls>
          <c:showLegendKey val="0"/>
          <c:showVal val="0"/>
          <c:showCatName val="0"/>
          <c:showSerName val="0"/>
          <c:showPercent val="0"/>
          <c:showBubbleSize val="0"/>
        </c:dLbls>
        <c:gapWidth val="150"/>
        <c:overlap val="-27"/>
        <c:axId val="429214584"/>
        <c:axId val="429219176"/>
      </c:barChart>
      <c:catAx>
        <c:axId val="4292145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Montserrat" panose="00000500000000000000" pitchFamily="2" charset="0"/>
                <a:ea typeface="+mn-ea"/>
                <a:cs typeface="+mn-cs"/>
              </a:defRPr>
            </a:pPr>
            <a:endParaRPr lang="en-US"/>
          </a:p>
        </c:txPr>
        <c:crossAx val="429219176"/>
        <c:crosses val="autoZero"/>
        <c:auto val="1"/>
        <c:lblAlgn val="ctr"/>
        <c:lblOffset val="100"/>
        <c:noMultiLvlLbl val="0"/>
      </c:catAx>
      <c:valAx>
        <c:axId val="429219176"/>
        <c:scaling>
          <c:orientation val="minMax"/>
        </c:scaling>
        <c:delete val="1"/>
        <c:axPos val="b"/>
        <c:numFmt formatCode="#,##0" sourceLinked="1"/>
        <c:majorTickMark val="none"/>
        <c:minorTickMark val="none"/>
        <c:tickLblPos val="nextTo"/>
        <c:crossAx val="4292145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خدمات الصوت</c:v>
                </c:pt>
              </c:strCache>
            </c:strRef>
          </c:tx>
          <c:spPr>
            <a:ln w="28575" cap="rnd">
              <a:solidFill>
                <a:schemeClr val="accent4"/>
              </a:solidFill>
              <a:round/>
            </a:ln>
            <a:effectLst/>
          </c:spPr>
          <c:marker>
            <c:symbol val="circle"/>
            <c:size val="5"/>
            <c:spPr>
              <a:solidFill>
                <a:schemeClr val="bg1"/>
              </a:solidFill>
              <a:ln w="12700">
                <a:no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c:formatCode>
                <c:ptCount val="12"/>
                <c:pt idx="0">
                  <c:v>51016713</c:v>
                </c:pt>
                <c:pt idx="1">
                  <c:v>45029318</c:v>
                </c:pt>
                <c:pt idx="2">
                  <c:v>51259529</c:v>
                </c:pt>
                <c:pt idx="3">
                  <c:v>45407938</c:v>
                </c:pt>
                <c:pt idx="4">
                  <c:v>51975359</c:v>
                </c:pt>
                <c:pt idx="5">
                  <c:v>50833184</c:v>
                </c:pt>
                <c:pt idx="6">
                  <c:v>51690987</c:v>
                </c:pt>
                <c:pt idx="7">
                  <c:v>50512919</c:v>
                </c:pt>
                <c:pt idx="8">
                  <c:v>32442121</c:v>
                </c:pt>
                <c:pt idx="9">
                  <c:v>54675618</c:v>
                </c:pt>
              </c:numCache>
            </c:numRef>
          </c:val>
          <c:smooth val="0"/>
          <c:extLst>
            <c:ext xmlns:c16="http://schemas.microsoft.com/office/drawing/2014/chart" uri="{C3380CC4-5D6E-409C-BE32-E72D297353CC}">
              <c16:uniqueId val="{00000000-48B3-4717-BAA7-7E6D26AF58D5}"/>
            </c:ext>
          </c:extLst>
        </c:ser>
        <c:ser>
          <c:idx val="1"/>
          <c:order val="1"/>
          <c:tx>
            <c:strRef>
              <c:f>Sheet1!$C$1</c:f>
              <c:strCache>
                <c:ptCount val="1"/>
                <c:pt idx="0">
                  <c:v>خدمات الرسائل</c:v>
                </c:pt>
              </c:strCache>
            </c:strRef>
          </c:tx>
          <c:spPr>
            <a:ln w="28575" cap="rnd">
              <a:solidFill>
                <a:srgbClr val="92D050"/>
              </a:solidFill>
              <a:round/>
            </a:ln>
            <a:effectLst/>
          </c:spPr>
          <c:marker>
            <c:symbol val="circle"/>
            <c:size val="5"/>
            <c:spPr>
              <a:solidFill>
                <a:schemeClr val="bg1"/>
              </a:solidFill>
              <a:ln w="12700">
                <a:no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c:formatCode>
                <c:ptCount val="12"/>
                <c:pt idx="0">
                  <c:v>3140883</c:v>
                </c:pt>
                <c:pt idx="1">
                  <c:v>2512495</c:v>
                </c:pt>
                <c:pt idx="2">
                  <c:v>3269628</c:v>
                </c:pt>
                <c:pt idx="3">
                  <c:v>3002399</c:v>
                </c:pt>
                <c:pt idx="4">
                  <c:v>3072064</c:v>
                </c:pt>
                <c:pt idx="5">
                  <c:v>3469411</c:v>
                </c:pt>
                <c:pt idx="6">
                  <c:v>3018420</c:v>
                </c:pt>
                <c:pt idx="7">
                  <c:v>3101413</c:v>
                </c:pt>
                <c:pt idx="8">
                  <c:v>1771940</c:v>
                </c:pt>
                <c:pt idx="9">
                  <c:v>3239819</c:v>
                </c:pt>
              </c:numCache>
            </c:numRef>
          </c:val>
          <c:smooth val="0"/>
          <c:extLst>
            <c:ext xmlns:c16="http://schemas.microsoft.com/office/drawing/2014/chart" uri="{C3380CC4-5D6E-409C-BE32-E72D297353CC}">
              <c16:uniqueId val="{00000001-48B3-4717-BAA7-7E6D26AF58D5}"/>
            </c:ext>
          </c:extLst>
        </c:ser>
        <c:dLbls>
          <c:showLegendKey val="0"/>
          <c:showVal val="0"/>
          <c:showCatName val="0"/>
          <c:showSerName val="0"/>
          <c:showPercent val="0"/>
          <c:showBubbleSize val="0"/>
        </c:dLbls>
        <c:marker val="1"/>
        <c:smooth val="0"/>
        <c:axId val="1533413680"/>
        <c:axId val="1533387520"/>
      </c:lineChart>
      <c:catAx>
        <c:axId val="1533413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bg1"/>
                </a:solidFill>
                <a:latin typeface="Montserrat" panose="020B0604020202020204" charset="0"/>
                <a:ea typeface="+mn-ea"/>
                <a:cs typeface="+mn-cs"/>
              </a:defRPr>
            </a:pPr>
            <a:endParaRPr lang="en-US"/>
          </a:p>
        </c:txPr>
        <c:crossAx val="1533387520"/>
        <c:crosses val="autoZero"/>
        <c:auto val="1"/>
        <c:lblAlgn val="ctr"/>
        <c:lblOffset val="100"/>
        <c:noMultiLvlLbl val="0"/>
      </c:catAx>
      <c:valAx>
        <c:axId val="1533387520"/>
        <c:scaling>
          <c:orientation val="minMax"/>
        </c:scaling>
        <c:delete val="0"/>
        <c:axPos val="l"/>
        <c:majorGridlines>
          <c:spPr>
            <a:ln w="9525" cap="flat" cmpd="sng" algn="ctr">
              <a:solidFill>
                <a:schemeClr val="bg1">
                  <a:alpha val="1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bg1"/>
                </a:solidFill>
                <a:latin typeface="Montserrat" panose="020B0604020202020204" charset="0"/>
                <a:ea typeface="+mn-ea"/>
                <a:cs typeface="+mn-cs"/>
              </a:defRPr>
            </a:pPr>
            <a:endParaRPr lang="en-US"/>
          </a:p>
        </c:txPr>
        <c:crossAx val="1533413680"/>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Entry>
      <c:legendEntry>
        <c:idx val="1"/>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الايراد الكلي</c:v>
                </c:pt>
              </c:strCache>
            </c:strRef>
          </c:tx>
          <c:spPr>
            <a:gradFill flip="none" rotWithShape="1">
              <a:gsLst>
                <a:gs pos="0">
                  <a:srgbClr val="92278F"/>
                </a:gs>
                <a:gs pos="100000">
                  <a:schemeClr val="accent4"/>
                </a:gs>
              </a:gsLst>
              <a:lin ang="5400000" scaled="1"/>
              <a:tileRect/>
            </a:gradFill>
            <a:ln>
              <a:noFill/>
            </a:ln>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_(* #,##0_);_(* \(#,##0\);_(* "-"??_);_(@_)</c:formatCode>
                <c:ptCount val="12"/>
                <c:pt idx="0">
                  <c:v>5139040.9689999996</c:v>
                </c:pt>
                <c:pt idx="1">
                  <c:v>4590751.2350000003</c:v>
                </c:pt>
                <c:pt idx="2">
                  <c:v>5761107.199</c:v>
                </c:pt>
                <c:pt idx="3">
                  <c:v>5660858.892</c:v>
                </c:pt>
                <c:pt idx="4">
                  <c:v>5057431.9759999998</c:v>
                </c:pt>
                <c:pt idx="5">
                  <c:v>5842460</c:v>
                </c:pt>
                <c:pt idx="6" formatCode="#,##0">
                  <c:v>6338110</c:v>
                </c:pt>
                <c:pt idx="7" formatCode="#,##0">
                  <c:v>6302045</c:v>
                </c:pt>
                <c:pt idx="8" formatCode="#,##0">
                  <c:v>5601620</c:v>
                </c:pt>
                <c:pt idx="9" formatCode="#,##0">
                  <c:v>5980423</c:v>
                </c:pt>
              </c:numCache>
            </c:numRef>
          </c:val>
          <c:extLst>
            <c:ext xmlns:c16="http://schemas.microsoft.com/office/drawing/2014/chart" uri="{C3380CC4-5D6E-409C-BE32-E72D297353CC}">
              <c16:uniqueId val="{00000000-3DB9-437F-900B-4E16BF4F69F9}"/>
            </c:ext>
          </c:extLst>
        </c:ser>
        <c:ser>
          <c:idx val="1"/>
          <c:order val="1"/>
          <c:tx>
            <c:strRef>
              <c:f>Sheet1!$C$1</c:f>
              <c:strCache>
                <c:ptCount val="1"/>
                <c:pt idx="0">
                  <c:v>المستهدف</c:v>
                </c:pt>
              </c:strCache>
            </c:strRef>
          </c:tx>
          <c:spPr>
            <a:solidFill>
              <a:schemeClr val="accent2"/>
            </a:solidFill>
            <a:ln>
              <a:noFill/>
            </a:ln>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_(* #,##0.00_);_(* \(#,##0.00\);_(* "-"??_);_(@_)</c:formatCode>
                <c:ptCount val="12"/>
                <c:pt idx="0">
                  <c:v>7100000</c:v>
                </c:pt>
                <c:pt idx="1">
                  <c:v>7250000</c:v>
                </c:pt>
                <c:pt idx="2">
                  <c:v>7350000</c:v>
                </c:pt>
                <c:pt idx="3">
                  <c:v>7400000.0000000009</c:v>
                </c:pt>
                <c:pt idx="4">
                  <c:v>7550000</c:v>
                </c:pt>
                <c:pt idx="5">
                  <c:v>7599999.9999999991</c:v>
                </c:pt>
                <c:pt idx="6">
                  <c:v>7650000.0000000009</c:v>
                </c:pt>
                <c:pt idx="7">
                  <c:v>7700000</c:v>
                </c:pt>
                <c:pt idx="8">
                  <c:v>7750000</c:v>
                </c:pt>
                <c:pt idx="9">
                  <c:v>7750000</c:v>
                </c:pt>
                <c:pt idx="10">
                  <c:v>7800000</c:v>
                </c:pt>
                <c:pt idx="11">
                  <c:v>7100000</c:v>
                </c:pt>
              </c:numCache>
            </c:numRef>
          </c:val>
          <c:extLst>
            <c:ext xmlns:c16="http://schemas.microsoft.com/office/drawing/2014/chart" uri="{C3380CC4-5D6E-409C-BE32-E72D297353CC}">
              <c16:uniqueId val="{00000000-CF00-4016-A019-48FDFE90FA41}"/>
            </c:ext>
          </c:extLst>
        </c:ser>
        <c:dLbls>
          <c:showLegendKey val="0"/>
          <c:showVal val="0"/>
          <c:showCatName val="0"/>
          <c:showSerName val="0"/>
          <c:showPercent val="0"/>
          <c:showBubbleSize val="0"/>
        </c:dLbls>
        <c:gapWidth val="219"/>
        <c:overlap val="-27"/>
        <c:axId val="1532228304"/>
        <c:axId val="1514402480"/>
      </c:barChart>
      <c:catAx>
        <c:axId val="153222830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14402480"/>
        <c:crosses val="autoZero"/>
        <c:auto val="1"/>
        <c:lblAlgn val="ctr"/>
        <c:lblOffset val="100"/>
        <c:noMultiLvlLbl val="0"/>
      </c:catAx>
      <c:valAx>
        <c:axId val="1514402480"/>
        <c:scaling>
          <c:orientation val="minMax"/>
        </c:scaling>
        <c:delete val="0"/>
        <c:axPos val="l"/>
        <c:majorGridlines>
          <c:spPr>
            <a:ln w="9525" cap="flat" cmpd="sng" algn="ctr">
              <a:solidFill>
                <a:schemeClr val="tx2">
                  <a:alpha val="10000"/>
                </a:schemeClr>
              </a:solidFill>
              <a:round/>
            </a:ln>
            <a:effectLst/>
          </c:spPr>
        </c:majorGridlines>
        <c:numFmt formatCode="_(* #,##0_);_(* \(#,##0\);_(* &quot;-&quot;??_);_(@_)"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22283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الايراد</c:v>
                </c:pt>
              </c:strCache>
            </c:strRef>
          </c:tx>
          <c:spPr>
            <a:gradFill>
              <a:gsLst>
                <a:gs pos="0">
                  <a:srgbClr val="990099"/>
                </a:gs>
                <a:gs pos="100000">
                  <a:schemeClr val="accent2"/>
                </a:gs>
              </a:gsLst>
              <a:lin ang="0" scaled="1"/>
            </a:gradFill>
            <a:ln>
              <a:noFill/>
            </a:ln>
            <a:effectLst/>
          </c:spPr>
          <c:invertIfNegative val="0"/>
          <c:dLbls>
            <c:dLbl>
              <c:idx val="3"/>
              <c:layout>
                <c:manualLayout>
                  <c:x val="0"/>
                  <c:y val="3.096247713469823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F8D-4E63-814A-E7401614CCC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الساري</c:v>
                </c:pt>
                <c:pt idx="1">
                  <c:v>ابتكار</c:v>
                </c:pt>
                <c:pt idx="2">
                  <c:v>زين ليبيا</c:v>
                </c:pt>
                <c:pt idx="3">
                  <c:v>نقطة تواصل</c:v>
                </c:pt>
                <c:pt idx="4">
                  <c:v>ربيانا</c:v>
                </c:pt>
                <c:pt idx="5">
                  <c:v>شاهد VIP</c:v>
                </c:pt>
              </c:strCache>
            </c:strRef>
          </c:cat>
          <c:val>
            <c:numRef>
              <c:f>Sheet1!$B$2:$B$7</c:f>
              <c:numCache>
                <c:formatCode>#,##0</c:formatCode>
                <c:ptCount val="6"/>
                <c:pt idx="0">
                  <c:v>1408588</c:v>
                </c:pt>
                <c:pt idx="1">
                  <c:v>1383465</c:v>
                </c:pt>
                <c:pt idx="2">
                  <c:v>126892</c:v>
                </c:pt>
                <c:pt idx="3">
                  <c:v>1561592</c:v>
                </c:pt>
                <c:pt idx="4">
                  <c:v>1444681</c:v>
                </c:pt>
                <c:pt idx="5">
                  <c:v>55205.970000000008</c:v>
                </c:pt>
              </c:numCache>
            </c:numRef>
          </c:val>
          <c:extLst>
            <c:ext xmlns:c16="http://schemas.microsoft.com/office/drawing/2014/chart" uri="{C3380CC4-5D6E-409C-BE32-E72D297353CC}">
              <c16:uniqueId val="{00000000-1207-460E-BFFA-E83FCC26C4F2}"/>
            </c:ext>
          </c:extLst>
        </c:ser>
        <c:dLbls>
          <c:dLblPos val="outEnd"/>
          <c:showLegendKey val="0"/>
          <c:showVal val="1"/>
          <c:showCatName val="0"/>
          <c:showSerName val="0"/>
          <c:showPercent val="0"/>
          <c:showBubbleSize val="0"/>
        </c:dLbls>
        <c:gapWidth val="182"/>
        <c:axId val="1531387056"/>
        <c:axId val="1531385616"/>
      </c:barChart>
      <c:catAx>
        <c:axId val="15313870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ontserrat" panose="020B0604020202020204" charset="0"/>
                <a:ea typeface="+mn-ea"/>
                <a:cs typeface="+mn-cs"/>
              </a:defRPr>
            </a:pPr>
            <a:endParaRPr lang="en-US"/>
          </a:p>
        </c:txPr>
        <c:crossAx val="1531385616"/>
        <c:crosses val="autoZero"/>
        <c:auto val="1"/>
        <c:lblAlgn val="ctr"/>
        <c:lblOffset val="100"/>
        <c:noMultiLvlLbl val="0"/>
      </c:catAx>
      <c:valAx>
        <c:axId val="1531385616"/>
        <c:scaling>
          <c:orientation val="minMax"/>
        </c:scaling>
        <c:delete val="1"/>
        <c:axPos val="b"/>
        <c:majorGridlines>
          <c:spPr>
            <a:ln w="9525" cap="flat" cmpd="sng" algn="ctr">
              <a:solidFill>
                <a:schemeClr val="tx2">
                  <a:alpha val="10000"/>
                </a:schemeClr>
              </a:solidFill>
              <a:round/>
            </a:ln>
            <a:effectLst/>
          </c:spPr>
        </c:majorGridlines>
        <c:numFmt formatCode="#,##0" sourceLinked="1"/>
        <c:majorTickMark val="none"/>
        <c:minorTickMark val="none"/>
        <c:tickLblPos val="nextTo"/>
        <c:crossAx val="15313870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عدد الباقات</c:v>
                </c:pt>
              </c:strCache>
            </c:strRef>
          </c:tx>
          <c:spPr>
            <a:gradFill>
              <a:gsLst>
                <a:gs pos="0">
                  <a:schemeClr val="bg1"/>
                </a:gs>
                <a:gs pos="100000">
                  <a:schemeClr val="bg1">
                    <a:alpha val="0"/>
                  </a:schemeClr>
                </a:gs>
              </a:gsLst>
              <a:lin ang="5400000" scaled="1"/>
            </a:gradFill>
            <a:ln>
              <a:noFill/>
            </a:ln>
            <a:effectLst/>
          </c:spPr>
          <c:cat>
            <c:numRef>
              <c:f>Sheet1!$A$2:$A$32</c:f>
              <c:numCache>
                <c:formatCode>[$-409]d\-mmm;@</c:formatCode>
                <c:ptCount val="31"/>
                <c:pt idx="0">
                  <c:v>45200</c:v>
                </c:pt>
                <c:pt idx="1">
                  <c:v>45201</c:v>
                </c:pt>
                <c:pt idx="2">
                  <c:v>45202</c:v>
                </c:pt>
                <c:pt idx="3">
                  <c:v>45203</c:v>
                </c:pt>
                <c:pt idx="4">
                  <c:v>45204</c:v>
                </c:pt>
                <c:pt idx="5">
                  <c:v>45205</c:v>
                </c:pt>
                <c:pt idx="6">
                  <c:v>45206</c:v>
                </c:pt>
                <c:pt idx="7">
                  <c:v>45207</c:v>
                </c:pt>
                <c:pt idx="8">
                  <c:v>45208</c:v>
                </c:pt>
                <c:pt idx="9">
                  <c:v>45209</c:v>
                </c:pt>
                <c:pt idx="10">
                  <c:v>45210</c:v>
                </c:pt>
                <c:pt idx="11">
                  <c:v>45211</c:v>
                </c:pt>
                <c:pt idx="12">
                  <c:v>45212</c:v>
                </c:pt>
                <c:pt idx="13">
                  <c:v>45213</c:v>
                </c:pt>
                <c:pt idx="14">
                  <c:v>45214</c:v>
                </c:pt>
                <c:pt idx="15">
                  <c:v>45215</c:v>
                </c:pt>
                <c:pt idx="16">
                  <c:v>45216</c:v>
                </c:pt>
                <c:pt idx="17">
                  <c:v>45217</c:v>
                </c:pt>
                <c:pt idx="18">
                  <c:v>45218</c:v>
                </c:pt>
                <c:pt idx="19">
                  <c:v>45219</c:v>
                </c:pt>
                <c:pt idx="20">
                  <c:v>45220</c:v>
                </c:pt>
                <c:pt idx="21">
                  <c:v>45221</c:v>
                </c:pt>
                <c:pt idx="22">
                  <c:v>45222</c:v>
                </c:pt>
                <c:pt idx="23">
                  <c:v>45223</c:v>
                </c:pt>
                <c:pt idx="24">
                  <c:v>45224</c:v>
                </c:pt>
                <c:pt idx="25">
                  <c:v>45225</c:v>
                </c:pt>
                <c:pt idx="26">
                  <c:v>45226</c:v>
                </c:pt>
                <c:pt idx="27">
                  <c:v>45227</c:v>
                </c:pt>
                <c:pt idx="28">
                  <c:v>45228</c:v>
                </c:pt>
                <c:pt idx="29">
                  <c:v>45229</c:v>
                </c:pt>
                <c:pt idx="30">
                  <c:v>45230</c:v>
                </c:pt>
              </c:numCache>
            </c:numRef>
          </c:cat>
          <c:val>
            <c:numRef>
              <c:f>Sheet1!$B$2:$B$32</c:f>
              <c:numCache>
                <c:formatCode>#,##0</c:formatCode>
                <c:ptCount val="31"/>
                <c:pt idx="0">
                  <c:v>8663</c:v>
                </c:pt>
                <c:pt idx="1">
                  <c:v>9125</c:v>
                </c:pt>
                <c:pt idx="2">
                  <c:v>8218</c:v>
                </c:pt>
                <c:pt idx="3">
                  <c:v>7970</c:v>
                </c:pt>
                <c:pt idx="4">
                  <c:v>8111</c:v>
                </c:pt>
                <c:pt idx="5">
                  <c:v>8445</c:v>
                </c:pt>
                <c:pt idx="6">
                  <c:v>8708</c:v>
                </c:pt>
                <c:pt idx="7">
                  <c:v>7414</c:v>
                </c:pt>
                <c:pt idx="8">
                  <c:v>7295</c:v>
                </c:pt>
                <c:pt idx="9">
                  <c:v>8481</c:v>
                </c:pt>
                <c:pt idx="10">
                  <c:v>8100</c:v>
                </c:pt>
                <c:pt idx="11">
                  <c:v>7776</c:v>
                </c:pt>
                <c:pt idx="12">
                  <c:v>8521</c:v>
                </c:pt>
                <c:pt idx="13">
                  <c:v>8072</c:v>
                </c:pt>
                <c:pt idx="14">
                  <c:v>7557</c:v>
                </c:pt>
                <c:pt idx="15">
                  <c:v>7488</c:v>
                </c:pt>
                <c:pt idx="16">
                  <c:v>7583</c:v>
                </c:pt>
                <c:pt idx="17">
                  <c:v>7433</c:v>
                </c:pt>
                <c:pt idx="18">
                  <c:v>7393</c:v>
                </c:pt>
                <c:pt idx="19">
                  <c:v>7491</c:v>
                </c:pt>
                <c:pt idx="20">
                  <c:v>9472</c:v>
                </c:pt>
                <c:pt idx="21">
                  <c:v>7937</c:v>
                </c:pt>
                <c:pt idx="22">
                  <c:v>8278</c:v>
                </c:pt>
                <c:pt idx="23">
                  <c:v>7127</c:v>
                </c:pt>
                <c:pt idx="24">
                  <c:v>10061</c:v>
                </c:pt>
                <c:pt idx="25">
                  <c:v>9034</c:v>
                </c:pt>
                <c:pt idx="26">
                  <c:v>7754</c:v>
                </c:pt>
                <c:pt idx="27">
                  <c:v>7642</c:v>
                </c:pt>
                <c:pt idx="28">
                  <c:v>7185</c:v>
                </c:pt>
                <c:pt idx="29">
                  <c:v>6988</c:v>
                </c:pt>
                <c:pt idx="30" formatCode="General">
                  <c:v>7050</c:v>
                </c:pt>
              </c:numCache>
            </c:numRef>
          </c:val>
          <c:extLst>
            <c:ext xmlns:c16="http://schemas.microsoft.com/office/drawing/2014/chart" uri="{C3380CC4-5D6E-409C-BE32-E72D297353CC}">
              <c16:uniqueId val="{00000000-0020-4756-861C-BF0B76CBF9B2}"/>
            </c:ext>
          </c:extLst>
        </c:ser>
        <c:dLbls>
          <c:showLegendKey val="0"/>
          <c:showVal val="0"/>
          <c:showCatName val="0"/>
          <c:showSerName val="0"/>
          <c:showPercent val="0"/>
          <c:showBubbleSize val="0"/>
        </c:dLbls>
        <c:axId val="1531460160"/>
        <c:axId val="1531520816"/>
      </c:areaChart>
      <c:dateAx>
        <c:axId val="1531460160"/>
        <c:scaling>
          <c:orientation val="minMax"/>
        </c:scaling>
        <c:delete val="0"/>
        <c:axPos val="b"/>
        <c:numFmt formatCode="[$-409]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bg1"/>
                </a:solidFill>
                <a:latin typeface="Montserrat" panose="020B0604020202020204" charset="0"/>
                <a:ea typeface="+mn-ea"/>
                <a:cs typeface="+mn-cs"/>
              </a:defRPr>
            </a:pPr>
            <a:endParaRPr lang="en-US"/>
          </a:p>
        </c:txPr>
        <c:crossAx val="1531520816"/>
        <c:crosses val="autoZero"/>
        <c:auto val="1"/>
        <c:lblOffset val="100"/>
        <c:baseTimeUnit val="days"/>
      </c:dateAx>
      <c:valAx>
        <c:axId val="1531520816"/>
        <c:scaling>
          <c:orientation val="minMax"/>
        </c:scaling>
        <c:delete val="0"/>
        <c:axPos val="l"/>
        <c:majorGridlines>
          <c:spPr>
            <a:ln w="9525" cap="flat" cmpd="sng" algn="ctr">
              <a:solidFill>
                <a:schemeClr val="bg1">
                  <a:alpha val="1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bg1"/>
                </a:solidFill>
                <a:latin typeface="Montserrat" panose="020B0604020202020204" charset="0"/>
                <a:ea typeface="+mn-ea"/>
                <a:cs typeface="+mn-cs"/>
              </a:defRPr>
            </a:pPr>
            <a:endParaRPr lang="en-US"/>
          </a:p>
        </c:txPr>
        <c:crossAx val="153146016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عدد الباقات</c:v>
                </c:pt>
              </c:strCache>
            </c:strRef>
          </c:tx>
          <c:spPr>
            <a:gradFill>
              <a:gsLst>
                <a:gs pos="0">
                  <a:schemeClr val="accent4"/>
                </a:gs>
                <a:gs pos="100000">
                  <a:schemeClr val="accent2"/>
                </a:gs>
              </a:gsLst>
              <a:lin ang="0" scaled="0"/>
            </a:gradFill>
            <a:ln>
              <a:noFill/>
            </a:ln>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c:formatCode>
                <c:ptCount val="12"/>
                <c:pt idx="0">
                  <c:v>263873</c:v>
                </c:pt>
                <c:pt idx="1">
                  <c:v>240721</c:v>
                </c:pt>
                <c:pt idx="2">
                  <c:v>249940</c:v>
                </c:pt>
                <c:pt idx="3">
                  <c:v>209192</c:v>
                </c:pt>
                <c:pt idx="4">
                  <c:v>275115</c:v>
                </c:pt>
                <c:pt idx="5">
                  <c:v>285584</c:v>
                </c:pt>
                <c:pt idx="6">
                  <c:v>236229</c:v>
                </c:pt>
                <c:pt idx="7">
                  <c:v>218514</c:v>
                </c:pt>
                <c:pt idx="8">
                  <c:v>220400</c:v>
                </c:pt>
                <c:pt idx="9" formatCode="General">
                  <c:v>248372</c:v>
                </c:pt>
              </c:numCache>
            </c:numRef>
          </c:val>
          <c:extLst>
            <c:ext xmlns:c16="http://schemas.microsoft.com/office/drawing/2014/chart" uri="{C3380CC4-5D6E-409C-BE32-E72D297353CC}">
              <c16:uniqueId val="{00000000-CF01-4B71-A579-9C3D4A9C0192}"/>
            </c:ext>
          </c:extLst>
        </c:ser>
        <c:dLbls>
          <c:showLegendKey val="0"/>
          <c:showVal val="0"/>
          <c:showCatName val="0"/>
          <c:showSerName val="0"/>
          <c:showPercent val="0"/>
          <c:showBubbleSize val="0"/>
        </c:dLbls>
        <c:gapWidth val="150"/>
        <c:axId val="1534449264"/>
        <c:axId val="1534452016"/>
      </c:barChart>
      <c:catAx>
        <c:axId val="1534449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2"/>
                </a:solidFill>
                <a:latin typeface="Montserrat" panose="020B0604020202020204" charset="0"/>
                <a:ea typeface="+mn-ea"/>
                <a:cs typeface="+mn-cs"/>
              </a:defRPr>
            </a:pPr>
            <a:endParaRPr lang="en-US"/>
          </a:p>
        </c:txPr>
        <c:crossAx val="1534452016"/>
        <c:crosses val="autoZero"/>
        <c:auto val="1"/>
        <c:lblAlgn val="ctr"/>
        <c:lblOffset val="100"/>
        <c:noMultiLvlLbl val="0"/>
      </c:catAx>
      <c:valAx>
        <c:axId val="1534452016"/>
        <c:scaling>
          <c:orientation val="minMax"/>
        </c:scaling>
        <c:delete val="0"/>
        <c:axPos val="l"/>
        <c:majorGridlines>
          <c:spPr>
            <a:ln w="9525" cap="flat" cmpd="sng" algn="ctr">
              <a:solidFill>
                <a:schemeClr val="bg1">
                  <a:alpha val="1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ontserrat" panose="020B0604020202020204" charset="0"/>
                <a:ea typeface="+mn-ea"/>
                <a:cs typeface="+mn-cs"/>
              </a:defRPr>
            </a:pPr>
            <a:endParaRPr lang="en-US"/>
          </a:p>
        </c:txPr>
        <c:crossAx val="153444926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عدد المشتركين</c:v>
                </c:pt>
              </c:strCache>
            </c:strRef>
          </c:tx>
          <c:spPr>
            <a:gradFill flip="none" rotWithShape="1">
              <a:gsLst>
                <a:gs pos="0">
                  <a:schemeClr val="accent3"/>
                </a:gs>
                <a:gs pos="100000">
                  <a:schemeClr val="accent4"/>
                </a:gs>
              </a:gsLst>
              <a:lin ang="5400000" scaled="1"/>
              <a:tileRect/>
            </a:gradFill>
            <a:ln>
              <a:noFill/>
            </a:ln>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c:formatCode>
                <c:ptCount val="12"/>
                <c:pt idx="0">
                  <c:v>1213637</c:v>
                </c:pt>
                <c:pt idx="1">
                  <c:v>1216819</c:v>
                </c:pt>
                <c:pt idx="2">
                  <c:v>1206949</c:v>
                </c:pt>
                <c:pt idx="3">
                  <c:v>1145175</c:v>
                </c:pt>
                <c:pt idx="4">
                  <c:v>1259810</c:v>
                </c:pt>
                <c:pt idx="5">
                  <c:v>1245961</c:v>
                </c:pt>
                <c:pt idx="6">
                  <c:v>1301474</c:v>
                </c:pt>
                <c:pt idx="7">
                  <c:v>1342974</c:v>
                </c:pt>
                <c:pt idx="8">
                  <c:v>1217686</c:v>
                </c:pt>
                <c:pt idx="9">
                  <c:v>1414414</c:v>
                </c:pt>
              </c:numCache>
            </c:numRef>
          </c:val>
          <c:extLst>
            <c:ext xmlns:c16="http://schemas.microsoft.com/office/drawing/2014/chart" uri="{C3380CC4-5D6E-409C-BE32-E72D297353CC}">
              <c16:uniqueId val="{00000000-7594-4FF5-B7A2-50DDF224F166}"/>
            </c:ext>
          </c:extLst>
        </c:ser>
        <c:ser>
          <c:idx val="1"/>
          <c:order val="1"/>
          <c:tx>
            <c:strRef>
              <c:f>Sheet1!$C$1</c:f>
              <c:strCache>
                <c:ptCount val="1"/>
                <c:pt idx="0">
                  <c:v>عدد الطلبات</c:v>
                </c:pt>
              </c:strCache>
            </c:strRef>
          </c:tx>
          <c:spPr>
            <a:solidFill>
              <a:schemeClr val="accent2"/>
            </a:solidFill>
            <a:ln>
              <a:noFill/>
            </a:ln>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c:formatCode>
                <c:ptCount val="12"/>
                <c:pt idx="0">
                  <c:v>4454524</c:v>
                </c:pt>
                <c:pt idx="1">
                  <c:v>4132733</c:v>
                </c:pt>
                <c:pt idx="2">
                  <c:v>4375119</c:v>
                </c:pt>
                <c:pt idx="3">
                  <c:v>3895785</c:v>
                </c:pt>
                <c:pt idx="4">
                  <c:v>4660563</c:v>
                </c:pt>
                <c:pt idx="5">
                  <c:v>4477257</c:v>
                </c:pt>
                <c:pt idx="6">
                  <c:v>4740966</c:v>
                </c:pt>
                <c:pt idx="7">
                  <c:v>4832896</c:v>
                </c:pt>
                <c:pt idx="8">
                  <c:v>3333975</c:v>
                </c:pt>
                <c:pt idx="9">
                  <c:v>4980342</c:v>
                </c:pt>
              </c:numCache>
            </c:numRef>
          </c:val>
          <c:extLst>
            <c:ext xmlns:c16="http://schemas.microsoft.com/office/drawing/2014/chart" uri="{C3380CC4-5D6E-409C-BE32-E72D297353CC}">
              <c16:uniqueId val="{00000001-7594-4FF5-B7A2-50DDF224F166}"/>
            </c:ext>
          </c:extLst>
        </c:ser>
        <c:ser>
          <c:idx val="2"/>
          <c:order val="2"/>
          <c:tx>
            <c:strRef>
              <c:f>Sheet1!$D$1</c:f>
              <c:strCache>
                <c:ptCount val="1"/>
                <c:pt idx="0">
                  <c:v>قيمة الدين</c:v>
                </c:pt>
              </c:strCache>
            </c:strRef>
          </c:tx>
          <c:spPr>
            <a:solidFill>
              <a:schemeClr val="accent3"/>
            </a:solidFill>
            <a:ln>
              <a:noFill/>
            </a:ln>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#,##0</c:formatCode>
                <c:ptCount val="12"/>
                <c:pt idx="0">
                  <c:v>22104287</c:v>
                </c:pt>
                <c:pt idx="1">
                  <c:v>20883719</c:v>
                </c:pt>
                <c:pt idx="2">
                  <c:v>21216861</c:v>
                </c:pt>
                <c:pt idx="3">
                  <c:v>19521104</c:v>
                </c:pt>
                <c:pt idx="4">
                  <c:v>23765986</c:v>
                </c:pt>
                <c:pt idx="5">
                  <c:v>22572314</c:v>
                </c:pt>
                <c:pt idx="6">
                  <c:v>24069362</c:v>
                </c:pt>
                <c:pt idx="7">
                  <c:v>30855463</c:v>
                </c:pt>
                <c:pt idx="8">
                  <c:v>22276608</c:v>
                </c:pt>
                <c:pt idx="9">
                  <c:v>30758081</c:v>
                </c:pt>
              </c:numCache>
            </c:numRef>
          </c:val>
          <c:extLst>
            <c:ext xmlns:c16="http://schemas.microsoft.com/office/drawing/2014/chart" uri="{C3380CC4-5D6E-409C-BE32-E72D297353CC}">
              <c16:uniqueId val="{00000002-7594-4FF5-B7A2-50DDF224F166}"/>
            </c:ext>
          </c:extLst>
        </c:ser>
        <c:ser>
          <c:idx val="3"/>
          <c:order val="3"/>
          <c:tx>
            <c:strRef>
              <c:f>Sheet1!$E$1</c:f>
              <c:strCache>
                <c:ptCount val="1"/>
                <c:pt idx="0">
                  <c:v>قيمة السداد</c:v>
                </c:pt>
              </c:strCache>
            </c:strRef>
          </c:tx>
          <c:spPr>
            <a:solidFill>
              <a:schemeClr val="accent4"/>
            </a:solidFill>
            <a:ln>
              <a:noFill/>
            </a:ln>
            <a:effectLst/>
          </c:spPr>
          <c:invertIfNegative val="0"/>
          <c:dLbls>
            <c:dLbl>
              <c:idx val="0"/>
              <c:layout>
                <c:manualLayout>
                  <c:x val="-1.7578125000000003E-2"/>
                  <c:y val="-3.46349557479027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594-4FF5-B7A2-50DDF224F166}"/>
                </c:ext>
              </c:extLst>
            </c:dLbl>
            <c:dLbl>
              <c:idx val="1"/>
              <c:layout>
                <c:manualLayout>
                  <c:x val="-1.171875E-2"/>
                  <c:y val="9.89570164225789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594-4FF5-B7A2-50DDF224F166}"/>
                </c:ext>
              </c:extLst>
            </c:dLbl>
            <c:dLbl>
              <c:idx val="2"/>
              <c:layout>
                <c:manualLayout>
                  <c:x val="1.953125E-3"/>
                  <c:y val="-2.47392541056448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594-4FF5-B7A2-50DDF224F166}"/>
                </c:ext>
              </c:extLst>
            </c:dLbl>
            <c:dLbl>
              <c:idx val="3"/>
              <c:layout>
                <c:manualLayout>
                  <c:x val="-1.3671875E-2"/>
                  <c:y val="-2.2677387625724073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594-4FF5-B7A2-50DDF224F166}"/>
                </c:ext>
              </c:extLst>
            </c:dLbl>
            <c:dLbl>
              <c:idx val="4"/>
              <c:layout>
                <c:manualLayout>
                  <c:x val="-1.3671875E-2"/>
                  <c:y val="-6.43220606746764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9D9-4A89-A7A3-16FFE2348F16}"/>
                </c:ext>
              </c:extLst>
            </c:dLbl>
            <c:dLbl>
              <c:idx val="5"/>
              <c:layout>
                <c:manualLayout>
                  <c:x val="-7.8125000000000711E-3"/>
                  <c:y val="1.48435524633868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4DD-43E7-9173-27D1B5C830CD}"/>
                </c:ext>
              </c:extLst>
            </c:dLbl>
            <c:dLbl>
              <c:idx val="6"/>
              <c:layout>
                <c:manualLayout>
                  <c:x val="-3.90625E-3"/>
                  <c:y val="-4.947850821128959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45-4B95-B596-1AA22EEB0C6A}"/>
                </c:ext>
              </c:extLst>
            </c:dLbl>
            <c:dLbl>
              <c:idx val="7"/>
              <c:layout>
                <c:manualLayout>
                  <c:x val="0"/>
                  <c:y val="-2.96871049267737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E98-4C4D-97B6-C0A2068327A3}"/>
                </c:ext>
              </c:extLst>
            </c:dLbl>
            <c:dLbl>
              <c:idx val="9"/>
              <c:layout>
                <c:manualLayout>
                  <c:x val="-1.953125E-3"/>
                  <c:y val="-4.947850821128959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750-4ED2-BA92-73EAE9457C3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#,##0</c:formatCode>
                <c:ptCount val="12"/>
                <c:pt idx="0">
                  <c:v>21924507</c:v>
                </c:pt>
                <c:pt idx="1">
                  <c:v>20633417</c:v>
                </c:pt>
                <c:pt idx="2">
                  <c:v>21879041</c:v>
                </c:pt>
                <c:pt idx="3">
                  <c:v>19232571</c:v>
                </c:pt>
                <c:pt idx="4">
                  <c:v>23267600</c:v>
                </c:pt>
                <c:pt idx="5">
                  <c:v>23015607</c:v>
                </c:pt>
                <c:pt idx="6">
                  <c:v>23294621</c:v>
                </c:pt>
                <c:pt idx="7">
                  <c:v>29380266</c:v>
                </c:pt>
                <c:pt idx="8">
                  <c:v>23350282</c:v>
                </c:pt>
                <c:pt idx="9">
                  <c:v>29729774</c:v>
                </c:pt>
              </c:numCache>
            </c:numRef>
          </c:val>
          <c:extLst>
            <c:ext xmlns:c16="http://schemas.microsoft.com/office/drawing/2014/chart" uri="{C3380CC4-5D6E-409C-BE32-E72D297353CC}">
              <c16:uniqueId val="{00000003-7594-4FF5-B7A2-50DDF224F166}"/>
            </c:ext>
          </c:extLst>
        </c:ser>
        <c:dLbls>
          <c:showLegendKey val="0"/>
          <c:showVal val="0"/>
          <c:showCatName val="0"/>
          <c:showSerName val="0"/>
          <c:showPercent val="0"/>
          <c:showBubbleSize val="0"/>
        </c:dLbls>
        <c:gapWidth val="219"/>
        <c:overlap val="-27"/>
        <c:axId val="1532228304"/>
        <c:axId val="1514402480"/>
      </c:barChart>
      <c:catAx>
        <c:axId val="153222830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514402480"/>
        <c:crosses val="autoZero"/>
        <c:auto val="1"/>
        <c:lblAlgn val="ctr"/>
        <c:lblOffset val="100"/>
        <c:noMultiLvlLbl val="0"/>
      </c:catAx>
      <c:valAx>
        <c:axId val="1514402480"/>
        <c:scaling>
          <c:orientation val="minMax"/>
        </c:scaling>
        <c:delete val="1"/>
        <c:axPos val="l"/>
        <c:majorGridlines>
          <c:spPr>
            <a:ln w="9525" cap="flat" cmpd="sng" algn="ctr">
              <a:solidFill>
                <a:schemeClr val="tx2">
                  <a:alpha val="10000"/>
                </a:schemeClr>
              </a:solidFill>
              <a:round/>
            </a:ln>
            <a:effectLst/>
          </c:spPr>
        </c:majorGridlines>
        <c:numFmt formatCode="#,##0" sourceLinked="1"/>
        <c:majorTickMark val="none"/>
        <c:minorTickMark val="none"/>
        <c:tickLblPos val="nextTo"/>
        <c:crossAx val="15322283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2340149180305263E-2"/>
          <c:y val="0.18853378142312877"/>
          <c:w val="0.90089735769709989"/>
          <c:h val="0.5415138952088866"/>
        </c:manualLayout>
      </c:layout>
      <c:lineChart>
        <c:grouping val="standard"/>
        <c:varyColors val="0"/>
        <c:ser>
          <c:idx val="0"/>
          <c:order val="0"/>
          <c:tx>
            <c:strRef>
              <c:f>Sheet1!$B$1</c:f>
              <c:strCache>
                <c:ptCount val="1"/>
                <c:pt idx="0">
                  <c:v>قيمة المكالمات </c:v>
                </c:pt>
              </c:strCache>
            </c:strRef>
          </c:tx>
          <c:spPr>
            <a:ln w="28575" cap="rnd">
              <a:solidFill>
                <a:schemeClr val="accent2"/>
              </a:solidFill>
              <a:round/>
            </a:ln>
            <a:effectLst/>
          </c:spPr>
          <c:marker>
            <c:symbol val="circle"/>
            <c:size val="4"/>
            <c:spPr>
              <a:solidFill>
                <a:schemeClr val="accent2"/>
              </a:solidFill>
              <a:ln w="9525">
                <a:noFill/>
              </a:ln>
              <a:effectLst/>
            </c:spPr>
          </c:marker>
          <c:cat>
            <c:strRef>
              <c:f>Sheet1!$A$2:$A$11</c:f>
              <c:strCache>
                <c:ptCount val="10"/>
                <c:pt idx="0">
                  <c:v>Jan</c:v>
                </c:pt>
                <c:pt idx="1">
                  <c:v>Fep</c:v>
                </c:pt>
                <c:pt idx="2">
                  <c:v>Mar</c:v>
                </c:pt>
                <c:pt idx="3">
                  <c:v>Apr</c:v>
                </c:pt>
                <c:pt idx="4">
                  <c:v>May</c:v>
                </c:pt>
                <c:pt idx="5">
                  <c:v>Jun</c:v>
                </c:pt>
                <c:pt idx="6">
                  <c:v>Jul</c:v>
                </c:pt>
                <c:pt idx="7">
                  <c:v>Aug</c:v>
                </c:pt>
                <c:pt idx="8">
                  <c:v>Sep</c:v>
                </c:pt>
                <c:pt idx="9">
                  <c:v>Oct</c:v>
                </c:pt>
              </c:strCache>
            </c:strRef>
          </c:cat>
          <c:val>
            <c:numRef>
              <c:f>Sheet1!$B$2:$B$11</c:f>
              <c:numCache>
                <c:formatCode>#,##0</c:formatCode>
                <c:ptCount val="10"/>
                <c:pt idx="0">
                  <c:v>4219.9139999999998</c:v>
                </c:pt>
                <c:pt idx="1">
                  <c:v>3809.2489999999998</c:v>
                </c:pt>
                <c:pt idx="2">
                  <c:v>3589.2340000000004</c:v>
                </c:pt>
                <c:pt idx="3">
                  <c:v>2704.0179999999996</c:v>
                </c:pt>
                <c:pt idx="4">
                  <c:v>3775.1329999999994</c:v>
                </c:pt>
                <c:pt idx="5">
                  <c:v>3413.5330000000008</c:v>
                </c:pt>
                <c:pt idx="6">
                  <c:v>3472.989</c:v>
                </c:pt>
                <c:pt idx="7">
                  <c:v>3632.7750000000005</c:v>
                </c:pt>
                <c:pt idx="8">
                  <c:v>2113</c:v>
                </c:pt>
                <c:pt idx="9">
                  <c:v>4081.3090000000007</c:v>
                </c:pt>
              </c:numCache>
            </c:numRef>
          </c:val>
          <c:smooth val="0"/>
          <c:extLst>
            <c:ext xmlns:c16="http://schemas.microsoft.com/office/drawing/2014/chart" uri="{C3380CC4-5D6E-409C-BE32-E72D297353CC}">
              <c16:uniqueId val="{00000000-042C-4DAC-B394-1708D4B0149A}"/>
            </c:ext>
          </c:extLst>
        </c:ser>
        <c:ser>
          <c:idx val="1"/>
          <c:order val="1"/>
          <c:tx>
            <c:strRef>
              <c:f>Sheet1!$C$1</c:f>
              <c:strCache>
                <c:ptCount val="1"/>
                <c:pt idx="0">
                  <c:v>عدد الدقائق</c:v>
                </c:pt>
              </c:strCache>
            </c:strRef>
          </c:tx>
          <c:spPr>
            <a:ln w="28575" cap="rnd">
              <a:solidFill>
                <a:srgbClr val="990099"/>
              </a:solidFill>
              <a:round/>
            </a:ln>
            <a:effectLst/>
          </c:spPr>
          <c:marker>
            <c:symbol val="circle"/>
            <c:size val="5"/>
            <c:spPr>
              <a:solidFill>
                <a:srgbClr val="990099"/>
              </a:solidFill>
              <a:ln w="9525">
                <a:noFill/>
              </a:ln>
              <a:effectLst/>
            </c:spPr>
          </c:marker>
          <c:cat>
            <c:strRef>
              <c:f>Sheet1!$A$2:$A$11</c:f>
              <c:strCache>
                <c:ptCount val="10"/>
                <c:pt idx="0">
                  <c:v>Jan</c:v>
                </c:pt>
                <c:pt idx="1">
                  <c:v>Fep</c:v>
                </c:pt>
                <c:pt idx="2">
                  <c:v>Mar</c:v>
                </c:pt>
                <c:pt idx="3">
                  <c:v>Apr</c:v>
                </c:pt>
                <c:pt idx="4">
                  <c:v>May</c:v>
                </c:pt>
                <c:pt idx="5">
                  <c:v>Jun</c:v>
                </c:pt>
                <c:pt idx="6">
                  <c:v>Jul</c:v>
                </c:pt>
                <c:pt idx="7">
                  <c:v>Aug</c:v>
                </c:pt>
                <c:pt idx="8">
                  <c:v>Sep</c:v>
                </c:pt>
                <c:pt idx="9">
                  <c:v>Oct</c:v>
                </c:pt>
              </c:strCache>
            </c:strRef>
          </c:cat>
          <c:val>
            <c:numRef>
              <c:f>Sheet1!$C$2:$C$11</c:f>
              <c:numCache>
                <c:formatCode>#,##0</c:formatCode>
                <c:ptCount val="10"/>
                <c:pt idx="0">
                  <c:v>71585.800999999992</c:v>
                </c:pt>
                <c:pt idx="1">
                  <c:v>65259.133999999998</c:v>
                </c:pt>
                <c:pt idx="2">
                  <c:v>60607.934999999998</c:v>
                </c:pt>
                <c:pt idx="3">
                  <c:v>45977.534999999989</c:v>
                </c:pt>
                <c:pt idx="4">
                  <c:v>64952.617999999995</c:v>
                </c:pt>
                <c:pt idx="5">
                  <c:v>57615.46899999999</c:v>
                </c:pt>
                <c:pt idx="6">
                  <c:v>58494.649000000005</c:v>
                </c:pt>
                <c:pt idx="7">
                  <c:v>60913.398999999998</c:v>
                </c:pt>
                <c:pt idx="8">
                  <c:v>38749.934000000008</c:v>
                </c:pt>
                <c:pt idx="9">
                  <c:v>67517.666999999987</c:v>
                </c:pt>
              </c:numCache>
            </c:numRef>
          </c:val>
          <c:smooth val="0"/>
          <c:extLst>
            <c:ext xmlns:c16="http://schemas.microsoft.com/office/drawing/2014/chart" uri="{C3380CC4-5D6E-409C-BE32-E72D297353CC}">
              <c16:uniqueId val="{00000001-042C-4DAC-B394-1708D4B0149A}"/>
            </c:ext>
          </c:extLst>
        </c:ser>
        <c:ser>
          <c:idx val="2"/>
          <c:order val="2"/>
          <c:tx>
            <c:strRef>
              <c:f>Sheet1!$D$1</c:f>
              <c:strCache>
                <c:ptCount val="1"/>
                <c:pt idx="0">
                  <c:v>عدد الطلبات</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Sheet1!$A$2:$A$11</c:f>
              <c:strCache>
                <c:ptCount val="10"/>
                <c:pt idx="0">
                  <c:v>Jan</c:v>
                </c:pt>
                <c:pt idx="1">
                  <c:v>Fep</c:v>
                </c:pt>
                <c:pt idx="2">
                  <c:v>Mar</c:v>
                </c:pt>
                <c:pt idx="3">
                  <c:v>Apr</c:v>
                </c:pt>
                <c:pt idx="4">
                  <c:v>May</c:v>
                </c:pt>
                <c:pt idx="5">
                  <c:v>Jun</c:v>
                </c:pt>
                <c:pt idx="6">
                  <c:v>Jul</c:v>
                </c:pt>
                <c:pt idx="7">
                  <c:v>Aug</c:v>
                </c:pt>
                <c:pt idx="8">
                  <c:v>Sep</c:v>
                </c:pt>
                <c:pt idx="9">
                  <c:v>Oct</c:v>
                </c:pt>
              </c:strCache>
            </c:strRef>
          </c:cat>
          <c:val>
            <c:numRef>
              <c:f>Sheet1!$D$2:$D$11</c:f>
              <c:numCache>
                <c:formatCode>#,##0</c:formatCode>
                <c:ptCount val="10"/>
                <c:pt idx="0">
                  <c:v>67752</c:v>
                </c:pt>
                <c:pt idx="1">
                  <c:v>68034</c:v>
                </c:pt>
                <c:pt idx="2">
                  <c:v>61201</c:v>
                </c:pt>
                <c:pt idx="3">
                  <c:v>44075</c:v>
                </c:pt>
                <c:pt idx="4">
                  <c:v>67259</c:v>
                </c:pt>
                <c:pt idx="5">
                  <c:v>59058</c:v>
                </c:pt>
                <c:pt idx="6">
                  <c:v>62202</c:v>
                </c:pt>
                <c:pt idx="7">
                  <c:v>63722</c:v>
                </c:pt>
                <c:pt idx="8">
                  <c:v>39638</c:v>
                </c:pt>
                <c:pt idx="9">
                  <c:v>63824</c:v>
                </c:pt>
              </c:numCache>
            </c:numRef>
          </c:val>
          <c:smooth val="0"/>
          <c:extLst>
            <c:ext xmlns:c16="http://schemas.microsoft.com/office/drawing/2014/chart" uri="{C3380CC4-5D6E-409C-BE32-E72D297353CC}">
              <c16:uniqueId val="{00000002-042C-4DAC-B394-1708D4B0149A}"/>
            </c:ext>
          </c:extLst>
        </c:ser>
        <c:dLbls>
          <c:showLegendKey val="0"/>
          <c:showVal val="0"/>
          <c:showCatName val="0"/>
          <c:showSerName val="0"/>
          <c:showPercent val="0"/>
          <c:showBubbleSize val="0"/>
        </c:dLbls>
        <c:marker val="1"/>
        <c:smooth val="0"/>
        <c:axId val="1531680608"/>
        <c:axId val="1531682816"/>
      </c:lineChart>
      <c:catAx>
        <c:axId val="15316806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ontserrat" panose="00000500000000000000" pitchFamily="2" charset="0"/>
                <a:ea typeface="+mn-ea"/>
                <a:cs typeface="+mn-cs"/>
              </a:defRPr>
            </a:pPr>
            <a:endParaRPr lang="en-US"/>
          </a:p>
        </c:txPr>
        <c:crossAx val="1531682816"/>
        <c:crosses val="autoZero"/>
        <c:auto val="1"/>
        <c:lblAlgn val="ctr"/>
        <c:lblOffset val="100"/>
        <c:noMultiLvlLbl val="0"/>
      </c:catAx>
      <c:valAx>
        <c:axId val="1531682816"/>
        <c:scaling>
          <c:orientation val="minMax"/>
        </c:scaling>
        <c:delete val="0"/>
        <c:axPos val="l"/>
        <c:majorGridlines>
          <c:spPr>
            <a:ln w="9525" cap="flat" cmpd="sng" algn="ctr">
              <a:solidFill>
                <a:schemeClr val="tx1">
                  <a:alpha val="20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ontserrat" panose="00000500000000000000" pitchFamily="2" charset="0"/>
                <a:ea typeface="+mn-ea"/>
                <a:cs typeface="+mn-cs"/>
              </a:defRPr>
            </a:pPr>
            <a:endParaRPr lang="en-US"/>
          </a:p>
        </c:txPr>
        <c:crossAx val="1531680608"/>
        <c:crosses val="autoZero"/>
        <c:crossBetween val="between"/>
        <c:majorUnit val="20000"/>
      </c:valAx>
      <c:spPr>
        <a:noFill/>
        <a:ln>
          <a:noFill/>
        </a:ln>
        <a:effectLst/>
      </c:spPr>
    </c:plotArea>
    <c:legend>
      <c:legendPos val="b"/>
      <c:layout>
        <c:manualLayout>
          <c:xMode val="edge"/>
          <c:yMode val="edge"/>
          <c:x val="0.19572869268946558"/>
          <c:y val="0.85678567235773706"/>
          <c:w val="0.67940018416458858"/>
          <c:h val="0.1038756974771000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ontserrat" panose="00000500000000000000" pitchFamily="2" charset="0"/>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chemeClr val="tx2">
              <a:alpha val="34000"/>
            </a:schemeClr>
          </a:solidFill>
          <a:latin typeface="Montserrat" panose="00000500000000000000" pitchFamily="2" charset="0"/>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2340149180305263E-2"/>
          <c:y val="0.18853378142312877"/>
          <c:w val="0.90089735769709989"/>
          <c:h val="0.5415138952088866"/>
        </c:manualLayout>
      </c:layout>
      <c:lineChart>
        <c:grouping val="standard"/>
        <c:varyColors val="0"/>
        <c:ser>
          <c:idx val="0"/>
          <c:order val="0"/>
          <c:tx>
            <c:strRef>
              <c:f>Sheet1!$B$1</c:f>
              <c:strCache>
                <c:ptCount val="1"/>
                <c:pt idx="0">
                  <c:v>قيمة الدين التراكمي</c:v>
                </c:pt>
              </c:strCache>
            </c:strRef>
          </c:tx>
          <c:spPr>
            <a:ln w="28575" cap="rnd">
              <a:solidFill>
                <a:schemeClr val="accent2"/>
              </a:solidFill>
              <a:round/>
            </a:ln>
            <a:effectLst/>
          </c:spPr>
          <c:marker>
            <c:symbol val="circle"/>
            <c:size val="4"/>
            <c:spPr>
              <a:solidFill>
                <a:schemeClr val="accent2"/>
              </a:solidFill>
              <a:ln w="9525">
                <a:noFill/>
              </a:ln>
              <a:effectLst/>
            </c:spPr>
          </c:marker>
          <c:cat>
            <c:strRef>
              <c:f>Sheet1!$A$2:$A$11</c:f>
              <c:strCache>
                <c:ptCount val="10"/>
                <c:pt idx="0">
                  <c:v>Jau</c:v>
                </c:pt>
                <c:pt idx="1">
                  <c:v>Fep</c:v>
                </c:pt>
                <c:pt idx="2">
                  <c:v>Mar</c:v>
                </c:pt>
                <c:pt idx="3">
                  <c:v>Apr</c:v>
                </c:pt>
                <c:pt idx="4">
                  <c:v>May</c:v>
                </c:pt>
                <c:pt idx="5">
                  <c:v>Jun</c:v>
                </c:pt>
                <c:pt idx="6">
                  <c:v>Jul</c:v>
                </c:pt>
                <c:pt idx="7">
                  <c:v>Aug</c:v>
                </c:pt>
                <c:pt idx="8">
                  <c:v>Sep</c:v>
                </c:pt>
                <c:pt idx="9">
                  <c:v>Oct</c:v>
                </c:pt>
              </c:strCache>
            </c:strRef>
          </c:cat>
          <c:val>
            <c:numRef>
              <c:f>Sheet1!$B$2:$B$11</c:f>
              <c:numCache>
                <c:formatCode>#,##0</c:formatCode>
                <c:ptCount val="10"/>
                <c:pt idx="0">
                  <c:v>39818254</c:v>
                </c:pt>
                <c:pt idx="1">
                  <c:v>40505286</c:v>
                </c:pt>
                <c:pt idx="2">
                  <c:v>41212841</c:v>
                </c:pt>
                <c:pt idx="3">
                  <c:v>41816678</c:v>
                </c:pt>
                <c:pt idx="4">
                  <c:v>42560236</c:v>
                </c:pt>
                <c:pt idx="5">
                  <c:v>43245714</c:v>
                </c:pt>
                <c:pt idx="6">
                  <c:v>43948449</c:v>
                </c:pt>
                <c:pt idx="7">
                  <c:v>44595442</c:v>
                </c:pt>
                <c:pt idx="8">
                  <c:v>45030862</c:v>
                </c:pt>
                <c:pt idx="9">
                  <c:v>45829223</c:v>
                </c:pt>
              </c:numCache>
            </c:numRef>
          </c:val>
          <c:smooth val="0"/>
          <c:extLst>
            <c:ext xmlns:c16="http://schemas.microsoft.com/office/drawing/2014/chart" uri="{C3380CC4-5D6E-409C-BE32-E72D297353CC}">
              <c16:uniqueId val="{00000000-D275-4F21-AFDA-B739B469F3F4}"/>
            </c:ext>
          </c:extLst>
        </c:ser>
        <c:ser>
          <c:idx val="1"/>
          <c:order val="1"/>
          <c:tx>
            <c:strRef>
              <c:f>Sheet1!$C$1</c:f>
              <c:strCache>
                <c:ptCount val="1"/>
                <c:pt idx="0">
                  <c:v>قيمة سداد الدين تراكميا</c:v>
                </c:pt>
              </c:strCache>
            </c:strRef>
          </c:tx>
          <c:spPr>
            <a:ln w="28575" cap="rnd">
              <a:solidFill>
                <a:srgbClr val="990099"/>
              </a:solidFill>
              <a:round/>
            </a:ln>
            <a:effectLst/>
          </c:spPr>
          <c:marker>
            <c:symbol val="circle"/>
            <c:size val="5"/>
            <c:spPr>
              <a:solidFill>
                <a:srgbClr val="990099"/>
              </a:solidFill>
              <a:ln w="9525">
                <a:noFill/>
              </a:ln>
              <a:effectLst/>
            </c:spPr>
          </c:marker>
          <c:cat>
            <c:strRef>
              <c:f>Sheet1!$A$2:$A$11</c:f>
              <c:strCache>
                <c:ptCount val="10"/>
                <c:pt idx="0">
                  <c:v>Jau</c:v>
                </c:pt>
                <c:pt idx="1">
                  <c:v>Fep</c:v>
                </c:pt>
                <c:pt idx="2">
                  <c:v>Mar</c:v>
                </c:pt>
                <c:pt idx="3">
                  <c:v>Apr</c:v>
                </c:pt>
                <c:pt idx="4">
                  <c:v>May</c:v>
                </c:pt>
                <c:pt idx="5">
                  <c:v>Jun</c:v>
                </c:pt>
                <c:pt idx="6">
                  <c:v>Jul</c:v>
                </c:pt>
                <c:pt idx="7">
                  <c:v>Aug</c:v>
                </c:pt>
                <c:pt idx="8">
                  <c:v>Sep</c:v>
                </c:pt>
                <c:pt idx="9">
                  <c:v>Oct</c:v>
                </c:pt>
              </c:strCache>
            </c:strRef>
          </c:cat>
          <c:val>
            <c:numRef>
              <c:f>Sheet1!$C$2:$C$11</c:f>
              <c:numCache>
                <c:formatCode>#,##0</c:formatCode>
                <c:ptCount val="10"/>
                <c:pt idx="0">
                  <c:v>39508424</c:v>
                </c:pt>
                <c:pt idx="1">
                  <c:v>40183804</c:v>
                </c:pt>
                <c:pt idx="2">
                  <c:v>40917992</c:v>
                </c:pt>
                <c:pt idx="3">
                  <c:v>41525750</c:v>
                </c:pt>
                <c:pt idx="4">
                  <c:v>42245674.100000001</c:v>
                </c:pt>
                <c:pt idx="5">
                  <c:v>42955211</c:v>
                </c:pt>
                <c:pt idx="6">
                  <c:v>43628770.5</c:v>
                </c:pt>
                <c:pt idx="7">
                  <c:v>44287127</c:v>
                </c:pt>
                <c:pt idx="8">
                  <c:v>44718480</c:v>
                </c:pt>
                <c:pt idx="9">
                  <c:v>45431649.948789999</c:v>
                </c:pt>
              </c:numCache>
            </c:numRef>
          </c:val>
          <c:smooth val="0"/>
          <c:extLst>
            <c:ext xmlns:c16="http://schemas.microsoft.com/office/drawing/2014/chart" uri="{C3380CC4-5D6E-409C-BE32-E72D297353CC}">
              <c16:uniqueId val="{00000001-D275-4F21-AFDA-B739B469F3F4}"/>
            </c:ext>
          </c:extLst>
        </c:ser>
        <c:dLbls>
          <c:showLegendKey val="0"/>
          <c:showVal val="0"/>
          <c:showCatName val="0"/>
          <c:showSerName val="0"/>
          <c:showPercent val="0"/>
          <c:showBubbleSize val="0"/>
        </c:dLbls>
        <c:marker val="1"/>
        <c:smooth val="0"/>
        <c:axId val="1531680608"/>
        <c:axId val="1531682816"/>
      </c:lineChart>
      <c:catAx>
        <c:axId val="15316806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ontserrat" panose="00000500000000000000" pitchFamily="2" charset="0"/>
                <a:ea typeface="+mn-ea"/>
                <a:cs typeface="+mn-cs"/>
              </a:defRPr>
            </a:pPr>
            <a:endParaRPr lang="en-US"/>
          </a:p>
        </c:txPr>
        <c:crossAx val="1531682816"/>
        <c:crosses val="autoZero"/>
        <c:auto val="1"/>
        <c:lblAlgn val="ctr"/>
        <c:lblOffset val="100"/>
        <c:noMultiLvlLbl val="0"/>
      </c:catAx>
      <c:valAx>
        <c:axId val="1531682816"/>
        <c:scaling>
          <c:orientation val="minMax"/>
        </c:scaling>
        <c:delete val="0"/>
        <c:axPos val="l"/>
        <c:majorGridlines>
          <c:spPr>
            <a:ln w="9525" cap="flat" cmpd="sng" algn="ctr">
              <a:solidFill>
                <a:schemeClr val="tx1">
                  <a:alpha val="20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ontserrat" panose="00000500000000000000" pitchFamily="2" charset="0"/>
                <a:ea typeface="+mn-ea"/>
                <a:cs typeface="+mn-cs"/>
              </a:defRPr>
            </a:pPr>
            <a:endParaRPr lang="en-US"/>
          </a:p>
        </c:txPr>
        <c:crossAx val="1531680608"/>
        <c:crosses val="autoZero"/>
        <c:crossBetween val="between"/>
        <c:majorUnit val="1000000"/>
      </c:valAx>
      <c:spPr>
        <a:noFill/>
        <a:ln>
          <a:noFill/>
        </a:ln>
        <a:effectLst/>
      </c:spPr>
    </c:plotArea>
    <c:legend>
      <c:legendPos val="b"/>
      <c:layout>
        <c:manualLayout>
          <c:xMode val="edge"/>
          <c:yMode val="edge"/>
          <c:x val="0.19572869268946558"/>
          <c:y val="0.85678567235773706"/>
          <c:w val="0.60266129686555214"/>
          <c:h val="0.1038756974771000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ontserrat" panose="00000500000000000000" pitchFamily="2" charset="0"/>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chemeClr val="tx2">
              <a:alpha val="34000"/>
            </a:schemeClr>
          </a:solidFill>
          <a:latin typeface="Montserrat" panose="00000500000000000000" pitchFamily="2" charset="0"/>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chemeClr val="accent2"/>
              </a:solidFill>
              <a:round/>
            </a:ln>
            <a:effectLst/>
          </c:spPr>
          <c:marker>
            <c:symbol val="none"/>
          </c:marker>
          <c:cat>
            <c:numRef>
              <c:f>Sheet1!$A$2:$A$32</c:f>
              <c:numCache>
                <c:formatCode>[$-409]d\-mmm;@</c:formatCode>
                <c:ptCount val="31"/>
                <c:pt idx="0">
                  <c:v>45200</c:v>
                </c:pt>
                <c:pt idx="1">
                  <c:v>45201</c:v>
                </c:pt>
                <c:pt idx="2">
                  <c:v>45202</c:v>
                </c:pt>
                <c:pt idx="3">
                  <c:v>45203</c:v>
                </c:pt>
                <c:pt idx="4">
                  <c:v>45204</c:v>
                </c:pt>
                <c:pt idx="5">
                  <c:v>45205</c:v>
                </c:pt>
                <c:pt idx="6">
                  <c:v>45206</c:v>
                </c:pt>
                <c:pt idx="7">
                  <c:v>45207</c:v>
                </c:pt>
                <c:pt idx="8">
                  <c:v>45208</c:v>
                </c:pt>
                <c:pt idx="9">
                  <c:v>45209</c:v>
                </c:pt>
                <c:pt idx="10">
                  <c:v>45210</c:v>
                </c:pt>
                <c:pt idx="11">
                  <c:v>45211</c:v>
                </c:pt>
                <c:pt idx="12">
                  <c:v>45212</c:v>
                </c:pt>
                <c:pt idx="13">
                  <c:v>45213</c:v>
                </c:pt>
                <c:pt idx="14">
                  <c:v>45214</c:v>
                </c:pt>
                <c:pt idx="15">
                  <c:v>45215</c:v>
                </c:pt>
                <c:pt idx="16">
                  <c:v>45216</c:v>
                </c:pt>
                <c:pt idx="17">
                  <c:v>45217</c:v>
                </c:pt>
                <c:pt idx="18">
                  <c:v>45218</c:v>
                </c:pt>
                <c:pt idx="19">
                  <c:v>45219</c:v>
                </c:pt>
                <c:pt idx="20">
                  <c:v>45220</c:v>
                </c:pt>
                <c:pt idx="21">
                  <c:v>45221</c:v>
                </c:pt>
                <c:pt idx="22">
                  <c:v>45222</c:v>
                </c:pt>
                <c:pt idx="23">
                  <c:v>45223</c:v>
                </c:pt>
                <c:pt idx="24">
                  <c:v>45224</c:v>
                </c:pt>
                <c:pt idx="25">
                  <c:v>45225</c:v>
                </c:pt>
                <c:pt idx="26">
                  <c:v>45226</c:v>
                </c:pt>
                <c:pt idx="27">
                  <c:v>45227</c:v>
                </c:pt>
                <c:pt idx="28">
                  <c:v>45228</c:v>
                </c:pt>
                <c:pt idx="29">
                  <c:v>45229</c:v>
                </c:pt>
                <c:pt idx="30">
                  <c:v>45230</c:v>
                </c:pt>
              </c:numCache>
            </c:numRef>
          </c:cat>
          <c:val>
            <c:numRef>
              <c:f>Sheet1!$B$2:$B$32</c:f>
              <c:numCache>
                <c:formatCode>General</c:formatCode>
                <c:ptCount val="31"/>
                <c:pt idx="0">
                  <c:v>315</c:v>
                </c:pt>
                <c:pt idx="1">
                  <c:v>325</c:v>
                </c:pt>
                <c:pt idx="2">
                  <c:v>269</c:v>
                </c:pt>
                <c:pt idx="3">
                  <c:v>306</c:v>
                </c:pt>
                <c:pt idx="4">
                  <c:v>257</c:v>
                </c:pt>
                <c:pt idx="5">
                  <c:v>324</c:v>
                </c:pt>
                <c:pt idx="6">
                  <c:v>295</c:v>
                </c:pt>
                <c:pt idx="7">
                  <c:v>303</c:v>
                </c:pt>
                <c:pt idx="8">
                  <c:v>253</c:v>
                </c:pt>
                <c:pt idx="9">
                  <c:v>271</c:v>
                </c:pt>
                <c:pt idx="10">
                  <c:v>248</c:v>
                </c:pt>
                <c:pt idx="11">
                  <c:v>294</c:v>
                </c:pt>
                <c:pt idx="12">
                  <c:v>286</c:v>
                </c:pt>
                <c:pt idx="13">
                  <c:v>285</c:v>
                </c:pt>
                <c:pt idx="14">
                  <c:v>276</c:v>
                </c:pt>
                <c:pt idx="15">
                  <c:v>270</c:v>
                </c:pt>
                <c:pt idx="16">
                  <c:v>285</c:v>
                </c:pt>
                <c:pt idx="17">
                  <c:v>282</c:v>
                </c:pt>
                <c:pt idx="18">
                  <c:v>318</c:v>
                </c:pt>
                <c:pt idx="19">
                  <c:v>371</c:v>
                </c:pt>
                <c:pt idx="20">
                  <c:v>307</c:v>
                </c:pt>
                <c:pt idx="21">
                  <c:v>330</c:v>
                </c:pt>
                <c:pt idx="22">
                  <c:v>338</c:v>
                </c:pt>
                <c:pt idx="23">
                  <c:v>362</c:v>
                </c:pt>
                <c:pt idx="24">
                  <c:v>330</c:v>
                </c:pt>
                <c:pt idx="25">
                  <c:v>385</c:v>
                </c:pt>
                <c:pt idx="26">
                  <c:v>337</c:v>
                </c:pt>
                <c:pt idx="27">
                  <c:v>377</c:v>
                </c:pt>
                <c:pt idx="28">
                  <c:v>349</c:v>
                </c:pt>
                <c:pt idx="29">
                  <c:v>329</c:v>
                </c:pt>
                <c:pt idx="30">
                  <c:v>398</c:v>
                </c:pt>
              </c:numCache>
            </c:numRef>
          </c:val>
          <c:smooth val="1"/>
          <c:extLst>
            <c:ext xmlns:c16="http://schemas.microsoft.com/office/drawing/2014/chart" uri="{C3380CC4-5D6E-409C-BE32-E72D297353CC}">
              <c16:uniqueId val="{00000000-DFDE-42A7-8A75-2304CCF05A17}"/>
            </c:ext>
          </c:extLst>
        </c:ser>
        <c:dLbls>
          <c:showLegendKey val="0"/>
          <c:showVal val="0"/>
          <c:showCatName val="0"/>
          <c:showSerName val="0"/>
          <c:showPercent val="0"/>
          <c:showBubbleSize val="0"/>
        </c:dLbls>
        <c:smooth val="0"/>
        <c:axId val="1530799536"/>
        <c:axId val="1530801856"/>
      </c:lineChart>
      <c:dateAx>
        <c:axId val="1530799536"/>
        <c:scaling>
          <c:orientation val="minMax"/>
        </c:scaling>
        <c:delete val="0"/>
        <c:axPos val="b"/>
        <c:numFmt formatCode="[$-409]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ontserrat" panose="020B0604020202020204" charset="0"/>
                <a:ea typeface="+mn-ea"/>
                <a:cs typeface="+mn-cs"/>
              </a:defRPr>
            </a:pPr>
            <a:endParaRPr lang="en-US"/>
          </a:p>
        </c:txPr>
        <c:crossAx val="1530801856"/>
        <c:crosses val="autoZero"/>
        <c:auto val="1"/>
        <c:lblOffset val="100"/>
        <c:baseTimeUnit val="days"/>
      </c:dateAx>
      <c:valAx>
        <c:axId val="153080185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ontserrat" panose="020B0604020202020204" charset="0"/>
                <a:ea typeface="+mn-ea"/>
                <a:cs typeface="+mn-cs"/>
              </a:defRPr>
            </a:pPr>
            <a:endParaRPr lang="en-US"/>
          </a:p>
        </c:txPr>
        <c:crossAx val="15307995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rgbClr val="990099"/>
              </a:solidFill>
              <a:round/>
            </a:ln>
            <a:effectLst/>
          </c:spPr>
          <c:marker>
            <c:symbol val="none"/>
          </c:marker>
          <c:cat>
            <c:numRef>
              <c:f>Sheet1!$A$2:$A$32</c:f>
              <c:numCache>
                <c:formatCode>[$-409]d\-mmm;@</c:formatCode>
                <c:ptCount val="31"/>
                <c:pt idx="0">
                  <c:v>45200</c:v>
                </c:pt>
                <c:pt idx="1">
                  <c:v>45201</c:v>
                </c:pt>
                <c:pt idx="2">
                  <c:v>45202</c:v>
                </c:pt>
                <c:pt idx="3">
                  <c:v>45203</c:v>
                </c:pt>
                <c:pt idx="4">
                  <c:v>45204</c:v>
                </c:pt>
                <c:pt idx="5">
                  <c:v>45205</c:v>
                </c:pt>
                <c:pt idx="6">
                  <c:v>45206</c:v>
                </c:pt>
                <c:pt idx="7">
                  <c:v>45207</c:v>
                </c:pt>
                <c:pt idx="8">
                  <c:v>45208</c:v>
                </c:pt>
                <c:pt idx="9">
                  <c:v>45209</c:v>
                </c:pt>
                <c:pt idx="10">
                  <c:v>45210</c:v>
                </c:pt>
                <c:pt idx="11">
                  <c:v>45211</c:v>
                </c:pt>
                <c:pt idx="12">
                  <c:v>45212</c:v>
                </c:pt>
                <c:pt idx="13">
                  <c:v>45213</c:v>
                </c:pt>
                <c:pt idx="14">
                  <c:v>45214</c:v>
                </c:pt>
                <c:pt idx="15">
                  <c:v>45215</c:v>
                </c:pt>
                <c:pt idx="16">
                  <c:v>45216</c:v>
                </c:pt>
                <c:pt idx="17">
                  <c:v>45217</c:v>
                </c:pt>
                <c:pt idx="18">
                  <c:v>45218</c:v>
                </c:pt>
                <c:pt idx="19">
                  <c:v>45219</c:v>
                </c:pt>
                <c:pt idx="20">
                  <c:v>45220</c:v>
                </c:pt>
                <c:pt idx="21">
                  <c:v>45221</c:v>
                </c:pt>
                <c:pt idx="22">
                  <c:v>45222</c:v>
                </c:pt>
                <c:pt idx="23">
                  <c:v>45223</c:v>
                </c:pt>
                <c:pt idx="24">
                  <c:v>45224</c:v>
                </c:pt>
                <c:pt idx="25">
                  <c:v>45225</c:v>
                </c:pt>
                <c:pt idx="26">
                  <c:v>45226</c:v>
                </c:pt>
                <c:pt idx="27">
                  <c:v>45227</c:v>
                </c:pt>
                <c:pt idx="28">
                  <c:v>45228</c:v>
                </c:pt>
                <c:pt idx="29">
                  <c:v>45229</c:v>
                </c:pt>
                <c:pt idx="30">
                  <c:v>45230</c:v>
                </c:pt>
              </c:numCache>
            </c:numRef>
          </c:cat>
          <c:val>
            <c:numRef>
              <c:f>Sheet1!$B$2:$B$32</c:f>
              <c:numCache>
                <c:formatCode>General</c:formatCode>
                <c:ptCount val="31"/>
                <c:pt idx="0">
                  <c:v>19310</c:v>
                </c:pt>
                <c:pt idx="1">
                  <c:v>17815</c:v>
                </c:pt>
                <c:pt idx="2">
                  <c:v>14640</c:v>
                </c:pt>
                <c:pt idx="3">
                  <c:v>16040</c:v>
                </c:pt>
                <c:pt idx="4">
                  <c:v>14125</c:v>
                </c:pt>
                <c:pt idx="5">
                  <c:v>20170</c:v>
                </c:pt>
                <c:pt idx="6">
                  <c:v>17075</c:v>
                </c:pt>
                <c:pt idx="7">
                  <c:v>17085</c:v>
                </c:pt>
                <c:pt idx="8">
                  <c:v>14125</c:v>
                </c:pt>
                <c:pt idx="9">
                  <c:v>15480</c:v>
                </c:pt>
                <c:pt idx="10">
                  <c:v>13280</c:v>
                </c:pt>
                <c:pt idx="11">
                  <c:v>16805</c:v>
                </c:pt>
                <c:pt idx="12">
                  <c:v>16080</c:v>
                </c:pt>
                <c:pt idx="13">
                  <c:v>15545</c:v>
                </c:pt>
                <c:pt idx="14">
                  <c:v>15875</c:v>
                </c:pt>
                <c:pt idx="15">
                  <c:v>15140</c:v>
                </c:pt>
                <c:pt idx="16">
                  <c:v>16460</c:v>
                </c:pt>
                <c:pt idx="17">
                  <c:v>15865</c:v>
                </c:pt>
                <c:pt idx="18">
                  <c:v>17115</c:v>
                </c:pt>
                <c:pt idx="19">
                  <c:v>20875</c:v>
                </c:pt>
                <c:pt idx="20">
                  <c:v>16545</c:v>
                </c:pt>
                <c:pt idx="21">
                  <c:v>18375</c:v>
                </c:pt>
                <c:pt idx="22">
                  <c:v>19220</c:v>
                </c:pt>
                <c:pt idx="23">
                  <c:v>20280</c:v>
                </c:pt>
                <c:pt idx="24">
                  <c:v>17885</c:v>
                </c:pt>
                <c:pt idx="25">
                  <c:v>21555</c:v>
                </c:pt>
                <c:pt idx="26">
                  <c:v>19430</c:v>
                </c:pt>
                <c:pt idx="27">
                  <c:v>21870</c:v>
                </c:pt>
                <c:pt idx="28">
                  <c:v>19675</c:v>
                </c:pt>
                <c:pt idx="29">
                  <c:v>18760</c:v>
                </c:pt>
                <c:pt idx="30">
                  <c:v>21900</c:v>
                </c:pt>
              </c:numCache>
            </c:numRef>
          </c:val>
          <c:smooth val="1"/>
          <c:extLst>
            <c:ext xmlns:c16="http://schemas.microsoft.com/office/drawing/2014/chart" uri="{C3380CC4-5D6E-409C-BE32-E72D297353CC}">
              <c16:uniqueId val="{00000000-AC0D-43F0-A4C9-0044BE4CE954}"/>
            </c:ext>
          </c:extLst>
        </c:ser>
        <c:dLbls>
          <c:showLegendKey val="0"/>
          <c:showVal val="0"/>
          <c:showCatName val="0"/>
          <c:showSerName val="0"/>
          <c:showPercent val="0"/>
          <c:showBubbleSize val="0"/>
        </c:dLbls>
        <c:smooth val="0"/>
        <c:axId val="1530799536"/>
        <c:axId val="1530801856"/>
      </c:lineChart>
      <c:dateAx>
        <c:axId val="1530799536"/>
        <c:scaling>
          <c:orientation val="minMax"/>
        </c:scaling>
        <c:delete val="0"/>
        <c:axPos val="b"/>
        <c:numFmt formatCode="[$-409]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ontserrat" panose="020B0604020202020204" charset="0"/>
                <a:ea typeface="+mn-ea"/>
                <a:cs typeface="+mn-cs"/>
              </a:defRPr>
            </a:pPr>
            <a:endParaRPr lang="en-US"/>
          </a:p>
        </c:txPr>
        <c:crossAx val="1530801856"/>
        <c:crosses val="autoZero"/>
        <c:auto val="1"/>
        <c:lblOffset val="100"/>
        <c:baseTimeUnit val="days"/>
      </c:dateAx>
      <c:valAx>
        <c:axId val="153080185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ontserrat" panose="020B0604020202020204" charset="0"/>
                <a:ea typeface="+mn-ea"/>
                <a:cs typeface="+mn-cs"/>
              </a:defRPr>
            </a:pPr>
            <a:endParaRPr lang="en-US"/>
          </a:p>
        </c:txPr>
        <c:crossAx val="15307995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الطلبات</c:v>
                </c:pt>
              </c:strCache>
            </c:strRef>
          </c:tx>
          <c:dPt>
            <c:idx val="0"/>
            <c:bubble3D val="0"/>
            <c:spPr>
              <a:gradFill flip="none" rotWithShape="1">
                <a:gsLst>
                  <a:gs pos="0">
                    <a:srgbClr val="990099"/>
                  </a:gs>
                  <a:gs pos="98230">
                    <a:schemeClr val="accent2"/>
                  </a:gs>
                </a:gsLst>
                <a:lin ang="5400000" scaled="1"/>
                <a:tileRect/>
              </a:gradFill>
              <a:ln w="19050">
                <a:solidFill>
                  <a:schemeClr val="lt1"/>
                </a:solidFill>
              </a:ln>
              <a:effectLst/>
            </c:spPr>
            <c:extLst>
              <c:ext xmlns:c16="http://schemas.microsoft.com/office/drawing/2014/chart" uri="{C3380CC4-5D6E-409C-BE32-E72D297353CC}">
                <c16:uniqueId val="{00000001-4962-466C-AC92-92F6CF192B75}"/>
              </c:ext>
            </c:extLst>
          </c:dPt>
          <c:dPt>
            <c:idx val="1"/>
            <c:bubble3D val="0"/>
            <c:spPr>
              <a:gradFill flip="none" rotWithShape="1">
                <a:gsLst>
                  <a:gs pos="0">
                    <a:srgbClr val="00B050"/>
                  </a:gs>
                  <a:gs pos="98230">
                    <a:schemeClr val="tx2"/>
                  </a:gs>
                </a:gsLst>
                <a:lin ang="2700000" scaled="1"/>
                <a:tileRect/>
              </a:gradFill>
              <a:ln w="19050">
                <a:solidFill>
                  <a:schemeClr val="lt1"/>
                </a:solidFill>
              </a:ln>
              <a:effectLst/>
            </c:spPr>
            <c:extLst>
              <c:ext xmlns:c16="http://schemas.microsoft.com/office/drawing/2014/chart" uri="{C3380CC4-5D6E-409C-BE32-E72D297353CC}">
                <c16:uniqueId val="{00000003-4962-466C-AC92-92F6CF192B75}"/>
              </c:ext>
            </c:extLst>
          </c:dPt>
          <c:dLbls>
            <c:dLbl>
              <c:idx val="0"/>
              <c:layout>
                <c:manualLayout>
                  <c:x val="7.5590816758679985E-2"/>
                  <c:y val="3.713668243977887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962-466C-AC92-92F6CF192B75}"/>
                </c:ext>
              </c:extLst>
            </c:dLbl>
            <c:dLbl>
              <c:idx val="1"/>
              <c:layout>
                <c:manualLayout>
                  <c:x val="-7.7183720617659962E-2"/>
                  <c:y val="-7.794099630939802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962-466C-AC92-92F6CF192B75}"/>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2"/>
                <c:pt idx="0">
                  <c:v>مراكز الخدمات </c:v>
                </c:pt>
                <c:pt idx="1">
                  <c:v>الموقع الالكتروني للشركة</c:v>
                </c:pt>
              </c:strCache>
              <c:extLst/>
            </c:strRef>
          </c:cat>
          <c:val>
            <c:numRef>
              <c:f>Sheet1!$B$2:$B$4</c:f>
              <c:numCache>
                <c:formatCode>#,##0</c:formatCode>
                <c:ptCount val="2"/>
                <c:pt idx="0">
                  <c:v>6583</c:v>
                </c:pt>
                <c:pt idx="1">
                  <c:v>32097</c:v>
                </c:pt>
              </c:numCache>
              <c:extLst/>
            </c:numRef>
          </c:val>
          <c:extLst>
            <c:ext xmlns:c16="http://schemas.microsoft.com/office/drawing/2014/chart" uri="{C3380CC4-5D6E-409C-BE32-E72D297353CC}">
              <c16:uniqueId val="{00000006-4962-466C-AC92-92F6CF192B7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الإيرادات</c:v>
                </c:pt>
              </c:strCache>
            </c:strRef>
          </c:tx>
          <c:dPt>
            <c:idx val="0"/>
            <c:bubble3D val="0"/>
            <c:spPr>
              <a:gradFill flip="none" rotWithShape="1">
                <a:gsLst>
                  <a:gs pos="0">
                    <a:srgbClr val="990099"/>
                  </a:gs>
                  <a:gs pos="98230">
                    <a:schemeClr val="accent2"/>
                  </a:gs>
                </a:gsLst>
                <a:lin ang="5400000" scaled="1"/>
                <a:tileRect/>
              </a:gradFill>
              <a:ln w="19050">
                <a:solidFill>
                  <a:schemeClr val="lt1"/>
                </a:solidFill>
              </a:ln>
              <a:effectLst/>
            </c:spPr>
            <c:extLst>
              <c:ext xmlns:c16="http://schemas.microsoft.com/office/drawing/2014/chart" uri="{C3380CC4-5D6E-409C-BE32-E72D297353CC}">
                <c16:uniqueId val="{00000001-D4AE-4660-B8AF-AE90B387B183}"/>
              </c:ext>
            </c:extLst>
          </c:dPt>
          <c:dPt>
            <c:idx val="1"/>
            <c:bubble3D val="0"/>
            <c:spPr>
              <a:gradFill flip="none" rotWithShape="1">
                <a:gsLst>
                  <a:gs pos="0">
                    <a:srgbClr val="00B050"/>
                  </a:gs>
                  <a:gs pos="98230">
                    <a:schemeClr val="tx2"/>
                  </a:gs>
                </a:gsLst>
                <a:lin ang="2700000" scaled="1"/>
                <a:tileRect/>
              </a:gradFill>
              <a:ln w="19050">
                <a:solidFill>
                  <a:schemeClr val="lt1"/>
                </a:solidFill>
              </a:ln>
              <a:effectLst/>
            </c:spPr>
            <c:extLst>
              <c:ext xmlns:c16="http://schemas.microsoft.com/office/drawing/2014/chart" uri="{C3380CC4-5D6E-409C-BE32-E72D297353CC}">
                <c16:uniqueId val="{00000003-D4AE-4660-B8AF-AE90B387B183}"/>
              </c:ext>
            </c:extLst>
          </c:dPt>
          <c:dLbls>
            <c:dLbl>
              <c:idx val="0"/>
              <c:layout>
                <c:manualLayout>
                  <c:x val="7.5590816758679985E-2"/>
                  <c:y val="3.713668243977887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4AE-4660-B8AF-AE90B387B183}"/>
                </c:ext>
              </c:extLst>
            </c:dLbl>
            <c:dLbl>
              <c:idx val="1"/>
              <c:layout>
                <c:manualLayout>
                  <c:x val="-7.7183720617659962E-2"/>
                  <c:y val="-7.794099630939802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4AE-4660-B8AF-AE90B387B18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2"/>
                <c:pt idx="0">
                  <c:v>مراكز الخدمات </c:v>
                </c:pt>
                <c:pt idx="1">
                  <c:v>الموقع الالكتروني للشركة</c:v>
                </c:pt>
              </c:strCache>
              <c:extLst/>
            </c:strRef>
          </c:cat>
          <c:val>
            <c:numRef>
              <c:f>Sheet1!$B$2:$B$4</c:f>
              <c:numCache>
                <c:formatCode>#,##0</c:formatCode>
                <c:ptCount val="2"/>
                <c:pt idx="0">
                  <c:v>102080</c:v>
                </c:pt>
                <c:pt idx="1">
                  <c:v>270841</c:v>
                </c:pt>
              </c:numCache>
              <c:extLst/>
            </c:numRef>
          </c:val>
          <c:extLst>
            <c:ext xmlns:c16="http://schemas.microsoft.com/office/drawing/2014/chart" uri="{C3380CC4-5D6E-409C-BE32-E72D297353CC}">
              <c16:uniqueId val="{00000004-D4AE-4660-B8AF-AE90B387B183}"/>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4AF66BBB-F67D-4477-AC50-BFF9A2C10D6B}" type="datetimeFigureOut">
              <a:rPr lang="en-US" smtClean="0"/>
              <a:t>11/5/2023</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2958238D-2D13-4D17-A5E7-90FB218D35FD}" type="slidenum">
              <a:rPr lang="en-US" smtClean="0"/>
              <a:t>‹#›</a:t>
            </a:fld>
            <a:endParaRPr lang="en-US"/>
          </a:p>
        </p:txBody>
      </p:sp>
    </p:spTree>
    <p:extLst>
      <p:ext uri="{BB962C8B-B14F-4D97-AF65-F5344CB8AC3E}">
        <p14:creationId xmlns:p14="http://schemas.microsoft.com/office/powerpoint/2010/main" val="1546718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1</a:t>
            </a:fld>
            <a:endParaRPr lang="en-US"/>
          </a:p>
        </p:txBody>
      </p:sp>
    </p:spTree>
    <p:extLst>
      <p:ext uri="{BB962C8B-B14F-4D97-AF65-F5344CB8AC3E}">
        <p14:creationId xmlns:p14="http://schemas.microsoft.com/office/powerpoint/2010/main" val="2307720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LY" dirty="0"/>
          </a:p>
        </p:txBody>
      </p:sp>
      <p:sp>
        <p:nvSpPr>
          <p:cNvPr id="4" name="Slide Number Placeholder 3"/>
          <p:cNvSpPr>
            <a:spLocks noGrp="1"/>
          </p:cNvSpPr>
          <p:nvPr>
            <p:ph type="sldNum" sz="quarter" idx="5"/>
          </p:nvPr>
        </p:nvSpPr>
        <p:spPr/>
        <p:txBody>
          <a:bodyPr/>
          <a:lstStyle/>
          <a:p>
            <a:fld id="{2958238D-2D13-4D17-A5E7-90FB218D35FD}" type="slidenum">
              <a:rPr lang="en-US" smtClean="0"/>
              <a:t>2</a:t>
            </a:fld>
            <a:endParaRPr lang="en-US"/>
          </a:p>
        </p:txBody>
      </p:sp>
    </p:spTree>
    <p:extLst>
      <p:ext uri="{BB962C8B-B14F-4D97-AF65-F5344CB8AC3E}">
        <p14:creationId xmlns:p14="http://schemas.microsoft.com/office/powerpoint/2010/main" val="3008901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5"/>
        <p:cNvGrpSpPr/>
        <p:nvPr/>
      </p:nvGrpSpPr>
      <p:grpSpPr>
        <a:xfrm>
          <a:off x="0" y="0"/>
          <a:ext cx="0" cy="0"/>
          <a:chOff x="0" y="0"/>
          <a:chExt cx="0" cy="0"/>
        </a:xfrm>
      </p:grpSpPr>
      <p:sp>
        <p:nvSpPr>
          <p:cNvPr id="2216" name="Google Shape;2216;g929290261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7" name="Google Shape;2217;g929290261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1637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5"/>
        <p:cNvGrpSpPr/>
        <p:nvPr/>
      </p:nvGrpSpPr>
      <p:grpSpPr>
        <a:xfrm>
          <a:off x="0" y="0"/>
          <a:ext cx="0" cy="0"/>
          <a:chOff x="0" y="0"/>
          <a:chExt cx="0" cy="0"/>
        </a:xfrm>
      </p:grpSpPr>
      <p:sp>
        <p:nvSpPr>
          <p:cNvPr id="2216" name="Google Shape;2216;g929290261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7" name="Google Shape;2217;g929290261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58238D-2D13-4D17-A5E7-90FB218D35FD}" type="slidenum">
              <a:rPr lang="en-US" smtClean="0"/>
              <a:t>6</a:t>
            </a:fld>
            <a:endParaRPr lang="en-US"/>
          </a:p>
        </p:txBody>
      </p:sp>
    </p:spTree>
    <p:extLst>
      <p:ext uri="{BB962C8B-B14F-4D97-AF65-F5344CB8AC3E}">
        <p14:creationId xmlns:p14="http://schemas.microsoft.com/office/powerpoint/2010/main" val="1557197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958238D-2D13-4D17-A5E7-90FB218D35FD}" type="slidenum">
              <a:rPr lang="en-US" smtClean="0"/>
              <a:t>7</a:t>
            </a:fld>
            <a:endParaRPr lang="en-US"/>
          </a:p>
        </p:txBody>
      </p:sp>
    </p:spTree>
    <p:extLst>
      <p:ext uri="{BB962C8B-B14F-4D97-AF65-F5344CB8AC3E}">
        <p14:creationId xmlns:p14="http://schemas.microsoft.com/office/powerpoint/2010/main" val="3731561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58238D-2D13-4D17-A5E7-90FB218D35FD}" type="slidenum">
              <a:rPr lang="en-US" smtClean="0"/>
              <a:t>8</a:t>
            </a:fld>
            <a:endParaRPr lang="en-US"/>
          </a:p>
        </p:txBody>
      </p:sp>
    </p:spTree>
    <p:extLst>
      <p:ext uri="{BB962C8B-B14F-4D97-AF65-F5344CB8AC3E}">
        <p14:creationId xmlns:p14="http://schemas.microsoft.com/office/powerpoint/2010/main" val="1689321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9</a:t>
            </a:fld>
            <a:endParaRPr lang="en-US"/>
          </a:p>
        </p:txBody>
      </p:sp>
    </p:spTree>
    <p:extLst>
      <p:ext uri="{BB962C8B-B14F-4D97-AF65-F5344CB8AC3E}">
        <p14:creationId xmlns:p14="http://schemas.microsoft.com/office/powerpoint/2010/main" val="2446288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58238D-2D13-4D17-A5E7-90FB218D35FD}" type="slidenum">
              <a:rPr lang="en-US" smtClean="0"/>
              <a:t>10</a:t>
            </a:fld>
            <a:endParaRPr lang="en-US"/>
          </a:p>
        </p:txBody>
      </p:sp>
    </p:spTree>
    <p:extLst>
      <p:ext uri="{BB962C8B-B14F-4D97-AF65-F5344CB8AC3E}">
        <p14:creationId xmlns:p14="http://schemas.microsoft.com/office/powerpoint/2010/main" val="3422749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11</a:t>
            </a:fld>
            <a:endParaRPr lang="en-US"/>
          </a:p>
        </p:txBody>
      </p:sp>
    </p:spTree>
    <p:extLst>
      <p:ext uri="{BB962C8B-B14F-4D97-AF65-F5344CB8AC3E}">
        <p14:creationId xmlns:p14="http://schemas.microsoft.com/office/powerpoint/2010/main" val="1672124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en-US"/>
          </a:p>
        </p:txBody>
      </p:sp>
      <p:sp>
        <p:nvSpPr>
          <p:cNvPr id="4" name="Slide Number Placeholder 3"/>
          <p:cNvSpPr>
            <a:spLocks noGrp="1"/>
          </p:cNvSpPr>
          <p:nvPr>
            <p:ph type="sldNum" sz="quarter" idx="5"/>
          </p:nvPr>
        </p:nvSpPr>
        <p:spPr/>
        <p:txBody>
          <a:bodyPr/>
          <a:lstStyle/>
          <a:p>
            <a:fld id="{2958238D-2D13-4D17-A5E7-90FB218D35FD}" type="slidenum">
              <a:rPr lang="en-US" smtClean="0"/>
              <a:t>12</a:t>
            </a:fld>
            <a:endParaRPr lang="en-US"/>
          </a:p>
        </p:txBody>
      </p:sp>
    </p:spTree>
    <p:extLst>
      <p:ext uri="{BB962C8B-B14F-4D97-AF65-F5344CB8AC3E}">
        <p14:creationId xmlns:p14="http://schemas.microsoft.com/office/powerpoint/2010/main" val="979554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958238D-2D13-4D17-A5E7-90FB218D35FD}" type="slidenum">
              <a:rPr lang="en-US" smtClean="0"/>
              <a:t>13</a:t>
            </a:fld>
            <a:endParaRPr lang="en-US"/>
          </a:p>
        </p:txBody>
      </p:sp>
    </p:spTree>
    <p:extLst>
      <p:ext uri="{BB962C8B-B14F-4D97-AF65-F5344CB8AC3E}">
        <p14:creationId xmlns:p14="http://schemas.microsoft.com/office/powerpoint/2010/main" val="2992346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14</a:t>
            </a:fld>
            <a:endParaRPr lang="en-US"/>
          </a:p>
        </p:txBody>
      </p:sp>
    </p:spTree>
    <p:extLst>
      <p:ext uri="{BB962C8B-B14F-4D97-AF65-F5344CB8AC3E}">
        <p14:creationId xmlns:p14="http://schemas.microsoft.com/office/powerpoint/2010/main" val="2920832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15</a:t>
            </a:fld>
            <a:endParaRPr lang="en-US"/>
          </a:p>
        </p:txBody>
      </p:sp>
    </p:spTree>
    <p:extLst>
      <p:ext uri="{BB962C8B-B14F-4D97-AF65-F5344CB8AC3E}">
        <p14:creationId xmlns:p14="http://schemas.microsoft.com/office/powerpoint/2010/main" val="28383977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16</a:t>
            </a:fld>
            <a:endParaRPr lang="en-US"/>
          </a:p>
        </p:txBody>
      </p:sp>
    </p:spTree>
    <p:extLst>
      <p:ext uri="{BB962C8B-B14F-4D97-AF65-F5344CB8AC3E}">
        <p14:creationId xmlns:p14="http://schemas.microsoft.com/office/powerpoint/2010/main" val="299838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18</a:t>
            </a:fld>
            <a:endParaRPr lang="en-US"/>
          </a:p>
        </p:txBody>
      </p:sp>
    </p:spTree>
    <p:extLst>
      <p:ext uri="{BB962C8B-B14F-4D97-AF65-F5344CB8AC3E}">
        <p14:creationId xmlns:p14="http://schemas.microsoft.com/office/powerpoint/2010/main" val="22252167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19</a:t>
            </a:fld>
            <a:endParaRPr lang="en-US"/>
          </a:p>
        </p:txBody>
      </p:sp>
    </p:spTree>
    <p:extLst>
      <p:ext uri="{BB962C8B-B14F-4D97-AF65-F5344CB8AC3E}">
        <p14:creationId xmlns:p14="http://schemas.microsoft.com/office/powerpoint/2010/main" val="30294199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20</a:t>
            </a:fld>
            <a:endParaRPr lang="en-US"/>
          </a:p>
        </p:txBody>
      </p:sp>
    </p:spTree>
    <p:extLst>
      <p:ext uri="{BB962C8B-B14F-4D97-AF65-F5344CB8AC3E}">
        <p14:creationId xmlns:p14="http://schemas.microsoft.com/office/powerpoint/2010/main" val="30520793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21</a:t>
            </a:fld>
            <a:endParaRPr lang="en-US"/>
          </a:p>
        </p:txBody>
      </p:sp>
    </p:spTree>
    <p:extLst>
      <p:ext uri="{BB962C8B-B14F-4D97-AF65-F5344CB8AC3E}">
        <p14:creationId xmlns:p14="http://schemas.microsoft.com/office/powerpoint/2010/main" val="14695437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22</a:t>
            </a:fld>
            <a:endParaRPr lang="en-US"/>
          </a:p>
        </p:txBody>
      </p:sp>
    </p:spTree>
    <p:extLst>
      <p:ext uri="{BB962C8B-B14F-4D97-AF65-F5344CB8AC3E}">
        <p14:creationId xmlns:p14="http://schemas.microsoft.com/office/powerpoint/2010/main" val="2608672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7985E-5EBE-44F4-B8B7-FC0FB3CD885D}"/>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ar-LY"/>
              <a:t>ادخل العنوان</a:t>
            </a:r>
            <a:endParaRPr lang="en-US"/>
          </a:p>
        </p:txBody>
      </p:sp>
      <p:sp>
        <p:nvSpPr>
          <p:cNvPr id="3" name="Subtitle 2">
            <a:extLst>
              <a:ext uri="{FF2B5EF4-FFF2-40B4-BE49-F238E27FC236}">
                <a16:creationId xmlns:a16="http://schemas.microsoft.com/office/drawing/2014/main" id="{287F8CB5-1F0B-46E3-9A7E-739C2D2512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740195-5834-44AF-9D76-EFF733C840C6}"/>
              </a:ext>
            </a:extLst>
          </p:cNvPr>
          <p:cNvSpPr>
            <a:spLocks noGrp="1"/>
          </p:cNvSpPr>
          <p:nvPr>
            <p:ph type="dt" sz="half" idx="10"/>
          </p:nvPr>
        </p:nvSpPr>
        <p:spPr/>
        <p:txBody>
          <a:bodyPr/>
          <a:lstStyle/>
          <a:p>
            <a:fld id="{F9F967F2-330F-43A4-99BA-FAC6215390C2}" type="datetime4">
              <a:rPr lang="en-US" smtClean="0"/>
              <a:t>November 5, 2023</a:t>
            </a:fld>
            <a:endParaRPr lang="en-US"/>
          </a:p>
        </p:txBody>
      </p:sp>
      <p:sp>
        <p:nvSpPr>
          <p:cNvPr id="5" name="Footer Placeholder 4">
            <a:extLst>
              <a:ext uri="{FF2B5EF4-FFF2-40B4-BE49-F238E27FC236}">
                <a16:creationId xmlns:a16="http://schemas.microsoft.com/office/drawing/2014/main" id="{ACD831D0-6E84-4248-B822-A95B8A8BA5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6F90D-0307-4E8B-B931-B41FC81ADEE4}"/>
              </a:ext>
            </a:extLst>
          </p:cNvPr>
          <p:cNvSpPr>
            <a:spLocks noGrp="1"/>
          </p:cNvSpPr>
          <p:nvPr>
            <p:ph type="sldNum" sz="quarter" idx="12"/>
          </p:nvPr>
        </p:nvSpPr>
        <p:spPr/>
        <p:txBody>
          <a:bodyPr/>
          <a:lstStyle/>
          <a:p>
            <a:fld id="{12D7B28B-DC80-4E46-95D7-53BDE8C7F925}" type="slidenum">
              <a:rPr lang="en-US" smtClean="0"/>
              <a:t>‹#›</a:t>
            </a:fld>
            <a:endParaRPr lang="en-US"/>
          </a:p>
        </p:txBody>
      </p:sp>
    </p:spTree>
    <p:extLst>
      <p:ext uri="{BB962C8B-B14F-4D97-AF65-F5344CB8AC3E}">
        <p14:creationId xmlns:p14="http://schemas.microsoft.com/office/powerpoint/2010/main" val="4075085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DE567-715D-4BB1-A2D7-5E147B1C5B9A}"/>
              </a:ext>
            </a:extLst>
          </p:cNvPr>
          <p:cNvSpPr>
            <a:spLocks noGrp="1"/>
          </p:cNvSpPr>
          <p:nvPr>
            <p:ph type="title" hasCustomPrompt="1"/>
          </p:nvPr>
        </p:nvSpPr>
        <p:spPr/>
        <p:txBody>
          <a:bodyPr/>
          <a:lstStyle/>
          <a:p>
            <a:r>
              <a:rPr lang="ar-LY"/>
              <a:t>ادخل العنوان</a:t>
            </a:r>
            <a:endParaRPr lang="en-US"/>
          </a:p>
        </p:txBody>
      </p:sp>
      <p:sp>
        <p:nvSpPr>
          <p:cNvPr id="3" name="Content Placeholder 2">
            <a:extLst>
              <a:ext uri="{FF2B5EF4-FFF2-40B4-BE49-F238E27FC236}">
                <a16:creationId xmlns:a16="http://schemas.microsoft.com/office/drawing/2014/main" id="{66237591-B40A-4282-92B2-800ADBC7EE7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65B9F8-DABA-4948-8FFC-20B19521B2CD}"/>
              </a:ext>
            </a:extLst>
          </p:cNvPr>
          <p:cNvSpPr>
            <a:spLocks noGrp="1"/>
          </p:cNvSpPr>
          <p:nvPr>
            <p:ph type="dt" sz="half" idx="10"/>
          </p:nvPr>
        </p:nvSpPr>
        <p:spPr/>
        <p:txBody>
          <a:bodyPr/>
          <a:lstStyle/>
          <a:p>
            <a:fld id="{95A976C5-042F-4F2F-B0E6-E9296BA89F2F}" type="datetime4">
              <a:rPr lang="en-US" smtClean="0"/>
              <a:t>November 5, 2023</a:t>
            </a:fld>
            <a:endParaRPr lang="en-US"/>
          </a:p>
        </p:txBody>
      </p:sp>
      <p:sp>
        <p:nvSpPr>
          <p:cNvPr id="5" name="Footer Placeholder 4">
            <a:extLst>
              <a:ext uri="{FF2B5EF4-FFF2-40B4-BE49-F238E27FC236}">
                <a16:creationId xmlns:a16="http://schemas.microsoft.com/office/drawing/2014/main" id="{81F39849-C612-494F-8B65-8B5430F049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FF8D28-FB85-4886-B7A0-42268E7620DC}"/>
              </a:ext>
            </a:extLst>
          </p:cNvPr>
          <p:cNvSpPr>
            <a:spLocks noGrp="1"/>
          </p:cNvSpPr>
          <p:nvPr>
            <p:ph type="sldNum" sz="quarter" idx="12"/>
          </p:nvPr>
        </p:nvSpPr>
        <p:spPr/>
        <p:txBody>
          <a:bodyPr/>
          <a:lstStyle/>
          <a:p>
            <a:fld id="{12D7B28B-DC80-4E46-95D7-53BDE8C7F925}" type="slidenum">
              <a:rPr lang="en-US" smtClean="0"/>
              <a:t>‹#›</a:t>
            </a:fld>
            <a:endParaRPr lang="en-US"/>
          </a:p>
        </p:txBody>
      </p:sp>
    </p:spTree>
    <p:extLst>
      <p:ext uri="{BB962C8B-B14F-4D97-AF65-F5344CB8AC3E}">
        <p14:creationId xmlns:p14="http://schemas.microsoft.com/office/powerpoint/2010/main" val="4240583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B19A4-5DA0-4B42-84B0-CB4B66A20BF1}"/>
              </a:ext>
            </a:extLst>
          </p:cNvPr>
          <p:cNvSpPr>
            <a:spLocks noGrp="1"/>
          </p:cNvSpPr>
          <p:nvPr>
            <p:ph type="title" hasCustomPrompt="1"/>
          </p:nvPr>
        </p:nvSpPr>
        <p:spPr>
          <a:xfrm>
            <a:off x="831850" y="1709738"/>
            <a:ext cx="10515600" cy="2852737"/>
          </a:xfrm>
        </p:spPr>
        <p:txBody>
          <a:bodyPr anchor="b"/>
          <a:lstStyle>
            <a:lvl1pPr>
              <a:defRPr sz="6000"/>
            </a:lvl1pPr>
          </a:lstStyle>
          <a:p>
            <a:r>
              <a:rPr lang="ar-LY"/>
              <a:t>ادخل العنوان</a:t>
            </a:r>
            <a:endParaRPr lang="en-US"/>
          </a:p>
        </p:txBody>
      </p:sp>
      <p:sp>
        <p:nvSpPr>
          <p:cNvPr id="3" name="Text Placeholder 2">
            <a:extLst>
              <a:ext uri="{FF2B5EF4-FFF2-40B4-BE49-F238E27FC236}">
                <a16:creationId xmlns:a16="http://schemas.microsoft.com/office/drawing/2014/main" id="{18140DF7-49B9-4AA8-AD94-EE8BC9CB8F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2833386-3FDA-4B24-B9F0-1601F996CC67}"/>
              </a:ext>
            </a:extLst>
          </p:cNvPr>
          <p:cNvSpPr>
            <a:spLocks noGrp="1"/>
          </p:cNvSpPr>
          <p:nvPr>
            <p:ph type="dt" sz="half" idx="10"/>
          </p:nvPr>
        </p:nvSpPr>
        <p:spPr/>
        <p:txBody>
          <a:bodyPr/>
          <a:lstStyle/>
          <a:p>
            <a:fld id="{EAA0447D-C0CB-4769-9774-6D8B96B52107}" type="datetime4">
              <a:rPr lang="en-US" smtClean="0"/>
              <a:t>November 5, 2023</a:t>
            </a:fld>
            <a:endParaRPr lang="en-US"/>
          </a:p>
        </p:txBody>
      </p:sp>
      <p:sp>
        <p:nvSpPr>
          <p:cNvPr id="5" name="Footer Placeholder 4">
            <a:extLst>
              <a:ext uri="{FF2B5EF4-FFF2-40B4-BE49-F238E27FC236}">
                <a16:creationId xmlns:a16="http://schemas.microsoft.com/office/drawing/2014/main" id="{715DC9FD-9A88-4756-977F-54BECF307C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1787BB-0406-4B00-97A6-1A4B316C30BA}"/>
              </a:ext>
            </a:extLst>
          </p:cNvPr>
          <p:cNvSpPr>
            <a:spLocks noGrp="1"/>
          </p:cNvSpPr>
          <p:nvPr>
            <p:ph type="sldNum" sz="quarter" idx="12"/>
          </p:nvPr>
        </p:nvSpPr>
        <p:spPr/>
        <p:txBody>
          <a:bodyPr/>
          <a:lstStyle/>
          <a:p>
            <a:fld id="{12D7B28B-DC80-4E46-95D7-53BDE8C7F925}" type="slidenum">
              <a:rPr lang="en-US" smtClean="0"/>
              <a:t>‹#›</a:t>
            </a:fld>
            <a:endParaRPr lang="en-US"/>
          </a:p>
        </p:txBody>
      </p:sp>
    </p:spTree>
    <p:extLst>
      <p:ext uri="{BB962C8B-B14F-4D97-AF65-F5344CB8AC3E}">
        <p14:creationId xmlns:p14="http://schemas.microsoft.com/office/powerpoint/2010/main" val="2155249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04391-632C-45D3-A96A-04994AC35327}"/>
              </a:ext>
            </a:extLst>
          </p:cNvPr>
          <p:cNvSpPr>
            <a:spLocks noGrp="1"/>
          </p:cNvSpPr>
          <p:nvPr>
            <p:ph type="title" hasCustomPrompt="1"/>
          </p:nvPr>
        </p:nvSpPr>
        <p:spPr/>
        <p:txBody>
          <a:bodyPr/>
          <a:lstStyle/>
          <a:p>
            <a:r>
              <a:rPr lang="ar-LY"/>
              <a:t>ادخل العنوان</a:t>
            </a:r>
            <a:endParaRPr lang="en-US"/>
          </a:p>
        </p:txBody>
      </p:sp>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fld id="{C9877B55-932E-4794-8A94-05F08AD0B1AE}" type="datetime4">
              <a:rPr lang="en-US" smtClean="0"/>
              <a:t>November 5, 2023</a:t>
            </a:fld>
            <a:endParaRPr lang="en-US"/>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fld id="{12D7B28B-DC80-4E46-95D7-53BDE8C7F925}" type="slidenum">
              <a:rPr lang="en-US" smtClean="0"/>
              <a:t>‹#›</a:t>
            </a:fld>
            <a:endParaRPr lang="en-US"/>
          </a:p>
        </p:txBody>
      </p:sp>
    </p:spTree>
    <p:extLst>
      <p:ext uri="{BB962C8B-B14F-4D97-AF65-F5344CB8AC3E}">
        <p14:creationId xmlns:p14="http://schemas.microsoft.com/office/powerpoint/2010/main" val="241189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861238"/>
            <a:ext cx="5181600" cy="5315725"/>
          </a:xfrm>
        </p:spPr>
        <p:txBody>
          <a:bodyPr/>
          <a:lstStyle>
            <a:lvl1pPr>
              <a:defRPr b="1">
                <a:solidFill>
                  <a:schemeClr val="tx1"/>
                </a:solidFill>
                <a:latin typeface="+mn-lt"/>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6172200" y="861238"/>
            <a:ext cx="5181600" cy="5315725"/>
          </a:xfrm>
        </p:spPr>
        <p:txBody>
          <a:bodyPr/>
          <a:lstStyle>
            <a:lvl1pPr marL="228600" indent="-228600">
              <a:defRPr lang="en-US" sz="2800" b="1" kern="1200" dirty="0">
                <a:solidFill>
                  <a:schemeClr val="tx1"/>
                </a:solidFill>
                <a:latin typeface="+mn-lt"/>
                <a:ea typeface="+mn-ea"/>
                <a:cs typeface="+mn-cs"/>
              </a:defRPr>
            </a:lvl1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fld id="{D6C97EAD-F6CA-42F4-A135-C17E8636FC08}" type="datetime4">
              <a:rPr lang="en-US" smtClean="0"/>
              <a:t>November 5, 2023</a:t>
            </a:fld>
            <a:endParaRPr lang="en-US"/>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fld id="{12D7B28B-DC80-4E46-95D7-53BDE8C7F925}" type="slidenum">
              <a:rPr lang="en-US" smtClean="0"/>
              <a:t>‹#›</a:t>
            </a:fld>
            <a:endParaRPr lang="en-US"/>
          </a:p>
        </p:txBody>
      </p:sp>
    </p:spTree>
    <p:extLst>
      <p:ext uri="{BB962C8B-B14F-4D97-AF65-F5344CB8AC3E}">
        <p14:creationId xmlns:p14="http://schemas.microsoft.com/office/powerpoint/2010/main" val="3008510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1409700"/>
            <a:ext cx="5181600" cy="4767263"/>
          </a:xfrm>
        </p:spPr>
        <p:txBody>
          <a:bodyPr/>
          <a:lstStyle>
            <a:lvl1pPr>
              <a:defRPr b="1">
                <a:solidFill>
                  <a:schemeClr val="tx1"/>
                </a:solidFill>
                <a:latin typeface="+mn-lt"/>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6172200" y="1409700"/>
            <a:ext cx="5181600" cy="4767263"/>
          </a:xfrm>
        </p:spPr>
        <p:txBody>
          <a:bodyPr/>
          <a:lstStyle>
            <a:lvl1pPr marL="228600" indent="-228600">
              <a:defRPr lang="en-US" sz="2800" b="1" kern="1200" dirty="0">
                <a:solidFill>
                  <a:schemeClr val="tx1"/>
                </a:solidFill>
                <a:latin typeface="+mn-lt"/>
                <a:ea typeface="+mn-ea"/>
                <a:cs typeface="+mn-cs"/>
              </a:defRPr>
            </a:lvl1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fld id="{1F93109A-0358-4712-B84A-E0F4103521EA}" type="datetime4">
              <a:rPr lang="en-US" smtClean="0"/>
              <a:t>November 5, 2023</a:t>
            </a:fld>
            <a:endParaRPr lang="en-US"/>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fld id="{12D7B28B-DC80-4E46-95D7-53BDE8C7F925}" type="slidenum">
              <a:rPr lang="en-US" smtClean="0"/>
              <a:t>‹#›</a:t>
            </a:fld>
            <a:endParaRPr lang="en-US"/>
          </a:p>
        </p:txBody>
      </p:sp>
      <p:sp>
        <p:nvSpPr>
          <p:cNvPr id="8" name="Title 1">
            <a:extLst>
              <a:ext uri="{FF2B5EF4-FFF2-40B4-BE49-F238E27FC236}">
                <a16:creationId xmlns:a16="http://schemas.microsoft.com/office/drawing/2014/main" id="{635D54DE-A734-4EC2-97E9-95E910CFD65B}"/>
              </a:ext>
            </a:extLst>
          </p:cNvPr>
          <p:cNvSpPr>
            <a:spLocks noGrp="1"/>
          </p:cNvSpPr>
          <p:nvPr>
            <p:ph type="title" hasCustomPrompt="1"/>
          </p:nvPr>
        </p:nvSpPr>
        <p:spPr>
          <a:xfrm>
            <a:off x="838200" y="866775"/>
            <a:ext cx="5181600" cy="496113"/>
          </a:xfrm>
        </p:spPr>
        <p:txBody>
          <a:bodyPr>
            <a:normAutofit/>
          </a:bodyPr>
          <a:lstStyle>
            <a:lvl1pPr>
              <a:defRPr sz="2800"/>
            </a:lvl1pPr>
          </a:lstStyle>
          <a:p>
            <a:r>
              <a:rPr lang="ar-LY"/>
              <a:t>ادخل العنوان</a:t>
            </a:r>
            <a:endParaRPr lang="en-US"/>
          </a:p>
        </p:txBody>
      </p:sp>
      <p:sp>
        <p:nvSpPr>
          <p:cNvPr id="16" name="Text Placeholder 15">
            <a:extLst>
              <a:ext uri="{FF2B5EF4-FFF2-40B4-BE49-F238E27FC236}">
                <a16:creationId xmlns:a16="http://schemas.microsoft.com/office/drawing/2014/main" id="{A932ED2D-C6E0-429D-8323-D33C7687E912}"/>
              </a:ext>
            </a:extLst>
          </p:cNvPr>
          <p:cNvSpPr>
            <a:spLocks noGrp="1"/>
          </p:cNvSpPr>
          <p:nvPr>
            <p:ph type="body" sz="quarter" idx="13" hasCustomPrompt="1"/>
          </p:nvPr>
        </p:nvSpPr>
        <p:spPr>
          <a:xfrm>
            <a:off x="6172200" y="866000"/>
            <a:ext cx="5181600" cy="496888"/>
          </a:xfrm>
        </p:spPr>
        <p:txBody>
          <a:bodyPr/>
          <a:lstStyle>
            <a:lvl1pPr marL="0" indent="0">
              <a:buNone/>
              <a:defRPr>
                <a:solidFill>
                  <a:srgbClr val="92278F"/>
                </a:solidFill>
                <a:latin typeface="+mj-lt"/>
                <a:cs typeface="+mj-cs"/>
              </a:defRPr>
            </a:lvl1pPr>
          </a:lstStyle>
          <a:p>
            <a:pPr lvl="0"/>
            <a:r>
              <a:rPr lang="ar-LY"/>
              <a:t>ادخل العنوان</a:t>
            </a:r>
            <a:endParaRPr lang="en-US"/>
          </a:p>
        </p:txBody>
      </p:sp>
    </p:spTree>
    <p:extLst>
      <p:ext uri="{BB962C8B-B14F-4D97-AF65-F5344CB8AC3E}">
        <p14:creationId xmlns:p14="http://schemas.microsoft.com/office/powerpoint/2010/main" val="77725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861238"/>
            <a:ext cx="3414823" cy="5315725"/>
          </a:xfrm>
        </p:spPr>
        <p:txBody>
          <a:bodyPr/>
          <a:lstStyle>
            <a:lvl1pPr>
              <a:defRPr>
                <a:solidFill>
                  <a:schemeClr val="tx1"/>
                </a:solidFill>
                <a:latin typeface="+mn-lt"/>
                <a:cs typeface="+mn-cs"/>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7938976" y="861238"/>
            <a:ext cx="3414824" cy="5315725"/>
          </a:xfrm>
        </p:spPr>
        <p:txBody>
          <a:bodyPr/>
          <a:lstStyle>
            <a:lvl1pPr marL="228600" indent="-228600">
              <a:defRPr lang="en-US" sz="2800" kern="1200" dirty="0">
                <a:solidFill>
                  <a:schemeClr val="tx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fld id="{60158B98-372F-4451-90DD-DF2FE4741254}" type="datetime4">
              <a:rPr lang="en-US" smtClean="0"/>
              <a:t>November 5, 2023</a:t>
            </a:fld>
            <a:endParaRPr lang="en-US"/>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fld id="{12D7B28B-DC80-4E46-95D7-53BDE8C7F925}" type="slidenum">
              <a:rPr lang="en-US" smtClean="0"/>
              <a:t>‹#›</a:t>
            </a:fld>
            <a:endParaRPr lang="en-US"/>
          </a:p>
        </p:txBody>
      </p:sp>
      <p:sp>
        <p:nvSpPr>
          <p:cNvPr id="9" name="Content Placeholder 3">
            <a:extLst>
              <a:ext uri="{FF2B5EF4-FFF2-40B4-BE49-F238E27FC236}">
                <a16:creationId xmlns:a16="http://schemas.microsoft.com/office/drawing/2014/main" id="{F4649180-E6D2-4A07-9C3B-9CDE6680F79B}"/>
              </a:ext>
            </a:extLst>
          </p:cNvPr>
          <p:cNvSpPr>
            <a:spLocks noGrp="1"/>
          </p:cNvSpPr>
          <p:nvPr>
            <p:ph sz="half" idx="13"/>
          </p:nvPr>
        </p:nvSpPr>
        <p:spPr>
          <a:xfrm>
            <a:off x="4388587" y="861237"/>
            <a:ext cx="3414824" cy="5315725"/>
          </a:xfrm>
        </p:spPr>
        <p:txBody>
          <a:bodyPr/>
          <a:lstStyle>
            <a:lvl1pPr marL="228600" indent="-228600">
              <a:defRPr lang="en-US" sz="2800" kern="1200" dirty="0">
                <a:solidFill>
                  <a:schemeClr val="tx1"/>
                </a:solidFill>
                <a:latin typeface="+mn-lt"/>
                <a:ea typeface="+mn-ea"/>
                <a:cs typeface="+mn-cs"/>
              </a:defRPr>
            </a:lvl1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p>
        </p:txBody>
      </p:sp>
    </p:spTree>
    <p:extLst>
      <p:ext uri="{BB962C8B-B14F-4D97-AF65-F5344CB8AC3E}">
        <p14:creationId xmlns:p14="http://schemas.microsoft.com/office/powerpoint/2010/main" val="3677309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1416050"/>
            <a:ext cx="3414823" cy="4760913"/>
          </a:xfrm>
        </p:spPr>
        <p:txBody>
          <a:bodyPr/>
          <a:lstStyle>
            <a:lvl1pPr>
              <a:defRPr>
                <a:solidFill>
                  <a:schemeClr val="tx1"/>
                </a:solidFill>
                <a:latin typeface="+mn-lt"/>
                <a:cs typeface="+mn-cs"/>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7938976" y="1416048"/>
            <a:ext cx="3414824" cy="4760915"/>
          </a:xfrm>
        </p:spPr>
        <p:txBody>
          <a:bodyPr/>
          <a:lstStyle>
            <a:lvl1pPr marL="228600" indent="-228600">
              <a:defRPr lang="en-US" sz="2800" kern="1200" dirty="0">
                <a:solidFill>
                  <a:schemeClr val="tx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fld id="{592FA0BE-B157-4377-95ED-90AB3226C5BC}" type="datetime4">
              <a:rPr lang="en-US" smtClean="0"/>
              <a:t>November 5, 2023</a:t>
            </a:fld>
            <a:endParaRPr lang="en-US"/>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fld id="{12D7B28B-DC80-4E46-95D7-53BDE8C7F925}" type="slidenum">
              <a:rPr lang="en-US" smtClean="0"/>
              <a:t>‹#›</a:t>
            </a:fld>
            <a:endParaRPr lang="en-US"/>
          </a:p>
        </p:txBody>
      </p:sp>
      <p:sp>
        <p:nvSpPr>
          <p:cNvPr id="9" name="Content Placeholder 3">
            <a:extLst>
              <a:ext uri="{FF2B5EF4-FFF2-40B4-BE49-F238E27FC236}">
                <a16:creationId xmlns:a16="http://schemas.microsoft.com/office/drawing/2014/main" id="{F4649180-E6D2-4A07-9C3B-9CDE6680F79B}"/>
              </a:ext>
            </a:extLst>
          </p:cNvPr>
          <p:cNvSpPr>
            <a:spLocks noGrp="1"/>
          </p:cNvSpPr>
          <p:nvPr>
            <p:ph sz="half" idx="13"/>
          </p:nvPr>
        </p:nvSpPr>
        <p:spPr>
          <a:xfrm>
            <a:off x="4388587" y="1416048"/>
            <a:ext cx="3414824" cy="4760914"/>
          </a:xfrm>
        </p:spPr>
        <p:txBody>
          <a:bodyPr/>
          <a:lstStyle>
            <a:lvl1pPr marL="228600" indent="-228600">
              <a:defRPr lang="en-US" sz="2800" kern="1200" dirty="0">
                <a:solidFill>
                  <a:schemeClr val="tx1"/>
                </a:solidFill>
                <a:latin typeface="+mn-lt"/>
                <a:ea typeface="+mn-ea"/>
                <a:cs typeface="+mn-cs"/>
              </a:defRPr>
            </a:lvl1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p>
        </p:txBody>
      </p:sp>
      <p:sp>
        <p:nvSpPr>
          <p:cNvPr id="16" name="Text Placeholder 14">
            <a:extLst>
              <a:ext uri="{FF2B5EF4-FFF2-40B4-BE49-F238E27FC236}">
                <a16:creationId xmlns:a16="http://schemas.microsoft.com/office/drawing/2014/main" id="{EA2AA957-586E-45D5-A231-9E87A2364955}"/>
              </a:ext>
            </a:extLst>
          </p:cNvPr>
          <p:cNvSpPr>
            <a:spLocks noGrp="1"/>
          </p:cNvSpPr>
          <p:nvPr>
            <p:ph type="body" sz="quarter" idx="14" hasCustomPrompt="1"/>
          </p:nvPr>
        </p:nvSpPr>
        <p:spPr>
          <a:xfrm>
            <a:off x="838090" y="866000"/>
            <a:ext cx="3414823" cy="497663"/>
          </a:xfrm>
        </p:spPr>
        <p:txBody>
          <a:bodyPr/>
          <a:lstStyle>
            <a:lvl1pPr marL="0" indent="0">
              <a:buNone/>
              <a:defRPr>
                <a:solidFill>
                  <a:srgbClr val="92278F"/>
                </a:solidFill>
                <a:latin typeface="+mj-lt"/>
                <a:cs typeface="+mj-cs"/>
              </a:defRPr>
            </a:lvl1pPr>
          </a:lstStyle>
          <a:p>
            <a:pPr lvl="0"/>
            <a:r>
              <a:rPr lang="ar-LY"/>
              <a:t>ادخل العنوان</a:t>
            </a:r>
            <a:endParaRPr lang="en-US"/>
          </a:p>
        </p:txBody>
      </p:sp>
      <p:sp>
        <p:nvSpPr>
          <p:cNvPr id="18" name="Text Placeholder 17">
            <a:extLst>
              <a:ext uri="{FF2B5EF4-FFF2-40B4-BE49-F238E27FC236}">
                <a16:creationId xmlns:a16="http://schemas.microsoft.com/office/drawing/2014/main" id="{41B893D3-A9C5-4CDB-86EA-15497290AE52}"/>
              </a:ext>
            </a:extLst>
          </p:cNvPr>
          <p:cNvSpPr>
            <a:spLocks noGrp="1"/>
          </p:cNvSpPr>
          <p:nvPr>
            <p:ph type="body" sz="quarter" idx="15" hasCustomPrompt="1"/>
          </p:nvPr>
        </p:nvSpPr>
        <p:spPr>
          <a:xfrm>
            <a:off x="4388587" y="866000"/>
            <a:ext cx="3414713" cy="496888"/>
          </a:xfrm>
        </p:spPr>
        <p:txBody>
          <a:bodyPr/>
          <a:lstStyle>
            <a:lvl1pPr marL="0" indent="0">
              <a:buNone/>
              <a:defRPr>
                <a:solidFill>
                  <a:srgbClr val="92278F"/>
                </a:solidFill>
                <a:latin typeface="+mj-lt"/>
                <a:cs typeface="+mj-cs"/>
              </a:defRPr>
            </a:lvl1pPr>
          </a:lstStyle>
          <a:p>
            <a:pPr lvl="0"/>
            <a:r>
              <a:rPr lang="ar-LY"/>
              <a:t>ادخل العنوان</a:t>
            </a:r>
            <a:endParaRPr lang="en-US"/>
          </a:p>
        </p:txBody>
      </p:sp>
      <p:sp>
        <p:nvSpPr>
          <p:cNvPr id="20" name="Text Placeholder 19">
            <a:extLst>
              <a:ext uri="{FF2B5EF4-FFF2-40B4-BE49-F238E27FC236}">
                <a16:creationId xmlns:a16="http://schemas.microsoft.com/office/drawing/2014/main" id="{E6810353-87AA-4CB6-9981-9C0303B85E28}"/>
              </a:ext>
            </a:extLst>
          </p:cNvPr>
          <p:cNvSpPr>
            <a:spLocks noGrp="1"/>
          </p:cNvSpPr>
          <p:nvPr>
            <p:ph type="body" sz="quarter" idx="16" hasCustomPrompt="1"/>
          </p:nvPr>
        </p:nvSpPr>
        <p:spPr>
          <a:xfrm>
            <a:off x="7939087" y="866000"/>
            <a:ext cx="3414713" cy="496888"/>
          </a:xfrm>
        </p:spPr>
        <p:txBody>
          <a:bodyPr/>
          <a:lstStyle>
            <a:lvl1pPr marL="0" indent="0">
              <a:buNone/>
              <a:defRPr>
                <a:solidFill>
                  <a:srgbClr val="92278F"/>
                </a:solidFill>
                <a:latin typeface="+mj-lt"/>
                <a:cs typeface="+mj-cs"/>
              </a:defRPr>
            </a:lvl1pPr>
          </a:lstStyle>
          <a:p>
            <a:pPr lvl="0"/>
            <a:r>
              <a:rPr lang="ar-LY"/>
              <a:t>ادخل العنوان</a:t>
            </a:r>
            <a:endParaRPr lang="en-US"/>
          </a:p>
        </p:txBody>
      </p:sp>
    </p:spTree>
    <p:extLst>
      <p:ext uri="{BB962C8B-B14F-4D97-AF65-F5344CB8AC3E}">
        <p14:creationId xmlns:p14="http://schemas.microsoft.com/office/powerpoint/2010/main" val="579703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F6BB-FD63-445B-8F58-9CEA3348BAFA}"/>
              </a:ext>
            </a:extLst>
          </p:cNvPr>
          <p:cNvSpPr>
            <a:spLocks noGrp="1"/>
          </p:cNvSpPr>
          <p:nvPr>
            <p:ph type="title" hasCustomPrompt="1"/>
          </p:nvPr>
        </p:nvSpPr>
        <p:spPr>
          <a:xfrm>
            <a:off x="839788" y="365125"/>
            <a:ext cx="10515600" cy="1325563"/>
          </a:xfrm>
        </p:spPr>
        <p:txBody>
          <a:bodyPr/>
          <a:lstStyle/>
          <a:p>
            <a:r>
              <a:rPr lang="ar-LY"/>
              <a:t>ادخل العنوان</a:t>
            </a:r>
            <a:endParaRPr lang="en-US"/>
          </a:p>
        </p:txBody>
      </p:sp>
      <p:sp>
        <p:nvSpPr>
          <p:cNvPr id="3" name="Text Placeholder 2">
            <a:extLst>
              <a:ext uri="{FF2B5EF4-FFF2-40B4-BE49-F238E27FC236}">
                <a16:creationId xmlns:a16="http://schemas.microsoft.com/office/drawing/2014/main" id="{AA011AE6-AEC0-4E48-80CE-523B9D32A7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A1DE08-CD93-4A2D-80DB-D4CFB5CFBF7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C862C5-B64C-4518-ABB0-1E08D23BCF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0CFCB9A-95D7-49FE-8A44-F9347EE6437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5FD07C-7C73-4C8C-9455-BA923AD19A7D}"/>
              </a:ext>
            </a:extLst>
          </p:cNvPr>
          <p:cNvSpPr>
            <a:spLocks noGrp="1"/>
          </p:cNvSpPr>
          <p:nvPr>
            <p:ph type="dt" sz="half" idx="10"/>
          </p:nvPr>
        </p:nvSpPr>
        <p:spPr/>
        <p:txBody>
          <a:bodyPr/>
          <a:lstStyle/>
          <a:p>
            <a:fld id="{07FB1828-460A-403A-9A5B-D545A4615C57}" type="datetime4">
              <a:rPr lang="en-US" smtClean="0"/>
              <a:t>November 5, 2023</a:t>
            </a:fld>
            <a:endParaRPr lang="en-US"/>
          </a:p>
        </p:txBody>
      </p:sp>
      <p:sp>
        <p:nvSpPr>
          <p:cNvPr id="8" name="Footer Placeholder 7">
            <a:extLst>
              <a:ext uri="{FF2B5EF4-FFF2-40B4-BE49-F238E27FC236}">
                <a16:creationId xmlns:a16="http://schemas.microsoft.com/office/drawing/2014/main" id="{07275488-1D12-40BD-8738-ABBC3D8482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747EB7-762B-4238-A0D1-334BF173E00F}"/>
              </a:ext>
            </a:extLst>
          </p:cNvPr>
          <p:cNvSpPr>
            <a:spLocks noGrp="1"/>
          </p:cNvSpPr>
          <p:nvPr>
            <p:ph type="sldNum" sz="quarter" idx="12"/>
          </p:nvPr>
        </p:nvSpPr>
        <p:spPr/>
        <p:txBody>
          <a:bodyPr/>
          <a:lstStyle/>
          <a:p>
            <a:fld id="{12D7B28B-DC80-4E46-95D7-53BDE8C7F925}" type="slidenum">
              <a:rPr lang="en-US" smtClean="0"/>
              <a:t>‹#›</a:t>
            </a:fld>
            <a:endParaRPr lang="en-US"/>
          </a:p>
        </p:txBody>
      </p:sp>
    </p:spTree>
    <p:extLst>
      <p:ext uri="{BB962C8B-B14F-4D97-AF65-F5344CB8AC3E}">
        <p14:creationId xmlns:p14="http://schemas.microsoft.com/office/powerpoint/2010/main" val="4269415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080A2-0527-4496-AB0B-D58E8D31A358}"/>
              </a:ext>
            </a:extLst>
          </p:cNvPr>
          <p:cNvSpPr>
            <a:spLocks noGrp="1"/>
          </p:cNvSpPr>
          <p:nvPr>
            <p:ph type="title" hasCustomPrompt="1"/>
          </p:nvPr>
        </p:nvSpPr>
        <p:spPr/>
        <p:txBody>
          <a:bodyPr/>
          <a:lstStyle/>
          <a:p>
            <a:r>
              <a:rPr lang="ar-LY"/>
              <a:t>ادخل العنوان</a:t>
            </a:r>
            <a:endParaRPr lang="en-US"/>
          </a:p>
        </p:txBody>
      </p:sp>
      <p:sp>
        <p:nvSpPr>
          <p:cNvPr id="3" name="Date Placeholder 2">
            <a:extLst>
              <a:ext uri="{FF2B5EF4-FFF2-40B4-BE49-F238E27FC236}">
                <a16:creationId xmlns:a16="http://schemas.microsoft.com/office/drawing/2014/main" id="{F4094CC3-615B-4062-B5C0-DF77478961C7}"/>
              </a:ext>
            </a:extLst>
          </p:cNvPr>
          <p:cNvSpPr>
            <a:spLocks noGrp="1"/>
          </p:cNvSpPr>
          <p:nvPr>
            <p:ph type="dt" sz="half" idx="10"/>
          </p:nvPr>
        </p:nvSpPr>
        <p:spPr/>
        <p:txBody>
          <a:bodyPr/>
          <a:lstStyle/>
          <a:p>
            <a:fld id="{9A6CDACC-E6A1-4C49-8359-F1D1B47BBCB5}" type="datetime4">
              <a:rPr lang="en-US" smtClean="0"/>
              <a:t>November 5, 2023</a:t>
            </a:fld>
            <a:endParaRPr lang="en-US"/>
          </a:p>
        </p:txBody>
      </p:sp>
      <p:sp>
        <p:nvSpPr>
          <p:cNvPr id="4" name="Footer Placeholder 3">
            <a:extLst>
              <a:ext uri="{FF2B5EF4-FFF2-40B4-BE49-F238E27FC236}">
                <a16:creationId xmlns:a16="http://schemas.microsoft.com/office/drawing/2014/main" id="{A5C7FEBF-6DB9-43DF-841A-6A308FA33C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480147-EF75-4920-8DA4-98C0A26A4FD4}"/>
              </a:ext>
            </a:extLst>
          </p:cNvPr>
          <p:cNvSpPr>
            <a:spLocks noGrp="1"/>
          </p:cNvSpPr>
          <p:nvPr>
            <p:ph type="sldNum" sz="quarter" idx="12"/>
          </p:nvPr>
        </p:nvSpPr>
        <p:spPr/>
        <p:txBody>
          <a:bodyPr/>
          <a:lstStyle/>
          <a:p>
            <a:fld id="{12D7B28B-DC80-4E46-95D7-53BDE8C7F925}" type="slidenum">
              <a:rPr lang="en-US" smtClean="0"/>
              <a:t>‹#›</a:t>
            </a:fld>
            <a:endParaRPr lang="en-US"/>
          </a:p>
        </p:txBody>
      </p:sp>
    </p:spTree>
    <p:extLst>
      <p:ext uri="{BB962C8B-B14F-4D97-AF65-F5344CB8AC3E}">
        <p14:creationId xmlns:p14="http://schemas.microsoft.com/office/powerpoint/2010/main" val="715925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D0C36-A89E-4CF5-9409-5CA5A857AC53}"/>
              </a:ext>
            </a:extLst>
          </p:cNvPr>
          <p:cNvSpPr>
            <a:spLocks noGrp="1"/>
          </p:cNvSpPr>
          <p:nvPr>
            <p:ph type="dt" sz="half" idx="10"/>
          </p:nvPr>
        </p:nvSpPr>
        <p:spPr/>
        <p:txBody>
          <a:bodyPr/>
          <a:lstStyle/>
          <a:p>
            <a:fld id="{650BC667-798A-4F77-9B2D-0D98A62DFF55}" type="datetime4">
              <a:rPr lang="en-US" smtClean="0"/>
              <a:t>November 5, 2023</a:t>
            </a:fld>
            <a:endParaRPr lang="en-US"/>
          </a:p>
        </p:txBody>
      </p:sp>
      <p:sp>
        <p:nvSpPr>
          <p:cNvPr id="3" name="Footer Placeholder 2">
            <a:extLst>
              <a:ext uri="{FF2B5EF4-FFF2-40B4-BE49-F238E27FC236}">
                <a16:creationId xmlns:a16="http://schemas.microsoft.com/office/drawing/2014/main" id="{763172A1-C178-4B43-B08B-38C99CE188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3B5162-FE0E-44F3-9394-48F4602A736D}"/>
              </a:ext>
            </a:extLst>
          </p:cNvPr>
          <p:cNvSpPr>
            <a:spLocks noGrp="1"/>
          </p:cNvSpPr>
          <p:nvPr>
            <p:ph type="sldNum" sz="quarter" idx="12"/>
          </p:nvPr>
        </p:nvSpPr>
        <p:spPr/>
        <p:txBody>
          <a:bodyPr/>
          <a:lstStyle/>
          <a:p>
            <a:fld id="{12D7B28B-DC80-4E46-95D7-53BDE8C7F925}" type="slidenum">
              <a:rPr lang="en-US" smtClean="0"/>
              <a:t>‹#›</a:t>
            </a:fld>
            <a:endParaRPr lang="en-US"/>
          </a:p>
        </p:txBody>
      </p:sp>
    </p:spTree>
    <p:extLst>
      <p:ext uri="{BB962C8B-B14F-4D97-AF65-F5344CB8AC3E}">
        <p14:creationId xmlns:p14="http://schemas.microsoft.com/office/powerpoint/2010/main" val="2644632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D0C36-A89E-4CF5-9409-5CA5A857AC53}"/>
              </a:ext>
            </a:extLst>
          </p:cNvPr>
          <p:cNvSpPr>
            <a:spLocks noGrp="1"/>
          </p:cNvSpPr>
          <p:nvPr>
            <p:ph type="dt" sz="half" idx="10"/>
          </p:nvPr>
        </p:nvSpPr>
        <p:spPr/>
        <p:txBody>
          <a:bodyPr/>
          <a:lstStyle/>
          <a:p>
            <a:fld id="{CA795C9E-FB2F-4030-9424-21172E7CB6C2}" type="datetime4">
              <a:rPr lang="en-US" smtClean="0"/>
              <a:t>November 5, 2023</a:t>
            </a:fld>
            <a:endParaRPr lang="en-US"/>
          </a:p>
        </p:txBody>
      </p:sp>
      <p:sp>
        <p:nvSpPr>
          <p:cNvPr id="3" name="Footer Placeholder 2">
            <a:extLst>
              <a:ext uri="{FF2B5EF4-FFF2-40B4-BE49-F238E27FC236}">
                <a16:creationId xmlns:a16="http://schemas.microsoft.com/office/drawing/2014/main" id="{763172A1-C178-4B43-B08B-38C99CE188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3B5162-FE0E-44F3-9394-48F4602A736D}"/>
              </a:ext>
            </a:extLst>
          </p:cNvPr>
          <p:cNvSpPr>
            <a:spLocks noGrp="1"/>
          </p:cNvSpPr>
          <p:nvPr>
            <p:ph type="sldNum" sz="quarter" idx="12"/>
          </p:nvPr>
        </p:nvSpPr>
        <p:spPr/>
        <p:txBody>
          <a:bodyPr/>
          <a:lstStyle/>
          <a:p>
            <a:fld id="{12D7B28B-DC80-4E46-95D7-53BDE8C7F925}" type="slidenum">
              <a:rPr lang="en-US" smtClean="0"/>
              <a:t>‹#›</a:t>
            </a:fld>
            <a:endParaRPr lang="en-US"/>
          </a:p>
        </p:txBody>
      </p:sp>
      <p:sp>
        <p:nvSpPr>
          <p:cNvPr id="5" name="Rectangle 4">
            <a:extLst>
              <a:ext uri="{FF2B5EF4-FFF2-40B4-BE49-F238E27FC236}">
                <a16:creationId xmlns:a16="http://schemas.microsoft.com/office/drawing/2014/main" id="{3585DA8D-1BD9-4E12-8793-1389D2260DD1}"/>
              </a:ext>
            </a:extLst>
          </p:cNvPr>
          <p:cNvSpPr/>
          <p:nvPr/>
        </p:nvSpPr>
        <p:spPr>
          <a:xfrm>
            <a:off x="0" y="0"/>
            <a:ext cx="3668038"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81E8E7A-7FA8-4B95-B9FB-6DB176FC273D}"/>
              </a:ext>
            </a:extLst>
          </p:cNvPr>
          <p:cNvSpPr/>
          <p:nvPr/>
        </p:nvSpPr>
        <p:spPr>
          <a:xfrm>
            <a:off x="10177230" y="5962389"/>
            <a:ext cx="201477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3074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13F3C-F0FD-4573-87E9-914EA54A4D86}"/>
              </a:ext>
            </a:extLst>
          </p:cNvPr>
          <p:cNvSpPr>
            <a:spLocks noGrp="1"/>
          </p:cNvSpPr>
          <p:nvPr>
            <p:ph type="title" hasCustomPrompt="1"/>
          </p:nvPr>
        </p:nvSpPr>
        <p:spPr>
          <a:xfrm>
            <a:off x="839788" y="457200"/>
            <a:ext cx="3932237" cy="1600200"/>
          </a:xfrm>
        </p:spPr>
        <p:txBody>
          <a:bodyPr anchor="b"/>
          <a:lstStyle>
            <a:lvl1pPr>
              <a:defRPr sz="3200"/>
            </a:lvl1pPr>
          </a:lstStyle>
          <a:p>
            <a:r>
              <a:rPr lang="ar-LY"/>
              <a:t>ادخل العنوان</a:t>
            </a:r>
            <a:endParaRPr lang="en-US"/>
          </a:p>
        </p:txBody>
      </p:sp>
      <p:sp>
        <p:nvSpPr>
          <p:cNvPr id="3" name="Content Placeholder 2">
            <a:extLst>
              <a:ext uri="{FF2B5EF4-FFF2-40B4-BE49-F238E27FC236}">
                <a16:creationId xmlns:a16="http://schemas.microsoft.com/office/drawing/2014/main" id="{2EB6E79E-79F1-4AF2-A67D-CBA69155D6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FDC489-9556-4CAA-AE68-B27AF0A836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006C1C-406C-481F-8995-BA1173AACE85}"/>
              </a:ext>
            </a:extLst>
          </p:cNvPr>
          <p:cNvSpPr>
            <a:spLocks noGrp="1"/>
          </p:cNvSpPr>
          <p:nvPr>
            <p:ph type="dt" sz="half" idx="10"/>
          </p:nvPr>
        </p:nvSpPr>
        <p:spPr/>
        <p:txBody>
          <a:bodyPr/>
          <a:lstStyle/>
          <a:p>
            <a:fld id="{1A2340A5-56F4-40EE-A719-5B7DD6EB394D}" type="datetime4">
              <a:rPr lang="en-US" smtClean="0"/>
              <a:t>November 5, 2023</a:t>
            </a:fld>
            <a:endParaRPr lang="en-US"/>
          </a:p>
        </p:txBody>
      </p:sp>
      <p:sp>
        <p:nvSpPr>
          <p:cNvPr id="6" name="Footer Placeholder 5">
            <a:extLst>
              <a:ext uri="{FF2B5EF4-FFF2-40B4-BE49-F238E27FC236}">
                <a16:creationId xmlns:a16="http://schemas.microsoft.com/office/drawing/2014/main" id="{438D69C8-B1E8-43E1-A5FC-6B0E2FF617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E8554D-D516-49DD-91B3-5BE6BCCEBFBD}"/>
              </a:ext>
            </a:extLst>
          </p:cNvPr>
          <p:cNvSpPr>
            <a:spLocks noGrp="1"/>
          </p:cNvSpPr>
          <p:nvPr>
            <p:ph type="sldNum" sz="quarter" idx="12"/>
          </p:nvPr>
        </p:nvSpPr>
        <p:spPr/>
        <p:txBody>
          <a:bodyPr/>
          <a:lstStyle/>
          <a:p>
            <a:fld id="{12D7B28B-DC80-4E46-95D7-53BDE8C7F925}" type="slidenum">
              <a:rPr lang="en-US" smtClean="0"/>
              <a:t>‹#›</a:t>
            </a:fld>
            <a:endParaRPr lang="en-US"/>
          </a:p>
        </p:txBody>
      </p:sp>
    </p:spTree>
    <p:extLst>
      <p:ext uri="{BB962C8B-B14F-4D97-AF65-F5344CB8AC3E}">
        <p14:creationId xmlns:p14="http://schemas.microsoft.com/office/powerpoint/2010/main" val="3790416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5A911-3953-45F2-8CF3-0CB1D5FE8A54}"/>
              </a:ext>
            </a:extLst>
          </p:cNvPr>
          <p:cNvSpPr>
            <a:spLocks noGrp="1"/>
          </p:cNvSpPr>
          <p:nvPr>
            <p:ph type="title" hasCustomPrompt="1"/>
          </p:nvPr>
        </p:nvSpPr>
        <p:spPr>
          <a:xfrm>
            <a:off x="839788" y="457200"/>
            <a:ext cx="3932237" cy="1600200"/>
          </a:xfrm>
        </p:spPr>
        <p:txBody>
          <a:bodyPr anchor="b"/>
          <a:lstStyle>
            <a:lvl1pPr>
              <a:defRPr sz="3200"/>
            </a:lvl1pPr>
          </a:lstStyle>
          <a:p>
            <a:r>
              <a:rPr lang="ar-LY"/>
              <a:t>ادخل العنوان</a:t>
            </a:r>
            <a:endParaRPr lang="en-US"/>
          </a:p>
        </p:txBody>
      </p:sp>
      <p:sp>
        <p:nvSpPr>
          <p:cNvPr id="3" name="Picture Placeholder 2">
            <a:extLst>
              <a:ext uri="{FF2B5EF4-FFF2-40B4-BE49-F238E27FC236}">
                <a16:creationId xmlns:a16="http://schemas.microsoft.com/office/drawing/2014/main" id="{C5147979-4552-479C-83A6-E97076EFCE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77F7BC3-9EB2-437B-AB87-0FD03B56D0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4BD92A7-2C83-47FB-B692-00FEFC154ECC}"/>
              </a:ext>
            </a:extLst>
          </p:cNvPr>
          <p:cNvSpPr>
            <a:spLocks noGrp="1"/>
          </p:cNvSpPr>
          <p:nvPr>
            <p:ph type="dt" sz="half" idx="10"/>
          </p:nvPr>
        </p:nvSpPr>
        <p:spPr/>
        <p:txBody>
          <a:bodyPr/>
          <a:lstStyle/>
          <a:p>
            <a:fld id="{F279E480-5CFA-4077-8766-29A3CF56444D}" type="datetime4">
              <a:rPr lang="en-US" smtClean="0"/>
              <a:t>November 5, 2023</a:t>
            </a:fld>
            <a:endParaRPr lang="en-US"/>
          </a:p>
        </p:txBody>
      </p:sp>
      <p:sp>
        <p:nvSpPr>
          <p:cNvPr id="6" name="Footer Placeholder 5">
            <a:extLst>
              <a:ext uri="{FF2B5EF4-FFF2-40B4-BE49-F238E27FC236}">
                <a16:creationId xmlns:a16="http://schemas.microsoft.com/office/drawing/2014/main" id="{5F363FC5-B99A-4FF3-BFC9-979C41A577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95FB0D-EB5C-40AD-BD8A-7B9CDC76651A}"/>
              </a:ext>
            </a:extLst>
          </p:cNvPr>
          <p:cNvSpPr>
            <a:spLocks noGrp="1"/>
          </p:cNvSpPr>
          <p:nvPr>
            <p:ph type="sldNum" sz="quarter" idx="12"/>
          </p:nvPr>
        </p:nvSpPr>
        <p:spPr/>
        <p:txBody>
          <a:bodyPr/>
          <a:lstStyle/>
          <a:p>
            <a:fld id="{12D7B28B-DC80-4E46-95D7-53BDE8C7F925}" type="slidenum">
              <a:rPr lang="en-US" smtClean="0"/>
              <a:t>‹#›</a:t>
            </a:fld>
            <a:endParaRPr lang="en-US"/>
          </a:p>
        </p:txBody>
      </p:sp>
    </p:spTree>
    <p:extLst>
      <p:ext uri="{BB962C8B-B14F-4D97-AF65-F5344CB8AC3E}">
        <p14:creationId xmlns:p14="http://schemas.microsoft.com/office/powerpoint/2010/main" val="3123451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A3A99-24DA-475B-9512-7A97F2848975}"/>
              </a:ext>
            </a:extLst>
          </p:cNvPr>
          <p:cNvSpPr>
            <a:spLocks noGrp="1"/>
          </p:cNvSpPr>
          <p:nvPr>
            <p:ph type="title" hasCustomPrompt="1"/>
          </p:nvPr>
        </p:nvSpPr>
        <p:spPr/>
        <p:txBody>
          <a:bodyPr/>
          <a:lstStyle/>
          <a:p>
            <a:r>
              <a:rPr lang="ar-LY"/>
              <a:t>ادخل العنوان</a:t>
            </a:r>
            <a:endParaRPr lang="en-US"/>
          </a:p>
        </p:txBody>
      </p:sp>
      <p:sp>
        <p:nvSpPr>
          <p:cNvPr id="3" name="Vertical Text Placeholder 2">
            <a:extLst>
              <a:ext uri="{FF2B5EF4-FFF2-40B4-BE49-F238E27FC236}">
                <a16:creationId xmlns:a16="http://schemas.microsoft.com/office/drawing/2014/main" id="{5A03FFC4-569F-413C-8A5F-23D4EC80BF2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DD3991-658B-4417-9CE8-7ACFEE02ABDE}"/>
              </a:ext>
            </a:extLst>
          </p:cNvPr>
          <p:cNvSpPr>
            <a:spLocks noGrp="1"/>
          </p:cNvSpPr>
          <p:nvPr>
            <p:ph type="dt" sz="half" idx="10"/>
          </p:nvPr>
        </p:nvSpPr>
        <p:spPr/>
        <p:txBody>
          <a:bodyPr/>
          <a:lstStyle/>
          <a:p>
            <a:fld id="{DD78B615-8727-40ED-9830-C81F8BC431A4}" type="datetime4">
              <a:rPr lang="en-US" smtClean="0"/>
              <a:t>November 5, 2023</a:t>
            </a:fld>
            <a:endParaRPr lang="en-US"/>
          </a:p>
        </p:txBody>
      </p:sp>
      <p:sp>
        <p:nvSpPr>
          <p:cNvPr id="5" name="Footer Placeholder 4">
            <a:extLst>
              <a:ext uri="{FF2B5EF4-FFF2-40B4-BE49-F238E27FC236}">
                <a16:creationId xmlns:a16="http://schemas.microsoft.com/office/drawing/2014/main" id="{2E22A4AA-BAA9-4046-A48D-FD0A4981A6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567547-4D30-4FDE-8068-3A820446502E}"/>
              </a:ext>
            </a:extLst>
          </p:cNvPr>
          <p:cNvSpPr>
            <a:spLocks noGrp="1"/>
          </p:cNvSpPr>
          <p:nvPr>
            <p:ph type="sldNum" sz="quarter" idx="12"/>
          </p:nvPr>
        </p:nvSpPr>
        <p:spPr/>
        <p:txBody>
          <a:bodyPr/>
          <a:lstStyle/>
          <a:p>
            <a:fld id="{12D7B28B-DC80-4E46-95D7-53BDE8C7F925}" type="slidenum">
              <a:rPr lang="en-US" smtClean="0"/>
              <a:t>‹#›</a:t>
            </a:fld>
            <a:endParaRPr lang="en-US"/>
          </a:p>
        </p:txBody>
      </p:sp>
    </p:spTree>
    <p:extLst>
      <p:ext uri="{BB962C8B-B14F-4D97-AF65-F5344CB8AC3E}">
        <p14:creationId xmlns:p14="http://schemas.microsoft.com/office/powerpoint/2010/main" val="2692715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810B54-F940-4164-8A0E-F61F91AA2784}"/>
              </a:ext>
            </a:extLst>
          </p:cNvPr>
          <p:cNvSpPr>
            <a:spLocks noGrp="1"/>
          </p:cNvSpPr>
          <p:nvPr>
            <p:ph type="title" orient="vert" hasCustomPrompt="1"/>
          </p:nvPr>
        </p:nvSpPr>
        <p:spPr>
          <a:xfrm>
            <a:off x="8724900" y="365125"/>
            <a:ext cx="2628900" cy="5811838"/>
          </a:xfrm>
        </p:spPr>
        <p:txBody>
          <a:bodyPr vert="eaVert"/>
          <a:lstStyle/>
          <a:p>
            <a:r>
              <a:rPr lang="ar-LY"/>
              <a:t>ادخل العنوان</a:t>
            </a:r>
            <a:endParaRPr lang="en-US"/>
          </a:p>
        </p:txBody>
      </p:sp>
      <p:sp>
        <p:nvSpPr>
          <p:cNvPr id="3" name="Vertical Text Placeholder 2">
            <a:extLst>
              <a:ext uri="{FF2B5EF4-FFF2-40B4-BE49-F238E27FC236}">
                <a16:creationId xmlns:a16="http://schemas.microsoft.com/office/drawing/2014/main" id="{BA0A5C58-7C8F-4CE5-90DD-43FD26AC494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0EB906-D240-4D52-9E5F-6DF3EC7445C3}"/>
              </a:ext>
            </a:extLst>
          </p:cNvPr>
          <p:cNvSpPr>
            <a:spLocks noGrp="1"/>
          </p:cNvSpPr>
          <p:nvPr>
            <p:ph type="dt" sz="half" idx="10"/>
          </p:nvPr>
        </p:nvSpPr>
        <p:spPr/>
        <p:txBody>
          <a:bodyPr/>
          <a:lstStyle/>
          <a:p>
            <a:fld id="{E4F63FE2-7586-4DDC-87FF-860A842418D1}" type="datetime4">
              <a:rPr lang="en-US" smtClean="0"/>
              <a:t>November 5, 2023</a:t>
            </a:fld>
            <a:endParaRPr lang="en-US"/>
          </a:p>
        </p:txBody>
      </p:sp>
      <p:sp>
        <p:nvSpPr>
          <p:cNvPr id="5" name="Footer Placeholder 4">
            <a:extLst>
              <a:ext uri="{FF2B5EF4-FFF2-40B4-BE49-F238E27FC236}">
                <a16:creationId xmlns:a16="http://schemas.microsoft.com/office/drawing/2014/main" id="{E8A40B40-145E-4328-849B-32C812414E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D04E65-CFAA-46B4-8750-F82B4BA9453C}"/>
              </a:ext>
            </a:extLst>
          </p:cNvPr>
          <p:cNvSpPr>
            <a:spLocks noGrp="1"/>
          </p:cNvSpPr>
          <p:nvPr>
            <p:ph type="sldNum" sz="quarter" idx="12"/>
          </p:nvPr>
        </p:nvSpPr>
        <p:spPr/>
        <p:txBody>
          <a:bodyPr/>
          <a:lstStyle/>
          <a:p>
            <a:fld id="{12D7B28B-DC80-4E46-95D7-53BDE8C7F925}" type="slidenum">
              <a:rPr lang="en-US" smtClean="0"/>
              <a:t>‹#›</a:t>
            </a:fld>
            <a:endParaRPr lang="en-US"/>
          </a:p>
        </p:txBody>
      </p:sp>
    </p:spTree>
    <p:extLst>
      <p:ext uri="{BB962C8B-B14F-4D97-AF65-F5344CB8AC3E}">
        <p14:creationId xmlns:p14="http://schemas.microsoft.com/office/powerpoint/2010/main" val="2158443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8"/>
            </p:custDataLst>
            <p:extLst>
              <p:ext uri="{D42A27DB-BD31-4B8C-83A1-F6EECF244321}">
                <p14:modId xmlns:p14="http://schemas.microsoft.com/office/powerpoint/2010/main" val="560616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421" imgH="423" progId="TCLayout.ActiveDocument.1">
                  <p:embed/>
                </p:oleObj>
              </mc:Choice>
              <mc:Fallback>
                <p:oleObj name="think-cell Slide" r:id="rId19" imgW="421" imgH="423" progId="TCLayout.ActiveDocument.1">
                  <p:embed/>
                  <p:pic>
                    <p:nvPicPr>
                      <p:cNvPr id="9" name="Object 8" hidden="1"/>
                      <p:cNvPicPr/>
                      <p:nvPr/>
                    </p:nvPicPr>
                    <p:blipFill>
                      <a:blip r:embed="rId20"/>
                      <a:stretch>
                        <a:fillRect/>
                      </a:stretch>
                    </p:blipFill>
                    <p:spPr>
                      <a:xfrm>
                        <a:off x="1588" y="1588"/>
                        <a:ext cx="1588" cy="1588"/>
                      </a:xfrm>
                      <a:prstGeom prst="rect">
                        <a:avLst/>
                      </a:prstGeom>
                    </p:spPr>
                  </p:pic>
                </p:oleObj>
              </mc:Fallback>
            </mc:AlternateContent>
          </a:graphicData>
        </a:graphic>
      </p:graphicFrame>
      <p:pic>
        <p:nvPicPr>
          <p:cNvPr id="12" name="officeArt object">
            <a:extLst>
              <a:ext uri="{FF2B5EF4-FFF2-40B4-BE49-F238E27FC236}">
                <a16:creationId xmlns:a16="http://schemas.microsoft.com/office/drawing/2014/main" id="{62434D74-651F-476E-8291-488BF91D5A74}"/>
              </a:ext>
            </a:extLst>
          </p:cNvPr>
          <p:cNvPicPr/>
          <p:nvPr/>
        </p:nvPicPr>
        <p:blipFill rotWithShape="1">
          <a:blip r:embed="rId21">
            <a:extLst>
              <a:ext uri="{28A0092B-C50C-407E-A947-70E740481C1C}">
                <a14:useLocalDpi xmlns:a14="http://schemas.microsoft.com/office/drawing/2010/main" val="0"/>
              </a:ext>
            </a:extLst>
          </a:blip>
          <a:srcRect l="2797" r="72419"/>
          <a:stretch/>
        </p:blipFill>
        <p:spPr>
          <a:xfrm flipH="1">
            <a:off x="9992032" y="6009963"/>
            <a:ext cx="2199968" cy="863600"/>
          </a:xfrm>
          <a:prstGeom prst="rect">
            <a:avLst/>
          </a:prstGeom>
          <a:ln w="12700" cap="flat">
            <a:noFill/>
            <a:miter lim="400000"/>
          </a:ln>
          <a:effectLst/>
        </p:spPr>
      </p:pic>
      <p:sp>
        <p:nvSpPr>
          <p:cNvPr id="2" name="Title Placeholder 1">
            <a:extLst>
              <a:ext uri="{FF2B5EF4-FFF2-40B4-BE49-F238E27FC236}">
                <a16:creationId xmlns:a16="http://schemas.microsoft.com/office/drawing/2014/main" id="{BB77A84A-6148-49F0-BB9E-6CE1968273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ar-LY"/>
              <a:t>ادخل العنوان</a:t>
            </a:r>
            <a:endParaRPr lang="en-US"/>
          </a:p>
        </p:txBody>
      </p:sp>
      <p:sp>
        <p:nvSpPr>
          <p:cNvPr id="3" name="Text Placeholder 2">
            <a:extLst>
              <a:ext uri="{FF2B5EF4-FFF2-40B4-BE49-F238E27FC236}">
                <a16:creationId xmlns:a16="http://schemas.microsoft.com/office/drawing/2014/main" id="{EB1A9B40-C910-40D2-84BD-CC5CD5F37C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officeArt object">
            <a:extLst>
              <a:ext uri="{FF2B5EF4-FFF2-40B4-BE49-F238E27FC236}">
                <a16:creationId xmlns:a16="http://schemas.microsoft.com/office/drawing/2014/main" id="{1AD99192-5022-452F-8A4E-FA83D1D422D8}"/>
              </a:ext>
            </a:extLst>
          </p:cNvPr>
          <p:cNvPicPr/>
          <p:nvPr/>
        </p:nvPicPr>
        <p:blipFill rotWithShape="1">
          <a:blip r:embed="rId21">
            <a:extLst>
              <a:ext uri="{28A0092B-C50C-407E-A947-70E740481C1C}">
                <a14:useLocalDpi xmlns:a14="http://schemas.microsoft.com/office/drawing/2010/main" val="0"/>
              </a:ext>
            </a:extLst>
          </a:blip>
          <a:srcRect l="5195" t="22401" r="82598" b="18856"/>
          <a:stretch/>
        </p:blipFill>
        <p:spPr>
          <a:xfrm>
            <a:off x="10910170" y="6271611"/>
            <a:ext cx="1083502" cy="507304"/>
          </a:xfrm>
          <a:prstGeom prst="rect">
            <a:avLst/>
          </a:prstGeom>
          <a:ln w="12700" cap="flat">
            <a:noFill/>
            <a:miter lim="400000"/>
          </a:ln>
          <a:effectLst/>
        </p:spPr>
      </p:pic>
      <p:sp>
        <p:nvSpPr>
          <p:cNvPr id="4" name="Date Placeholder 3">
            <a:extLst>
              <a:ext uri="{FF2B5EF4-FFF2-40B4-BE49-F238E27FC236}">
                <a16:creationId xmlns:a16="http://schemas.microsoft.com/office/drawing/2014/main" id="{2926893D-BD47-44E8-8D70-1548A5BE5D2E}"/>
              </a:ext>
            </a:extLst>
          </p:cNvPr>
          <p:cNvSpPr>
            <a:spLocks noGrp="1"/>
          </p:cNvSpPr>
          <p:nvPr>
            <p:ph type="dt" sz="half" idx="2"/>
          </p:nvPr>
        </p:nvSpPr>
        <p:spPr>
          <a:xfrm>
            <a:off x="8567198" y="6356347"/>
            <a:ext cx="1610032" cy="365125"/>
          </a:xfrm>
          <a:prstGeom prst="rect">
            <a:avLst/>
          </a:prstGeom>
        </p:spPr>
        <p:txBody>
          <a:bodyPr vert="horz" lIns="91440" tIns="45720" rIns="91440" bIns="45720" rtlCol="0" anchor="ctr"/>
          <a:lstStyle>
            <a:lvl1pPr algn="ctr" rtl="1">
              <a:defRPr sz="1200">
                <a:solidFill>
                  <a:schemeClr val="tx1">
                    <a:tint val="75000"/>
                  </a:schemeClr>
                </a:solidFill>
              </a:defRPr>
            </a:lvl1pPr>
          </a:lstStyle>
          <a:p>
            <a:pPr rtl="1"/>
            <a:fld id="{02848F8C-C762-4388-9798-1F4A0DC29648}" type="datetime4">
              <a:rPr lang="en-US" smtClean="0"/>
              <a:t>November 5, 2023</a:t>
            </a:fld>
            <a:endParaRPr lang="en-US"/>
          </a:p>
        </p:txBody>
      </p:sp>
      <p:sp>
        <p:nvSpPr>
          <p:cNvPr id="5" name="Footer Placeholder 4">
            <a:extLst>
              <a:ext uri="{FF2B5EF4-FFF2-40B4-BE49-F238E27FC236}">
                <a16:creationId xmlns:a16="http://schemas.microsoft.com/office/drawing/2014/main" id="{BC4FA150-7C50-4455-9A46-4EDCD150739D}"/>
              </a:ext>
            </a:extLst>
          </p:cNvPr>
          <p:cNvSpPr>
            <a:spLocks noGrp="1"/>
          </p:cNvSpPr>
          <p:nvPr>
            <p:ph type="ftr" sz="quarter" idx="3"/>
          </p:nvPr>
        </p:nvSpPr>
        <p:spPr>
          <a:xfrm>
            <a:off x="3113561" y="6356347"/>
            <a:ext cx="4788308" cy="365125"/>
          </a:xfrm>
          <a:prstGeom prst="rect">
            <a:avLst/>
          </a:prstGeom>
        </p:spPr>
        <p:txBody>
          <a:bodyPr vert="horz" lIns="91440" tIns="45720" rIns="91440" bIns="45720" rtlCol="0" anchor="ctr"/>
          <a:lstStyle>
            <a:lvl1pPr algn="ctr" rtl="1">
              <a:defRPr sz="1200">
                <a:solidFill>
                  <a:schemeClr val="tx1">
                    <a:tint val="75000"/>
                  </a:schemeClr>
                </a:solidFill>
              </a:defRPr>
            </a:lvl1pPr>
          </a:lstStyle>
          <a:p>
            <a:pPr rtl="1"/>
            <a:endParaRPr lang="en-US"/>
          </a:p>
        </p:txBody>
      </p:sp>
      <p:sp>
        <p:nvSpPr>
          <p:cNvPr id="6" name="Slide Number Placeholder 5">
            <a:extLst>
              <a:ext uri="{FF2B5EF4-FFF2-40B4-BE49-F238E27FC236}">
                <a16:creationId xmlns:a16="http://schemas.microsoft.com/office/drawing/2014/main" id="{A86C9876-DB5F-419B-B18E-1FD066E0306F}"/>
              </a:ext>
            </a:extLst>
          </p:cNvPr>
          <p:cNvSpPr>
            <a:spLocks noGrp="1"/>
          </p:cNvSpPr>
          <p:nvPr>
            <p:ph type="sldNum" sz="quarter" idx="4"/>
          </p:nvPr>
        </p:nvSpPr>
        <p:spPr>
          <a:xfrm>
            <a:off x="838200" y="6356349"/>
            <a:ext cx="1610032" cy="365125"/>
          </a:xfrm>
          <a:prstGeom prst="rect">
            <a:avLst/>
          </a:prstGeom>
        </p:spPr>
        <p:txBody>
          <a:bodyPr vert="horz" lIns="91440" tIns="45720" rIns="91440" bIns="45720" rtlCol="0" anchor="ctr"/>
          <a:lstStyle>
            <a:lvl1pPr algn="ctr" rtl="1">
              <a:defRPr sz="1200">
                <a:solidFill>
                  <a:schemeClr val="tx1">
                    <a:tint val="75000"/>
                  </a:schemeClr>
                </a:solidFill>
              </a:defRPr>
            </a:lvl1pPr>
          </a:lstStyle>
          <a:p>
            <a:pPr rtl="1"/>
            <a:fld id="{12D7B28B-DC80-4E46-95D7-53BDE8C7F925}" type="slidenum">
              <a:rPr lang="en-US" smtClean="0"/>
              <a:pPr rtl="1"/>
              <a:t>‹#›</a:t>
            </a:fld>
            <a:endParaRPr lang="en-US"/>
          </a:p>
        </p:txBody>
      </p:sp>
      <p:pic>
        <p:nvPicPr>
          <p:cNvPr id="10" name="officeArt object">
            <a:extLst>
              <a:ext uri="{FF2B5EF4-FFF2-40B4-BE49-F238E27FC236}">
                <a16:creationId xmlns:a16="http://schemas.microsoft.com/office/drawing/2014/main" id="{CA078D13-CD67-4F30-88F3-723C44A66F6B}"/>
              </a:ext>
            </a:extLst>
          </p:cNvPr>
          <p:cNvPicPr>
            <a:picLocks noChangeAspect="1"/>
          </p:cNvPicPr>
          <p:nvPr/>
        </p:nvPicPr>
        <p:blipFill rotWithShape="1">
          <a:blip r:embed="rId22">
            <a:extLst>
              <a:ext uri="{28A0092B-C50C-407E-A947-70E740481C1C}">
                <a14:useLocalDpi xmlns:a14="http://schemas.microsoft.com/office/drawing/2010/main" val="0"/>
              </a:ext>
            </a:extLst>
          </a:blip>
          <a:srcRect l="51823"/>
          <a:stretch/>
        </p:blipFill>
        <p:spPr>
          <a:xfrm flipH="1">
            <a:off x="1" y="0"/>
            <a:ext cx="4277032" cy="863600"/>
          </a:xfrm>
          <a:prstGeom prst="rect">
            <a:avLst/>
          </a:prstGeom>
          <a:ln w="12700" cap="flat">
            <a:noFill/>
            <a:miter lim="400000"/>
          </a:ln>
          <a:effectLst/>
        </p:spPr>
      </p:pic>
      <p:pic>
        <p:nvPicPr>
          <p:cNvPr id="11" name="Picture 10">
            <a:extLst>
              <a:ext uri="{FF2B5EF4-FFF2-40B4-BE49-F238E27FC236}">
                <a16:creationId xmlns:a16="http://schemas.microsoft.com/office/drawing/2014/main" id="{EE334B75-EF52-4144-8279-048287EFFF21}"/>
              </a:ext>
            </a:extLst>
          </p:cNvPr>
          <p:cNvPicPr>
            <a:picLocks noChangeAspect="1"/>
          </p:cNvPicPr>
          <p:nvPr/>
        </p:nvPicPr>
        <p:blipFill>
          <a:blip r:embed="rId23"/>
          <a:stretch>
            <a:fillRect/>
          </a:stretch>
        </p:blipFill>
        <p:spPr>
          <a:xfrm>
            <a:off x="113546" y="100345"/>
            <a:ext cx="3217562" cy="662909"/>
          </a:xfrm>
          <a:prstGeom prst="rect">
            <a:avLst/>
          </a:prstGeom>
        </p:spPr>
      </p:pic>
    </p:spTree>
    <p:extLst>
      <p:ext uri="{BB962C8B-B14F-4D97-AF65-F5344CB8AC3E}">
        <p14:creationId xmlns:p14="http://schemas.microsoft.com/office/powerpoint/2010/main" val="1752684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1" r:id="rId5"/>
    <p:sldLayoutId id="2147483663" r:id="rId6"/>
    <p:sldLayoutId id="2147483662" r:id="rId7"/>
    <p:sldLayoutId id="2147483664" r:id="rId8"/>
    <p:sldLayoutId id="2147483653" r:id="rId9"/>
    <p:sldLayoutId id="2147483654" r:id="rId10"/>
    <p:sldLayoutId id="2147483655" r:id="rId11"/>
    <p:sldLayoutId id="2147483665" r:id="rId12"/>
    <p:sldLayoutId id="2147483656" r:id="rId13"/>
    <p:sldLayoutId id="2147483657" r:id="rId14"/>
    <p:sldLayoutId id="2147483658" r:id="rId15"/>
    <p:sldLayoutId id="2147483659" r:id="rId16"/>
  </p:sldLayoutIdLst>
  <p:hf hdr="0"/>
  <p:txStyles>
    <p:title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4.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chart" Target="../charts/chart2.xml"/><Relationship Id="rId5" Type="http://schemas.openxmlformats.org/officeDocument/2006/relationships/image" Target="../media/image1.e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chart" Target="../charts/chart4.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chart" Target="../charts/chart3.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chart" Target="../charts/chart6.xml"/><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chart" Target="../charts/chart5.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1.xml"/><Relationship Id="rId5" Type="http://schemas.openxmlformats.org/officeDocument/2006/relationships/chart" Target="../charts/chart8.xml"/><Relationship Id="rId4" Type="http://schemas.openxmlformats.org/officeDocument/2006/relationships/chart" Target="../charts/chart7.xml"/></Relationships>
</file>

<file path=ppt/slides/_rels/slide11.xml.rels><?xml version="1.0" encoding="UTF-8" standalone="yes"?>
<Relationships xmlns="http://schemas.openxmlformats.org/package/2006/relationships"><Relationship Id="rId8" Type="http://schemas.openxmlformats.org/officeDocument/2006/relationships/chart" Target="../charts/chart10.xml"/><Relationship Id="rId3" Type="http://schemas.openxmlformats.org/officeDocument/2006/relationships/slideLayout" Target="../slideLayouts/slideLayout2.xml"/><Relationship Id="rId7" Type="http://schemas.openxmlformats.org/officeDocument/2006/relationships/chart" Target="../charts/chart9.xml"/><Relationship Id="rId2" Type="http://schemas.openxmlformats.org/officeDocument/2006/relationships/tags" Target="../tags/tag8.xml"/><Relationship Id="rId1" Type="http://schemas.openxmlformats.org/officeDocument/2006/relationships/themeOverride" Target="../theme/themeOverride2.x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8" Type="http://schemas.openxmlformats.org/officeDocument/2006/relationships/chart" Target="../charts/chart13.xml"/><Relationship Id="rId3" Type="http://schemas.openxmlformats.org/officeDocument/2006/relationships/notesSlide" Target="../notesSlides/notesSlide11.xml"/><Relationship Id="rId7" Type="http://schemas.openxmlformats.org/officeDocument/2006/relationships/chart" Target="../charts/chart12.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chart" Target="../charts/chart11.xml"/><Relationship Id="rId5" Type="http://schemas.openxmlformats.org/officeDocument/2006/relationships/image" Target="../media/image1.emf"/><Relationship Id="rId4"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chart" Target="../charts/chart14.xml"/><Relationship Id="rId5" Type="http://schemas.openxmlformats.org/officeDocument/2006/relationships/image" Target="../media/image1.emf"/><Relationship Id="rId4" Type="http://schemas.openxmlformats.org/officeDocument/2006/relationships/oleObject" Target="../embeddings/oleObject9.bin"/></Relationships>
</file>

<file path=ppt/slides/_rels/slide1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chart" Target="../charts/chart17.xml"/></Relationships>
</file>

<file path=ppt/slides/_rels/slide16.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15.xml"/><Relationship Id="rId1" Type="http://schemas.openxmlformats.org/officeDocument/2006/relationships/slideLayout" Target="../slideLayouts/slideLayout11.xml"/><Relationship Id="rId5" Type="http://schemas.openxmlformats.org/officeDocument/2006/relationships/chart" Target="../charts/chart20.xml"/><Relationship Id="rId4" Type="http://schemas.openxmlformats.org/officeDocument/2006/relationships/chart" Target="../charts/chart19.xml"/></Relationships>
</file>

<file path=ppt/slides/_rels/slide17.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chart" Target="../charts/chart2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chart" Target="../charts/chart25.xml"/><Relationship Id="rId5" Type="http://schemas.openxmlformats.org/officeDocument/2006/relationships/image" Target="../media/image1.emf"/><Relationship Id="rId4" Type="http://schemas.openxmlformats.org/officeDocument/2006/relationships/oleObject" Target="../embeddings/oleObject10.bin"/></Relationships>
</file>

<file path=ppt/slides/_rels/slide20.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chart" Target="../charts/chart27.xml"/></Relationships>
</file>

<file path=ppt/slides/_rels/slide21.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chart" Target="../charts/chart29.xml"/></Relationships>
</file>

<file path=ppt/slides/_rels/slide22.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chart" Target="../charts/chart31.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91317E4C-EFC2-364A-9671-B66D8A53350C}"/>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r="12124"/>
          <a:stretch/>
        </p:blipFill>
        <p:spPr>
          <a:xfrm flipH="1">
            <a:off x="0" y="1112982"/>
            <a:ext cx="8096245" cy="2456872"/>
          </a:xfrm>
          <a:prstGeom prst="rect">
            <a:avLst/>
          </a:prstGeom>
        </p:spPr>
      </p:pic>
      <p:sp>
        <p:nvSpPr>
          <p:cNvPr id="10" name="TextBox 9">
            <a:extLst>
              <a:ext uri="{FF2B5EF4-FFF2-40B4-BE49-F238E27FC236}">
                <a16:creationId xmlns:a16="http://schemas.microsoft.com/office/drawing/2014/main" id="{06B7B61E-1CFF-17B7-5538-3C72B9C91E96}"/>
              </a:ext>
            </a:extLst>
          </p:cNvPr>
          <p:cNvSpPr txBox="1"/>
          <p:nvPr/>
        </p:nvSpPr>
        <p:spPr>
          <a:xfrm>
            <a:off x="6639720" y="3699163"/>
            <a:ext cx="2481770" cy="461665"/>
          </a:xfrm>
          <a:prstGeom prst="rect">
            <a:avLst/>
          </a:prstGeom>
          <a:noFill/>
        </p:spPr>
        <p:txBody>
          <a:bodyPr wrap="none" rtlCol="0">
            <a:spAutoFit/>
          </a:bodyPr>
          <a:lstStyle/>
          <a:p>
            <a:r>
              <a:rPr lang="ar-LY" sz="2400" dirty="0"/>
              <a:t>تقرير تحليل الاستخدام</a:t>
            </a:r>
            <a:endParaRPr lang="en-US" sz="2400" dirty="0"/>
          </a:p>
        </p:txBody>
      </p:sp>
      <p:sp>
        <p:nvSpPr>
          <p:cNvPr id="12" name="TextBox 11">
            <a:extLst>
              <a:ext uri="{FF2B5EF4-FFF2-40B4-BE49-F238E27FC236}">
                <a16:creationId xmlns:a16="http://schemas.microsoft.com/office/drawing/2014/main" id="{7A6FBD71-72A5-2223-47A8-707EB6E1AEB0}"/>
              </a:ext>
            </a:extLst>
          </p:cNvPr>
          <p:cNvSpPr txBox="1"/>
          <p:nvPr/>
        </p:nvSpPr>
        <p:spPr>
          <a:xfrm>
            <a:off x="6073490" y="4119264"/>
            <a:ext cx="6096000" cy="369332"/>
          </a:xfrm>
          <a:prstGeom prst="rect">
            <a:avLst/>
          </a:prstGeom>
          <a:noFill/>
        </p:spPr>
        <p:txBody>
          <a:bodyPr wrap="square">
            <a:spAutoFit/>
          </a:bodyPr>
          <a:lstStyle/>
          <a:p>
            <a:r>
              <a:rPr lang="ar-LY" sz="1800" b="1" dirty="0">
                <a:latin typeface="Tajawal" panose="00000500000000000000" pitchFamily="2" charset="-78"/>
                <a:cs typeface="Tajawal" panose="00000500000000000000" pitchFamily="2" charset="-78"/>
              </a:rPr>
              <a:t>حتى </a:t>
            </a:r>
            <a:r>
              <a:rPr lang="ar-LY" b="1" dirty="0">
                <a:solidFill>
                  <a:srgbClr val="990099"/>
                </a:solidFill>
                <a:latin typeface="Tajawal" panose="00000500000000000000" pitchFamily="2" charset="-78"/>
                <a:cs typeface="Tajawal" panose="00000500000000000000" pitchFamily="2" charset="-78"/>
              </a:rPr>
              <a:t>31</a:t>
            </a:r>
            <a:r>
              <a:rPr lang="ar-LY" sz="1800" b="1" dirty="0">
                <a:latin typeface="Tajawal" panose="00000500000000000000" pitchFamily="2" charset="-78"/>
                <a:cs typeface="Tajawal" panose="00000500000000000000" pitchFamily="2" charset="-78"/>
              </a:rPr>
              <a:t>-</a:t>
            </a:r>
            <a:r>
              <a:rPr lang="ar-LY" sz="1800" b="1" dirty="0">
                <a:solidFill>
                  <a:srgbClr val="990099"/>
                </a:solidFill>
                <a:latin typeface="Tajawal" panose="00000500000000000000" pitchFamily="2" charset="-78"/>
                <a:cs typeface="Tajawal" panose="00000500000000000000" pitchFamily="2" charset="-78"/>
              </a:rPr>
              <a:t>10</a:t>
            </a:r>
            <a:r>
              <a:rPr lang="ar-LY" sz="1800" b="1" dirty="0">
                <a:latin typeface="Tajawal" panose="00000500000000000000" pitchFamily="2" charset="-78"/>
                <a:cs typeface="Tajawal" panose="00000500000000000000" pitchFamily="2" charset="-78"/>
              </a:rPr>
              <a:t>-</a:t>
            </a:r>
            <a:r>
              <a:rPr lang="ar-LY" sz="1800" b="1" dirty="0">
                <a:solidFill>
                  <a:srgbClr val="990099"/>
                </a:solidFill>
                <a:latin typeface="Tajawal" panose="00000500000000000000" pitchFamily="2" charset="-78"/>
                <a:cs typeface="Tajawal" panose="00000500000000000000" pitchFamily="2" charset="-78"/>
              </a:rPr>
              <a:t>2023</a:t>
            </a:r>
            <a:endParaRPr lang="en-US" sz="1800" b="1" dirty="0">
              <a:solidFill>
                <a:srgbClr val="990099"/>
              </a:solidFill>
              <a:latin typeface="Tajawal" panose="00000500000000000000" pitchFamily="2" charset="-78"/>
              <a:cs typeface="Tajawal" panose="00000500000000000000" pitchFamily="2" charset="-78"/>
            </a:endParaRPr>
          </a:p>
        </p:txBody>
      </p:sp>
    </p:spTree>
    <p:extLst>
      <p:ext uri="{BB962C8B-B14F-4D97-AF65-F5344CB8AC3E}">
        <p14:creationId xmlns:p14="http://schemas.microsoft.com/office/powerpoint/2010/main" val="996400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31399784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3" progId="TCLayout.ActiveDocument.1">
                  <p:embed/>
                </p:oleObj>
              </mc:Choice>
              <mc:Fallback>
                <p:oleObj name="think-cell Slide" r:id="rId4" imgW="421" imgH="423"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838200" y="15150"/>
            <a:ext cx="10515600" cy="1325563"/>
          </a:xfrm>
        </p:spPr>
        <p:txBody>
          <a:bodyPr vert="horz"/>
          <a:lstStyle/>
          <a:p>
            <a:r>
              <a:rPr lang="ar-LY" sz="3600" b="1" dirty="0">
                <a:cs typeface="Tajawal Medium" panose="00000600000000000000" pitchFamily="2" charset="-78"/>
              </a:rPr>
              <a:t>ملخص</a:t>
            </a:r>
            <a:endParaRPr lang="en-US" sz="3600" b="1" dirty="0">
              <a:cs typeface="Tajawal Medium" panose="00000600000000000000" pitchFamily="2" charset="-78"/>
            </a:endParaRPr>
          </a:p>
        </p:txBody>
      </p:sp>
      <p:sp>
        <p:nvSpPr>
          <p:cNvPr id="3" name="Content Placeholder 2"/>
          <p:cNvSpPr>
            <a:spLocks noGrp="1"/>
          </p:cNvSpPr>
          <p:nvPr>
            <p:ph idx="1"/>
          </p:nvPr>
        </p:nvSpPr>
        <p:spPr>
          <a:xfrm>
            <a:off x="492125" y="1124403"/>
            <a:ext cx="11398250" cy="4720772"/>
          </a:xfrm>
        </p:spPr>
        <p:txBody>
          <a:bodyPr>
            <a:noAutofit/>
          </a:bodyPr>
          <a:lstStyle/>
          <a:p>
            <a:pPr algn="just"/>
            <a:r>
              <a:rPr lang="ar-LY" sz="1400" b="1" dirty="0">
                <a:latin typeface="Tajawal" panose="00000500000000000000" pitchFamily="2" charset="-78"/>
                <a:cs typeface="Tajawal" panose="00000500000000000000" pitchFamily="2" charset="-78"/>
              </a:rPr>
              <a:t>بقاء عدد المشتركين فوق حاجز 6.3 مليون مشترك خلال شهر اكتوبر حيث بلغا عدد المشتركين الفعليين حتى نهاية شهر اكتوبر </a:t>
            </a:r>
            <a:r>
              <a:rPr lang="ar-LY" sz="1400" b="1" dirty="0">
                <a:latin typeface="Tajawal" panose="00000500000000000000" pitchFamily="2" charset="-78"/>
                <a:ea typeface="Open Sans Light" pitchFamily="34" charset="0"/>
                <a:cs typeface="Tajawal" panose="00000500000000000000" pitchFamily="2" charset="-78"/>
              </a:rPr>
              <a:t>6,330,109</a:t>
            </a:r>
            <a:r>
              <a:rPr lang="ar-LY" sz="1400" b="1" dirty="0">
                <a:latin typeface="Tajawal" panose="00000500000000000000" pitchFamily="2" charset="-78"/>
                <a:cs typeface="Tajawal" panose="00000500000000000000" pitchFamily="2" charset="-78"/>
              </a:rPr>
              <a:t> مشترك, ومن الممكن تفسير هذا الارتفاع لوجود حملة تسويقية تستهدف المشتركين في حالة </a:t>
            </a:r>
            <a:r>
              <a:rPr lang="en-US" sz="1400" b="1" dirty="0">
                <a:latin typeface="Tajawal" panose="00000500000000000000" pitchFamily="2" charset="-78"/>
                <a:cs typeface="Tajawal" panose="00000500000000000000" pitchFamily="2" charset="-78"/>
              </a:rPr>
              <a:t>One Way-Block</a:t>
            </a:r>
            <a:r>
              <a:rPr lang="ar-LY" sz="1400" b="1" dirty="0">
                <a:latin typeface="Tajawal" panose="00000500000000000000" pitchFamily="2" charset="-78"/>
                <a:cs typeface="Tajawal" panose="00000500000000000000" pitchFamily="2" charset="-78"/>
              </a:rPr>
              <a:t> مما ساهم في جعل هذه الفئة تعيد شحن حسابتهم وخروجهم من هذه الحالة. </a:t>
            </a:r>
          </a:p>
          <a:p>
            <a:pPr algn="just"/>
            <a:r>
              <a:rPr lang="ar-LY" sz="1400" b="1" dirty="0">
                <a:latin typeface="Tajawal" panose="00000500000000000000" pitchFamily="2" charset="-78"/>
                <a:cs typeface="Tajawal" panose="00000500000000000000" pitchFamily="2" charset="-78"/>
              </a:rPr>
              <a:t>كان عدد المشتركين خلال شهر اكتوبر </a:t>
            </a:r>
            <a:r>
              <a:rPr lang="ar-LY" sz="1400" b="1" dirty="0">
                <a:latin typeface="Tajawal" panose="00000500000000000000" pitchFamily="2" charset="-78"/>
                <a:ea typeface="Open Sans Light" pitchFamily="34" charset="0"/>
                <a:cs typeface="Tajawal" panose="00000500000000000000" pitchFamily="2" charset="-78"/>
              </a:rPr>
              <a:t>6,330,109</a:t>
            </a:r>
            <a:r>
              <a:rPr lang="ar-LY" sz="1400" b="1" dirty="0">
                <a:latin typeface="Tajawal" panose="00000500000000000000" pitchFamily="2" charset="-78"/>
                <a:cs typeface="Tajawal" panose="00000500000000000000" pitchFamily="2" charset="-78"/>
              </a:rPr>
              <a:t> مشترك والذي يعد ارتفاع بنسبة </a:t>
            </a:r>
            <a:r>
              <a:rPr lang="en-US" sz="1400" b="1" dirty="0">
                <a:latin typeface="Tajawal" panose="00000500000000000000" pitchFamily="2" charset="-78"/>
                <a:cs typeface="Tajawal" panose="00000500000000000000" pitchFamily="2" charset="-78"/>
              </a:rPr>
              <a:t>0.24</a:t>
            </a:r>
            <a:r>
              <a:rPr lang="ar-LY" sz="1400" b="1" dirty="0">
                <a:latin typeface="Tajawal" panose="00000500000000000000" pitchFamily="2" charset="-78"/>
                <a:cs typeface="Tajawal" panose="00000500000000000000" pitchFamily="2" charset="-78"/>
              </a:rPr>
              <a:t> %عن شهر سبتمبر من السنة 2023 حيث كان عدد المشتركين </a:t>
            </a:r>
            <a:r>
              <a:rPr lang="ar-LY" sz="1400" b="1" dirty="0">
                <a:latin typeface="Tajawal" panose="00000500000000000000" pitchFamily="2" charset="-78"/>
                <a:ea typeface="Open Sans Light" pitchFamily="34" charset="0"/>
                <a:cs typeface="Tajawal" panose="00000500000000000000" pitchFamily="2" charset="-78"/>
              </a:rPr>
              <a:t>6,314,598</a:t>
            </a:r>
            <a:r>
              <a:rPr lang="ar-LY" sz="1400" b="1" dirty="0">
                <a:latin typeface="Tajawal" panose="00000500000000000000" pitchFamily="2" charset="-78"/>
                <a:cs typeface="Tajawal" panose="00000500000000000000" pitchFamily="2" charset="-78"/>
              </a:rPr>
              <a:t> مشترك</a:t>
            </a:r>
            <a:r>
              <a:rPr lang="en-US" sz="1400" b="1" dirty="0">
                <a:latin typeface="Tajawal" panose="00000500000000000000" pitchFamily="2" charset="-78"/>
                <a:cs typeface="Tajawal" panose="00000500000000000000" pitchFamily="2" charset="-78"/>
              </a:rPr>
              <a:t>,</a:t>
            </a:r>
            <a:r>
              <a:rPr lang="ar-LY" sz="1400" b="1" dirty="0">
                <a:latin typeface="Tajawal" panose="00000500000000000000" pitchFamily="2" charset="-78"/>
                <a:cs typeface="Tajawal" panose="00000500000000000000" pitchFamily="2" charset="-78"/>
              </a:rPr>
              <a:t> مع ارتفاع في متوسط الايراد الشهري من المستخدم حيث كان متوسط الايراد </a:t>
            </a:r>
            <a:r>
              <a:rPr lang="en-US" sz="1400" b="1" dirty="0">
                <a:latin typeface="Tajawal" panose="00000500000000000000" pitchFamily="2" charset="-78"/>
                <a:cs typeface="Tajawal" panose="00000500000000000000" pitchFamily="2" charset="-78"/>
              </a:rPr>
              <a:t>25.9</a:t>
            </a:r>
            <a:r>
              <a:rPr lang="ar-LY" sz="1400" b="1" dirty="0">
                <a:latin typeface="Tajawal" panose="00000500000000000000" pitchFamily="2" charset="-78"/>
                <a:cs typeface="Tajawal" panose="00000500000000000000" pitchFamily="2" charset="-78"/>
              </a:rPr>
              <a:t> دينار.</a:t>
            </a:r>
          </a:p>
          <a:p>
            <a:pPr algn="just"/>
            <a:r>
              <a:rPr lang="ar-LY" sz="1400" b="1" dirty="0">
                <a:latin typeface="Tajawal" panose="00000500000000000000" pitchFamily="2" charset="-78"/>
                <a:cs typeface="Tajawal" panose="00000500000000000000" pitchFamily="2" charset="-78"/>
              </a:rPr>
              <a:t>انخفاض في اجمالي ايراد استخدام الكلي خلال شهر اكتوبر حيث حقق 152 مليون </a:t>
            </a:r>
            <a:r>
              <a:rPr lang="ar-SA" sz="1400" b="1" dirty="0">
                <a:latin typeface="Tajawal" panose="00000500000000000000" pitchFamily="2" charset="-78"/>
                <a:cs typeface="Tajawal" panose="00000500000000000000" pitchFamily="2" charset="-78"/>
              </a:rPr>
              <a:t>دينار</a:t>
            </a:r>
            <a:r>
              <a:rPr lang="ar-LY" sz="1400" b="1" dirty="0">
                <a:latin typeface="Tajawal" panose="00000500000000000000" pitchFamily="2" charset="-78"/>
                <a:cs typeface="Tajawal" panose="00000500000000000000" pitchFamily="2" charset="-78"/>
              </a:rPr>
              <a:t> ,ولاكن عند مقارنة إيراد المبيعات بإيرادات الاستخدام يوجد فارق سلبي في مما قد يؤذي الى حدوث عجز في كروت التعبئة في المستقبل القريب.</a:t>
            </a:r>
          </a:p>
          <a:p>
            <a:pPr algn="just"/>
            <a:r>
              <a:rPr lang="ar-LY" sz="1400" b="1" dirty="0">
                <a:latin typeface="Tajawal" panose="00000500000000000000" pitchFamily="2" charset="-78"/>
                <a:cs typeface="Tajawal" panose="00000500000000000000" pitchFamily="2" charset="-78"/>
              </a:rPr>
              <a:t>ارتفاع في متوسط الإيرادات الشهرية لخدمات الانترنت خلال شهر اكتوبر حيث لا تقل الإيرادات اليومية  عن </a:t>
            </a:r>
            <a:r>
              <a:rPr lang="en-US" sz="1400" b="1" dirty="0">
                <a:latin typeface="Tajawal" panose="00000500000000000000" pitchFamily="2" charset="-78"/>
                <a:cs typeface="Tajawal" panose="00000500000000000000" pitchFamily="2" charset="-78"/>
              </a:rPr>
              <a:t>2.7</a:t>
            </a:r>
            <a:r>
              <a:rPr lang="ar-LY" sz="1400" b="1" dirty="0">
                <a:latin typeface="Tajawal" panose="00000500000000000000" pitchFamily="2" charset="-78"/>
                <a:cs typeface="Tajawal" panose="00000500000000000000" pitchFamily="2" charset="-78"/>
              </a:rPr>
              <a:t> مليون د.ل</a:t>
            </a:r>
            <a:r>
              <a:rPr lang="en-US" sz="1400" b="1" dirty="0">
                <a:latin typeface="Tajawal" panose="00000500000000000000" pitchFamily="2" charset="-78"/>
                <a:cs typeface="Tajawal" panose="00000500000000000000" pitchFamily="2" charset="-78"/>
              </a:rPr>
              <a:t>.</a:t>
            </a:r>
          </a:p>
          <a:p>
            <a:pPr algn="just"/>
            <a:r>
              <a:rPr lang="ar-SA" sz="1400" b="1" dirty="0">
                <a:latin typeface="Tajawal" panose="00000500000000000000" pitchFamily="2" charset="-78"/>
                <a:cs typeface="Tajawal" panose="00000500000000000000" pitchFamily="2" charset="-78"/>
              </a:rPr>
              <a:t>ثبات </a:t>
            </a:r>
            <a:r>
              <a:rPr lang="ar-LY" sz="1400" b="1" dirty="0">
                <a:latin typeface="Tajawal" panose="00000500000000000000" pitchFamily="2" charset="-78"/>
                <a:cs typeface="Tajawal" panose="00000500000000000000" pitchFamily="2" charset="-78"/>
              </a:rPr>
              <a:t>مستمر في إيرادات الصوت كتراجع طبيعي بزيادة خدمات الانترنت</a:t>
            </a:r>
            <a:r>
              <a:rPr lang="en-US" sz="1400" b="1" dirty="0">
                <a:latin typeface="Tajawal" panose="00000500000000000000" pitchFamily="2" charset="-78"/>
                <a:cs typeface="Tajawal" panose="00000500000000000000" pitchFamily="2" charset="-78"/>
              </a:rPr>
              <a:t>.</a:t>
            </a:r>
            <a:endParaRPr lang="ar-LY" sz="1400" b="1" dirty="0">
              <a:latin typeface="Tajawal" panose="00000500000000000000" pitchFamily="2" charset="-78"/>
              <a:cs typeface="Tajawal" panose="00000500000000000000" pitchFamily="2" charset="-78"/>
            </a:endParaRPr>
          </a:p>
          <a:p>
            <a:pPr algn="just"/>
            <a:r>
              <a:rPr lang="ar-LY" sz="1400" b="1" dirty="0">
                <a:latin typeface="Tajawal" panose="00000500000000000000" pitchFamily="2" charset="-78"/>
                <a:cs typeface="Tajawal" panose="00000500000000000000" pitchFamily="2" charset="-78"/>
              </a:rPr>
              <a:t>لا تزال خدمتي </a:t>
            </a:r>
            <a:r>
              <a:rPr lang="ar-LY" sz="1400" b="1" u="sng" dirty="0">
                <a:latin typeface="Tajawal" panose="00000500000000000000" pitchFamily="2" charset="-78"/>
                <a:cs typeface="Tajawal" panose="00000500000000000000" pitchFamily="2" charset="-78"/>
              </a:rPr>
              <a:t>سلفني</a:t>
            </a:r>
            <a:r>
              <a:rPr lang="ar-LY" sz="1400" b="1" dirty="0">
                <a:latin typeface="Tajawal" panose="00000500000000000000" pitchFamily="2" charset="-78"/>
                <a:cs typeface="Tajawal" panose="00000500000000000000" pitchFamily="2" charset="-78"/>
              </a:rPr>
              <a:t> وماتوقفش تحققان مشاركة كبيرة من المشتركين مما يعكس نجاحهما ووجود رضا عام على هاتين الخدمتين، كما ان نسبة السداد تجاوزت 99% مما يؤكد ولاء مشتركينا وحرصهم على الاستمرار معنا</a:t>
            </a:r>
            <a:r>
              <a:rPr lang="en-US" sz="1400" b="1" dirty="0">
                <a:latin typeface="Tajawal" panose="00000500000000000000" pitchFamily="2" charset="-78"/>
                <a:cs typeface="Tajawal" panose="00000500000000000000" pitchFamily="2" charset="-78"/>
              </a:rPr>
              <a:t>.</a:t>
            </a:r>
            <a:endParaRPr lang="ar-LY" sz="1400" b="1" dirty="0">
              <a:latin typeface="Tajawal" panose="00000500000000000000" pitchFamily="2" charset="-78"/>
              <a:cs typeface="Tajawal" panose="00000500000000000000" pitchFamily="2" charset="-78"/>
            </a:endParaRPr>
          </a:p>
          <a:p>
            <a:pPr algn="just"/>
            <a:r>
              <a:rPr lang="ar-LY" sz="1400" b="1" dirty="0">
                <a:latin typeface="Tajawal" panose="00000500000000000000" pitchFamily="2" charset="-78"/>
                <a:cs typeface="Tajawal" panose="00000500000000000000" pitchFamily="2" charset="-78"/>
              </a:rPr>
              <a:t>الباقات الأسبوعية تحقق </a:t>
            </a:r>
            <a:r>
              <a:rPr lang="en-US" sz="1400" b="1" dirty="0">
                <a:latin typeface="Tajawal" panose="00000500000000000000" pitchFamily="2" charset="-78"/>
                <a:cs typeface="Tajawal" panose="00000500000000000000" pitchFamily="2" charset="-78"/>
              </a:rPr>
              <a:t>13</a:t>
            </a:r>
            <a:r>
              <a:rPr lang="ar-LY" sz="1400" b="1" dirty="0">
                <a:latin typeface="Tajawal" panose="00000500000000000000" pitchFamily="2" charset="-78"/>
                <a:cs typeface="Tajawal" panose="00000500000000000000" pitchFamily="2" charset="-78"/>
              </a:rPr>
              <a:t>% من إيرادات الانترنت كما تم ترقية هذه الباقات الى تقنية </a:t>
            </a:r>
            <a:r>
              <a:rPr lang="en-US" sz="1400" b="1" dirty="0">
                <a:latin typeface="Tajawal" panose="00000500000000000000" pitchFamily="2" charset="-78"/>
                <a:cs typeface="Tajawal" panose="00000500000000000000" pitchFamily="2" charset="-78"/>
              </a:rPr>
              <a:t>LTE</a:t>
            </a:r>
            <a:r>
              <a:rPr lang="ar-LY" sz="1400" b="1" dirty="0">
                <a:latin typeface="Tajawal" panose="00000500000000000000" pitchFamily="2" charset="-78"/>
                <a:cs typeface="Tajawal" panose="00000500000000000000" pitchFamily="2" charset="-78"/>
              </a:rPr>
              <a:t>, مما أدى الى ارتفاع نسبة مستخدمي تقنية الجيل الرابع الى أكثر من </a:t>
            </a:r>
            <a:r>
              <a:rPr lang="en-US" sz="1400" b="1" dirty="0">
                <a:latin typeface="Tajawal" panose="00000500000000000000" pitchFamily="2" charset="-78"/>
                <a:cs typeface="Tajawal" panose="00000500000000000000" pitchFamily="2" charset="-78"/>
              </a:rPr>
              <a:t>77</a:t>
            </a:r>
            <a:r>
              <a:rPr lang="ar-LY" sz="1400" b="1" dirty="0">
                <a:latin typeface="Tajawal" panose="00000500000000000000" pitchFamily="2" charset="-78"/>
                <a:cs typeface="Tajawal" panose="00000500000000000000" pitchFamily="2" charset="-78"/>
              </a:rPr>
              <a:t>% من اجمالي مستخدمي خدمات الانترنت.</a:t>
            </a:r>
            <a:endParaRPr lang="en-US" sz="1400" b="1" dirty="0">
              <a:latin typeface="Tajawal" panose="00000500000000000000" pitchFamily="2" charset="-78"/>
              <a:cs typeface="Tajawal" panose="00000500000000000000" pitchFamily="2" charset="-78"/>
            </a:endParaRPr>
          </a:p>
          <a:p>
            <a:pPr algn="just"/>
            <a:r>
              <a:rPr lang="ar-LY" sz="1400" b="1" dirty="0">
                <a:latin typeface="Tajawal" panose="00000500000000000000" pitchFamily="2" charset="-78"/>
                <a:cs typeface="Tajawal" panose="00000500000000000000" pitchFamily="2" charset="-78"/>
              </a:rPr>
              <a:t>استمرار باقات سوشيل في الارتفاع من ناحية الايراد بعد نجاح حملة عيد الأضحى حيث احتوت على باقة أسبوعية سوشيل مجانية مما زاد وعي المشتركين بهذا النوع من الباقات.</a:t>
            </a:r>
          </a:p>
          <a:p>
            <a:pPr algn="just"/>
            <a:r>
              <a:rPr lang="ar-LY" sz="1400" b="1" dirty="0">
                <a:latin typeface="Tajawal" panose="00000500000000000000" pitchFamily="2" charset="-78"/>
                <a:cs typeface="Tajawal" panose="00000500000000000000" pitchFamily="2" charset="-78"/>
              </a:rPr>
              <a:t>لايزال هناك انخفاض في الإيرادات الكلية حتى شهر أكتوبر عن المستهدف نتيجة للأحداث العديدة التي حصلت خلال السنة منها حدوث عدة انقطاعات في كوابل المغذية لبعض الخدمات من قبل الشركات المزودة بالإضافة الى فتح الخدمات بشكل مجاني خلال شهر سبتمبر مراعاة للظروف التي حدثت في مدينة درنة أثر بشكل سلبي على ايراد الاستخدام, بالإضافة حدوث عدة اضطرابات سياسة في البلاد وأيضا تزامن العطل الرسمية معا بدايات ونهايات الأسبوع وأيضا حدوث اختراق سيبراني للشركة أثر على عدة خدمات خلال تلك الفترة وغيرها من العوامل التي ساهمت في هذا الانخفاض.</a:t>
            </a:r>
            <a:endParaRPr lang="ar-LY" sz="1600" dirty="0">
              <a:cs typeface="+mj-cs"/>
            </a:endParaRPr>
          </a:p>
          <a:p>
            <a:pPr marL="0" indent="0" algn="just">
              <a:buNone/>
            </a:pPr>
            <a:endParaRPr lang="en-US" sz="1600" dirty="0">
              <a:cs typeface="+mj-cs"/>
            </a:endParaRPr>
          </a:p>
          <a:p>
            <a:pPr algn="just"/>
            <a:endParaRPr lang="ar-LY" sz="1600" dirty="0">
              <a:cs typeface="+mj-cs"/>
            </a:endParaRPr>
          </a:p>
        </p:txBody>
      </p:sp>
    </p:spTree>
    <p:extLst>
      <p:ext uri="{BB962C8B-B14F-4D97-AF65-F5344CB8AC3E}">
        <p14:creationId xmlns:p14="http://schemas.microsoft.com/office/powerpoint/2010/main" val="496717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18"/>
        <p:cNvGrpSpPr/>
        <p:nvPr/>
      </p:nvGrpSpPr>
      <p:grpSpPr>
        <a:xfrm>
          <a:off x="0" y="0"/>
          <a:ext cx="0" cy="0"/>
          <a:chOff x="0" y="0"/>
          <a:chExt cx="0" cy="0"/>
        </a:xfrm>
      </p:grpSpPr>
      <p:sp>
        <p:nvSpPr>
          <p:cNvPr id="6" name="Google Shape;2219;p25">
            <a:extLst>
              <a:ext uri="{FF2B5EF4-FFF2-40B4-BE49-F238E27FC236}">
                <a16:creationId xmlns:a16="http://schemas.microsoft.com/office/drawing/2014/main" id="{A5DF9B1C-15F5-1478-7922-7A78B725B8FA}"/>
              </a:ext>
            </a:extLst>
          </p:cNvPr>
          <p:cNvSpPr txBox="1"/>
          <p:nvPr/>
        </p:nvSpPr>
        <p:spPr>
          <a:xfrm>
            <a:off x="3454800" y="15144"/>
            <a:ext cx="5282400" cy="750732"/>
          </a:xfrm>
          <a:prstGeom prst="rect">
            <a:avLst/>
          </a:prstGeom>
          <a:noFill/>
          <a:ln>
            <a:noFill/>
          </a:ln>
        </p:spPr>
        <p:txBody>
          <a:bodyPr spcFirstLastPara="1" wrap="square" lIns="121900" tIns="121900" rIns="121900" bIns="121900" anchor="ctr" anchorCtr="0">
            <a:noAutofit/>
          </a:bodyPr>
          <a:lstStyle/>
          <a:p>
            <a:pPr algn="ctr"/>
            <a:r>
              <a:rPr lang="ar-LY" sz="4400" dirty="0">
                <a:solidFill>
                  <a:srgbClr val="990099"/>
                </a:solidFill>
                <a:latin typeface="Tajawal ExtraBold" panose="00000800000000000000" pitchFamily="2" charset="-78"/>
                <a:ea typeface="Fira Sans Medium"/>
                <a:cs typeface="Tajawal ExtraBold" panose="00000800000000000000" pitchFamily="2" charset="-78"/>
                <a:sym typeface="Fira Sans Medium"/>
              </a:rPr>
              <a:t>قائمة الدخل</a:t>
            </a:r>
          </a:p>
        </p:txBody>
      </p:sp>
      <p:graphicFrame>
        <p:nvGraphicFramePr>
          <p:cNvPr id="8" name="Chart 7">
            <a:extLst>
              <a:ext uri="{FF2B5EF4-FFF2-40B4-BE49-F238E27FC236}">
                <a16:creationId xmlns:a16="http://schemas.microsoft.com/office/drawing/2014/main" id="{76DEED1F-F43A-27A8-2C74-46E1DBABA222}"/>
              </a:ext>
            </a:extLst>
          </p:cNvPr>
          <p:cNvGraphicFramePr/>
          <p:nvPr>
            <p:extLst>
              <p:ext uri="{D42A27DB-BD31-4B8C-83A1-F6EECF244321}">
                <p14:modId xmlns:p14="http://schemas.microsoft.com/office/powerpoint/2010/main" val="1235662352"/>
              </p:ext>
            </p:extLst>
          </p:nvPr>
        </p:nvGraphicFramePr>
        <p:xfrm>
          <a:off x="876300" y="802824"/>
          <a:ext cx="10439400" cy="3361875"/>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angle: Rounded Corners 2">
            <a:extLst>
              <a:ext uri="{FF2B5EF4-FFF2-40B4-BE49-F238E27FC236}">
                <a16:creationId xmlns:a16="http://schemas.microsoft.com/office/drawing/2014/main" id="{C0912DA9-7CED-E186-376C-FA76B6CC3F5A}"/>
              </a:ext>
            </a:extLst>
          </p:cNvPr>
          <p:cNvSpPr/>
          <p:nvPr/>
        </p:nvSpPr>
        <p:spPr>
          <a:xfrm>
            <a:off x="1775345" y="4449021"/>
            <a:ext cx="8996218" cy="1451604"/>
          </a:xfrm>
          <a:prstGeom prst="roundRect">
            <a:avLst>
              <a:gd name="adj" fmla="val 4737"/>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0000"/>
                  <a:lumOff val="10000"/>
                </a:schemeClr>
              </a:solidFill>
            </a:endParaRPr>
          </a:p>
        </p:txBody>
      </p:sp>
      <p:sp>
        <p:nvSpPr>
          <p:cNvPr id="5" name="TextBox 4">
            <a:extLst>
              <a:ext uri="{FF2B5EF4-FFF2-40B4-BE49-F238E27FC236}">
                <a16:creationId xmlns:a16="http://schemas.microsoft.com/office/drawing/2014/main" id="{C5768E17-44D3-6D97-578D-5B988659E757}"/>
              </a:ext>
            </a:extLst>
          </p:cNvPr>
          <p:cNvSpPr txBox="1"/>
          <p:nvPr/>
        </p:nvSpPr>
        <p:spPr>
          <a:xfrm>
            <a:off x="3354764" y="4654793"/>
            <a:ext cx="5667200" cy="1400383"/>
          </a:xfrm>
          <a:prstGeom prst="rect">
            <a:avLst/>
          </a:prstGeom>
          <a:noFill/>
        </p:spPr>
        <p:txBody>
          <a:bodyPr wrap="square" rtlCol="0">
            <a:spAutoFit/>
          </a:bodyPr>
          <a:lstStyle/>
          <a:p>
            <a:pPr algn="ctr" rtl="1"/>
            <a:r>
              <a:rPr lang="ar-LY" sz="1100" dirty="0">
                <a:latin typeface="Tajawal" panose="00000500000000000000" pitchFamily="2" charset="-78"/>
                <a:cs typeface="Tajawal" panose="00000500000000000000" pitchFamily="2" charset="-78"/>
              </a:rPr>
              <a:t>الرسم التوضيحي يبين إيرادات النشاط الفعلية خلال سنة 2023 والتي تتكون من إيرادات المبيعات بالإضافة الى الإيرادات الأخرى والتي تتكون من إيرادات التحاسب البيني والتجوال العالمي والرسائل الدولية</a:t>
            </a:r>
          </a:p>
          <a:p>
            <a:pPr algn="ctr" rtl="1"/>
            <a:endParaRPr lang="ar-LY" sz="1100" dirty="0">
              <a:latin typeface="Tajawal" panose="00000500000000000000" pitchFamily="2" charset="-78"/>
              <a:cs typeface="Tajawal" panose="00000500000000000000" pitchFamily="2" charset="-78"/>
            </a:endParaRPr>
          </a:p>
          <a:p>
            <a:pPr algn="ctr" rtl="1"/>
            <a:r>
              <a:rPr lang="ar-LY" sz="1100" dirty="0">
                <a:latin typeface="Tajawal" panose="00000500000000000000" pitchFamily="2" charset="-78"/>
                <a:cs typeface="Tajawal" panose="00000500000000000000" pitchFamily="2" charset="-78"/>
              </a:rPr>
              <a:t>ومن ذلك نرى ان اجمالي ايراد الكلي خلال سنة 2023 وحتى شهر اكتوبر وصل الى </a:t>
            </a:r>
            <a:r>
              <a:rPr lang="ar-LY" sz="1100" b="1" dirty="0">
                <a:solidFill>
                  <a:srgbClr val="990099"/>
                </a:solidFill>
                <a:latin typeface="Tajawal" panose="00000500000000000000" pitchFamily="2" charset="-78"/>
                <a:cs typeface="Tajawal" panose="00000500000000000000" pitchFamily="2" charset="-78"/>
              </a:rPr>
              <a:t>1,457,159,713.14</a:t>
            </a:r>
            <a:r>
              <a:rPr lang="en-US" sz="1100" dirty="0">
                <a:latin typeface="Tajawal" panose="00000500000000000000" pitchFamily="2" charset="-78"/>
                <a:cs typeface="Tajawal" panose="00000500000000000000" pitchFamily="2" charset="-78"/>
              </a:rPr>
              <a:t> </a:t>
            </a:r>
            <a:r>
              <a:rPr lang="ar-LY" sz="1100" dirty="0">
                <a:latin typeface="Tajawal" panose="00000500000000000000" pitchFamily="2" charset="-78"/>
                <a:cs typeface="Tajawal" panose="00000500000000000000" pitchFamily="2" charset="-78"/>
              </a:rPr>
              <a:t>د.ل منها </a:t>
            </a:r>
            <a:r>
              <a:rPr lang="ar-LY" sz="1100" b="1" dirty="0">
                <a:solidFill>
                  <a:srgbClr val="990099"/>
                </a:solidFill>
                <a:latin typeface="Tajawal" panose="00000500000000000000" pitchFamily="2" charset="-78"/>
                <a:cs typeface="Tajawal" panose="00000500000000000000" pitchFamily="2" charset="-78"/>
              </a:rPr>
              <a:t>168,896,277</a:t>
            </a:r>
            <a:r>
              <a:rPr lang="ar-LY" sz="1100" dirty="0">
                <a:latin typeface="Tajawal" panose="00000500000000000000" pitchFamily="2" charset="-78"/>
                <a:cs typeface="Tajawal" panose="00000500000000000000" pitchFamily="2" charset="-78"/>
              </a:rPr>
              <a:t> د.ل. خلال شهر اكتوبر من سنة 2023.</a:t>
            </a:r>
            <a:endParaRPr lang="ar-LY" sz="1200" dirty="0">
              <a:latin typeface="Tajawal Medium" panose="00000600000000000000" pitchFamily="2" charset="-78"/>
              <a:cs typeface="Tajawal Medium" panose="00000600000000000000" pitchFamily="2" charset="-78"/>
            </a:endParaRPr>
          </a:p>
          <a:p>
            <a:pPr algn="ctr" rtl="1"/>
            <a:endParaRPr lang="en-US" sz="1100" dirty="0">
              <a:cs typeface="Tajawal" panose="00000500000000000000" pitchFamily="2" charset="-78"/>
            </a:endParaRPr>
          </a:p>
          <a:p>
            <a:pPr algn="ctr" rtl="1"/>
            <a:endParaRPr lang="en-US" sz="800" b="1" dirty="0">
              <a:solidFill>
                <a:schemeClr val="tx1">
                  <a:alpha val="60000"/>
                </a:schemeClr>
              </a:solidFill>
              <a:latin typeface="Montserrat" panose="020B0604020202020204" charset="0"/>
            </a:endParaRPr>
          </a:p>
        </p:txBody>
      </p:sp>
    </p:spTree>
    <p:extLst>
      <p:ext uri="{BB962C8B-B14F-4D97-AF65-F5344CB8AC3E}">
        <p14:creationId xmlns:p14="http://schemas.microsoft.com/office/powerpoint/2010/main" val="3069254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8"/>
        <p:cNvGrpSpPr/>
        <p:nvPr/>
      </p:nvGrpSpPr>
      <p:grpSpPr>
        <a:xfrm>
          <a:off x="0" y="0"/>
          <a:ext cx="0" cy="0"/>
          <a:chOff x="0" y="0"/>
          <a:chExt cx="0" cy="0"/>
        </a:xfrm>
      </p:grpSpPr>
      <p:grpSp>
        <p:nvGrpSpPr>
          <p:cNvPr id="7" name="Group 6">
            <a:extLst>
              <a:ext uri="{FF2B5EF4-FFF2-40B4-BE49-F238E27FC236}">
                <a16:creationId xmlns:a16="http://schemas.microsoft.com/office/drawing/2014/main" id="{7A6664C8-28B3-D1A1-ED6D-4DA89FB58249}"/>
              </a:ext>
            </a:extLst>
          </p:cNvPr>
          <p:cNvGrpSpPr/>
          <p:nvPr/>
        </p:nvGrpSpPr>
        <p:grpSpPr>
          <a:xfrm>
            <a:off x="956776" y="1669383"/>
            <a:ext cx="10231771" cy="4338230"/>
            <a:chOff x="956776" y="1669383"/>
            <a:chExt cx="10231771" cy="4338230"/>
          </a:xfrm>
        </p:grpSpPr>
        <p:sp>
          <p:nvSpPr>
            <p:cNvPr id="2220" name="Google Shape;2220;p25"/>
            <p:cNvSpPr txBox="1"/>
            <p:nvPr/>
          </p:nvSpPr>
          <p:spPr>
            <a:xfrm>
              <a:off x="989908" y="5130944"/>
              <a:ext cx="2353600" cy="347600"/>
            </a:xfrm>
            <a:prstGeom prst="rect">
              <a:avLst/>
            </a:prstGeom>
            <a:noFill/>
            <a:ln>
              <a:noFill/>
            </a:ln>
          </p:spPr>
          <p:txBody>
            <a:bodyPr spcFirstLastPara="1" wrap="square" lIns="121900" tIns="121900" rIns="121900" bIns="121900" anchor="ctr" anchorCtr="0">
              <a:noAutofit/>
            </a:bodyPr>
            <a:lstStyle/>
            <a:p>
              <a:pPr algn="ctr"/>
              <a:r>
                <a:rPr lang="ar-LY" sz="1600" b="1">
                  <a:solidFill>
                    <a:srgbClr val="990099"/>
                  </a:solidFill>
                  <a:latin typeface="Tajawal ExtraBold" panose="00000800000000000000" pitchFamily="2" charset="-78"/>
                  <a:ea typeface="Fira Sans Medium"/>
                  <a:cs typeface="Tajawal ExtraBold" panose="00000800000000000000" pitchFamily="2" charset="-78"/>
                  <a:sym typeface="Fira Sans Medium"/>
                </a:rPr>
                <a:t>المكالمات</a:t>
              </a:r>
              <a:r>
                <a:rPr lang="ar-LY" sz="1600">
                  <a:solidFill>
                    <a:srgbClr val="990099"/>
                  </a:solidFill>
                  <a:latin typeface="Fira Sans Medium"/>
                  <a:ea typeface="Fira Sans Medium"/>
                  <a:sym typeface="Fira Sans Medium"/>
                </a:rPr>
                <a:t> </a:t>
              </a:r>
              <a:r>
                <a:rPr lang="ar-LY" sz="1600" b="1">
                  <a:solidFill>
                    <a:srgbClr val="990099"/>
                  </a:solidFill>
                  <a:latin typeface="Tajawal ExtraBold" panose="00000800000000000000" pitchFamily="2" charset="-78"/>
                  <a:ea typeface="Fira Sans Medium"/>
                  <a:cs typeface="Tajawal ExtraBold" panose="00000800000000000000" pitchFamily="2" charset="-78"/>
                  <a:sym typeface="Fira Sans Medium"/>
                </a:rPr>
                <a:t>الصوتية</a:t>
              </a:r>
            </a:p>
          </p:txBody>
        </p:sp>
        <p:sp>
          <p:nvSpPr>
            <p:cNvPr id="2221" name="Google Shape;2221;p25"/>
            <p:cNvSpPr txBox="1"/>
            <p:nvPr/>
          </p:nvSpPr>
          <p:spPr>
            <a:xfrm>
              <a:off x="956776" y="5520247"/>
              <a:ext cx="2353600" cy="473600"/>
            </a:xfrm>
            <a:prstGeom prst="rect">
              <a:avLst/>
            </a:prstGeom>
            <a:noFill/>
            <a:ln>
              <a:noFill/>
            </a:ln>
          </p:spPr>
          <p:txBody>
            <a:bodyPr spcFirstLastPara="1" wrap="square" lIns="121900" tIns="121900" rIns="121900" bIns="121900" anchor="ctr" anchorCtr="0">
              <a:noAutofit/>
            </a:bodyPr>
            <a:lstStyle/>
            <a:p>
              <a:pPr algn="ctr"/>
              <a:r>
                <a:rPr lang="ar-LY" sz="1600" dirty="0">
                  <a:latin typeface="Fira Sans"/>
                  <a:ea typeface="Fira Sans"/>
                  <a:sym typeface="Fira Sans"/>
                </a:rPr>
                <a:t>الايراد الكلي</a:t>
              </a:r>
            </a:p>
            <a:p>
              <a:pPr algn="ctr"/>
              <a:r>
                <a:rPr lang="ar-LY" sz="1600" dirty="0">
                  <a:solidFill>
                    <a:srgbClr val="990099"/>
                  </a:solidFill>
                  <a:latin typeface="Fira Sans"/>
                  <a:ea typeface="Fira Sans"/>
                  <a:sym typeface="Fira Sans"/>
                </a:rPr>
                <a:t>54,675,618</a:t>
              </a:r>
              <a:r>
                <a:rPr lang="ar-LY" sz="1600" dirty="0">
                  <a:latin typeface="Fira Sans"/>
                  <a:ea typeface="Fira Sans"/>
                  <a:sym typeface="Fira Sans"/>
                </a:rPr>
                <a:t> د.ل.</a:t>
              </a:r>
            </a:p>
          </p:txBody>
        </p:sp>
        <p:sp>
          <p:nvSpPr>
            <p:cNvPr id="2222" name="Google Shape;2222;p25"/>
            <p:cNvSpPr txBox="1"/>
            <p:nvPr/>
          </p:nvSpPr>
          <p:spPr>
            <a:xfrm>
              <a:off x="4906913" y="5135997"/>
              <a:ext cx="2353600" cy="347600"/>
            </a:xfrm>
            <a:prstGeom prst="rect">
              <a:avLst/>
            </a:prstGeom>
            <a:noFill/>
            <a:ln>
              <a:noFill/>
            </a:ln>
          </p:spPr>
          <p:txBody>
            <a:bodyPr spcFirstLastPara="1" wrap="square" lIns="121900" tIns="121900" rIns="121900" bIns="121900" anchor="ctr" anchorCtr="0">
              <a:noAutofit/>
            </a:bodyPr>
            <a:lstStyle/>
            <a:p>
              <a:pPr algn="ctr"/>
              <a:r>
                <a:rPr lang="ar-LY" sz="1600" b="1">
                  <a:solidFill>
                    <a:srgbClr val="92278F"/>
                  </a:solidFill>
                  <a:latin typeface="Tajawal ExtraBold" panose="00000800000000000000" pitchFamily="2" charset="-78"/>
                  <a:ea typeface="Fira Sans Medium"/>
                  <a:cs typeface="Tajawal ExtraBold" panose="00000800000000000000" pitchFamily="2" charset="-78"/>
                  <a:sym typeface="Fira Sans Medium"/>
                </a:rPr>
                <a:t>المشتركين</a:t>
              </a:r>
              <a:endParaRPr sz="1600" b="1">
                <a:solidFill>
                  <a:srgbClr val="990099"/>
                </a:solidFill>
                <a:latin typeface="Tajawal ExtraBold" panose="00000800000000000000" pitchFamily="2" charset="-78"/>
                <a:ea typeface="Fira Sans Medium"/>
                <a:cs typeface="Tajawal ExtraBold" panose="00000800000000000000" pitchFamily="2" charset="-78"/>
                <a:sym typeface="Fira Sans Medium"/>
              </a:endParaRPr>
            </a:p>
          </p:txBody>
        </p:sp>
        <p:sp>
          <p:nvSpPr>
            <p:cNvPr id="2223" name="Google Shape;2223;p25"/>
            <p:cNvSpPr txBox="1"/>
            <p:nvPr/>
          </p:nvSpPr>
          <p:spPr>
            <a:xfrm>
              <a:off x="4906913" y="5534013"/>
              <a:ext cx="2353600" cy="473600"/>
            </a:xfrm>
            <a:prstGeom prst="rect">
              <a:avLst/>
            </a:prstGeom>
            <a:noFill/>
            <a:ln>
              <a:noFill/>
            </a:ln>
          </p:spPr>
          <p:txBody>
            <a:bodyPr spcFirstLastPara="1" wrap="square" lIns="121900" tIns="121900" rIns="121900" bIns="121900" anchor="ctr" anchorCtr="0">
              <a:noAutofit/>
            </a:bodyPr>
            <a:lstStyle/>
            <a:p>
              <a:pPr algn="ctr"/>
              <a:r>
                <a:rPr lang="ar-LY" sz="1600" dirty="0">
                  <a:latin typeface="Fira Sans"/>
                  <a:ea typeface="Fira Sans"/>
                  <a:sym typeface="Fira Sans"/>
                </a:rPr>
                <a:t>عدد المشتركين </a:t>
              </a:r>
            </a:p>
            <a:p>
              <a:pPr algn="ctr"/>
              <a:r>
                <a:rPr lang="ar-LY" sz="1600" dirty="0">
                  <a:solidFill>
                    <a:srgbClr val="990099"/>
                  </a:solidFill>
                  <a:latin typeface="Fira Sans"/>
                  <a:sym typeface="Fira Sans"/>
                </a:rPr>
                <a:t>6,330,109</a:t>
              </a:r>
              <a:r>
                <a:rPr lang="ar-LY" sz="1600" dirty="0">
                  <a:latin typeface="Fira Sans"/>
                  <a:ea typeface="Fira Sans"/>
                  <a:sym typeface="Fira Sans"/>
                </a:rPr>
                <a:t> مشترك</a:t>
              </a:r>
            </a:p>
          </p:txBody>
        </p:sp>
        <p:sp>
          <p:nvSpPr>
            <p:cNvPr id="2224" name="Google Shape;2224;p25"/>
            <p:cNvSpPr txBox="1"/>
            <p:nvPr/>
          </p:nvSpPr>
          <p:spPr>
            <a:xfrm>
              <a:off x="3161596" y="3965537"/>
              <a:ext cx="2353600" cy="347600"/>
            </a:xfrm>
            <a:prstGeom prst="rect">
              <a:avLst/>
            </a:prstGeom>
            <a:noFill/>
            <a:ln>
              <a:noFill/>
            </a:ln>
          </p:spPr>
          <p:txBody>
            <a:bodyPr spcFirstLastPara="1" wrap="square" lIns="121900" tIns="121900" rIns="121900" bIns="121900" anchor="ctr" anchorCtr="0">
              <a:noAutofit/>
            </a:bodyPr>
            <a:lstStyle/>
            <a:p>
              <a:pPr algn="ctr"/>
              <a:r>
                <a:rPr lang="ar-LY" sz="1600" b="1">
                  <a:solidFill>
                    <a:srgbClr val="990099"/>
                  </a:solidFill>
                  <a:latin typeface="Tajawal ExtraBold" panose="00000800000000000000" pitchFamily="2" charset="-78"/>
                  <a:ea typeface="Fira Sans Medium"/>
                  <a:cs typeface="Tajawal ExtraBold" panose="00000800000000000000" pitchFamily="2" charset="-78"/>
                  <a:sym typeface="Fira Sans Medium"/>
                </a:rPr>
                <a:t>الانترنت</a:t>
              </a:r>
              <a:endParaRPr sz="1600" b="1">
                <a:solidFill>
                  <a:srgbClr val="990099"/>
                </a:solidFill>
                <a:latin typeface="Tajawal ExtraBold" panose="00000800000000000000" pitchFamily="2" charset="-78"/>
                <a:ea typeface="Fira Sans Medium"/>
                <a:cs typeface="Tajawal ExtraBold" panose="00000800000000000000" pitchFamily="2" charset="-78"/>
                <a:sym typeface="Fira Sans Medium"/>
              </a:endParaRPr>
            </a:p>
          </p:txBody>
        </p:sp>
        <p:sp>
          <p:nvSpPr>
            <p:cNvPr id="2225" name="Google Shape;2225;p25"/>
            <p:cNvSpPr txBox="1"/>
            <p:nvPr/>
          </p:nvSpPr>
          <p:spPr>
            <a:xfrm>
              <a:off x="3121974" y="4474353"/>
              <a:ext cx="2353600" cy="473600"/>
            </a:xfrm>
            <a:prstGeom prst="rect">
              <a:avLst/>
            </a:prstGeom>
            <a:noFill/>
            <a:ln>
              <a:noFill/>
            </a:ln>
          </p:spPr>
          <p:txBody>
            <a:bodyPr spcFirstLastPara="1" wrap="square" lIns="121900" tIns="121900" rIns="121900" bIns="121900" anchor="ctr" anchorCtr="0">
              <a:noAutofit/>
            </a:bodyPr>
            <a:lstStyle/>
            <a:p>
              <a:pPr algn="ctr"/>
              <a:r>
                <a:rPr lang="ar-LY" sz="1600" dirty="0">
                  <a:latin typeface="Fira Sans"/>
                  <a:ea typeface="Fira Sans"/>
                  <a:sym typeface="Fira Sans"/>
                </a:rPr>
                <a:t>الايراد الكلي</a:t>
              </a:r>
            </a:p>
            <a:p>
              <a:pPr algn="ctr"/>
              <a:r>
                <a:rPr lang="ar-LY" sz="1600" dirty="0">
                  <a:solidFill>
                    <a:srgbClr val="990099"/>
                  </a:solidFill>
                  <a:latin typeface="Fira Sans"/>
                  <a:ea typeface="Fira Sans"/>
                  <a:sym typeface="Fira Sans"/>
                </a:rPr>
                <a:t>86,134,268</a:t>
              </a:r>
              <a:r>
                <a:rPr lang="ar-LY" sz="1600" dirty="0">
                  <a:latin typeface="Fira Sans"/>
                  <a:ea typeface="Fira Sans"/>
                  <a:sym typeface="Fira Sans"/>
                </a:rPr>
                <a:t> د.ل. </a:t>
              </a:r>
            </a:p>
          </p:txBody>
        </p:sp>
        <p:sp>
          <p:nvSpPr>
            <p:cNvPr id="2226" name="Google Shape;2226;p25"/>
            <p:cNvSpPr txBox="1"/>
            <p:nvPr/>
          </p:nvSpPr>
          <p:spPr>
            <a:xfrm>
              <a:off x="8773628" y="5135985"/>
              <a:ext cx="2353600" cy="347600"/>
            </a:xfrm>
            <a:prstGeom prst="rect">
              <a:avLst/>
            </a:prstGeom>
            <a:noFill/>
            <a:ln>
              <a:noFill/>
            </a:ln>
          </p:spPr>
          <p:txBody>
            <a:bodyPr spcFirstLastPara="1" wrap="square" lIns="121900" tIns="121900" rIns="121900" bIns="121900" anchor="ctr" anchorCtr="0">
              <a:noAutofit/>
            </a:bodyPr>
            <a:lstStyle/>
            <a:p>
              <a:pPr algn="ctr"/>
              <a:r>
                <a:rPr lang="ar-LY" sz="1600" b="1">
                  <a:solidFill>
                    <a:srgbClr val="92278F"/>
                  </a:solidFill>
                  <a:latin typeface="Tajawal ExtraBold" panose="00000800000000000000" pitchFamily="2" charset="-78"/>
                  <a:ea typeface="Fira Sans Medium"/>
                  <a:cs typeface="Tajawal ExtraBold" panose="00000800000000000000" pitchFamily="2" charset="-78"/>
                  <a:sym typeface="Fira Sans Medium"/>
                </a:rPr>
                <a:t>الخدمات</a:t>
              </a:r>
              <a:r>
                <a:rPr lang="ar-LY" sz="1600">
                  <a:solidFill>
                    <a:srgbClr val="92278F"/>
                  </a:solidFill>
                  <a:latin typeface="Fira Sans Medium"/>
                  <a:ea typeface="Fira Sans Medium"/>
                  <a:sym typeface="Fira Sans Medium"/>
                </a:rPr>
                <a:t> </a:t>
              </a:r>
              <a:r>
                <a:rPr lang="ar-LY" sz="1600" b="1">
                  <a:solidFill>
                    <a:srgbClr val="92278F"/>
                  </a:solidFill>
                  <a:latin typeface="Tajawal ExtraBold" panose="00000800000000000000" pitchFamily="2" charset="-78"/>
                  <a:ea typeface="Fira Sans Medium"/>
                  <a:cs typeface="Tajawal ExtraBold" panose="00000800000000000000" pitchFamily="2" charset="-78"/>
                  <a:sym typeface="Fira Sans Medium"/>
                </a:rPr>
                <a:t>المضافة</a:t>
              </a:r>
              <a:endParaRPr sz="1600" b="1">
                <a:solidFill>
                  <a:srgbClr val="92278F"/>
                </a:solidFill>
                <a:latin typeface="Tajawal ExtraBold" panose="00000800000000000000" pitchFamily="2" charset="-78"/>
                <a:ea typeface="Fira Sans Medium"/>
                <a:cs typeface="Tajawal ExtraBold" panose="00000800000000000000" pitchFamily="2" charset="-78"/>
                <a:sym typeface="Fira Sans Medium"/>
              </a:endParaRPr>
            </a:p>
          </p:txBody>
        </p:sp>
        <p:sp>
          <p:nvSpPr>
            <p:cNvPr id="2227" name="Google Shape;2227;p25"/>
            <p:cNvSpPr txBox="1"/>
            <p:nvPr/>
          </p:nvSpPr>
          <p:spPr>
            <a:xfrm>
              <a:off x="8834947" y="5520247"/>
              <a:ext cx="2353600" cy="473600"/>
            </a:xfrm>
            <a:prstGeom prst="rect">
              <a:avLst/>
            </a:prstGeom>
            <a:noFill/>
            <a:ln>
              <a:noFill/>
            </a:ln>
          </p:spPr>
          <p:txBody>
            <a:bodyPr spcFirstLastPara="1" wrap="square" lIns="121900" tIns="121900" rIns="121900" bIns="121900" anchor="ctr" anchorCtr="0">
              <a:noAutofit/>
            </a:bodyPr>
            <a:lstStyle/>
            <a:p>
              <a:pPr algn="ctr"/>
              <a:r>
                <a:rPr lang="ar-LY" sz="1600" dirty="0">
                  <a:latin typeface="Fira Sans"/>
                  <a:ea typeface="Fira Sans"/>
                  <a:sym typeface="Fira Sans"/>
                </a:rPr>
                <a:t>الايراد الكلي</a:t>
              </a:r>
            </a:p>
            <a:p>
              <a:pPr algn="ctr"/>
              <a:r>
                <a:rPr lang="ar-LY" sz="1600" dirty="0">
                  <a:solidFill>
                    <a:srgbClr val="990099"/>
                  </a:solidFill>
                  <a:latin typeface="Fira Sans"/>
                  <a:ea typeface="Fira Sans"/>
                  <a:sym typeface="Fira Sans"/>
                </a:rPr>
                <a:t>5,980,423</a:t>
              </a:r>
              <a:r>
                <a:rPr lang="ar-LY" sz="1600" dirty="0">
                  <a:latin typeface="Fira Sans"/>
                  <a:ea typeface="Fira Sans"/>
                  <a:sym typeface="Fira Sans"/>
                </a:rPr>
                <a:t> د.ل. </a:t>
              </a:r>
            </a:p>
          </p:txBody>
        </p:sp>
        <p:sp>
          <p:nvSpPr>
            <p:cNvPr id="2228" name="Google Shape;2228;p25"/>
            <p:cNvSpPr txBox="1"/>
            <p:nvPr/>
          </p:nvSpPr>
          <p:spPr>
            <a:xfrm>
              <a:off x="6715744" y="3965523"/>
              <a:ext cx="2353600" cy="347600"/>
            </a:xfrm>
            <a:prstGeom prst="rect">
              <a:avLst/>
            </a:prstGeom>
            <a:noFill/>
            <a:ln>
              <a:noFill/>
            </a:ln>
          </p:spPr>
          <p:txBody>
            <a:bodyPr spcFirstLastPara="1" wrap="square" lIns="121900" tIns="121900" rIns="121900" bIns="121900" anchor="ctr" anchorCtr="0">
              <a:noAutofit/>
            </a:bodyPr>
            <a:lstStyle/>
            <a:p>
              <a:pPr algn="ctr"/>
              <a:r>
                <a:rPr lang="ar-LY" sz="1600" b="1">
                  <a:solidFill>
                    <a:srgbClr val="990099"/>
                  </a:solidFill>
                  <a:latin typeface="Tajawal ExtraBold" panose="00000800000000000000" pitchFamily="2" charset="-78"/>
                  <a:ea typeface="Fira Sans Medium"/>
                  <a:cs typeface="Tajawal ExtraBold" panose="00000800000000000000" pitchFamily="2" charset="-78"/>
                  <a:sym typeface="Fira Sans Medium"/>
                </a:rPr>
                <a:t>الرسائل</a:t>
              </a:r>
              <a:r>
                <a:rPr lang="ar-LY" sz="1600">
                  <a:solidFill>
                    <a:srgbClr val="990099"/>
                  </a:solidFill>
                  <a:latin typeface="Fira Sans Medium"/>
                  <a:ea typeface="Fira Sans Medium"/>
                  <a:sym typeface="Fira Sans Medium"/>
                </a:rPr>
                <a:t> </a:t>
              </a:r>
              <a:r>
                <a:rPr lang="ar-LY" sz="1600" b="1">
                  <a:solidFill>
                    <a:srgbClr val="990099"/>
                  </a:solidFill>
                  <a:latin typeface="Tajawal ExtraBold" panose="00000800000000000000" pitchFamily="2" charset="-78"/>
                  <a:ea typeface="Fira Sans Medium"/>
                  <a:cs typeface="Tajawal ExtraBold" panose="00000800000000000000" pitchFamily="2" charset="-78"/>
                  <a:sym typeface="Fira Sans Medium"/>
                </a:rPr>
                <a:t>النصية</a:t>
              </a:r>
              <a:endParaRPr sz="1600" b="1">
                <a:solidFill>
                  <a:srgbClr val="990099"/>
                </a:solidFill>
                <a:latin typeface="Tajawal ExtraBold" panose="00000800000000000000" pitchFamily="2" charset="-78"/>
                <a:ea typeface="Fira Sans Medium"/>
                <a:cs typeface="Tajawal ExtraBold" panose="00000800000000000000" pitchFamily="2" charset="-78"/>
                <a:sym typeface="Fira Sans Medium"/>
              </a:endParaRPr>
            </a:p>
          </p:txBody>
        </p:sp>
        <p:sp>
          <p:nvSpPr>
            <p:cNvPr id="2229" name="Google Shape;2229;p25"/>
            <p:cNvSpPr txBox="1"/>
            <p:nvPr/>
          </p:nvSpPr>
          <p:spPr>
            <a:xfrm>
              <a:off x="6723453" y="4482794"/>
              <a:ext cx="2353600" cy="473600"/>
            </a:xfrm>
            <a:prstGeom prst="rect">
              <a:avLst/>
            </a:prstGeom>
            <a:noFill/>
            <a:ln>
              <a:noFill/>
            </a:ln>
          </p:spPr>
          <p:txBody>
            <a:bodyPr spcFirstLastPara="1" wrap="square" lIns="121900" tIns="121900" rIns="121900" bIns="121900" anchor="ctr" anchorCtr="0">
              <a:noAutofit/>
            </a:bodyPr>
            <a:lstStyle/>
            <a:p>
              <a:pPr algn="ctr"/>
              <a:r>
                <a:rPr lang="ar-LY" sz="1600" dirty="0">
                  <a:latin typeface="Fira Sans"/>
                  <a:ea typeface="Fira Sans"/>
                  <a:sym typeface="Fira Sans"/>
                </a:rPr>
                <a:t>الايراد الكلي</a:t>
              </a:r>
            </a:p>
            <a:p>
              <a:pPr algn="ctr"/>
              <a:r>
                <a:rPr lang="ar-LY" sz="1600" dirty="0">
                  <a:solidFill>
                    <a:srgbClr val="990099"/>
                  </a:solidFill>
                  <a:latin typeface="Fira Sans"/>
                  <a:ea typeface="Fira Sans"/>
                  <a:sym typeface="Fira Sans"/>
                </a:rPr>
                <a:t>3,239,819</a:t>
              </a:r>
              <a:r>
                <a:rPr lang="ar-LY" sz="1600" dirty="0">
                  <a:latin typeface="Fira Sans"/>
                  <a:ea typeface="Fira Sans"/>
                  <a:sym typeface="Fira Sans"/>
                </a:rPr>
                <a:t> د.ل. </a:t>
              </a:r>
            </a:p>
          </p:txBody>
        </p:sp>
        <p:grpSp>
          <p:nvGrpSpPr>
            <p:cNvPr id="2230" name="Google Shape;2230;p25"/>
            <p:cNvGrpSpPr/>
            <p:nvPr/>
          </p:nvGrpSpPr>
          <p:grpSpPr>
            <a:xfrm>
              <a:off x="1634257" y="1669383"/>
              <a:ext cx="8898969" cy="3304561"/>
              <a:chOff x="936425" y="1625150"/>
              <a:chExt cx="5728950" cy="2127400"/>
            </a:xfrm>
          </p:grpSpPr>
          <p:sp>
            <p:nvSpPr>
              <p:cNvPr id="2231" name="Google Shape;2231;p25"/>
              <p:cNvSpPr/>
              <p:nvPr/>
            </p:nvSpPr>
            <p:spPr>
              <a:xfrm>
                <a:off x="2329850" y="2358300"/>
                <a:ext cx="649250" cy="650025"/>
              </a:xfrm>
              <a:custGeom>
                <a:avLst/>
                <a:gdLst/>
                <a:ahLst/>
                <a:cxnLst/>
                <a:rect l="l" t="t" r="r" b="b"/>
                <a:pathLst>
                  <a:path w="25970" h="26001" extrusionOk="0">
                    <a:moveTo>
                      <a:pt x="12985" y="0"/>
                    </a:moveTo>
                    <a:cubicBezTo>
                      <a:pt x="5796" y="0"/>
                      <a:pt x="1" y="5827"/>
                      <a:pt x="1" y="12985"/>
                    </a:cubicBezTo>
                    <a:cubicBezTo>
                      <a:pt x="1" y="20173"/>
                      <a:pt x="5796" y="26000"/>
                      <a:pt x="12985" y="26000"/>
                    </a:cubicBezTo>
                    <a:cubicBezTo>
                      <a:pt x="20142" y="26000"/>
                      <a:pt x="25969" y="20173"/>
                      <a:pt x="25969" y="12985"/>
                    </a:cubicBezTo>
                    <a:cubicBezTo>
                      <a:pt x="25969" y="5827"/>
                      <a:pt x="20142" y="0"/>
                      <a:pt x="12985" y="0"/>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2232" name="Google Shape;2232;p25"/>
              <p:cNvSpPr/>
              <p:nvPr/>
            </p:nvSpPr>
            <p:spPr>
              <a:xfrm>
                <a:off x="2344100" y="2372550"/>
                <a:ext cx="620750" cy="621525"/>
              </a:xfrm>
              <a:custGeom>
                <a:avLst/>
                <a:gdLst/>
                <a:ahLst/>
                <a:cxnLst/>
                <a:rect l="l" t="t" r="r" b="b"/>
                <a:pathLst>
                  <a:path w="24830" h="24861" extrusionOk="0">
                    <a:moveTo>
                      <a:pt x="12415" y="0"/>
                    </a:moveTo>
                    <a:cubicBezTo>
                      <a:pt x="5543" y="0"/>
                      <a:pt x="1" y="5542"/>
                      <a:pt x="1" y="12415"/>
                    </a:cubicBezTo>
                    <a:cubicBezTo>
                      <a:pt x="1" y="19287"/>
                      <a:pt x="5543" y="24860"/>
                      <a:pt x="12415" y="24860"/>
                    </a:cubicBezTo>
                    <a:cubicBezTo>
                      <a:pt x="19256" y="24860"/>
                      <a:pt x="24829" y="19287"/>
                      <a:pt x="24829" y="12415"/>
                    </a:cubicBezTo>
                    <a:cubicBezTo>
                      <a:pt x="24829" y="5542"/>
                      <a:pt x="19256" y="0"/>
                      <a:pt x="12415"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233" name="Google Shape;2233;p25"/>
              <p:cNvSpPr/>
              <p:nvPr/>
            </p:nvSpPr>
            <p:spPr>
              <a:xfrm>
                <a:off x="3473900" y="3102525"/>
                <a:ext cx="649250" cy="650025"/>
              </a:xfrm>
              <a:custGeom>
                <a:avLst/>
                <a:gdLst/>
                <a:ahLst/>
                <a:cxnLst/>
                <a:rect l="l" t="t" r="r" b="b"/>
                <a:pathLst>
                  <a:path w="25970" h="26001" extrusionOk="0">
                    <a:moveTo>
                      <a:pt x="12985" y="0"/>
                    </a:moveTo>
                    <a:cubicBezTo>
                      <a:pt x="5796" y="0"/>
                      <a:pt x="0" y="5827"/>
                      <a:pt x="0" y="13016"/>
                    </a:cubicBezTo>
                    <a:cubicBezTo>
                      <a:pt x="0" y="20173"/>
                      <a:pt x="5796" y="26000"/>
                      <a:pt x="12985" y="26000"/>
                    </a:cubicBezTo>
                    <a:cubicBezTo>
                      <a:pt x="20142" y="26000"/>
                      <a:pt x="25969" y="20173"/>
                      <a:pt x="25969" y="13016"/>
                    </a:cubicBezTo>
                    <a:cubicBezTo>
                      <a:pt x="25969" y="5827"/>
                      <a:pt x="20142" y="0"/>
                      <a:pt x="12985" y="0"/>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2234" name="Google Shape;2234;p25"/>
              <p:cNvSpPr/>
              <p:nvPr/>
            </p:nvSpPr>
            <p:spPr>
              <a:xfrm>
                <a:off x="3488150" y="3116775"/>
                <a:ext cx="620750" cy="621525"/>
              </a:xfrm>
              <a:custGeom>
                <a:avLst/>
                <a:gdLst/>
                <a:ahLst/>
                <a:cxnLst/>
                <a:rect l="l" t="t" r="r" b="b"/>
                <a:pathLst>
                  <a:path w="24830" h="24861" extrusionOk="0">
                    <a:moveTo>
                      <a:pt x="12415" y="0"/>
                    </a:moveTo>
                    <a:cubicBezTo>
                      <a:pt x="5543" y="0"/>
                      <a:pt x="1" y="5574"/>
                      <a:pt x="1" y="12446"/>
                    </a:cubicBezTo>
                    <a:cubicBezTo>
                      <a:pt x="1" y="19318"/>
                      <a:pt x="5543" y="24860"/>
                      <a:pt x="12415" y="24860"/>
                    </a:cubicBezTo>
                    <a:cubicBezTo>
                      <a:pt x="19255" y="24860"/>
                      <a:pt x="24829" y="19318"/>
                      <a:pt x="24829" y="12446"/>
                    </a:cubicBezTo>
                    <a:cubicBezTo>
                      <a:pt x="24829" y="5574"/>
                      <a:pt x="19255" y="0"/>
                      <a:pt x="12415"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235" name="Google Shape;2235;p25"/>
              <p:cNvSpPr/>
              <p:nvPr/>
            </p:nvSpPr>
            <p:spPr>
              <a:xfrm>
                <a:off x="4617950" y="2358300"/>
                <a:ext cx="649225" cy="650025"/>
              </a:xfrm>
              <a:custGeom>
                <a:avLst/>
                <a:gdLst/>
                <a:ahLst/>
                <a:cxnLst/>
                <a:rect l="l" t="t" r="r" b="b"/>
                <a:pathLst>
                  <a:path w="25969" h="26001" extrusionOk="0">
                    <a:moveTo>
                      <a:pt x="12985" y="0"/>
                    </a:moveTo>
                    <a:cubicBezTo>
                      <a:pt x="5796" y="0"/>
                      <a:pt x="0" y="5827"/>
                      <a:pt x="0" y="12985"/>
                    </a:cubicBezTo>
                    <a:cubicBezTo>
                      <a:pt x="0" y="20173"/>
                      <a:pt x="5796" y="26000"/>
                      <a:pt x="12985" y="26000"/>
                    </a:cubicBezTo>
                    <a:cubicBezTo>
                      <a:pt x="20142" y="26000"/>
                      <a:pt x="25969" y="20173"/>
                      <a:pt x="25969" y="12985"/>
                    </a:cubicBezTo>
                    <a:cubicBezTo>
                      <a:pt x="25969" y="5827"/>
                      <a:pt x="20142" y="0"/>
                      <a:pt x="12985" y="0"/>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2236" name="Google Shape;2236;p25"/>
              <p:cNvSpPr/>
              <p:nvPr/>
            </p:nvSpPr>
            <p:spPr>
              <a:xfrm>
                <a:off x="4631400" y="2372550"/>
                <a:ext cx="621525" cy="621525"/>
              </a:xfrm>
              <a:custGeom>
                <a:avLst/>
                <a:gdLst/>
                <a:ahLst/>
                <a:cxnLst/>
                <a:rect l="l" t="t" r="r" b="b"/>
                <a:pathLst>
                  <a:path w="24861" h="24861" extrusionOk="0">
                    <a:moveTo>
                      <a:pt x="12447" y="0"/>
                    </a:moveTo>
                    <a:cubicBezTo>
                      <a:pt x="5574" y="0"/>
                      <a:pt x="1" y="5542"/>
                      <a:pt x="1" y="12415"/>
                    </a:cubicBezTo>
                    <a:cubicBezTo>
                      <a:pt x="1" y="19287"/>
                      <a:pt x="5574" y="24860"/>
                      <a:pt x="12447" y="24860"/>
                    </a:cubicBezTo>
                    <a:cubicBezTo>
                      <a:pt x="19287" y="24860"/>
                      <a:pt x="24861" y="19287"/>
                      <a:pt x="24861" y="12415"/>
                    </a:cubicBezTo>
                    <a:cubicBezTo>
                      <a:pt x="24861" y="5542"/>
                      <a:pt x="19287" y="0"/>
                      <a:pt x="12447" y="0"/>
                    </a:cubicBezTo>
                    <a:close/>
                  </a:path>
                </a:pathLst>
              </a:custGeom>
              <a:solidFill>
                <a:schemeClr val="bg1"/>
              </a:solidFill>
              <a:ln>
                <a:noFill/>
              </a:ln>
            </p:spPr>
            <p:txBody>
              <a:bodyPr spcFirstLastPara="1" wrap="square" lIns="121900" tIns="121900" rIns="121900" bIns="121900" anchor="ctr" anchorCtr="0">
                <a:noAutofit/>
              </a:bodyPr>
              <a:lstStyle/>
              <a:p>
                <a:endParaRPr sz="2400"/>
              </a:p>
            </p:txBody>
          </p:sp>
          <p:sp>
            <p:nvSpPr>
              <p:cNvPr id="2237" name="Google Shape;2237;p25"/>
              <p:cNvSpPr/>
              <p:nvPr/>
            </p:nvSpPr>
            <p:spPr>
              <a:xfrm>
                <a:off x="6016125" y="3102525"/>
                <a:ext cx="649250" cy="650025"/>
              </a:xfrm>
              <a:custGeom>
                <a:avLst/>
                <a:gdLst/>
                <a:ahLst/>
                <a:cxnLst/>
                <a:rect l="l" t="t" r="r" b="b"/>
                <a:pathLst>
                  <a:path w="25970" h="26001" extrusionOk="0">
                    <a:moveTo>
                      <a:pt x="12985" y="0"/>
                    </a:moveTo>
                    <a:cubicBezTo>
                      <a:pt x="5828" y="0"/>
                      <a:pt x="1" y="5827"/>
                      <a:pt x="1" y="13016"/>
                    </a:cubicBezTo>
                    <a:cubicBezTo>
                      <a:pt x="1" y="20173"/>
                      <a:pt x="5828" y="26000"/>
                      <a:pt x="12985" y="26000"/>
                    </a:cubicBezTo>
                    <a:cubicBezTo>
                      <a:pt x="20174" y="26000"/>
                      <a:pt x="25970" y="20173"/>
                      <a:pt x="25970" y="13016"/>
                    </a:cubicBezTo>
                    <a:cubicBezTo>
                      <a:pt x="25970" y="5827"/>
                      <a:pt x="20174" y="0"/>
                      <a:pt x="12985" y="0"/>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2238" name="Google Shape;2238;p25"/>
              <p:cNvSpPr/>
              <p:nvPr/>
            </p:nvSpPr>
            <p:spPr>
              <a:xfrm>
                <a:off x="6030375" y="3116775"/>
                <a:ext cx="620750" cy="621525"/>
              </a:xfrm>
              <a:custGeom>
                <a:avLst/>
                <a:gdLst/>
                <a:ahLst/>
                <a:cxnLst/>
                <a:rect l="l" t="t" r="r" b="b"/>
                <a:pathLst>
                  <a:path w="24830" h="24861" extrusionOk="0">
                    <a:moveTo>
                      <a:pt x="12415" y="0"/>
                    </a:moveTo>
                    <a:cubicBezTo>
                      <a:pt x="5575" y="0"/>
                      <a:pt x="1" y="5574"/>
                      <a:pt x="1" y="12446"/>
                    </a:cubicBezTo>
                    <a:cubicBezTo>
                      <a:pt x="1" y="19318"/>
                      <a:pt x="5575" y="24860"/>
                      <a:pt x="12415" y="24860"/>
                    </a:cubicBezTo>
                    <a:cubicBezTo>
                      <a:pt x="19287" y="24860"/>
                      <a:pt x="24829" y="19318"/>
                      <a:pt x="24829" y="12446"/>
                    </a:cubicBezTo>
                    <a:cubicBezTo>
                      <a:pt x="24829" y="5574"/>
                      <a:pt x="19287" y="0"/>
                      <a:pt x="12415"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239" name="Google Shape;2239;p25"/>
              <p:cNvSpPr/>
              <p:nvPr/>
            </p:nvSpPr>
            <p:spPr>
              <a:xfrm>
                <a:off x="5762000" y="1625150"/>
                <a:ext cx="598550" cy="1452050"/>
              </a:xfrm>
              <a:custGeom>
                <a:avLst/>
                <a:gdLst/>
                <a:ahLst/>
                <a:cxnLst/>
                <a:rect l="l" t="t" r="r" b="b"/>
                <a:pathLst>
                  <a:path w="23942" h="58082" extrusionOk="0">
                    <a:moveTo>
                      <a:pt x="887" y="1"/>
                    </a:moveTo>
                    <a:cubicBezTo>
                      <a:pt x="380" y="1"/>
                      <a:pt x="0" y="381"/>
                      <a:pt x="0" y="888"/>
                    </a:cubicBezTo>
                    <a:cubicBezTo>
                      <a:pt x="0" y="1394"/>
                      <a:pt x="380" y="1774"/>
                      <a:pt x="887" y="1774"/>
                    </a:cubicBezTo>
                    <a:cubicBezTo>
                      <a:pt x="1140" y="1774"/>
                      <a:pt x="1362" y="1679"/>
                      <a:pt x="1520" y="1489"/>
                    </a:cubicBezTo>
                    <a:lnTo>
                      <a:pt x="22865" y="15265"/>
                    </a:lnTo>
                    <a:lnTo>
                      <a:pt x="22865" y="56308"/>
                    </a:lnTo>
                    <a:cubicBezTo>
                      <a:pt x="22485" y="56403"/>
                      <a:pt x="22168" y="56752"/>
                      <a:pt x="22168" y="57195"/>
                    </a:cubicBezTo>
                    <a:cubicBezTo>
                      <a:pt x="22168" y="57702"/>
                      <a:pt x="22580" y="58082"/>
                      <a:pt x="23055" y="58082"/>
                    </a:cubicBezTo>
                    <a:cubicBezTo>
                      <a:pt x="23562" y="58082"/>
                      <a:pt x="23942" y="57702"/>
                      <a:pt x="23942" y="57195"/>
                    </a:cubicBezTo>
                    <a:cubicBezTo>
                      <a:pt x="23942" y="56752"/>
                      <a:pt x="23657" y="56403"/>
                      <a:pt x="23245" y="56308"/>
                    </a:cubicBezTo>
                    <a:lnTo>
                      <a:pt x="23245" y="15170"/>
                    </a:lnTo>
                    <a:cubicBezTo>
                      <a:pt x="23245" y="15107"/>
                      <a:pt x="23214" y="15044"/>
                      <a:pt x="23150" y="15012"/>
                    </a:cubicBezTo>
                    <a:lnTo>
                      <a:pt x="1710" y="1173"/>
                    </a:lnTo>
                    <a:cubicBezTo>
                      <a:pt x="1742" y="1078"/>
                      <a:pt x="1774" y="983"/>
                      <a:pt x="1774" y="888"/>
                    </a:cubicBezTo>
                    <a:cubicBezTo>
                      <a:pt x="1774" y="381"/>
                      <a:pt x="1394" y="1"/>
                      <a:pt x="887" y="1"/>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2242" name="Google Shape;2242;p25"/>
              <p:cNvSpPr/>
              <p:nvPr/>
            </p:nvSpPr>
            <p:spPr>
              <a:xfrm>
                <a:off x="4731150" y="2042400"/>
                <a:ext cx="232000" cy="296125"/>
              </a:xfrm>
              <a:custGeom>
                <a:avLst/>
                <a:gdLst/>
                <a:ahLst/>
                <a:cxnLst/>
                <a:rect l="l" t="t" r="r" b="b"/>
                <a:pathLst>
                  <a:path w="9280" h="11845" extrusionOk="0">
                    <a:moveTo>
                      <a:pt x="919" y="0"/>
                    </a:moveTo>
                    <a:cubicBezTo>
                      <a:pt x="413" y="0"/>
                      <a:pt x="1" y="380"/>
                      <a:pt x="1" y="887"/>
                    </a:cubicBezTo>
                    <a:cubicBezTo>
                      <a:pt x="1" y="1394"/>
                      <a:pt x="413" y="1774"/>
                      <a:pt x="919" y="1774"/>
                    </a:cubicBezTo>
                    <a:cubicBezTo>
                      <a:pt x="1141" y="1774"/>
                      <a:pt x="1331" y="1711"/>
                      <a:pt x="1489" y="1552"/>
                    </a:cubicBezTo>
                    <a:lnTo>
                      <a:pt x="8172" y="6651"/>
                    </a:lnTo>
                    <a:lnTo>
                      <a:pt x="8203" y="10103"/>
                    </a:lnTo>
                    <a:cubicBezTo>
                      <a:pt x="7792" y="10166"/>
                      <a:pt x="7507" y="10546"/>
                      <a:pt x="7507" y="10958"/>
                    </a:cubicBezTo>
                    <a:cubicBezTo>
                      <a:pt x="7507" y="11465"/>
                      <a:pt x="7887" y="11845"/>
                      <a:pt x="8393" y="11845"/>
                    </a:cubicBezTo>
                    <a:cubicBezTo>
                      <a:pt x="8900" y="11845"/>
                      <a:pt x="9280" y="11465"/>
                      <a:pt x="9280" y="10958"/>
                    </a:cubicBezTo>
                    <a:cubicBezTo>
                      <a:pt x="9280" y="10514"/>
                      <a:pt x="8963" y="10166"/>
                      <a:pt x="8583" y="10071"/>
                    </a:cubicBezTo>
                    <a:lnTo>
                      <a:pt x="8552" y="6556"/>
                    </a:lnTo>
                    <a:cubicBezTo>
                      <a:pt x="8552" y="6493"/>
                      <a:pt x="8520" y="6429"/>
                      <a:pt x="8457" y="6397"/>
                    </a:cubicBezTo>
                    <a:lnTo>
                      <a:pt x="1711" y="1267"/>
                    </a:lnTo>
                    <a:cubicBezTo>
                      <a:pt x="1774" y="1140"/>
                      <a:pt x="1806" y="1014"/>
                      <a:pt x="1806" y="887"/>
                    </a:cubicBezTo>
                    <a:cubicBezTo>
                      <a:pt x="1806" y="380"/>
                      <a:pt x="1394" y="0"/>
                      <a:pt x="919" y="0"/>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2248" name="Google Shape;2248;p25"/>
              <p:cNvSpPr/>
              <p:nvPr/>
            </p:nvSpPr>
            <p:spPr>
              <a:xfrm>
                <a:off x="3775550" y="2178575"/>
                <a:ext cx="44350" cy="898625"/>
              </a:xfrm>
              <a:custGeom>
                <a:avLst/>
                <a:gdLst/>
                <a:ahLst/>
                <a:cxnLst/>
                <a:rect l="l" t="t" r="r" b="b"/>
                <a:pathLst>
                  <a:path w="1774" h="35945" extrusionOk="0">
                    <a:moveTo>
                      <a:pt x="887" y="0"/>
                    </a:moveTo>
                    <a:cubicBezTo>
                      <a:pt x="380" y="0"/>
                      <a:pt x="0" y="412"/>
                      <a:pt x="0" y="887"/>
                    </a:cubicBezTo>
                    <a:cubicBezTo>
                      <a:pt x="0" y="1331"/>
                      <a:pt x="285" y="1679"/>
                      <a:pt x="697" y="1774"/>
                    </a:cubicBezTo>
                    <a:lnTo>
                      <a:pt x="697" y="34171"/>
                    </a:lnTo>
                    <a:cubicBezTo>
                      <a:pt x="285" y="34266"/>
                      <a:pt x="0" y="34615"/>
                      <a:pt x="0" y="35058"/>
                    </a:cubicBezTo>
                    <a:cubicBezTo>
                      <a:pt x="0" y="35565"/>
                      <a:pt x="380" y="35945"/>
                      <a:pt x="887" y="35945"/>
                    </a:cubicBezTo>
                    <a:cubicBezTo>
                      <a:pt x="1394" y="35945"/>
                      <a:pt x="1774" y="35565"/>
                      <a:pt x="1774" y="35058"/>
                    </a:cubicBezTo>
                    <a:cubicBezTo>
                      <a:pt x="1774" y="34615"/>
                      <a:pt x="1489" y="34266"/>
                      <a:pt x="1077" y="34171"/>
                    </a:cubicBezTo>
                    <a:lnTo>
                      <a:pt x="1077" y="1774"/>
                    </a:lnTo>
                    <a:cubicBezTo>
                      <a:pt x="1489" y="1679"/>
                      <a:pt x="1774" y="1331"/>
                      <a:pt x="1774" y="887"/>
                    </a:cubicBezTo>
                    <a:cubicBezTo>
                      <a:pt x="1774" y="412"/>
                      <a:pt x="1394" y="0"/>
                      <a:pt x="887" y="0"/>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2258" name="Google Shape;2258;p25"/>
              <p:cNvSpPr/>
              <p:nvPr/>
            </p:nvSpPr>
            <p:spPr>
              <a:xfrm>
                <a:off x="2628325" y="2042400"/>
                <a:ext cx="232000" cy="296125"/>
              </a:xfrm>
              <a:custGeom>
                <a:avLst/>
                <a:gdLst/>
                <a:ahLst/>
                <a:cxnLst/>
                <a:rect l="l" t="t" r="r" b="b"/>
                <a:pathLst>
                  <a:path w="9280" h="11845" extrusionOk="0">
                    <a:moveTo>
                      <a:pt x="8393" y="0"/>
                    </a:moveTo>
                    <a:cubicBezTo>
                      <a:pt x="7887" y="0"/>
                      <a:pt x="7506" y="380"/>
                      <a:pt x="7506" y="887"/>
                    </a:cubicBezTo>
                    <a:cubicBezTo>
                      <a:pt x="7506" y="1014"/>
                      <a:pt x="7538" y="1140"/>
                      <a:pt x="7570" y="1267"/>
                    </a:cubicBezTo>
                    <a:lnTo>
                      <a:pt x="824" y="6397"/>
                    </a:lnTo>
                    <a:cubicBezTo>
                      <a:pt x="793" y="6429"/>
                      <a:pt x="761" y="6493"/>
                      <a:pt x="761" y="6556"/>
                    </a:cubicBezTo>
                    <a:lnTo>
                      <a:pt x="729" y="10071"/>
                    </a:lnTo>
                    <a:cubicBezTo>
                      <a:pt x="318" y="10166"/>
                      <a:pt x="1" y="10514"/>
                      <a:pt x="1" y="10958"/>
                    </a:cubicBezTo>
                    <a:cubicBezTo>
                      <a:pt x="1" y="11465"/>
                      <a:pt x="413" y="11845"/>
                      <a:pt x="919" y="11845"/>
                    </a:cubicBezTo>
                    <a:cubicBezTo>
                      <a:pt x="1394" y="11845"/>
                      <a:pt x="1806" y="11465"/>
                      <a:pt x="1806" y="10958"/>
                    </a:cubicBezTo>
                    <a:cubicBezTo>
                      <a:pt x="1806" y="10546"/>
                      <a:pt x="1489" y="10166"/>
                      <a:pt x="1109" y="10103"/>
                    </a:cubicBezTo>
                    <a:lnTo>
                      <a:pt x="1141" y="6651"/>
                    </a:lnTo>
                    <a:lnTo>
                      <a:pt x="7823" y="1552"/>
                    </a:lnTo>
                    <a:cubicBezTo>
                      <a:pt x="7982" y="1711"/>
                      <a:pt x="8172" y="1774"/>
                      <a:pt x="8393" y="1774"/>
                    </a:cubicBezTo>
                    <a:cubicBezTo>
                      <a:pt x="8900" y="1774"/>
                      <a:pt x="9280" y="1394"/>
                      <a:pt x="9280" y="887"/>
                    </a:cubicBezTo>
                    <a:cubicBezTo>
                      <a:pt x="9280" y="380"/>
                      <a:pt x="8868" y="0"/>
                      <a:pt x="8393" y="0"/>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2261" name="Google Shape;2261;p25"/>
              <p:cNvSpPr/>
              <p:nvPr/>
            </p:nvSpPr>
            <p:spPr>
              <a:xfrm>
                <a:off x="1236475" y="1625150"/>
                <a:ext cx="598575" cy="1454425"/>
              </a:xfrm>
              <a:custGeom>
                <a:avLst/>
                <a:gdLst/>
                <a:ahLst/>
                <a:cxnLst/>
                <a:rect l="l" t="t" r="r" b="b"/>
                <a:pathLst>
                  <a:path w="23943" h="58177" extrusionOk="0">
                    <a:moveTo>
                      <a:pt x="23056" y="1"/>
                    </a:moveTo>
                    <a:cubicBezTo>
                      <a:pt x="22549" y="1"/>
                      <a:pt x="22137" y="381"/>
                      <a:pt x="22137" y="888"/>
                    </a:cubicBezTo>
                    <a:cubicBezTo>
                      <a:pt x="22137" y="1014"/>
                      <a:pt x="22169" y="1109"/>
                      <a:pt x="22201" y="1204"/>
                    </a:cubicBezTo>
                    <a:lnTo>
                      <a:pt x="792" y="15012"/>
                    </a:lnTo>
                    <a:cubicBezTo>
                      <a:pt x="761" y="15044"/>
                      <a:pt x="697" y="15107"/>
                      <a:pt x="697" y="15170"/>
                    </a:cubicBezTo>
                    <a:lnTo>
                      <a:pt x="697" y="56403"/>
                    </a:lnTo>
                    <a:cubicBezTo>
                      <a:pt x="317" y="56467"/>
                      <a:pt x="1" y="56847"/>
                      <a:pt x="1" y="57258"/>
                    </a:cubicBezTo>
                    <a:cubicBezTo>
                      <a:pt x="1" y="57765"/>
                      <a:pt x="412" y="58177"/>
                      <a:pt x="887" y="58177"/>
                    </a:cubicBezTo>
                    <a:cubicBezTo>
                      <a:pt x="1394" y="58177"/>
                      <a:pt x="1806" y="57765"/>
                      <a:pt x="1806" y="57258"/>
                    </a:cubicBezTo>
                    <a:cubicBezTo>
                      <a:pt x="1806" y="56847"/>
                      <a:pt x="1489" y="56467"/>
                      <a:pt x="1077" y="56403"/>
                    </a:cubicBezTo>
                    <a:lnTo>
                      <a:pt x="1077" y="15265"/>
                    </a:lnTo>
                    <a:lnTo>
                      <a:pt x="22391" y="1521"/>
                    </a:lnTo>
                    <a:cubicBezTo>
                      <a:pt x="22581" y="1679"/>
                      <a:pt x="22802" y="1774"/>
                      <a:pt x="23024" y="1774"/>
                    </a:cubicBezTo>
                    <a:cubicBezTo>
                      <a:pt x="23531" y="1774"/>
                      <a:pt x="23943" y="1394"/>
                      <a:pt x="23943" y="888"/>
                    </a:cubicBezTo>
                    <a:cubicBezTo>
                      <a:pt x="23943" y="381"/>
                      <a:pt x="23531" y="1"/>
                      <a:pt x="23056" y="1"/>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2262" name="Google Shape;2262;p25"/>
              <p:cNvSpPr/>
              <p:nvPr/>
            </p:nvSpPr>
            <p:spPr>
              <a:xfrm>
                <a:off x="936425" y="3102525"/>
                <a:ext cx="649225" cy="650025"/>
              </a:xfrm>
              <a:custGeom>
                <a:avLst/>
                <a:gdLst/>
                <a:ahLst/>
                <a:cxnLst/>
                <a:rect l="l" t="t" r="r" b="b"/>
                <a:pathLst>
                  <a:path w="25969" h="26001" extrusionOk="0">
                    <a:moveTo>
                      <a:pt x="12984" y="0"/>
                    </a:moveTo>
                    <a:cubicBezTo>
                      <a:pt x="5796" y="0"/>
                      <a:pt x="0" y="5827"/>
                      <a:pt x="0" y="13016"/>
                    </a:cubicBezTo>
                    <a:cubicBezTo>
                      <a:pt x="0" y="20173"/>
                      <a:pt x="5796" y="26000"/>
                      <a:pt x="12984" y="26000"/>
                    </a:cubicBezTo>
                    <a:cubicBezTo>
                      <a:pt x="20142" y="26000"/>
                      <a:pt x="25969" y="20173"/>
                      <a:pt x="25969" y="13016"/>
                    </a:cubicBezTo>
                    <a:cubicBezTo>
                      <a:pt x="25969" y="5827"/>
                      <a:pt x="20142" y="0"/>
                      <a:pt x="12984" y="0"/>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2263" name="Google Shape;2263;p25"/>
              <p:cNvSpPr/>
              <p:nvPr/>
            </p:nvSpPr>
            <p:spPr>
              <a:xfrm>
                <a:off x="950675" y="3116775"/>
                <a:ext cx="620725" cy="621525"/>
              </a:xfrm>
              <a:custGeom>
                <a:avLst/>
                <a:gdLst/>
                <a:ahLst/>
                <a:cxnLst/>
                <a:rect l="l" t="t" r="r" b="b"/>
                <a:pathLst>
                  <a:path w="24829" h="24861" extrusionOk="0">
                    <a:moveTo>
                      <a:pt x="12414" y="0"/>
                    </a:moveTo>
                    <a:cubicBezTo>
                      <a:pt x="5542" y="0"/>
                      <a:pt x="0" y="5574"/>
                      <a:pt x="0" y="12446"/>
                    </a:cubicBezTo>
                    <a:cubicBezTo>
                      <a:pt x="0" y="19318"/>
                      <a:pt x="5542" y="24860"/>
                      <a:pt x="12414" y="24860"/>
                    </a:cubicBezTo>
                    <a:cubicBezTo>
                      <a:pt x="19255" y="24860"/>
                      <a:pt x="24829" y="19318"/>
                      <a:pt x="24829" y="12446"/>
                    </a:cubicBezTo>
                    <a:cubicBezTo>
                      <a:pt x="24829" y="5574"/>
                      <a:pt x="19255" y="0"/>
                      <a:pt x="12414"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265" name="Google Shape;2265;p25"/>
              <p:cNvSpPr/>
              <p:nvPr/>
            </p:nvSpPr>
            <p:spPr>
              <a:xfrm>
                <a:off x="1223025" y="3435025"/>
                <a:ext cx="34850" cy="114825"/>
              </a:xfrm>
              <a:custGeom>
                <a:avLst/>
                <a:gdLst/>
                <a:ahLst/>
                <a:cxnLst/>
                <a:rect l="l" t="t" r="r" b="b"/>
                <a:pathLst>
                  <a:path w="1394" h="4593" extrusionOk="0">
                    <a:moveTo>
                      <a:pt x="64" y="1"/>
                    </a:moveTo>
                    <a:cubicBezTo>
                      <a:pt x="64" y="191"/>
                      <a:pt x="0" y="2534"/>
                      <a:pt x="760" y="4593"/>
                    </a:cubicBezTo>
                    <a:cubicBezTo>
                      <a:pt x="760" y="4593"/>
                      <a:pt x="982" y="2629"/>
                      <a:pt x="1394" y="2281"/>
                    </a:cubicBezTo>
                    <a:cubicBezTo>
                      <a:pt x="1394" y="2281"/>
                      <a:pt x="1014" y="1774"/>
                      <a:pt x="1045" y="1711"/>
                    </a:cubicBezTo>
                    <a:cubicBezTo>
                      <a:pt x="1045" y="1616"/>
                      <a:pt x="1204" y="1299"/>
                      <a:pt x="1362" y="1173"/>
                    </a:cubicBezTo>
                    <a:cubicBezTo>
                      <a:pt x="1394" y="1141"/>
                      <a:pt x="1394" y="1078"/>
                      <a:pt x="1362" y="1046"/>
                    </a:cubicBezTo>
                    <a:lnTo>
                      <a:pt x="64"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grpSp>
        <p:sp>
          <p:nvSpPr>
            <p:cNvPr id="2" name="Google Shape;2244;p25">
              <a:extLst>
                <a:ext uri="{FF2B5EF4-FFF2-40B4-BE49-F238E27FC236}">
                  <a16:creationId xmlns:a16="http://schemas.microsoft.com/office/drawing/2014/main" id="{052806F9-2EB4-960E-99B0-8899E9BA2DF7}"/>
                </a:ext>
              </a:extLst>
            </p:cNvPr>
            <p:cNvSpPr/>
            <p:nvPr/>
          </p:nvSpPr>
          <p:spPr>
            <a:xfrm>
              <a:off x="10096684" y="4557670"/>
              <a:ext cx="188186" cy="184808"/>
            </a:xfrm>
            <a:custGeom>
              <a:avLst/>
              <a:gdLst/>
              <a:ahLst/>
              <a:cxnLst/>
              <a:rect l="l" t="t" r="r" b="b"/>
              <a:pathLst>
                <a:path w="4846" h="4759" extrusionOk="0">
                  <a:moveTo>
                    <a:pt x="681" y="0"/>
                  </a:moveTo>
                  <a:cubicBezTo>
                    <a:pt x="665" y="0"/>
                    <a:pt x="649" y="8"/>
                    <a:pt x="633" y="24"/>
                  </a:cubicBezTo>
                  <a:lnTo>
                    <a:pt x="32" y="626"/>
                  </a:lnTo>
                  <a:cubicBezTo>
                    <a:pt x="0" y="657"/>
                    <a:pt x="0" y="689"/>
                    <a:pt x="32" y="721"/>
                  </a:cubicBezTo>
                  <a:lnTo>
                    <a:pt x="3959" y="4616"/>
                  </a:lnTo>
                  <a:cubicBezTo>
                    <a:pt x="4054" y="4711"/>
                    <a:pt x="4180" y="4758"/>
                    <a:pt x="4307" y="4758"/>
                  </a:cubicBezTo>
                  <a:cubicBezTo>
                    <a:pt x="4434" y="4758"/>
                    <a:pt x="4560" y="4711"/>
                    <a:pt x="4655" y="4616"/>
                  </a:cubicBezTo>
                  <a:cubicBezTo>
                    <a:pt x="4845" y="4426"/>
                    <a:pt x="4845" y="4109"/>
                    <a:pt x="4655" y="3919"/>
                  </a:cubicBezTo>
                  <a:lnTo>
                    <a:pt x="728" y="24"/>
                  </a:lnTo>
                  <a:cubicBezTo>
                    <a:pt x="713" y="8"/>
                    <a:pt x="697" y="0"/>
                    <a:pt x="681"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3" name="Google Shape;2247;p25">
              <a:extLst>
                <a:ext uri="{FF2B5EF4-FFF2-40B4-BE49-F238E27FC236}">
                  <a16:creationId xmlns:a16="http://schemas.microsoft.com/office/drawing/2014/main" id="{406D16EB-2649-A849-6B8F-81EBED13F629}"/>
                </a:ext>
              </a:extLst>
            </p:cNvPr>
            <p:cNvSpPr/>
            <p:nvPr/>
          </p:nvSpPr>
          <p:spPr>
            <a:xfrm>
              <a:off x="9823647" y="4289254"/>
              <a:ext cx="295211" cy="293968"/>
            </a:xfrm>
            <a:custGeom>
              <a:avLst/>
              <a:gdLst/>
              <a:ahLst/>
              <a:cxnLst/>
              <a:rect l="l" t="t" r="r" b="b"/>
              <a:pathLst>
                <a:path w="7602" h="7570" extrusionOk="0">
                  <a:moveTo>
                    <a:pt x="3801" y="539"/>
                  </a:moveTo>
                  <a:cubicBezTo>
                    <a:pt x="5606" y="539"/>
                    <a:pt x="7063" y="1996"/>
                    <a:pt x="7063" y="3801"/>
                  </a:cubicBezTo>
                  <a:cubicBezTo>
                    <a:pt x="7063" y="5606"/>
                    <a:pt x="5606" y="7063"/>
                    <a:pt x="3801" y="7063"/>
                  </a:cubicBezTo>
                  <a:cubicBezTo>
                    <a:pt x="1996" y="7063"/>
                    <a:pt x="539" y="5606"/>
                    <a:pt x="539" y="3801"/>
                  </a:cubicBezTo>
                  <a:cubicBezTo>
                    <a:pt x="539" y="1996"/>
                    <a:pt x="1996" y="539"/>
                    <a:pt x="3801" y="539"/>
                  </a:cubicBezTo>
                  <a:close/>
                  <a:moveTo>
                    <a:pt x="3801" y="0"/>
                  </a:moveTo>
                  <a:cubicBezTo>
                    <a:pt x="1711" y="0"/>
                    <a:pt x="0" y="1711"/>
                    <a:pt x="0" y="3801"/>
                  </a:cubicBezTo>
                  <a:cubicBezTo>
                    <a:pt x="0" y="5891"/>
                    <a:pt x="1711" y="7569"/>
                    <a:pt x="3801" y="7569"/>
                  </a:cubicBezTo>
                  <a:cubicBezTo>
                    <a:pt x="5891" y="7569"/>
                    <a:pt x="7601" y="5891"/>
                    <a:pt x="7601" y="3801"/>
                  </a:cubicBezTo>
                  <a:cubicBezTo>
                    <a:pt x="7601" y="1711"/>
                    <a:pt x="5891" y="0"/>
                    <a:pt x="3801" y="0"/>
                  </a:cubicBezTo>
                  <a:close/>
                </a:path>
              </a:pathLst>
            </a:custGeom>
            <a:solidFill>
              <a:srgbClr val="92278F"/>
            </a:solidFill>
            <a:ln>
              <a:noFill/>
            </a:ln>
          </p:spPr>
          <p:txBody>
            <a:bodyPr spcFirstLastPara="1" wrap="square" lIns="121900" tIns="121900" rIns="121900" bIns="121900" anchor="ctr" anchorCtr="0">
              <a:noAutofit/>
            </a:bodyPr>
            <a:lstStyle/>
            <a:p>
              <a:endParaRPr sz="2400"/>
            </a:p>
          </p:txBody>
        </p:sp>
        <p:sp>
          <p:nvSpPr>
            <p:cNvPr id="4" name="Google Shape;2259;p25">
              <a:extLst>
                <a:ext uri="{FF2B5EF4-FFF2-40B4-BE49-F238E27FC236}">
                  <a16:creationId xmlns:a16="http://schemas.microsoft.com/office/drawing/2014/main" id="{7490EA96-9F91-12EA-F189-93744B4F4215}"/>
                </a:ext>
              </a:extLst>
            </p:cNvPr>
            <p:cNvSpPr/>
            <p:nvPr/>
          </p:nvSpPr>
          <p:spPr>
            <a:xfrm>
              <a:off x="7650513" y="3151631"/>
              <a:ext cx="303793" cy="263251"/>
            </a:xfrm>
            <a:custGeom>
              <a:avLst/>
              <a:gdLst/>
              <a:ahLst/>
              <a:cxnLst/>
              <a:rect l="l" t="t" r="r" b="b"/>
              <a:pathLst>
                <a:path w="7823" h="6779" extrusionOk="0">
                  <a:moveTo>
                    <a:pt x="2344" y="1"/>
                  </a:moveTo>
                  <a:cubicBezTo>
                    <a:pt x="1172" y="1"/>
                    <a:pt x="191" y="983"/>
                    <a:pt x="191" y="2186"/>
                  </a:cubicBezTo>
                  <a:lnTo>
                    <a:pt x="191" y="3706"/>
                  </a:lnTo>
                  <a:cubicBezTo>
                    <a:pt x="191" y="4181"/>
                    <a:pt x="317" y="4593"/>
                    <a:pt x="571" y="4941"/>
                  </a:cubicBezTo>
                  <a:lnTo>
                    <a:pt x="1" y="6778"/>
                  </a:lnTo>
                  <a:lnTo>
                    <a:pt x="1837" y="5828"/>
                  </a:lnTo>
                  <a:cubicBezTo>
                    <a:pt x="2027" y="5860"/>
                    <a:pt x="2186" y="5891"/>
                    <a:pt x="2344" y="5891"/>
                  </a:cubicBezTo>
                  <a:lnTo>
                    <a:pt x="3357" y="5891"/>
                  </a:lnTo>
                  <a:cubicBezTo>
                    <a:pt x="3262" y="5638"/>
                    <a:pt x="3199" y="5353"/>
                    <a:pt x="3199" y="5068"/>
                  </a:cubicBezTo>
                  <a:lnTo>
                    <a:pt x="3199" y="3548"/>
                  </a:lnTo>
                  <a:cubicBezTo>
                    <a:pt x="3199" y="2344"/>
                    <a:pt x="4181" y="1363"/>
                    <a:pt x="5384" y="1363"/>
                  </a:cubicBezTo>
                  <a:lnTo>
                    <a:pt x="7823" y="1363"/>
                  </a:lnTo>
                  <a:cubicBezTo>
                    <a:pt x="7506" y="571"/>
                    <a:pt x="6714" y="33"/>
                    <a:pt x="5828"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5" name="Google Shape;2260;p25">
              <a:extLst>
                <a:ext uri="{FF2B5EF4-FFF2-40B4-BE49-F238E27FC236}">
                  <a16:creationId xmlns:a16="http://schemas.microsoft.com/office/drawing/2014/main" id="{262C11E1-9DC5-4020-B4BE-622580D69F2C}"/>
                </a:ext>
              </a:extLst>
            </p:cNvPr>
            <p:cNvSpPr/>
            <p:nvPr/>
          </p:nvSpPr>
          <p:spPr>
            <a:xfrm>
              <a:off x="7799322" y="3219279"/>
              <a:ext cx="323482" cy="247252"/>
            </a:xfrm>
            <a:custGeom>
              <a:avLst/>
              <a:gdLst/>
              <a:ahLst/>
              <a:cxnLst/>
              <a:rect l="l" t="t" r="r" b="b"/>
              <a:pathLst>
                <a:path w="8330" h="6367" extrusionOk="0">
                  <a:moveTo>
                    <a:pt x="2186" y="1"/>
                  </a:moveTo>
                  <a:cubicBezTo>
                    <a:pt x="982" y="1"/>
                    <a:pt x="0" y="982"/>
                    <a:pt x="0" y="2154"/>
                  </a:cubicBezTo>
                  <a:lnTo>
                    <a:pt x="0" y="3706"/>
                  </a:lnTo>
                  <a:cubicBezTo>
                    <a:pt x="0" y="4909"/>
                    <a:pt x="982" y="5859"/>
                    <a:pt x="2186" y="5859"/>
                  </a:cubicBezTo>
                  <a:lnTo>
                    <a:pt x="5638" y="5859"/>
                  </a:lnTo>
                  <a:cubicBezTo>
                    <a:pt x="5828" y="5859"/>
                    <a:pt x="5986" y="5859"/>
                    <a:pt x="6144" y="5796"/>
                  </a:cubicBezTo>
                  <a:lnTo>
                    <a:pt x="8329" y="6366"/>
                  </a:lnTo>
                  <a:lnTo>
                    <a:pt x="7411" y="4941"/>
                  </a:lnTo>
                  <a:cubicBezTo>
                    <a:pt x="7664" y="4593"/>
                    <a:pt x="7823" y="4149"/>
                    <a:pt x="7823" y="3706"/>
                  </a:cubicBezTo>
                  <a:lnTo>
                    <a:pt x="7823" y="2154"/>
                  </a:lnTo>
                  <a:cubicBezTo>
                    <a:pt x="7823" y="982"/>
                    <a:pt x="6841" y="1"/>
                    <a:pt x="5638" y="1"/>
                  </a:cubicBezTo>
                  <a:close/>
                </a:path>
              </a:pathLst>
            </a:custGeom>
            <a:solidFill>
              <a:srgbClr val="92278F"/>
            </a:solidFill>
            <a:ln>
              <a:noFill/>
            </a:ln>
          </p:spPr>
          <p:txBody>
            <a:bodyPr spcFirstLastPara="1" wrap="square" lIns="121900" tIns="121900" rIns="121900" bIns="121900" anchor="ctr" anchorCtr="0">
              <a:noAutofit/>
            </a:bodyPr>
            <a:lstStyle/>
            <a:p>
              <a:endParaRPr sz="2400"/>
            </a:p>
          </p:txBody>
        </p:sp>
        <p:sp>
          <p:nvSpPr>
            <p:cNvPr id="10" name="Google Shape;2507;p29">
              <a:extLst>
                <a:ext uri="{FF2B5EF4-FFF2-40B4-BE49-F238E27FC236}">
                  <a16:creationId xmlns:a16="http://schemas.microsoft.com/office/drawing/2014/main" id="{55ACF693-F9D3-F103-5480-3207D529ECF8}"/>
                </a:ext>
              </a:extLst>
            </p:cNvPr>
            <p:cNvSpPr/>
            <p:nvPr/>
          </p:nvSpPr>
          <p:spPr>
            <a:xfrm>
              <a:off x="4090049" y="2984523"/>
              <a:ext cx="411187" cy="548216"/>
            </a:xfrm>
            <a:custGeom>
              <a:avLst/>
              <a:gdLst/>
              <a:ahLst/>
              <a:cxnLst/>
              <a:rect l="l" t="t" r="r" b="b"/>
              <a:pathLst>
                <a:path w="12447" h="16595" extrusionOk="0">
                  <a:moveTo>
                    <a:pt x="6208" y="2059"/>
                  </a:moveTo>
                  <a:cubicBezTo>
                    <a:pt x="7728" y="2059"/>
                    <a:pt x="8995" y="3294"/>
                    <a:pt x="8995" y="4846"/>
                  </a:cubicBezTo>
                  <a:lnTo>
                    <a:pt x="8995" y="5954"/>
                  </a:lnTo>
                  <a:lnTo>
                    <a:pt x="8995" y="6207"/>
                  </a:lnTo>
                  <a:lnTo>
                    <a:pt x="3452" y="6207"/>
                  </a:lnTo>
                  <a:lnTo>
                    <a:pt x="3452" y="5954"/>
                  </a:lnTo>
                  <a:lnTo>
                    <a:pt x="3452" y="4846"/>
                  </a:lnTo>
                  <a:cubicBezTo>
                    <a:pt x="3452" y="3294"/>
                    <a:pt x="4688" y="2059"/>
                    <a:pt x="6208" y="2059"/>
                  </a:cubicBezTo>
                  <a:close/>
                  <a:moveTo>
                    <a:pt x="6208" y="0"/>
                  </a:moveTo>
                  <a:cubicBezTo>
                    <a:pt x="3547" y="0"/>
                    <a:pt x="1362" y="2154"/>
                    <a:pt x="1362" y="4846"/>
                  </a:cubicBezTo>
                  <a:lnTo>
                    <a:pt x="1362" y="5954"/>
                  </a:lnTo>
                  <a:lnTo>
                    <a:pt x="1362" y="6207"/>
                  </a:lnTo>
                  <a:lnTo>
                    <a:pt x="349" y="6207"/>
                  </a:lnTo>
                  <a:cubicBezTo>
                    <a:pt x="159" y="6207"/>
                    <a:pt x="1" y="6366"/>
                    <a:pt x="1" y="6556"/>
                  </a:cubicBezTo>
                  <a:lnTo>
                    <a:pt x="1" y="15201"/>
                  </a:lnTo>
                  <a:cubicBezTo>
                    <a:pt x="1" y="15961"/>
                    <a:pt x="634" y="16595"/>
                    <a:pt x="1362" y="16595"/>
                  </a:cubicBezTo>
                  <a:lnTo>
                    <a:pt x="11053" y="16595"/>
                  </a:lnTo>
                  <a:cubicBezTo>
                    <a:pt x="11813" y="16595"/>
                    <a:pt x="12446" y="15961"/>
                    <a:pt x="12446" y="15201"/>
                  </a:cubicBezTo>
                  <a:lnTo>
                    <a:pt x="12446" y="6556"/>
                  </a:lnTo>
                  <a:cubicBezTo>
                    <a:pt x="12446" y="6366"/>
                    <a:pt x="12288" y="6207"/>
                    <a:pt x="12098" y="6207"/>
                  </a:cubicBezTo>
                  <a:lnTo>
                    <a:pt x="11053" y="6207"/>
                  </a:lnTo>
                  <a:lnTo>
                    <a:pt x="11053" y="5954"/>
                  </a:lnTo>
                  <a:lnTo>
                    <a:pt x="11053" y="4846"/>
                  </a:lnTo>
                  <a:cubicBezTo>
                    <a:pt x="11053" y="2154"/>
                    <a:pt x="8900" y="0"/>
                    <a:pt x="62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508;p29">
              <a:extLst>
                <a:ext uri="{FF2B5EF4-FFF2-40B4-BE49-F238E27FC236}">
                  <a16:creationId xmlns:a16="http://schemas.microsoft.com/office/drawing/2014/main" id="{4D9940E4-EC54-0CB4-10C5-2755971F2A21}"/>
                </a:ext>
              </a:extLst>
            </p:cNvPr>
            <p:cNvSpPr/>
            <p:nvPr/>
          </p:nvSpPr>
          <p:spPr>
            <a:xfrm>
              <a:off x="4288820" y="3293136"/>
              <a:ext cx="415382" cy="120347"/>
            </a:xfrm>
            <a:custGeom>
              <a:avLst/>
              <a:gdLst/>
              <a:ahLst/>
              <a:cxnLst/>
              <a:rect l="l" t="t" r="r" b="b"/>
              <a:pathLst>
                <a:path w="12574" h="3643" extrusionOk="0">
                  <a:moveTo>
                    <a:pt x="1521" y="1"/>
                  </a:moveTo>
                  <a:cubicBezTo>
                    <a:pt x="697" y="1"/>
                    <a:pt x="1" y="697"/>
                    <a:pt x="1" y="1521"/>
                  </a:cubicBezTo>
                  <a:lnTo>
                    <a:pt x="1" y="2122"/>
                  </a:lnTo>
                  <a:cubicBezTo>
                    <a:pt x="1" y="2946"/>
                    <a:pt x="697" y="3643"/>
                    <a:pt x="1521" y="3643"/>
                  </a:cubicBezTo>
                  <a:lnTo>
                    <a:pt x="11085" y="3643"/>
                  </a:lnTo>
                  <a:cubicBezTo>
                    <a:pt x="11908" y="3643"/>
                    <a:pt x="12573" y="2946"/>
                    <a:pt x="12573" y="2122"/>
                  </a:cubicBezTo>
                  <a:lnTo>
                    <a:pt x="12573" y="1521"/>
                  </a:lnTo>
                  <a:cubicBezTo>
                    <a:pt x="12573" y="697"/>
                    <a:pt x="11908" y="1"/>
                    <a:pt x="110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509;p29">
              <a:extLst>
                <a:ext uri="{FF2B5EF4-FFF2-40B4-BE49-F238E27FC236}">
                  <a16:creationId xmlns:a16="http://schemas.microsoft.com/office/drawing/2014/main" id="{698A4829-3C56-2A65-3447-3C71A72D04BC}"/>
                </a:ext>
              </a:extLst>
            </p:cNvPr>
            <p:cNvSpPr/>
            <p:nvPr/>
          </p:nvSpPr>
          <p:spPr>
            <a:xfrm>
              <a:off x="4336952" y="3328715"/>
              <a:ext cx="94183" cy="56523"/>
            </a:xfrm>
            <a:custGeom>
              <a:avLst/>
              <a:gdLst/>
              <a:ahLst/>
              <a:cxnLst/>
              <a:rect l="l" t="t" r="r" b="b"/>
              <a:pathLst>
                <a:path w="2851" h="1711" extrusionOk="0">
                  <a:moveTo>
                    <a:pt x="0" y="0"/>
                  </a:moveTo>
                  <a:lnTo>
                    <a:pt x="539" y="1710"/>
                  </a:lnTo>
                  <a:lnTo>
                    <a:pt x="1140" y="1710"/>
                  </a:lnTo>
                  <a:lnTo>
                    <a:pt x="1426" y="792"/>
                  </a:lnTo>
                  <a:lnTo>
                    <a:pt x="1711" y="1710"/>
                  </a:lnTo>
                  <a:lnTo>
                    <a:pt x="2312" y="1710"/>
                  </a:lnTo>
                  <a:lnTo>
                    <a:pt x="2851" y="0"/>
                  </a:lnTo>
                  <a:lnTo>
                    <a:pt x="2312" y="0"/>
                  </a:lnTo>
                  <a:lnTo>
                    <a:pt x="1996" y="982"/>
                  </a:lnTo>
                  <a:lnTo>
                    <a:pt x="1711" y="0"/>
                  </a:lnTo>
                  <a:lnTo>
                    <a:pt x="1172" y="0"/>
                  </a:lnTo>
                  <a:lnTo>
                    <a:pt x="855" y="982"/>
                  </a:lnTo>
                  <a:lnTo>
                    <a:pt x="570" y="0"/>
                  </a:lnTo>
                  <a:close/>
                </a:path>
              </a:pathLst>
            </a:custGeom>
            <a:solidFill>
              <a:srgbClr val="9227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510;p29">
              <a:extLst>
                <a:ext uri="{FF2B5EF4-FFF2-40B4-BE49-F238E27FC236}">
                  <a16:creationId xmlns:a16="http://schemas.microsoft.com/office/drawing/2014/main" id="{6E4FD60D-48CC-063B-66A9-6030027E9AE4}"/>
                </a:ext>
              </a:extLst>
            </p:cNvPr>
            <p:cNvSpPr/>
            <p:nvPr/>
          </p:nvSpPr>
          <p:spPr>
            <a:xfrm>
              <a:off x="4443655" y="3328715"/>
              <a:ext cx="95240" cy="56523"/>
            </a:xfrm>
            <a:custGeom>
              <a:avLst/>
              <a:gdLst/>
              <a:ahLst/>
              <a:cxnLst/>
              <a:rect l="l" t="t" r="r" b="b"/>
              <a:pathLst>
                <a:path w="2883" h="1711" extrusionOk="0">
                  <a:moveTo>
                    <a:pt x="1" y="0"/>
                  </a:moveTo>
                  <a:lnTo>
                    <a:pt x="539" y="1710"/>
                  </a:lnTo>
                  <a:lnTo>
                    <a:pt x="1172" y="1710"/>
                  </a:lnTo>
                  <a:lnTo>
                    <a:pt x="1457" y="792"/>
                  </a:lnTo>
                  <a:lnTo>
                    <a:pt x="1711" y="1710"/>
                  </a:lnTo>
                  <a:lnTo>
                    <a:pt x="2344" y="1710"/>
                  </a:lnTo>
                  <a:lnTo>
                    <a:pt x="2883" y="0"/>
                  </a:lnTo>
                  <a:lnTo>
                    <a:pt x="2313" y="0"/>
                  </a:lnTo>
                  <a:lnTo>
                    <a:pt x="2027" y="982"/>
                  </a:lnTo>
                  <a:lnTo>
                    <a:pt x="1711" y="0"/>
                  </a:lnTo>
                  <a:lnTo>
                    <a:pt x="1204" y="0"/>
                  </a:lnTo>
                  <a:lnTo>
                    <a:pt x="887" y="982"/>
                  </a:lnTo>
                  <a:lnTo>
                    <a:pt x="602" y="0"/>
                  </a:lnTo>
                  <a:close/>
                </a:path>
              </a:pathLst>
            </a:custGeom>
            <a:solidFill>
              <a:srgbClr val="9227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511;p29">
              <a:extLst>
                <a:ext uri="{FF2B5EF4-FFF2-40B4-BE49-F238E27FC236}">
                  <a16:creationId xmlns:a16="http://schemas.microsoft.com/office/drawing/2014/main" id="{146A20BF-B0EF-C3CB-DAA5-393048E6A4B7}"/>
                </a:ext>
              </a:extLst>
            </p:cNvPr>
            <p:cNvSpPr/>
            <p:nvPr/>
          </p:nvSpPr>
          <p:spPr>
            <a:xfrm>
              <a:off x="4551415" y="3328715"/>
              <a:ext cx="94183" cy="56523"/>
            </a:xfrm>
            <a:custGeom>
              <a:avLst/>
              <a:gdLst/>
              <a:ahLst/>
              <a:cxnLst/>
              <a:rect l="l" t="t" r="r" b="b"/>
              <a:pathLst>
                <a:path w="2851" h="1711" extrusionOk="0">
                  <a:moveTo>
                    <a:pt x="1" y="0"/>
                  </a:moveTo>
                  <a:lnTo>
                    <a:pt x="539" y="1710"/>
                  </a:lnTo>
                  <a:lnTo>
                    <a:pt x="1141" y="1710"/>
                  </a:lnTo>
                  <a:lnTo>
                    <a:pt x="1426" y="792"/>
                  </a:lnTo>
                  <a:lnTo>
                    <a:pt x="1711" y="1710"/>
                  </a:lnTo>
                  <a:lnTo>
                    <a:pt x="2312" y="1710"/>
                  </a:lnTo>
                  <a:lnTo>
                    <a:pt x="2851" y="0"/>
                  </a:lnTo>
                  <a:lnTo>
                    <a:pt x="2312" y="0"/>
                  </a:lnTo>
                  <a:lnTo>
                    <a:pt x="1996" y="982"/>
                  </a:lnTo>
                  <a:lnTo>
                    <a:pt x="1711" y="0"/>
                  </a:lnTo>
                  <a:lnTo>
                    <a:pt x="1172" y="0"/>
                  </a:lnTo>
                  <a:lnTo>
                    <a:pt x="856" y="982"/>
                  </a:lnTo>
                  <a:lnTo>
                    <a:pt x="571" y="0"/>
                  </a:lnTo>
                  <a:close/>
                </a:path>
              </a:pathLst>
            </a:custGeom>
            <a:solidFill>
              <a:srgbClr val="9227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513;p29">
              <a:extLst>
                <a:ext uri="{FF2B5EF4-FFF2-40B4-BE49-F238E27FC236}">
                  <a16:creationId xmlns:a16="http://schemas.microsoft.com/office/drawing/2014/main" id="{9658D12E-6184-D50B-DF93-A2E4F2659644}"/>
                </a:ext>
              </a:extLst>
            </p:cNvPr>
            <p:cNvSpPr/>
            <p:nvPr/>
          </p:nvSpPr>
          <p:spPr>
            <a:xfrm>
              <a:off x="3951962" y="3230634"/>
              <a:ext cx="264709" cy="241189"/>
            </a:xfrm>
            <a:custGeom>
              <a:avLst/>
              <a:gdLst/>
              <a:ahLst/>
              <a:cxnLst/>
              <a:rect l="l" t="t" r="r" b="b"/>
              <a:pathLst>
                <a:path w="8013" h="7301" extrusionOk="0">
                  <a:moveTo>
                    <a:pt x="2724" y="721"/>
                  </a:moveTo>
                  <a:lnTo>
                    <a:pt x="2724" y="721"/>
                  </a:lnTo>
                  <a:cubicBezTo>
                    <a:pt x="2534" y="974"/>
                    <a:pt x="2375" y="1259"/>
                    <a:pt x="2280" y="1544"/>
                  </a:cubicBezTo>
                  <a:cubicBezTo>
                    <a:pt x="2154" y="1449"/>
                    <a:pt x="2027" y="1354"/>
                    <a:pt x="1900" y="1259"/>
                  </a:cubicBezTo>
                  <a:cubicBezTo>
                    <a:pt x="2154" y="1038"/>
                    <a:pt x="2407" y="848"/>
                    <a:pt x="2724" y="721"/>
                  </a:cubicBezTo>
                  <a:close/>
                  <a:moveTo>
                    <a:pt x="5289" y="721"/>
                  </a:moveTo>
                  <a:cubicBezTo>
                    <a:pt x="5574" y="848"/>
                    <a:pt x="5859" y="1038"/>
                    <a:pt x="6112" y="1259"/>
                  </a:cubicBezTo>
                  <a:cubicBezTo>
                    <a:pt x="5986" y="1354"/>
                    <a:pt x="5859" y="1449"/>
                    <a:pt x="5732" y="1544"/>
                  </a:cubicBezTo>
                  <a:cubicBezTo>
                    <a:pt x="5606" y="1259"/>
                    <a:pt x="5447" y="974"/>
                    <a:pt x="5289" y="721"/>
                  </a:cubicBezTo>
                  <a:close/>
                  <a:moveTo>
                    <a:pt x="3769" y="499"/>
                  </a:moveTo>
                  <a:lnTo>
                    <a:pt x="3769" y="2019"/>
                  </a:lnTo>
                  <a:cubicBezTo>
                    <a:pt x="3389" y="2019"/>
                    <a:pt x="3009" y="1924"/>
                    <a:pt x="2692" y="1766"/>
                  </a:cubicBezTo>
                  <a:cubicBezTo>
                    <a:pt x="2882" y="1259"/>
                    <a:pt x="3230" y="658"/>
                    <a:pt x="3769" y="499"/>
                  </a:cubicBezTo>
                  <a:close/>
                  <a:moveTo>
                    <a:pt x="4244" y="499"/>
                  </a:moveTo>
                  <a:cubicBezTo>
                    <a:pt x="4751" y="626"/>
                    <a:pt x="5131" y="1259"/>
                    <a:pt x="5321" y="1766"/>
                  </a:cubicBezTo>
                  <a:cubicBezTo>
                    <a:pt x="4972" y="1924"/>
                    <a:pt x="4624" y="2019"/>
                    <a:pt x="4244" y="2019"/>
                  </a:cubicBezTo>
                  <a:lnTo>
                    <a:pt x="4244" y="499"/>
                  </a:lnTo>
                  <a:close/>
                  <a:moveTo>
                    <a:pt x="1584" y="1576"/>
                  </a:moveTo>
                  <a:cubicBezTo>
                    <a:pt x="1742" y="1734"/>
                    <a:pt x="1932" y="1861"/>
                    <a:pt x="2122" y="1988"/>
                  </a:cubicBezTo>
                  <a:cubicBezTo>
                    <a:pt x="1995" y="2431"/>
                    <a:pt x="1900" y="2906"/>
                    <a:pt x="1900" y="3413"/>
                  </a:cubicBezTo>
                  <a:lnTo>
                    <a:pt x="824" y="3413"/>
                  </a:lnTo>
                  <a:cubicBezTo>
                    <a:pt x="855" y="2748"/>
                    <a:pt x="1140" y="2083"/>
                    <a:pt x="1584" y="1576"/>
                  </a:cubicBezTo>
                  <a:close/>
                  <a:moveTo>
                    <a:pt x="2534" y="2209"/>
                  </a:moveTo>
                  <a:cubicBezTo>
                    <a:pt x="2914" y="2368"/>
                    <a:pt x="3325" y="2463"/>
                    <a:pt x="3769" y="2494"/>
                  </a:cubicBezTo>
                  <a:lnTo>
                    <a:pt x="3769" y="3413"/>
                  </a:lnTo>
                  <a:lnTo>
                    <a:pt x="2375" y="3413"/>
                  </a:lnTo>
                  <a:cubicBezTo>
                    <a:pt x="2375" y="3001"/>
                    <a:pt x="2439" y="2589"/>
                    <a:pt x="2534" y="2209"/>
                  </a:cubicBezTo>
                  <a:close/>
                  <a:moveTo>
                    <a:pt x="5479" y="2209"/>
                  </a:moveTo>
                  <a:cubicBezTo>
                    <a:pt x="5574" y="2589"/>
                    <a:pt x="5637" y="3001"/>
                    <a:pt x="5637" y="3413"/>
                  </a:cubicBezTo>
                  <a:lnTo>
                    <a:pt x="4244" y="3413"/>
                  </a:lnTo>
                  <a:lnTo>
                    <a:pt x="4244" y="2494"/>
                  </a:lnTo>
                  <a:cubicBezTo>
                    <a:pt x="4656" y="2463"/>
                    <a:pt x="5067" y="2368"/>
                    <a:pt x="5479" y="2209"/>
                  </a:cubicBezTo>
                  <a:close/>
                  <a:moveTo>
                    <a:pt x="6429" y="1576"/>
                  </a:moveTo>
                  <a:cubicBezTo>
                    <a:pt x="6872" y="2114"/>
                    <a:pt x="7126" y="2748"/>
                    <a:pt x="7189" y="3413"/>
                  </a:cubicBezTo>
                  <a:lnTo>
                    <a:pt x="6112" y="3413"/>
                  </a:lnTo>
                  <a:cubicBezTo>
                    <a:pt x="6081" y="2906"/>
                    <a:pt x="6017" y="2431"/>
                    <a:pt x="5891" y="1988"/>
                  </a:cubicBezTo>
                  <a:cubicBezTo>
                    <a:pt x="6081" y="1861"/>
                    <a:pt x="6271" y="1734"/>
                    <a:pt x="6429" y="1576"/>
                  </a:cubicBezTo>
                  <a:close/>
                  <a:moveTo>
                    <a:pt x="3769" y="3888"/>
                  </a:moveTo>
                  <a:lnTo>
                    <a:pt x="3769" y="4774"/>
                  </a:lnTo>
                  <a:cubicBezTo>
                    <a:pt x="3325" y="4806"/>
                    <a:pt x="2914" y="4901"/>
                    <a:pt x="2534" y="5091"/>
                  </a:cubicBezTo>
                  <a:cubicBezTo>
                    <a:pt x="2439" y="4711"/>
                    <a:pt x="2375" y="4299"/>
                    <a:pt x="2344" y="3888"/>
                  </a:cubicBezTo>
                  <a:close/>
                  <a:moveTo>
                    <a:pt x="5637" y="3888"/>
                  </a:moveTo>
                  <a:cubicBezTo>
                    <a:pt x="5637" y="4299"/>
                    <a:pt x="5574" y="4711"/>
                    <a:pt x="5447" y="5091"/>
                  </a:cubicBezTo>
                  <a:cubicBezTo>
                    <a:pt x="5067" y="4901"/>
                    <a:pt x="4656" y="4806"/>
                    <a:pt x="4244" y="4774"/>
                  </a:cubicBezTo>
                  <a:lnTo>
                    <a:pt x="4244" y="3888"/>
                  </a:lnTo>
                  <a:close/>
                  <a:moveTo>
                    <a:pt x="1900" y="3888"/>
                  </a:moveTo>
                  <a:cubicBezTo>
                    <a:pt x="1900" y="4394"/>
                    <a:pt x="1995" y="4870"/>
                    <a:pt x="2122" y="5313"/>
                  </a:cubicBezTo>
                  <a:cubicBezTo>
                    <a:pt x="1932" y="5408"/>
                    <a:pt x="1742" y="5566"/>
                    <a:pt x="1584" y="5693"/>
                  </a:cubicBezTo>
                  <a:cubicBezTo>
                    <a:pt x="1140" y="5186"/>
                    <a:pt x="855" y="4553"/>
                    <a:pt x="824" y="3888"/>
                  </a:cubicBezTo>
                  <a:close/>
                  <a:moveTo>
                    <a:pt x="7189" y="3888"/>
                  </a:moveTo>
                  <a:cubicBezTo>
                    <a:pt x="7126" y="4553"/>
                    <a:pt x="6872" y="5186"/>
                    <a:pt x="6429" y="5693"/>
                  </a:cubicBezTo>
                  <a:cubicBezTo>
                    <a:pt x="6271" y="5566"/>
                    <a:pt x="6081" y="5408"/>
                    <a:pt x="5891" y="5313"/>
                  </a:cubicBezTo>
                  <a:cubicBezTo>
                    <a:pt x="6017" y="4870"/>
                    <a:pt x="6081" y="4394"/>
                    <a:pt x="6112" y="3888"/>
                  </a:cubicBezTo>
                  <a:close/>
                  <a:moveTo>
                    <a:pt x="2280" y="5756"/>
                  </a:moveTo>
                  <a:cubicBezTo>
                    <a:pt x="2375" y="6041"/>
                    <a:pt x="2534" y="6326"/>
                    <a:pt x="2724" y="6580"/>
                  </a:cubicBezTo>
                  <a:cubicBezTo>
                    <a:pt x="2439" y="6421"/>
                    <a:pt x="2154" y="6263"/>
                    <a:pt x="1900" y="6041"/>
                  </a:cubicBezTo>
                  <a:cubicBezTo>
                    <a:pt x="2027" y="5946"/>
                    <a:pt x="2154" y="5851"/>
                    <a:pt x="2280" y="5756"/>
                  </a:cubicBezTo>
                  <a:close/>
                  <a:moveTo>
                    <a:pt x="5732" y="5756"/>
                  </a:moveTo>
                  <a:cubicBezTo>
                    <a:pt x="5859" y="5851"/>
                    <a:pt x="5986" y="5946"/>
                    <a:pt x="6112" y="6041"/>
                  </a:cubicBezTo>
                  <a:cubicBezTo>
                    <a:pt x="5859" y="6263"/>
                    <a:pt x="5574" y="6421"/>
                    <a:pt x="5289" y="6580"/>
                  </a:cubicBezTo>
                  <a:cubicBezTo>
                    <a:pt x="5447" y="6326"/>
                    <a:pt x="5606" y="6041"/>
                    <a:pt x="5732" y="5756"/>
                  </a:cubicBezTo>
                  <a:close/>
                  <a:moveTo>
                    <a:pt x="3769" y="5250"/>
                  </a:moveTo>
                  <a:lnTo>
                    <a:pt x="3769" y="6801"/>
                  </a:lnTo>
                  <a:cubicBezTo>
                    <a:pt x="3230" y="6643"/>
                    <a:pt x="2882" y="6041"/>
                    <a:pt x="2692" y="5535"/>
                  </a:cubicBezTo>
                  <a:cubicBezTo>
                    <a:pt x="3009" y="5376"/>
                    <a:pt x="3389" y="5281"/>
                    <a:pt x="3769" y="5250"/>
                  </a:cubicBezTo>
                  <a:close/>
                  <a:moveTo>
                    <a:pt x="4244" y="5250"/>
                  </a:moveTo>
                  <a:cubicBezTo>
                    <a:pt x="4624" y="5281"/>
                    <a:pt x="4972" y="5376"/>
                    <a:pt x="5321" y="5535"/>
                  </a:cubicBezTo>
                  <a:cubicBezTo>
                    <a:pt x="5131" y="6041"/>
                    <a:pt x="4751" y="6643"/>
                    <a:pt x="4244" y="6801"/>
                  </a:cubicBezTo>
                  <a:lnTo>
                    <a:pt x="4244" y="5250"/>
                  </a:lnTo>
                  <a:close/>
                  <a:moveTo>
                    <a:pt x="4006" y="0"/>
                  </a:moveTo>
                  <a:cubicBezTo>
                    <a:pt x="3072" y="0"/>
                    <a:pt x="2138" y="357"/>
                    <a:pt x="1425" y="1069"/>
                  </a:cubicBezTo>
                  <a:cubicBezTo>
                    <a:pt x="0" y="2494"/>
                    <a:pt x="0" y="4806"/>
                    <a:pt x="1425" y="6231"/>
                  </a:cubicBezTo>
                  <a:cubicBezTo>
                    <a:pt x="2138" y="6944"/>
                    <a:pt x="3072" y="7300"/>
                    <a:pt x="4006" y="7300"/>
                  </a:cubicBezTo>
                  <a:cubicBezTo>
                    <a:pt x="4941" y="7300"/>
                    <a:pt x="5875" y="6944"/>
                    <a:pt x="6587" y="6231"/>
                  </a:cubicBezTo>
                  <a:cubicBezTo>
                    <a:pt x="8012" y="4806"/>
                    <a:pt x="8012" y="2494"/>
                    <a:pt x="6587" y="1069"/>
                  </a:cubicBezTo>
                  <a:cubicBezTo>
                    <a:pt x="5875" y="357"/>
                    <a:pt x="4941" y="0"/>
                    <a:pt x="4006" y="0"/>
                  </a:cubicBezTo>
                  <a:close/>
                </a:path>
              </a:pathLst>
            </a:custGeom>
            <a:solidFill>
              <a:srgbClr val="9227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264;p25">
              <a:extLst>
                <a:ext uri="{FF2B5EF4-FFF2-40B4-BE49-F238E27FC236}">
                  <a16:creationId xmlns:a16="http://schemas.microsoft.com/office/drawing/2014/main" id="{389E5388-6A58-6FF3-1FEC-539C6AE77F85}"/>
                </a:ext>
              </a:extLst>
            </p:cNvPr>
            <p:cNvSpPr/>
            <p:nvPr/>
          </p:nvSpPr>
          <p:spPr>
            <a:xfrm>
              <a:off x="5871563" y="4190753"/>
              <a:ext cx="424332" cy="468330"/>
            </a:xfrm>
            <a:custGeom>
              <a:avLst/>
              <a:gdLst/>
              <a:ahLst/>
              <a:cxnLst/>
              <a:rect l="l" t="t" r="r" b="b"/>
              <a:pathLst>
                <a:path w="10927" h="12060" extrusionOk="0">
                  <a:moveTo>
                    <a:pt x="5587" y="1"/>
                  </a:moveTo>
                  <a:cubicBezTo>
                    <a:pt x="5562" y="1"/>
                    <a:pt x="5536" y="3"/>
                    <a:pt x="5511" y="7"/>
                  </a:cubicBezTo>
                  <a:cubicBezTo>
                    <a:pt x="5289" y="7"/>
                    <a:pt x="5162" y="39"/>
                    <a:pt x="5099" y="102"/>
                  </a:cubicBezTo>
                  <a:lnTo>
                    <a:pt x="5162" y="7"/>
                  </a:lnTo>
                  <a:lnTo>
                    <a:pt x="5162" y="7"/>
                  </a:lnTo>
                  <a:cubicBezTo>
                    <a:pt x="5131" y="39"/>
                    <a:pt x="5036" y="70"/>
                    <a:pt x="4972" y="102"/>
                  </a:cubicBezTo>
                  <a:cubicBezTo>
                    <a:pt x="4941" y="102"/>
                    <a:pt x="4877" y="102"/>
                    <a:pt x="4846" y="134"/>
                  </a:cubicBezTo>
                  <a:cubicBezTo>
                    <a:pt x="4276" y="229"/>
                    <a:pt x="3927" y="767"/>
                    <a:pt x="3801" y="957"/>
                  </a:cubicBezTo>
                  <a:cubicBezTo>
                    <a:pt x="3769" y="925"/>
                    <a:pt x="3769" y="862"/>
                    <a:pt x="3769" y="862"/>
                  </a:cubicBezTo>
                  <a:cubicBezTo>
                    <a:pt x="3737" y="925"/>
                    <a:pt x="3737" y="989"/>
                    <a:pt x="3769" y="1020"/>
                  </a:cubicBezTo>
                  <a:cubicBezTo>
                    <a:pt x="3702" y="998"/>
                    <a:pt x="3635" y="975"/>
                    <a:pt x="3579" y="975"/>
                  </a:cubicBezTo>
                  <a:cubicBezTo>
                    <a:pt x="3555" y="975"/>
                    <a:pt x="3534" y="979"/>
                    <a:pt x="3516" y="989"/>
                  </a:cubicBezTo>
                  <a:cubicBezTo>
                    <a:pt x="3516" y="989"/>
                    <a:pt x="3611" y="1020"/>
                    <a:pt x="3706" y="1084"/>
                  </a:cubicBezTo>
                  <a:cubicBezTo>
                    <a:pt x="2946" y="1559"/>
                    <a:pt x="3389" y="3237"/>
                    <a:pt x="3389" y="3237"/>
                  </a:cubicBezTo>
                  <a:cubicBezTo>
                    <a:pt x="2946" y="3997"/>
                    <a:pt x="3706" y="4599"/>
                    <a:pt x="3706" y="4599"/>
                  </a:cubicBezTo>
                  <a:cubicBezTo>
                    <a:pt x="3737" y="4979"/>
                    <a:pt x="3896" y="5391"/>
                    <a:pt x="4022" y="5612"/>
                  </a:cubicBezTo>
                  <a:cubicBezTo>
                    <a:pt x="4054" y="5676"/>
                    <a:pt x="4054" y="5802"/>
                    <a:pt x="4022" y="5897"/>
                  </a:cubicBezTo>
                  <a:cubicBezTo>
                    <a:pt x="4022" y="6056"/>
                    <a:pt x="4022" y="6246"/>
                    <a:pt x="3991" y="6309"/>
                  </a:cubicBezTo>
                  <a:cubicBezTo>
                    <a:pt x="3864" y="6309"/>
                    <a:pt x="3706" y="6277"/>
                    <a:pt x="3642" y="6246"/>
                  </a:cubicBezTo>
                  <a:cubicBezTo>
                    <a:pt x="3484" y="6151"/>
                    <a:pt x="3294" y="6119"/>
                    <a:pt x="3104" y="6119"/>
                  </a:cubicBezTo>
                  <a:lnTo>
                    <a:pt x="3041" y="6119"/>
                  </a:lnTo>
                  <a:cubicBezTo>
                    <a:pt x="1077" y="6119"/>
                    <a:pt x="349" y="8621"/>
                    <a:pt x="64" y="9951"/>
                  </a:cubicBezTo>
                  <a:cubicBezTo>
                    <a:pt x="0" y="10426"/>
                    <a:pt x="159" y="10901"/>
                    <a:pt x="507" y="11028"/>
                  </a:cubicBezTo>
                  <a:cubicBezTo>
                    <a:pt x="1365" y="11418"/>
                    <a:pt x="3171" y="12059"/>
                    <a:pt x="5474" y="12059"/>
                  </a:cubicBezTo>
                  <a:cubicBezTo>
                    <a:pt x="6912" y="12059"/>
                    <a:pt x="8545" y="11809"/>
                    <a:pt x="10261" y="11091"/>
                  </a:cubicBezTo>
                  <a:cubicBezTo>
                    <a:pt x="10673" y="10901"/>
                    <a:pt x="10926" y="10268"/>
                    <a:pt x="10800" y="9666"/>
                  </a:cubicBezTo>
                  <a:cubicBezTo>
                    <a:pt x="10514" y="8304"/>
                    <a:pt x="9723" y="6119"/>
                    <a:pt x="7886" y="6119"/>
                  </a:cubicBezTo>
                  <a:lnTo>
                    <a:pt x="7854" y="6119"/>
                  </a:lnTo>
                  <a:cubicBezTo>
                    <a:pt x="7664" y="6119"/>
                    <a:pt x="7506" y="6151"/>
                    <a:pt x="7379" y="6214"/>
                  </a:cubicBezTo>
                  <a:cubicBezTo>
                    <a:pt x="7284" y="6246"/>
                    <a:pt x="7063" y="6277"/>
                    <a:pt x="6841" y="6309"/>
                  </a:cubicBezTo>
                  <a:lnTo>
                    <a:pt x="6809" y="5929"/>
                  </a:lnTo>
                  <a:cubicBezTo>
                    <a:pt x="6778" y="5834"/>
                    <a:pt x="6778" y="5739"/>
                    <a:pt x="6841" y="5676"/>
                  </a:cubicBezTo>
                  <a:cubicBezTo>
                    <a:pt x="7031" y="5296"/>
                    <a:pt x="7189" y="4631"/>
                    <a:pt x="7189" y="4631"/>
                  </a:cubicBezTo>
                  <a:cubicBezTo>
                    <a:pt x="7854" y="3997"/>
                    <a:pt x="7506" y="3269"/>
                    <a:pt x="7506" y="3269"/>
                  </a:cubicBezTo>
                  <a:cubicBezTo>
                    <a:pt x="7664" y="2509"/>
                    <a:pt x="7664" y="2065"/>
                    <a:pt x="7633" y="1844"/>
                  </a:cubicBezTo>
                  <a:lnTo>
                    <a:pt x="7633" y="1844"/>
                  </a:lnTo>
                  <a:cubicBezTo>
                    <a:pt x="7696" y="1939"/>
                    <a:pt x="7759" y="2002"/>
                    <a:pt x="7759" y="2002"/>
                  </a:cubicBezTo>
                  <a:cubicBezTo>
                    <a:pt x="7664" y="1685"/>
                    <a:pt x="7506" y="1464"/>
                    <a:pt x="7379" y="1305"/>
                  </a:cubicBezTo>
                  <a:cubicBezTo>
                    <a:pt x="7348" y="1274"/>
                    <a:pt x="7316" y="1210"/>
                    <a:pt x="7284" y="1179"/>
                  </a:cubicBezTo>
                  <a:lnTo>
                    <a:pt x="7284" y="1179"/>
                  </a:lnTo>
                  <a:cubicBezTo>
                    <a:pt x="7411" y="1210"/>
                    <a:pt x="7538" y="1274"/>
                    <a:pt x="7538" y="1274"/>
                  </a:cubicBezTo>
                  <a:cubicBezTo>
                    <a:pt x="7411" y="1115"/>
                    <a:pt x="7189" y="957"/>
                    <a:pt x="7063" y="830"/>
                  </a:cubicBezTo>
                  <a:lnTo>
                    <a:pt x="7063" y="830"/>
                  </a:lnTo>
                  <a:cubicBezTo>
                    <a:pt x="7189" y="925"/>
                    <a:pt x="7284" y="957"/>
                    <a:pt x="7284" y="957"/>
                  </a:cubicBezTo>
                  <a:cubicBezTo>
                    <a:pt x="7126" y="799"/>
                    <a:pt x="6936" y="704"/>
                    <a:pt x="6809" y="640"/>
                  </a:cubicBezTo>
                  <a:lnTo>
                    <a:pt x="6841" y="640"/>
                  </a:lnTo>
                  <a:lnTo>
                    <a:pt x="6556" y="482"/>
                  </a:lnTo>
                  <a:lnTo>
                    <a:pt x="6556" y="482"/>
                  </a:lnTo>
                  <a:cubicBezTo>
                    <a:pt x="6746" y="545"/>
                    <a:pt x="6904" y="640"/>
                    <a:pt x="6904" y="640"/>
                  </a:cubicBezTo>
                  <a:cubicBezTo>
                    <a:pt x="6841" y="450"/>
                    <a:pt x="6556" y="260"/>
                    <a:pt x="6556" y="260"/>
                  </a:cubicBezTo>
                  <a:cubicBezTo>
                    <a:pt x="6413" y="189"/>
                    <a:pt x="6289" y="153"/>
                    <a:pt x="6168" y="153"/>
                  </a:cubicBezTo>
                  <a:cubicBezTo>
                    <a:pt x="6128" y="153"/>
                    <a:pt x="6089" y="157"/>
                    <a:pt x="6049" y="165"/>
                  </a:cubicBezTo>
                  <a:cubicBezTo>
                    <a:pt x="5912" y="83"/>
                    <a:pt x="5751" y="1"/>
                    <a:pt x="5587" y="1"/>
                  </a:cubicBezTo>
                  <a:close/>
                </a:path>
              </a:pathLst>
            </a:custGeom>
            <a:solidFill>
              <a:srgbClr val="990099"/>
            </a:solidFill>
            <a:ln>
              <a:noFill/>
            </a:ln>
          </p:spPr>
          <p:txBody>
            <a:bodyPr spcFirstLastPara="1" wrap="square" lIns="121900" tIns="121900" rIns="121900" bIns="121900" anchor="ctr" anchorCtr="0">
              <a:noAutofit/>
            </a:bodyPr>
            <a:lstStyle/>
            <a:p>
              <a:endParaRPr sz="2400"/>
            </a:p>
          </p:txBody>
        </p:sp>
        <p:sp>
          <p:nvSpPr>
            <p:cNvPr id="26" name="Google Shape;2265;p25">
              <a:extLst>
                <a:ext uri="{FF2B5EF4-FFF2-40B4-BE49-F238E27FC236}">
                  <a16:creationId xmlns:a16="http://schemas.microsoft.com/office/drawing/2014/main" id="{35F86755-590A-6064-F136-EBEF5FE5CF26}"/>
                </a:ext>
              </a:extLst>
            </p:cNvPr>
            <p:cNvSpPr/>
            <p:nvPr/>
          </p:nvSpPr>
          <p:spPr>
            <a:xfrm>
              <a:off x="6024061" y="4435714"/>
              <a:ext cx="54134" cy="178361"/>
            </a:xfrm>
            <a:custGeom>
              <a:avLst/>
              <a:gdLst/>
              <a:ahLst/>
              <a:cxnLst/>
              <a:rect l="l" t="t" r="r" b="b"/>
              <a:pathLst>
                <a:path w="1394" h="4593" extrusionOk="0">
                  <a:moveTo>
                    <a:pt x="64" y="1"/>
                  </a:moveTo>
                  <a:cubicBezTo>
                    <a:pt x="64" y="191"/>
                    <a:pt x="0" y="2534"/>
                    <a:pt x="760" y="4593"/>
                  </a:cubicBezTo>
                  <a:cubicBezTo>
                    <a:pt x="760" y="4593"/>
                    <a:pt x="982" y="2629"/>
                    <a:pt x="1394" y="2281"/>
                  </a:cubicBezTo>
                  <a:cubicBezTo>
                    <a:pt x="1394" y="2281"/>
                    <a:pt x="1014" y="1774"/>
                    <a:pt x="1045" y="1711"/>
                  </a:cubicBezTo>
                  <a:cubicBezTo>
                    <a:pt x="1045" y="1616"/>
                    <a:pt x="1204" y="1299"/>
                    <a:pt x="1362" y="1173"/>
                  </a:cubicBezTo>
                  <a:cubicBezTo>
                    <a:pt x="1394" y="1141"/>
                    <a:pt x="1394" y="1078"/>
                    <a:pt x="1362" y="1046"/>
                  </a:cubicBezTo>
                  <a:lnTo>
                    <a:pt x="64"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7" name="Google Shape;2268;p25">
              <a:extLst>
                <a:ext uri="{FF2B5EF4-FFF2-40B4-BE49-F238E27FC236}">
                  <a16:creationId xmlns:a16="http://schemas.microsoft.com/office/drawing/2014/main" id="{D0E3B884-9E99-79AD-0D57-2D048AC84B57}"/>
                </a:ext>
              </a:extLst>
            </p:cNvPr>
            <p:cNvSpPr/>
            <p:nvPr/>
          </p:nvSpPr>
          <p:spPr>
            <a:xfrm>
              <a:off x="6086777" y="4434510"/>
              <a:ext cx="54134" cy="179565"/>
            </a:xfrm>
            <a:custGeom>
              <a:avLst/>
              <a:gdLst/>
              <a:ahLst/>
              <a:cxnLst/>
              <a:rect l="l" t="t" r="r" b="b"/>
              <a:pathLst>
                <a:path w="1394" h="4624" extrusionOk="0">
                  <a:moveTo>
                    <a:pt x="1299" y="0"/>
                  </a:moveTo>
                  <a:lnTo>
                    <a:pt x="32" y="1077"/>
                  </a:lnTo>
                  <a:cubicBezTo>
                    <a:pt x="0" y="1109"/>
                    <a:pt x="0" y="1172"/>
                    <a:pt x="64" y="1204"/>
                  </a:cubicBezTo>
                  <a:cubicBezTo>
                    <a:pt x="222" y="1330"/>
                    <a:pt x="380" y="1647"/>
                    <a:pt x="380" y="1742"/>
                  </a:cubicBezTo>
                  <a:cubicBezTo>
                    <a:pt x="412" y="1805"/>
                    <a:pt x="32" y="2312"/>
                    <a:pt x="32" y="2312"/>
                  </a:cubicBezTo>
                  <a:cubicBezTo>
                    <a:pt x="444" y="2660"/>
                    <a:pt x="665" y="4624"/>
                    <a:pt x="665" y="4624"/>
                  </a:cubicBezTo>
                  <a:cubicBezTo>
                    <a:pt x="1394" y="2629"/>
                    <a:pt x="1362" y="317"/>
                    <a:pt x="1331" y="32"/>
                  </a:cubicBezTo>
                  <a:cubicBezTo>
                    <a:pt x="1331" y="0"/>
                    <a:pt x="1331" y="0"/>
                    <a:pt x="1299"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8" name="Google Shape;2270;p25">
              <a:extLst>
                <a:ext uri="{FF2B5EF4-FFF2-40B4-BE49-F238E27FC236}">
                  <a16:creationId xmlns:a16="http://schemas.microsoft.com/office/drawing/2014/main" id="{BD84A2CD-F3C7-7204-F72E-F16A7F721AB8}"/>
                </a:ext>
              </a:extLst>
            </p:cNvPr>
            <p:cNvSpPr/>
            <p:nvPr/>
          </p:nvSpPr>
          <p:spPr>
            <a:xfrm>
              <a:off x="6112601" y="4435714"/>
              <a:ext cx="28309" cy="178361"/>
            </a:xfrm>
            <a:custGeom>
              <a:avLst/>
              <a:gdLst/>
              <a:ahLst/>
              <a:cxnLst/>
              <a:rect l="l" t="t" r="r" b="b"/>
              <a:pathLst>
                <a:path w="729" h="4593" extrusionOk="0">
                  <a:moveTo>
                    <a:pt x="666" y="1"/>
                  </a:moveTo>
                  <a:cubicBezTo>
                    <a:pt x="666" y="1"/>
                    <a:pt x="539" y="2915"/>
                    <a:pt x="0" y="4593"/>
                  </a:cubicBezTo>
                  <a:cubicBezTo>
                    <a:pt x="729" y="2598"/>
                    <a:pt x="697" y="286"/>
                    <a:pt x="666" y="1"/>
                  </a:cubicBezTo>
                  <a:close/>
                </a:path>
              </a:pathLst>
            </a:custGeom>
            <a:solidFill>
              <a:srgbClr val="434244"/>
            </a:solidFill>
            <a:ln>
              <a:noFill/>
            </a:ln>
          </p:spPr>
          <p:txBody>
            <a:bodyPr spcFirstLastPara="1" wrap="square" lIns="121900" tIns="121900" rIns="121900" bIns="121900" anchor="ctr" anchorCtr="0">
              <a:noAutofit/>
            </a:bodyPr>
            <a:lstStyle/>
            <a:p>
              <a:endParaRPr sz="2400"/>
            </a:p>
          </p:txBody>
        </p:sp>
        <p:sp>
          <p:nvSpPr>
            <p:cNvPr id="29" name="Google Shape;2271;p25">
              <a:extLst>
                <a:ext uri="{FF2B5EF4-FFF2-40B4-BE49-F238E27FC236}">
                  <a16:creationId xmlns:a16="http://schemas.microsoft.com/office/drawing/2014/main" id="{ACFA3E11-0143-B45C-9058-C8F73F03CE12}"/>
                </a:ext>
              </a:extLst>
            </p:cNvPr>
            <p:cNvSpPr/>
            <p:nvPr/>
          </p:nvSpPr>
          <p:spPr>
            <a:xfrm>
              <a:off x="6053575" y="4477537"/>
              <a:ext cx="59065" cy="180847"/>
            </a:xfrm>
            <a:custGeom>
              <a:avLst/>
              <a:gdLst/>
              <a:ahLst/>
              <a:cxnLst/>
              <a:rect l="l" t="t" r="r" b="b"/>
              <a:pathLst>
                <a:path w="1521" h="4657" extrusionOk="0">
                  <a:moveTo>
                    <a:pt x="634" y="1"/>
                  </a:moveTo>
                  <a:lnTo>
                    <a:pt x="634" y="32"/>
                  </a:lnTo>
                  <a:cubicBezTo>
                    <a:pt x="634" y="64"/>
                    <a:pt x="634" y="96"/>
                    <a:pt x="602" y="96"/>
                  </a:cubicBezTo>
                  <a:cubicBezTo>
                    <a:pt x="444" y="222"/>
                    <a:pt x="285" y="539"/>
                    <a:pt x="285" y="634"/>
                  </a:cubicBezTo>
                  <a:cubicBezTo>
                    <a:pt x="254" y="729"/>
                    <a:pt x="634" y="1204"/>
                    <a:pt x="634" y="1204"/>
                  </a:cubicBezTo>
                  <a:cubicBezTo>
                    <a:pt x="222" y="1552"/>
                    <a:pt x="0" y="3516"/>
                    <a:pt x="0" y="3516"/>
                  </a:cubicBezTo>
                  <a:lnTo>
                    <a:pt x="729" y="4656"/>
                  </a:lnTo>
                  <a:lnTo>
                    <a:pt x="1520" y="3516"/>
                  </a:lnTo>
                  <a:cubicBezTo>
                    <a:pt x="1489" y="3389"/>
                    <a:pt x="1299" y="1521"/>
                    <a:pt x="887" y="1204"/>
                  </a:cubicBezTo>
                  <a:cubicBezTo>
                    <a:pt x="887" y="1204"/>
                    <a:pt x="1235" y="697"/>
                    <a:pt x="1235" y="634"/>
                  </a:cubicBezTo>
                  <a:cubicBezTo>
                    <a:pt x="1235" y="539"/>
                    <a:pt x="1077" y="222"/>
                    <a:pt x="887" y="96"/>
                  </a:cubicBezTo>
                  <a:cubicBezTo>
                    <a:pt x="887" y="64"/>
                    <a:pt x="855" y="32"/>
                    <a:pt x="887" y="1"/>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2272" name="Google Shape;2305;p26">
              <a:extLst>
                <a:ext uri="{FF2B5EF4-FFF2-40B4-BE49-F238E27FC236}">
                  <a16:creationId xmlns:a16="http://schemas.microsoft.com/office/drawing/2014/main" id="{9B1E2178-365C-C33B-2981-CB3D49186BEA}"/>
                </a:ext>
              </a:extLst>
            </p:cNvPr>
            <p:cNvSpPr/>
            <p:nvPr/>
          </p:nvSpPr>
          <p:spPr>
            <a:xfrm>
              <a:off x="2012150" y="4261034"/>
              <a:ext cx="242851" cy="426638"/>
            </a:xfrm>
            <a:custGeom>
              <a:avLst/>
              <a:gdLst/>
              <a:ahLst/>
              <a:cxnLst/>
              <a:rect l="l" t="t" r="r" b="b"/>
              <a:pathLst>
                <a:path w="7031" h="12352" extrusionOk="0">
                  <a:moveTo>
                    <a:pt x="5574" y="1173"/>
                  </a:moveTo>
                  <a:cubicBezTo>
                    <a:pt x="5827" y="1173"/>
                    <a:pt x="6081" y="1426"/>
                    <a:pt x="6081" y="1679"/>
                  </a:cubicBezTo>
                  <a:lnTo>
                    <a:pt x="6081" y="9596"/>
                  </a:lnTo>
                  <a:cubicBezTo>
                    <a:pt x="6081" y="9882"/>
                    <a:pt x="5827" y="10103"/>
                    <a:pt x="5574" y="10103"/>
                  </a:cubicBezTo>
                  <a:lnTo>
                    <a:pt x="1457" y="10103"/>
                  </a:lnTo>
                  <a:cubicBezTo>
                    <a:pt x="1172" y="10103"/>
                    <a:pt x="950" y="9882"/>
                    <a:pt x="950" y="9596"/>
                  </a:cubicBezTo>
                  <a:lnTo>
                    <a:pt x="950" y="1679"/>
                  </a:lnTo>
                  <a:cubicBezTo>
                    <a:pt x="950" y="1426"/>
                    <a:pt x="1172" y="1173"/>
                    <a:pt x="1457" y="1173"/>
                  </a:cubicBezTo>
                  <a:close/>
                  <a:moveTo>
                    <a:pt x="3896" y="10800"/>
                  </a:moveTo>
                  <a:cubicBezTo>
                    <a:pt x="4054" y="10800"/>
                    <a:pt x="4149" y="10927"/>
                    <a:pt x="4149" y="11053"/>
                  </a:cubicBezTo>
                  <a:lnTo>
                    <a:pt x="4149" y="11497"/>
                  </a:lnTo>
                  <a:cubicBezTo>
                    <a:pt x="4149" y="11623"/>
                    <a:pt x="4054" y="11750"/>
                    <a:pt x="3896" y="11750"/>
                  </a:cubicBezTo>
                  <a:lnTo>
                    <a:pt x="3136" y="11750"/>
                  </a:lnTo>
                  <a:cubicBezTo>
                    <a:pt x="2977" y="11750"/>
                    <a:pt x="2882" y="11655"/>
                    <a:pt x="2882" y="11497"/>
                  </a:cubicBezTo>
                  <a:lnTo>
                    <a:pt x="2882" y="11053"/>
                  </a:lnTo>
                  <a:cubicBezTo>
                    <a:pt x="2882" y="10927"/>
                    <a:pt x="2977" y="10800"/>
                    <a:pt x="3136" y="10800"/>
                  </a:cubicBezTo>
                  <a:close/>
                  <a:moveTo>
                    <a:pt x="1045" y="1"/>
                  </a:moveTo>
                  <a:cubicBezTo>
                    <a:pt x="475" y="1"/>
                    <a:pt x="0" y="476"/>
                    <a:pt x="0" y="1046"/>
                  </a:cubicBezTo>
                  <a:lnTo>
                    <a:pt x="0" y="11307"/>
                  </a:lnTo>
                  <a:cubicBezTo>
                    <a:pt x="0" y="11877"/>
                    <a:pt x="475" y="12352"/>
                    <a:pt x="1045" y="12352"/>
                  </a:cubicBezTo>
                  <a:lnTo>
                    <a:pt x="5986" y="12352"/>
                  </a:lnTo>
                  <a:cubicBezTo>
                    <a:pt x="6556" y="12352"/>
                    <a:pt x="7031" y="11877"/>
                    <a:pt x="7031" y="11307"/>
                  </a:cubicBezTo>
                  <a:lnTo>
                    <a:pt x="7031" y="1046"/>
                  </a:lnTo>
                  <a:cubicBezTo>
                    <a:pt x="7031" y="476"/>
                    <a:pt x="6556" y="1"/>
                    <a:pt x="5986" y="1"/>
                  </a:cubicBezTo>
                  <a:close/>
                </a:path>
              </a:pathLst>
            </a:custGeom>
            <a:solidFill>
              <a:srgbClr val="9227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53;p25">
              <a:extLst>
                <a:ext uri="{FF2B5EF4-FFF2-40B4-BE49-F238E27FC236}">
                  <a16:creationId xmlns:a16="http://schemas.microsoft.com/office/drawing/2014/main" id="{C484D3DE-ABA9-94A8-F6BA-1DD971B7B84C}"/>
                </a:ext>
              </a:extLst>
            </p:cNvPr>
            <p:cNvSpPr/>
            <p:nvPr/>
          </p:nvSpPr>
          <p:spPr>
            <a:xfrm>
              <a:off x="2114094" y="4089435"/>
              <a:ext cx="20931" cy="86132"/>
            </a:xfrm>
            <a:custGeom>
              <a:avLst/>
              <a:gdLst/>
              <a:ahLst/>
              <a:cxnLst/>
              <a:rect l="l" t="t" r="r" b="b"/>
              <a:pathLst>
                <a:path w="539" h="2218" extrusionOk="0">
                  <a:moveTo>
                    <a:pt x="222" y="1"/>
                  </a:moveTo>
                  <a:cubicBezTo>
                    <a:pt x="95" y="1"/>
                    <a:pt x="0" y="96"/>
                    <a:pt x="0" y="222"/>
                  </a:cubicBezTo>
                  <a:lnTo>
                    <a:pt x="254" y="2218"/>
                  </a:lnTo>
                  <a:lnTo>
                    <a:pt x="507" y="222"/>
                  </a:lnTo>
                  <a:cubicBezTo>
                    <a:pt x="539" y="96"/>
                    <a:pt x="444" y="1"/>
                    <a:pt x="317"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2274" name="Google Shape;2254;p25">
              <a:extLst>
                <a:ext uri="{FF2B5EF4-FFF2-40B4-BE49-F238E27FC236}">
                  <a16:creationId xmlns:a16="http://schemas.microsoft.com/office/drawing/2014/main" id="{19BB819D-5727-00FF-BA1C-A8B0EA136B4F}"/>
                </a:ext>
              </a:extLst>
            </p:cNvPr>
            <p:cNvSpPr/>
            <p:nvPr/>
          </p:nvSpPr>
          <p:spPr>
            <a:xfrm>
              <a:off x="1921014" y="4170324"/>
              <a:ext cx="65201" cy="64269"/>
            </a:xfrm>
            <a:custGeom>
              <a:avLst/>
              <a:gdLst/>
              <a:ahLst/>
              <a:cxnLst/>
              <a:rect l="l" t="t" r="r" b="b"/>
              <a:pathLst>
                <a:path w="1679" h="1655" extrusionOk="0">
                  <a:moveTo>
                    <a:pt x="313" y="0"/>
                  </a:moveTo>
                  <a:cubicBezTo>
                    <a:pt x="262" y="0"/>
                    <a:pt x="206" y="24"/>
                    <a:pt x="159" y="71"/>
                  </a:cubicBezTo>
                  <a:lnTo>
                    <a:pt x="95" y="135"/>
                  </a:lnTo>
                  <a:cubicBezTo>
                    <a:pt x="0" y="230"/>
                    <a:pt x="0" y="356"/>
                    <a:pt x="95" y="420"/>
                  </a:cubicBezTo>
                  <a:lnTo>
                    <a:pt x="1679" y="1655"/>
                  </a:lnTo>
                  <a:lnTo>
                    <a:pt x="444" y="71"/>
                  </a:lnTo>
                  <a:cubicBezTo>
                    <a:pt x="412" y="24"/>
                    <a:pt x="365" y="0"/>
                    <a:pt x="313"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2275" name="Google Shape;2255;p25">
              <a:extLst>
                <a:ext uri="{FF2B5EF4-FFF2-40B4-BE49-F238E27FC236}">
                  <a16:creationId xmlns:a16="http://schemas.microsoft.com/office/drawing/2014/main" id="{26ACABBE-2B78-9EED-4BAE-5EB1DA62E1F4}"/>
                </a:ext>
              </a:extLst>
            </p:cNvPr>
            <p:cNvSpPr/>
            <p:nvPr/>
          </p:nvSpPr>
          <p:spPr>
            <a:xfrm>
              <a:off x="1845988" y="4364685"/>
              <a:ext cx="84890" cy="18951"/>
            </a:xfrm>
            <a:custGeom>
              <a:avLst/>
              <a:gdLst/>
              <a:ahLst/>
              <a:cxnLst/>
              <a:rect l="l" t="t" r="r" b="b"/>
              <a:pathLst>
                <a:path w="2186" h="488" extrusionOk="0">
                  <a:moveTo>
                    <a:pt x="174" y="0"/>
                  </a:moveTo>
                  <a:cubicBezTo>
                    <a:pt x="72" y="0"/>
                    <a:pt x="1" y="87"/>
                    <a:pt x="1" y="197"/>
                  </a:cubicBezTo>
                  <a:lnTo>
                    <a:pt x="1" y="292"/>
                  </a:lnTo>
                  <a:cubicBezTo>
                    <a:pt x="1" y="402"/>
                    <a:pt x="72" y="488"/>
                    <a:pt x="174" y="488"/>
                  </a:cubicBezTo>
                  <a:cubicBezTo>
                    <a:pt x="190" y="488"/>
                    <a:pt x="206" y="486"/>
                    <a:pt x="222" y="482"/>
                  </a:cubicBezTo>
                  <a:lnTo>
                    <a:pt x="2186" y="228"/>
                  </a:lnTo>
                  <a:lnTo>
                    <a:pt x="222" y="7"/>
                  </a:lnTo>
                  <a:cubicBezTo>
                    <a:pt x="206" y="2"/>
                    <a:pt x="190" y="0"/>
                    <a:pt x="174"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2276" name="Google Shape;2256;p25">
              <a:extLst>
                <a:ext uri="{FF2B5EF4-FFF2-40B4-BE49-F238E27FC236}">
                  <a16:creationId xmlns:a16="http://schemas.microsoft.com/office/drawing/2014/main" id="{53710CE4-D37C-4BA0-4A0A-ED26AA58896D}"/>
                </a:ext>
              </a:extLst>
            </p:cNvPr>
            <p:cNvSpPr/>
            <p:nvPr/>
          </p:nvSpPr>
          <p:spPr>
            <a:xfrm>
              <a:off x="2323172" y="4357540"/>
              <a:ext cx="86132" cy="19960"/>
            </a:xfrm>
            <a:custGeom>
              <a:avLst/>
              <a:gdLst/>
              <a:ahLst/>
              <a:cxnLst/>
              <a:rect l="l" t="t" r="r" b="b"/>
              <a:pathLst>
                <a:path w="2218" h="514" extrusionOk="0">
                  <a:moveTo>
                    <a:pt x="1995" y="1"/>
                  </a:moveTo>
                  <a:lnTo>
                    <a:pt x="0" y="254"/>
                  </a:lnTo>
                  <a:lnTo>
                    <a:pt x="1995" y="507"/>
                  </a:lnTo>
                  <a:cubicBezTo>
                    <a:pt x="2008" y="511"/>
                    <a:pt x="2021" y="513"/>
                    <a:pt x="2034" y="513"/>
                  </a:cubicBezTo>
                  <a:cubicBezTo>
                    <a:pt x="2121" y="513"/>
                    <a:pt x="2217" y="427"/>
                    <a:pt x="2217" y="317"/>
                  </a:cubicBezTo>
                  <a:lnTo>
                    <a:pt x="2217" y="222"/>
                  </a:lnTo>
                  <a:cubicBezTo>
                    <a:pt x="2217" y="96"/>
                    <a:pt x="2090" y="1"/>
                    <a:pt x="1995"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2277" name="Google Shape;2257;p25">
              <a:extLst>
                <a:ext uri="{FF2B5EF4-FFF2-40B4-BE49-F238E27FC236}">
                  <a16:creationId xmlns:a16="http://schemas.microsoft.com/office/drawing/2014/main" id="{446E087C-0E1B-286D-A709-930D1812C5CA}"/>
                </a:ext>
              </a:extLst>
            </p:cNvPr>
            <p:cNvSpPr/>
            <p:nvPr/>
          </p:nvSpPr>
          <p:spPr>
            <a:xfrm>
              <a:off x="2264146" y="4165509"/>
              <a:ext cx="65201" cy="64191"/>
            </a:xfrm>
            <a:custGeom>
              <a:avLst/>
              <a:gdLst/>
              <a:ahLst/>
              <a:cxnLst/>
              <a:rect l="l" t="t" r="r" b="b"/>
              <a:pathLst>
                <a:path w="1679" h="1653" extrusionOk="0">
                  <a:moveTo>
                    <a:pt x="1363" y="1"/>
                  </a:moveTo>
                  <a:cubicBezTo>
                    <a:pt x="1299" y="1"/>
                    <a:pt x="1237" y="32"/>
                    <a:pt x="1203" y="100"/>
                  </a:cubicBezTo>
                  <a:lnTo>
                    <a:pt x="0" y="1652"/>
                  </a:lnTo>
                  <a:lnTo>
                    <a:pt x="0" y="1652"/>
                  </a:lnTo>
                  <a:lnTo>
                    <a:pt x="1552" y="449"/>
                  </a:lnTo>
                  <a:cubicBezTo>
                    <a:pt x="1647" y="354"/>
                    <a:pt x="1679" y="227"/>
                    <a:pt x="1584" y="132"/>
                  </a:cubicBezTo>
                  <a:lnTo>
                    <a:pt x="1520" y="69"/>
                  </a:lnTo>
                  <a:cubicBezTo>
                    <a:pt x="1476" y="25"/>
                    <a:pt x="1418" y="1"/>
                    <a:pt x="1363"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grpSp>
      <p:sp>
        <p:nvSpPr>
          <p:cNvPr id="6" name="Google Shape;2219;p25">
            <a:extLst>
              <a:ext uri="{FF2B5EF4-FFF2-40B4-BE49-F238E27FC236}">
                <a16:creationId xmlns:a16="http://schemas.microsoft.com/office/drawing/2014/main" id="{A5DF9B1C-15F5-1478-7922-7A78B725B8FA}"/>
              </a:ext>
            </a:extLst>
          </p:cNvPr>
          <p:cNvSpPr txBox="1"/>
          <p:nvPr/>
        </p:nvSpPr>
        <p:spPr>
          <a:xfrm>
            <a:off x="3454800" y="15144"/>
            <a:ext cx="5282400" cy="750732"/>
          </a:xfrm>
          <a:prstGeom prst="rect">
            <a:avLst/>
          </a:prstGeom>
          <a:noFill/>
          <a:ln>
            <a:noFill/>
          </a:ln>
        </p:spPr>
        <p:txBody>
          <a:bodyPr spcFirstLastPara="1" wrap="square" lIns="121900" tIns="121900" rIns="121900" bIns="121900" anchor="ctr" anchorCtr="0">
            <a:noAutofit/>
          </a:bodyPr>
          <a:lstStyle/>
          <a:p>
            <a:pPr algn="ctr"/>
            <a:r>
              <a:rPr lang="ar-LY" sz="4400" dirty="0">
                <a:solidFill>
                  <a:srgbClr val="990099"/>
                </a:solidFill>
                <a:latin typeface="Tajawal ExtraBold" panose="00000800000000000000" pitchFamily="2" charset="-78"/>
                <a:ea typeface="Fira Sans Medium"/>
                <a:cs typeface="Tajawal ExtraBold" panose="00000800000000000000" pitchFamily="2" charset="-78"/>
                <a:sym typeface="Fira Sans Medium"/>
              </a:rPr>
              <a:t>شهر اكتوبر</a:t>
            </a:r>
          </a:p>
        </p:txBody>
      </p:sp>
      <p:sp>
        <p:nvSpPr>
          <p:cNvPr id="52" name="Google Shape;2231;p25">
            <a:extLst>
              <a:ext uri="{FF2B5EF4-FFF2-40B4-BE49-F238E27FC236}">
                <a16:creationId xmlns:a16="http://schemas.microsoft.com/office/drawing/2014/main" id="{A6AC99F5-BD54-4E28-933B-D7B67634FAE7}"/>
              </a:ext>
            </a:extLst>
          </p:cNvPr>
          <p:cNvSpPr/>
          <p:nvPr/>
        </p:nvSpPr>
        <p:spPr>
          <a:xfrm>
            <a:off x="5573942" y="709257"/>
            <a:ext cx="1008502" cy="1009705"/>
          </a:xfrm>
          <a:custGeom>
            <a:avLst/>
            <a:gdLst/>
            <a:ahLst/>
            <a:cxnLst/>
            <a:rect l="l" t="t" r="r" b="b"/>
            <a:pathLst>
              <a:path w="25970" h="26001" extrusionOk="0">
                <a:moveTo>
                  <a:pt x="12985" y="0"/>
                </a:moveTo>
                <a:cubicBezTo>
                  <a:pt x="5796" y="0"/>
                  <a:pt x="1" y="5827"/>
                  <a:pt x="1" y="12985"/>
                </a:cubicBezTo>
                <a:cubicBezTo>
                  <a:pt x="1" y="20173"/>
                  <a:pt x="5796" y="26000"/>
                  <a:pt x="12985" y="26000"/>
                </a:cubicBezTo>
                <a:cubicBezTo>
                  <a:pt x="20142" y="26000"/>
                  <a:pt x="25969" y="20173"/>
                  <a:pt x="25969" y="12985"/>
                </a:cubicBezTo>
                <a:cubicBezTo>
                  <a:pt x="25969" y="5827"/>
                  <a:pt x="20142" y="0"/>
                  <a:pt x="12985" y="0"/>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54" name="Google Shape;2234;p25">
            <a:extLst>
              <a:ext uri="{FF2B5EF4-FFF2-40B4-BE49-F238E27FC236}">
                <a16:creationId xmlns:a16="http://schemas.microsoft.com/office/drawing/2014/main" id="{E10C2D0F-419A-45F4-9FF6-709401668CB2}"/>
              </a:ext>
            </a:extLst>
          </p:cNvPr>
          <p:cNvSpPr/>
          <p:nvPr/>
        </p:nvSpPr>
        <p:spPr>
          <a:xfrm>
            <a:off x="5596077" y="731391"/>
            <a:ext cx="964232" cy="965435"/>
          </a:xfrm>
          <a:custGeom>
            <a:avLst/>
            <a:gdLst/>
            <a:ahLst/>
            <a:cxnLst/>
            <a:rect l="l" t="t" r="r" b="b"/>
            <a:pathLst>
              <a:path w="24830" h="24861" extrusionOk="0">
                <a:moveTo>
                  <a:pt x="12415" y="0"/>
                </a:moveTo>
                <a:cubicBezTo>
                  <a:pt x="5543" y="0"/>
                  <a:pt x="1" y="5574"/>
                  <a:pt x="1" y="12446"/>
                </a:cubicBezTo>
                <a:cubicBezTo>
                  <a:pt x="1" y="19318"/>
                  <a:pt x="5543" y="24860"/>
                  <a:pt x="12415" y="24860"/>
                </a:cubicBezTo>
                <a:cubicBezTo>
                  <a:pt x="19255" y="24860"/>
                  <a:pt x="24829" y="19318"/>
                  <a:pt x="24829" y="12446"/>
                </a:cubicBezTo>
                <a:cubicBezTo>
                  <a:pt x="24829" y="5574"/>
                  <a:pt x="19255" y="0"/>
                  <a:pt x="12415"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pic>
        <p:nvPicPr>
          <p:cNvPr id="17" name="Picture 16">
            <a:extLst>
              <a:ext uri="{FF2B5EF4-FFF2-40B4-BE49-F238E27FC236}">
                <a16:creationId xmlns:a16="http://schemas.microsoft.com/office/drawing/2014/main" id="{455F4D01-9FD8-4421-A989-F5854BFD55B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791200" y="895593"/>
            <a:ext cx="609600" cy="609600"/>
          </a:xfrm>
          <a:prstGeom prst="rect">
            <a:avLst/>
          </a:prstGeom>
        </p:spPr>
      </p:pic>
      <p:sp>
        <p:nvSpPr>
          <p:cNvPr id="61" name="Rectangle 60">
            <a:extLst>
              <a:ext uri="{FF2B5EF4-FFF2-40B4-BE49-F238E27FC236}">
                <a16:creationId xmlns:a16="http://schemas.microsoft.com/office/drawing/2014/main" id="{049FFE32-7228-4232-9EDB-834179C6C3E8}"/>
              </a:ext>
            </a:extLst>
          </p:cNvPr>
          <p:cNvSpPr/>
          <p:nvPr/>
        </p:nvSpPr>
        <p:spPr>
          <a:xfrm>
            <a:off x="4210359" y="1774483"/>
            <a:ext cx="3810660" cy="369332"/>
          </a:xfrm>
          <a:prstGeom prst="rect">
            <a:avLst/>
          </a:prstGeom>
        </p:spPr>
        <p:txBody>
          <a:bodyPr wrap="none">
            <a:spAutoFit/>
          </a:bodyPr>
          <a:lstStyle/>
          <a:p>
            <a:pPr algn="ctr"/>
            <a:r>
              <a:rPr lang="ar-LY" b="1" dirty="0">
                <a:solidFill>
                  <a:srgbClr val="990099"/>
                </a:solidFill>
                <a:latin typeface="Tajawal ExtraBold" panose="00000800000000000000" pitchFamily="2" charset="-78"/>
                <a:ea typeface="Fira Sans Medium"/>
                <a:cs typeface="Tajawal ExtraBold" panose="00000800000000000000" pitchFamily="2" charset="-78"/>
                <a:sym typeface="Fira Sans Medium"/>
              </a:rPr>
              <a:t>الإيرادات الكلية للاستخدام المحققة</a:t>
            </a:r>
          </a:p>
        </p:txBody>
      </p:sp>
      <p:sp>
        <p:nvSpPr>
          <p:cNvPr id="62" name="Rectangle 61">
            <a:extLst>
              <a:ext uri="{FF2B5EF4-FFF2-40B4-BE49-F238E27FC236}">
                <a16:creationId xmlns:a16="http://schemas.microsoft.com/office/drawing/2014/main" id="{A6FABC1C-BBA9-4647-9E99-718FA84F6DD7}"/>
              </a:ext>
            </a:extLst>
          </p:cNvPr>
          <p:cNvSpPr/>
          <p:nvPr/>
        </p:nvSpPr>
        <p:spPr>
          <a:xfrm>
            <a:off x="5119353" y="2120365"/>
            <a:ext cx="1854995" cy="369332"/>
          </a:xfrm>
          <a:prstGeom prst="rect">
            <a:avLst/>
          </a:prstGeom>
        </p:spPr>
        <p:txBody>
          <a:bodyPr wrap="none">
            <a:spAutoFit/>
          </a:bodyPr>
          <a:lstStyle/>
          <a:p>
            <a:pPr algn="ctr"/>
            <a:r>
              <a:rPr lang="ar-LY" b="1" dirty="0">
                <a:solidFill>
                  <a:srgbClr val="990099"/>
                </a:solidFill>
                <a:latin typeface="Tajawal" panose="00000500000000000000" pitchFamily="2" charset="-78"/>
                <a:cs typeface="Tajawal" panose="00000500000000000000" pitchFamily="2" charset="-78"/>
                <a:sym typeface="Fira Sans"/>
              </a:rPr>
              <a:t> </a:t>
            </a:r>
            <a:r>
              <a:rPr lang="ar-LY" dirty="0">
                <a:latin typeface="Fira Sans"/>
                <a:ea typeface="Fira Sans"/>
                <a:sym typeface="Fira Sans"/>
              </a:rPr>
              <a:t>د.ل.</a:t>
            </a:r>
            <a:r>
              <a:rPr lang="en-US" b="1" dirty="0">
                <a:solidFill>
                  <a:srgbClr val="990099"/>
                </a:solidFill>
                <a:latin typeface="Tajawal" panose="00000500000000000000" pitchFamily="2" charset="-78"/>
                <a:cs typeface="Tajawal" panose="00000500000000000000" pitchFamily="2" charset="-78"/>
                <a:sym typeface="Fira Sans"/>
              </a:rPr>
              <a:t> </a:t>
            </a:r>
            <a:r>
              <a:rPr lang="en-US" sz="1800" b="1" i="0" u="none" strike="noStrike" dirty="0">
                <a:solidFill>
                  <a:srgbClr val="990099"/>
                </a:solidFill>
                <a:effectLst/>
                <a:latin typeface="Calibri" panose="020F0502020204030204" pitchFamily="34" charset="0"/>
              </a:rPr>
              <a:t>157,582,788</a:t>
            </a:r>
            <a:r>
              <a:rPr lang="en-US" dirty="0"/>
              <a:t> </a:t>
            </a:r>
            <a:endParaRPr lang="ar-LY" dirty="0">
              <a:latin typeface="Fira Sans"/>
              <a:ea typeface="Fira Sans"/>
              <a:sym typeface="Fira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3">
            <a:extLst>
              <a:ext uri="{FF2B5EF4-FFF2-40B4-BE49-F238E27FC236}">
                <a16:creationId xmlns:a16="http://schemas.microsoft.com/office/drawing/2014/main" id="{74EBFDDF-6379-45AB-8D4B-51AB8993702F}"/>
              </a:ext>
            </a:extLst>
          </p:cNvPr>
          <p:cNvGrpSpPr/>
          <p:nvPr/>
        </p:nvGrpSpPr>
        <p:grpSpPr>
          <a:xfrm>
            <a:off x="3897948" y="1482776"/>
            <a:ext cx="4396103" cy="3801522"/>
            <a:chOff x="630238" y="1946275"/>
            <a:chExt cx="3922712" cy="3716338"/>
          </a:xfrm>
          <a:gradFill>
            <a:gsLst>
              <a:gs pos="0">
                <a:srgbClr val="990099"/>
              </a:gs>
              <a:gs pos="100000">
                <a:schemeClr val="accent2"/>
              </a:gs>
            </a:gsLst>
            <a:lin ang="5400000" scaled="1"/>
          </a:gradFill>
        </p:grpSpPr>
        <p:sp>
          <p:nvSpPr>
            <p:cNvPr id="32" name="任意多边形 175">
              <a:extLst>
                <a:ext uri="{FF2B5EF4-FFF2-40B4-BE49-F238E27FC236}">
                  <a16:creationId xmlns:a16="http://schemas.microsoft.com/office/drawing/2014/main" id="{3B597BBB-F660-4238-850C-7B328E79CF96}"/>
                </a:ext>
              </a:extLst>
            </p:cNvPr>
            <p:cNvSpPr>
              <a:spLocks/>
            </p:cNvSpPr>
            <p:nvPr/>
          </p:nvSpPr>
          <p:spPr bwMode="auto">
            <a:xfrm>
              <a:off x="685800" y="2162175"/>
              <a:ext cx="627062" cy="1060450"/>
            </a:xfrm>
            <a:custGeom>
              <a:avLst/>
              <a:gdLst>
                <a:gd name="T0" fmla="*/ 616650 w 3444156"/>
                <a:gd name="T1" fmla="*/ 34569 h 5834585"/>
                <a:gd name="T2" fmla="*/ 540614 w 3444156"/>
                <a:gd name="T3" fmla="*/ 0 h 5834585"/>
                <a:gd name="T4" fmla="*/ 475844 w 3444156"/>
                <a:gd name="T5" fmla="*/ 30132 h 5834585"/>
                <a:gd name="T6" fmla="*/ 395079 w 3444156"/>
                <a:gd name="T7" fmla="*/ 65521 h 5834585"/>
                <a:gd name="T8" fmla="*/ 385986 w 3444156"/>
                <a:gd name="T9" fmla="*/ 96172 h 5834585"/>
                <a:gd name="T10" fmla="*/ 346007 w 3444156"/>
                <a:gd name="T11" fmla="*/ 99243 h 5834585"/>
                <a:gd name="T12" fmla="*/ 338298 w 3444156"/>
                <a:gd name="T13" fmla="*/ 113856 h 5834585"/>
                <a:gd name="T14" fmla="*/ 318308 w 3444156"/>
                <a:gd name="T15" fmla="*/ 153862 h 5834585"/>
                <a:gd name="T16" fmla="*/ 284470 w 3444156"/>
                <a:gd name="T17" fmla="*/ 166167 h 5834585"/>
                <a:gd name="T18" fmla="*/ 256032 w 3444156"/>
                <a:gd name="T19" fmla="*/ 175378 h 5834585"/>
                <a:gd name="T20" fmla="*/ 217554 w 3444156"/>
                <a:gd name="T21" fmla="*/ 223856 h 5834585"/>
                <a:gd name="T22" fmla="*/ 216125 w 3444156"/>
                <a:gd name="T23" fmla="*/ 254575 h 5834585"/>
                <a:gd name="T24" fmla="*/ 226002 w 3444156"/>
                <a:gd name="T25" fmla="*/ 313843 h 5834585"/>
                <a:gd name="T26" fmla="*/ 250653 w 3444156"/>
                <a:gd name="T27" fmla="*/ 383837 h 5834585"/>
                <a:gd name="T28" fmla="*/ 213722 w 3444156"/>
                <a:gd name="T29" fmla="*/ 440003 h 5834585"/>
                <a:gd name="T30" fmla="*/ 183715 w 3444156"/>
                <a:gd name="T31" fmla="*/ 474630 h 5834585"/>
                <a:gd name="T32" fmla="*/ 136811 w 3444156"/>
                <a:gd name="T33" fmla="*/ 523086 h 5834585"/>
                <a:gd name="T34" fmla="*/ 94502 w 3444156"/>
                <a:gd name="T35" fmla="*/ 532320 h 5834585"/>
                <a:gd name="T36" fmla="*/ 48247 w 3444156"/>
                <a:gd name="T37" fmla="*/ 556122 h 5834585"/>
                <a:gd name="T38" fmla="*/ 0 w 3444156"/>
                <a:gd name="T39" fmla="*/ 587566 h 5834585"/>
                <a:gd name="T40" fmla="*/ 60798 w 3444156"/>
                <a:gd name="T41" fmla="*/ 689834 h 5834585"/>
                <a:gd name="T42" fmla="*/ 100777 w 3444156"/>
                <a:gd name="T43" fmla="*/ 832894 h 5834585"/>
                <a:gd name="T44" fmla="*/ 108464 w 3444156"/>
                <a:gd name="T45" fmla="*/ 931352 h 5834585"/>
                <a:gd name="T46" fmla="*/ 100732 w 3444156"/>
                <a:gd name="T47" fmla="*/ 993681 h 5834585"/>
                <a:gd name="T48" fmla="*/ 159109 w 3444156"/>
                <a:gd name="T49" fmla="*/ 982819 h 5834585"/>
                <a:gd name="T50" fmla="*/ 188399 w 3444156"/>
                <a:gd name="T51" fmla="*/ 995183 h 5834585"/>
                <a:gd name="T52" fmla="*/ 219952 w 3444156"/>
                <a:gd name="T53" fmla="*/ 1025193 h 5834585"/>
                <a:gd name="T54" fmla="*/ 262956 w 3444156"/>
                <a:gd name="T55" fmla="*/ 1006703 h 5834585"/>
                <a:gd name="T56" fmla="*/ 304482 w 3444156"/>
                <a:gd name="T57" fmla="*/ 985164 h 5834585"/>
                <a:gd name="T58" fmla="*/ 349100 w 3444156"/>
                <a:gd name="T59" fmla="*/ 961317 h 5834585"/>
                <a:gd name="T60" fmla="*/ 371397 w 3444156"/>
                <a:gd name="T61" fmla="*/ 1013651 h 5834585"/>
                <a:gd name="T62" fmla="*/ 416016 w 3444156"/>
                <a:gd name="T63" fmla="*/ 1035951 h 5834585"/>
                <a:gd name="T64" fmla="*/ 442145 w 3444156"/>
                <a:gd name="T65" fmla="*/ 1043639 h 5834585"/>
                <a:gd name="T66" fmla="*/ 492926 w 3444156"/>
                <a:gd name="T67" fmla="*/ 1032858 h 5834585"/>
                <a:gd name="T68" fmla="*/ 532143 w 3444156"/>
                <a:gd name="T69" fmla="*/ 1039022 h 5834585"/>
                <a:gd name="T70" fmla="*/ 561388 w 3444156"/>
                <a:gd name="T71" fmla="*/ 1049018 h 5834585"/>
                <a:gd name="T72" fmla="*/ 590610 w 3444156"/>
                <a:gd name="T73" fmla="*/ 1060560 h 5834585"/>
                <a:gd name="T74" fmla="*/ 597084 w 3444156"/>
                <a:gd name="T75" fmla="*/ 1037822 h 5834585"/>
                <a:gd name="T76" fmla="*/ 589064 w 3444156"/>
                <a:gd name="T77" fmla="*/ 972098 h 5834585"/>
                <a:gd name="T78" fmla="*/ 551163 w 3444156"/>
                <a:gd name="T79" fmla="*/ 903276 h 5834585"/>
                <a:gd name="T80" fmla="*/ 558295 w 3444156"/>
                <a:gd name="T81" fmla="*/ 838250 h 5834585"/>
                <a:gd name="T82" fmla="*/ 544446 w 3444156"/>
                <a:gd name="T83" fmla="*/ 756713 h 5834585"/>
                <a:gd name="T84" fmla="*/ 542138 w 3444156"/>
                <a:gd name="T85" fmla="*/ 663656 h 5834585"/>
                <a:gd name="T86" fmla="*/ 538306 w 3444156"/>
                <a:gd name="T87" fmla="*/ 562173 h 5834585"/>
                <a:gd name="T88" fmla="*/ 539807 w 3444156"/>
                <a:gd name="T89" fmla="*/ 502220 h 5834585"/>
                <a:gd name="T90" fmla="*/ 553679 w 3444156"/>
                <a:gd name="T91" fmla="*/ 460779 h 5834585"/>
                <a:gd name="T92" fmla="*/ 584448 w 3444156"/>
                <a:gd name="T93" fmla="*/ 427698 h 5834585"/>
                <a:gd name="T94" fmla="*/ 608292 w 3444156"/>
                <a:gd name="T95" fmla="*/ 390785 h 5834585"/>
                <a:gd name="T96" fmla="*/ 620595 w 3444156"/>
                <a:gd name="T97" fmla="*/ 371555 h 5834585"/>
                <a:gd name="T98" fmla="*/ 614432 w 3444156"/>
                <a:gd name="T99" fmla="*/ 329240 h 5834585"/>
                <a:gd name="T100" fmla="*/ 608016 w 3444156"/>
                <a:gd name="T101" fmla="*/ 281578 h 5834585"/>
                <a:gd name="T102" fmla="*/ 609054 w 3444156"/>
                <a:gd name="T103" fmla="*/ 209244 h 5834585"/>
                <a:gd name="T104" fmla="*/ 613670 w 3444156"/>
                <a:gd name="T105" fmla="*/ 174639 h 5834585"/>
                <a:gd name="T106" fmla="*/ 625211 w 3444156"/>
                <a:gd name="T107" fmla="*/ 123090 h 5834585"/>
                <a:gd name="T108" fmla="*/ 625973 w 3444156"/>
                <a:gd name="T109" fmla="*/ 73849 h 5834585"/>
                <a:gd name="T110" fmla="*/ 616650 w 3444156"/>
                <a:gd name="T111" fmla="*/ 34569 h 583458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3444156" h="5834585">
                  <a:moveTo>
                    <a:pt x="3392860" y="190177"/>
                  </a:moveTo>
                  <a:lnTo>
                    <a:pt x="2974504" y="0"/>
                  </a:lnTo>
                  <a:lnTo>
                    <a:pt x="2618133" y="165769"/>
                  </a:lnTo>
                  <a:lnTo>
                    <a:pt x="2173757" y="360461"/>
                  </a:lnTo>
                  <a:lnTo>
                    <a:pt x="2123728" y="529084"/>
                  </a:lnTo>
                  <a:lnTo>
                    <a:pt x="1903760" y="545976"/>
                  </a:lnTo>
                  <a:lnTo>
                    <a:pt x="1861344" y="626368"/>
                  </a:lnTo>
                  <a:lnTo>
                    <a:pt x="1751360" y="846460"/>
                  </a:lnTo>
                  <a:lnTo>
                    <a:pt x="1565176" y="914152"/>
                  </a:lnTo>
                  <a:lnTo>
                    <a:pt x="1408708" y="964828"/>
                  </a:lnTo>
                  <a:lnTo>
                    <a:pt x="1197000" y="1231528"/>
                  </a:lnTo>
                  <a:lnTo>
                    <a:pt x="1189139" y="1400523"/>
                  </a:lnTo>
                  <a:lnTo>
                    <a:pt x="1243484" y="1726580"/>
                  </a:lnTo>
                  <a:lnTo>
                    <a:pt x="1379116" y="2111648"/>
                  </a:lnTo>
                  <a:lnTo>
                    <a:pt x="1175916" y="2420640"/>
                  </a:lnTo>
                  <a:lnTo>
                    <a:pt x="1010816" y="2611140"/>
                  </a:lnTo>
                  <a:lnTo>
                    <a:pt x="752748" y="2877716"/>
                  </a:lnTo>
                  <a:lnTo>
                    <a:pt x="519956" y="2928516"/>
                  </a:lnTo>
                  <a:lnTo>
                    <a:pt x="265460" y="3059460"/>
                  </a:lnTo>
                  <a:lnTo>
                    <a:pt x="0" y="3232449"/>
                  </a:lnTo>
                  <a:lnTo>
                    <a:pt x="334516" y="3795069"/>
                  </a:lnTo>
                  <a:lnTo>
                    <a:pt x="554484" y="4582097"/>
                  </a:lnTo>
                  <a:lnTo>
                    <a:pt x="596776" y="5123757"/>
                  </a:lnTo>
                  <a:lnTo>
                    <a:pt x="554236" y="5466657"/>
                  </a:lnTo>
                  <a:lnTo>
                    <a:pt x="875432" y="5406901"/>
                  </a:lnTo>
                  <a:lnTo>
                    <a:pt x="1036588" y="5474917"/>
                  </a:lnTo>
                  <a:lnTo>
                    <a:pt x="1210196" y="5640017"/>
                  </a:lnTo>
                  <a:lnTo>
                    <a:pt x="1446808" y="5538293"/>
                  </a:lnTo>
                  <a:lnTo>
                    <a:pt x="1675284" y="5419801"/>
                  </a:lnTo>
                  <a:lnTo>
                    <a:pt x="1920776" y="5288609"/>
                  </a:lnTo>
                  <a:lnTo>
                    <a:pt x="2043460" y="5576517"/>
                  </a:lnTo>
                  <a:lnTo>
                    <a:pt x="2288952" y="5699201"/>
                  </a:lnTo>
                  <a:lnTo>
                    <a:pt x="2432720" y="5741493"/>
                  </a:lnTo>
                  <a:lnTo>
                    <a:pt x="2712120" y="5682185"/>
                  </a:lnTo>
                  <a:lnTo>
                    <a:pt x="2927896" y="5716093"/>
                  </a:lnTo>
                  <a:lnTo>
                    <a:pt x="3088804" y="5771085"/>
                  </a:lnTo>
                  <a:lnTo>
                    <a:pt x="3249588" y="5834585"/>
                  </a:lnTo>
                  <a:lnTo>
                    <a:pt x="3285208" y="5709493"/>
                  </a:lnTo>
                  <a:lnTo>
                    <a:pt x="3241080" y="5347916"/>
                  </a:lnTo>
                  <a:lnTo>
                    <a:pt x="3032545" y="4969296"/>
                  </a:lnTo>
                  <a:lnTo>
                    <a:pt x="3071788" y="4611564"/>
                  </a:lnTo>
                  <a:lnTo>
                    <a:pt x="2995588" y="4162996"/>
                  </a:lnTo>
                  <a:lnTo>
                    <a:pt x="2982888" y="3651052"/>
                  </a:lnTo>
                  <a:lnTo>
                    <a:pt x="2961804" y="3092748"/>
                  </a:lnTo>
                  <a:lnTo>
                    <a:pt x="2970064" y="2762920"/>
                  </a:lnTo>
                  <a:lnTo>
                    <a:pt x="3046388" y="2534940"/>
                  </a:lnTo>
                  <a:lnTo>
                    <a:pt x="3215680" y="2352948"/>
                  </a:lnTo>
                  <a:lnTo>
                    <a:pt x="3346872" y="2149872"/>
                  </a:lnTo>
                  <a:lnTo>
                    <a:pt x="3414564" y="2044080"/>
                  </a:lnTo>
                  <a:lnTo>
                    <a:pt x="3380656" y="1811288"/>
                  </a:lnTo>
                  <a:lnTo>
                    <a:pt x="3345357" y="1549077"/>
                  </a:lnTo>
                  <a:cubicBezTo>
                    <a:pt x="3347259" y="1416430"/>
                    <a:pt x="3349162" y="1283783"/>
                    <a:pt x="3351064" y="1151136"/>
                  </a:cubicBezTo>
                  <a:lnTo>
                    <a:pt x="3376464" y="960760"/>
                  </a:lnTo>
                  <a:lnTo>
                    <a:pt x="3439964" y="677168"/>
                  </a:lnTo>
                  <a:cubicBezTo>
                    <a:pt x="3441361" y="586871"/>
                    <a:pt x="3442759" y="496573"/>
                    <a:pt x="3444156" y="406276"/>
                  </a:cubicBezTo>
                  <a:lnTo>
                    <a:pt x="3392860" y="190177"/>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33" name="任意多边形 176">
              <a:extLst>
                <a:ext uri="{FF2B5EF4-FFF2-40B4-BE49-F238E27FC236}">
                  <a16:creationId xmlns:a16="http://schemas.microsoft.com/office/drawing/2014/main" id="{7F6CC49B-EF82-474C-AE02-3DFD38D0BFA6}"/>
                </a:ext>
              </a:extLst>
            </p:cNvPr>
            <p:cNvSpPr>
              <a:spLocks/>
            </p:cNvSpPr>
            <p:nvPr/>
          </p:nvSpPr>
          <p:spPr bwMode="auto">
            <a:xfrm>
              <a:off x="1225550" y="2184400"/>
              <a:ext cx="781050" cy="1073150"/>
            </a:xfrm>
            <a:custGeom>
              <a:avLst/>
              <a:gdLst>
                <a:gd name="T0" fmla="*/ 78349 w 4302943"/>
                <a:gd name="T1" fmla="*/ 12827 h 5901285"/>
                <a:gd name="T2" fmla="*/ 151477 w 4302943"/>
                <a:gd name="T3" fmla="*/ 25953 h 5901285"/>
                <a:gd name="T4" fmla="*/ 235295 w 4302943"/>
                <a:gd name="T5" fmla="*/ 29785 h 5901285"/>
                <a:gd name="T6" fmla="*/ 302192 w 4302943"/>
                <a:gd name="T7" fmla="*/ 32855 h 5901285"/>
                <a:gd name="T8" fmla="*/ 360275 w 4302943"/>
                <a:gd name="T9" fmla="*/ 22981 h 5901285"/>
                <a:gd name="T10" fmla="*/ 399040 w 4302943"/>
                <a:gd name="T11" fmla="*/ 0 h 5901285"/>
                <a:gd name="T12" fmla="*/ 412971 w 4302943"/>
                <a:gd name="T13" fmla="*/ 49038 h 5901285"/>
                <a:gd name="T14" fmla="*/ 425297 w 4302943"/>
                <a:gd name="T15" fmla="*/ 91271 h 5901285"/>
                <a:gd name="T16" fmla="*/ 416758 w 4302943"/>
                <a:gd name="T17" fmla="*/ 137432 h 5901285"/>
                <a:gd name="T18" fmla="*/ 449815 w 4302943"/>
                <a:gd name="T19" fmla="*/ 173538 h 5901285"/>
                <a:gd name="T20" fmla="*/ 462119 w 4302943"/>
                <a:gd name="T21" fmla="*/ 222016 h 5901285"/>
                <a:gd name="T22" fmla="*/ 490581 w 4302943"/>
                <a:gd name="T23" fmla="*/ 288940 h 5901285"/>
                <a:gd name="T24" fmla="*/ 509025 w 4302943"/>
                <a:gd name="T25" fmla="*/ 331232 h 5901285"/>
                <a:gd name="T26" fmla="*/ 547505 w 4302943"/>
                <a:gd name="T27" fmla="*/ 389706 h 5901285"/>
                <a:gd name="T28" fmla="*/ 585941 w 4302943"/>
                <a:gd name="T29" fmla="*/ 446612 h 5901285"/>
                <a:gd name="T30" fmla="*/ 630561 w 4302943"/>
                <a:gd name="T31" fmla="*/ 489688 h 5901285"/>
                <a:gd name="T32" fmla="*/ 673636 w 4302943"/>
                <a:gd name="T33" fmla="*/ 522769 h 5901285"/>
                <a:gd name="T34" fmla="*/ 762657 w 4302943"/>
                <a:gd name="T35" fmla="*/ 550164 h 5901285"/>
                <a:gd name="T36" fmla="*/ 764401 w 4302943"/>
                <a:gd name="T37" fmla="*/ 604306 h 5901285"/>
                <a:gd name="T38" fmla="*/ 774271 w 4302943"/>
                <a:gd name="T39" fmla="*/ 634510 h 5901285"/>
                <a:gd name="T40" fmla="*/ 782106 w 4302943"/>
                <a:gd name="T41" fmla="*/ 682772 h 5901285"/>
                <a:gd name="T42" fmla="*/ 756714 w 4302943"/>
                <a:gd name="T43" fmla="*/ 698931 h 5901285"/>
                <a:gd name="T44" fmla="*/ 738247 w 4302943"/>
                <a:gd name="T45" fmla="*/ 722778 h 5901285"/>
                <a:gd name="T46" fmla="*/ 729014 w 4302943"/>
                <a:gd name="T47" fmla="*/ 772780 h 5901285"/>
                <a:gd name="T48" fmla="*/ 735177 w 4302943"/>
                <a:gd name="T49" fmla="*/ 797389 h 5901285"/>
                <a:gd name="T50" fmla="*/ 727490 w 4302943"/>
                <a:gd name="T51" fmla="*/ 828162 h 5901285"/>
                <a:gd name="T52" fmla="*/ 691656 w 4302943"/>
                <a:gd name="T53" fmla="*/ 851120 h 5901285"/>
                <a:gd name="T54" fmla="*/ 659024 w 4302943"/>
                <a:gd name="T55" fmla="*/ 862811 h 5901285"/>
                <a:gd name="T56" fmla="*/ 615187 w 4302943"/>
                <a:gd name="T57" fmla="*/ 805861 h 5901285"/>
                <a:gd name="T58" fmla="*/ 560571 w 4302943"/>
                <a:gd name="T59" fmla="*/ 774304 h 5901285"/>
                <a:gd name="T60" fmla="*/ 530585 w 4302943"/>
                <a:gd name="T61" fmla="*/ 772758 h 5901285"/>
                <a:gd name="T62" fmla="*/ 458264 w 4302943"/>
                <a:gd name="T63" fmla="*/ 818905 h 5901285"/>
                <a:gd name="T64" fmla="*/ 432132 w 4302943"/>
                <a:gd name="T65" fmla="*/ 868123 h 5901285"/>
                <a:gd name="T66" fmla="*/ 369874 w 4302943"/>
                <a:gd name="T67" fmla="*/ 946544 h 5901285"/>
                <a:gd name="T68" fmla="*/ 330677 w 4302943"/>
                <a:gd name="T69" fmla="*/ 989598 h 5901285"/>
                <a:gd name="T70" fmla="*/ 294528 w 4302943"/>
                <a:gd name="T71" fmla="*/ 1006519 h 5901285"/>
                <a:gd name="T72" fmla="*/ 254524 w 4302943"/>
                <a:gd name="T73" fmla="*/ 1038054 h 5901285"/>
                <a:gd name="T74" fmla="*/ 228392 w 4302943"/>
                <a:gd name="T75" fmla="*/ 1072681 h 5901285"/>
                <a:gd name="T76" fmla="*/ 192243 w 4302943"/>
                <a:gd name="T77" fmla="*/ 1059592 h 5901285"/>
                <a:gd name="T78" fmla="*/ 188388 w 4302943"/>
                <a:gd name="T79" fmla="*/ 1037292 h 5901285"/>
                <a:gd name="T80" fmla="*/ 173799 w 4302943"/>
                <a:gd name="T81" fmla="*/ 1034221 h 5901285"/>
                <a:gd name="T82" fmla="*/ 120729 w 4302943"/>
                <a:gd name="T83" fmla="*/ 1021917 h 5901285"/>
                <a:gd name="T84" fmla="*/ 82204 w 4302943"/>
                <a:gd name="T85" fmla="*/ 1001947 h 5901285"/>
                <a:gd name="T86" fmla="*/ 58782 w 4302943"/>
                <a:gd name="T87" fmla="*/ 1016078 h 5901285"/>
                <a:gd name="T88" fmla="*/ 50761 w 4302943"/>
                <a:gd name="T89" fmla="*/ 950354 h 5901285"/>
                <a:gd name="T90" fmla="*/ 12858 w 4302943"/>
                <a:gd name="T91" fmla="*/ 881532 h 5901285"/>
                <a:gd name="T92" fmla="*/ 19991 w 4302943"/>
                <a:gd name="T93" fmla="*/ 816506 h 5901285"/>
                <a:gd name="T94" fmla="*/ 6141 w 4302943"/>
                <a:gd name="T95" fmla="*/ 734970 h 5901285"/>
                <a:gd name="T96" fmla="*/ 3832 w 4302943"/>
                <a:gd name="T97" fmla="*/ 641913 h 5901285"/>
                <a:gd name="T98" fmla="*/ 0 w 4302943"/>
                <a:gd name="T99" fmla="*/ 540430 h 5901285"/>
                <a:gd name="T100" fmla="*/ 1501 w 4302943"/>
                <a:gd name="T101" fmla="*/ 480477 h 5901285"/>
                <a:gd name="T102" fmla="*/ 15374 w 4302943"/>
                <a:gd name="T103" fmla="*/ 439037 h 5901285"/>
                <a:gd name="T104" fmla="*/ 46145 w 4302943"/>
                <a:gd name="T105" fmla="*/ 405956 h 5901285"/>
                <a:gd name="T106" fmla="*/ 69990 w 4302943"/>
                <a:gd name="T107" fmla="*/ 369043 h 5901285"/>
                <a:gd name="T108" fmla="*/ 82294 w 4302943"/>
                <a:gd name="T109" fmla="*/ 349813 h 5901285"/>
                <a:gd name="T110" fmla="*/ 76131 w 4302943"/>
                <a:gd name="T111" fmla="*/ 307498 h 5901285"/>
                <a:gd name="T112" fmla="*/ 69715 w 4302943"/>
                <a:gd name="T113" fmla="*/ 259836 h 5901285"/>
                <a:gd name="T114" fmla="*/ 70752 w 4302943"/>
                <a:gd name="T115" fmla="*/ 187502 h 5901285"/>
                <a:gd name="T116" fmla="*/ 75369 w 4302943"/>
                <a:gd name="T117" fmla="*/ 152897 h 5901285"/>
                <a:gd name="T118" fmla="*/ 86911 w 4302943"/>
                <a:gd name="T119" fmla="*/ 101348 h 5901285"/>
                <a:gd name="T120" fmla="*/ 87673 w 4302943"/>
                <a:gd name="T121" fmla="*/ 52108 h 5901285"/>
                <a:gd name="T122" fmla="*/ 78349 w 4302943"/>
                <a:gd name="T123" fmla="*/ 12827 h 590128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302943" h="5901285">
                  <a:moveTo>
                    <a:pt x="431056" y="70569"/>
                  </a:moveTo>
                  <a:lnTo>
                    <a:pt x="833387" y="142776"/>
                  </a:lnTo>
                  <a:lnTo>
                    <a:pt x="1294531" y="163860"/>
                  </a:lnTo>
                  <a:lnTo>
                    <a:pt x="1662583" y="180752"/>
                  </a:lnTo>
                  <a:lnTo>
                    <a:pt x="1982140" y="126429"/>
                  </a:lnTo>
                  <a:lnTo>
                    <a:pt x="2195411" y="0"/>
                  </a:lnTo>
                  <a:lnTo>
                    <a:pt x="2272059" y="269777"/>
                  </a:lnTo>
                  <a:lnTo>
                    <a:pt x="2339872" y="502120"/>
                  </a:lnTo>
                  <a:lnTo>
                    <a:pt x="2292895" y="756073"/>
                  </a:lnTo>
                  <a:lnTo>
                    <a:pt x="2474763" y="954709"/>
                  </a:lnTo>
                  <a:lnTo>
                    <a:pt x="2542455" y="1221409"/>
                  </a:lnTo>
                  <a:lnTo>
                    <a:pt x="2699047" y="1589585"/>
                  </a:lnTo>
                  <a:lnTo>
                    <a:pt x="2800523" y="1822253"/>
                  </a:lnTo>
                  <a:lnTo>
                    <a:pt x="3012231" y="2143945"/>
                  </a:lnTo>
                  <a:lnTo>
                    <a:pt x="3223691" y="2457005"/>
                  </a:lnTo>
                  <a:lnTo>
                    <a:pt x="3469183" y="2693989"/>
                  </a:lnTo>
                  <a:lnTo>
                    <a:pt x="3706167" y="2875981"/>
                  </a:lnTo>
                  <a:lnTo>
                    <a:pt x="4195936" y="3026692"/>
                  </a:lnTo>
                  <a:cubicBezTo>
                    <a:pt x="4196069" y="3084000"/>
                    <a:pt x="4205402" y="3267241"/>
                    <a:pt x="4205535" y="3324549"/>
                  </a:cubicBezTo>
                  <a:lnTo>
                    <a:pt x="4259834" y="3490716"/>
                  </a:lnTo>
                  <a:lnTo>
                    <a:pt x="4302943" y="3756225"/>
                  </a:lnTo>
                  <a:lnTo>
                    <a:pt x="4163243" y="3845125"/>
                  </a:lnTo>
                  <a:lnTo>
                    <a:pt x="4061643" y="3976317"/>
                  </a:lnTo>
                  <a:lnTo>
                    <a:pt x="4010843" y="4251401"/>
                  </a:lnTo>
                  <a:lnTo>
                    <a:pt x="4044751" y="4386785"/>
                  </a:lnTo>
                  <a:lnTo>
                    <a:pt x="4002459" y="4556077"/>
                  </a:lnTo>
                  <a:lnTo>
                    <a:pt x="3805310" y="4682382"/>
                  </a:lnTo>
                  <a:lnTo>
                    <a:pt x="3625775" y="4746701"/>
                  </a:lnTo>
                  <a:lnTo>
                    <a:pt x="3384599" y="4433393"/>
                  </a:lnTo>
                  <a:lnTo>
                    <a:pt x="3084115" y="4259785"/>
                  </a:lnTo>
                  <a:lnTo>
                    <a:pt x="2919139" y="4251277"/>
                  </a:lnTo>
                  <a:lnTo>
                    <a:pt x="2521247" y="4505153"/>
                  </a:lnTo>
                  <a:lnTo>
                    <a:pt x="2377479" y="4775921"/>
                  </a:lnTo>
                  <a:lnTo>
                    <a:pt x="2034951" y="5207349"/>
                  </a:lnTo>
                  <a:lnTo>
                    <a:pt x="1819299" y="5444209"/>
                  </a:lnTo>
                  <a:lnTo>
                    <a:pt x="1620415" y="5537301"/>
                  </a:lnTo>
                  <a:lnTo>
                    <a:pt x="1400323" y="5710785"/>
                  </a:lnTo>
                  <a:lnTo>
                    <a:pt x="1256555" y="5901285"/>
                  </a:lnTo>
                  <a:lnTo>
                    <a:pt x="1057671" y="5829277"/>
                  </a:lnTo>
                  <a:lnTo>
                    <a:pt x="1036463" y="5706593"/>
                  </a:lnTo>
                  <a:lnTo>
                    <a:pt x="956195" y="5689701"/>
                  </a:lnTo>
                  <a:lnTo>
                    <a:pt x="664219" y="5622009"/>
                  </a:lnTo>
                  <a:lnTo>
                    <a:pt x="452263" y="5512149"/>
                  </a:lnTo>
                  <a:lnTo>
                    <a:pt x="323404" y="5589885"/>
                  </a:lnTo>
                  <a:lnTo>
                    <a:pt x="279276" y="5228308"/>
                  </a:lnTo>
                  <a:lnTo>
                    <a:pt x="70741" y="4849688"/>
                  </a:lnTo>
                  <a:lnTo>
                    <a:pt x="109984" y="4491956"/>
                  </a:lnTo>
                  <a:lnTo>
                    <a:pt x="33784" y="4043388"/>
                  </a:lnTo>
                  <a:lnTo>
                    <a:pt x="21084" y="3531444"/>
                  </a:lnTo>
                  <a:lnTo>
                    <a:pt x="0" y="2973140"/>
                  </a:lnTo>
                  <a:lnTo>
                    <a:pt x="8260" y="2643312"/>
                  </a:lnTo>
                  <a:lnTo>
                    <a:pt x="84584" y="2415332"/>
                  </a:lnTo>
                  <a:lnTo>
                    <a:pt x="253876" y="2233340"/>
                  </a:lnTo>
                  <a:lnTo>
                    <a:pt x="385068" y="2030264"/>
                  </a:lnTo>
                  <a:lnTo>
                    <a:pt x="452760" y="1924472"/>
                  </a:lnTo>
                  <a:lnTo>
                    <a:pt x="418852" y="1691680"/>
                  </a:lnTo>
                  <a:lnTo>
                    <a:pt x="383553" y="1429469"/>
                  </a:lnTo>
                  <a:cubicBezTo>
                    <a:pt x="385455" y="1296822"/>
                    <a:pt x="387358" y="1164175"/>
                    <a:pt x="389260" y="1031528"/>
                  </a:cubicBezTo>
                  <a:lnTo>
                    <a:pt x="414660" y="841152"/>
                  </a:lnTo>
                  <a:lnTo>
                    <a:pt x="478160" y="557560"/>
                  </a:lnTo>
                  <a:cubicBezTo>
                    <a:pt x="479557" y="467263"/>
                    <a:pt x="480955" y="376965"/>
                    <a:pt x="482352" y="286668"/>
                  </a:cubicBezTo>
                  <a:lnTo>
                    <a:pt x="431056" y="70569"/>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dirty="0">
                <a:solidFill>
                  <a:sysClr val="windowText" lastClr="000000"/>
                </a:solidFill>
              </a:endParaRPr>
            </a:p>
          </p:txBody>
        </p:sp>
        <p:sp>
          <p:nvSpPr>
            <p:cNvPr id="34" name="任意多边形 177">
              <a:extLst>
                <a:ext uri="{FF2B5EF4-FFF2-40B4-BE49-F238E27FC236}">
                  <a16:creationId xmlns:a16="http://schemas.microsoft.com/office/drawing/2014/main" id="{E83DF263-48FD-40F4-986C-3214985C5353}"/>
                </a:ext>
              </a:extLst>
            </p:cNvPr>
            <p:cNvSpPr>
              <a:spLocks/>
            </p:cNvSpPr>
            <p:nvPr/>
          </p:nvSpPr>
          <p:spPr bwMode="auto">
            <a:xfrm>
              <a:off x="1874838" y="2971800"/>
              <a:ext cx="1123950" cy="965200"/>
            </a:xfrm>
            <a:custGeom>
              <a:avLst/>
              <a:gdLst/>
              <a:ahLst/>
              <a:cxnLst/>
              <a:rect l="0" t="0" r="r" b="b"/>
              <a:pathLst>
                <a:path w="6181105" h="5314504">
                  <a:moveTo>
                    <a:pt x="488059" y="252238"/>
                  </a:moveTo>
                  <a:lnTo>
                    <a:pt x="426419" y="231006"/>
                  </a:lnTo>
                  <a:lnTo>
                    <a:pt x="228106" y="354261"/>
                  </a:lnTo>
                  <a:lnTo>
                    <a:pt x="50800" y="421828"/>
                  </a:lnTo>
                  <a:lnTo>
                    <a:pt x="7443" y="592832"/>
                  </a:lnTo>
                  <a:lnTo>
                    <a:pt x="20143" y="698624"/>
                  </a:lnTo>
                  <a:lnTo>
                    <a:pt x="0" y="933424"/>
                  </a:lnTo>
                  <a:lnTo>
                    <a:pt x="117427" y="1083816"/>
                  </a:lnTo>
                  <a:lnTo>
                    <a:pt x="197819" y="1227708"/>
                  </a:lnTo>
                  <a:lnTo>
                    <a:pt x="316311" y="1346200"/>
                  </a:lnTo>
                  <a:lnTo>
                    <a:pt x="485602" y="1430784"/>
                  </a:lnTo>
                  <a:lnTo>
                    <a:pt x="629494" y="1549276"/>
                  </a:lnTo>
                  <a:lnTo>
                    <a:pt x="705694" y="1688852"/>
                  </a:lnTo>
                  <a:lnTo>
                    <a:pt x="769070" y="2053084"/>
                  </a:lnTo>
                  <a:lnTo>
                    <a:pt x="946747" y="2077740"/>
                  </a:lnTo>
                  <a:lnTo>
                    <a:pt x="1073499" y="2056408"/>
                  </a:lnTo>
                  <a:lnTo>
                    <a:pt x="1280891" y="1954808"/>
                  </a:lnTo>
                  <a:lnTo>
                    <a:pt x="1496791" y="1980332"/>
                  </a:lnTo>
                  <a:lnTo>
                    <a:pt x="1721075" y="1992908"/>
                  </a:lnTo>
                  <a:lnTo>
                    <a:pt x="1890367" y="2056408"/>
                  </a:lnTo>
                  <a:lnTo>
                    <a:pt x="2000351" y="2196108"/>
                  </a:lnTo>
                  <a:lnTo>
                    <a:pt x="2068043" y="2310532"/>
                  </a:lnTo>
                  <a:lnTo>
                    <a:pt x="2025751" y="2475632"/>
                  </a:lnTo>
                  <a:lnTo>
                    <a:pt x="1957760" y="2599332"/>
                  </a:lnTo>
                  <a:lnTo>
                    <a:pt x="1918197" y="2724248"/>
                  </a:lnTo>
                  <a:lnTo>
                    <a:pt x="1890243" y="2902744"/>
                  </a:lnTo>
                  <a:lnTo>
                    <a:pt x="1949551" y="3126904"/>
                  </a:lnTo>
                  <a:lnTo>
                    <a:pt x="1987651" y="3334420"/>
                  </a:lnTo>
                  <a:lnTo>
                    <a:pt x="1928343" y="3528988"/>
                  </a:lnTo>
                  <a:lnTo>
                    <a:pt x="2042147" y="3854324"/>
                  </a:lnTo>
                  <a:lnTo>
                    <a:pt x="2207122" y="4032424"/>
                  </a:lnTo>
                  <a:lnTo>
                    <a:pt x="2347070" y="4222924"/>
                  </a:lnTo>
                  <a:lnTo>
                    <a:pt x="2512170" y="4409108"/>
                  </a:lnTo>
                  <a:lnTo>
                    <a:pt x="2634730" y="4535984"/>
                  </a:lnTo>
                  <a:lnTo>
                    <a:pt x="2689846" y="4743376"/>
                  </a:lnTo>
                  <a:lnTo>
                    <a:pt x="2740646" y="4878760"/>
                  </a:lnTo>
                  <a:lnTo>
                    <a:pt x="2914130" y="5077644"/>
                  </a:lnTo>
                  <a:lnTo>
                    <a:pt x="3222998" y="5238428"/>
                  </a:lnTo>
                  <a:lnTo>
                    <a:pt x="3582666" y="5276404"/>
                  </a:lnTo>
                  <a:lnTo>
                    <a:pt x="3929510" y="5314504"/>
                  </a:lnTo>
                  <a:lnTo>
                    <a:pt x="4211439" y="5280124"/>
                  </a:lnTo>
                  <a:lnTo>
                    <a:pt x="4475114" y="5094412"/>
                  </a:lnTo>
                  <a:lnTo>
                    <a:pt x="4746130" y="5026720"/>
                  </a:lnTo>
                  <a:lnTo>
                    <a:pt x="4970166" y="5009828"/>
                  </a:lnTo>
                  <a:lnTo>
                    <a:pt x="5338342" y="5026720"/>
                  </a:lnTo>
                  <a:lnTo>
                    <a:pt x="5715026" y="5090220"/>
                  </a:lnTo>
                  <a:lnTo>
                    <a:pt x="6160395" y="5117108"/>
                  </a:lnTo>
                  <a:lnTo>
                    <a:pt x="6181105" y="3822427"/>
                  </a:lnTo>
                  <a:lnTo>
                    <a:pt x="6161435" y="1643260"/>
                  </a:lnTo>
                  <a:lnTo>
                    <a:pt x="5791226" y="1608212"/>
                  </a:lnTo>
                  <a:lnTo>
                    <a:pt x="5514582" y="1565844"/>
                  </a:lnTo>
                  <a:lnTo>
                    <a:pt x="5164984" y="1527820"/>
                  </a:lnTo>
                  <a:lnTo>
                    <a:pt x="4932192" y="1383928"/>
                  </a:lnTo>
                  <a:lnTo>
                    <a:pt x="4775600" y="1286644"/>
                  </a:lnTo>
                  <a:lnTo>
                    <a:pt x="4606308" y="1053852"/>
                  </a:lnTo>
                  <a:lnTo>
                    <a:pt x="4623200" y="854968"/>
                  </a:lnTo>
                  <a:lnTo>
                    <a:pt x="4682508" y="545976"/>
                  </a:lnTo>
                  <a:lnTo>
                    <a:pt x="4504708" y="313184"/>
                  </a:lnTo>
                  <a:lnTo>
                    <a:pt x="4525916" y="165100"/>
                  </a:lnTo>
                  <a:lnTo>
                    <a:pt x="4356624" y="0"/>
                  </a:lnTo>
                  <a:lnTo>
                    <a:pt x="4216924" y="21084"/>
                  </a:lnTo>
                  <a:lnTo>
                    <a:pt x="4106940" y="207392"/>
                  </a:lnTo>
                  <a:lnTo>
                    <a:pt x="3941964" y="220092"/>
                  </a:lnTo>
                  <a:lnTo>
                    <a:pt x="3810896" y="326008"/>
                  </a:lnTo>
                  <a:lnTo>
                    <a:pt x="3459860" y="127248"/>
                  </a:lnTo>
                  <a:lnTo>
                    <a:pt x="3286004" y="101600"/>
                  </a:lnTo>
                  <a:lnTo>
                    <a:pt x="3065241" y="205581"/>
                  </a:lnTo>
                  <a:lnTo>
                    <a:pt x="2977136" y="270892"/>
                  </a:lnTo>
                  <a:lnTo>
                    <a:pt x="2824736" y="304800"/>
                  </a:lnTo>
                  <a:lnTo>
                    <a:pt x="2601072" y="169664"/>
                  </a:lnTo>
                  <a:lnTo>
                    <a:pt x="2410696" y="63872"/>
                  </a:lnTo>
                  <a:lnTo>
                    <a:pt x="2186412" y="46856"/>
                  </a:lnTo>
                  <a:lnTo>
                    <a:pt x="2059536" y="165348"/>
                  </a:lnTo>
                  <a:lnTo>
                    <a:pt x="1860652" y="245740"/>
                  </a:lnTo>
                  <a:lnTo>
                    <a:pt x="1699868" y="313556"/>
                  </a:lnTo>
                  <a:lnTo>
                    <a:pt x="1526384" y="169664"/>
                  </a:lnTo>
                  <a:lnTo>
                    <a:pt x="1259808" y="84956"/>
                  </a:lnTo>
                  <a:lnTo>
                    <a:pt x="1090640" y="148456"/>
                  </a:lnTo>
                  <a:lnTo>
                    <a:pt x="895948" y="194940"/>
                  </a:lnTo>
                  <a:lnTo>
                    <a:pt x="714080" y="309240"/>
                  </a:lnTo>
                  <a:lnTo>
                    <a:pt x="574380" y="351656"/>
                  </a:lnTo>
                  <a:lnTo>
                    <a:pt x="488059" y="252238"/>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dirty="0">
                <a:solidFill>
                  <a:sysClr val="windowText" lastClr="000000"/>
                </a:solidFill>
              </a:endParaRPr>
            </a:p>
          </p:txBody>
        </p:sp>
        <p:sp>
          <p:nvSpPr>
            <p:cNvPr id="35" name="任意多边形 178">
              <a:extLst>
                <a:ext uri="{FF2B5EF4-FFF2-40B4-BE49-F238E27FC236}">
                  <a16:creationId xmlns:a16="http://schemas.microsoft.com/office/drawing/2014/main" id="{D5064134-1D98-4721-8FE7-A0C0FF13A6FD}"/>
                </a:ext>
              </a:extLst>
            </p:cNvPr>
            <p:cNvSpPr>
              <a:spLocks/>
            </p:cNvSpPr>
            <p:nvPr/>
          </p:nvSpPr>
          <p:spPr bwMode="auto">
            <a:xfrm>
              <a:off x="1952625" y="2446338"/>
              <a:ext cx="992187" cy="809625"/>
            </a:xfrm>
            <a:custGeom>
              <a:avLst/>
              <a:gdLst/>
              <a:ahLst/>
              <a:cxnLst/>
              <a:rect l="0" t="0" r="r" b="b"/>
              <a:pathLst>
                <a:path w="5456213" h="4455268">
                  <a:moveTo>
                    <a:pt x="59830" y="3141662"/>
                  </a:moveTo>
                  <a:lnTo>
                    <a:pt x="0" y="3117949"/>
                  </a:lnTo>
                  <a:lnTo>
                    <a:pt x="41052" y="2955455"/>
                  </a:lnTo>
                  <a:lnTo>
                    <a:pt x="7714" y="2814291"/>
                  </a:lnTo>
                  <a:lnTo>
                    <a:pt x="61342" y="2538636"/>
                  </a:lnTo>
                  <a:lnTo>
                    <a:pt x="156592" y="2411760"/>
                  </a:lnTo>
                  <a:lnTo>
                    <a:pt x="302418" y="2320033"/>
                  </a:lnTo>
                  <a:lnTo>
                    <a:pt x="256034" y="2050282"/>
                  </a:lnTo>
                  <a:lnTo>
                    <a:pt x="203646" y="1894831"/>
                  </a:lnTo>
                  <a:lnTo>
                    <a:pt x="194836" y="1595584"/>
                  </a:lnTo>
                  <a:lnTo>
                    <a:pt x="302742" y="1345456"/>
                  </a:lnTo>
                  <a:lnTo>
                    <a:pt x="450826" y="989980"/>
                  </a:lnTo>
                  <a:lnTo>
                    <a:pt x="645394" y="643012"/>
                  </a:lnTo>
                  <a:lnTo>
                    <a:pt x="835894" y="368052"/>
                  </a:lnTo>
                  <a:lnTo>
                    <a:pt x="992362" y="139576"/>
                  </a:lnTo>
                  <a:lnTo>
                    <a:pt x="1288654" y="0"/>
                  </a:lnTo>
                  <a:lnTo>
                    <a:pt x="1504305" y="158874"/>
                  </a:lnTo>
                  <a:lnTo>
                    <a:pt x="1732905" y="233933"/>
                  </a:lnTo>
                  <a:lnTo>
                    <a:pt x="1915790" y="333375"/>
                  </a:lnTo>
                  <a:lnTo>
                    <a:pt x="2161158" y="360809"/>
                  </a:lnTo>
                  <a:lnTo>
                    <a:pt x="2426345" y="407293"/>
                  </a:lnTo>
                  <a:lnTo>
                    <a:pt x="2664470" y="350143"/>
                  </a:lnTo>
                  <a:lnTo>
                    <a:pt x="2843163" y="407293"/>
                  </a:lnTo>
                  <a:lnTo>
                    <a:pt x="3104530" y="493018"/>
                  </a:lnTo>
                  <a:lnTo>
                    <a:pt x="3345706" y="535310"/>
                  </a:lnTo>
                  <a:lnTo>
                    <a:pt x="3554115" y="625227"/>
                  </a:lnTo>
                  <a:lnTo>
                    <a:pt x="3762524" y="705619"/>
                  </a:lnTo>
                  <a:lnTo>
                    <a:pt x="3947691" y="791344"/>
                  </a:lnTo>
                  <a:lnTo>
                    <a:pt x="4149229" y="838969"/>
                  </a:lnTo>
                  <a:lnTo>
                    <a:pt x="4239543" y="941462"/>
                  </a:lnTo>
                  <a:lnTo>
                    <a:pt x="4401468" y="989087"/>
                  </a:lnTo>
                  <a:lnTo>
                    <a:pt x="4617120" y="1053480"/>
                  </a:lnTo>
                  <a:lnTo>
                    <a:pt x="4735612" y="1177305"/>
                  </a:lnTo>
                  <a:lnTo>
                    <a:pt x="4934496" y="1343422"/>
                  </a:lnTo>
                  <a:lnTo>
                    <a:pt x="5072038" y="1490489"/>
                  </a:lnTo>
                  <a:lnTo>
                    <a:pt x="5257205" y="1565548"/>
                  </a:lnTo>
                  <a:lnTo>
                    <a:pt x="5424587" y="1746050"/>
                  </a:lnTo>
                  <a:lnTo>
                    <a:pt x="5379889" y="1975768"/>
                  </a:lnTo>
                  <a:lnTo>
                    <a:pt x="5341789" y="2250852"/>
                  </a:lnTo>
                  <a:lnTo>
                    <a:pt x="5341789" y="2496344"/>
                  </a:lnTo>
                  <a:lnTo>
                    <a:pt x="5405289" y="2707928"/>
                  </a:lnTo>
                  <a:lnTo>
                    <a:pt x="5456213" y="2970064"/>
                  </a:lnTo>
                  <a:lnTo>
                    <a:pt x="5379889" y="3198788"/>
                  </a:lnTo>
                  <a:lnTo>
                    <a:pt x="5248697" y="3406180"/>
                  </a:lnTo>
                  <a:lnTo>
                    <a:pt x="5197897" y="3621956"/>
                  </a:lnTo>
                  <a:lnTo>
                    <a:pt x="5130205" y="3977432"/>
                  </a:lnTo>
                  <a:lnTo>
                    <a:pt x="5117505" y="4205908"/>
                  </a:lnTo>
                  <a:lnTo>
                    <a:pt x="5086353" y="4455268"/>
                  </a:lnTo>
                  <a:lnTo>
                    <a:pt x="4736755" y="4417244"/>
                  </a:lnTo>
                  <a:lnTo>
                    <a:pt x="4503963" y="4273352"/>
                  </a:lnTo>
                  <a:lnTo>
                    <a:pt x="4347371" y="4176068"/>
                  </a:lnTo>
                  <a:lnTo>
                    <a:pt x="4178079" y="3943276"/>
                  </a:lnTo>
                  <a:lnTo>
                    <a:pt x="4194971" y="3744392"/>
                  </a:lnTo>
                  <a:lnTo>
                    <a:pt x="4254279" y="3435400"/>
                  </a:lnTo>
                  <a:lnTo>
                    <a:pt x="4076479" y="3202608"/>
                  </a:lnTo>
                  <a:lnTo>
                    <a:pt x="4097687" y="3054524"/>
                  </a:lnTo>
                  <a:lnTo>
                    <a:pt x="3928395" y="2889424"/>
                  </a:lnTo>
                  <a:lnTo>
                    <a:pt x="3788695" y="2910508"/>
                  </a:lnTo>
                  <a:lnTo>
                    <a:pt x="3678711" y="3096816"/>
                  </a:lnTo>
                  <a:lnTo>
                    <a:pt x="3513735" y="3109516"/>
                  </a:lnTo>
                  <a:lnTo>
                    <a:pt x="3382667" y="3215432"/>
                  </a:lnTo>
                  <a:lnTo>
                    <a:pt x="3031631" y="3016672"/>
                  </a:lnTo>
                  <a:lnTo>
                    <a:pt x="2857775" y="2991024"/>
                  </a:lnTo>
                  <a:lnTo>
                    <a:pt x="2637012" y="3095005"/>
                  </a:lnTo>
                  <a:lnTo>
                    <a:pt x="2548907" y="3160316"/>
                  </a:lnTo>
                  <a:lnTo>
                    <a:pt x="2396507" y="3194224"/>
                  </a:lnTo>
                  <a:lnTo>
                    <a:pt x="2172843" y="3059088"/>
                  </a:lnTo>
                  <a:lnTo>
                    <a:pt x="1982467" y="2953296"/>
                  </a:lnTo>
                  <a:lnTo>
                    <a:pt x="1758183" y="2936280"/>
                  </a:lnTo>
                  <a:lnTo>
                    <a:pt x="1631307" y="3054772"/>
                  </a:lnTo>
                  <a:lnTo>
                    <a:pt x="1432423" y="3135164"/>
                  </a:lnTo>
                  <a:lnTo>
                    <a:pt x="1271639" y="3202980"/>
                  </a:lnTo>
                  <a:lnTo>
                    <a:pt x="1098155" y="3059088"/>
                  </a:lnTo>
                  <a:lnTo>
                    <a:pt x="831579" y="2974380"/>
                  </a:lnTo>
                  <a:lnTo>
                    <a:pt x="662411" y="3037880"/>
                  </a:lnTo>
                  <a:lnTo>
                    <a:pt x="467719" y="3084364"/>
                  </a:lnTo>
                  <a:lnTo>
                    <a:pt x="285851" y="3198664"/>
                  </a:lnTo>
                  <a:lnTo>
                    <a:pt x="146151" y="3241080"/>
                  </a:lnTo>
                  <a:lnTo>
                    <a:pt x="59830" y="3141662"/>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36" name="任意多边形 179">
              <a:extLst>
                <a:ext uri="{FF2B5EF4-FFF2-40B4-BE49-F238E27FC236}">
                  <a16:creationId xmlns:a16="http://schemas.microsoft.com/office/drawing/2014/main" id="{D4EF75A3-7ACE-481A-B71C-C9D0D3603451}"/>
                </a:ext>
              </a:extLst>
            </p:cNvPr>
            <p:cNvSpPr>
              <a:spLocks/>
            </p:cNvSpPr>
            <p:nvPr/>
          </p:nvSpPr>
          <p:spPr bwMode="auto">
            <a:xfrm>
              <a:off x="3917950" y="2209800"/>
              <a:ext cx="515937" cy="1157288"/>
            </a:xfrm>
            <a:custGeom>
              <a:avLst/>
              <a:gdLst>
                <a:gd name="T0" fmla="*/ 475324 w 2843187"/>
                <a:gd name="T1" fmla="*/ 137385 h 6364313"/>
                <a:gd name="T2" fmla="*/ 486520 w 2843187"/>
                <a:gd name="T3" fmla="*/ 123186 h 6364313"/>
                <a:gd name="T4" fmla="*/ 465741 w 2843187"/>
                <a:gd name="T5" fmla="*/ 98183 h 6364313"/>
                <a:gd name="T6" fmla="*/ 453620 w 2843187"/>
                <a:gd name="T7" fmla="*/ 76435 h 6364313"/>
                <a:gd name="T8" fmla="*/ 451126 w 2843187"/>
                <a:gd name="T9" fmla="*/ 58358 h 6364313"/>
                <a:gd name="T10" fmla="*/ 438243 w 2843187"/>
                <a:gd name="T11" fmla="*/ 44506 h 6364313"/>
                <a:gd name="T12" fmla="*/ 415732 w 2843187"/>
                <a:gd name="T13" fmla="*/ 41043 h 6364313"/>
                <a:gd name="T14" fmla="*/ 400355 w 2843187"/>
                <a:gd name="T15" fmla="*/ 42012 h 6364313"/>
                <a:gd name="T16" fmla="*/ 374380 w 2843187"/>
                <a:gd name="T17" fmla="*/ 28922 h 6364313"/>
                <a:gd name="T18" fmla="*/ 358034 w 2843187"/>
                <a:gd name="T19" fmla="*/ 39311 h 6364313"/>
                <a:gd name="T20" fmla="*/ 329566 w 2843187"/>
                <a:gd name="T21" fmla="*/ 47969 h 6364313"/>
                <a:gd name="T22" fmla="*/ 305531 w 2843187"/>
                <a:gd name="T23" fmla="*/ 51432 h 6364313"/>
                <a:gd name="T24" fmla="*/ 266673 w 2843187"/>
                <a:gd name="T25" fmla="*/ 44506 h 6364313"/>
                <a:gd name="T26" fmla="*/ 243607 w 2843187"/>
                <a:gd name="T27" fmla="*/ 47207 h 6364313"/>
                <a:gd name="T28" fmla="*/ 213408 w 2843187"/>
                <a:gd name="T29" fmla="*/ 32592 h 6364313"/>
                <a:gd name="T30" fmla="*/ 186532 w 2843187"/>
                <a:gd name="T31" fmla="*/ 16454 h 6364313"/>
                <a:gd name="T32" fmla="*/ 154533 w 2843187"/>
                <a:gd name="T33" fmla="*/ 9113 h 6364313"/>
                <a:gd name="T34" fmla="*/ 94864 w 2843187"/>
                <a:gd name="T35" fmla="*/ 0 h 6364313"/>
                <a:gd name="T36" fmla="*/ 49617 w 2843187"/>
                <a:gd name="T37" fmla="*/ 4784 h 6364313"/>
                <a:gd name="T38" fmla="*/ 35394 w 2843187"/>
                <a:gd name="T39" fmla="*/ 62998 h 6364313"/>
                <a:gd name="T40" fmla="*/ 17316 w 2843187"/>
                <a:gd name="T41" fmla="*/ 144934 h 6364313"/>
                <a:gd name="T42" fmla="*/ 3463 w 2843187"/>
                <a:gd name="T43" fmla="*/ 220913 h 6364313"/>
                <a:gd name="T44" fmla="*/ 0 w 2843187"/>
                <a:gd name="T45" fmla="*/ 282833 h 6364313"/>
                <a:gd name="T46" fmla="*/ 4987 w 2843187"/>
                <a:gd name="T47" fmla="*/ 334296 h 6364313"/>
                <a:gd name="T48" fmla="*/ 16554 w 2843187"/>
                <a:gd name="T49" fmla="*/ 804652 h 6364313"/>
                <a:gd name="T50" fmla="*/ 33730 w 2843187"/>
                <a:gd name="T51" fmla="*/ 1156948 h 6364313"/>
                <a:gd name="T52" fmla="*/ 516882 w 2843187"/>
                <a:gd name="T53" fmla="*/ 1152294 h 6364313"/>
                <a:gd name="T54" fmla="*/ 493753 w 2843187"/>
                <a:gd name="T55" fmla="*/ 789072 h 6364313"/>
                <a:gd name="T56" fmla="*/ 482273 w 2843187"/>
                <a:gd name="T57" fmla="*/ 747579 h 6364313"/>
                <a:gd name="T58" fmla="*/ 463040 w 2843187"/>
                <a:gd name="T59" fmla="*/ 726016 h 6364313"/>
                <a:gd name="T60" fmla="*/ 453043 w 2843187"/>
                <a:gd name="T61" fmla="*/ 694479 h 6364313"/>
                <a:gd name="T62" fmla="*/ 461516 w 2843187"/>
                <a:gd name="T63" fmla="*/ 669868 h 6364313"/>
                <a:gd name="T64" fmla="*/ 438428 w 2843187"/>
                <a:gd name="T65" fmla="*/ 643710 h 6364313"/>
                <a:gd name="T66" fmla="*/ 444592 w 2843187"/>
                <a:gd name="T67" fmla="*/ 618337 h 6364313"/>
                <a:gd name="T68" fmla="*/ 430739 w 2843187"/>
                <a:gd name="T69" fmla="*/ 589109 h 6364313"/>
                <a:gd name="T70" fmla="*/ 416886 w 2843187"/>
                <a:gd name="T71" fmla="*/ 566022 h 6364313"/>
                <a:gd name="T72" fmla="*/ 410744 w 2843187"/>
                <a:gd name="T73" fmla="*/ 536032 h 6364313"/>
                <a:gd name="T74" fmla="*/ 421504 w 2843187"/>
                <a:gd name="T75" fmla="*/ 496874 h 6364313"/>
                <a:gd name="T76" fmla="*/ 444592 w 2843187"/>
                <a:gd name="T77" fmla="*/ 453771 h 6364313"/>
                <a:gd name="T78" fmla="*/ 459207 w 2843187"/>
                <a:gd name="T79" fmla="*/ 421472 h 6364313"/>
                <a:gd name="T80" fmla="*/ 469204 w 2843187"/>
                <a:gd name="T81" fmla="*/ 377629 h 6364313"/>
                <a:gd name="T82" fmla="*/ 459969 w 2843187"/>
                <a:gd name="T83" fmla="*/ 331478 h 6364313"/>
                <a:gd name="T84" fmla="*/ 439190 w 2843187"/>
                <a:gd name="T85" fmla="*/ 292230 h 6364313"/>
                <a:gd name="T86" fmla="*/ 429192 w 2843187"/>
                <a:gd name="T87" fmla="*/ 263002 h 6364313"/>
                <a:gd name="T88" fmla="*/ 422266 w 2843187"/>
                <a:gd name="T89" fmla="*/ 236082 h 6364313"/>
                <a:gd name="T90" fmla="*/ 422266 w 2843187"/>
                <a:gd name="T91" fmla="*/ 206069 h 6364313"/>
                <a:gd name="T92" fmla="*/ 447663 w 2843187"/>
                <a:gd name="T93" fmla="*/ 191455 h 6364313"/>
                <a:gd name="T94" fmla="*/ 466896 w 2843187"/>
                <a:gd name="T95" fmla="*/ 163750 h 6364313"/>
                <a:gd name="T96" fmla="*/ 475324 w 2843187"/>
                <a:gd name="T97" fmla="*/ 137385 h 636431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843187" h="6364313">
                  <a:moveTo>
                    <a:pt x="2614588" y="755750"/>
                  </a:moveTo>
                  <a:lnTo>
                    <a:pt x="2676178" y="677640"/>
                  </a:lnTo>
                  <a:lnTo>
                    <a:pt x="2561878" y="540098"/>
                  </a:lnTo>
                  <a:lnTo>
                    <a:pt x="2495203" y="420465"/>
                  </a:lnTo>
                  <a:lnTo>
                    <a:pt x="2481486" y="321023"/>
                  </a:lnTo>
                  <a:lnTo>
                    <a:pt x="2410619" y="244823"/>
                  </a:lnTo>
                  <a:lnTo>
                    <a:pt x="2286794" y="225773"/>
                  </a:lnTo>
                  <a:lnTo>
                    <a:pt x="2202210" y="231106"/>
                  </a:lnTo>
                  <a:lnTo>
                    <a:pt x="2059335" y="159098"/>
                  </a:lnTo>
                  <a:lnTo>
                    <a:pt x="1969418" y="216248"/>
                  </a:lnTo>
                  <a:lnTo>
                    <a:pt x="1812826" y="263873"/>
                  </a:lnTo>
                  <a:lnTo>
                    <a:pt x="1680617" y="282923"/>
                  </a:lnTo>
                  <a:lnTo>
                    <a:pt x="1466875" y="244823"/>
                  </a:lnTo>
                  <a:lnTo>
                    <a:pt x="1339999" y="259681"/>
                  </a:lnTo>
                  <a:lnTo>
                    <a:pt x="1173882" y="179289"/>
                  </a:lnTo>
                  <a:lnTo>
                    <a:pt x="1026046" y="90513"/>
                  </a:lnTo>
                  <a:lnTo>
                    <a:pt x="850032" y="50131"/>
                  </a:lnTo>
                  <a:lnTo>
                    <a:pt x="521816" y="0"/>
                  </a:lnTo>
                  <a:lnTo>
                    <a:pt x="272925" y="26318"/>
                  </a:lnTo>
                  <a:lnTo>
                    <a:pt x="194692" y="346547"/>
                  </a:lnTo>
                  <a:lnTo>
                    <a:pt x="95250" y="797273"/>
                  </a:lnTo>
                  <a:lnTo>
                    <a:pt x="19050" y="1215232"/>
                  </a:lnTo>
                  <a:lnTo>
                    <a:pt x="0" y="1555850"/>
                  </a:lnTo>
                  <a:lnTo>
                    <a:pt x="27434" y="1838946"/>
                  </a:lnTo>
                  <a:lnTo>
                    <a:pt x="91058" y="4426348"/>
                  </a:lnTo>
                  <a:lnTo>
                    <a:pt x="185538" y="6364313"/>
                  </a:lnTo>
                  <a:lnTo>
                    <a:pt x="2843187" y="6338715"/>
                  </a:lnTo>
                  <a:lnTo>
                    <a:pt x="2715965" y="4340647"/>
                  </a:lnTo>
                  <a:lnTo>
                    <a:pt x="2652812" y="4112395"/>
                  </a:lnTo>
                  <a:lnTo>
                    <a:pt x="2547020" y="3993779"/>
                  </a:lnTo>
                  <a:lnTo>
                    <a:pt x="2492028" y="3820295"/>
                  </a:lnTo>
                  <a:lnTo>
                    <a:pt x="2538636" y="3684911"/>
                  </a:lnTo>
                  <a:lnTo>
                    <a:pt x="2411636" y="3541019"/>
                  </a:lnTo>
                  <a:lnTo>
                    <a:pt x="2445544" y="3401443"/>
                  </a:lnTo>
                  <a:lnTo>
                    <a:pt x="2369344" y="3240659"/>
                  </a:lnTo>
                  <a:lnTo>
                    <a:pt x="2293144" y="3113659"/>
                  </a:lnTo>
                  <a:lnTo>
                    <a:pt x="2259360" y="2948683"/>
                  </a:lnTo>
                  <a:lnTo>
                    <a:pt x="2318544" y="2733279"/>
                  </a:lnTo>
                  <a:lnTo>
                    <a:pt x="2445544" y="2496171"/>
                  </a:lnTo>
                  <a:lnTo>
                    <a:pt x="2525936" y="2318495"/>
                  </a:lnTo>
                  <a:lnTo>
                    <a:pt x="2580928" y="2077319"/>
                  </a:lnTo>
                  <a:lnTo>
                    <a:pt x="2530128" y="1823443"/>
                  </a:lnTo>
                  <a:lnTo>
                    <a:pt x="2415828" y="1607543"/>
                  </a:lnTo>
                  <a:lnTo>
                    <a:pt x="2360836" y="1446759"/>
                  </a:lnTo>
                  <a:lnTo>
                    <a:pt x="2322736" y="1298675"/>
                  </a:lnTo>
                  <a:lnTo>
                    <a:pt x="2322736" y="1133575"/>
                  </a:lnTo>
                  <a:lnTo>
                    <a:pt x="2462436" y="1053183"/>
                  </a:lnTo>
                  <a:lnTo>
                    <a:pt x="2568228" y="900783"/>
                  </a:lnTo>
                  <a:lnTo>
                    <a:pt x="2614588" y="755750"/>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37" name="任意多边形 180">
              <a:extLst>
                <a:ext uri="{FF2B5EF4-FFF2-40B4-BE49-F238E27FC236}">
                  <a16:creationId xmlns:a16="http://schemas.microsoft.com/office/drawing/2014/main" id="{CFA54665-F774-4627-B718-7100EAE5F1DA}"/>
                </a:ext>
              </a:extLst>
            </p:cNvPr>
            <p:cNvSpPr>
              <a:spLocks/>
            </p:cNvSpPr>
            <p:nvPr/>
          </p:nvSpPr>
          <p:spPr bwMode="auto">
            <a:xfrm>
              <a:off x="3668713" y="2025650"/>
              <a:ext cx="298450" cy="530225"/>
            </a:xfrm>
            <a:custGeom>
              <a:avLst/>
              <a:gdLst>
                <a:gd name="T0" fmla="*/ 0 w 6324422"/>
                <a:gd name="T1" fmla="*/ 10650 h 11234560"/>
                <a:gd name="T2" fmla="*/ 7822 w 6324422"/>
                <a:gd name="T3" fmla="*/ 59630 h 11234560"/>
                <a:gd name="T4" fmla="*/ 7822 w 6324422"/>
                <a:gd name="T5" fmla="*/ 114067 h 11234560"/>
                <a:gd name="T6" fmla="*/ 11284 w 6324422"/>
                <a:gd name="T7" fmla="*/ 151951 h 11234560"/>
                <a:gd name="T8" fmla="*/ 12046 w 6324422"/>
                <a:gd name="T9" fmla="*/ 203271 h 11234560"/>
                <a:gd name="T10" fmla="*/ 14733 w 6324422"/>
                <a:gd name="T11" fmla="*/ 252589 h 11234560"/>
                <a:gd name="T12" fmla="*/ 6853 w 6324422"/>
                <a:gd name="T13" fmla="*/ 292268 h 11234560"/>
                <a:gd name="T14" fmla="*/ 8584 w 6324422"/>
                <a:gd name="T15" fmla="*/ 344418 h 11234560"/>
                <a:gd name="T16" fmla="*/ 1659 w 6324422"/>
                <a:gd name="T17" fmla="*/ 377108 h 11234560"/>
                <a:gd name="T18" fmla="*/ 3391 w 6324422"/>
                <a:gd name="T19" fmla="*/ 404603 h 11234560"/>
                <a:gd name="T20" fmla="*/ 4463 w 6324422"/>
                <a:gd name="T21" fmla="*/ 434416 h 11234560"/>
                <a:gd name="T22" fmla="*/ 12046 w 6324422"/>
                <a:gd name="T23" fmla="*/ 457862 h 11234560"/>
                <a:gd name="T24" fmla="*/ 18348 w 6324422"/>
                <a:gd name="T25" fmla="*/ 489178 h 11234560"/>
                <a:gd name="T26" fmla="*/ 58163 w 6324422"/>
                <a:gd name="T27" fmla="*/ 488961 h 11234560"/>
                <a:gd name="T28" fmla="*/ 108711 w 6324422"/>
                <a:gd name="T29" fmla="*/ 487991 h 11234560"/>
                <a:gd name="T30" fmla="*/ 162929 w 6324422"/>
                <a:gd name="T31" fmla="*/ 496648 h 11234560"/>
                <a:gd name="T32" fmla="*/ 206968 w 6324422"/>
                <a:gd name="T33" fmla="*/ 508768 h 11234560"/>
                <a:gd name="T34" fmla="*/ 254193 w 6324422"/>
                <a:gd name="T35" fmla="*/ 530713 h 11234560"/>
                <a:gd name="T36" fmla="*/ 253396 w 6324422"/>
                <a:gd name="T37" fmla="*/ 509305 h 11234560"/>
                <a:gd name="T38" fmla="*/ 249068 w 6324422"/>
                <a:gd name="T39" fmla="*/ 466763 h 11234560"/>
                <a:gd name="T40" fmla="*/ 252322 w 6324422"/>
                <a:gd name="T41" fmla="*/ 404603 h 11234560"/>
                <a:gd name="T42" fmla="*/ 267902 w 6324422"/>
                <a:gd name="T43" fmla="*/ 322239 h 11234560"/>
                <a:gd name="T44" fmla="*/ 284244 w 6324422"/>
                <a:gd name="T45" fmla="*/ 248635 h 11234560"/>
                <a:gd name="T46" fmla="*/ 298701 w 6324422"/>
                <a:gd name="T47" fmla="*/ 188869 h 11234560"/>
                <a:gd name="T48" fmla="*/ 277320 w 6324422"/>
                <a:gd name="T49" fmla="*/ 185957 h 11234560"/>
                <a:gd name="T50" fmla="*/ 263471 w 6324422"/>
                <a:gd name="T51" fmla="*/ 168643 h 11234560"/>
                <a:gd name="T52" fmla="*/ 245398 w 6324422"/>
                <a:gd name="T53" fmla="*/ 154029 h 11234560"/>
                <a:gd name="T54" fmla="*/ 247891 w 6324422"/>
                <a:gd name="T55" fmla="*/ 131521 h 11234560"/>
                <a:gd name="T56" fmla="*/ 260978 w 6324422"/>
                <a:gd name="T57" fmla="*/ 116907 h 11234560"/>
                <a:gd name="T58" fmla="*/ 242698 w 6324422"/>
                <a:gd name="T59" fmla="*/ 99593 h 11234560"/>
                <a:gd name="T60" fmla="*/ 255023 w 6324422"/>
                <a:gd name="T61" fmla="*/ 81517 h 11234560"/>
                <a:gd name="T62" fmla="*/ 232519 w 6324422"/>
                <a:gd name="T63" fmla="*/ 69397 h 11234560"/>
                <a:gd name="T64" fmla="*/ 208491 w 6324422"/>
                <a:gd name="T65" fmla="*/ 65172 h 11234560"/>
                <a:gd name="T66" fmla="*/ 183494 w 6324422"/>
                <a:gd name="T67" fmla="*/ 58246 h 11234560"/>
                <a:gd name="T68" fmla="*/ 156974 w 6324422"/>
                <a:gd name="T69" fmla="*/ 48065 h 11234560"/>
                <a:gd name="T70" fmla="*/ 126576 w 6324422"/>
                <a:gd name="T71" fmla="*/ 40170 h 11234560"/>
                <a:gd name="T72" fmla="*/ 98117 w 6324422"/>
                <a:gd name="T73" fmla="*/ 31513 h 11234560"/>
                <a:gd name="T74" fmla="*/ 72358 w 6324422"/>
                <a:gd name="T75" fmla="*/ 20362 h 11234560"/>
                <a:gd name="T76" fmla="*/ 42029 w 6324422"/>
                <a:gd name="T77" fmla="*/ 14821 h 11234560"/>
                <a:gd name="T78" fmla="*/ 17793 w 6324422"/>
                <a:gd name="T79" fmla="*/ 0 h 11234560"/>
                <a:gd name="T80" fmla="*/ 0 w 6324422"/>
                <a:gd name="T81" fmla="*/ 10650 h 1123456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6324422" h="11234560">
                  <a:moveTo>
                    <a:pt x="-1" y="225443"/>
                  </a:moveTo>
                  <a:cubicBezTo>
                    <a:pt x="2676" y="505874"/>
                    <a:pt x="162937" y="981875"/>
                    <a:pt x="165614" y="1262306"/>
                  </a:cubicBezTo>
                  <a:lnTo>
                    <a:pt x="165614" y="2414654"/>
                  </a:lnTo>
                  <a:lnTo>
                    <a:pt x="238918" y="3216612"/>
                  </a:lnTo>
                  <a:lnTo>
                    <a:pt x="255049" y="4303006"/>
                  </a:lnTo>
                  <a:lnTo>
                    <a:pt x="311945" y="5347006"/>
                  </a:lnTo>
                  <a:lnTo>
                    <a:pt x="145093" y="6186967"/>
                  </a:lnTo>
                  <a:cubicBezTo>
                    <a:pt x="141911" y="6502391"/>
                    <a:pt x="184927" y="6975499"/>
                    <a:pt x="181745" y="7290923"/>
                  </a:cubicBezTo>
                  <a:lnTo>
                    <a:pt x="35136" y="7982924"/>
                  </a:lnTo>
                  <a:lnTo>
                    <a:pt x="71788" y="8564969"/>
                  </a:lnTo>
                  <a:lnTo>
                    <a:pt x="94499" y="9196071"/>
                  </a:lnTo>
                  <a:lnTo>
                    <a:pt x="255049" y="9692405"/>
                  </a:lnTo>
                  <a:lnTo>
                    <a:pt x="388486" y="10355327"/>
                  </a:lnTo>
                  <a:lnTo>
                    <a:pt x="1231483" y="10350713"/>
                  </a:lnTo>
                  <a:lnTo>
                    <a:pt x="2301746" y="10330192"/>
                  </a:lnTo>
                  <a:lnTo>
                    <a:pt x="3449704" y="10513453"/>
                  </a:lnTo>
                  <a:lnTo>
                    <a:pt x="4382140" y="10770018"/>
                  </a:lnTo>
                  <a:lnTo>
                    <a:pt x="5382055" y="11234560"/>
                  </a:lnTo>
                  <a:lnTo>
                    <a:pt x="5365166" y="10781377"/>
                  </a:lnTo>
                  <a:lnTo>
                    <a:pt x="5273537" y="9880819"/>
                  </a:lnTo>
                  <a:lnTo>
                    <a:pt x="5342447" y="8564968"/>
                  </a:lnTo>
                  <a:lnTo>
                    <a:pt x="5672317" y="6821413"/>
                  </a:lnTo>
                  <a:lnTo>
                    <a:pt x="6018317" y="5263312"/>
                  </a:lnTo>
                  <a:lnTo>
                    <a:pt x="6324422" y="3998136"/>
                  </a:lnTo>
                  <a:lnTo>
                    <a:pt x="5871708" y="3936484"/>
                  </a:lnTo>
                  <a:lnTo>
                    <a:pt x="5578491" y="3569962"/>
                  </a:lnTo>
                  <a:lnTo>
                    <a:pt x="5195838" y="3260613"/>
                  </a:lnTo>
                  <a:lnTo>
                    <a:pt x="5248621" y="2784135"/>
                  </a:lnTo>
                  <a:lnTo>
                    <a:pt x="5525708" y="2474787"/>
                  </a:lnTo>
                  <a:lnTo>
                    <a:pt x="5138664" y="2108265"/>
                  </a:lnTo>
                  <a:lnTo>
                    <a:pt x="5399620" y="1725612"/>
                  </a:lnTo>
                  <a:lnTo>
                    <a:pt x="4923142" y="1469047"/>
                  </a:lnTo>
                  <a:lnTo>
                    <a:pt x="4414402" y="1379612"/>
                  </a:lnTo>
                  <a:lnTo>
                    <a:pt x="3885140" y="1233003"/>
                  </a:lnTo>
                  <a:lnTo>
                    <a:pt x="3323617" y="1017480"/>
                  </a:lnTo>
                  <a:lnTo>
                    <a:pt x="2680008" y="850350"/>
                  </a:lnTo>
                  <a:lnTo>
                    <a:pt x="2077442" y="667089"/>
                  </a:lnTo>
                  <a:lnTo>
                    <a:pt x="1532050" y="431045"/>
                  </a:lnTo>
                  <a:lnTo>
                    <a:pt x="889873" y="313739"/>
                  </a:lnTo>
                  <a:lnTo>
                    <a:pt x="376742" y="0"/>
                  </a:lnTo>
                  <a:lnTo>
                    <a:pt x="-1" y="225443"/>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38" name="任意多边形 181">
              <a:extLst>
                <a:ext uri="{FF2B5EF4-FFF2-40B4-BE49-F238E27FC236}">
                  <a16:creationId xmlns:a16="http://schemas.microsoft.com/office/drawing/2014/main" id="{87ECA551-6E85-4FB5-A08F-39C0404825D5}"/>
                </a:ext>
              </a:extLst>
            </p:cNvPr>
            <p:cNvSpPr>
              <a:spLocks/>
            </p:cNvSpPr>
            <p:nvPr/>
          </p:nvSpPr>
          <p:spPr bwMode="auto">
            <a:xfrm>
              <a:off x="3489325" y="2035175"/>
              <a:ext cx="198437" cy="498475"/>
            </a:xfrm>
            <a:custGeom>
              <a:avLst/>
              <a:gdLst>
                <a:gd name="T0" fmla="*/ 179346 w 4186365"/>
                <a:gd name="T1" fmla="*/ 1786 h 10579981"/>
                <a:gd name="T2" fmla="*/ 187166 w 4186365"/>
                <a:gd name="T3" fmla="*/ 50770 h 10579981"/>
                <a:gd name="T4" fmla="*/ 187166 w 4186365"/>
                <a:gd name="T5" fmla="*/ 105211 h 10579981"/>
                <a:gd name="T6" fmla="*/ 190628 w 4186365"/>
                <a:gd name="T7" fmla="*/ 143099 h 10579981"/>
                <a:gd name="T8" fmla="*/ 191390 w 4186365"/>
                <a:gd name="T9" fmla="*/ 194423 h 10579981"/>
                <a:gd name="T10" fmla="*/ 194077 w 4186365"/>
                <a:gd name="T11" fmla="*/ 243746 h 10579981"/>
                <a:gd name="T12" fmla="*/ 186197 w 4186365"/>
                <a:gd name="T13" fmla="*/ 283428 h 10579981"/>
                <a:gd name="T14" fmla="*/ 187928 w 4186365"/>
                <a:gd name="T15" fmla="*/ 335583 h 10579981"/>
                <a:gd name="T16" fmla="*/ 181005 w 4186365"/>
                <a:gd name="T17" fmla="*/ 368275 h 10579981"/>
                <a:gd name="T18" fmla="*/ 182736 w 4186365"/>
                <a:gd name="T19" fmla="*/ 395773 h 10579981"/>
                <a:gd name="T20" fmla="*/ 183808 w 4186365"/>
                <a:gd name="T21" fmla="*/ 425588 h 10579981"/>
                <a:gd name="T22" fmla="*/ 191390 w 4186365"/>
                <a:gd name="T23" fmla="*/ 449037 h 10579981"/>
                <a:gd name="T24" fmla="*/ 197691 w 4186365"/>
                <a:gd name="T25" fmla="*/ 480355 h 10579981"/>
                <a:gd name="T26" fmla="*/ 103709 w 4186365"/>
                <a:gd name="T27" fmla="*/ 499834 h 10579981"/>
                <a:gd name="T28" fmla="*/ 103741 w 4186365"/>
                <a:gd name="T29" fmla="*/ 450561 h 10579981"/>
                <a:gd name="T30" fmla="*/ 102010 w 4186365"/>
                <a:gd name="T31" fmla="*/ 408448 h 10579981"/>
                <a:gd name="T32" fmla="*/ 105471 w 4186365"/>
                <a:gd name="T33" fmla="*/ 360934 h 10579981"/>
                <a:gd name="T34" fmla="*/ 115095 w 4186365"/>
                <a:gd name="T35" fmla="*/ 316468 h 10579981"/>
                <a:gd name="T36" fmla="*/ 108171 w 4186365"/>
                <a:gd name="T37" fmla="*/ 269715 h 10579981"/>
                <a:gd name="T38" fmla="*/ 90101 w 4186365"/>
                <a:gd name="T39" fmla="*/ 250875 h 10579981"/>
                <a:gd name="T40" fmla="*/ 68570 w 4186365"/>
                <a:gd name="T41" fmla="*/ 225109 h 10579981"/>
                <a:gd name="T42" fmla="*/ 46069 w 4186365"/>
                <a:gd name="T43" fmla="*/ 196849 h 10579981"/>
                <a:gd name="T44" fmla="*/ 45515 w 4186365"/>
                <a:gd name="T45" fmla="*/ 155359 h 10579981"/>
                <a:gd name="T46" fmla="*/ 27238 w 4186365"/>
                <a:gd name="T47" fmla="*/ 121143 h 10579981"/>
                <a:gd name="T48" fmla="*/ 37830 w 4186365"/>
                <a:gd name="T49" fmla="*/ 88450 h 10579981"/>
                <a:gd name="T50" fmla="*/ 20522 w 4186365"/>
                <a:gd name="T51" fmla="*/ 69957 h 10579981"/>
                <a:gd name="T52" fmla="*/ 0 w 4186365"/>
                <a:gd name="T53" fmla="*/ 42487 h 10579981"/>
                <a:gd name="T54" fmla="*/ 28969 w 4186365"/>
                <a:gd name="T55" fmla="*/ 36156 h 10579981"/>
                <a:gd name="T56" fmla="*/ 59709 w 4186365"/>
                <a:gd name="T57" fmla="*/ 21541 h 10579981"/>
                <a:gd name="T58" fmla="*/ 88163 w 4186365"/>
                <a:gd name="T59" fmla="*/ 7688 h 10579981"/>
                <a:gd name="T60" fmla="*/ 113918 w 4186365"/>
                <a:gd name="T61" fmla="*/ 0 h 10579981"/>
                <a:gd name="T62" fmla="*/ 140642 w 4186365"/>
                <a:gd name="T63" fmla="*/ 1732 h 10579981"/>
                <a:gd name="T64" fmla="*/ 179346 w 4186365"/>
                <a:gd name="T65" fmla="*/ 1786 h 1057998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86365" h="10579981">
                  <a:moveTo>
                    <a:pt x="3797878" y="37795"/>
                  </a:moveTo>
                  <a:cubicBezTo>
                    <a:pt x="3800555" y="318226"/>
                    <a:pt x="3960816" y="794227"/>
                    <a:pt x="3963493" y="1074658"/>
                  </a:cubicBezTo>
                  <a:lnTo>
                    <a:pt x="3963493" y="2227006"/>
                  </a:lnTo>
                  <a:lnTo>
                    <a:pt x="4036797" y="3028964"/>
                  </a:lnTo>
                  <a:lnTo>
                    <a:pt x="4052928" y="4115358"/>
                  </a:lnTo>
                  <a:lnTo>
                    <a:pt x="4109824" y="5159358"/>
                  </a:lnTo>
                  <a:lnTo>
                    <a:pt x="3942972" y="5999319"/>
                  </a:lnTo>
                  <a:cubicBezTo>
                    <a:pt x="3939790" y="6314743"/>
                    <a:pt x="3982806" y="6787851"/>
                    <a:pt x="3979624" y="7103275"/>
                  </a:cubicBezTo>
                  <a:lnTo>
                    <a:pt x="3833015" y="7795276"/>
                  </a:lnTo>
                  <a:lnTo>
                    <a:pt x="3869667" y="8377321"/>
                  </a:lnTo>
                  <a:lnTo>
                    <a:pt x="3892378" y="9008423"/>
                  </a:lnTo>
                  <a:lnTo>
                    <a:pt x="4052928" y="9504757"/>
                  </a:lnTo>
                  <a:lnTo>
                    <a:pt x="4186365" y="10167679"/>
                  </a:lnTo>
                  <a:lnTo>
                    <a:pt x="2196168" y="10579981"/>
                  </a:lnTo>
                  <a:cubicBezTo>
                    <a:pt x="2196393" y="10232326"/>
                    <a:pt x="2196617" y="9884670"/>
                    <a:pt x="2196842" y="9537015"/>
                  </a:cubicBezTo>
                  <a:lnTo>
                    <a:pt x="2160190" y="8645623"/>
                  </a:lnTo>
                  <a:lnTo>
                    <a:pt x="2233494" y="7639883"/>
                  </a:lnTo>
                  <a:lnTo>
                    <a:pt x="2437276" y="6698666"/>
                  </a:lnTo>
                  <a:lnTo>
                    <a:pt x="2290668" y="5709057"/>
                  </a:lnTo>
                  <a:lnTo>
                    <a:pt x="1908015" y="5310273"/>
                  </a:lnTo>
                  <a:lnTo>
                    <a:pt x="1452058" y="4764881"/>
                  </a:lnTo>
                  <a:lnTo>
                    <a:pt x="975579" y="4166706"/>
                  </a:lnTo>
                  <a:lnTo>
                    <a:pt x="963839" y="3288485"/>
                  </a:lnTo>
                  <a:lnTo>
                    <a:pt x="576796" y="2564222"/>
                  </a:lnTo>
                  <a:lnTo>
                    <a:pt x="801100" y="1872221"/>
                  </a:lnTo>
                  <a:lnTo>
                    <a:pt x="434578" y="1480787"/>
                  </a:lnTo>
                  <a:lnTo>
                    <a:pt x="0" y="899316"/>
                  </a:lnTo>
                  <a:lnTo>
                    <a:pt x="613448" y="765305"/>
                  </a:lnTo>
                  <a:lnTo>
                    <a:pt x="1264406" y="455957"/>
                  </a:lnTo>
                  <a:lnTo>
                    <a:pt x="1866972" y="162740"/>
                  </a:lnTo>
                  <a:lnTo>
                    <a:pt x="2412364" y="0"/>
                  </a:lnTo>
                  <a:lnTo>
                    <a:pt x="2978278" y="36652"/>
                  </a:lnTo>
                  <a:lnTo>
                    <a:pt x="3797878" y="37795"/>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40" name="任意多边形 183">
              <a:extLst>
                <a:ext uri="{FF2B5EF4-FFF2-40B4-BE49-F238E27FC236}">
                  <a16:creationId xmlns:a16="http://schemas.microsoft.com/office/drawing/2014/main" id="{BF7EB750-3266-47D4-9ECD-3732C5D3EE78}"/>
                </a:ext>
              </a:extLst>
            </p:cNvPr>
            <p:cNvSpPr>
              <a:spLocks/>
            </p:cNvSpPr>
            <p:nvPr/>
          </p:nvSpPr>
          <p:spPr bwMode="auto">
            <a:xfrm>
              <a:off x="3387725" y="2076450"/>
              <a:ext cx="217487" cy="482600"/>
            </a:xfrm>
            <a:custGeom>
              <a:avLst/>
              <a:gdLst>
                <a:gd name="T0" fmla="*/ 0 w 4605666"/>
                <a:gd name="T1" fmla="*/ 30812 h 10200869"/>
                <a:gd name="T2" fmla="*/ 23806 w 4605666"/>
                <a:gd name="T3" fmla="*/ 19729 h 10200869"/>
                <a:gd name="T4" fmla="*/ 48605 w 4605666"/>
                <a:gd name="T5" fmla="*/ 12041 h 10200869"/>
                <a:gd name="T6" fmla="*/ 63221 w 4605666"/>
                <a:gd name="T7" fmla="*/ 1651 h 10200869"/>
                <a:gd name="T8" fmla="*/ 101868 w 4605666"/>
                <a:gd name="T9" fmla="*/ 0 h 10200869"/>
                <a:gd name="T10" fmla="*/ 123190 w 4605666"/>
                <a:gd name="T11" fmla="*/ 27522 h 10200869"/>
                <a:gd name="T12" fmla="*/ 140507 w 4605666"/>
                <a:gd name="T13" fmla="*/ 46899 h 10200869"/>
                <a:gd name="T14" fmla="*/ 129805 w 4605666"/>
                <a:gd name="T15" fmla="*/ 78190 h 10200869"/>
                <a:gd name="T16" fmla="*/ 148092 w 4605666"/>
                <a:gd name="T17" fmla="*/ 114244 h 10200869"/>
                <a:gd name="T18" fmla="*/ 148318 w 4605666"/>
                <a:gd name="T19" fmla="*/ 153760 h 10200869"/>
                <a:gd name="T20" fmla="*/ 183714 w 4605666"/>
                <a:gd name="T21" fmla="*/ 197935 h 10200869"/>
                <a:gd name="T22" fmla="*/ 196494 w 4605666"/>
                <a:gd name="T23" fmla="*/ 212983 h 10200869"/>
                <a:gd name="T24" fmla="*/ 211038 w 4605666"/>
                <a:gd name="T25" fmla="*/ 227508 h 10200869"/>
                <a:gd name="T26" fmla="*/ 217604 w 4605666"/>
                <a:gd name="T27" fmla="*/ 272639 h 10200869"/>
                <a:gd name="T28" fmla="*/ 208080 w 4605666"/>
                <a:gd name="T29" fmla="*/ 320814 h 10200869"/>
                <a:gd name="T30" fmla="*/ 204616 w 4605666"/>
                <a:gd name="T31" fmla="*/ 369525 h 10200869"/>
                <a:gd name="T32" fmla="*/ 206452 w 4605666"/>
                <a:gd name="T33" fmla="*/ 410999 h 10200869"/>
                <a:gd name="T34" fmla="*/ 205817 w 4605666"/>
                <a:gd name="T35" fmla="*/ 457864 h 10200869"/>
                <a:gd name="T36" fmla="*/ 124305 w 4605666"/>
                <a:gd name="T37" fmla="*/ 481942 h 10200869"/>
                <a:gd name="T38" fmla="*/ 112263 w 4605666"/>
                <a:gd name="T39" fmla="*/ 436229 h 10200869"/>
                <a:gd name="T40" fmla="*/ 107068 w 4605666"/>
                <a:gd name="T41" fmla="*/ 400072 h 10200869"/>
                <a:gd name="T42" fmla="*/ 111501 w 4605666"/>
                <a:gd name="T43" fmla="*/ 358513 h 10200869"/>
                <a:gd name="T44" fmla="*/ 108037 w 4605666"/>
                <a:gd name="T45" fmla="*/ 331776 h 10200869"/>
                <a:gd name="T46" fmla="*/ 88227 w 4605666"/>
                <a:gd name="T47" fmla="*/ 324850 h 10200869"/>
                <a:gd name="T48" fmla="*/ 61489 w 4605666"/>
                <a:gd name="T49" fmla="*/ 331014 h 10200869"/>
                <a:gd name="T50" fmla="*/ 34751 w 4605666"/>
                <a:gd name="T51" fmla="*/ 315429 h 10200869"/>
                <a:gd name="T52" fmla="*/ 23599 w 4605666"/>
                <a:gd name="T53" fmla="*/ 292363 h 10200869"/>
                <a:gd name="T54" fmla="*/ 17434 w 4605666"/>
                <a:gd name="T55" fmla="*/ 248310 h 10200869"/>
                <a:gd name="T56" fmla="*/ 20135 w 4605666"/>
                <a:gd name="T57" fmla="*/ 216586 h 10200869"/>
                <a:gd name="T58" fmla="*/ 12239 w 4605666"/>
                <a:gd name="T59" fmla="*/ 187910 h 10200869"/>
                <a:gd name="T60" fmla="*/ 8013 w 4605666"/>
                <a:gd name="T61" fmla="*/ 160411 h 10200869"/>
                <a:gd name="T62" fmla="*/ 8983 w 4605666"/>
                <a:gd name="T63" fmla="*/ 122730 h 10200869"/>
                <a:gd name="T64" fmla="*/ 7044 w 4605666"/>
                <a:gd name="T65" fmla="*/ 84219 h 10200869"/>
                <a:gd name="T66" fmla="*/ 15910 w 4605666"/>
                <a:gd name="T67" fmla="*/ 58867 h 10200869"/>
                <a:gd name="T68" fmla="*/ 0 w 4605666"/>
                <a:gd name="T69" fmla="*/ 30812 h 1020086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4605666" h="10200869">
                  <a:moveTo>
                    <a:pt x="0" y="652167"/>
                  </a:moveTo>
                  <a:lnTo>
                    <a:pt x="503865" y="417593"/>
                  </a:lnTo>
                  <a:lnTo>
                    <a:pt x="1028736" y="254853"/>
                  </a:lnTo>
                  <a:lnTo>
                    <a:pt x="1338084" y="34940"/>
                  </a:lnTo>
                  <a:lnTo>
                    <a:pt x="2156076" y="0"/>
                  </a:lnTo>
                  <a:lnTo>
                    <a:pt x="2607358" y="582529"/>
                  </a:lnTo>
                  <a:lnTo>
                    <a:pt x="2973880" y="992668"/>
                  </a:lnTo>
                  <a:lnTo>
                    <a:pt x="2747379" y="1654986"/>
                  </a:lnTo>
                  <a:lnTo>
                    <a:pt x="3134426" y="2418098"/>
                  </a:lnTo>
                  <a:cubicBezTo>
                    <a:pt x="3136017" y="2696902"/>
                    <a:pt x="3137607" y="2975707"/>
                    <a:pt x="3139198" y="3254511"/>
                  </a:cubicBezTo>
                  <a:lnTo>
                    <a:pt x="3888372" y="4189525"/>
                  </a:lnTo>
                  <a:lnTo>
                    <a:pt x="4158875" y="4508035"/>
                  </a:lnTo>
                  <a:lnTo>
                    <a:pt x="4466692" y="4815471"/>
                  </a:lnTo>
                  <a:lnTo>
                    <a:pt x="4605666" y="5770721"/>
                  </a:lnTo>
                  <a:lnTo>
                    <a:pt x="4404077" y="6790399"/>
                  </a:lnTo>
                  <a:lnTo>
                    <a:pt x="4330777" y="7821432"/>
                  </a:lnTo>
                  <a:cubicBezTo>
                    <a:pt x="4329567" y="8062377"/>
                    <a:pt x="4370832" y="8458327"/>
                    <a:pt x="4369622" y="8699272"/>
                  </a:cubicBezTo>
                  <a:lnTo>
                    <a:pt x="4356193" y="9691221"/>
                  </a:lnTo>
                  <a:lnTo>
                    <a:pt x="2630957" y="10200869"/>
                  </a:lnTo>
                  <a:lnTo>
                    <a:pt x="2376085" y="9233301"/>
                  </a:lnTo>
                  <a:lnTo>
                    <a:pt x="2266128" y="8467996"/>
                  </a:lnTo>
                  <a:lnTo>
                    <a:pt x="2359954" y="7588343"/>
                  </a:lnTo>
                  <a:lnTo>
                    <a:pt x="2286650" y="7022429"/>
                  </a:lnTo>
                  <a:lnTo>
                    <a:pt x="1867345" y="6875821"/>
                  </a:lnTo>
                  <a:lnTo>
                    <a:pt x="1301431" y="7006299"/>
                  </a:lnTo>
                  <a:lnTo>
                    <a:pt x="735518" y="6676429"/>
                  </a:lnTo>
                  <a:lnTo>
                    <a:pt x="499474" y="6188210"/>
                  </a:lnTo>
                  <a:lnTo>
                    <a:pt x="368996" y="5255775"/>
                  </a:lnTo>
                  <a:lnTo>
                    <a:pt x="426169" y="4584295"/>
                  </a:lnTo>
                  <a:lnTo>
                    <a:pt x="259039" y="3977338"/>
                  </a:lnTo>
                  <a:lnTo>
                    <a:pt x="169604" y="3395294"/>
                  </a:lnTo>
                  <a:lnTo>
                    <a:pt x="190125" y="2597727"/>
                  </a:lnTo>
                  <a:lnTo>
                    <a:pt x="149083" y="1782598"/>
                  </a:lnTo>
                  <a:lnTo>
                    <a:pt x="336734" y="1245986"/>
                  </a:lnTo>
                  <a:lnTo>
                    <a:pt x="0" y="652167"/>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41" name="任意多边形 184">
              <a:extLst>
                <a:ext uri="{FF2B5EF4-FFF2-40B4-BE49-F238E27FC236}">
                  <a16:creationId xmlns:a16="http://schemas.microsoft.com/office/drawing/2014/main" id="{9BD29BC0-B4A8-4AEE-8A22-D9014856A5F5}"/>
                </a:ext>
              </a:extLst>
            </p:cNvPr>
            <p:cNvSpPr>
              <a:spLocks/>
            </p:cNvSpPr>
            <p:nvPr/>
          </p:nvSpPr>
          <p:spPr bwMode="auto">
            <a:xfrm>
              <a:off x="2995613" y="3640138"/>
              <a:ext cx="1557337" cy="2022475"/>
            </a:xfrm>
            <a:custGeom>
              <a:avLst/>
              <a:gdLst>
                <a:gd name="T0" fmla="*/ 3055 w 8565109"/>
                <a:gd name="T1" fmla="*/ 22711 h 11120243"/>
                <a:gd name="T2" fmla="*/ 0 w 8565109"/>
                <a:gd name="T3" fmla="*/ 255914 h 11120243"/>
                <a:gd name="T4" fmla="*/ 8951 w 8565109"/>
                <a:gd name="T5" fmla="*/ 1357216 h 11120243"/>
                <a:gd name="T6" fmla="*/ 1298062 w 8565109"/>
                <a:gd name="T7" fmla="*/ 2021557 h 11120243"/>
                <a:gd name="T8" fmla="*/ 1300264 w 8565109"/>
                <a:gd name="T9" fmla="*/ 1886879 h 11120243"/>
                <a:gd name="T10" fmla="*/ 1556997 w 8565109"/>
                <a:gd name="T11" fmla="*/ 1865992 h 11120243"/>
                <a:gd name="T12" fmla="*/ 1527990 w 8565109"/>
                <a:gd name="T13" fmla="*/ 1322360 h 11120243"/>
                <a:gd name="T14" fmla="*/ 1439028 w 8565109"/>
                <a:gd name="T15" fmla="*/ 0 h 11120243"/>
                <a:gd name="T16" fmla="*/ 3055 w 8565109"/>
                <a:gd name="T17" fmla="*/ 22711 h 111202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65109" h="11120243">
                  <a:moveTo>
                    <a:pt x="16805" y="124927"/>
                  </a:moveTo>
                  <a:lnTo>
                    <a:pt x="0" y="1407741"/>
                  </a:lnTo>
                  <a:lnTo>
                    <a:pt x="49239" y="7465814"/>
                  </a:lnTo>
                  <a:lnTo>
                    <a:pt x="7140699" y="11120243"/>
                  </a:lnTo>
                  <a:lnTo>
                    <a:pt x="7152804" y="10379400"/>
                  </a:lnTo>
                  <a:lnTo>
                    <a:pt x="8565109" y="10264504"/>
                  </a:lnTo>
                  <a:lnTo>
                    <a:pt x="8405540" y="7274076"/>
                  </a:lnTo>
                  <a:lnTo>
                    <a:pt x="7916158" y="0"/>
                  </a:lnTo>
                  <a:lnTo>
                    <a:pt x="16805" y="124927"/>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42" name="任意多边形 185">
              <a:extLst>
                <a:ext uri="{FF2B5EF4-FFF2-40B4-BE49-F238E27FC236}">
                  <a16:creationId xmlns:a16="http://schemas.microsoft.com/office/drawing/2014/main" id="{6487A8D3-3F29-428C-8D73-6D51DE1113E8}"/>
                </a:ext>
              </a:extLst>
            </p:cNvPr>
            <p:cNvSpPr>
              <a:spLocks/>
            </p:cNvSpPr>
            <p:nvPr/>
          </p:nvSpPr>
          <p:spPr bwMode="auto">
            <a:xfrm>
              <a:off x="2878138" y="2514600"/>
              <a:ext cx="1557337" cy="1149350"/>
            </a:xfrm>
            <a:custGeom>
              <a:avLst/>
              <a:gdLst>
                <a:gd name="T0" fmla="*/ 120554 w 8562443"/>
                <a:gd name="T1" fmla="*/ 1149157 h 6321259"/>
                <a:gd name="T2" fmla="*/ 117323 w 8562443"/>
                <a:gd name="T3" fmla="*/ 755313 h 6321259"/>
                <a:gd name="T4" fmla="*/ 51784 w 8562443"/>
                <a:gd name="T5" fmla="*/ 749591 h 6321259"/>
                <a:gd name="T6" fmla="*/ 0 w 8562443"/>
                <a:gd name="T7" fmla="*/ 740595 h 6321259"/>
                <a:gd name="T8" fmla="*/ 5443 w 8562443"/>
                <a:gd name="T9" fmla="*/ 693297 h 6321259"/>
                <a:gd name="T10" fmla="*/ 7071 w 8562443"/>
                <a:gd name="T11" fmla="*/ 652916 h 6321259"/>
                <a:gd name="T12" fmla="*/ 19626 w 8562443"/>
                <a:gd name="T13" fmla="*/ 588604 h 6321259"/>
                <a:gd name="T14" fmla="*/ 28758 w 8562443"/>
                <a:gd name="T15" fmla="*/ 551745 h 6321259"/>
                <a:gd name="T16" fmla="*/ 52754 w 8562443"/>
                <a:gd name="T17" fmla="*/ 514232 h 6321259"/>
                <a:gd name="T18" fmla="*/ 66608 w 8562443"/>
                <a:gd name="T19" fmla="*/ 470925 h 6321259"/>
                <a:gd name="T20" fmla="*/ 57413 w 8562443"/>
                <a:gd name="T21" fmla="*/ 423947 h 6321259"/>
                <a:gd name="T22" fmla="*/ 46053 w 8562443"/>
                <a:gd name="T23" fmla="*/ 386267 h 6321259"/>
                <a:gd name="T24" fmla="*/ 45723 w 8562443"/>
                <a:gd name="T25" fmla="*/ 341228 h 6321259"/>
                <a:gd name="T26" fmla="*/ 51785 w 8562443"/>
                <a:gd name="T27" fmla="*/ 293055 h 6321259"/>
                <a:gd name="T28" fmla="*/ 61408 w 8562443"/>
                <a:gd name="T29" fmla="*/ 248871 h 6321259"/>
                <a:gd name="T30" fmla="*/ 94928 w 8562443"/>
                <a:gd name="T31" fmla="*/ 252183 h 6321259"/>
                <a:gd name="T32" fmla="*/ 131064 w 8562443"/>
                <a:gd name="T33" fmla="*/ 253729 h 6321259"/>
                <a:gd name="T34" fmla="*/ 168769 w 8562443"/>
                <a:gd name="T35" fmla="*/ 246041 h 6321259"/>
                <a:gd name="T36" fmla="*/ 204928 w 8562443"/>
                <a:gd name="T37" fmla="*/ 231426 h 6321259"/>
                <a:gd name="T38" fmla="*/ 245704 w 8562443"/>
                <a:gd name="T39" fmla="*/ 203721 h 6321259"/>
                <a:gd name="T40" fmla="*/ 279553 w 8562443"/>
                <a:gd name="T41" fmla="*/ 178347 h 6321259"/>
                <a:gd name="T42" fmla="*/ 301858 w 8562443"/>
                <a:gd name="T43" fmla="*/ 142954 h 6321259"/>
                <a:gd name="T44" fmla="*/ 321092 w 8562443"/>
                <a:gd name="T45" fmla="*/ 109869 h 6321259"/>
                <a:gd name="T46" fmla="*/ 341872 w 8562443"/>
                <a:gd name="T47" fmla="*/ 86019 h 6321259"/>
                <a:gd name="T48" fmla="*/ 349561 w 8562443"/>
                <a:gd name="T49" fmla="*/ 62170 h 6321259"/>
                <a:gd name="T50" fmla="*/ 362019 w 8562443"/>
                <a:gd name="T51" fmla="*/ 27646 h 6321259"/>
                <a:gd name="T52" fmla="*/ 385905 w 8562443"/>
                <a:gd name="T53" fmla="*/ 27065 h 6321259"/>
                <a:gd name="T54" fmla="*/ 413509 w 8562443"/>
                <a:gd name="T55" fmla="*/ 38649 h 6321259"/>
                <a:gd name="T56" fmla="*/ 433216 w 8562443"/>
                <a:gd name="T57" fmla="*/ 58892 h 6321259"/>
                <a:gd name="T58" fmla="*/ 449130 w 8562443"/>
                <a:gd name="T59" fmla="*/ 80536 h 6321259"/>
                <a:gd name="T60" fmla="*/ 483886 w 8562443"/>
                <a:gd name="T61" fmla="*/ 82475 h 6321259"/>
                <a:gd name="T62" fmla="*/ 528928 w 8562443"/>
                <a:gd name="T63" fmla="*/ 69714 h 6321259"/>
                <a:gd name="T64" fmla="*/ 632465 w 8562443"/>
                <a:gd name="T65" fmla="*/ 45021 h 6321259"/>
                <a:gd name="T66" fmla="*/ 714934 w 8562443"/>
                <a:gd name="T67" fmla="*/ 20675 h 6321259"/>
                <a:gd name="T68" fmla="*/ 809659 w 8562443"/>
                <a:gd name="T69" fmla="*/ 1091 h 6321259"/>
                <a:gd name="T70" fmla="*/ 900609 w 8562443"/>
                <a:gd name="T71" fmla="*/ 0 h 6321259"/>
                <a:gd name="T72" fmla="*/ 952475 w 8562443"/>
                <a:gd name="T73" fmla="*/ 8225 h 6321259"/>
                <a:gd name="T74" fmla="*/ 997725 w 8562443"/>
                <a:gd name="T75" fmla="*/ 20675 h 6321259"/>
                <a:gd name="T76" fmla="*/ 1044953 w 8562443"/>
                <a:gd name="T77" fmla="*/ 43000 h 6321259"/>
                <a:gd name="T78" fmla="*/ 1055548 w 8562443"/>
                <a:gd name="T79" fmla="*/ 483912 h 6321259"/>
                <a:gd name="T80" fmla="*/ 1072806 w 8562443"/>
                <a:gd name="T81" fmla="*/ 852115 h 6321259"/>
                <a:gd name="T82" fmla="*/ 1556269 w 8562443"/>
                <a:gd name="T83" fmla="*/ 847939 h 6321259"/>
                <a:gd name="T84" fmla="*/ 1556708 w 8562443"/>
                <a:gd name="T85" fmla="*/ 1126447 h 6321259"/>
                <a:gd name="T86" fmla="*/ 120554 w 8562443"/>
                <a:gd name="T87" fmla="*/ 1149157 h 632125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562443" h="6321259">
                  <a:moveTo>
                    <a:pt x="663090" y="6321259"/>
                  </a:moveTo>
                  <a:lnTo>
                    <a:pt x="645320" y="4154810"/>
                  </a:lnTo>
                  <a:lnTo>
                    <a:pt x="284832" y="4123333"/>
                  </a:lnTo>
                  <a:lnTo>
                    <a:pt x="0" y="4073848"/>
                  </a:lnTo>
                  <a:lnTo>
                    <a:pt x="29940" y="3813671"/>
                  </a:lnTo>
                  <a:lnTo>
                    <a:pt x="38895" y="3591544"/>
                  </a:lnTo>
                  <a:lnTo>
                    <a:pt x="107951" y="3237780"/>
                  </a:lnTo>
                  <a:lnTo>
                    <a:pt x="158179" y="3035026"/>
                  </a:lnTo>
                  <a:lnTo>
                    <a:pt x="290165" y="2828676"/>
                  </a:lnTo>
                  <a:lnTo>
                    <a:pt x="366366" y="2590452"/>
                  </a:lnTo>
                  <a:lnTo>
                    <a:pt x="315789" y="2332037"/>
                  </a:lnTo>
                  <a:lnTo>
                    <a:pt x="253306" y="2124769"/>
                  </a:lnTo>
                  <a:cubicBezTo>
                    <a:pt x="252702" y="2042186"/>
                    <a:pt x="252099" y="1959602"/>
                    <a:pt x="251495" y="1877019"/>
                  </a:cubicBezTo>
                  <a:lnTo>
                    <a:pt x="284833" y="1612031"/>
                  </a:lnTo>
                  <a:lnTo>
                    <a:pt x="337765" y="1368985"/>
                  </a:lnTo>
                  <a:lnTo>
                    <a:pt x="522138" y="1387201"/>
                  </a:lnTo>
                  <a:lnTo>
                    <a:pt x="720898" y="1395709"/>
                  </a:lnTo>
                  <a:lnTo>
                    <a:pt x="928290" y="1353417"/>
                  </a:lnTo>
                  <a:lnTo>
                    <a:pt x="1127174" y="1273025"/>
                  </a:lnTo>
                  <a:lnTo>
                    <a:pt x="1351458" y="1120625"/>
                  </a:lnTo>
                  <a:lnTo>
                    <a:pt x="1537642" y="981049"/>
                  </a:lnTo>
                  <a:lnTo>
                    <a:pt x="1660326" y="786357"/>
                  </a:lnTo>
                  <a:lnTo>
                    <a:pt x="1766118" y="604365"/>
                  </a:lnTo>
                  <a:lnTo>
                    <a:pt x="1880418" y="473173"/>
                  </a:lnTo>
                  <a:lnTo>
                    <a:pt x="1922710" y="341981"/>
                  </a:lnTo>
                  <a:lnTo>
                    <a:pt x="1991232" y="152076"/>
                  </a:lnTo>
                  <a:lnTo>
                    <a:pt x="2122613" y="148878"/>
                  </a:lnTo>
                  <a:lnTo>
                    <a:pt x="2274442" y="212601"/>
                  </a:lnTo>
                  <a:lnTo>
                    <a:pt x="2382838" y="323949"/>
                  </a:lnTo>
                  <a:lnTo>
                    <a:pt x="2470374" y="443011"/>
                  </a:lnTo>
                  <a:lnTo>
                    <a:pt x="2661544" y="453677"/>
                  </a:lnTo>
                  <a:lnTo>
                    <a:pt x="2909293" y="383480"/>
                  </a:lnTo>
                  <a:lnTo>
                    <a:pt x="3478782" y="247649"/>
                  </a:lnTo>
                  <a:lnTo>
                    <a:pt x="3932387" y="113730"/>
                  </a:lnTo>
                  <a:lnTo>
                    <a:pt x="4453410" y="6002"/>
                  </a:lnTo>
                  <a:lnTo>
                    <a:pt x="4953671" y="0"/>
                  </a:lnTo>
                  <a:lnTo>
                    <a:pt x="5238950" y="45244"/>
                  </a:lnTo>
                  <a:lnTo>
                    <a:pt x="5487839" y="113729"/>
                  </a:lnTo>
                  <a:lnTo>
                    <a:pt x="5747611" y="236536"/>
                  </a:lnTo>
                  <a:lnTo>
                    <a:pt x="5805886" y="2661890"/>
                  </a:lnTo>
                  <a:lnTo>
                    <a:pt x="5900812" y="4687293"/>
                  </a:lnTo>
                  <a:lnTo>
                    <a:pt x="8560024" y="4664323"/>
                  </a:lnTo>
                  <a:cubicBezTo>
                    <a:pt x="8560830" y="5174993"/>
                    <a:pt x="8561637" y="5685662"/>
                    <a:pt x="8562443" y="6196332"/>
                  </a:cubicBezTo>
                  <a:lnTo>
                    <a:pt x="663090" y="6321259"/>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43" name="任意多边形 186">
              <a:extLst>
                <a:ext uri="{FF2B5EF4-FFF2-40B4-BE49-F238E27FC236}">
                  <a16:creationId xmlns:a16="http://schemas.microsoft.com/office/drawing/2014/main" id="{9B305BCF-46D3-491E-866D-A7B3E52476C6}"/>
                </a:ext>
              </a:extLst>
            </p:cNvPr>
            <p:cNvSpPr>
              <a:spLocks/>
            </p:cNvSpPr>
            <p:nvPr/>
          </p:nvSpPr>
          <p:spPr bwMode="auto">
            <a:xfrm>
              <a:off x="630238" y="3402013"/>
              <a:ext cx="515937" cy="963613"/>
            </a:xfrm>
            <a:custGeom>
              <a:avLst/>
              <a:gdLst>
                <a:gd name="T0" fmla="*/ 155360 w 2838136"/>
                <a:gd name="T1" fmla="*/ 0 h 5308154"/>
                <a:gd name="T2" fmla="*/ 207051 w 2838136"/>
                <a:gd name="T3" fmla="*/ 21239 h 5308154"/>
                <a:gd name="T4" fmla="*/ 250669 w 2838136"/>
                <a:gd name="T5" fmla="*/ 37379 h 5308154"/>
                <a:gd name="T6" fmla="*/ 316026 w 2838136"/>
                <a:gd name="T7" fmla="*/ 60653 h 5308154"/>
                <a:gd name="T8" fmla="*/ 367743 w 2838136"/>
                <a:gd name="T9" fmla="*/ 71805 h 5308154"/>
                <a:gd name="T10" fmla="*/ 398690 w 2838136"/>
                <a:gd name="T11" fmla="*/ 85659 h 5308154"/>
                <a:gd name="T12" fmla="*/ 435358 w 2838136"/>
                <a:gd name="T13" fmla="*/ 102803 h 5308154"/>
                <a:gd name="T14" fmla="*/ 450408 w 2838136"/>
                <a:gd name="T15" fmla="*/ 141419 h 5308154"/>
                <a:gd name="T16" fmla="*/ 460585 w 2838136"/>
                <a:gd name="T17" fmla="*/ 269496 h 5308154"/>
                <a:gd name="T18" fmla="*/ 488278 w 2838136"/>
                <a:gd name="T19" fmla="*/ 434767 h 5308154"/>
                <a:gd name="T20" fmla="*/ 504806 w 2838136"/>
                <a:gd name="T21" fmla="*/ 439511 h 5308154"/>
                <a:gd name="T22" fmla="*/ 492502 w 2838136"/>
                <a:gd name="T23" fmla="*/ 473351 h 5308154"/>
                <a:gd name="T24" fmla="*/ 471037 w 2838136"/>
                <a:gd name="T25" fmla="*/ 518081 h 5308154"/>
                <a:gd name="T26" fmla="*/ 451931 w 2838136"/>
                <a:gd name="T27" fmla="*/ 565684 h 5308154"/>
                <a:gd name="T28" fmla="*/ 450200 w 2838136"/>
                <a:gd name="T29" fmla="*/ 598378 h 5308154"/>
                <a:gd name="T30" fmla="*/ 460585 w 2838136"/>
                <a:gd name="T31" fmla="*/ 612786 h 5308154"/>
                <a:gd name="T32" fmla="*/ 471659 w 2838136"/>
                <a:gd name="T33" fmla="*/ 629437 h 5308154"/>
                <a:gd name="T34" fmla="*/ 468270 w 2838136"/>
                <a:gd name="T35" fmla="*/ 680601 h 5308154"/>
                <a:gd name="T36" fmla="*/ 471732 w 2838136"/>
                <a:gd name="T37" fmla="*/ 757904 h 5308154"/>
                <a:gd name="T38" fmla="*/ 490771 w 2838136"/>
                <a:gd name="T39" fmla="*/ 875243 h 5308154"/>
                <a:gd name="T40" fmla="*/ 515728 w 2838136"/>
                <a:gd name="T41" fmla="*/ 965038 h 5308154"/>
                <a:gd name="T42" fmla="*/ 488329 w 2838136"/>
                <a:gd name="T43" fmla="*/ 945808 h 5308154"/>
                <a:gd name="T44" fmla="*/ 311802 w 2838136"/>
                <a:gd name="T45" fmla="*/ 878292 h 5308154"/>
                <a:gd name="T46" fmla="*/ 225468 w 2838136"/>
                <a:gd name="T47" fmla="*/ 889652 h 5308154"/>
                <a:gd name="T48" fmla="*/ 192376 w 2838136"/>
                <a:gd name="T49" fmla="*/ 859450 h 5308154"/>
                <a:gd name="T50" fmla="*/ 181291 w 2838136"/>
                <a:gd name="T51" fmla="*/ 822736 h 5308154"/>
                <a:gd name="T52" fmla="*/ 144060 w 2838136"/>
                <a:gd name="T53" fmla="*/ 795631 h 5308154"/>
                <a:gd name="T54" fmla="*/ 146390 w 2838136"/>
                <a:gd name="T55" fmla="*/ 660339 h 5308154"/>
                <a:gd name="T56" fmla="*/ 0 w 2838136"/>
                <a:gd name="T57" fmla="*/ 418267 h 5308154"/>
                <a:gd name="T58" fmla="*/ 27091 w 2838136"/>
                <a:gd name="T59" fmla="*/ 370565 h 5308154"/>
                <a:gd name="T60" fmla="*/ 119606 w 2838136"/>
                <a:gd name="T61" fmla="*/ 338388 h 5308154"/>
                <a:gd name="T62" fmla="*/ 148209 w 2838136"/>
                <a:gd name="T63" fmla="*/ 253334 h 5308154"/>
                <a:gd name="T64" fmla="*/ 121834 w 2838136"/>
                <a:gd name="T65" fmla="*/ 215981 h 5308154"/>
                <a:gd name="T66" fmla="*/ 111285 w 2838136"/>
                <a:gd name="T67" fmla="*/ 168177 h 5308154"/>
                <a:gd name="T68" fmla="*/ 106419 w 2838136"/>
                <a:gd name="T69" fmla="*/ 109715 h 5308154"/>
                <a:gd name="T70" fmla="*/ 155360 w 2838136"/>
                <a:gd name="T71" fmla="*/ 0 h 53081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838136" h="5308154">
                  <a:moveTo>
                    <a:pt x="854970" y="0"/>
                  </a:moveTo>
                  <a:lnTo>
                    <a:pt x="1139438" y="116827"/>
                  </a:lnTo>
                  <a:lnTo>
                    <a:pt x="1379473" y="205603"/>
                  </a:lnTo>
                  <a:lnTo>
                    <a:pt x="1739141" y="333620"/>
                  </a:lnTo>
                  <a:lnTo>
                    <a:pt x="2023750" y="394962"/>
                  </a:lnTo>
                  <a:lnTo>
                    <a:pt x="2194059" y="471162"/>
                  </a:lnTo>
                  <a:lnTo>
                    <a:pt x="2395849" y="565463"/>
                  </a:lnTo>
                  <a:lnTo>
                    <a:pt x="2478668" y="777872"/>
                  </a:lnTo>
                  <a:lnTo>
                    <a:pt x="2534677" y="1482350"/>
                  </a:lnTo>
                  <a:lnTo>
                    <a:pt x="2687077" y="2391417"/>
                  </a:lnTo>
                  <a:lnTo>
                    <a:pt x="2778033" y="2417515"/>
                  </a:lnTo>
                  <a:lnTo>
                    <a:pt x="2710319" y="2603646"/>
                  </a:lnTo>
                  <a:lnTo>
                    <a:pt x="2592197" y="2849684"/>
                  </a:lnTo>
                  <a:lnTo>
                    <a:pt x="2487052" y="3111522"/>
                  </a:lnTo>
                  <a:lnTo>
                    <a:pt x="2477527" y="3291356"/>
                  </a:lnTo>
                  <a:lnTo>
                    <a:pt x="2534677" y="3370607"/>
                  </a:lnTo>
                  <a:lnTo>
                    <a:pt x="2595618" y="3462190"/>
                  </a:lnTo>
                  <a:lnTo>
                    <a:pt x="2576969" y="3743620"/>
                  </a:lnTo>
                  <a:lnTo>
                    <a:pt x="2596019" y="4168822"/>
                  </a:lnTo>
                  <a:lnTo>
                    <a:pt x="2700794" y="4814240"/>
                  </a:lnTo>
                  <a:lnTo>
                    <a:pt x="2838136" y="5308154"/>
                  </a:lnTo>
                  <a:lnTo>
                    <a:pt x="2687353" y="5202381"/>
                  </a:lnTo>
                  <a:lnTo>
                    <a:pt x="1715899" y="4831009"/>
                  </a:lnTo>
                  <a:lnTo>
                    <a:pt x="1240790" y="4893492"/>
                  </a:lnTo>
                  <a:lnTo>
                    <a:pt x="1058674" y="4727375"/>
                  </a:lnTo>
                  <a:lnTo>
                    <a:pt x="997676" y="4525426"/>
                  </a:lnTo>
                  <a:lnTo>
                    <a:pt x="792785" y="4376339"/>
                  </a:lnTo>
                  <a:lnTo>
                    <a:pt x="805610" y="3632166"/>
                  </a:lnTo>
                  <a:lnTo>
                    <a:pt x="0" y="2300661"/>
                  </a:lnTo>
                  <a:lnTo>
                    <a:pt x="149086" y="2038277"/>
                  </a:lnTo>
                  <a:lnTo>
                    <a:pt x="658213" y="1861288"/>
                  </a:lnTo>
                  <a:lnTo>
                    <a:pt x="815617" y="1393451"/>
                  </a:lnTo>
                  <a:lnTo>
                    <a:pt x="670473" y="1187997"/>
                  </a:lnTo>
                  <a:lnTo>
                    <a:pt x="612417" y="925050"/>
                  </a:lnTo>
                  <a:lnTo>
                    <a:pt x="585642" y="603482"/>
                  </a:lnTo>
                  <a:lnTo>
                    <a:pt x="854970" y="0"/>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44" name="任意多边形 187">
              <a:extLst>
                <a:ext uri="{FF2B5EF4-FFF2-40B4-BE49-F238E27FC236}">
                  <a16:creationId xmlns:a16="http://schemas.microsoft.com/office/drawing/2014/main" id="{63C391F9-BEED-4824-9100-DC13E2A14F75}"/>
                </a:ext>
              </a:extLst>
            </p:cNvPr>
            <p:cNvSpPr>
              <a:spLocks/>
            </p:cNvSpPr>
            <p:nvPr/>
          </p:nvSpPr>
          <p:spPr bwMode="auto">
            <a:xfrm>
              <a:off x="1081088" y="3567113"/>
              <a:ext cx="714375" cy="463550"/>
            </a:xfrm>
            <a:custGeom>
              <a:avLst/>
              <a:gdLst>
                <a:gd name="T0" fmla="*/ 690465 w 3929606"/>
                <a:gd name="T1" fmla="*/ 74338 h 2552477"/>
                <a:gd name="T2" fmla="*/ 693632 w 3929606"/>
                <a:gd name="T3" fmla="*/ 33551 h 2552477"/>
                <a:gd name="T4" fmla="*/ 671073 w 3929606"/>
                <a:gd name="T5" fmla="*/ 29129 h 2552477"/>
                <a:gd name="T6" fmla="*/ 615362 w 3929606"/>
                <a:gd name="T7" fmla="*/ 21110 h 2552477"/>
                <a:gd name="T8" fmla="*/ 543821 w 3929606"/>
                <a:gd name="T9" fmla="*/ 0 h 2552477"/>
                <a:gd name="T10" fmla="*/ 488623 w 3929606"/>
                <a:gd name="T11" fmla="*/ 205 h 2552477"/>
                <a:gd name="T12" fmla="*/ 443158 w 3929606"/>
                <a:gd name="T13" fmla="*/ 18778 h 2552477"/>
                <a:gd name="T14" fmla="*/ 368774 w 3929606"/>
                <a:gd name="T15" fmla="*/ 55926 h 2552477"/>
                <a:gd name="T16" fmla="*/ 305354 w 3929606"/>
                <a:gd name="T17" fmla="*/ 103525 h 2552477"/>
                <a:gd name="T18" fmla="*/ 231073 w 3929606"/>
                <a:gd name="T19" fmla="*/ 146053 h 2552477"/>
                <a:gd name="T20" fmla="*/ 151310 w 3929606"/>
                <a:gd name="T21" fmla="*/ 201671 h 2552477"/>
                <a:gd name="T22" fmla="*/ 83023 w 3929606"/>
                <a:gd name="T23" fmla="*/ 238716 h 2552477"/>
                <a:gd name="T24" fmla="*/ 54154 w 3929606"/>
                <a:gd name="T25" fmla="*/ 274726 h 2552477"/>
                <a:gd name="T26" fmla="*/ 42211 w 3929606"/>
                <a:gd name="T27" fmla="*/ 307071 h 2552477"/>
                <a:gd name="T28" fmla="*/ 19374 w 3929606"/>
                <a:gd name="T29" fmla="*/ 356545 h 2552477"/>
                <a:gd name="T30" fmla="*/ 1091 w 3929606"/>
                <a:gd name="T31" fmla="*/ 400721 h 2552477"/>
                <a:gd name="T32" fmla="*/ 0 w 3929606"/>
                <a:gd name="T33" fmla="*/ 433312 h 2552477"/>
                <a:gd name="T34" fmla="*/ 20461 w 3929606"/>
                <a:gd name="T35" fmla="*/ 463722 h 2552477"/>
                <a:gd name="T36" fmla="*/ 51751 w 3929606"/>
                <a:gd name="T37" fmla="*/ 453659 h 2552477"/>
                <a:gd name="T38" fmla="*/ 75783 w 3929606"/>
                <a:gd name="T39" fmla="*/ 445001 h 2552477"/>
                <a:gd name="T40" fmla="*/ 108471 w 3929606"/>
                <a:gd name="T41" fmla="*/ 451165 h 2552477"/>
                <a:gd name="T42" fmla="*/ 172324 w 3929606"/>
                <a:gd name="T43" fmla="*/ 453659 h 2552477"/>
                <a:gd name="T44" fmla="*/ 204805 w 3929606"/>
                <a:gd name="T45" fmla="*/ 464049 h 2552477"/>
                <a:gd name="T46" fmla="*/ 245736 w 3929606"/>
                <a:gd name="T47" fmla="*/ 446732 h 2552477"/>
                <a:gd name="T48" fmla="*/ 295878 w 3929606"/>
                <a:gd name="T49" fmla="*/ 422904 h 2552477"/>
                <a:gd name="T50" fmla="*/ 338607 w 3929606"/>
                <a:gd name="T51" fmla="*/ 409812 h 2552477"/>
                <a:gd name="T52" fmla="*/ 383208 w 3929606"/>
                <a:gd name="T53" fmla="*/ 405587 h 2552477"/>
                <a:gd name="T54" fmla="*/ 444360 w 3929606"/>
                <a:gd name="T55" fmla="*/ 404825 h 2552477"/>
                <a:gd name="T56" fmla="*/ 488960 w 3929606"/>
                <a:gd name="T57" fmla="*/ 392703 h 2552477"/>
                <a:gd name="T58" fmla="*/ 514723 w 3929606"/>
                <a:gd name="T59" fmla="*/ 370191 h 2552477"/>
                <a:gd name="T60" fmla="*/ 555099 w 3929606"/>
                <a:gd name="T61" fmla="*/ 335765 h 2552477"/>
                <a:gd name="T62" fmla="*/ 601638 w 3929606"/>
                <a:gd name="T63" fmla="*/ 323851 h 2552477"/>
                <a:gd name="T64" fmla="*/ 662154 w 3929606"/>
                <a:gd name="T65" fmla="*/ 309272 h 2552477"/>
                <a:gd name="T66" fmla="*/ 662371 w 3929606"/>
                <a:gd name="T67" fmla="*/ 272703 h 2552477"/>
                <a:gd name="T68" fmla="*/ 669157 w 3929606"/>
                <a:gd name="T69" fmla="*/ 249407 h 2552477"/>
                <a:gd name="T70" fmla="*/ 682890 w 3929606"/>
                <a:gd name="T71" fmla="*/ 222647 h 2552477"/>
                <a:gd name="T72" fmla="*/ 710556 w 3929606"/>
                <a:gd name="T73" fmla="*/ 202191 h 2552477"/>
                <a:gd name="T74" fmla="*/ 714285 w 3929606"/>
                <a:gd name="T75" fmla="*/ 177970 h 2552477"/>
                <a:gd name="T76" fmla="*/ 710290 w 3929606"/>
                <a:gd name="T77" fmla="*/ 162940 h 2552477"/>
                <a:gd name="T78" fmla="*/ 691268 w 3929606"/>
                <a:gd name="T79" fmla="*/ 136365 h 2552477"/>
                <a:gd name="T80" fmla="*/ 689374 w 3929606"/>
                <a:gd name="T81" fmla="*/ 110182 h 2552477"/>
                <a:gd name="T82" fmla="*/ 690465 w 3929606"/>
                <a:gd name="T83" fmla="*/ 74338 h 2552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929606" h="2552477">
                  <a:moveTo>
                    <a:pt x="3798563" y="408893"/>
                  </a:moveTo>
                  <a:lnTo>
                    <a:pt x="3815982" y="184546"/>
                  </a:lnTo>
                  <a:lnTo>
                    <a:pt x="3691876" y="160220"/>
                  </a:lnTo>
                  <a:lnTo>
                    <a:pt x="3385385" y="116114"/>
                  </a:lnTo>
                  <a:lnTo>
                    <a:pt x="2991809" y="0"/>
                  </a:lnTo>
                  <a:lnTo>
                    <a:pt x="2688137" y="1126"/>
                  </a:lnTo>
                  <a:lnTo>
                    <a:pt x="2438013" y="103289"/>
                  </a:lnTo>
                  <a:lnTo>
                    <a:pt x="2028795" y="307616"/>
                  </a:lnTo>
                  <a:lnTo>
                    <a:pt x="1679890" y="569436"/>
                  </a:lnTo>
                  <a:lnTo>
                    <a:pt x="1271236" y="803355"/>
                  </a:lnTo>
                  <a:lnTo>
                    <a:pt x="832427" y="1109281"/>
                  </a:lnTo>
                  <a:lnTo>
                    <a:pt x="456746" y="1313045"/>
                  </a:lnTo>
                  <a:lnTo>
                    <a:pt x="297925" y="1511118"/>
                  </a:lnTo>
                  <a:lnTo>
                    <a:pt x="232221" y="1689025"/>
                  </a:lnTo>
                  <a:lnTo>
                    <a:pt x="106585" y="1961157"/>
                  </a:lnTo>
                  <a:lnTo>
                    <a:pt x="6003" y="2204144"/>
                  </a:lnTo>
                  <a:lnTo>
                    <a:pt x="0" y="2383408"/>
                  </a:lnTo>
                  <a:lnTo>
                    <a:pt x="112563" y="2550680"/>
                  </a:lnTo>
                  <a:lnTo>
                    <a:pt x="284707" y="2495327"/>
                  </a:lnTo>
                  <a:lnTo>
                    <a:pt x="416916" y="2447702"/>
                  </a:lnTo>
                  <a:lnTo>
                    <a:pt x="596750" y="2481610"/>
                  </a:lnTo>
                  <a:lnTo>
                    <a:pt x="948034" y="2495327"/>
                  </a:lnTo>
                  <a:lnTo>
                    <a:pt x="1126727" y="2552477"/>
                  </a:lnTo>
                  <a:lnTo>
                    <a:pt x="1351904" y="2457227"/>
                  </a:lnTo>
                  <a:lnTo>
                    <a:pt x="1627757" y="2326159"/>
                  </a:lnTo>
                  <a:lnTo>
                    <a:pt x="1862831" y="2254151"/>
                  </a:lnTo>
                  <a:lnTo>
                    <a:pt x="2108199" y="2230909"/>
                  </a:lnTo>
                  <a:lnTo>
                    <a:pt x="2444625" y="2226717"/>
                  </a:lnTo>
                  <a:lnTo>
                    <a:pt x="2689993" y="2160042"/>
                  </a:lnTo>
                  <a:lnTo>
                    <a:pt x="2831727" y="2036217"/>
                  </a:lnTo>
                  <a:lnTo>
                    <a:pt x="3053853" y="1846858"/>
                  </a:lnTo>
                  <a:lnTo>
                    <a:pt x="3309887" y="1781324"/>
                  </a:lnTo>
                  <a:lnTo>
                    <a:pt x="3642811" y="1701132"/>
                  </a:lnTo>
                  <a:lnTo>
                    <a:pt x="3644005" y="1499988"/>
                  </a:lnTo>
                  <a:lnTo>
                    <a:pt x="3681336" y="1371847"/>
                  </a:lnTo>
                  <a:lnTo>
                    <a:pt x="3756891" y="1224656"/>
                  </a:lnTo>
                  <a:lnTo>
                    <a:pt x="3909091" y="1112141"/>
                  </a:lnTo>
                  <a:lnTo>
                    <a:pt x="3929606" y="978916"/>
                  </a:lnTo>
                  <a:lnTo>
                    <a:pt x="3907629" y="896242"/>
                  </a:lnTo>
                  <a:lnTo>
                    <a:pt x="3802978" y="750068"/>
                  </a:lnTo>
                  <a:lnTo>
                    <a:pt x="3792560" y="606052"/>
                  </a:lnTo>
                  <a:lnTo>
                    <a:pt x="3798563" y="408893"/>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45" name="任意多边形 188">
              <a:extLst>
                <a:ext uri="{FF2B5EF4-FFF2-40B4-BE49-F238E27FC236}">
                  <a16:creationId xmlns:a16="http://schemas.microsoft.com/office/drawing/2014/main" id="{C9D82DB6-6A75-46B2-875F-8CCF5A5DFD7B}"/>
                </a:ext>
              </a:extLst>
            </p:cNvPr>
            <p:cNvSpPr>
              <a:spLocks/>
            </p:cNvSpPr>
            <p:nvPr/>
          </p:nvSpPr>
          <p:spPr bwMode="auto">
            <a:xfrm>
              <a:off x="762000" y="2957513"/>
              <a:ext cx="1489075" cy="882650"/>
            </a:xfrm>
            <a:custGeom>
              <a:avLst/>
              <a:gdLst/>
              <a:ahLst/>
              <a:cxnLst/>
              <a:rect l="0" t="0" r="r" b="b"/>
              <a:pathLst>
                <a:path w="8190407" h="4858768">
                  <a:moveTo>
                    <a:pt x="5979195" y="3620852"/>
                  </a:moveTo>
                  <a:lnTo>
                    <a:pt x="5708582" y="3615580"/>
                  </a:lnTo>
                  <a:lnTo>
                    <a:pt x="5578203" y="3541538"/>
                  </a:lnTo>
                  <a:lnTo>
                    <a:pt x="5445072" y="3513416"/>
                  </a:lnTo>
                  <a:lnTo>
                    <a:pt x="5138581" y="3469310"/>
                  </a:lnTo>
                  <a:lnTo>
                    <a:pt x="4745005" y="3353196"/>
                  </a:lnTo>
                  <a:lnTo>
                    <a:pt x="4441333" y="3354322"/>
                  </a:lnTo>
                  <a:lnTo>
                    <a:pt x="4191209" y="3456485"/>
                  </a:lnTo>
                  <a:lnTo>
                    <a:pt x="3781991" y="3660812"/>
                  </a:lnTo>
                  <a:lnTo>
                    <a:pt x="3433086" y="3922632"/>
                  </a:lnTo>
                  <a:lnTo>
                    <a:pt x="3024432" y="4156551"/>
                  </a:lnTo>
                  <a:lnTo>
                    <a:pt x="2585623" y="4462477"/>
                  </a:lnTo>
                  <a:lnTo>
                    <a:pt x="2209942" y="4666241"/>
                  </a:lnTo>
                  <a:lnTo>
                    <a:pt x="2053902" y="4858768"/>
                  </a:lnTo>
                  <a:lnTo>
                    <a:pt x="1963015" y="4838121"/>
                  </a:lnTo>
                  <a:lnTo>
                    <a:pt x="1809774" y="3939307"/>
                  </a:lnTo>
                  <a:lnTo>
                    <a:pt x="1753765" y="3220541"/>
                  </a:lnTo>
                  <a:lnTo>
                    <a:pt x="1670271" y="3013099"/>
                  </a:lnTo>
                  <a:lnTo>
                    <a:pt x="1491158" y="2925167"/>
                  </a:lnTo>
                  <a:lnTo>
                    <a:pt x="1300232" y="2841577"/>
                  </a:lnTo>
                  <a:lnTo>
                    <a:pt x="1021283" y="2781622"/>
                  </a:lnTo>
                  <a:lnTo>
                    <a:pt x="505593" y="2592264"/>
                  </a:lnTo>
                  <a:lnTo>
                    <a:pt x="129203" y="2443274"/>
                  </a:lnTo>
                  <a:lnTo>
                    <a:pt x="180404" y="2248024"/>
                  </a:lnTo>
                  <a:lnTo>
                    <a:pt x="144685" y="1966367"/>
                  </a:lnTo>
                  <a:cubicBezTo>
                    <a:pt x="145213" y="1920602"/>
                    <a:pt x="145742" y="1874838"/>
                    <a:pt x="146270" y="1829073"/>
                  </a:cubicBezTo>
                  <a:lnTo>
                    <a:pt x="60770" y="1782911"/>
                  </a:lnTo>
                  <a:lnTo>
                    <a:pt x="0" y="1603648"/>
                  </a:lnTo>
                  <a:lnTo>
                    <a:pt x="19050" y="1442293"/>
                  </a:lnTo>
                  <a:lnTo>
                    <a:pt x="57149" y="1281509"/>
                  </a:lnTo>
                  <a:lnTo>
                    <a:pt x="141208" y="1096342"/>
                  </a:lnTo>
                  <a:lnTo>
                    <a:pt x="459680" y="1035000"/>
                  </a:lnTo>
                  <a:lnTo>
                    <a:pt x="614461" y="1098724"/>
                  </a:lnTo>
                  <a:lnTo>
                    <a:pt x="794394" y="1268933"/>
                  </a:lnTo>
                  <a:lnTo>
                    <a:pt x="1017190" y="1175494"/>
                  </a:lnTo>
                  <a:lnTo>
                    <a:pt x="1500013" y="917179"/>
                  </a:lnTo>
                  <a:lnTo>
                    <a:pt x="1627559" y="1205880"/>
                  </a:lnTo>
                  <a:lnTo>
                    <a:pt x="1881212" y="1330946"/>
                  </a:lnTo>
                  <a:lnTo>
                    <a:pt x="2013421" y="1367805"/>
                  </a:lnTo>
                  <a:lnTo>
                    <a:pt x="2298030" y="1313706"/>
                  </a:lnTo>
                  <a:lnTo>
                    <a:pt x="2511871" y="1342281"/>
                  </a:lnTo>
                  <a:lnTo>
                    <a:pt x="2831058" y="1463725"/>
                  </a:lnTo>
                  <a:lnTo>
                    <a:pt x="2868588" y="1339900"/>
                  </a:lnTo>
                  <a:lnTo>
                    <a:pt x="2996801" y="1262731"/>
                  </a:lnTo>
                  <a:lnTo>
                    <a:pt x="3206254" y="1368475"/>
                  </a:lnTo>
                  <a:lnTo>
                    <a:pt x="3583161" y="1455440"/>
                  </a:lnTo>
                  <a:lnTo>
                    <a:pt x="3605262" y="1576314"/>
                  </a:lnTo>
                  <a:lnTo>
                    <a:pt x="3801194" y="1650132"/>
                  </a:lnTo>
                  <a:lnTo>
                    <a:pt x="3942505" y="1466849"/>
                  </a:lnTo>
                  <a:lnTo>
                    <a:pt x="4156100" y="1290464"/>
                  </a:lnTo>
                  <a:lnTo>
                    <a:pt x="4366890" y="1192163"/>
                  </a:lnTo>
                  <a:lnTo>
                    <a:pt x="4613498" y="916409"/>
                  </a:lnTo>
                  <a:lnTo>
                    <a:pt x="4917157" y="529977"/>
                  </a:lnTo>
                  <a:lnTo>
                    <a:pt x="5069656" y="250130"/>
                  </a:lnTo>
                  <a:lnTo>
                    <a:pt x="5465614" y="0"/>
                  </a:lnTo>
                  <a:lnTo>
                    <a:pt x="5629993" y="8705"/>
                  </a:lnTo>
                  <a:lnTo>
                    <a:pt x="5929486" y="180404"/>
                  </a:lnTo>
                  <a:lnTo>
                    <a:pt x="6171058" y="493725"/>
                  </a:lnTo>
                  <a:lnTo>
                    <a:pt x="6131421" y="666377"/>
                  </a:lnTo>
                  <a:lnTo>
                    <a:pt x="6140946" y="775344"/>
                  </a:lnTo>
                  <a:lnTo>
                    <a:pt x="6120184" y="1003373"/>
                  </a:lnTo>
                  <a:lnTo>
                    <a:pt x="6235625" y="1155873"/>
                  </a:lnTo>
                  <a:lnTo>
                    <a:pt x="6318399" y="1302940"/>
                  </a:lnTo>
                  <a:lnTo>
                    <a:pt x="6436468" y="1417861"/>
                  </a:lnTo>
                  <a:lnTo>
                    <a:pt x="6601296" y="1502494"/>
                  </a:lnTo>
                  <a:lnTo>
                    <a:pt x="6748363" y="1620985"/>
                  </a:lnTo>
                  <a:lnTo>
                    <a:pt x="6826944" y="1758528"/>
                  </a:lnTo>
                  <a:lnTo>
                    <a:pt x="6887491" y="2125040"/>
                  </a:lnTo>
                  <a:lnTo>
                    <a:pt x="7061646" y="2148581"/>
                  </a:lnTo>
                  <a:lnTo>
                    <a:pt x="7201570" y="2129531"/>
                  </a:lnTo>
                  <a:lnTo>
                    <a:pt x="7404646" y="2029519"/>
                  </a:lnTo>
                  <a:lnTo>
                    <a:pt x="7629153" y="2056283"/>
                  </a:lnTo>
                  <a:lnTo>
                    <a:pt x="7844135" y="2065908"/>
                  </a:lnTo>
                  <a:lnTo>
                    <a:pt x="8012063" y="2128961"/>
                  </a:lnTo>
                  <a:lnTo>
                    <a:pt x="8122841" y="2265932"/>
                  </a:lnTo>
                  <a:lnTo>
                    <a:pt x="8190407" y="2384547"/>
                  </a:lnTo>
                  <a:lnTo>
                    <a:pt x="8149035" y="2542256"/>
                  </a:lnTo>
                  <a:lnTo>
                    <a:pt x="8082360" y="2667893"/>
                  </a:lnTo>
                  <a:lnTo>
                    <a:pt x="8041430" y="2800026"/>
                  </a:lnTo>
                  <a:lnTo>
                    <a:pt x="7883973" y="2743075"/>
                  </a:lnTo>
                  <a:lnTo>
                    <a:pt x="7714754" y="2714376"/>
                  </a:lnTo>
                  <a:lnTo>
                    <a:pt x="7515870" y="2777876"/>
                  </a:lnTo>
                  <a:lnTo>
                    <a:pt x="7291462" y="2854076"/>
                  </a:lnTo>
                  <a:lnTo>
                    <a:pt x="7152010" y="2870968"/>
                  </a:lnTo>
                  <a:lnTo>
                    <a:pt x="6936110" y="2921768"/>
                  </a:lnTo>
                  <a:lnTo>
                    <a:pt x="6729411" y="3024136"/>
                  </a:lnTo>
                  <a:lnTo>
                    <a:pt x="6639818" y="3158752"/>
                  </a:lnTo>
                  <a:lnTo>
                    <a:pt x="6449442" y="3281436"/>
                  </a:lnTo>
                  <a:lnTo>
                    <a:pt x="6233542" y="3412628"/>
                  </a:lnTo>
                  <a:lnTo>
                    <a:pt x="6170166" y="3565028"/>
                  </a:lnTo>
                  <a:lnTo>
                    <a:pt x="5979195" y="3620852"/>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46" name="任意多边形 189">
              <a:extLst>
                <a:ext uri="{FF2B5EF4-FFF2-40B4-BE49-F238E27FC236}">
                  <a16:creationId xmlns:a16="http://schemas.microsoft.com/office/drawing/2014/main" id="{5875AD5D-5D3A-477D-A767-EF56B49F1960}"/>
                </a:ext>
              </a:extLst>
            </p:cNvPr>
            <p:cNvSpPr>
              <a:spLocks/>
            </p:cNvSpPr>
            <p:nvPr/>
          </p:nvSpPr>
          <p:spPr bwMode="auto">
            <a:xfrm>
              <a:off x="1098550" y="3671888"/>
              <a:ext cx="1906587" cy="1325563"/>
            </a:xfrm>
            <a:custGeom>
              <a:avLst/>
              <a:gdLst>
                <a:gd name="T0" fmla="*/ 643845 w 10482811"/>
                <a:gd name="T1" fmla="*/ 204116 h 7291611"/>
                <a:gd name="T2" fmla="*/ 536670 w 10482811"/>
                <a:gd name="T3" fmla="*/ 230773 h 7291611"/>
                <a:gd name="T4" fmla="*/ 470411 w 10482811"/>
                <a:gd name="T5" fmla="*/ 287376 h 7291611"/>
                <a:gd name="T6" fmla="*/ 427531 w 10482811"/>
                <a:gd name="T7" fmla="*/ 299721 h 7291611"/>
                <a:gd name="T8" fmla="*/ 368963 w 10482811"/>
                <a:gd name="T9" fmla="*/ 299825 h 7291611"/>
                <a:gd name="T10" fmla="*/ 320896 w 10482811"/>
                <a:gd name="T11" fmla="*/ 304834 h 7291611"/>
                <a:gd name="T12" fmla="*/ 278771 w 10482811"/>
                <a:gd name="T13" fmla="*/ 317590 h 7291611"/>
                <a:gd name="T14" fmla="*/ 230367 w 10482811"/>
                <a:gd name="T15" fmla="*/ 340429 h 7291611"/>
                <a:gd name="T16" fmla="*/ 186085 w 10482811"/>
                <a:gd name="T17" fmla="*/ 359146 h 7291611"/>
                <a:gd name="T18" fmla="*/ 154895 w 10482811"/>
                <a:gd name="T19" fmla="*/ 348653 h 7291611"/>
                <a:gd name="T20" fmla="*/ 92862 w 10482811"/>
                <a:gd name="T21" fmla="*/ 346056 h 7291611"/>
                <a:gd name="T22" fmla="*/ 57568 w 10482811"/>
                <a:gd name="T23" fmla="*/ 340429 h 7291611"/>
                <a:gd name="T24" fmla="*/ 2729 w 10482811"/>
                <a:gd name="T25" fmla="*/ 358231 h 7291611"/>
                <a:gd name="T26" fmla="*/ 0 w 10482811"/>
                <a:gd name="T27" fmla="*/ 408795 h 7291611"/>
                <a:gd name="T28" fmla="*/ 3433 w 10482811"/>
                <a:gd name="T29" fmla="*/ 489927 h 7291611"/>
                <a:gd name="T30" fmla="*/ 22378 w 10482811"/>
                <a:gd name="T31" fmla="*/ 605105 h 7291611"/>
                <a:gd name="T32" fmla="*/ 46934 w 10482811"/>
                <a:gd name="T33" fmla="*/ 694560 h 7291611"/>
                <a:gd name="T34" fmla="*/ 145649 w 10482811"/>
                <a:gd name="T35" fmla="*/ 905624 h 7291611"/>
                <a:gd name="T36" fmla="*/ 515248 w 10482811"/>
                <a:gd name="T37" fmla="*/ 1006464 h 7291611"/>
                <a:gd name="T38" fmla="*/ 708195 w 10482811"/>
                <a:gd name="T39" fmla="*/ 1167591 h 7291611"/>
                <a:gd name="T40" fmla="*/ 889423 w 10482811"/>
                <a:gd name="T41" fmla="*/ 1073605 h 7291611"/>
                <a:gd name="T42" fmla="*/ 1146190 w 10482811"/>
                <a:gd name="T43" fmla="*/ 933648 h 7291611"/>
                <a:gd name="T44" fmla="*/ 1905914 w 10482811"/>
                <a:gd name="T45" fmla="*/ 1325484 h 7291611"/>
                <a:gd name="T46" fmla="*/ 1897084 w 10482811"/>
                <a:gd name="T47" fmla="*/ 228834 h 7291611"/>
                <a:gd name="T48" fmla="*/ 1814405 w 10482811"/>
                <a:gd name="T49" fmla="*/ 224159 h 7291611"/>
                <a:gd name="T50" fmla="*/ 1755611 w 10482811"/>
                <a:gd name="T51" fmla="*/ 213337 h 7291611"/>
                <a:gd name="T52" fmla="*/ 1681231 w 10482811"/>
                <a:gd name="T53" fmla="*/ 209441 h 7291611"/>
                <a:gd name="T54" fmla="*/ 1638784 w 10482811"/>
                <a:gd name="T55" fmla="*/ 213233 h 7291611"/>
                <a:gd name="T56" fmla="*/ 1590398 w 10482811"/>
                <a:gd name="T57" fmla="*/ 224713 h 7291611"/>
                <a:gd name="T58" fmla="*/ 1542202 w 10482811"/>
                <a:gd name="T59" fmla="*/ 258910 h 7291611"/>
                <a:gd name="T60" fmla="*/ 1490785 w 10482811"/>
                <a:gd name="T61" fmla="*/ 264952 h 7291611"/>
                <a:gd name="T62" fmla="*/ 1363342 w 10482811"/>
                <a:gd name="T63" fmla="*/ 251222 h 7291611"/>
                <a:gd name="T64" fmla="*/ 1306608 w 10482811"/>
                <a:gd name="T65" fmla="*/ 222098 h 7291611"/>
                <a:gd name="T66" fmla="*/ 1275212 w 10482811"/>
                <a:gd name="T67" fmla="*/ 186152 h 7291611"/>
                <a:gd name="T68" fmla="*/ 1264144 w 10482811"/>
                <a:gd name="T69" fmla="*/ 157894 h 7291611"/>
                <a:gd name="T70" fmla="*/ 1255486 w 10482811"/>
                <a:gd name="T71" fmla="*/ 123368 h 7291611"/>
                <a:gd name="T72" fmla="*/ 1234821 w 10482811"/>
                <a:gd name="T73" fmla="*/ 101567 h 7291611"/>
                <a:gd name="T74" fmla="*/ 1200172 w 10482811"/>
                <a:gd name="T75" fmla="*/ 63407 h 7291611"/>
                <a:gd name="T76" fmla="*/ 1178403 w 10482811"/>
                <a:gd name="T77" fmla="*/ 32551 h 7291611"/>
                <a:gd name="T78" fmla="*/ 1148237 w 10482811"/>
                <a:gd name="T79" fmla="*/ 0 h 7291611"/>
                <a:gd name="T80" fmla="*/ 1124926 w 10482811"/>
                <a:gd name="T81" fmla="*/ 21833 h 7291611"/>
                <a:gd name="T82" fmla="*/ 1106084 w 10482811"/>
                <a:gd name="T83" fmla="*/ 45104 h 7291611"/>
                <a:gd name="T84" fmla="*/ 1079345 w 10482811"/>
                <a:gd name="T85" fmla="*/ 57224 h 7291611"/>
                <a:gd name="T86" fmla="*/ 1048381 w 10482811"/>
                <a:gd name="T87" fmla="*/ 58956 h 7291611"/>
                <a:gd name="T88" fmla="*/ 1004532 w 10482811"/>
                <a:gd name="T89" fmla="*/ 56255 h 7291611"/>
                <a:gd name="T90" fmla="*/ 945859 w 10482811"/>
                <a:gd name="T91" fmla="*/ 58956 h 7291611"/>
                <a:gd name="T92" fmla="*/ 898339 w 10482811"/>
                <a:gd name="T93" fmla="*/ 57987 h 7291611"/>
                <a:gd name="T94" fmla="*/ 857954 w 10482811"/>
                <a:gd name="T95" fmla="*/ 78557 h 7291611"/>
                <a:gd name="T96" fmla="*/ 828721 w 10482811"/>
                <a:gd name="T97" fmla="*/ 108754 h 7291611"/>
                <a:gd name="T98" fmla="*/ 794915 w 10482811"/>
                <a:gd name="T99" fmla="*/ 141237 h 7291611"/>
                <a:gd name="T100" fmla="*/ 776975 w 10482811"/>
                <a:gd name="T101" fmla="*/ 162222 h 7291611"/>
                <a:gd name="T102" fmla="*/ 742763 w 10482811"/>
                <a:gd name="T103" fmla="*/ 179104 h 7291611"/>
                <a:gd name="T104" fmla="*/ 698698 w 10482811"/>
                <a:gd name="T105" fmla="*/ 192419 h 7291611"/>
                <a:gd name="T106" fmla="*/ 643845 w 10482811"/>
                <a:gd name="T107" fmla="*/ 204116 h 729161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0482811" h="7291611">
                  <a:moveTo>
                    <a:pt x="3541244" y="1122858"/>
                  </a:moveTo>
                  <a:lnTo>
                    <a:pt x="2951762" y="1269505"/>
                  </a:lnTo>
                  <a:lnTo>
                    <a:pt x="2587331" y="1580879"/>
                  </a:lnTo>
                  <a:lnTo>
                    <a:pt x="2351487" y="1648794"/>
                  </a:lnTo>
                  <a:lnTo>
                    <a:pt x="2029349" y="1649364"/>
                  </a:lnTo>
                  <a:lnTo>
                    <a:pt x="1764975" y="1676919"/>
                  </a:lnTo>
                  <a:lnTo>
                    <a:pt x="1533281" y="1747094"/>
                  </a:lnTo>
                  <a:lnTo>
                    <a:pt x="1267051" y="1872730"/>
                  </a:lnTo>
                  <a:lnTo>
                    <a:pt x="1023494" y="1975694"/>
                  </a:lnTo>
                  <a:lnTo>
                    <a:pt x="851945" y="1917974"/>
                  </a:lnTo>
                  <a:lnTo>
                    <a:pt x="510757" y="1903686"/>
                  </a:lnTo>
                  <a:lnTo>
                    <a:pt x="316635" y="1872731"/>
                  </a:lnTo>
                  <a:lnTo>
                    <a:pt x="15008" y="1970659"/>
                  </a:lnTo>
                  <a:lnTo>
                    <a:pt x="0" y="2248820"/>
                  </a:lnTo>
                  <a:lnTo>
                    <a:pt x="18880" y="2695130"/>
                  </a:lnTo>
                  <a:lnTo>
                    <a:pt x="123084" y="3328741"/>
                  </a:lnTo>
                  <a:lnTo>
                    <a:pt x="258143" y="3820841"/>
                  </a:lnTo>
                  <a:lnTo>
                    <a:pt x="801091" y="4981923"/>
                  </a:lnTo>
                  <a:lnTo>
                    <a:pt x="2833940" y="5536655"/>
                  </a:lnTo>
                  <a:lnTo>
                    <a:pt x="3895181" y="6423025"/>
                  </a:lnTo>
                  <a:lnTo>
                    <a:pt x="4891957" y="5905998"/>
                  </a:lnTo>
                  <a:lnTo>
                    <a:pt x="6304213" y="5136084"/>
                  </a:lnTo>
                  <a:lnTo>
                    <a:pt x="10482811" y="7291611"/>
                  </a:lnTo>
                  <a:lnTo>
                    <a:pt x="10434245" y="1258837"/>
                  </a:lnTo>
                  <a:lnTo>
                    <a:pt x="9979501" y="1233117"/>
                  </a:lnTo>
                  <a:lnTo>
                    <a:pt x="9656122" y="1173585"/>
                  </a:lnTo>
                  <a:lnTo>
                    <a:pt x="9247018" y="1152154"/>
                  </a:lnTo>
                  <a:lnTo>
                    <a:pt x="9013556" y="1173015"/>
                  </a:lnTo>
                  <a:lnTo>
                    <a:pt x="8747427" y="1236167"/>
                  </a:lnTo>
                  <a:lnTo>
                    <a:pt x="8482339" y="1424286"/>
                  </a:lnTo>
                  <a:lnTo>
                    <a:pt x="8199539" y="1457524"/>
                  </a:lnTo>
                  <a:lnTo>
                    <a:pt x="7498585" y="1381995"/>
                  </a:lnTo>
                  <a:lnTo>
                    <a:pt x="7186542" y="1221781"/>
                  </a:lnTo>
                  <a:lnTo>
                    <a:pt x="7013852" y="1024037"/>
                  </a:lnTo>
                  <a:lnTo>
                    <a:pt x="6952981" y="868587"/>
                  </a:lnTo>
                  <a:lnTo>
                    <a:pt x="6905356" y="678657"/>
                  </a:lnTo>
                  <a:lnTo>
                    <a:pt x="6791698" y="558727"/>
                  </a:lnTo>
                  <a:lnTo>
                    <a:pt x="6601126" y="348805"/>
                  </a:lnTo>
                  <a:lnTo>
                    <a:pt x="6481394" y="179066"/>
                  </a:lnTo>
                  <a:lnTo>
                    <a:pt x="6315474" y="0"/>
                  </a:lnTo>
                  <a:lnTo>
                    <a:pt x="6187260" y="120105"/>
                  </a:lnTo>
                  <a:lnTo>
                    <a:pt x="6083626" y="248122"/>
                  </a:lnTo>
                  <a:lnTo>
                    <a:pt x="5936559" y="314797"/>
                  </a:lnTo>
                  <a:lnTo>
                    <a:pt x="5766250" y="324322"/>
                  </a:lnTo>
                  <a:lnTo>
                    <a:pt x="5525074" y="309464"/>
                  </a:lnTo>
                  <a:lnTo>
                    <a:pt x="5202365" y="324322"/>
                  </a:lnTo>
                  <a:lnTo>
                    <a:pt x="4940998" y="318989"/>
                  </a:lnTo>
                  <a:lnTo>
                    <a:pt x="4718872" y="432148"/>
                  </a:lnTo>
                  <a:lnTo>
                    <a:pt x="4558088" y="598265"/>
                  </a:lnTo>
                  <a:lnTo>
                    <a:pt x="4372152" y="776958"/>
                  </a:lnTo>
                  <a:lnTo>
                    <a:pt x="4273479" y="892399"/>
                  </a:lnTo>
                  <a:lnTo>
                    <a:pt x="4085309" y="985267"/>
                  </a:lnTo>
                  <a:lnTo>
                    <a:pt x="3842944" y="1058516"/>
                  </a:lnTo>
                  <a:lnTo>
                    <a:pt x="3541244" y="1122858"/>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47" name="任意多边形 190">
              <a:extLst>
                <a:ext uri="{FF2B5EF4-FFF2-40B4-BE49-F238E27FC236}">
                  <a16:creationId xmlns:a16="http://schemas.microsoft.com/office/drawing/2014/main" id="{7890A410-4202-4CFF-A49A-AFF87B02427A}"/>
                </a:ext>
              </a:extLst>
            </p:cNvPr>
            <p:cNvSpPr>
              <a:spLocks/>
            </p:cNvSpPr>
            <p:nvPr/>
          </p:nvSpPr>
          <p:spPr bwMode="auto">
            <a:xfrm>
              <a:off x="1743075" y="3451225"/>
              <a:ext cx="503237" cy="425450"/>
            </a:xfrm>
            <a:custGeom>
              <a:avLst/>
              <a:gdLst>
                <a:gd name="T0" fmla="*/ 0 w 2771480"/>
                <a:gd name="T1" fmla="*/ 425090 h 2339030"/>
                <a:gd name="T2" fmla="*/ 1651 w 2771480"/>
                <a:gd name="T3" fmla="*/ 387327 h 2339030"/>
                <a:gd name="T4" fmla="*/ 7712 w 2771480"/>
                <a:gd name="T5" fmla="*/ 365689 h 2339030"/>
                <a:gd name="T6" fmla="*/ 21133 w 2771480"/>
                <a:gd name="T7" fmla="*/ 338529 h 2339030"/>
                <a:gd name="T8" fmla="*/ 49378 w 2771480"/>
                <a:gd name="T9" fmla="*/ 317531 h 2339030"/>
                <a:gd name="T10" fmla="*/ 53455 w 2771480"/>
                <a:gd name="T11" fmla="*/ 294157 h 2339030"/>
                <a:gd name="T12" fmla="*/ 49604 w 2771480"/>
                <a:gd name="T13" fmla="*/ 279326 h 2339030"/>
                <a:gd name="T14" fmla="*/ 30094 w 2771480"/>
                <a:gd name="T15" fmla="*/ 252648 h 2339030"/>
                <a:gd name="T16" fmla="*/ 28060 w 2771480"/>
                <a:gd name="T17" fmla="*/ 225853 h 2339030"/>
                <a:gd name="T18" fmla="*/ 29359 w 2771480"/>
                <a:gd name="T19" fmla="*/ 184844 h 2339030"/>
                <a:gd name="T20" fmla="*/ 32110 w 2771480"/>
                <a:gd name="T21" fmla="*/ 149416 h 2339030"/>
                <a:gd name="T22" fmla="*/ 58159 w 2771480"/>
                <a:gd name="T23" fmla="*/ 164053 h 2339030"/>
                <a:gd name="T24" fmla="*/ 108070 w 2771480"/>
                <a:gd name="T25" fmla="*/ 164382 h 2339030"/>
                <a:gd name="T26" fmla="*/ 141199 w 2771480"/>
                <a:gd name="T27" fmla="*/ 154429 h 2339030"/>
                <a:gd name="T28" fmla="*/ 153340 w 2771480"/>
                <a:gd name="T29" fmla="*/ 126836 h 2339030"/>
                <a:gd name="T30" fmla="*/ 226629 w 2771480"/>
                <a:gd name="T31" fmla="*/ 80945 h 2339030"/>
                <a:gd name="T32" fmla="*/ 242233 w 2771480"/>
                <a:gd name="T33" fmla="*/ 56381 h 2339030"/>
                <a:gd name="T34" fmla="*/ 277527 w 2771480"/>
                <a:gd name="T35" fmla="*/ 38845 h 2339030"/>
                <a:gd name="T36" fmla="*/ 314120 w 2771480"/>
                <a:gd name="T37" fmla="*/ 28995 h 2339030"/>
                <a:gd name="T38" fmla="*/ 345472 w 2771480"/>
                <a:gd name="T39" fmla="*/ 25280 h 2339030"/>
                <a:gd name="T40" fmla="*/ 383405 w 2771480"/>
                <a:gd name="T41" fmla="*/ 12528 h 2339030"/>
                <a:gd name="T42" fmla="*/ 422618 w 2771480"/>
                <a:gd name="T43" fmla="*/ 0 h 2339030"/>
                <a:gd name="T44" fmla="*/ 452820 w 2771480"/>
                <a:gd name="T45" fmla="*/ 4968 h 2339030"/>
                <a:gd name="T46" fmla="*/ 481377 w 2771480"/>
                <a:gd name="T47" fmla="*/ 15142 h 2339030"/>
                <a:gd name="T48" fmla="*/ 476425 w 2771480"/>
                <a:gd name="T49" fmla="*/ 47396 h 2339030"/>
                <a:gd name="T50" fmla="*/ 487249 w 2771480"/>
                <a:gd name="T51" fmla="*/ 90033 h 2339030"/>
                <a:gd name="T52" fmla="*/ 494176 w 2771480"/>
                <a:gd name="T53" fmla="*/ 126385 h 2339030"/>
                <a:gd name="T54" fmla="*/ 483249 w 2771480"/>
                <a:gd name="T55" fmla="*/ 161353 h 2339030"/>
                <a:gd name="T56" fmla="*/ 503895 w 2771480"/>
                <a:gd name="T57" fmla="*/ 221268 h 2339030"/>
                <a:gd name="T58" fmla="*/ 481084 w 2771480"/>
                <a:gd name="T59" fmla="*/ 242852 h 2339030"/>
                <a:gd name="T60" fmla="*/ 462242 w 2771480"/>
                <a:gd name="T61" fmla="*/ 266117 h 2339030"/>
                <a:gd name="T62" fmla="*/ 435503 w 2771480"/>
                <a:gd name="T63" fmla="*/ 278235 h 2339030"/>
                <a:gd name="T64" fmla="*/ 404538 w 2771480"/>
                <a:gd name="T65" fmla="*/ 279966 h 2339030"/>
                <a:gd name="T66" fmla="*/ 360689 w 2771480"/>
                <a:gd name="T67" fmla="*/ 277266 h 2339030"/>
                <a:gd name="T68" fmla="*/ 302016 w 2771480"/>
                <a:gd name="T69" fmla="*/ 279966 h 2339030"/>
                <a:gd name="T70" fmla="*/ 254495 w 2771480"/>
                <a:gd name="T71" fmla="*/ 278997 h 2339030"/>
                <a:gd name="T72" fmla="*/ 214110 w 2771480"/>
                <a:gd name="T73" fmla="*/ 299562 h 2339030"/>
                <a:gd name="T74" fmla="*/ 184877 w 2771480"/>
                <a:gd name="T75" fmla="*/ 329752 h 2339030"/>
                <a:gd name="T76" fmla="*/ 151071 w 2771480"/>
                <a:gd name="T77" fmla="*/ 362227 h 2339030"/>
                <a:gd name="T78" fmla="*/ 133131 w 2771480"/>
                <a:gd name="T79" fmla="*/ 383207 h 2339030"/>
                <a:gd name="T80" fmla="*/ 98919 w 2771480"/>
                <a:gd name="T81" fmla="*/ 400084 h 2339030"/>
                <a:gd name="T82" fmla="*/ 54853 w 2771480"/>
                <a:gd name="T83" fmla="*/ 413397 h 2339030"/>
                <a:gd name="T84" fmla="*/ 0 w 2771480"/>
                <a:gd name="T85" fmla="*/ 425090 h 233903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771480" h="2339030">
                  <a:moveTo>
                    <a:pt x="0" y="2339030"/>
                  </a:moveTo>
                  <a:lnTo>
                    <a:pt x="9079" y="2131244"/>
                  </a:lnTo>
                  <a:lnTo>
                    <a:pt x="42417" y="2012181"/>
                  </a:lnTo>
                  <a:lnTo>
                    <a:pt x="116236" y="1862733"/>
                  </a:lnTo>
                  <a:lnTo>
                    <a:pt x="271587" y="1747193"/>
                  </a:lnTo>
                  <a:lnTo>
                    <a:pt x="294006" y="1618582"/>
                  </a:lnTo>
                  <a:lnTo>
                    <a:pt x="272827" y="1536973"/>
                  </a:lnTo>
                  <a:lnTo>
                    <a:pt x="165521" y="1390178"/>
                  </a:lnTo>
                  <a:lnTo>
                    <a:pt x="154335" y="1242740"/>
                  </a:lnTo>
                  <a:lnTo>
                    <a:pt x="161479" y="1017091"/>
                  </a:lnTo>
                  <a:lnTo>
                    <a:pt x="176608" y="822150"/>
                  </a:lnTo>
                  <a:lnTo>
                    <a:pt x="319882" y="902692"/>
                  </a:lnTo>
                  <a:lnTo>
                    <a:pt x="594395" y="904503"/>
                  </a:lnTo>
                  <a:lnTo>
                    <a:pt x="776611" y="849734"/>
                  </a:lnTo>
                  <a:lnTo>
                    <a:pt x="843385" y="697905"/>
                  </a:lnTo>
                  <a:lnTo>
                    <a:pt x="1246486" y="445393"/>
                  </a:lnTo>
                  <a:lnTo>
                    <a:pt x="1332310" y="310232"/>
                  </a:lnTo>
                  <a:lnTo>
                    <a:pt x="1526431" y="213742"/>
                  </a:lnTo>
                  <a:lnTo>
                    <a:pt x="1727697" y="159544"/>
                  </a:lnTo>
                  <a:lnTo>
                    <a:pt x="1900137" y="139103"/>
                  </a:lnTo>
                  <a:lnTo>
                    <a:pt x="2108770" y="68933"/>
                  </a:lnTo>
                  <a:lnTo>
                    <a:pt x="2324449" y="0"/>
                  </a:lnTo>
                  <a:lnTo>
                    <a:pt x="2490565" y="27334"/>
                  </a:lnTo>
                  <a:lnTo>
                    <a:pt x="2647627" y="83318"/>
                  </a:lnTo>
                  <a:lnTo>
                    <a:pt x="2620393" y="260796"/>
                  </a:lnTo>
                  <a:lnTo>
                    <a:pt x="2679925" y="495400"/>
                  </a:lnTo>
                  <a:lnTo>
                    <a:pt x="2718024" y="695424"/>
                  </a:lnTo>
                  <a:lnTo>
                    <a:pt x="2657922" y="887835"/>
                  </a:lnTo>
                  <a:lnTo>
                    <a:pt x="2771480" y="1217514"/>
                  </a:lnTo>
                  <a:lnTo>
                    <a:pt x="2646016" y="1336277"/>
                  </a:lnTo>
                  <a:lnTo>
                    <a:pt x="2542382" y="1464294"/>
                  </a:lnTo>
                  <a:lnTo>
                    <a:pt x="2395315" y="1530969"/>
                  </a:lnTo>
                  <a:lnTo>
                    <a:pt x="2225006" y="1540494"/>
                  </a:lnTo>
                  <a:lnTo>
                    <a:pt x="1983830" y="1525636"/>
                  </a:lnTo>
                  <a:lnTo>
                    <a:pt x="1661121" y="1540494"/>
                  </a:lnTo>
                  <a:lnTo>
                    <a:pt x="1399754" y="1535161"/>
                  </a:lnTo>
                  <a:lnTo>
                    <a:pt x="1177628" y="1648320"/>
                  </a:lnTo>
                  <a:lnTo>
                    <a:pt x="1016844" y="1814437"/>
                  </a:lnTo>
                  <a:lnTo>
                    <a:pt x="830908" y="1993130"/>
                  </a:lnTo>
                  <a:lnTo>
                    <a:pt x="732235" y="2108571"/>
                  </a:lnTo>
                  <a:lnTo>
                    <a:pt x="544065" y="2201439"/>
                  </a:lnTo>
                  <a:lnTo>
                    <a:pt x="301700" y="2274688"/>
                  </a:lnTo>
                  <a:lnTo>
                    <a:pt x="0" y="2339030"/>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48" name="任意多边形 191">
              <a:extLst>
                <a:ext uri="{FF2B5EF4-FFF2-40B4-BE49-F238E27FC236}">
                  <a16:creationId xmlns:a16="http://schemas.microsoft.com/office/drawing/2014/main" id="{719CD693-07D4-42FC-9373-CB470358C0A4}"/>
                </a:ext>
              </a:extLst>
            </p:cNvPr>
            <p:cNvSpPr>
              <a:spLocks/>
            </p:cNvSpPr>
            <p:nvPr/>
          </p:nvSpPr>
          <p:spPr bwMode="auto">
            <a:xfrm>
              <a:off x="1641475" y="2173288"/>
              <a:ext cx="546100" cy="561975"/>
            </a:xfrm>
            <a:custGeom>
              <a:avLst/>
              <a:gdLst>
                <a:gd name="T0" fmla="*/ 8786 w 11535895"/>
                <a:gd name="T1" fmla="*/ 102356 h 11889818"/>
                <a:gd name="T2" fmla="*/ 0 w 11535895"/>
                <a:gd name="T3" fmla="*/ 148247 h 11889818"/>
                <a:gd name="T4" fmla="*/ 32807 w 11535895"/>
                <a:gd name="T5" fmla="*/ 184845 h 11889818"/>
                <a:gd name="T6" fmla="*/ 46127 w 11535895"/>
                <a:gd name="T7" fmla="*/ 234410 h 11889818"/>
                <a:gd name="T8" fmla="*/ 92808 w 11535895"/>
                <a:gd name="T9" fmla="*/ 343286 h 11889818"/>
                <a:gd name="T10" fmla="*/ 170420 w 11535895"/>
                <a:gd name="T11" fmla="*/ 458644 h 11889818"/>
                <a:gd name="T12" fmla="*/ 213763 w 11535895"/>
                <a:gd name="T13" fmla="*/ 500342 h 11889818"/>
                <a:gd name="T14" fmla="*/ 256114 w 11535895"/>
                <a:gd name="T15" fmla="*/ 533131 h 11889818"/>
                <a:gd name="T16" fmla="*/ 346540 w 11535895"/>
                <a:gd name="T17" fmla="*/ 561592 h 11889818"/>
                <a:gd name="T18" fmla="*/ 394304 w 11535895"/>
                <a:gd name="T19" fmla="*/ 450119 h 11889818"/>
                <a:gd name="T20" fmla="*/ 430142 w 11535895"/>
                <a:gd name="T21" fmla="*/ 387120 h 11889818"/>
                <a:gd name="T22" fmla="*/ 491754 w 11535895"/>
                <a:gd name="T23" fmla="*/ 298171 h 11889818"/>
                <a:gd name="T24" fmla="*/ 545165 w 11535895"/>
                <a:gd name="T25" fmla="*/ 272944 h 11889818"/>
                <a:gd name="T26" fmla="*/ 526414 w 11535895"/>
                <a:gd name="T27" fmla="*/ 238305 h 11889818"/>
                <a:gd name="T28" fmla="*/ 510825 w 11535895"/>
                <a:gd name="T29" fmla="*/ 204651 h 11889818"/>
                <a:gd name="T30" fmla="*/ 506599 w 11535895"/>
                <a:gd name="T31" fmla="*/ 176190 h 11889818"/>
                <a:gd name="T32" fmla="*/ 496206 w 11535895"/>
                <a:gd name="T33" fmla="*/ 148698 h 11889818"/>
                <a:gd name="T34" fmla="*/ 490247 w 11535895"/>
                <a:gd name="T35" fmla="*/ 118506 h 11889818"/>
                <a:gd name="T36" fmla="*/ 485673 w 11535895"/>
                <a:gd name="T37" fmla="*/ 85058 h 11889818"/>
                <a:gd name="T38" fmla="*/ 474519 w 11535895"/>
                <a:gd name="T39" fmla="*/ 50435 h 11889818"/>
                <a:gd name="T40" fmla="*/ 452001 w 11535895"/>
                <a:gd name="T41" fmla="*/ 28898 h 11889818"/>
                <a:gd name="T42" fmla="*/ 433918 w 11535895"/>
                <a:gd name="T43" fmla="*/ 18511 h 11889818"/>
                <a:gd name="T44" fmla="*/ 408906 w 11535895"/>
                <a:gd name="T45" fmla="*/ 12556 h 11889818"/>
                <a:gd name="T46" fmla="*/ 389090 w 11535895"/>
                <a:gd name="T47" fmla="*/ 8331 h 11889818"/>
                <a:gd name="T48" fmla="*/ 365463 w 11535895"/>
                <a:gd name="T49" fmla="*/ 0 h 11889818"/>
                <a:gd name="T50" fmla="*/ 340799 w 11535895"/>
                <a:gd name="T51" fmla="*/ 59158 h 11889818"/>
                <a:gd name="T52" fmla="*/ 322715 w 11535895"/>
                <a:gd name="T53" fmla="*/ 84919 h 11889818"/>
                <a:gd name="T54" fmla="*/ 298821 w 11535895"/>
                <a:gd name="T55" fmla="*/ 115003 h 11889818"/>
                <a:gd name="T56" fmla="*/ 278857 w 11535895"/>
                <a:gd name="T57" fmla="*/ 114349 h 11889818"/>
                <a:gd name="T58" fmla="*/ 241720 w 11535895"/>
                <a:gd name="T59" fmla="*/ 103962 h 11889818"/>
                <a:gd name="T60" fmla="*/ 197863 w 11535895"/>
                <a:gd name="T61" fmla="*/ 91843 h 11889818"/>
                <a:gd name="T62" fmla="*/ 150541 w 11535895"/>
                <a:gd name="T63" fmla="*/ 86650 h 11889818"/>
                <a:gd name="T64" fmla="*/ 96083 w 11535895"/>
                <a:gd name="T65" fmla="*/ 88381 h 11889818"/>
                <a:gd name="T66" fmla="*/ 53403 w 11535895"/>
                <a:gd name="T67" fmla="*/ 96068 h 11889818"/>
                <a:gd name="T68" fmla="*/ 8786 w 11535895"/>
                <a:gd name="T69" fmla="*/ 102356 h 118898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535895" h="11889818">
                  <a:moveTo>
                    <a:pt x="185924" y="2167051"/>
                  </a:moveTo>
                  <a:lnTo>
                    <a:pt x="0" y="3138628"/>
                  </a:lnTo>
                  <a:lnTo>
                    <a:pt x="694198" y="3913481"/>
                  </a:lnTo>
                  <a:lnTo>
                    <a:pt x="976056" y="4962842"/>
                  </a:lnTo>
                  <a:lnTo>
                    <a:pt x="1963849" y="7267920"/>
                  </a:lnTo>
                  <a:lnTo>
                    <a:pt x="3606140" y="9710238"/>
                  </a:lnTo>
                  <a:lnTo>
                    <a:pt x="4523295" y="10593058"/>
                  </a:lnTo>
                  <a:lnTo>
                    <a:pt x="5419463" y="11287252"/>
                  </a:lnTo>
                  <a:lnTo>
                    <a:pt x="7332912" y="11889818"/>
                  </a:lnTo>
                  <a:lnTo>
                    <a:pt x="8343619" y="9529763"/>
                  </a:lnTo>
                  <a:lnTo>
                    <a:pt x="9101959" y="8195966"/>
                  </a:lnTo>
                  <a:lnTo>
                    <a:pt x="10405688" y="6312770"/>
                  </a:lnTo>
                  <a:lnTo>
                    <a:pt x="11535895" y="5778668"/>
                  </a:lnTo>
                  <a:lnTo>
                    <a:pt x="11139113" y="5045308"/>
                  </a:lnTo>
                  <a:lnTo>
                    <a:pt x="10809243" y="4332786"/>
                  </a:lnTo>
                  <a:lnTo>
                    <a:pt x="10719808" y="3730220"/>
                  </a:lnTo>
                  <a:lnTo>
                    <a:pt x="10499895" y="3148175"/>
                  </a:lnTo>
                  <a:lnTo>
                    <a:pt x="10373808" y="2508957"/>
                  </a:lnTo>
                  <a:lnTo>
                    <a:pt x="10277027" y="1800825"/>
                  </a:lnTo>
                  <a:lnTo>
                    <a:pt x="10040987" y="1067781"/>
                  </a:lnTo>
                  <a:lnTo>
                    <a:pt x="9564509" y="611824"/>
                  </a:lnTo>
                  <a:lnTo>
                    <a:pt x="9181856" y="391911"/>
                  </a:lnTo>
                  <a:lnTo>
                    <a:pt x="8652595" y="265824"/>
                  </a:lnTo>
                  <a:lnTo>
                    <a:pt x="8233290" y="176388"/>
                  </a:lnTo>
                  <a:lnTo>
                    <a:pt x="7733331" y="0"/>
                  </a:lnTo>
                  <a:lnTo>
                    <a:pt x="7211420" y="1252474"/>
                  </a:lnTo>
                  <a:lnTo>
                    <a:pt x="6828767" y="1797866"/>
                  </a:lnTo>
                  <a:lnTo>
                    <a:pt x="6323171" y="2434791"/>
                  </a:lnTo>
                  <a:lnTo>
                    <a:pt x="5900722" y="2420953"/>
                  </a:lnTo>
                  <a:lnTo>
                    <a:pt x="5114895" y="2201040"/>
                  </a:lnTo>
                  <a:lnTo>
                    <a:pt x="4186850" y="1944475"/>
                  </a:lnTo>
                  <a:lnTo>
                    <a:pt x="3185501" y="1834518"/>
                  </a:lnTo>
                  <a:lnTo>
                    <a:pt x="2033152" y="1871170"/>
                  </a:lnTo>
                  <a:lnTo>
                    <a:pt x="1130019" y="2033910"/>
                  </a:lnTo>
                  <a:lnTo>
                    <a:pt x="185924" y="2167051"/>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49" name="任意多边形 192">
              <a:extLst>
                <a:ext uri="{FF2B5EF4-FFF2-40B4-BE49-F238E27FC236}">
                  <a16:creationId xmlns:a16="http://schemas.microsoft.com/office/drawing/2014/main" id="{611901D6-88C2-4D11-9EE0-650B0689A185}"/>
                </a:ext>
              </a:extLst>
            </p:cNvPr>
            <p:cNvSpPr>
              <a:spLocks/>
            </p:cNvSpPr>
            <p:nvPr/>
          </p:nvSpPr>
          <p:spPr bwMode="auto">
            <a:xfrm>
              <a:off x="1624013" y="2073275"/>
              <a:ext cx="382587" cy="214313"/>
            </a:xfrm>
            <a:custGeom>
              <a:avLst/>
              <a:gdLst>
                <a:gd name="T0" fmla="*/ 26482 w 8108065"/>
                <a:gd name="T1" fmla="*/ 202361 h 4555077"/>
                <a:gd name="T2" fmla="*/ 0 w 8108065"/>
                <a:gd name="T3" fmla="*/ 111087 h 4555077"/>
                <a:gd name="T4" fmla="*/ 13972 w 8108065"/>
                <a:gd name="T5" fmla="*/ 107541 h 4555077"/>
                <a:gd name="T6" fmla="*/ 38078 w 8108065"/>
                <a:gd name="T7" fmla="*/ 102622 h 4555077"/>
                <a:gd name="T8" fmla="*/ 54628 w 8108065"/>
                <a:gd name="T9" fmla="*/ 80029 h 4555077"/>
                <a:gd name="T10" fmla="*/ 83955 w 8108065"/>
                <a:gd name="T11" fmla="*/ 71483 h 4555077"/>
                <a:gd name="T12" fmla="*/ 102895 w 8108065"/>
                <a:gd name="T13" fmla="*/ 56017 h 4555077"/>
                <a:gd name="T14" fmla="*/ 119238 w 8108065"/>
                <a:gd name="T15" fmla="*/ 37852 h 4555077"/>
                <a:gd name="T16" fmla="*/ 139043 w 8108065"/>
                <a:gd name="T17" fmla="*/ 18926 h 4555077"/>
                <a:gd name="T18" fmla="*/ 156355 w 8108065"/>
                <a:gd name="T19" fmla="*/ 0 h 4555077"/>
                <a:gd name="T20" fmla="*/ 179623 w 8108065"/>
                <a:gd name="T21" fmla="*/ 9515 h 4555077"/>
                <a:gd name="T22" fmla="*/ 202787 w 8108065"/>
                <a:gd name="T23" fmla="*/ 19895 h 4555077"/>
                <a:gd name="T24" fmla="*/ 229620 w 8108065"/>
                <a:gd name="T25" fmla="*/ 25085 h 4555077"/>
                <a:gd name="T26" fmla="*/ 248352 w 8108065"/>
                <a:gd name="T27" fmla="*/ 31749 h 4555077"/>
                <a:gd name="T28" fmla="*/ 264592 w 8108065"/>
                <a:gd name="T29" fmla="*/ 47367 h 4555077"/>
                <a:gd name="T30" fmla="*/ 286786 w 8108065"/>
                <a:gd name="T31" fmla="*/ 66189 h 4555077"/>
                <a:gd name="T32" fmla="*/ 310158 w 8108065"/>
                <a:gd name="T33" fmla="*/ 82521 h 4555077"/>
                <a:gd name="T34" fmla="*/ 335053 w 8108065"/>
                <a:gd name="T35" fmla="*/ 85877 h 4555077"/>
                <a:gd name="T36" fmla="*/ 357455 w 8108065"/>
                <a:gd name="T37" fmla="*/ 94527 h 4555077"/>
                <a:gd name="T38" fmla="*/ 382972 w 8108065"/>
                <a:gd name="T39" fmla="*/ 100077 h 4555077"/>
                <a:gd name="T40" fmla="*/ 358320 w 8108065"/>
                <a:gd name="T41" fmla="*/ 159193 h 4555077"/>
                <a:gd name="T42" fmla="*/ 340246 w 8108065"/>
                <a:gd name="T43" fmla="*/ 184935 h 4555077"/>
                <a:gd name="T44" fmla="*/ 316365 w 8108065"/>
                <a:gd name="T45" fmla="*/ 214998 h 4555077"/>
                <a:gd name="T46" fmla="*/ 296412 w 8108065"/>
                <a:gd name="T47" fmla="*/ 214345 h 4555077"/>
                <a:gd name="T48" fmla="*/ 259294 w 8108065"/>
                <a:gd name="T49" fmla="*/ 203965 h 4555077"/>
                <a:gd name="T50" fmla="*/ 215459 w 8108065"/>
                <a:gd name="T51" fmla="*/ 191855 h 4555077"/>
                <a:gd name="T52" fmla="*/ 168162 w 8108065"/>
                <a:gd name="T53" fmla="*/ 186665 h 4555077"/>
                <a:gd name="T54" fmla="*/ 113733 w 8108065"/>
                <a:gd name="T55" fmla="*/ 188395 h 4555077"/>
                <a:gd name="T56" fmla="*/ 71075 w 8108065"/>
                <a:gd name="T57" fmla="*/ 196077 h 4555077"/>
                <a:gd name="T58" fmla="*/ 26482 w 8108065"/>
                <a:gd name="T59" fmla="*/ 202361 h 455507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108065" h="4555077">
                  <a:moveTo>
                    <a:pt x="560658" y="4287337"/>
                  </a:moveTo>
                  <a:lnTo>
                    <a:pt x="0" y="2353563"/>
                  </a:lnTo>
                  <a:lnTo>
                    <a:pt x="295804" y="2278424"/>
                  </a:lnTo>
                  <a:lnTo>
                    <a:pt x="806172" y="2174220"/>
                  </a:lnTo>
                  <a:lnTo>
                    <a:pt x="1156563" y="1695548"/>
                  </a:lnTo>
                  <a:lnTo>
                    <a:pt x="1777453" y="1514481"/>
                  </a:lnTo>
                  <a:lnTo>
                    <a:pt x="2178433" y="1186804"/>
                  </a:lnTo>
                  <a:lnTo>
                    <a:pt x="2524434" y="801958"/>
                  </a:lnTo>
                  <a:lnTo>
                    <a:pt x="2943739" y="400981"/>
                  </a:lnTo>
                  <a:lnTo>
                    <a:pt x="3310261" y="0"/>
                  </a:lnTo>
                  <a:lnTo>
                    <a:pt x="3802870" y="201589"/>
                  </a:lnTo>
                  <a:lnTo>
                    <a:pt x="4293286" y="421502"/>
                  </a:lnTo>
                  <a:lnTo>
                    <a:pt x="4861393" y="531459"/>
                  </a:lnTo>
                  <a:lnTo>
                    <a:pt x="5257976" y="672650"/>
                  </a:lnTo>
                  <a:lnTo>
                    <a:pt x="5601786" y="1003547"/>
                  </a:lnTo>
                  <a:lnTo>
                    <a:pt x="6071677" y="1402330"/>
                  </a:lnTo>
                  <a:lnTo>
                    <a:pt x="6566484" y="1748331"/>
                  </a:lnTo>
                  <a:lnTo>
                    <a:pt x="7093552" y="1819438"/>
                  </a:lnTo>
                  <a:lnTo>
                    <a:pt x="7567833" y="2002699"/>
                  </a:lnTo>
                  <a:lnTo>
                    <a:pt x="8108065" y="2120286"/>
                  </a:lnTo>
                  <a:lnTo>
                    <a:pt x="7586154" y="3372760"/>
                  </a:lnTo>
                  <a:lnTo>
                    <a:pt x="7203501" y="3918152"/>
                  </a:lnTo>
                  <a:lnTo>
                    <a:pt x="6697905" y="4555077"/>
                  </a:lnTo>
                  <a:lnTo>
                    <a:pt x="6275456" y="4541239"/>
                  </a:lnTo>
                  <a:lnTo>
                    <a:pt x="5489629" y="4321326"/>
                  </a:lnTo>
                  <a:lnTo>
                    <a:pt x="4561584" y="4064761"/>
                  </a:lnTo>
                  <a:lnTo>
                    <a:pt x="3560235" y="3954804"/>
                  </a:lnTo>
                  <a:lnTo>
                    <a:pt x="2407886" y="3991456"/>
                  </a:lnTo>
                  <a:lnTo>
                    <a:pt x="1504753" y="4154196"/>
                  </a:lnTo>
                  <a:lnTo>
                    <a:pt x="560658" y="4287337"/>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50" name="任意多边形 193">
              <a:extLst>
                <a:ext uri="{FF2B5EF4-FFF2-40B4-BE49-F238E27FC236}">
                  <a16:creationId xmlns:a16="http://schemas.microsoft.com/office/drawing/2014/main" id="{3E827913-5D37-4921-A956-A64C306EA7B2}"/>
                </a:ext>
              </a:extLst>
            </p:cNvPr>
            <p:cNvSpPr>
              <a:spLocks/>
            </p:cNvSpPr>
            <p:nvPr/>
          </p:nvSpPr>
          <p:spPr bwMode="auto">
            <a:xfrm>
              <a:off x="1341438" y="2055813"/>
              <a:ext cx="236537" cy="161925"/>
            </a:xfrm>
            <a:custGeom>
              <a:avLst/>
              <a:gdLst>
                <a:gd name="T0" fmla="*/ 51845 w 4978049"/>
                <a:gd name="T1" fmla="*/ 105371 h 3421725"/>
                <a:gd name="T2" fmla="*/ 13016 w 4978049"/>
                <a:gd name="T3" fmla="*/ 128619 h 3421725"/>
                <a:gd name="T4" fmla="*/ 0 w 4978049"/>
                <a:gd name="T5" fmla="*/ 148801 h 3421725"/>
                <a:gd name="T6" fmla="*/ 35480 w 4978049"/>
                <a:gd name="T7" fmla="*/ 154992 h 3421725"/>
                <a:gd name="T8" fmla="*/ 188796 w 4978049"/>
                <a:gd name="T9" fmla="*/ 161609 h 3421725"/>
                <a:gd name="T10" fmla="*/ 188300 w 4978049"/>
                <a:gd name="T11" fmla="*/ 142977 h 3421725"/>
                <a:gd name="T12" fmla="*/ 196487 w 4978049"/>
                <a:gd name="T13" fmla="*/ 104650 h 3421725"/>
                <a:gd name="T14" fmla="*/ 214671 w 4978049"/>
                <a:gd name="T15" fmla="*/ 42539 h 3421725"/>
                <a:gd name="T16" fmla="*/ 235209 w 4978049"/>
                <a:gd name="T17" fmla="*/ 785 h 3421725"/>
                <a:gd name="T18" fmla="*/ 204280 w 4978049"/>
                <a:gd name="T19" fmla="*/ 9093 h 3421725"/>
                <a:gd name="T20" fmla="*/ 181005 w 4978049"/>
                <a:gd name="T21" fmla="*/ 11690 h 3421725"/>
                <a:gd name="T22" fmla="*/ 164864 w 4978049"/>
                <a:gd name="T23" fmla="*/ 8228 h 3421725"/>
                <a:gd name="T24" fmla="*/ 140893 w 4978049"/>
                <a:gd name="T25" fmla="*/ 0 h 3421725"/>
                <a:gd name="T26" fmla="*/ 122813 w 4978049"/>
                <a:gd name="T27" fmla="*/ 25759 h 3421725"/>
                <a:gd name="T28" fmla="*/ 108300 w 4978049"/>
                <a:gd name="T29" fmla="*/ 42242 h 3421725"/>
                <a:gd name="T30" fmla="*/ 93580 w 4978049"/>
                <a:gd name="T31" fmla="*/ 64258 h 3421725"/>
                <a:gd name="T32" fmla="*/ 80037 w 4978049"/>
                <a:gd name="T33" fmla="*/ 82434 h 3421725"/>
                <a:gd name="T34" fmla="*/ 51845 w 4978049"/>
                <a:gd name="T35" fmla="*/ 105371 h 34217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978049" h="3421725">
                  <a:moveTo>
                    <a:pt x="1097268" y="2230998"/>
                  </a:moveTo>
                  <a:lnTo>
                    <a:pt x="275474" y="2723237"/>
                  </a:lnTo>
                  <a:lnTo>
                    <a:pt x="0" y="3150538"/>
                  </a:lnTo>
                  <a:lnTo>
                    <a:pt x="750921" y="3281620"/>
                  </a:lnTo>
                  <a:lnTo>
                    <a:pt x="3995755" y="3421725"/>
                  </a:lnTo>
                  <a:lnTo>
                    <a:pt x="3985250" y="3027232"/>
                  </a:lnTo>
                  <a:lnTo>
                    <a:pt x="4158529" y="2215748"/>
                  </a:lnTo>
                  <a:lnTo>
                    <a:pt x="4543375" y="900665"/>
                  </a:lnTo>
                  <a:lnTo>
                    <a:pt x="4978049" y="16619"/>
                  </a:lnTo>
                  <a:lnTo>
                    <a:pt x="4323462" y="192531"/>
                  </a:lnTo>
                  <a:lnTo>
                    <a:pt x="3830852" y="247511"/>
                  </a:lnTo>
                  <a:lnTo>
                    <a:pt x="3489242" y="174206"/>
                  </a:lnTo>
                  <a:lnTo>
                    <a:pt x="2981911" y="0"/>
                  </a:lnTo>
                  <a:lnTo>
                    <a:pt x="2599266" y="545392"/>
                  </a:lnTo>
                  <a:lnTo>
                    <a:pt x="2292099" y="894378"/>
                  </a:lnTo>
                  <a:lnTo>
                    <a:pt x="1980565" y="1360520"/>
                  </a:lnTo>
                  <a:lnTo>
                    <a:pt x="1693932" y="1745369"/>
                  </a:lnTo>
                  <a:lnTo>
                    <a:pt x="1097268" y="2230998"/>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51" name="任意多边形 194">
              <a:extLst>
                <a:ext uri="{FF2B5EF4-FFF2-40B4-BE49-F238E27FC236}">
                  <a16:creationId xmlns:a16="http://schemas.microsoft.com/office/drawing/2014/main" id="{D13F0A29-05F4-43AA-BD3D-DFAD0FCED185}"/>
                </a:ext>
              </a:extLst>
            </p:cNvPr>
            <p:cNvSpPr>
              <a:spLocks/>
            </p:cNvSpPr>
            <p:nvPr/>
          </p:nvSpPr>
          <p:spPr bwMode="auto">
            <a:xfrm>
              <a:off x="1227138" y="1946275"/>
              <a:ext cx="255587" cy="257175"/>
            </a:xfrm>
            <a:custGeom>
              <a:avLst/>
              <a:gdLst>
                <a:gd name="T0" fmla="*/ 166651 w 5411658"/>
                <a:gd name="T1" fmla="*/ 214215 h 5444167"/>
                <a:gd name="T2" fmla="*/ 127821 w 5411658"/>
                <a:gd name="T3" fmla="*/ 237464 h 5444167"/>
                <a:gd name="T4" fmla="*/ 115081 w 5411658"/>
                <a:gd name="T5" fmla="*/ 257132 h 5444167"/>
                <a:gd name="T6" fmla="*/ 77410 w 5411658"/>
                <a:gd name="T7" fmla="*/ 251061 h 5444167"/>
                <a:gd name="T8" fmla="*/ 0 w 5411658"/>
                <a:gd name="T9" fmla="*/ 215884 h 5444167"/>
                <a:gd name="T10" fmla="*/ 18078 w 5411658"/>
                <a:gd name="T11" fmla="*/ 203334 h 5444167"/>
                <a:gd name="T12" fmla="*/ 35933 w 5411658"/>
                <a:gd name="T13" fmla="*/ 180708 h 5444167"/>
                <a:gd name="T14" fmla="*/ 8882 w 5411658"/>
                <a:gd name="T15" fmla="*/ 150188 h 5444167"/>
                <a:gd name="T16" fmla="*/ 17645 w 5411658"/>
                <a:gd name="T17" fmla="*/ 99328 h 5444167"/>
                <a:gd name="T18" fmla="*/ 22217 w 5411658"/>
                <a:gd name="T19" fmla="*/ 54873 h 5444167"/>
                <a:gd name="T20" fmla="*/ 32954 w 5411658"/>
                <a:gd name="T21" fmla="*/ 0 h 5444167"/>
                <a:gd name="T22" fmla="*/ 48403 w 5411658"/>
                <a:gd name="T23" fmla="*/ 18259 h 5444167"/>
                <a:gd name="T24" fmla="*/ 69081 w 5411658"/>
                <a:gd name="T25" fmla="*/ 20751 h 5444167"/>
                <a:gd name="T26" fmla="*/ 102436 w 5411658"/>
                <a:gd name="T27" fmla="*/ 30065 h 5444167"/>
                <a:gd name="T28" fmla="*/ 120413 w 5411658"/>
                <a:gd name="T29" fmla="*/ 39483 h 5444167"/>
                <a:gd name="T30" fmla="*/ 155707 w 5411658"/>
                <a:gd name="T31" fmla="*/ 60152 h 5444167"/>
                <a:gd name="T32" fmla="*/ 176385 w 5411658"/>
                <a:gd name="T33" fmla="*/ 81791 h 5444167"/>
                <a:gd name="T34" fmla="*/ 198795 w 5411658"/>
                <a:gd name="T35" fmla="*/ 97267 h 5444167"/>
                <a:gd name="T36" fmla="*/ 220339 w 5411658"/>
                <a:gd name="T37" fmla="*/ 103223 h 5444167"/>
                <a:gd name="T38" fmla="*/ 255700 w 5411658"/>
                <a:gd name="T39" fmla="*/ 108844 h 5444167"/>
                <a:gd name="T40" fmla="*/ 237620 w 5411658"/>
                <a:gd name="T41" fmla="*/ 134603 h 5444167"/>
                <a:gd name="T42" fmla="*/ 223106 w 5411658"/>
                <a:gd name="T43" fmla="*/ 151086 h 5444167"/>
                <a:gd name="T44" fmla="*/ 208387 w 5411658"/>
                <a:gd name="T45" fmla="*/ 173102 h 5444167"/>
                <a:gd name="T46" fmla="*/ 194843 w 5411658"/>
                <a:gd name="T47" fmla="*/ 191279 h 5444167"/>
                <a:gd name="T48" fmla="*/ 166651 w 5411658"/>
                <a:gd name="T49" fmla="*/ 214215 h 54441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411658" h="5444167">
                  <a:moveTo>
                    <a:pt x="3527016" y="4535505"/>
                  </a:moveTo>
                  <a:lnTo>
                    <a:pt x="2705222" y="5027744"/>
                  </a:lnTo>
                  <a:lnTo>
                    <a:pt x="2435576" y="5444167"/>
                  </a:lnTo>
                  <a:lnTo>
                    <a:pt x="1638321" y="5315628"/>
                  </a:lnTo>
                  <a:lnTo>
                    <a:pt x="0" y="4570830"/>
                  </a:lnTo>
                  <a:lnTo>
                    <a:pt x="382599" y="4305114"/>
                  </a:lnTo>
                  <a:lnTo>
                    <a:pt x="760480" y="3826062"/>
                  </a:lnTo>
                  <a:lnTo>
                    <a:pt x="187982" y="3179876"/>
                  </a:lnTo>
                  <a:lnTo>
                    <a:pt x="373437" y="2103026"/>
                  </a:lnTo>
                  <a:lnTo>
                    <a:pt x="470210" y="1161806"/>
                  </a:lnTo>
                  <a:lnTo>
                    <a:pt x="697450" y="0"/>
                  </a:lnTo>
                  <a:lnTo>
                    <a:pt x="1024400" y="386581"/>
                  </a:lnTo>
                  <a:lnTo>
                    <a:pt x="1462029" y="439364"/>
                  </a:lnTo>
                  <a:lnTo>
                    <a:pt x="2167967" y="636563"/>
                  </a:lnTo>
                  <a:lnTo>
                    <a:pt x="2548423" y="835954"/>
                  </a:lnTo>
                  <a:lnTo>
                    <a:pt x="3295400" y="1273583"/>
                  </a:lnTo>
                  <a:lnTo>
                    <a:pt x="3733034" y="1731737"/>
                  </a:lnTo>
                  <a:lnTo>
                    <a:pt x="4207319" y="2059409"/>
                  </a:lnTo>
                  <a:lnTo>
                    <a:pt x="4663272" y="2185496"/>
                  </a:lnTo>
                  <a:lnTo>
                    <a:pt x="5411659" y="2304507"/>
                  </a:lnTo>
                  <a:lnTo>
                    <a:pt x="5029014" y="2849899"/>
                  </a:lnTo>
                  <a:lnTo>
                    <a:pt x="4721847" y="3198885"/>
                  </a:lnTo>
                  <a:lnTo>
                    <a:pt x="4410313" y="3665027"/>
                  </a:lnTo>
                  <a:lnTo>
                    <a:pt x="4123680" y="4049876"/>
                  </a:lnTo>
                  <a:lnTo>
                    <a:pt x="3527016" y="4535505"/>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52" name="任意多边形 195">
              <a:extLst>
                <a:ext uri="{FF2B5EF4-FFF2-40B4-BE49-F238E27FC236}">
                  <a16:creationId xmlns:a16="http://schemas.microsoft.com/office/drawing/2014/main" id="{536CC48D-2841-4AD1-AC45-8B920F7C771A}"/>
                </a:ext>
              </a:extLst>
            </p:cNvPr>
            <p:cNvSpPr>
              <a:spLocks/>
            </p:cNvSpPr>
            <p:nvPr/>
          </p:nvSpPr>
          <p:spPr bwMode="auto">
            <a:xfrm>
              <a:off x="1601788" y="2035175"/>
              <a:ext cx="179387" cy="149225"/>
            </a:xfrm>
            <a:custGeom>
              <a:avLst/>
              <a:gdLst>
                <a:gd name="T0" fmla="*/ 1109 w 3799883"/>
                <a:gd name="T1" fmla="*/ 62923 h 3144358"/>
                <a:gd name="T2" fmla="*/ 9909 w 3799883"/>
                <a:gd name="T3" fmla="*/ 82331 h 3144358"/>
                <a:gd name="T4" fmla="*/ 15727 w 3799883"/>
                <a:gd name="T5" fmla="*/ 110618 h 3144358"/>
                <a:gd name="T6" fmla="*/ 23267 w 3799883"/>
                <a:gd name="T7" fmla="*/ 148334 h 3144358"/>
                <a:gd name="T8" fmla="*/ 61761 w 3799883"/>
                <a:gd name="T9" fmla="*/ 140089 h 3144358"/>
                <a:gd name="T10" fmla="*/ 78557 w 3799883"/>
                <a:gd name="T11" fmla="*/ 117387 h 3144358"/>
                <a:gd name="T12" fmla="*/ 107559 w 3799883"/>
                <a:gd name="T13" fmla="*/ 109277 h 3144358"/>
                <a:gd name="T14" fmla="*/ 125965 w 3799883"/>
                <a:gd name="T15" fmla="*/ 93716 h 3144358"/>
                <a:gd name="T16" fmla="*/ 141192 w 3799883"/>
                <a:gd name="T17" fmla="*/ 77231 h 3144358"/>
                <a:gd name="T18" fmla="*/ 165685 w 3799883"/>
                <a:gd name="T19" fmla="*/ 52858 h 3144358"/>
                <a:gd name="T20" fmla="*/ 179509 w 3799883"/>
                <a:gd name="T21" fmla="*/ 37721 h 3144358"/>
                <a:gd name="T22" fmla="*/ 162655 w 3799883"/>
                <a:gd name="T23" fmla="*/ 42258 h 3144358"/>
                <a:gd name="T24" fmla="*/ 131592 w 3799883"/>
                <a:gd name="T25" fmla="*/ 37936 h 3144358"/>
                <a:gd name="T26" fmla="*/ 114381 w 3799883"/>
                <a:gd name="T27" fmla="*/ 27562 h 3144358"/>
                <a:gd name="T28" fmla="*/ 91976 w 3799883"/>
                <a:gd name="T29" fmla="*/ 16426 h 3144358"/>
                <a:gd name="T30" fmla="*/ 67077 w 3799883"/>
                <a:gd name="T31" fmla="*/ 3458 h 3144358"/>
                <a:gd name="T32" fmla="*/ 41312 w 3799883"/>
                <a:gd name="T33" fmla="*/ 0 h 3144358"/>
                <a:gd name="T34" fmla="*/ 14722 w 3799883"/>
                <a:gd name="T35" fmla="*/ 7911 h 3144358"/>
                <a:gd name="T36" fmla="*/ 0 w 3799883"/>
                <a:gd name="T37" fmla="*/ 13141 h 3144358"/>
                <a:gd name="T38" fmla="*/ 2770 w 3799883"/>
                <a:gd name="T39" fmla="*/ 40183 h 3144358"/>
                <a:gd name="T40" fmla="*/ 1109 w 3799883"/>
                <a:gd name="T41" fmla="*/ 62923 h 314435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799883" h="3144358">
                  <a:moveTo>
                    <a:pt x="23477" y="1333828"/>
                  </a:moveTo>
                  <a:lnTo>
                    <a:pt x="209747" y="1745237"/>
                  </a:lnTo>
                  <a:lnTo>
                    <a:pt x="332910" y="2344863"/>
                  </a:lnTo>
                  <a:lnTo>
                    <a:pt x="492517" y="3144358"/>
                  </a:lnTo>
                  <a:lnTo>
                    <a:pt x="1307361" y="2969593"/>
                  </a:lnTo>
                  <a:lnTo>
                    <a:pt x="1662909" y="2488347"/>
                  </a:lnTo>
                  <a:lnTo>
                    <a:pt x="2276834" y="2316442"/>
                  </a:lnTo>
                  <a:lnTo>
                    <a:pt x="2666451" y="1986576"/>
                  </a:lnTo>
                  <a:lnTo>
                    <a:pt x="2988775" y="1637135"/>
                  </a:lnTo>
                  <a:lnTo>
                    <a:pt x="3507254" y="1120476"/>
                  </a:lnTo>
                  <a:lnTo>
                    <a:pt x="3799883" y="799603"/>
                  </a:lnTo>
                  <a:lnTo>
                    <a:pt x="3443116" y="895787"/>
                  </a:lnTo>
                  <a:lnTo>
                    <a:pt x="2785570" y="804159"/>
                  </a:lnTo>
                  <a:lnTo>
                    <a:pt x="2421245" y="584246"/>
                  </a:lnTo>
                  <a:lnTo>
                    <a:pt x="1946964" y="348202"/>
                  </a:lnTo>
                  <a:lnTo>
                    <a:pt x="1419896" y="73312"/>
                  </a:lnTo>
                  <a:lnTo>
                    <a:pt x="874504" y="0"/>
                  </a:lnTo>
                  <a:lnTo>
                    <a:pt x="311638" y="167704"/>
                  </a:lnTo>
                  <a:lnTo>
                    <a:pt x="0" y="278557"/>
                  </a:lnTo>
                  <a:lnTo>
                    <a:pt x="58644" y="851801"/>
                  </a:lnTo>
                  <a:lnTo>
                    <a:pt x="23477" y="1333828"/>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sp>
          <p:nvSpPr>
            <p:cNvPr id="53" name="任意多边形 196">
              <a:extLst>
                <a:ext uri="{FF2B5EF4-FFF2-40B4-BE49-F238E27FC236}">
                  <a16:creationId xmlns:a16="http://schemas.microsoft.com/office/drawing/2014/main" id="{9FB29F61-1DB8-4C99-9339-338418FDA047}"/>
                </a:ext>
              </a:extLst>
            </p:cNvPr>
            <p:cNvSpPr>
              <a:spLocks/>
            </p:cNvSpPr>
            <p:nvPr/>
          </p:nvSpPr>
          <p:spPr bwMode="auto">
            <a:xfrm>
              <a:off x="1530350" y="2047875"/>
              <a:ext cx="93662" cy="169863"/>
            </a:xfrm>
            <a:custGeom>
              <a:avLst/>
              <a:gdLst>
                <a:gd name="T0" fmla="*/ 71653 w 1984571"/>
                <a:gd name="T1" fmla="*/ 49850 h 3573848"/>
                <a:gd name="T2" fmla="*/ 80430 w 1984571"/>
                <a:gd name="T3" fmla="*/ 69284 h 3573848"/>
                <a:gd name="T4" fmla="*/ 86233 w 1984571"/>
                <a:gd name="T5" fmla="*/ 97610 h 3573848"/>
                <a:gd name="T6" fmla="*/ 93506 w 1984571"/>
                <a:gd name="T7" fmla="*/ 136058 h 3573848"/>
                <a:gd name="T8" fmla="*/ 54623 w 1984571"/>
                <a:gd name="T9" fmla="*/ 159274 h 3573848"/>
                <a:gd name="T10" fmla="*/ 455 w 1984571"/>
                <a:gd name="T11" fmla="*/ 168824 h 3573848"/>
                <a:gd name="T12" fmla="*/ 0 w 1984571"/>
                <a:gd name="T13" fmla="*/ 148227 h 3573848"/>
                <a:gd name="T14" fmla="*/ 8203 w 1984571"/>
                <a:gd name="T15" fmla="*/ 111209 h 3573848"/>
                <a:gd name="T16" fmla="*/ 26232 w 1984571"/>
                <a:gd name="T17" fmla="*/ 50817 h 3573848"/>
                <a:gd name="T18" fmla="*/ 46615 w 1984571"/>
                <a:gd name="T19" fmla="*/ 8736 h 3573848"/>
                <a:gd name="T20" fmla="*/ 57438 w 1984571"/>
                <a:gd name="T21" fmla="*/ 4588 h 3573848"/>
                <a:gd name="T22" fmla="*/ 70547 w 1984571"/>
                <a:gd name="T23" fmla="*/ 0 h 3573848"/>
                <a:gd name="T24" fmla="*/ 73310 w 1984571"/>
                <a:gd name="T25" fmla="*/ 27079 h 3573848"/>
                <a:gd name="T26" fmla="*/ 71653 w 1984571"/>
                <a:gd name="T27" fmla="*/ 49850 h 35738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84571" h="3573848">
                  <a:moveTo>
                    <a:pt x="1520772" y="1055271"/>
                  </a:moveTo>
                  <a:lnTo>
                    <a:pt x="1707042" y="1466680"/>
                  </a:lnTo>
                  <a:lnTo>
                    <a:pt x="1830205" y="2066306"/>
                  </a:lnTo>
                  <a:lnTo>
                    <a:pt x="1984571" y="2880216"/>
                  </a:lnTo>
                  <a:lnTo>
                    <a:pt x="1159317" y="3371674"/>
                  </a:lnTo>
                  <a:lnTo>
                    <a:pt x="9658" y="3573848"/>
                  </a:lnTo>
                  <a:lnTo>
                    <a:pt x="0" y="3137827"/>
                  </a:lnTo>
                  <a:lnTo>
                    <a:pt x="174099" y="2354194"/>
                  </a:lnTo>
                  <a:lnTo>
                    <a:pt x="556748" y="1075758"/>
                  </a:lnTo>
                  <a:lnTo>
                    <a:pt x="989355" y="184935"/>
                  </a:lnTo>
                  <a:lnTo>
                    <a:pt x="1219069" y="97123"/>
                  </a:lnTo>
                  <a:lnTo>
                    <a:pt x="1497295" y="0"/>
                  </a:lnTo>
                  <a:lnTo>
                    <a:pt x="1555939" y="573244"/>
                  </a:lnTo>
                  <a:lnTo>
                    <a:pt x="1520772" y="1055271"/>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sz="1200" kern="0">
                <a:solidFill>
                  <a:sysClr val="windowText" lastClr="000000"/>
                </a:solidFill>
              </a:endParaRPr>
            </a:p>
          </p:txBody>
        </p:sp>
      </p:grpSp>
      <p:sp>
        <p:nvSpPr>
          <p:cNvPr id="54" name="Google Shape;2261;p25">
            <a:extLst>
              <a:ext uri="{FF2B5EF4-FFF2-40B4-BE49-F238E27FC236}">
                <a16:creationId xmlns:a16="http://schemas.microsoft.com/office/drawing/2014/main" id="{16427DC3-518F-4D3F-93E6-732C2AD324FB}"/>
              </a:ext>
            </a:extLst>
          </p:cNvPr>
          <p:cNvSpPr/>
          <p:nvPr/>
        </p:nvSpPr>
        <p:spPr>
          <a:xfrm>
            <a:off x="3808343" y="3778948"/>
            <a:ext cx="929786" cy="2259207"/>
          </a:xfrm>
          <a:custGeom>
            <a:avLst/>
            <a:gdLst/>
            <a:ahLst/>
            <a:cxnLst/>
            <a:rect l="l" t="t" r="r" b="b"/>
            <a:pathLst>
              <a:path w="23943" h="58177" extrusionOk="0">
                <a:moveTo>
                  <a:pt x="23056" y="1"/>
                </a:moveTo>
                <a:cubicBezTo>
                  <a:pt x="22549" y="1"/>
                  <a:pt x="22137" y="381"/>
                  <a:pt x="22137" y="888"/>
                </a:cubicBezTo>
                <a:cubicBezTo>
                  <a:pt x="22137" y="1014"/>
                  <a:pt x="22169" y="1109"/>
                  <a:pt x="22201" y="1204"/>
                </a:cubicBezTo>
                <a:lnTo>
                  <a:pt x="792" y="15012"/>
                </a:lnTo>
                <a:cubicBezTo>
                  <a:pt x="761" y="15044"/>
                  <a:pt x="697" y="15107"/>
                  <a:pt x="697" y="15170"/>
                </a:cubicBezTo>
                <a:lnTo>
                  <a:pt x="697" y="56403"/>
                </a:lnTo>
                <a:cubicBezTo>
                  <a:pt x="317" y="56467"/>
                  <a:pt x="1" y="56847"/>
                  <a:pt x="1" y="57258"/>
                </a:cubicBezTo>
                <a:cubicBezTo>
                  <a:pt x="1" y="57765"/>
                  <a:pt x="412" y="58177"/>
                  <a:pt x="887" y="58177"/>
                </a:cubicBezTo>
                <a:cubicBezTo>
                  <a:pt x="1394" y="58177"/>
                  <a:pt x="1806" y="57765"/>
                  <a:pt x="1806" y="57258"/>
                </a:cubicBezTo>
                <a:cubicBezTo>
                  <a:pt x="1806" y="56847"/>
                  <a:pt x="1489" y="56467"/>
                  <a:pt x="1077" y="56403"/>
                </a:cubicBezTo>
                <a:lnTo>
                  <a:pt x="1077" y="15265"/>
                </a:lnTo>
                <a:lnTo>
                  <a:pt x="22391" y="1521"/>
                </a:lnTo>
                <a:cubicBezTo>
                  <a:pt x="22581" y="1679"/>
                  <a:pt x="22802" y="1774"/>
                  <a:pt x="23024" y="1774"/>
                </a:cubicBezTo>
                <a:cubicBezTo>
                  <a:pt x="23531" y="1774"/>
                  <a:pt x="23943" y="1394"/>
                  <a:pt x="23943" y="888"/>
                </a:cubicBezTo>
                <a:cubicBezTo>
                  <a:pt x="23943" y="381"/>
                  <a:pt x="23531" y="1"/>
                  <a:pt x="23056" y="1"/>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55" name="Google Shape;2239;p25">
            <a:extLst>
              <a:ext uri="{FF2B5EF4-FFF2-40B4-BE49-F238E27FC236}">
                <a16:creationId xmlns:a16="http://schemas.microsoft.com/office/drawing/2014/main" id="{BE8A1ECD-A4B4-4F17-9926-3F99B5AB5080}"/>
              </a:ext>
            </a:extLst>
          </p:cNvPr>
          <p:cNvSpPr/>
          <p:nvPr/>
        </p:nvSpPr>
        <p:spPr>
          <a:xfrm>
            <a:off x="7405399" y="2569186"/>
            <a:ext cx="1259589" cy="2255517"/>
          </a:xfrm>
          <a:custGeom>
            <a:avLst/>
            <a:gdLst/>
            <a:ahLst/>
            <a:cxnLst/>
            <a:rect l="l" t="t" r="r" b="b"/>
            <a:pathLst>
              <a:path w="23942" h="58082" extrusionOk="0">
                <a:moveTo>
                  <a:pt x="887" y="1"/>
                </a:moveTo>
                <a:cubicBezTo>
                  <a:pt x="380" y="1"/>
                  <a:pt x="0" y="381"/>
                  <a:pt x="0" y="888"/>
                </a:cubicBezTo>
                <a:cubicBezTo>
                  <a:pt x="0" y="1394"/>
                  <a:pt x="380" y="1774"/>
                  <a:pt x="887" y="1774"/>
                </a:cubicBezTo>
                <a:cubicBezTo>
                  <a:pt x="1140" y="1774"/>
                  <a:pt x="1362" y="1679"/>
                  <a:pt x="1520" y="1489"/>
                </a:cubicBezTo>
                <a:lnTo>
                  <a:pt x="22865" y="15265"/>
                </a:lnTo>
                <a:lnTo>
                  <a:pt x="22865" y="56308"/>
                </a:lnTo>
                <a:cubicBezTo>
                  <a:pt x="22485" y="56403"/>
                  <a:pt x="22168" y="56752"/>
                  <a:pt x="22168" y="57195"/>
                </a:cubicBezTo>
                <a:cubicBezTo>
                  <a:pt x="22168" y="57702"/>
                  <a:pt x="22580" y="58082"/>
                  <a:pt x="23055" y="58082"/>
                </a:cubicBezTo>
                <a:cubicBezTo>
                  <a:pt x="23562" y="58082"/>
                  <a:pt x="23942" y="57702"/>
                  <a:pt x="23942" y="57195"/>
                </a:cubicBezTo>
                <a:cubicBezTo>
                  <a:pt x="23942" y="56752"/>
                  <a:pt x="23657" y="56403"/>
                  <a:pt x="23245" y="56308"/>
                </a:cubicBezTo>
                <a:lnTo>
                  <a:pt x="23245" y="15170"/>
                </a:lnTo>
                <a:cubicBezTo>
                  <a:pt x="23245" y="15107"/>
                  <a:pt x="23214" y="15044"/>
                  <a:pt x="23150" y="15012"/>
                </a:cubicBezTo>
                <a:lnTo>
                  <a:pt x="1710" y="1173"/>
                </a:lnTo>
                <a:cubicBezTo>
                  <a:pt x="1742" y="1078"/>
                  <a:pt x="1774" y="983"/>
                  <a:pt x="1774" y="888"/>
                </a:cubicBezTo>
                <a:cubicBezTo>
                  <a:pt x="1774" y="381"/>
                  <a:pt x="1394" y="1"/>
                  <a:pt x="887" y="1"/>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57" name="Google Shape;2220;p25">
            <a:extLst>
              <a:ext uri="{FF2B5EF4-FFF2-40B4-BE49-F238E27FC236}">
                <a16:creationId xmlns:a16="http://schemas.microsoft.com/office/drawing/2014/main" id="{07D03561-B56A-40A1-A3E6-EA3B19DE83FE}"/>
              </a:ext>
            </a:extLst>
          </p:cNvPr>
          <p:cNvSpPr txBox="1"/>
          <p:nvPr/>
        </p:nvSpPr>
        <p:spPr>
          <a:xfrm>
            <a:off x="2107065" y="1018894"/>
            <a:ext cx="2353600" cy="347600"/>
          </a:xfrm>
          <a:prstGeom prst="rect">
            <a:avLst/>
          </a:prstGeom>
          <a:noFill/>
          <a:ln>
            <a:noFill/>
          </a:ln>
        </p:spPr>
        <p:txBody>
          <a:bodyPr spcFirstLastPara="1" wrap="square" lIns="121900" tIns="121900" rIns="121900" bIns="121900" anchor="ctr" anchorCtr="0">
            <a:noAutofit/>
          </a:bodyPr>
          <a:lstStyle/>
          <a:p>
            <a:pPr algn="ctr"/>
            <a:r>
              <a:rPr lang="ar-LY" sz="1600" b="1">
                <a:solidFill>
                  <a:srgbClr val="990099"/>
                </a:solidFill>
                <a:latin typeface="Tajawal ExtraBold" panose="00000800000000000000" pitchFamily="2" charset="-78"/>
                <a:ea typeface="Fira Sans Medium"/>
                <a:cs typeface="Tajawal ExtraBold" panose="00000800000000000000" pitchFamily="2" charset="-78"/>
                <a:sym typeface="Fira Sans Medium"/>
              </a:rPr>
              <a:t>المنطقة الغربية</a:t>
            </a:r>
          </a:p>
        </p:txBody>
      </p:sp>
      <p:sp>
        <p:nvSpPr>
          <p:cNvPr id="59" name="Google Shape;2220;p25">
            <a:extLst>
              <a:ext uri="{FF2B5EF4-FFF2-40B4-BE49-F238E27FC236}">
                <a16:creationId xmlns:a16="http://schemas.microsoft.com/office/drawing/2014/main" id="{8DF5FA48-1010-43A2-B757-FE88A2F86A2D}"/>
              </a:ext>
            </a:extLst>
          </p:cNvPr>
          <p:cNvSpPr txBox="1"/>
          <p:nvPr/>
        </p:nvSpPr>
        <p:spPr>
          <a:xfrm>
            <a:off x="1689976" y="5622873"/>
            <a:ext cx="2353600" cy="347600"/>
          </a:xfrm>
          <a:prstGeom prst="rect">
            <a:avLst/>
          </a:prstGeom>
          <a:noFill/>
          <a:ln>
            <a:noFill/>
          </a:ln>
        </p:spPr>
        <p:txBody>
          <a:bodyPr spcFirstLastPara="1" wrap="square" lIns="121900" tIns="121900" rIns="121900" bIns="121900" anchor="ctr" anchorCtr="0">
            <a:noAutofit/>
          </a:bodyPr>
          <a:lstStyle/>
          <a:p>
            <a:pPr algn="ctr"/>
            <a:r>
              <a:rPr lang="ar-LY" sz="1600" b="1">
                <a:solidFill>
                  <a:srgbClr val="990099"/>
                </a:solidFill>
                <a:latin typeface="Tajawal ExtraBold" panose="00000800000000000000" pitchFamily="2" charset="-78"/>
                <a:ea typeface="Fira Sans Medium"/>
                <a:cs typeface="Tajawal ExtraBold" panose="00000800000000000000" pitchFamily="2" charset="-78"/>
                <a:sym typeface="Fira Sans Medium"/>
              </a:rPr>
              <a:t>المنطقة الجنوبية</a:t>
            </a:r>
          </a:p>
        </p:txBody>
      </p:sp>
      <p:sp>
        <p:nvSpPr>
          <p:cNvPr id="60" name="Google Shape;2221;p25">
            <a:extLst>
              <a:ext uri="{FF2B5EF4-FFF2-40B4-BE49-F238E27FC236}">
                <a16:creationId xmlns:a16="http://schemas.microsoft.com/office/drawing/2014/main" id="{E6DDE84B-D4C0-447E-BA27-7C94C626891C}"/>
              </a:ext>
            </a:extLst>
          </p:cNvPr>
          <p:cNvSpPr txBox="1"/>
          <p:nvPr/>
        </p:nvSpPr>
        <p:spPr>
          <a:xfrm>
            <a:off x="1689976" y="6038155"/>
            <a:ext cx="2353600" cy="473600"/>
          </a:xfrm>
          <a:prstGeom prst="rect">
            <a:avLst/>
          </a:prstGeom>
          <a:noFill/>
          <a:ln>
            <a:noFill/>
          </a:ln>
        </p:spPr>
        <p:txBody>
          <a:bodyPr spcFirstLastPara="1" wrap="square" lIns="121900" tIns="121900" rIns="121900" bIns="121900" anchor="ctr" anchorCtr="0">
            <a:noAutofit/>
          </a:bodyPr>
          <a:lstStyle/>
          <a:p>
            <a:pPr algn="ctr"/>
            <a:r>
              <a:rPr lang="ar-LY" sz="1600" dirty="0">
                <a:latin typeface="Fira Sans"/>
                <a:ea typeface="Fira Sans"/>
                <a:sym typeface="Fira Sans"/>
              </a:rPr>
              <a:t>الايراد الكلي</a:t>
            </a:r>
          </a:p>
          <a:p>
            <a:pPr algn="ctr"/>
            <a:r>
              <a:rPr lang="ar-LY" sz="1600" b="1" dirty="0">
                <a:solidFill>
                  <a:srgbClr val="990099"/>
                </a:solidFill>
                <a:latin typeface="Tajawal" panose="00000500000000000000" pitchFamily="2" charset="-78"/>
                <a:cs typeface="Tajawal" panose="00000500000000000000" pitchFamily="2" charset="-78"/>
              </a:rPr>
              <a:t>16,044,234</a:t>
            </a:r>
            <a:r>
              <a:rPr lang="ar-LY" sz="1600" dirty="0">
                <a:latin typeface="Fira Sans"/>
                <a:ea typeface="Fira Sans"/>
                <a:sym typeface="Fira Sans"/>
              </a:rPr>
              <a:t> د.ل. </a:t>
            </a:r>
          </a:p>
        </p:txBody>
      </p:sp>
      <p:sp>
        <p:nvSpPr>
          <p:cNvPr id="61" name="Google Shape;2220;p25">
            <a:extLst>
              <a:ext uri="{FF2B5EF4-FFF2-40B4-BE49-F238E27FC236}">
                <a16:creationId xmlns:a16="http://schemas.microsoft.com/office/drawing/2014/main" id="{00A28585-1866-4477-8817-75B6EB01D931}"/>
              </a:ext>
            </a:extLst>
          </p:cNvPr>
          <p:cNvSpPr txBox="1"/>
          <p:nvPr/>
        </p:nvSpPr>
        <p:spPr>
          <a:xfrm>
            <a:off x="8442985" y="4395416"/>
            <a:ext cx="2353600" cy="347600"/>
          </a:xfrm>
          <a:prstGeom prst="rect">
            <a:avLst/>
          </a:prstGeom>
          <a:noFill/>
          <a:ln>
            <a:noFill/>
          </a:ln>
        </p:spPr>
        <p:txBody>
          <a:bodyPr spcFirstLastPara="1" wrap="square" lIns="121900" tIns="121900" rIns="121900" bIns="121900" anchor="ctr" anchorCtr="0">
            <a:noAutofit/>
          </a:bodyPr>
          <a:lstStyle/>
          <a:p>
            <a:pPr algn="ctr"/>
            <a:r>
              <a:rPr lang="ar-LY" sz="1600" b="1">
                <a:solidFill>
                  <a:srgbClr val="990099"/>
                </a:solidFill>
                <a:latin typeface="Tajawal ExtraBold" panose="00000800000000000000" pitchFamily="2" charset="-78"/>
                <a:ea typeface="Fira Sans Medium"/>
                <a:cs typeface="Tajawal ExtraBold" panose="00000800000000000000" pitchFamily="2" charset="-78"/>
                <a:sym typeface="Fira Sans Medium"/>
              </a:rPr>
              <a:t>المنطقة الشرقية</a:t>
            </a:r>
          </a:p>
        </p:txBody>
      </p:sp>
      <p:sp>
        <p:nvSpPr>
          <p:cNvPr id="62" name="Google Shape;2221;p25">
            <a:extLst>
              <a:ext uri="{FF2B5EF4-FFF2-40B4-BE49-F238E27FC236}">
                <a16:creationId xmlns:a16="http://schemas.microsoft.com/office/drawing/2014/main" id="{EE939941-364F-4730-9FB0-76D5D2A47149}"/>
              </a:ext>
            </a:extLst>
          </p:cNvPr>
          <p:cNvSpPr txBox="1"/>
          <p:nvPr/>
        </p:nvSpPr>
        <p:spPr>
          <a:xfrm>
            <a:off x="8442985" y="4810698"/>
            <a:ext cx="2353600" cy="473600"/>
          </a:xfrm>
          <a:prstGeom prst="rect">
            <a:avLst/>
          </a:prstGeom>
          <a:noFill/>
          <a:ln>
            <a:noFill/>
          </a:ln>
        </p:spPr>
        <p:txBody>
          <a:bodyPr spcFirstLastPara="1" wrap="square" lIns="121900" tIns="121900" rIns="121900" bIns="121900" anchor="ctr" anchorCtr="0">
            <a:noAutofit/>
          </a:bodyPr>
          <a:lstStyle/>
          <a:p>
            <a:pPr algn="ctr"/>
            <a:r>
              <a:rPr lang="ar-LY" sz="1600" dirty="0">
                <a:latin typeface="Fira Sans"/>
                <a:ea typeface="Fira Sans"/>
                <a:sym typeface="Fira Sans"/>
              </a:rPr>
              <a:t>الايراد الكلي</a:t>
            </a:r>
          </a:p>
          <a:p>
            <a:pPr algn="ctr"/>
            <a:r>
              <a:rPr lang="ar-LY" sz="1600" b="1" dirty="0">
                <a:solidFill>
                  <a:srgbClr val="990099"/>
                </a:solidFill>
                <a:latin typeface="Tajawal" panose="00000500000000000000" pitchFamily="2" charset="-78"/>
                <a:cs typeface="Tajawal" panose="00000500000000000000" pitchFamily="2" charset="-78"/>
              </a:rPr>
              <a:t>52,086,178</a:t>
            </a:r>
            <a:r>
              <a:rPr lang="ar-LY" sz="1600" dirty="0">
                <a:latin typeface="Fira Sans"/>
                <a:ea typeface="Fira Sans"/>
                <a:sym typeface="Fira Sans"/>
              </a:rPr>
              <a:t> د.ل. </a:t>
            </a:r>
          </a:p>
        </p:txBody>
      </p:sp>
      <p:sp>
        <p:nvSpPr>
          <p:cNvPr id="65" name="Google Shape;2221;p25">
            <a:extLst>
              <a:ext uri="{FF2B5EF4-FFF2-40B4-BE49-F238E27FC236}">
                <a16:creationId xmlns:a16="http://schemas.microsoft.com/office/drawing/2014/main" id="{698877E0-6395-4560-8D3B-30D0BCF3B69C}"/>
              </a:ext>
            </a:extLst>
          </p:cNvPr>
          <p:cNvSpPr txBox="1"/>
          <p:nvPr/>
        </p:nvSpPr>
        <p:spPr>
          <a:xfrm>
            <a:off x="2061243" y="1382383"/>
            <a:ext cx="2353600" cy="473600"/>
          </a:xfrm>
          <a:prstGeom prst="rect">
            <a:avLst/>
          </a:prstGeom>
          <a:noFill/>
          <a:ln>
            <a:noFill/>
          </a:ln>
        </p:spPr>
        <p:txBody>
          <a:bodyPr spcFirstLastPara="1" wrap="square" lIns="121900" tIns="121900" rIns="121900" bIns="121900" anchor="ctr" anchorCtr="0">
            <a:noAutofit/>
          </a:bodyPr>
          <a:lstStyle/>
          <a:p>
            <a:pPr algn="ctr"/>
            <a:r>
              <a:rPr lang="ar-LY" sz="1600" dirty="0">
                <a:latin typeface="Fira Sans"/>
                <a:ea typeface="Fira Sans"/>
                <a:sym typeface="Fira Sans"/>
              </a:rPr>
              <a:t>الايراد الكلي</a:t>
            </a:r>
          </a:p>
          <a:p>
            <a:pPr algn="ctr"/>
            <a:r>
              <a:rPr lang="ar-LY" sz="1600" b="1" dirty="0">
                <a:solidFill>
                  <a:srgbClr val="990099"/>
                </a:solidFill>
                <a:latin typeface="Tajawal" panose="00000500000000000000" pitchFamily="2" charset="-78"/>
                <a:cs typeface="Tajawal" panose="00000500000000000000" pitchFamily="2" charset="-78"/>
              </a:rPr>
              <a:t>80,587,731</a:t>
            </a:r>
            <a:r>
              <a:rPr lang="ar-LY" sz="1600" dirty="0">
                <a:latin typeface="Fira Sans"/>
                <a:ea typeface="Fira Sans"/>
                <a:sym typeface="Fira Sans"/>
              </a:rPr>
              <a:t> د.ل. </a:t>
            </a:r>
          </a:p>
        </p:txBody>
      </p:sp>
      <p:sp>
        <p:nvSpPr>
          <p:cNvPr id="67" name="Google Shape;2242;p25">
            <a:extLst>
              <a:ext uri="{FF2B5EF4-FFF2-40B4-BE49-F238E27FC236}">
                <a16:creationId xmlns:a16="http://schemas.microsoft.com/office/drawing/2014/main" id="{7C58D4C0-4FC4-4D48-89BC-AB3993A18B00}"/>
              </a:ext>
            </a:extLst>
          </p:cNvPr>
          <p:cNvSpPr/>
          <p:nvPr/>
        </p:nvSpPr>
        <p:spPr>
          <a:xfrm>
            <a:off x="4077135" y="1562036"/>
            <a:ext cx="360373" cy="459981"/>
          </a:xfrm>
          <a:custGeom>
            <a:avLst/>
            <a:gdLst/>
            <a:ahLst/>
            <a:cxnLst/>
            <a:rect l="l" t="t" r="r" b="b"/>
            <a:pathLst>
              <a:path w="9280" h="11845" extrusionOk="0">
                <a:moveTo>
                  <a:pt x="919" y="0"/>
                </a:moveTo>
                <a:cubicBezTo>
                  <a:pt x="413" y="0"/>
                  <a:pt x="1" y="380"/>
                  <a:pt x="1" y="887"/>
                </a:cubicBezTo>
                <a:cubicBezTo>
                  <a:pt x="1" y="1394"/>
                  <a:pt x="413" y="1774"/>
                  <a:pt x="919" y="1774"/>
                </a:cubicBezTo>
                <a:cubicBezTo>
                  <a:pt x="1141" y="1774"/>
                  <a:pt x="1331" y="1711"/>
                  <a:pt x="1489" y="1552"/>
                </a:cubicBezTo>
                <a:lnTo>
                  <a:pt x="8172" y="6651"/>
                </a:lnTo>
                <a:lnTo>
                  <a:pt x="8203" y="10103"/>
                </a:lnTo>
                <a:cubicBezTo>
                  <a:pt x="7792" y="10166"/>
                  <a:pt x="7507" y="10546"/>
                  <a:pt x="7507" y="10958"/>
                </a:cubicBezTo>
                <a:cubicBezTo>
                  <a:pt x="7507" y="11465"/>
                  <a:pt x="7887" y="11845"/>
                  <a:pt x="8393" y="11845"/>
                </a:cubicBezTo>
                <a:cubicBezTo>
                  <a:pt x="8900" y="11845"/>
                  <a:pt x="9280" y="11465"/>
                  <a:pt x="9280" y="10958"/>
                </a:cubicBezTo>
                <a:cubicBezTo>
                  <a:pt x="9280" y="10514"/>
                  <a:pt x="8963" y="10166"/>
                  <a:pt x="8583" y="10071"/>
                </a:cubicBezTo>
                <a:lnTo>
                  <a:pt x="8552" y="6556"/>
                </a:lnTo>
                <a:cubicBezTo>
                  <a:pt x="8552" y="6493"/>
                  <a:pt x="8520" y="6429"/>
                  <a:pt x="8457" y="6397"/>
                </a:cubicBezTo>
                <a:lnTo>
                  <a:pt x="1711" y="1267"/>
                </a:lnTo>
                <a:cubicBezTo>
                  <a:pt x="1774" y="1140"/>
                  <a:pt x="1806" y="1014"/>
                  <a:pt x="1806" y="887"/>
                </a:cubicBezTo>
                <a:cubicBezTo>
                  <a:pt x="1806" y="380"/>
                  <a:pt x="1394" y="0"/>
                  <a:pt x="919" y="0"/>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39" name="Google Shape;2219;p25">
            <a:extLst>
              <a:ext uri="{FF2B5EF4-FFF2-40B4-BE49-F238E27FC236}">
                <a16:creationId xmlns:a16="http://schemas.microsoft.com/office/drawing/2014/main" id="{06DC0689-C36E-4F28-A2E8-3BB6E23895F0}"/>
              </a:ext>
            </a:extLst>
          </p:cNvPr>
          <p:cNvSpPr txBox="1"/>
          <p:nvPr/>
        </p:nvSpPr>
        <p:spPr>
          <a:xfrm>
            <a:off x="3454800" y="36744"/>
            <a:ext cx="5282400" cy="750732"/>
          </a:xfrm>
          <a:prstGeom prst="rect">
            <a:avLst/>
          </a:prstGeom>
          <a:noFill/>
          <a:ln>
            <a:noFill/>
          </a:ln>
        </p:spPr>
        <p:txBody>
          <a:bodyPr spcFirstLastPara="1" wrap="square" lIns="121900" tIns="121900" rIns="121900" bIns="121900" anchor="ctr" anchorCtr="0">
            <a:noAutofit/>
          </a:bodyPr>
          <a:lstStyle/>
          <a:p>
            <a:pPr algn="ctr"/>
            <a:r>
              <a:rPr lang="ar-LY" sz="4400" dirty="0">
                <a:solidFill>
                  <a:srgbClr val="990099"/>
                </a:solidFill>
                <a:latin typeface="Tajawal ExtraBold" panose="00000800000000000000" pitchFamily="2" charset="-78"/>
                <a:ea typeface="Fira Sans Medium"/>
                <a:cs typeface="Tajawal ExtraBold" panose="00000800000000000000" pitchFamily="2" charset="-78"/>
                <a:sym typeface="Fira Sans Medium"/>
              </a:rPr>
              <a:t>شهر اكتوبر</a:t>
            </a:r>
            <a:endParaRPr sz="4400" dirty="0">
              <a:solidFill>
                <a:srgbClr val="990099"/>
              </a:solidFill>
              <a:latin typeface="Tajawal ExtraBold" panose="00000800000000000000" pitchFamily="2" charset="-78"/>
              <a:ea typeface="Fira Sans Medium"/>
              <a:cs typeface="Tajawal ExtraBold" panose="00000800000000000000" pitchFamily="2" charset="-78"/>
              <a:sym typeface="Fira Sans Medium"/>
            </a:endParaRPr>
          </a:p>
        </p:txBody>
      </p:sp>
    </p:spTree>
    <p:extLst>
      <p:ext uri="{BB962C8B-B14F-4D97-AF65-F5344CB8AC3E}">
        <p14:creationId xmlns:p14="http://schemas.microsoft.com/office/powerpoint/2010/main" val="40471935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3" progId="TCLayout.ActiveDocument.1">
                  <p:embed/>
                </p:oleObj>
              </mc:Choice>
              <mc:Fallback>
                <p:oleObj name="think-cell Slide" r:id="rId4" imgW="421" imgH="423"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Rounded Corners 2">
            <a:extLst>
              <a:ext uri="{FF2B5EF4-FFF2-40B4-BE49-F238E27FC236}">
                <a16:creationId xmlns:a16="http://schemas.microsoft.com/office/drawing/2014/main" id="{A339A84E-0487-7D81-A3B7-B5F60088CE79}"/>
              </a:ext>
            </a:extLst>
          </p:cNvPr>
          <p:cNvSpPr/>
          <p:nvPr/>
        </p:nvSpPr>
        <p:spPr>
          <a:xfrm>
            <a:off x="6788712" y="1826261"/>
            <a:ext cx="3630570" cy="920656"/>
          </a:xfrm>
          <a:prstGeom prst="roundRect">
            <a:avLst>
              <a:gd name="adj" fmla="val 8472"/>
            </a:avLst>
          </a:prstGeom>
          <a:gradFill>
            <a:gsLst>
              <a:gs pos="0">
                <a:schemeClr val="accent2"/>
              </a:gs>
              <a:gs pos="100000">
                <a:schemeClr val="accent1"/>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 name="Group 4">
            <a:extLst>
              <a:ext uri="{FF2B5EF4-FFF2-40B4-BE49-F238E27FC236}">
                <a16:creationId xmlns:a16="http://schemas.microsoft.com/office/drawing/2014/main" id="{B21AFC33-75D0-4A72-3E4F-46E35CF52ECC}"/>
              </a:ext>
            </a:extLst>
          </p:cNvPr>
          <p:cNvGrpSpPr/>
          <p:nvPr/>
        </p:nvGrpSpPr>
        <p:grpSpPr>
          <a:xfrm>
            <a:off x="1516244" y="1358467"/>
            <a:ext cx="3712479" cy="920656"/>
            <a:chOff x="436983" y="1156622"/>
            <a:chExt cx="3712479" cy="920656"/>
          </a:xfrm>
        </p:grpSpPr>
        <p:sp>
          <p:nvSpPr>
            <p:cNvPr id="6" name="Rectangle: Rounded Corners 5">
              <a:extLst>
                <a:ext uri="{FF2B5EF4-FFF2-40B4-BE49-F238E27FC236}">
                  <a16:creationId xmlns:a16="http://schemas.microsoft.com/office/drawing/2014/main" id="{A21018E1-D2F5-8641-38B3-6D52C8719154}"/>
                </a:ext>
              </a:extLst>
            </p:cNvPr>
            <p:cNvSpPr/>
            <p:nvPr/>
          </p:nvSpPr>
          <p:spPr>
            <a:xfrm>
              <a:off x="518892" y="1156622"/>
              <a:ext cx="3630570" cy="920656"/>
            </a:xfrm>
            <a:prstGeom prst="roundRect">
              <a:avLst>
                <a:gd name="adj" fmla="val 8472"/>
              </a:avLst>
            </a:prstGeom>
            <a:gradFill>
              <a:gsLst>
                <a:gs pos="0">
                  <a:srgbClr val="990099"/>
                </a:gs>
                <a:gs pos="100000">
                  <a:schemeClr val="accent2"/>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7" name="Group 6">
              <a:extLst>
                <a:ext uri="{FF2B5EF4-FFF2-40B4-BE49-F238E27FC236}">
                  <a16:creationId xmlns:a16="http://schemas.microsoft.com/office/drawing/2014/main" id="{B7513470-34F3-4D22-FC3E-1AAE187D02EE}"/>
                </a:ext>
              </a:extLst>
            </p:cNvPr>
            <p:cNvGrpSpPr/>
            <p:nvPr/>
          </p:nvGrpSpPr>
          <p:grpSpPr>
            <a:xfrm>
              <a:off x="436983" y="1202211"/>
              <a:ext cx="3630570" cy="681251"/>
              <a:chOff x="436983" y="1167504"/>
              <a:chExt cx="3630570" cy="681251"/>
            </a:xfrm>
          </p:grpSpPr>
          <p:sp>
            <p:nvSpPr>
              <p:cNvPr id="10" name="TextBox 9">
                <a:extLst>
                  <a:ext uri="{FF2B5EF4-FFF2-40B4-BE49-F238E27FC236}">
                    <a16:creationId xmlns:a16="http://schemas.microsoft.com/office/drawing/2014/main" id="{2240F307-9C7D-B9B0-53DD-D9D69AFDBF24}"/>
                  </a:ext>
                </a:extLst>
              </p:cNvPr>
              <p:cNvSpPr txBox="1"/>
              <p:nvPr/>
            </p:nvSpPr>
            <p:spPr>
              <a:xfrm>
                <a:off x="436983" y="1167504"/>
                <a:ext cx="3630570" cy="276999"/>
              </a:xfrm>
              <a:prstGeom prst="rect">
                <a:avLst/>
              </a:prstGeom>
              <a:noFill/>
            </p:spPr>
            <p:txBody>
              <a:bodyPr wrap="square" rtlCol="0">
                <a:spAutoFit/>
              </a:bodyPr>
              <a:lstStyle/>
              <a:p>
                <a:pPr algn="r"/>
                <a:r>
                  <a:rPr lang="ar-LY" sz="1200" dirty="0">
                    <a:solidFill>
                      <a:schemeClr val="bg1"/>
                    </a:solidFill>
                    <a:latin typeface="Montserrat" panose="020B0604020202020204" charset="0"/>
                  </a:rPr>
                  <a:t>الإيرادات الكلية للاستخدام المحققة حتى شهر اكتوبر من سنة 2023</a:t>
                </a:r>
                <a:endParaRPr lang="en-US" sz="1200" dirty="0">
                  <a:solidFill>
                    <a:schemeClr val="bg1"/>
                  </a:solidFill>
                  <a:latin typeface="Montserrat" panose="020B0604020202020204" charset="0"/>
                </a:endParaRPr>
              </a:p>
            </p:txBody>
          </p:sp>
          <p:sp>
            <p:nvSpPr>
              <p:cNvPr id="15" name="TextBox 14">
                <a:extLst>
                  <a:ext uri="{FF2B5EF4-FFF2-40B4-BE49-F238E27FC236}">
                    <a16:creationId xmlns:a16="http://schemas.microsoft.com/office/drawing/2014/main" id="{3BBC48F8-8C71-003E-99F7-369CEF9C0C55}"/>
                  </a:ext>
                </a:extLst>
              </p:cNvPr>
              <p:cNvSpPr txBox="1"/>
              <p:nvPr/>
            </p:nvSpPr>
            <p:spPr>
              <a:xfrm>
                <a:off x="1501588" y="1571756"/>
                <a:ext cx="1501396" cy="276999"/>
              </a:xfrm>
              <a:prstGeom prst="rect">
                <a:avLst/>
              </a:prstGeom>
              <a:noFill/>
            </p:spPr>
            <p:txBody>
              <a:bodyPr wrap="square" rtlCol="0">
                <a:spAutoFit/>
              </a:bodyPr>
              <a:lstStyle/>
              <a:p>
                <a:r>
                  <a:rPr lang="ar-LY" sz="1200" b="1" dirty="0">
                    <a:solidFill>
                      <a:schemeClr val="bg1"/>
                    </a:solidFill>
                    <a:latin typeface="Montserrat" panose="020B0604020202020204" charset="0"/>
                  </a:rPr>
                  <a:t>د.ل</a:t>
                </a:r>
                <a:r>
                  <a:rPr lang="en-US" sz="1200" b="1" dirty="0">
                    <a:solidFill>
                      <a:schemeClr val="bg1"/>
                    </a:solidFill>
                    <a:latin typeface="Montserrat" panose="020B0604020202020204" charset="0"/>
                  </a:rPr>
                  <a:t> 1,473,566,824</a:t>
                </a:r>
              </a:p>
            </p:txBody>
          </p:sp>
        </p:grpSp>
      </p:grpSp>
      <p:grpSp>
        <p:nvGrpSpPr>
          <p:cNvPr id="18" name="Group 17">
            <a:extLst>
              <a:ext uri="{FF2B5EF4-FFF2-40B4-BE49-F238E27FC236}">
                <a16:creationId xmlns:a16="http://schemas.microsoft.com/office/drawing/2014/main" id="{4C520CF4-C711-D1D0-8D6B-2194D95916CE}"/>
              </a:ext>
            </a:extLst>
          </p:cNvPr>
          <p:cNvGrpSpPr/>
          <p:nvPr/>
        </p:nvGrpSpPr>
        <p:grpSpPr>
          <a:xfrm>
            <a:off x="6717040" y="1888530"/>
            <a:ext cx="3341591" cy="635185"/>
            <a:chOff x="426861" y="1202944"/>
            <a:chExt cx="3341591" cy="635185"/>
          </a:xfrm>
        </p:grpSpPr>
        <p:sp>
          <p:nvSpPr>
            <p:cNvPr id="21" name="TextBox 20">
              <a:extLst>
                <a:ext uri="{FF2B5EF4-FFF2-40B4-BE49-F238E27FC236}">
                  <a16:creationId xmlns:a16="http://schemas.microsoft.com/office/drawing/2014/main" id="{D37C8797-F24F-0678-FFDF-86F376DF6C32}"/>
                </a:ext>
              </a:extLst>
            </p:cNvPr>
            <p:cNvSpPr txBox="1"/>
            <p:nvPr/>
          </p:nvSpPr>
          <p:spPr>
            <a:xfrm>
              <a:off x="426861" y="1202944"/>
              <a:ext cx="3341591" cy="276999"/>
            </a:xfrm>
            <a:prstGeom prst="rect">
              <a:avLst/>
            </a:prstGeom>
            <a:noFill/>
          </p:spPr>
          <p:txBody>
            <a:bodyPr wrap="square" rtlCol="0">
              <a:spAutoFit/>
            </a:bodyPr>
            <a:lstStyle/>
            <a:p>
              <a:pPr algn="r"/>
              <a:r>
                <a:rPr lang="ar-LY" sz="1200" dirty="0">
                  <a:solidFill>
                    <a:schemeClr val="bg1"/>
                  </a:solidFill>
                  <a:latin typeface="Montserrat" panose="020B0604020202020204" charset="0"/>
                </a:rPr>
                <a:t>عدد المشتركين الفعليين حتى خلال شهر اكتوبر</a:t>
              </a:r>
              <a:endParaRPr lang="en-US" sz="1200" dirty="0">
                <a:solidFill>
                  <a:schemeClr val="bg1"/>
                </a:solidFill>
                <a:latin typeface="Montserrat" panose="020B0604020202020204" charset="0"/>
              </a:endParaRPr>
            </a:p>
          </p:txBody>
        </p:sp>
        <p:sp>
          <p:nvSpPr>
            <p:cNvPr id="23" name="TextBox 22">
              <a:extLst>
                <a:ext uri="{FF2B5EF4-FFF2-40B4-BE49-F238E27FC236}">
                  <a16:creationId xmlns:a16="http://schemas.microsoft.com/office/drawing/2014/main" id="{7CBAF27E-2ADB-7C93-C86C-C1C1C06115FA}"/>
                </a:ext>
              </a:extLst>
            </p:cNvPr>
            <p:cNvSpPr txBox="1"/>
            <p:nvPr/>
          </p:nvSpPr>
          <p:spPr>
            <a:xfrm>
              <a:off x="1733986" y="1561130"/>
              <a:ext cx="1323227" cy="276999"/>
            </a:xfrm>
            <a:prstGeom prst="rect">
              <a:avLst/>
            </a:prstGeom>
            <a:noFill/>
          </p:spPr>
          <p:txBody>
            <a:bodyPr wrap="square" rtlCol="0">
              <a:spAutoFit/>
            </a:bodyPr>
            <a:lstStyle/>
            <a:p>
              <a:r>
                <a:rPr lang="ar-LY" sz="1200" b="1" dirty="0">
                  <a:solidFill>
                    <a:schemeClr val="bg1"/>
                  </a:solidFill>
                  <a:latin typeface="Montserrat" panose="020B0604020202020204" charset="0"/>
                </a:rPr>
                <a:t>6,330,109  مشترك</a:t>
              </a:r>
              <a:endParaRPr lang="en-US" sz="1200" b="1" dirty="0">
                <a:solidFill>
                  <a:schemeClr val="bg1"/>
                </a:solidFill>
                <a:latin typeface="Montserrat" panose="020B0604020202020204" charset="0"/>
              </a:endParaRPr>
            </a:p>
          </p:txBody>
        </p:sp>
      </p:grpSp>
      <p:sp>
        <p:nvSpPr>
          <p:cNvPr id="57" name="Rectangle: Rounded Corners 56">
            <a:extLst>
              <a:ext uri="{FF2B5EF4-FFF2-40B4-BE49-F238E27FC236}">
                <a16:creationId xmlns:a16="http://schemas.microsoft.com/office/drawing/2014/main" id="{DE78B0AC-ED7C-2CB8-F76A-AC4EF49BFB93}"/>
              </a:ext>
            </a:extLst>
          </p:cNvPr>
          <p:cNvSpPr/>
          <p:nvPr/>
        </p:nvSpPr>
        <p:spPr>
          <a:xfrm>
            <a:off x="6788712" y="3074416"/>
            <a:ext cx="3681609" cy="920656"/>
          </a:xfrm>
          <a:prstGeom prst="roundRect">
            <a:avLst>
              <a:gd name="adj" fmla="val 8472"/>
            </a:avLst>
          </a:prstGeom>
          <a:gradFill>
            <a:gsLst>
              <a:gs pos="100000">
                <a:schemeClr val="accent1"/>
              </a:gs>
              <a:gs pos="0">
                <a:schemeClr val="accent2"/>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25" name="Graphic 6">
            <a:extLst>
              <a:ext uri="{FF2B5EF4-FFF2-40B4-BE49-F238E27FC236}">
                <a16:creationId xmlns:a16="http://schemas.microsoft.com/office/drawing/2014/main" id="{9E3AA76D-ABAB-9AC4-9A60-EF0C48A529A4}"/>
              </a:ext>
            </a:extLst>
          </p:cNvPr>
          <p:cNvGrpSpPr/>
          <p:nvPr/>
        </p:nvGrpSpPr>
        <p:grpSpPr>
          <a:xfrm>
            <a:off x="4523248" y="1708116"/>
            <a:ext cx="506990" cy="506990"/>
            <a:chOff x="9542585" y="5867400"/>
            <a:chExt cx="4876800" cy="4876800"/>
          </a:xfrm>
          <a:solidFill>
            <a:schemeClr val="bg1"/>
          </a:solidFill>
        </p:grpSpPr>
        <p:sp>
          <p:nvSpPr>
            <p:cNvPr id="126" name="Freeform: Shape 125">
              <a:extLst>
                <a:ext uri="{FF2B5EF4-FFF2-40B4-BE49-F238E27FC236}">
                  <a16:creationId xmlns:a16="http://schemas.microsoft.com/office/drawing/2014/main" id="{DFA54888-C3F8-A89A-EB23-81BC46F3FC08}"/>
                </a:ext>
              </a:extLst>
            </p:cNvPr>
            <p:cNvSpPr/>
            <p:nvPr/>
          </p:nvSpPr>
          <p:spPr>
            <a:xfrm>
              <a:off x="9536975" y="5861028"/>
              <a:ext cx="3743325" cy="2038350"/>
            </a:xfrm>
            <a:custGeom>
              <a:avLst/>
              <a:gdLst>
                <a:gd name="connsiteX0" fmla="*/ 3740944 w 3743325"/>
                <a:gd name="connsiteY0" fmla="*/ 7144 h 2038350"/>
                <a:gd name="connsiteX1" fmla="*/ 7144 w 3743325"/>
                <a:gd name="connsiteY1" fmla="*/ 7144 h 2038350"/>
                <a:gd name="connsiteX2" fmla="*/ 7144 w 3743325"/>
                <a:gd name="connsiteY2" fmla="*/ 2035969 h 2038350"/>
                <a:gd name="connsiteX3" fmla="*/ 3740944 w 3743325"/>
                <a:gd name="connsiteY3" fmla="*/ 2035969 h 2038350"/>
                <a:gd name="connsiteX4" fmla="*/ 1159669 w 3743325"/>
                <a:gd name="connsiteY4" fmla="*/ 1159669 h 2038350"/>
                <a:gd name="connsiteX5" fmla="*/ 873919 w 3743325"/>
                <a:gd name="connsiteY5" fmla="*/ 1159669 h 2038350"/>
                <a:gd name="connsiteX6" fmla="*/ 873919 w 3743325"/>
                <a:gd name="connsiteY6" fmla="*/ 873919 h 2038350"/>
                <a:gd name="connsiteX7" fmla="*/ 1159669 w 3743325"/>
                <a:gd name="connsiteY7" fmla="*/ 873919 h 2038350"/>
                <a:gd name="connsiteX8" fmla="*/ 1874044 w 3743325"/>
                <a:gd name="connsiteY8" fmla="*/ 1445419 h 2038350"/>
                <a:gd name="connsiteX9" fmla="*/ 1445419 w 3743325"/>
                <a:gd name="connsiteY9" fmla="*/ 1016794 h 2038350"/>
                <a:gd name="connsiteX10" fmla="*/ 1874044 w 3743325"/>
                <a:gd name="connsiteY10" fmla="*/ 588169 h 2038350"/>
                <a:gd name="connsiteX11" fmla="*/ 2302669 w 3743325"/>
                <a:gd name="connsiteY11" fmla="*/ 1016794 h 2038350"/>
                <a:gd name="connsiteX12" fmla="*/ 1874044 w 3743325"/>
                <a:gd name="connsiteY12" fmla="*/ 1445419 h 2038350"/>
                <a:gd name="connsiteX13" fmla="*/ 2874169 w 3743325"/>
                <a:gd name="connsiteY13" fmla="*/ 1159669 h 2038350"/>
                <a:gd name="connsiteX14" fmla="*/ 2588419 w 3743325"/>
                <a:gd name="connsiteY14" fmla="*/ 1159669 h 2038350"/>
                <a:gd name="connsiteX15" fmla="*/ 2588419 w 3743325"/>
                <a:gd name="connsiteY15" fmla="*/ 873919 h 2038350"/>
                <a:gd name="connsiteX16" fmla="*/ 2874169 w 3743325"/>
                <a:gd name="connsiteY16" fmla="*/ 873919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43325" h="2038350">
                  <a:moveTo>
                    <a:pt x="3740944" y="7144"/>
                  </a:moveTo>
                  <a:lnTo>
                    <a:pt x="7144" y="7144"/>
                  </a:lnTo>
                  <a:lnTo>
                    <a:pt x="7144" y="2035969"/>
                  </a:lnTo>
                  <a:lnTo>
                    <a:pt x="3740944" y="2035969"/>
                  </a:lnTo>
                  <a:close/>
                  <a:moveTo>
                    <a:pt x="1159669" y="1159669"/>
                  </a:moveTo>
                  <a:lnTo>
                    <a:pt x="873919" y="1159669"/>
                  </a:lnTo>
                  <a:lnTo>
                    <a:pt x="873919" y="873919"/>
                  </a:lnTo>
                  <a:lnTo>
                    <a:pt x="1159669" y="873919"/>
                  </a:lnTo>
                  <a:close/>
                  <a:moveTo>
                    <a:pt x="1874044" y="1445419"/>
                  </a:moveTo>
                  <a:cubicBezTo>
                    <a:pt x="1637690" y="1445419"/>
                    <a:pt x="1445419" y="1253147"/>
                    <a:pt x="1445419" y="1016794"/>
                  </a:cubicBezTo>
                  <a:cubicBezTo>
                    <a:pt x="1445419" y="780440"/>
                    <a:pt x="1637690" y="588169"/>
                    <a:pt x="1874044" y="588169"/>
                  </a:cubicBezTo>
                  <a:cubicBezTo>
                    <a:pt x="2110397" y="588169"/>
                    <a:pt x="2302669" y="780440"/>
                    <a:pt x="2302669" y="1016794"/>
                  </a:cubicBezTo>
                  <a:cubicBezTo>
                    <a:pt x="2302669" y="1253147"/>
                    <a:pt x="2110407" y="1445419"/>
                    <a:pt x="1874044" y="1445419"/>
                  </a:cubicBezTo>
                  <a:close/>
                  <a:moveTo>
                    <a:pt x="2874169" y="1159669"/>
                  </a:moveTo>
                  <a:lnTo>
                    <a:pt x="2588419" y="1159669"/>
                  </a:lnTo>
                  <a:lnTo>
                    <a:pt x="2588419" y="873919"/>
                  </a:lnTo>
                  <a:lnTo>
                    <a:pt x="2874169" y="873919"/>
                  </a:ln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04C84FB1-F731-B8ED-71A0-25C5C473AE9F}"/>
                </a:ext>
              </a:extLst>
            </p:cNvPr>
            <p:cNvSpPr/>
            <p:nvPr/>
          </p:nvSpPr>
          <p:spPr>
            <a:xfrm>
              <a:off x="11261000" y="6727803"/>
              <a:ext cx="295275" cy="295275"/>
            </a:xfrm>
            <a:custGeom>
              <a:avLst/>
              <a:gdLst>
                <a:gd name="connsiteX0" fmla="*/ 292894 w 295275"/>
                <a:gd name="connsiteY0" fmla="*/ 150019 h 295275"/>
                <a:gd name="connsiteX1" fmla="*/ 150019 w 295275"/>
                <a:gd name="connsiteY1" fmla="*/ 292894 h 295275"/>
                <a:gd name="connsiteX2" fmla="*/ 7144 w 295275"/>
                <a:gd name="connsiteY2" fmla="*/ 150019 h 295275"/>
                <a:gd name="connsiteX3" fmla="*/ 150019 w 295275"/>
                <a:gd name="connsiteY3" fmla="*/ 7144 h 295275"/>
                <a:gd name="connsiteX4" fmla="*/ 292894 w 295275"/>
                <a:gd name="connsiteY4" fmla="*/ 150019 h 29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5" h="295275">
                  <a:moveTo>
                    <a:pt x="292894" y="150019"/>
                  </a:moveTo>
                  <a:cubicBezTo>
                    <a:pt x="292894" y="228926"/>
                    <a:pt x="228926" y="292894"/>
                    <a:pt x="150019" y="292894"/>
                  </a:cubicBezTo>
                  <a:cubicBezTo>
                    <a:pt x="71111" y="292894"/>
                    <a:pt x="7144" y="228926"/>
                    <a:pt x="7144" y="150019"/>
                  </a:cubicBezTo>
                  <a:cubicBezTo>
                    <a:pt x="7144" y="71111"/>
                    <a:pt x="71111" y="7144"/>
                    <a:pt x="150019" y="7144"/>
                  </a:cubicBezTo>
                  <a:cubicBezTo>
                    <a:pt x="228926" y="7144"/>
                    <a:pt x="292894" y="71111"/>
                    <a:pt x="292894" y="150019"/>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3C69D47-92AF-A01F-BF56-FB8FE7789A7C}"/>
                </a:ext>
              </a:extLst>
            </p:cNvPr>
            <p:cNvSpPr/>
            <p:nvPr/>
          </p:nvSpPr>
          <p:spPr>
            <a:xfrm>
              <a:off x="9535441" y="8261252"/>
              <a:ext cx="4200525" cy="1828800"/>
            </a:xfrm>
            <a:custGeom>
              <a:avLst/>
              <a:gdLst>
                <a:gd name="connsiteX0" fmla="*/ 2463022 w 4200525"/>
                <a:gd name="connsiteY0" fmla="*/ 1788775 h 1828800"/>
                <a:gd name="connsiteX1" fmla="*/ 3134754 w 4200525"/>
                <a:gd name="connsiteY1" fmla="*/ 1822627 h 1828800"/>
                <a:gd name="connsiteX2" fmla="*/ 4197287 w 4200525"/>
                <a:gd name="connsiteY2" fmla="*/ 760094 h 1828800"/>
                <a:gd name="connsiteX3" fmla="*/ 3937264 w 4200525"/>
                <a:gd name="connsiteY3" fmla="*/ 500100 h 1828800"/>
                <a:gd name="connsiteX4" fmla="*/ 3230147 w 4200525"/>
                <a:gd name="connsiteY4" fmla="*/ 207235 h 1828800"/>
                <a:gd name="connsiteX5" fmla="*/ 2151802 w 4200525"/>
                <a:gd name="connsiteY5" fmla="*/ 207235 h 1828800"/>
                <a:gd name="connsiteX6" fmla="*/ 1723177 w 4200525"/>
                <a:gd name="connsiteY6" fmla="*/ 635860 h 1828800"/>
                <a:gd name="connsiteX7" fmla="*/ 1723177 w 4200525"/>
                <a:gd name="connsiteY7" fmla="*/ 778735 h 1828800"/>
                <a:gd name="connsiteX8" fmla="*/ 2634082 w 4200525"/>
                <a:gd name="connsiteY8" fmla="*/ 778735 h 1828800"/>
                <a:gd name="connsiteX9" fmla="*/ 3264884 w 4200525"/>
                <a:gd name="connsiteY9" fmla="*/ 1039930 h 1828800"/>
                <a:gd name="connsiteX10" fmla="*/ 3062850 w 4200525"/>
                <a:gd name="connsiteY10" fmla="*/ 1241964 h 1828800"/>
                <a:gd name="connsiteX11" fmla="*/ 2634082 w 4200525"/>
                <a:gd name="connsiteY11" fmla="*/ 1064485 h 1828800"/>
                <a:gd name="connsiteX12" fmla="*/ 1653835 w 4200525"/>
                <a:gd name="connsiteY12" fmla="*/ 1064485 h 1828800"/>
                <a:gd name="connsiteX13" fmla="*/ 738121 w 4200525"/>
                <a:gd name="connsiteY13" fmla="*/ 148704 h 1828800"/>
                <a:gd name="connsiteX14" fmla="*/ 111595 w 4200525"/>
                <a:gd name="connsiteY14" fmla="*/ 121510 h 1828800"/>
                <a:gd name="connsiteX15" fmla="*/ 7144 w 4200525"/>
                <a:gd name="connsiteY15" fmla="*/ 225932 h 1828800"/>
                <a:gd name="connsiteX16" fmla="*/ 1326223 w 4200525"/>
                <a:gd name="connsiteY16" fmla="*/ 1545021 h 1828800"/>
                <a:gd name="connsiteX17" fmla="*/ 2463022 w 4200525"/>
                <a:gd name="connsiteY17" fmla="*/ 1788775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00525" h="1828800">
                  <a:moveTo>
                    <a:pt x="2463022" y="1788775"/>
                  </a:moveTo>
                  <a:cubicBezTo>
                    <a:pt x="2710386" y="1777907"/>
                    <a:pt x="2947159" y="1768859"/>
                    <a:pt x="3134754" y="1822627"/>
                  </a:cubicBezTo>
                  <a:lnTo>
                    <a:pt x="4197287" y="760094"/>
                  </a:lnTo>
                  <a:lnTo>
                    <a:pt x="3937264" y="500100"/>
                  </a:lnTo>
                  <a:cubicBezTo>
                    <a:pt x="3749726" y="312572"/>
                    <a:pt x="3495370" y="207235"/>
                    <a:pt x="3230147" y="207235"/>
                  </a:cubicBezTo>
                  <a:lnTo>
                    <a:pt x="2151802" y="207235"/>
                  </a:lnTo>
                  <a:cubicBezTo>
                    <a:pt x="1915077" y="207235"/>
                    <a:pt x="1723177" y="399135"/>
                    <a:pt x="1723177" y="635860"/>
                  </a:cubicBezTo>
                  <a:lnTo>
                    <a:pt x="1723177" y="778735"/>
                  </a:lnTo>
                  <a:lnTo>
                    <a:pt x="2634082" y="778735"/>
                  </a:lnTo>
                  <a:cubicBezTo>
                    <a:pt x="2872397" y="778735"/>
                    <a:pt x="3096473" y="871518"/>
                    <a:pt x="3264884" y="1039930"/>
                  </a:cubicBezTo>
                  <a:lnTo>
                    <a:pt x="3062850" y="1241964"/>
                  </a:lnTo>
                  <a:cubicBezTo>
                    <a:pt x="2948435" y="1127550"/>
                    <a:pt x="2796073" y="1064485"/>
                    <a:pt x="2634082" y="1064485"/>
                  </a:cubicBezTo>
                  <a:lnTo>
                    <a:pt x="1653835" y="1064485"/>
                  </a:lnTo>
                  <a:lnTo>
                    <a:pt x="738121" y="148704"/>
                  </a:lnTo>
                  <a:cubicBezTo>
                    <a:pt x="567966" y="-21470"/>
                    <a:pt x="282931" y="-47473"/>
                    <a:pt x="111595" y="121510"/>
                  </a:cubicBezTo>
                  <a:cubicBezTo>
                    <a:pt x="110442" y="122634"/>
                    <a:pt x="7144" y="225932"/>
                    <a:pt x="7144" y="225932"/>
                  </a:cubicBezTo>
                  <a:lnTo>
                    <a:pt x="1326223" y="1545021"/>
                  </a:lnTo>
                  <a:cubicBezTo>
                    <a:pt x="1607372" y="1826161"/>
                    <a:pt x="2050999" y="1807054"/>
                    <a:pt x="2463022" y="1788775"/>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15172C35-1426-1F44-4E13-4750766C5194}"/>
                </a:ext>
              </a:extLst>
            </p:cNvPr>
            <p:cNvSpPr/>
            <p:nvPr/>
          </p:nvSpPr>
          <p:spPr>
            <a:xfrm>
              <a:off x="12917359" y="9216219"/>
              <a:ext cx="1504950" cy="1533525"/>
            </a:xfrm>
            <a:custGeom>
              <a:avLst/>
              <a:gdLst>
                <a:gd name="connsiteX0" fmla="*/ 7144 w 1504950"/>
                <a:gd name="connsiteY0" fmla="*/ 1017423 h 1533525"/>
                <a:gd name="connsiteX1" fmla="*/ 522484 w 1504950"/>
                <a:gd name="connsiteY1" fmla="*/ 1528753 h 1533525"/>
                <a:gd name="connsiteX2" fmla="*/ 1503559 w 1504950"/>
                <a:gd name="connsiteY2" fmla="*/ 494738 h 1533525"/>
                <a:gd name="connsiteX3" fmla="*/ 1017413 w 1504950"/>
                <a:gd name="connsiteY3" fmla="*/ 7144 h 1533525"/>
              </a:gdLst>
              <a:ahLst/>
              <a:cxnLst>
                <a:cxn ang="0">
                  <a:pos x="connsiteX0" y="connsiteY0"/>
                </a:cxn>
                <a:cxn ang="0">
                  <a:pos x="connsiteX1" y="connsiteY1"/>
                </a:cxn>
                <a:cxn ang="0">
                  <a:pos x="connsiteX2" y="connsiteY2"/>
                </a:cxn>
                <a:cxn ang="0">
                  <a:pos x="connsiteX3" y="connsiteY3"/>
                </a:cxn>
              </a:cxnLst>
              <a:rect l="l" t="t" r="r" b="b"/>
              <a:pathLst>
                <a:path w="1504950" h="1533525">
                  <a:moveTo>
                    <a:pt x="7144" y="1017423"/>
                  </a:moveTo>
                  <a:lnTo>
                    <a:pt x="522484" y="1528753"/>
                  </a:lnTo>
                  <a:lnTo>
                    <a:pt x="1503559" y="494738"/>
                  </a:lnTo>
                  <a:lnTo>
                    <a:pt x="1017413" y="7144"/>
                  </a:lnTo>
                  <a:close/>
                </a:path>
              </a:pathLst>
            </a:custGeom>
            <a:grpFill/>
            <a:ln w="9525" cap="flat">
              <a:noFill/>
              <a:prstDash val="solid"/>
              <a:miter/>
            </a:ln>
          </p:spPr>
          <p:txBody>
            <a:bodyPr rtlCol="0" anchor="ctr"/>
            <a:lstStyle/>
            <a:p>
              <a:endParaRPr lang="en-US"/>
            </a:p>
          </p:txBody>
        </p:sp>
      </p:grpSp>
      <p:grpSp>
        <p:nvGrpSpPr>
          <p:cNvPr id="130" name="Group 129">
            <a:extLst>
              <a:ext uri="{FF2B5EF4-FFF2-40B4-BE49-F238E27FC236}">
                <a16:creationId xmlns:a16="http://schemas.microsoft.com/office/drawing/2014/main" id="{1BCB972C-7CAF-1FBF-9034-7ACF2CED7BF6}"/>
              </a:ext>
            </a:extLst>
          </p:cNvPr>
          <p:cNvGrpSpPr/>
          <p:nvPr/>
        </p:nvGrpSpPr>
        <p:grpSpPr>
          <a:xfrm>
            <a:off x="1585837" y="2536706"/>
            <a:ext cx="3655202" cy="920656"/>
            <a:chOff x="506576" y="1156622"/>
            <a:chExt cx="3655202" cy="920656"/>
          </a:xfrm>
        </p:grpSpPr>
        <p:sp>
          <p:nvSpPr>
            <p:cNvPr id="131" name="Rectangle: Rounded Corners 130">
              <a:extLst>
                <a:ext uri="{FF2B5EF4-FFF2-40B4-BE49-F238E27FC236}">
                  <a16:creationId xmlns:a16="http://schemas.microsoft.com/office/drawing/2014/main" id="{CD28FF05-A9D0-1026-482C-BAF02B171055}"/>
                </a:ext>
              </a:extLst>
            </p:cNvPr>
            <p:cNvSpPr/>
            <p:nvPr/>
          </p:nvSpPr>
          <p:spPr>
            <a:xfrm>
              <a:off x="518892" y="1156622"/>
              <a:ext cx="3630570" cy="920656"/>
            </a:xfrm>
            <a:prstGeom prst="roundRect">
              <a:avLst>
                <a:gd name="adj" fmla="val 8472"/>
              </a:avLst>
            </a:prstGeom>
            <a:gradFill>
              <a:gsLst>
                <a:gs pos="0">
                  <a:srgbClr val="990099"/>
                </a:gs>
                <a:gs pos="100000">
                  <a:schemeClr val="accent2"/>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2" name="Group 131">
              <a:extLst>
                <a:ext uri="{FF2B5EF4-FFF2-40B4-BE49-F238E27FC236}">
                  <a16:creationId xmlns:a16="http://schemas.microsoft.com/office/drawing/2014/main" id="{D7969DA1-135C-1835-9B74-46EB43178C52}"/>
                </a:ext>
              </a:extLst>
            </p:cNvPr>
            <p:cNvGrpSpPr/>
            <p:nvPr/>
          </p:nvGrpSpPr>
          <p:grpSpPr>
            <a:xfrm>
              <a:off x="506576" y="1233809"/>
              <a:ext cx="3655202" cy="649653"/>
              <a:chOff x="506576" y="1199102"/>
              <a:chExt cx="3655202" cy="649653"/>
            </a:xfrm>
          </p:grpSpPr>
          <p:sp>
            <p:nvSpPr>
              <p:cNvPr id="133" name="TextBox 132">
                <a:extLst>
                  <a:ext uri="{FF2B5EF4-FFF2-40B4-BE49-F238E27FC236}">
                    <a16:creationId xmlns:a16="http://schemas.microsoft.com/office/drawing/2014/main" id="{24DFAE79-957E-69AC-F51A-FCD4E87250FF}"/>
                  </a:ext>
                </a:extLst>
              </p:cNvPr>
              <p:cNvSpPr txBox="1"/>
              <p:nvPr/>
            </p:nvSpPr>
            <p:spPr>
              <a:xfrm>
                <a:off x="506576" y="1199102"/>
                <a:ext cx="3655202" cy="276999"/>
              </a:xfrm>
              <a:prstGeom prst="rect">
                <a:avLst/>
              </a:prstGeom>
              <a:noFill/>
            </p:spPr>
            <p:txBody>
              <a:bodyPr wrap="square" rtlCol="0">
                <a:spAutoFit/>
              </a:bodyPr>
              <a:lstStyle/>
              <a:p>
                <a:pPr algn="r"/>
                <a:r>
                  <a:rPr lang="ar-LY" sz="1200" dirty="0">
                    <a:solidFill>
                      <a:schemeClr val="bg1"/>
                    </a:solidFill>
                    <a:latin typeface="Montserrat" panose="020B0604020202020204" charset="0"/>
                  </a:rPr>
                  <a:t>الإيرادات الكلية للاستخدام المستهدفة حتى شهر اكتوبر من سنة 2023</a:t>
                </a:r>
                <a:endParaRPr lang="en-US" sz="1200" dirty="0">
                  <a:solidFill>
                    <a:schemeClr val="bg1"/>
                  </a:solidFill>
                  <a:latin typeface="Montserrat" panose="020B0604020202020204" charset="0"/>
                </a:endParaRPr>
              </a:p>
            </p:txBody>
          </p:sp>
          <p:sp>
            <p:nvSpPr>
              <p:cNvPr id="134" name="TextBox 133">
                <a:extLst>
                  <a:ext uri="{FF2B5EF4-FFF2-40B4-BE49-F238E27FC236}">
                    <a16:creationId xmlns:a16="http://schemas.microsoft.com/office/drawing/2014/main" id="{2CFD2D64-EACB-71D1-B507-FDAA7A0AA0D5}"/>
                  </a:ext>
                </a:extLst>
              </p:cNvPr>
              <p:cNvSpPr txBox="1"/>
              <p:nvPr/>
            </p:nvSpPr>
            <p:spPr>
              <a:xfrm>
                <a:off x="1501588" y="1571756"/>
                <a:ext cx="1501396" cy="276999"/>
              </a:xfrm>
              <a:prstGeom prst="rect">
                <a:avLst/>
              </a:prstGeom>
              <a:noFill/>
            </p:spPr>
            <p:txBody>
              <a:bodyPr wrap="square" rtlCol="0">
                <a:spAutoFit/>
              </a:bodyPr>
              <a:lstStyle/>
              <a:p>
                <a:pPr algn="ctr"/>
                <a:r>
                  <a:rPr lang="ar-LY" sz="1200" b="1" dirty="0">
                    <a:solidFill>
                      <a:schemeClr val="bg1"/>
                    </a:solidFill>
                    <a:latin typeface="Montserrat" panose="020B0604020202020204" charset="0"/>
                  </a:rPr>
                  <a:t>د.ل</a:t>
                </a:r>
                <a:r>
                  <a:rPr lang="en-US" sz="1200" b="1" dirty="0">
                    <a:solidFill>
                      <a:schemeClr val="bg1"/>
                    </a:solidFill>
                    <a:latin typeface="Montserrat" panose="020B0604020202020204" charset="0"/>
                  </a:rPr>
                  <a:t> 1,753,350,000</a:t>
                </a:r>
              </a:p>
            </p:txBody>
          </p:sp>
        </p:grpSp>
      </p:grpSp>
      <p:grpSp>
        <p:nvGrpSpPr>
          <p:cNvPr id="140" name="Graphic 4">
            <a:extLst>
              <a:ext uri="{FF2B5EF4-FFF2-40B4-BE49-F238E27FC236}">
                <a16:creationId xmlns:a16="http://schemas.microsoft.com/office/drawing/2014/main" id="{B1F295AD-7DEC-EFDB-65B0-6050775E687C}"/>
              </a:ext>
            </a:extLst>
          </p:cNvPr>
          <p:cNvGrpSpPr/>
          <p:nvPr/>
        </p:nvGrpSpPr>
        <p:grpSpPr>
          <a:xfrm>
            <a:off x="4515124" y="2904346"/>
            <a:ext cx="432896" cy="437907"/>
            <a:chOff x="7945828" y="2797968"/>
            <a:chExt cx="453032" cy="458277"/>
          </a:xfrm>
          <a:solidFill>
            <a:schemeClr val="bg1"/>
          </a:solidFill>
        </p:grpSpPr>
        <p:sp>
          <p:nvSpPr>
            <p:cNvPr id="141" name="Freeform: Shape 140">
              <a:extLst>
                <a:ext uri="{FF2B5EF4-FFF2-40B4-BE49-F238E27FC236}">
                  <a16:creationId xmlns:a16="http://schemas.microsoft.com/office/drawing/2014/main" id="{E81C00D6-B4A4-22AD-E712-BCFEA5FB3DA1}"/>
                </a:ext>
              </a:extLst>
            </p:cNvPr>
            <p:cNvSpPr/>
            <p:nvPr/>
          </p:nvSpPr>
          <p:spPr>
            <a:xfrm>
              <a:off x="8321031" y="2875530"/>
              <a:ext cx="28575" cy="28575"/>
            </a:xfrm>
            <a:custGeom>
              <a:avLst/>
              <a:gdLst>
                <a:gd name="connsiteX0" fmla="*/ 21546 w 28575"/>
                <a:gd name="connsiteY0" fmla="*/ 18850 h 28575"/>
                <a:gd name="connsiteX1" fmla="*/ 7144 w 28575"/>
                <a:gd name="connsiteY1" fmla="*/ 7144 h 28575"/>
                <a:gd name="connsiteX2" fmla="*/ 7144 w 28575"/>
                <a:gd name="connsiteY2" fmla="*/ 30328 h 28575"/>
                <a:gd name="connsiteX3" fmla="*/ 21546 w 28575"/>
                <a:gd name="connsiteY3" fmla="*/ 18850 h 28575"/>
              </a:gdLst>
              <a:ahLst/>
              <a:cxnLst>
                <a:cxn ang="0">
                  <a:pos x="connsiteX0" y="connsiteY0"/>
                </a:cxn>
                <a:cxn ang="0">
                  <a:pos x="connsiteX1" y="connsiteY1"/>
                </a:cxn>
                <a:cxn ang="0">
                  <a:pos x="connsiteX2" y="connsiteY2"/>
                </a:cxn>
                <a:cxn ang="0">
                  <a:pos x="connsiteX3" y="connsiteY3"/>
                </a:cxn>
              </a:cxnLst>
              <a:rect l="l" t="t" r="r" b="b"/>
              <a:pathLst>
                <a:path w="28575" h="28575">
                  <a:moveTo>
                    <a:pt x="21546" y="18850"/>
                  </a:moveTo>
                  <a:cubicBezTo>
                    <a:pt x="21546" y="10878"/>
                    <a:pt x="13449" y="8553"/>
                    <a:pt x="7144" y="7144"/>
                  </a:cubicBezTo>
                  <a:lnTo>
                    <a:pt x="7144" y="30328"/>
                  </a:lnTo>
                  <a:cubicBezTo>
                    <a:pt x="14173" y="29851"/>
                    <a:pt x="21546" y="26556"/>
                    <a:pt x="21546" y="18850"/>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EFAA2590-1F10-B4AB-9694-1AF9D2246CFF}"/>
                </a:ext>
              </a:extLst>
            </p:cNvPr>
            <p:cNvSpPr/>
            <p:nvPr/>
          </p:nvSpPr>
          <p:spPr>
            <a:xfrm>
              <a:off x="8300876" y="2837830"/>
              <a:ext cx="19050" cy="28575"/>
            </a:xfrm>
            <a:custGeom>
              <a:avLst/>
              <a:gdLst>
                <a:gd name="connsiteX0" fmla="*/ 20269 w 19050"/>
                <a:gd name="connsiteY0" fmla="*/ 7144 h 28575"/>
                <a:gd name="connsiteX1" fmla="*/ 7144 w 19050"/>
                <a:gd name="connsiteY1" fmla="*/ 17097 h 28575"/>
                <a:gd name="connsiteX2" fmla="*/ 20279 w 19050"/>
                <a:gd name="connsiteY2" fmla="*/ 28099 h 28575"/>
                <a:gd name="connsiteX3" fmla="*/ 20269 w 19050"/>
                <a:gd name="connsiteY3" fmla="*/ 7144 h 28575"/>
                <a:gd name="connsiteX4" fmla="*/ 20269 w 19050"/>
                <a:gd name="connsiteY4" fmla="*/ 714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28575">
                  <a:moveTo>
                    <a:pt x="20269" y="7144"/>
                  </a:moveTo>
                  <a:cubicBezTo>
                    <a:pt x="12306" y="7372"/>
                    <a:pt x="7144" y="12068"/>
                    <a:pt x="7144" y="17097"/>
                  </a:cubicBezTo>
                  <a:cubicBezTo>
                    <a:pt x="7144" y="22955"/>
                    <a:pt x="11506" y="26346"/>
                    <a:pt x="20279" y="28099"/>
                  </a:cubicBezTo>
                  <a:lnTo>
                    <a:pt x="20269" y="7144"/>
                  </a:lnTo>
                  <a:lnTo>
                    <a:pt x="20269" y="7144"/>
                  </a:ln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0B95A841-CAD6-1692-DB94-49F2C67515FB}"/>
                </a:ext>
              </a:extLst>
            </p:cNvPr>
            <p:cNvSpPr/>
            <p:nvPr/>
          </p:nvSpPr>
          <p:spPr>
            <a:xfrm>
              <a:off x="8246460" y="2797968"/>
              <a:ext cx="152400" cy="152400"/>
            </a:xfrm>
            <a:custGeom>
              <a:avLst/>
              <a:gdLst>
                <a:gd name="connsiteX0" fmla="*/ 77972 w 152400"/>
                <a:gd name="connsiteY0" fmla="*/ 148752 h 152400"/>
                <a:gd name="connsiteX1" fmla="*/ 148780 w 152400"/>
                <a:gd name="connsiteY1" fmla="*/ 77953 h 152400"/>
                <a:gd name="connsiteX2" fmla="*/ 77972 w 152400"/>
                <a:gd name="connsiteY2" fmla="*/ 7144 h 152400"/>
                <a:gd name="connsiteX3" fmla="*/ 7144 w 152400"/>
                <a:gd name="connsiteY3" fmla="*/ 77953 h 152400"/>
                <a:gd name="connsiteX4" fmla="*/ 77972 w 152400"/>
                <a:gd name="connsiteY4" fmla="*/ 148752 h 152400"/>
                <a:gd name="connsiteX5" fmla="*/ 46834 w 152400"/>
                <a:gd name="connsiteY5" fmla="*/ 59646 h 152400"/>
                <a:gd name="connsiteX6" fmla="*/ 74695 w 152400"/>
                <a:gd name="connsiteY6" fmla="*/ 35062 h 152400"/>
                <a:gd name="connsiteX7" fmla="*/ 74695 w 152400"/>
                <a:gd name="connsiteY7" fmla="*/ 28832 h 152400"/>
                <a:gd name="connsiteX8" fmla="*/ 78191 w 152400"/>
                <a:gd name="connsiteY8" fmla="*/ 24841 h 152400"/>
                <a:gd name="connsiteX9" fmla="*/ 81715 w 152400"/>
                <a:gd name="connsiteY9" fmla="*/ 28832 h 152400"/>
                <a:gd name="connsiteX10" fmla="*/ 81715 w 152400"/>
                <a:gd name="connsiteY10" fmla="*/ 35062 h 152400"/>
                <a:gd name="connsiteX11" fmla="*/ 109585 w 152400"/>
                <a:gd name="connsiteY11" fmla="*/ 52521 h 152400"/>
                <a:gd name="connsiteX12" fmla="*/ 102203 w 152400"/>
                <a:gd name="connsiteY12" fmla="*/ 59769 h 152400"/>
                <a:gd name="connsiteX13" fmla="*/ 81724 w 152400"/>
                <a:gd name="connsiteY13" fmla="*/ 47006 h 152400"/>
                <a:gd name="connsiteX14" fmla="*/ 81724 w 152400"/>
                <a:gd name="connsiteY14" fmla="*/ 69256 h 152400"/>
                <a:gd name="connsiteX15" fmla="*/ 110871 w 152400"/>
                <a:gd name="connsiteY15" fmla="*/ 95136 h 152400"/>
                <a:gd name="connsiteX16" fmla="*/ 81724 w 152400"/>
                <a:gd name="connsiteY16" fmla="*/ 119844 h 152400"/>
                <a:gd name="connsiteX17" fmla="*/ 81724 w 152400"/>
                <a:gd name="connsiteY17" fmla="*/ 127083 h 152400"/>
                <a:gd name="connsiteX18" fmla="*/ 78200 w 152400"/>
                <a:gd name="connsiteY18" fmla="*/ 131074 h 152400"/>
                <a:gd name="connsiteX19" fmla="*/ 74705 w 152400"/>
                <a:gd name="connsiteY19" fmla="*/ 127083 h 152400"/>
                <a:gd name="connsiteX20" fmla="*/ 74705 w 152400"/>
                <a:gd name="connsiteY20" fmla="*/ 119844 h 152400"/>
                <a:gd name="connsiteX21" fmla="*/ 45091 w 152400"/>
                <a:gd name="connsiteY21" fmla="*/ 98279 h 152400"/>
                <a:gd name="connsiteX22" fmla="*/ 52340 w 152400"/>
                <a:gd name="connsiteY22" fmla="*/ 90907 h 152400"/>
                <a:gd name="connsiteX23" fmla="*/ 74714 w 152400"/>
                <a:gd name="connsiteY23" fmla="*/ 107890 h 152400"/>
                <a:gd name="connsiteX24" fmla="*/ 74714 w 152400"/>
                <a:gd name="connsiteY24" fmla="*/ 83410 h 152400"/>
                <a:gd name="connsiteX25" fmla="*/ 46834 w 152400"/>
                <a:gd name="connsiteY25" fmla="*/ 5964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400" h="152400">
                  <a:moveTo>
                    <a:pt x="77972" y="148752"/>
                  </a:moveTo>
                  <a:cubicBezTo>
                    <a:pt x="117024" y="148752"/>
                    <a:pt x="148780" y="116986"/>
                    <a:pt x="148780" y="77953"/>
                  </a:cubicBezTo>
                  <a:cubicBezTo>
                    <a:pt x="148780" y="38919"/>
                    <a:pt x="117015" y="7144"/>
                    <a:pt x="77972" y="7144"/>
                  </a:cubicBezTo>
                  <a:cubicBezTo>
                    <a:pt x="38910" y="7144"/>
                    <a:pt x="7144" y="38910"/>
                    <a:pt x="7144" y="77953"/>
                  </a:cubicBezTo>
                  <a:cubicBezTo>
                    <a:pt x="7144" y="116986"/>
                    <a:pt x="38910" y="148752"/>
                    <a:pt x="77972" y="148752"/>
                  </a:cubicBezTo>
                  <a:close/>
                  <a:moveTo>
                    <a:pt x="46834" y="59646"/>
                  </a:moveTo>
                  <a:cubicBezTo>
                    <a:pt x="46834" y="43739"/>
                    <a:pt x="60065" y="35519"/>
                    <a:pt x="74695" y="35062"/>
                  </a:cubicBezTo>
                  <a:lnTo>
                    <a:pt x="74695" y="28832"/>
                  </a:lnTo>
                  <a:cubicBezTo>
                    <a:pt x="74695" y="26822"/>
                    <a:pt x="76210" y="24841"/>
                    <a:pt x="78191" y="24841"/>
                  </a:cubicBezTo>
                  <a:cubicBezTo>
                    <a:pt x="80191" y="24841"/>
                    <a:pt x="81715" y="26822"/>
                    <a:pt x="81715" y="28832"/>
                  </a:cubicBezTo>
                  <a:lnTo>
                    <a:pt x="81715" y="35062"/>
                  </a:lnTo>
                  <a:cubicBezTo>
                    <a:pt x="90830" y="35300"/>
                    <a:pt x="109585" y="41024"/>
                    <a:pt x="109585" y="52521"/>
                  </a:cubicBezTo>
                  <a:cubicBezTo>
                    <a:pt x="109585" y="57083"/>
                    <a:pt x="106175" y="59769"/>
                    <a:pt x="102203" y="59769"/>
                  </a:cubicBezTo>
                  <a:cubicBezTo>
                    <a:pt x="94574" y="59769"/>
                    <a:pt x="94698" y="47244"/>
                    <a:pt x="81724" y="47006"/>
                  </a:cubicBezTo>
                  <a:lnTo>
                    <a:pt x="81724" y="69256"/>
                  </a:lnTo>
                  <a:cubicBezTo>
                    <a:pt x="97193" y="72533"/>
                    <a:pt x="110871" y="77105"/>
                    <a:pt x="110871" y="95136"/>
                  </a:cubicBezTo>
                  <a:cubicBezTo>
                    <a:pt x="110871" y="110814"/>
                    <a:pt x="99165" y="118786"/>
                    <a:pt x="81724" y="119844"/>
                  </a:cubicBezTo>
                  <a:lnTo>
                    <a:pt x="81724" y="127083"/>
                  </a:lnTo>
                  <a:cubicBezTo>
                    <a:pt x="81724" y="129083"/>
                    <a:pt x="80200" y="131074"/>
                    <a:pt x="78200" y="131074"/>
                  </a:cubicBezTo>
                  <a:cubicBezTo>
                    <a:pt x="76219" y="131074"/>
                    <a:pt x="74705" y="129083"/>
                    <a:pt x="74705" y="127083"/>
                  </a:cubicBezTo>
                  <a:lnTo>
                    <a:pt x="74705" y="119844"/>
                  </a:lnTo>
                  <a:cubicBezTo>
                    <a:pt x="54921" y="119358"/>
                    <a:pt x="45091" y="107537"/>
                    <a:pt x="45091" y="98279"/>
                  </a:cubicBezTo>
                  <a:cubicBezTo>
                    <a:pt x="45091" y="93612"/>
                    <a:pt x="47911" y="90907"/>
                    <a:pt x="52340" y="90907"/>
                  </a:cubicBezTo>
                  <a:cubicBezTo>
                    <a:pt x="65456" y="90907"/>
                    <a:pt x="55264" y="107061"/>
                    <a:pt x="74714" y="107890"/>
                  </a:cubicBezTo>
                  <a:lnTo>
                    <a:pt x="74714" y="83410"/>
                  </a:lnTo>
                  <a:cubicBezTo>
                    <a:pt x="57350" y="80248"/>
                    <a:pt x="46834" y="72647"/>
                    <a:pt x="46834" y="59646"/>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5692F64A-5B1F-A8A2-14FA-93D76C09F746}"/>
                </a:ext>
              </a:extLst>
            </p:cNvPr>
            <p:cNvSpPr/>
            <p:nvPr/>
          </p:nvSpPr>
          <p:spPr>
            <a:xfrm>
              <a:off x="7950833" y="3113370"/>
              <a:ext cx="114300" cy="142875"/>
            </a:xfrm>
            <a:custGeom>
              <a:avLst/>
              <a:gdLst>
                <a:gd name="connsiteX0" fmla="*/ 88535 w 114300"/>
                <a:gd name="connsiteY0" fmla="*/ 7144 h 142875"/>
                <a:gd name="connsiteX1" fmla="*/ 27489 w 114300"/>
                <a:gd name="connsiteY1" fmla="*/ 7144 h 142875"/>
                <a:gd name="connsiteX2" fmla="*/ 7144 w 114300"/>
                <a:gd name="connsiteY2" fmla="*/ 27499 h 142875"/>
                <a:gd name="connsiteX3" fmla="*/ 7144 w 114300"/>
                <a:gd name="connsiteY3" fmla="*/ 119063 h 142875"/>
                <a:gd name="connsiteX4" fmla="*/ 27489 w 114300"/>
                <a:gd name="connsiteY4" fmla="*/ 139417 h 142875"/>
                <a:gd name="connsiteX5" fmla="*/ 88535 w 114300"/>
                <a:gd name="connsiteY5" fmla="*/ 139417 h 142875"/>
                <a:gd name="connsiteX6" fmla="*/ 108880 w 114300"/>
                <a:gd name="connsiteY6" fmla="*/ 119063 h 142875"/>
                <a:gd name="connsiteX7" fmla="*/ 108880 w 114300"/>
                <a:gd name="connsiteY7" fmla="*/ 27499 h 142875"/>
                <a:gd name="connsiteX8" fmla="*/ 88535 w 114300"/>
                <a:gd name="connsiteY8" fmla="*/ 7144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42875">
                  <a:moveTo>
                    <a:pt x="88535" y="7144"/>
                  </a:moveTo>
                  <a:lnTo>
                    <a:pt x="27489" y="7144"/>
                  </a:lnTo>
                  <a:cubicBezTo>
                    <a:pt x="16250" y="7144"/>
                    <a:pt x="7144" y="16259"/>
                    <a:pt x="7144" y="27499"/>
                  </a:cubicBezTo>
                  <a:lnTo>
                    <a:pt x="7144" y="119063"/>
                  </a:lnTo>
                  <a:cubicBezTo>
                    <a:pt x="7153" y="130321"/>
                    <a:pt x="16269" y="139417"/>
                    <a:pt x="27489" y="139417"/>
                  </a:cubicBezTo>
                  <a:lnTo>
                    <a:pt x="88535" y="139417"/>
                  </a:lnTo>
                  <a:cubicBezTo>
                    <a:pt x="99774" y="139417"/>
                    <a:pt x="108880" y="130321"/>
                    <a:pt x="108880" y="119063"/>
                  </a:cubicBezTo>
                  <a:lnTo>
                    <a:pt x="108880" y="27499"/>
                  </a:lnTo>
                  <a:cubicBezTo>
                    <a:pt x="108890" y="16259"/>
                    <a:pt x="99784" y="7144"/>
                    <a:pt x="88535" y="7144"/>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B61CF4EF-B0F5-6CBF-D7CC-53B1332C7573}"/>
                </a:ext>
              </a:extLst>
            </p:cNvPr>
            <p:cNvSpPr/>
            <p:nvPr/>
          </p:nvSpPr>
          <p:spPr>
            <a:xfrm>
              <a:off x="8108605" y="3042161"/>
              <a:ext cx="114300" cy="209550"/>
            </a:xfrm>
            <a:custGeom>
              <a:avLst/>
              <a:gdLst>
                <a:gd name="connsiteX0" fmla="*/ 88535 w 114300"/>
                <a:gd name="connsiteY0" fmla="*/ 7144 h 209550"/>
                <a:gd name="connsiteX1" fmla="*/ 27489 w 114300"/>
                <a:gd name="connsiteY1" fmla="*/ 7144 h 209550"/>
                <a:gd name="connsiteX2" fmla="*/ 7144 w 114300"/>
                <a:gd name="connsiteY2" fmla="*/ 27499 h 209550"/>
                <a:gd name="connsiteX3" fmla="*/ 7144 w 114300"/>
                <a:gd name="connsiteY3" fmla="*/ 190290 h 209550"/>
                <a:gd name="connsiteX4" fmla="*/ 27489 w 114300"/>
                <a:gd name="connsiteY4" fmla="*/ 210645 h 209550"/>
                <a:gd name="connsiteX5" fmla="*/ 88535 w 114300"/>
                <a:gd name="connsiteY5" fmla="*/ 210645 h 209550"/>
                <a:gd name="connsiteX6" fmla="*/ 108890 w 114300"/>
                <a:gd name="connsiteY6" fmla="*/ 190290 h 209550"/>
                <a:gd name="connsiteX7" fmla="*/ 108890 w 114300"/>
                <a:gd name="connsiteY7" fmla="*/ 27470 h 209550"/>
                <a:gd name="connsiteX8" fmla="*/ 88535 w 114300"/>
                <a:gd name="connsiteY8" fmla="*/ 7144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209550">
                  <a:moveTo>
                    <a:pt x="88535" y="7144"/>
                  </a:moveTo>
                  <a:lnTo>
                    <a:pt x="27489" y="7144"/>
                  </a:lnTo>
                  <a:cubicBezTo>
                    <a:pt x="16250" y="7144"/>
                    <a:pt x="7144" y="16259"/>
                    <a:pt x="7144" y="27499"/>
                  </a:cubicBezTo>
                  <a:lnTo>
                    <a:pt x="7144" y="190290"/>
                  </a:lnTo>
                  <a:cubicBezTo>
                    <a:pt x="7144" y="201549"/>
                    <a:pt x="16259" y="210645"/>
                    <a:pt x="27489" y="210645"/>
                  </a:cubicBezTo>
                  <a:lnTo>
                    <a:pt x="88535" y="210645"/>
                  </a:lnTo>
                  <a:cubicBezTo>
                    <a:pt x="99774" y="210645"/>
                    <a:pt x="108890" y="201549"/>
                    <a:pt x="108890" y="190290"/>
                  </a:cubicBezTo>
                  <a:lnTo>
                    <a:pt x="108890" y="27470"/>
                  </a:lnTo>
                  <a:cubicBezTo>
                    <a:pt x="108890" y="16259"/>
                    <a:pt x="99784" y="7144"/>
                    <a:pt x="88535" y="7144"/>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FC58F9B-5993-4DFF-BF59-4CD7C4E62AD5}"/>
                </a:ext>
              </a:extLst>
            </p:cNvPr>
            <p:cNvSpPr/>
            <p:nvPr/>
          </p:nvSpPr>
          <p:spPr>
            <a:xfrm>
              <a:off x="8266405" y="2960760"/>
              <a:ext cx="114300" cy="295275"/>
            </a:xfrm>
            <a:custGeom>
              <a:avLst/>
              <a:gdLst>
                <a:gd name="connsiteX0" fmla="*/ 88535 w 114300"/>
                <a:gd name="connsiteY0" fmla="*/ 7144 h 295275"/>
                <a:gd name="connsiteX1" fmla="*/ 27499 w 114300"/>
                <a:gd name="connsiteY1" fmla="*/ 7144 h 295275"/>
                <a:gd name="connsiteX2" fmla="*/ 7144 w 114300"/>
                <a:gd name="connsiteY2" fmla="*/ 27489 h 295275"/>
                <a:gd name="connsiteX3" fmla="*/ 7144 w 114300"/>
                <a:gd name="connsiteY3" fmla="*/ 271672 h 295275"/>
                <a:gd name="connsiteX4" fmla="*/ 27499 w 114300"/>
                <a:gd name="connsiteY4" fmla="*/ 292027 h 295275"/>
                <a:gd name="connsiteX5" fmla="*/ 88535 w 114300"/>
                <a:gd name="connsiteY5" fmla="*/ 292027 h 295275"/>
                <a:gd name="connsiteX6" fmla="*/ 108890 w 114300"/>
                <a:gd name="connsiteY6" fmla="*/ 271672 h 295275"/>
                <a:gd name="connsiteX7" fmla="*/ 108890 w 114300"/>
                <a:gd name="connsiteY7" fmla="*/ 27499 h 295275"/>
                <a:gd name="connsiteX8" fmla="*/ 88535 w 114300"/>
                <a:gd name="connsiteY8" fmla="*/ 7144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295275">
                  <a:moveTo>
                    <a:pt x="88535" y="7144"/>
                  </a:moveTo>
                  <a:lnTo>
                    <a:pt x="27499" y="7144"/>
                  </a:lnTo>
                  <a:cubicBezTo>
                    <a:pt x="16250" y="7144"/>
                    <a:pt x="7144" y="16259"/>
                    <a:pt x="7144" y="27489"/>
                  </a:cubicBezTo>
                  <a:lnTo>
                    <a:pt x="7144" y="271672"/>
                  </a:lnTo>
                  <a:cubicBezTo>
                    <a:pt x="7144" y="282931"/>
                    <a:pt x="16259" y="292027"/>
                    <a:pt x="27499" y="292027"/>
                  </a:cubicBezTo>
                  <a:lnTo>
                    <a:pt x="88535" y="292027"/>
                  </a:lnTo>
                  <a:cubicBezTo>
                    <a:pt x="99784" y="292027"/>
                    <a:pt x="108890" y="282931"/>
                    <a:pt x="108890" y="271672"/>
                  </a:cubicBezTo>
                  <a:lnTo>
                    <a:pt x="108890" y="27499"/>
                  </a:lnTo>
                  <a:cubicBezTo>
                    <a:pt x="108899" y="16259"/>
                    <a:pt x="99784" y="7144"/>
                    <a:pt x="88535" y="7144"/>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BB1C1ACD-A35E-B55D-90DE-8CB24F006914}"/>
                </a:ext>
              </a:extLst>
            </p:cNvPr>
            <p:cNvSpPr/>
            <p:nvPr/>
          </p:nvSpPr>
          <p:spPr>
            <a:xfrm>
              <a:off x="7945828" y="2891701"/>
              <a:ext cx="295275" cy="180975"/>
            </a:xfrm>
            <a:custGeom>
              <a:avLst/>
              <a:gdLst>
                <a:gd name="connsiteX0" fmla="*/ 287087 w 295275"/>
                <a:gd name="connsiteY0" fmla="*/ 17920 h 180975"/>
                <a:gd name="connsiteX1" fmla="*/ 236557 w 295275"/>
                <a:gd name="connsiteY1" fmla="*/ 7356 h 180975"/>
                <a:gd name="connsiteX2" fmla="*/ 226337 w 295275"/>
                <a:gd name="connsiteY2" fmla="*/ 11205 h 180975"/>
                <a:gd name="connsiteX3" fmla="*/ 225499 w 295275"/>
                <a:gd name="connsiteY3" fmla="*/ 22101 h 180975"/>
                <a:gd name="connsiteX4" fmla="*/ 236700 w 295275"/>
                <a:gd name="connsiteY4" fmla="*/ 43161 h 180975"/>
                <a:gd name="connsiteX5" fmla="*/ 12653 w 295275"/>
                <a:gd name="connsiteY5" fmla="*/ 158728 h 180975"/>
                <a:gd name="connsiteX6" fmla="*/ 8281 w 295275"/>
                <a:gd name="connsiteY6" fmla="*/ 172425 h 180975"/>
                <a:gd name="connsiteX7" fmla="*/ 17330 w 295275"/>
                <a:gd name="connsiteY7" fmla="*/ 177930 h 180975"/>
                <a:gd name="connsiteX8" fmla="*/ 21988 w 295275"/>
                <a:gd name="connsiteY8" fmla="*/ 176797 h 180975"/>
                <a:gd name="connsiteX9" fmla="*/ 246244 w 295275"/>
                <a:gd name="connsiteY9" fmla="*/ 61116 h 180975"/>
                <a:gd name="connsiteX10" fmla="*/ 256522 w 295275"/>
                <a:gd name="connsiteY10" fmla="*/ 80432 h 180975"/>
                <a:gd name="connsiteX11" fmla="*/ 265504 w 295275"/>
                <a:gd name="connsiteY11" fmla="*/ 85833 h 180975"/>
                <a:gd name="connsiteX12" fmla="*/ 266018 w 295275"/>
                <a:gd name="connsiteY12" fmla="*/ 85814 h 180975"/>
                <a:gd name="connsiteX13" fmla="*/ 274924 w 295275"/>
                <a:gd name="connsiteY13" fmla="*/ 79499 h 180975"/>
                <a:gd name="connsiteX14" fmla="*/ 294441 w 295275"/>
                <a:gd name="connsiteY14" fmla="*/ 31702 h 180975"/>
                <a:gd name="connsiteX15" fmla="*/ 294003 w 295275"/>
                <a:gd name="connsiteY15" fmla="*/ 23082 h 180975"/>
                <a:gd name="connsiteX16" fmla="*/ 287087 w 295275"/>
                <a:gd name="connsiteY16" fmla="*/ 1792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95275" h="180975">
                  <a:moveTo>
                    <a:pt x="287087" y="17920"/>
                  </a:moveTo>
                  <a:lnTo>
                    <a:pt x="236557" y="7356"/>
                  </a:lnTo>
                  <a:cubicBezTo>
                    <a:pt x="232690" y="6556"/>
                    <a:pt x="228709" y="8052"/>
                    <a:pt x="226337" y="11205"/>
                  </a:cubicBezTo>
                  <a:cubicBezTo>
                    <a:pt x="223965" y="14367"/>
                    <a:pt x="223641" y="18605"/>
                    <a:pt x="225499" y="22101"/>
                  </a:cubicBezTo>
                  <a:lnTo>
                    <a:pt x="236700" y="43161"/>
                  </a:lnTo>
                  <a:lnTo>
                    <a:pt x="12653" y="158728"/>
                  </a:lnTo>
                  <a:cubicBezTo>
                    <a:pt x="7662" y="161309"/>
                    <a:pt x="5700" y="167453"/>
                    <a:pt x="8281" y="172425"/>
                  </a:cubicBezTo>
                  <a:cubicBezTo>
                    <a:pt x="10091" y="175920"/>
                    <a:pt x="13644" y="177930"/>
                    <a:pt x="17330" y="177930"/>
                  </a:cubicBezTo>
                  <a:cubicBezTo>
                    <a:pt x="18901" y="177930"/>
                    <a:pt x="20492" y="177578"/>
                    <a:pt x="21988" y="176797"/>
                  </a:cubicBezTo>
                  <a:lnTo>
                    <a:pt x="246244" y="61116"/>
                  </a:lnTo>
                  <a:lnTo>
                    <a:pt x="256522" y="80432"/>
                  </a:lnTo>
                  <a:cubicBezTo>
                    <a:pt x="258293" y="83766"/>
                    <a:pt x="261751" y="85833"/>
                    <a:pt x="265504" y="85833"/>
                  </a:cubicBezTo>
                  <a:cubicBezTo>
                    <a:pt x="265675" y="85833"/>
                    <a:pt x="265837" y="85823"/>
                    <a:pt x="266018" y="85814"/>
                  </a:cubicBezTo>
                  <a:cubicBezTo>
                    <a:pt x="269961" y="85614"/>
                    <a:pt x="273438" y="83156"/>
                    <a:pt x="274924" y="79499"/>
                  </a:cubicBezTo>
                  <a:lnTo>
                    <a:pt x="294441" y="31702"/>
                  </a:lnTo>
                  <a:cubicBezTo>
                    <a:pt x="295584" y="28902"/>
                    <a:pt x="295431" y="25749"/>
                    <a:pt x="294003" y="23082"/>
                  </a:cubicBezTo>
                  <a:cubicBezTo>
                    <a:pt x="292564" y="20444"/>
                    <a:pt x="290040" y="18548"/>
                    <a:pt x="287087" y="17920"/>
                  </a:cubicBezTo>
                  <a:close/>
                </a:path>
              </a:pathLst>
            </a:custGeom>
            <a:grpFill/>
            <a:ln w="9525" cap="flat">
              <a:noFill/>
              <a:prstDash val="solid"/>
              <a:miter/>
            </a:ln>
          </p:spPr>
          <p:txBody>
            <a:bodyPr rtlCol="0" anchor="ctr"/>
            <a:lstStyle/>
            <a:p>
              <a:endParaRPr lang="en-US"/>
            </a:p>
          </p:txBody>
        </p:sp>
      </p:grpSp>
      <p:sp>
        <p:nvSpPr>
          <p:cNvPr id="148" name="TextBox 147">
            <a:extLst>
              <a:ext uri="{FF2B5EF4-FFF2-40B4-BE49-F238E27FC236}">
                <a16:creationId xmlns:a16="http://schemas.microsoft.com/office/drawing/2014/main" id="{E9C55D02-F5E0-CF0C-B44C-544CA4B8A2F1}"/>
              </a:ext>
            </a:extLst>
          </p:cNvPr>
          <p:cNvSpPr txBox="1"/>
          <p:nvPr/>
        </p:nvSpPr>
        <p:spPr>
          <a:xfrm>
            <a:off x="6788712" y="3105116"/>
            <a:ext cx="3486081" cy="276999"/>
          </a:xfrm>
          <a:prstGeom prst="rect">
            <a:avLst/>
          </a:prstGeom>
          <a:noFill/>
        </p:spPr>
        <p:txBody>
          <a:bodyPr wrap="square" rtlCol="0">
            <a:spAutoFit/>
          </a:bodyPr>
          <a:lstStyle/>
          <a:p>
            <a:pPr algn="r"/>
            <a:r>
              <a:rPr lang="ar-LY" sz="1200" dirty="0">
                <a:solidFill>
                  <a:schemeClr val="bg1"/>
                </a:solidFill>
                <a:latin typeface="Montserrat" panose="020B0604020202020204" charset="0"/>
              </a:rPr>
              <a:t>عدد المشتركين الجدد المحقق خلال شهر اكتوبر من سنة 2023</a:t>
            </a:r>
            <a:endParaRPr lang="en-US" sz="1200" dirty="0">
              <a:solidFill>
                <a:schemeClr val="bg1"/>
              </a:solidFill>
              <a:latin typeface="Montserrat" panose="020B0604020202020204" charset="0"/>
            </a:endParaRPr>
          </a:p>
        </p:txBody>
      </p:sp>
      <p:sp>
        <p:nvSpPr>
          <p:cNvPr id="149" name="TextBox 148">
            <a:extLst>
              <a:ext uri="{FF2B5EF4-FFF2-40B4-BE49-F238E27FC236}">
                <a16:creationId xmlns:a16="http://schemas.microsoft.com/office/drawing/2014/main" id="{7450EE5E-F283-C897-CE90-BDD837421DE9}"/>
              </a:ext>
            </a:extLst>
          </p:cNvPr>
          <p:cNvSpPr txBox="1"/>
          <p:nvPr/>
        </p:nvSpPr>
        <p:spPr>
          <a:xfrm>
            <a:off x="7967902" y="3459098"/>
            <a:ext cx="1323227" cy="276999"/>
          </a:xfrm>
          <a:prstGeom prst="rect">
            <a:avLst/>
          </a:prstGeom>
          <a:noFill/>
        </p:spPr>
        <p:txBody>
          <a:bodyPr wrap="square" rtlCol="0">
            <a:spAutoFit/>
          </a:bodyPr>
          <a:lstStyle/>
          <a:p>
            <a:r>
              <a:rPr lang="ar-LY" sz="1200" b="1" dirty="0">
                <a:solidFill>
                  <a:schemeClr val="bg1"/>
                </a:solidFill>
                <a:latin typeface="Montserrat" panose="020B0604020202020204" charset="0"/>
              </a:rPr>
              <a:t>77,795  مشترك</a:t>
            </a:r>
            <a:endParaRPr lang="en-US" sz="1200" b="1" dirty="0">
              <a:solidFill>
                <a:schemeClr val="bg1"/>
              </a:solidFill>
              <a:latin typeface="Montserrat" panose="020B0604020202020204" charset="0"/>
            </a:endParaRPr>
          </a:p>
        </p:txBody>
      </p:sp>
      <p:sp>
        <p:nvSpPr>
          <p:cNvPr id="150" name="Title 1">
            <a:extLst>
              <a:ext uri="{FF2B5EF4-FFF2-40B4-BE49-F238E27FC236}">
                <a16:creationId xmlns:a16="http://schemas.microsoft.com/office/drawing/2014/main" id="{3F019C2B-1C17-0A30-3E83-E5436051F031}"/>
              </a:ext>
            </a:extLst>
          </p:cNvPr>
          <p:cNvSpPr>
            <a:spLocks noGrp="1"/>
          </p:cNvSpPr>
          <p:nvPr>
            <p:ph type="title"/>
          </p:nvPr>
        </p:nvSpPr>
        <p:spPr>
          <a:xfrm>
            <a:off x="1336401" y="210481"/>
            <a:ext cx="10515600" cy="1043874"/>
          </a:xfrm>
        </p:spPr>
        <p:txBody>
          <a:bodyPr vert="horz">
            <a:normAutofit/>
          </a:bodyPr>
          <a:lstStyle/>
          <a:p>
            <a:r>
              <a:rPr lang="ar-LY" sz="3600" b="1" dirty="0">
                <a:cs typeface="Tajawal Medium" panose="00000600000000000000" pitchFamily="2" charset="-78"/>
              </a:rPr>
              <a:t>المؤشرات العامة</a:t>
            </a:r>
            <a:br>
              <a:rPr lang="ar-LY" dirty="0"/>
            </a:br>
            <a:endParaRPr lang="en-US" sz="2000" dirty="0"/>
          </a:p>
        </p:txBody>
      </p:sp>
      <p:sp>
        <p:nvSpPr>
          <p:cNvPr id="151" name="Graphic 24">
            <a:extLst>
              <a:ext uri="{FF2B5EF4-FFF2-40B4-BE49-F238E27FC236}">
                <a16:creationId xmlns:a16="http://schemas.microsoft.com/office/drawing/2014/main" id="{74C78680-B20B-80FD-0AC0-1FD1D1294CD6}"/>
              </a:ext>
            </a:extLst>
          </p:cNvPr>
          <p:cNvSpPr/>
          <p:nvPr/>
        </p:nvSpPr>
        <p:spPr>
          <a:xfrm>
            <a:off x="9731424" y="2189820"/>
            <a:ext cx="539350" cy="428956"/>
          </a:xfrm>
          <a:custGeom>
            <a:avLst/>
            <a:gdLst>
              <a:gd name="connsiteX0" fmla="*/ 4375309 w 4886325"/>
              <a:gd name="connsiteY0" fmla="*/ 2117884 h 3886200"/>
              <a:gd name="connsiteX1" fmla="*/ 4057174 w 4886325"/>
              <a:gd name="connsiteY1" fmla="*/ 2041684 h 3886200"/>
              <a:gd name="connsiteX2" fmla="*/ 4057174 w 4886325"/>
              <a:gd name="connsiteY2" fmla="*/ 1915954 h 3886200"/>
              <a:gd name="connsiteX3" fmla="*/ 4350544 w 4886325"/>
              <a:gd name="connsiteY3" fmla="*/ 1384459 h 3886200"/>
              <a:gd name="connsiteX4" fmla="*/ 4350544 w 4886325"/>
              <a:gd name="connsiteY4" fmla="*/ 1029176 h 3886200"/>
              <a:gd name="connsiteX5" fmla="*/ 3721894 w 4886325"/>
              <a:gd name="connsiteY5" fmla="*/ 400526 h 3886200"/>
              <a:gd name="connsiteX6" fmla="*/ 3251359 w 4886325"/>
              <a:gd name="connsiteY6" fmla="*/ 612934 h 3886200"/>
              <a:gd name="connsiteX7" fmla="*/ 2446496 w 4886325"/>
              <a:gd name="connsiteY7" fmla="*/ 7144 h 3886200"/>
              <a:gd name="connsiteX8" fmla="*/ 2446496 w 4886325"/>
              <a:gd name="connsiteY8" fmla="*/ 7144 h 3886200"/>
              <a:gd name="connsiteX9" fmla="*/ 1640681 w 4886325"/>
              <a:gd name="connsiteY9" fmla="*/ 614839 h 3886200"/>
              <a:gd name="connsiteX10" fmla="*/ 1169194 w 4886325"/>
              <a:gd name="connsiteY10" fmla="*/ 400526 h 3886200"/>
              <a:gd name="connsiteX11" fmla="*/ 540544 w 4886325"/>
              <a:gd name="connsiteY11" fmla="*/ 1029176 h 3886200"/>
              <a:gd name="connsiteX12" fmla="*/ 540544 w 4886325"/>
              <a:gd name="connsiteY12" fmla="*/ 1384459 h 3886200"/>
              <a:gd name="connsiteX13" fmla="*/ 833914 w 4886325"/>
              <a:gd name="connsiteY13" fmla="*/ 1915954 h 3886200"/>
              <a:gd name="connsiteX14" fmla="*/ 833914 w 4886325"/>
              <a:gd name="connsiteY14" fmla="*/ 2041684 h 3886200"/>
              <a:gd name="connsiteX15" fmla="*/ 515779 w 4886325"/>
              <a:gd name="connsiteY15" fmla="*/ 2117884 h 3886200"/>
              <a:gd name="connsiteX16" fmla="*/ 7144 w 4886325"/>
              <a:gd name="connsiteY16" fmla="*/ 2762726 h 3886200"/>
              <a:gd name="connsiteX17" fmla="*/ 7144 w 4886325"/>
              <a:gd name="connsiteY17" fmla="*/ 3402806 h 3886200"/>
              <a:gd name="connsiteX18" fmla="*/ 102394 w 4886325"/>
              <a:gd name="connsiteY18" fmla="*/ 3498056 h 3886200"/>
              <a:gd name="connsiteX19" fmla="*/ 864394 w 4886325"/>
              <a:gd name="connsiteY19" fmla="*/ 3498056 h 3886200"/>
              <a:gd name="connsiteX20" fmla="*/ 864394 w 4886325"/>
              <a:gd name="connsiteY20" fmla="*/ 3783806 h 3886200"/>
              <a:gd name="connsiteX21" fmla="*/ 959644 w 4886325"/>
              <a:gd name="connsiteY21" fmla="*/ 3879056 h 3886200"/>
              <a:gd name="connsiteX22" fmla="*/ 2004536 w 4886325"/>
              <a:gd name="connsiteY22" fmla="*/ 3879056 h 3886200"/>
              <a:gd name="connsiteX23" fmla="*/ 2099786 w 4886325"/>
              <a:gd name="connsiteY23" fmla="*/ 3783806 h 3886200"/>
              <a:gd name="connsiteX24" fmla="*/ 2004536 w 4886325"/>
              <a:gd name="connsiteY24" fmla="*/ 3688556 h 3886200"/>
              <a:gd name="connsiteX25" fmla="*/ 1578769 w 4886325"/>
              <a:gd name="connsiteY25" fmla="*/ 3688556 h 3886200"/>
              <a:gd name="connsiteX26" fmla="*/ 1578769 w 4886325"/>
              <a:gd name="connsiteY26" fmla="*/ 3269456 h 3886200"/>
              <a:gd name="connsiteX27" fmla="*/ 1483519 w 4886325"/>
              <a:gd name="connsiteY27" fmla="*/ 3174206 h 3886200"/>
              <a:gd name="connsiteX28" fmla="*/ 1388269 w 4886325"/>
              <a:gd name="connsiteY28" fmla="*/ 3269456 h 3886200"/>
              <a:gd name="connsiteX29" fmla="*/ 1388269 w 4886325"/>
              <a:gd name="connsiteY29" fmla="*/ 3688556 h 3886200"/>
              <a:gd name="connsiteX30" fmla="*/ 1054894 w 4886325"/>
              <a:gd name="connsiteY30" fmla="*/ 3688556 h 3886200"/>
              <a:gd name="connsiteX31" fmla="*/ 1054894 w 4886325"/>
              <a:gd name="connsiteY31" fmla="*/ 3258979 h 3886200"/>
              <a:gd name="connsiteX32" fmla="*/ 1588294 w 4886325"/>
              <a:gd name="connsiteY32" fmla="*/ 2582704 h 3886200"/>
              <a:gd name="connsiteX33" fmla="*/ 2056924 w 4886325"/>
              <a:gd name="connsiteY33" fmla="*/ 2470309 h 3886200"/>
              <a:gd name="connsiteX34" fmla="*/ 2357914 w 4886325"/>
              <a:gd name="connsiteY34" fmla="*/ 3156109 h 3886200"/>
              <a:gd name="connsiteX35" fmla="*/ 2445544 w 4886325"/>
              <a:gd name="connsiteY35" fmla="*/ 3213259 h 3886200"/>
              <a:gd name="connsiteX36" fmla="*/ 2445544 w 4886325"/>
              <a:gd name="connsiteY36" fmla="*/ 3213259 h 3886200"/>
              <a:gd name="connsiteX37" fmla="*/ 2533174 w 4886325"/>
              <a:gd name="connsiteY37" fmla="*/ 3156109 h 3886200"/>
              <a:gd name="connsiteX38" fmla="*/ 2834164 w 4886325"/>
              <a:gd name="connsiteY38" fmla="*/ 2471261 h 3886200"/>
              <a:gd name="connsiteX39" fmla="*/ 3300889 w 4886325"/>
              <a:gd name="connsiteY39" fmla="*/ 2582704 h 3886200"/>
              <a:gd name="connsiteX40" fmla="*/ 3835241 w 4886325"/>
              <a:gd name="connsiteY40" fmla="*/ 3258979 h 3886200"/>
              <a:gd name="connsiteX41" fmla="*/ 3835241 w 4886325"/>
              <a:gd name="connsiteY41" fmla="*/ 3365659 h 3886200"/>
              <a:gd name="connsiteX42" fmla="*/ 3827621 w 4886325"/>
              <a:gd name="connsiteY42" fmla="*/ 3402806 h 3886200"/>
              <a:gd name="connsiteX43" fmla="*/ 3835241 w 4886325"/>
              <a:gd name="connsiteY43" fmla="*/ 3439954 h 3886200"/>
              <a:gd name="connsiteX44" fmla="*/ 3835241 w 4886325"/>
              <a:gd name="connsiteY44" fmla="*/ 3688556 h 3886200"/>
              <a:gd name="connsiteX45" fmla="*/ 3502819 w 4886325"/>
              <a:gd name="connsiteY45" fmla="*/ 3688556 h 3886200"/>
              <a:gd name="connsiteX46" fmla="*/ 3502819 w 4886325"/>
              <a:gd name="connsiteY46" fmla="*/ 3269456 h 3886200"/>
              <a:gd name="connsiteX47" fmla="*/ 3407569 w 4886325"/>
              <a:gd name="connsiteY47" fmla="*/ 3174206 h 3886200"/>
              <a:gd name="connsiteX48" fmla="*/ 3312319 w 4886325"/>
              <a:gd name="connsiteY48" fmla="*/ 3269456 h 3886200"/>
              <a:gd name="connsiteX49" fmla="*/ 3312319 w 4886325"/>
              <a:gd name="connsiteY49" fmla="*/ 3688556 h 3886200"/>
              <a:gd name="connsiteX50" fmla="*/ 2845594 w 4886325"/>
              <a:gd name="connsiteY50" fmla="*/ 3688556 h 3886200"/>
              <a:gd name="connsiteX51" fmla="*/ 2750344 w 4886325"/>
              <a:gd name="connsiteY51" fmla="*/ 3783806 h 3886200"/>
              <a:gd name="connsiteX52" fmla="*/ 2845594 w 4886325"/>
              <a:gd name="connsiteY52" fmla="*/ 3879056 h 3886200"/>
              <a:gd name="connsiteX53" fmla="*/ 3929539 w 4886325"/>
              <a:gd name="connsiteY53" fmla="*/ 3879056 h 3886200"/>
              <a:gd name="connsiteX54" fmla="*/ 4024789 w 4886325"/>
              <a:gd name="connsiteY54" fmla="*/ 3783806 h 3886200"/>
              <a:gd name="connsiteX55" fmla="*/ 4024789 w 4886325"/>
              <a:gd name="connsiteY55" fmla="*/ 3498056 h 3886200"/>
              <a:gd name="connsiteX56" fmla="*/ 4788694 w 4886325"/>
              <a:gd name="connsiteY56" fmla="*/ 3498056 h 3886200"/>
              <a:gd name="connsiteX57" fmla="*/ 4883944 w 4886325"/>
              <a:gd name="connsiteY57" fmla="*/ 3402806 h 3886200"/>
              <a:gd name="connsiteX58" fmla="*/ 4883944 w 4886325"/>
              <a:gd name="connsiteY58" fmla="*/ 2762726 h 3886200"/>
              <a:gd name="connsiteX59" fmla="*/ 4375309 w 4886325"/>
              <a:gd name="connsiteY59" fmla="*/ 2117884 h 3886200"/>
              <a:gd name="connsiteX60" fmla="*/ 3721894 w 4886325"/>
              <a:gd name="connsiteY60" fmla="*/ 591026 h 3886200"/>
              <a:gd name="connsiteX61" fmla="*/ 4160044 w 4886325"/>
              <a:gd name="connsiteY61" fmla="*/ 1029176 h 3886200"/>
              <a:gd name="connsiteX62" fmla="*/ 4160044 w 4886325"/>
              <a:gd name="connsiteY62" fmla="*/ 1052989 h 3886200"/>
              <a:gd name="connsiteX63" fmla="*/ 4160044 w 4886325"/>
              <a:gd name="connsiteY63" fmla="*/ 1062514 h 3886200"/>
              <a:gd name="connsiteX64" fmla="*/ 3887629 w 4886325"/>
              <a:gd name="connsiteY64" fmla="*/ 1062514 h 3886200"/>
              <a:gd name="connsiteX65" fmla="*/ 3301841 w 4886325"/>
              <a:gd name="connsiteY65" fmla="*/ 906304 h 3886200"/>
              <a:gd name="connsiteX66" fmla="*/ 3721894 w 4886325"/>
              <a:gd name="connsiteY66" fmla="*/ 591026 h 3886200"/>
              <a:gd name="connsiteX67" fmla="*/ 3283744 w 4886325"/>
              <a:gd name="connsiteY67" fmla="*/ 1369219 h 3886200"/>
              <a:gd name="connsiteX68" fmla="*/ 3284696 w 4886325"/>
              <a:gd name="connsiteY68" fmla="*/ 1112996 h 3886200"/>
              <a:gd name="connsiteX69" fmla="*/ 3887629 w 4886325"/>
              <a:gd name="connsiteY69" fmla="*/ 1253014 h 3886200"/>
              <a:gd name="connsiteX70" fmla="*/ 4160044 w 4886325"/>
              <a:gd name="connsiteY70" fmla="*/ 1253014 h 3886200"/>
              <a:gd name="connsiteX71" fmla="*/ 4160044 w 4886325"/>
              <a:gd name="connsiteY71" fmla="*/ 1384459 h 3886200"/>
              <a:gd name="connsiteX72" fmla="*/ 3721894 w 4886325"/>
              <a:gd name="connsiteY72" fmla="*/ 1822609 h 3886200"/>
              <a:gd name="connsiteX73" fmla="*/ 3283744 w 4886325"/>
              <a:gd name="connsiteY73" fmla="*/ 1384459 h 3886200"/>
              <a:gd name="connsiteX74" fmla="*/ 3283744 w 4886325"/>
              <a:gd name="connsiteY74" fmla="*/ 1369219 h 3886200"/>
              <a:gd name="connsiteX75" fmla="*/ 3283744 w 4886325"/>
              <a:gd name="connsiteY75" fmla="*/ 1369219 h 3886200"/>
              <a:gd name="connsiteX76" fmla="*/ 1798796 w 4886325"/>
              <a:gd name="connsiteY76" fmla="*/ 845344 h 3886200"/>
              <a:gd name="connsiteX77" fmla="*/ 2446496 w 4886325"/>
              <a:gd name="connsiteY77" fmla="*/ 197644 h 3886200"/>
              <a:gd name="connsiteX78" fmla="*/ 3094196 w 4886325"/>
              <a:gd name="connsiteY78" fmla="*/ 845344 h 3886200"/>
              <a:gd name="connsiteX79" fmla="*/ 3094196 w 4886325"/>
              <a:gd name="connsiteY79" fmla="*/ 857726 h 3886200"/>
              <a:gd name="connsiteX80" fmla="*/ 2740819 w 4886325"/>
              <a:gd name="connsiteY80" fmla="*/ 650081 h 3886200"/>
              <a:gd name="connsiteX81" fmla="*/ 2619851 w 4886325"/>
              <a:gd name="connsiteY81" fmla="*/ 671036 h 3886200"/>
              <a:gd name="connsiteX82" fmla="*/ 2067401 w 4886325"/>
              <a:gd name="connsiteY82" fmla="*/ 929164 h 3886200"/>
              <a:gd name="connsiteX83" fmla="*/ 1799749 w 4886325"/>
              <a:gd name="connsiteY83" fmla="*/ 929164 h 3886200"/>
              <a:gd name="connsiteX84" fmla="*/ 1799749 w 4886325"/>
              <a:gd name="connsiteY84" fmla="*/ 845344 h 3886200"/>
              <a:gd name="connsiteX85" fmla="*/ 731044 w 4886325"/>
              <a:gd name="connsiteY85" fmla="*/ 1052989 h 3886200"/>
              <a:gd name="connsiteX86" fmla="*/ 731044 w 4886325"/>
              <a:gd name="connsiteY86" fmla="*/ 1029176 h 3886200"/>
              <a:gd name="connsiteX87" fmla="*/ 1169194 w 4886325"/>
              <a:gd name="connsiteY87" fmla="*/ 591026 h 3886200"/>
              <a:gd name="connsiteX88" fmla="*/ 1589246 w 4886325"/>
              <a:gd name="connsiteY88" fmla="*/ 906304 h 3886200"/>
              <a:gd name="connsiteX89" fmla="*/ 1003459 w 4886325"/>
              <a:gd name="connsiteY89" fmla="*/ 1062514 h 3886200"/>
              <a:gd name="connsiteX90" fmla="*/ 731044 w 4886325"/>
              <a:gd name="connsiteY90" fmla="*/ 1062514 h 3886200"/>
              <a:gd name="connsiteX91" fmla="*/ 731044 w 4886325"/>
              <a:gd name="connsiteY91" fmla="*/ 1052989 h 3886200"/>
              <a:gd name="connsiteX92" fmla="*/ 731044 w 4886325"/>
              <a:gd name="connsiteY92" fmla="*/ 1384459 h 3886200"/>
              <a:gd name="connsiteX93" fmla="*/ 731044 w 4886325"/>
              <a:gd name="connsiteY93" fmla="*/ 1253014 h 3886200"/>
              <a:gd name="connsiteX94" fmla="*/ 1003459 w 4886325"/>
              <a:gd name="connsiteY94" fmla="*/ 1253014 h 3886200"/>
              <a:gd name="connsiteX95" fmla="*/ 1607344 w 4886325"/>
              <a:gd name="connsiteY95" fmla="*/ 1112044 h 3886200"/>
              <a:gd name="connsiteX96" fmla="*/ 1607344 w 4886325"/>
              <a:gd name="connsiteY96" fmla="*/ 1383506 h 3886200"/>
              <a:gd name="connsiteX97" fmla="*/ 1169194 w 4886325"/>
              <a:gd name="connsiteY97" fmla="*/ 1821656 h 3886200"/>
              <a:gd name="connsiteX98" fmla="*/ 731044 w 4886325"/>
              <a:gd name="connsiteY98" fmla="*/ 1384459 h 3886200"/>
              <a:gd name="connsiteX99" fmla="*/ 864394 w 4886325"/>
              <a:gd name="connsiteY99" fmla="*/ 3258979 h 3886200"/>
              <a:gd name="connsiteX100" fmla="*/ 864394 w 4886325"/>
              <a:gd name="connsiteY100" fmla="*/ 3307556 h 3886200"/>
              <a:gd name="connsiteX101" fmla="*/ 578644 w 4886325"/>
              <a:gd name="connsiteY101" fmla="*/ 3307556 h 3886200"/>
              <a:gd name="connsiteX102" fmla="*/ 578644 w 4886325"/>
              <a:gd name="connsiteY102" fmla="*/ 2884646 h 3886200"/>
              <a:gd name="connsiteX103" fmla="*/ 483394 w 4886325"/>
              <a:gd name="connsiteY103" fmla="*/ 2789396 h 3886200"/>
              <a:gd name="connsiteX104" fmla="*/ 388144 w 4886325"/>
              <a:gd name="connsiteY104" fmla="*/ 2884646 h 3886200"/>
              <a:gd name="connsiteX105" fmla="*/ 388144 w 4886325"/>
              <a:gd name="connsiteY105" fmla="*/ 3307556 h 3886200"/>
              <a:gd name="connsiteX106" fmla="*/ 197644 w 4886325"/>
              <a:gd name="connsiteY106" fmla="*/ 3307556 h 3886200"/>
              <a:gd name="connsiteX107" fmla="*/ 197644 w 4886325"/>
              <a:gd name="connsiteY107" fmla="*/ 2762726 h 3886200"/>
              <a:gd name="connsiteX108" fmla="*/ 560546 w 4886325"/>
              <a:gd name="connsiteY108" fmla="*/ 2302669 h 3886200"/>
              <a:gd name="connsiteX109" fmla="*/ 862489 w 4886325"/>
              <a:gd name="connsiteY109" fmla="*/ 2230279 h 3886200"/>
              <a:gd name="connsiteX110" fmla="*/ 1059656 w 4886325"/>
              <a:gd name="connsiteY110" fmla="*/ 2702719 h 3886200"/>
              <a:gd name="connsiteX111" fmla="*/ 864394 w 4886325"/>
              <a:gd name="connsiteY111" fmla="*/ 3258979 h 3886200"/>
              <a:gd name="connsiteX112" fmla="*/ 1169194 w 4886325"/>
              <a:gd name="connsiteY112" fmla="*/ 2471261 h 3886200"/>
              <a:gd name="connsiteX113" fmla="*/ 1024414 w 4886325"/>
              <a:gd name="connsiteY113" fmla="*/ 2124551 h 3886200"/>
              <a:gd name="connsiteX114" fmla="*/ 1024414 w 4886325"/>
              <a:gd name="connsiteY114" fmla="*/ 2117884 h 3886200"/>
              <a:gd name="connsiteX115" fmla="*/ 1024414 w 4886325"/>
              <a:gd name="connsiteY115" fmla="*/ 1996916 h 3886200"/>
              <a:gd name="connsiteX116" fmla="*/ 1169194 w 4886325"/>
              <a:gd name="connsiteY116" fmla="*/ 2014061 h 3886200"/>
              <a:gd name="connsiteX117" fmla="*/ 1313021 w 4886325"/>
              <a:gd name="connsiteY117" fmla="*/ 1996916 h 3886200"/>
              <a:gd name="connsiteX118" fmla="*/ 1313021 w 4886325"/>
              <a:gd name="connsiteY118" fmla="*/ 2112169 h 3886200"/>
              <a:gd name="connsiteX119" fmla="*/ 1313021 w 4886325"/>
              <a:gd name="connsiteY119" fmla="*/ 2117884 h 3886200"/>
              <a:gd name="connsiteX120" fmla="*/ 1313974 w 4886325"/>
              <a:gd name="connsiteY120" fmla="*/ 2126456 h 3886200"/>
              <a:gd name="connsiteX121" fmla="*/ 1169194 w 4886325"/>
              <a:gd name="connsiteY121" fmla="*/ 2471261 h 3886200"/>
              <a:gd name="connsiteX122" fmla="*/ 1543526 w 4886325"/>
              <a:gd name="connsiteY122" fmla="*/ 2397919 h 3886200"/>
              <a:gd name="connsiteX123" fmla="*/ 1382554 w 4886325"/>
              <a:gd name="connsiteY123" fmla="*/ 2453164 h 3886200"/>
              <a:gd name="connsiteX124" fmla="*/ 1474946 w 4886325"/>
              <a:gd name="connsiteY124" fmla="*/ 2231231 h 3886200"/>
              <a:gd name="connsiteX125" fmla="*/ 1776889 w 4886325"/>
              <a:gd name="connsiteY125" fmla="*/ 2303621 h 3886200"/>
              <a:gd name="connsiteX126" fmla="*/ 1845469 w 4886325"/>
              <a:gd name="connsiteY126" fmla="*/ 2325529 h 3886200"/>
              <a:gd name="connsiteX127" fmla="*/ 1543526 w 4886325"/>
              <a:gd name="connsiteY127" fmla="*/ 2397919 h 3886200"/>
              <a:gd name="connsiteX128" fmla="*/ 2016919 w 4886325"/>
              <a:gd name="connsiteY128" fmla="*/ 2198846 h 3886200"/>
              <a:gd name="connsiteX129" fmla="*/ 1822609 w 4886325"/>
              <a:gd name="connsiteY129" fmla="*/ 2117884 h 3886200"/>
              <a:gd name="connsiteX130" fmla="*/ 1503521 w 4886325"/>
              <a:gd name="connsiteY130" fmla="*/ 2041684 h 3886200"/>
              <a:gd name="connsiteX131" fmla="*/ 1503521 w 4886325"/>
              <a:gd name="connsiteY131" fmla="*/ 1916906 h 3886200"/>
              <a:gd name="connsiteX132" fmla="*/ 1700689 w 4886325"/>
              <a:gd name="connsiteY132" fmla="*/ 1720691 h 3886200"/>
              <a:gd name="connsiteX133" fmla="*/ 2016919 w 4886325"/>
              <a:gd name="connsiteY133" fmla="*/ 2058829 h 3886200"/>
              <a:gd name="connsiteX134" fmla="*/ 2016919 w 4886325"/>
              <a:gd name="connsiteY134" fmla="*/ 2198846 h 3886200"/>
              <a:gd name="connsiteX135" fmla="*/ 2682716 w 4886325"/>
              <a:gd name="connsiteY135" fmla="*/ 2340769 h 3886200"/>
              <a:gd name="connsiteX136" fmla="*/ 2444591 w 4886325"/>
              <a:gd name="connsiteY136" fmla="*/ 2881789 h 3886200"/>
              <a:gd name="connsiteX137" fmla="*/ 2206466 w 4886325"/>
              <a:gd name="connsiteY137" fmla="*/ 2339816 h 3886200"/>
              <a:gd name="connsiteX138" fmla="*/ 2206466 w 4886325"/>
              <a:gd name="connsiteY138" fmla="*/ 2143601 h 3886200"/>
              <a:gd name="connsiteX139" fmla="*/ 2445544 w 4886325"/>
              <a:gd name="connsiteY139" fmla="*/ 2178844 h 3886200"/>
              <a:gd name="connsiteX140" fmla="*/ 2681764 w 4886325"/>
              <a:gd name="connsiteY140" fmla="*/ 2144554 h 3886200"/>
              <a:gd name="connsiteX141" fmla="*/ 2682716 w 4886325"/>
              <a:gd name="connsiteY141" fmla="*/ 2340769 h 3886200"/>
              <a:gd name="connsiteX142" fmla="*/ 2682716 w 4886325"/>
              <a:gd name="connsiteY142" fmla="*/ 2340769 h 3886200"/>
              <a:gd name="connsiteX143" fmla="*/ 2446496 w 4886325"/>
              <a:gd name="connsiteY143" fmla="*/ 1987391 h 3886200"/>
              <a:gd name="connsiteX144" fmla="*/ 1798796 w 4886325"/>
              <a:gd name="connsiteY144" fmla="*/ 1339691 h 3886200"/>
              <a:gd name="connsiteX145" fmla="*/ 1798796 w 4886325"/>
              <a:gd name="connsiteY145" fmla="*/ 1119664 h 3886200"/>
              <a:gd name="connsiteX146" fmla="*/ 2066449 w 4886325"/>
              <a:gd name="connsiteY146" fmla="*/ 1119664 h 3886200"/>
              <a:gd name="connsiteX147" fmla="*/ 2710339 w 4886325"/>
              <a:gd name="connsiteY147" fmla="*/ 853916 h 3886200"/>
              <a:gd name="connsiteX148" fmla="*/ 3093244 w 4886325"/>
              <a:gd name="connsiteY148" fmla="*/ 1078706 h 3886200"/>
              <a:gd name="connsiteX149" fmla="*/ 3093244 w 4886325"/>
              <a:gd name="connsiteY149" fmla="*/ 1362551 h 3886200"/>
              <a:gd name="connsiteX150" fmla="*/ 2446496 w 4886325"/>
              <a:gd name="connsiteY150" fmla="*/ 1987391 h 3886200"/>
              <a:gd name="connsiteX151" fmla="*/ 2873216 w 4886325"/>
              <a:gd name="connsiteY151" fmla="*/ 2060734 h 3886200"/>
              <a:gd name="connsiteX152" fmla="*/ 2873216 w 4886325"/>
              <a:gd name="connsiteY152" fmla="*/ 2060734 h 3886200"/>
              <a:gd name="connsiteX153" fmla="*/ 3192304 w 4886325"/>
              <a:gd name="connsiteY153" fmla="*/ 1721644 h 3886200"/>
              <a:gd name="connsiteX154" fmla="*/ 3388519 w 4886325"/>
              <a:gd name="connsiteY154" fmla="*/ 1915954 h 3886200"/>
              <a:gd name="connsiteX155" fmla="*/ 3388519 w 4886325"/>
              <a:gd name="connsiteY155" fmla="*/ 2040731 h 3886200"/>
              <a:gd name="connsiteX156" fmla="*/ 3069431 w 4886325"/>
              <a:gd name="connsiteY156" fmla="*/ 2116931 h 3886200"/>
              <a:gd name="connsiteX157" fmla="*/ 2873216 w 4886325"/>
              <a:gd name="connsiteY157" fmla="*/ 2198846 h 3886200"/>
              <a:gd name="connsiteX158" fmla="*/ 2873216 w 4886325"/>
              <a:gd name="connsiteY158" fmla="*/ 2060734 h 3886200"/>
              <a:gd name="connsiteX159" fmla="*/ 2873216 w 4886325"/>
              <a:gd name="connsiteY159" fmla="*/ 2060734 h 3886200"/>
              <a:gd name="connsiteX160" fmla="*/ 3344704 w 4886325"/>
              <a:gd name="connsiteY160" fmla="*/ 2397919 h 3886200"/>
              <a:gd name="connsiteX161" fmla="*/ 3043714 w 4886325"/>
              <a:gd name="connsiteY161" fmla="*/ 2325529 h 3886200"/>
              <a:gd name="connsiteX162" fmla="*/ 3114199 w 4886325"/>
              <a:gd name="connsiteY162" fmla="*/ 2302669 h 3886200"/>
              <a:gd name="connsiteX163" fmla="*/ 3415189 w 4886325"/>
              <a:gd name="connsiteY163" fmla="*/ 2230279 h 3886200"/>
              <a:gd name="connsiteX164" fmla="*/ 3508534 w 4886325"/>
              <a:gd name="connsiteY164" fmla="*/ 2453164 h 3886200"/>
              <a:gd name="connsiteX165" fmla="*/ 3344704 w 4886325"/>
              <a:gd name="connsiteY165" fmla="*/ 2397919 h 3886200"/>
              <a:gd name="connsiteX166" fmla="*/ 3578066 w 4886325"/>
              <a:gd name="connsiteY166" fmla="*/ 2127409 h 3886200"/>
              <a:gd name="connsiteX167" fmla="*/ 3579019 w 4886325"/>
              <a:gd name="connsiteY167" fmla="*/ 2116931 h 3886200"/>
              <a:gd name="connsiteX168" fmla="*/ 3579019 w 4886325"/>
              <a:gd name="connsiteY168" fmla="*/ 2114074 h 3886200"/>
              <a:gd name="connsiteX169" fmla="*/ 3579019 w 4886325"/>
              <a:gd name="connsiteY169" fmla="*/ 1995964 h 3886200"/>
              <a:gd name="connsiteX170" fmla="*/ 3722846 w 4886325"/>
              <a:gd name="connsiteY170" fmla="*/ 2013109 h 3886200"/>
              <a:gd name="connsiteX171" fmla="*/ 3867626 w 4886325"/>
              <a:gd name="connsiteY171" fmla="*/ 1995964 h 3886200"/>
              <a:gd name="connsiteX172" fmla="*/ 3867626 w 4886325"/>
              <a:gd name="connsiteY172" fmla="*/ 2116931 h 3886200"/>
              <a:gd name="connsiteX173" fmla="*/ 3867626 w 4886325"/>
              <a:gd name="connsiteY173" fmla="*/ 2121694 h 3886200"/>
              <a:gd name="connsiteX174" fmla="*/ 3721894 w 4886325"/>
              <a:gd name="connsiteY174" fmla="*/ 2471261 h 3886200"/>
              <a:gd name="connsiteX175" fmla="*/ 3578066 w 4886325"/>
              <a:gd name="connsiteY175" fmla="*/ 2127409 h 3886200"/>
              <a:gd name="connsiteX176" fmla="*/ 4693444 w 4886325"/>
              <a:gd name="connsiteY176" fmla="*/ 3308509 h 3886200"/>
              <a:gd name="connsiteX177" fmla="*/ 4502944 w 4886325"/>
              <a:gd name="connsiteY177" fmla="*/ 3308509 h 3886200"/>
              <a:gd name="connsiteX178" fmla="*/ 4502944 w 4886325"/>
              <a:gd name="connsiteY178" fmla="*/ 2885599 h 3886200"/>
              <a:gd name="connsiteX179" fmla="*/ 4407694 w 4886325"/>
              <a:gd name="connsiteY179" fmla="*/ 2790349 h 3886200"/>
              <a:gd name="connsiteX180" fmla="*/ 4312444 w 4886325"/>
              <a:gd name="connsiteY180" fmla="*/ 2885599 h 3886200"/>
              <a:gd name="connsiteX181" fmla="*/ 4312444 w 4886325"/>
              <a:gd name="connsiteY181" fmla="*/ 3308509 h 3886200"/>
              <a:gd name="connsiteX182" fmla="*/ 4024789 w 4886325"/>
              <a:gd name="connsiteY182" fmla="*/ 3308509 h 3886200"/>
              <a:gd name="connsiteX183" fmla="*/ 4024789 w 4886325"/>
              <a:gd name="connsiteY183" fmla="*/ 3259931 h 3886200"/>
              <a:gd name="connsiteX184" fmla="*/ 3830479 w 4886325"/>
              <a:gd name="connsiteY184" fmla="*/ 2704624 h 3886200"/>
              <a:gd name="connsiteX185" fmla="*/ 4028599 w 4886325"/>
              <a:gd name="connsiteY185" fmla="*/ 2231231 h 3886200"/>
              <a:gd name="connsiteX186" fmla="*/ 4331494 w 4886325"/>
              <a:gd name="connsiteY186" fmla="*/ 2303621 h 3886200"/>
              <a:gd name="connsiteX187" fmla="*/ 4694397 w 4886325"/>
              <a:gd name="connsiteY187" fmla="*/ 2763679 h 3886200"/>
              <a:gd name="connsiteX188" fmla="*/ 4694397 w 4886325"/>
              <a:gd name="connsiteY188" fmla="*/ 3308509 h 388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4886325" h="3886200">
                <a:moveTo>
                  <a:pt x="4375309" y="2117884"/>
                </a:moveTo>
                <a:lnTo>
                  <a:pt x="4057174" y="2041684"/>
                </a:lnTo>
                <a:lnTo>
                  <a:pt x="4057174" y="1915954"/>
                </a:lnTo>
                <a:cubicBezTo>
                  <a:pt x="4233387" y="1804511"/>
                  <a:pt x="4350544" y="1608296"/>
                  <a:pt x="4350544" y="1384459"/>
                </a:cubicBezTo>
                <a:lnTo>
                  <a:pt x="4350544" y="1029176"/>
                </a:lnTo>
                <a:cubicBezTo>
                  <a:pt x="4350544" y="682466"/>
                  <a:pt x="4068604" y="400526"/>
                  <a:pt x="3721894" y="400526"/>
                </a:cubicBezTo>
                <a:cubicBezTo>
                  <a:pt x="3535204" y="400526"/>
                  <a:pt x="3366611" y="482441"/>
                  <a:pt x="3251359" y="612934"/>
                </a:cubicBezTo>
                <a:cubicBezTo>
                  <a:pt x="3151346" y="263366"/>
                  <a:pt x="2828449" y="7144"/>
                  <a:pt x="2446496" y="7144"/>
                </a:cubicBezTo>
                <a:lnTo>
                  <a:pt x="2446496" y="7144"/>
                </a:lnTo>
                <a:cubicBezTo>
                  <a:pt x="2064544" y="7144"/>
                  <a:pt x="1740694" y="264319"/>
                  <a:pt x="1640681" y="614839"/>
                </a:cubicBezTo>
                <a:cubicBezTo>
                  <a:pt x="1525429" y="483394"/>
                  <a:pt x="1356836" y="400526"/>
                  <a:pt x="1169194" y="400526"/>
                </a:cubicBezTo>
                <a:cubicBezTo>
                  <a:pt x="822484" y="400526"/>
                  <a:pt x="540544" y="682466"/>
                  <a:pt x="540544" y="1029176"/>
                </a:cubicBezTo>
                <a:lnTo>
                  <a:pt x="540544" y="1384459"/>
                </a:lnTo>
                <a:cubicBezTo>
                  <a:pt x="540544" y="1608296"/>
                  <a:pt x="657701" y="1804511"/>
                  <a:pt x="833914" y="1915954"/>
                </a:cubicBezTo>
                <a:lnTo>
                  <a:pt x="833914" y="2041684"/>
                </a:lnTo>
                <a:lnTo>
                  <a:pt x="515779" y="2117884"/>
                </a:lnTo>
                <a:cubicBezTo>
                  <a:pt x="216694" y="2190274"/>
                  <a:pt x="7144" y="2455069"/>
                  <a:pt x="7144" y="2762726"/>
                </a:cubicBezTo>
                <a:lnTo>
                  <a:pt x="7144" y="3402806"/>
                </a:lnTo>
                <a:cubicBezTo>
                  <a:pt x="7144" y="3455194"/>
                  <a:pt x="50006" y="3498056"/>
                  <a:pt x="102394" y="3498056"/>
                </a:cubicBezTo>
                <a:lnTo>
                  <a:pt x="864394" y="3498056"/>
                </a:lnTo>
                <a:lnTo>
                  <a:pt x="864394" y="3783806"/>
                </a:lnTo>
                <a:cubicBezTo>
                  <a:pt x="864394" y="3836194"/>
                  <a:pt x="907256" y="3879056"/>
                  <a:pt x="959644" y="3879056"/>
                </a:cubicBezTo>
                <a:lnTo>
                  <a:pt x="2004536" y="3879056"/>
                </a:lnTo>
                <a:cubicBezTo>
                  <a:pt x="2056924" y="3879056"/>
                  <a:pt x="2099786" y="3836194"/>
                  <a:pt x="2099786" y="3783806"/>
                </a:cubicBezTo>
                <a:cubicBezTo>
                  <a:pt x="2099786" y="3731419"/>
                  <a:pt x="2056924" y="3688556"/>
                  <a:pt x="2004536" y="3688556"/>
                </a:cubicBezTo>
                <a:lnTo>
                  <a:pt x="1578769" y="3688556"/>
                </a:lnTo>
                <a:lnTo>
                  <a:pt x="1578769" y="3269456"/>
                </a:lnTo>
                <a:cubicBezTo>
                  <a:pt x="1578769" y="3217069"/>
                  <a:pt x="1535906" y="3174206"/>
                  <a:pt x="1483519" y="3174206"/>
                </a:cubicBezTo>
                <a:cubicBezTo>
                  <a:pt x="1431131" y="3174206"/>
                  <a:pt x="1388269" y="3217069"/>
                  <a:pt x="1388269" y="3269456"/>
                </a:cubicBezTo>
                <a:lnTo>
                  <a:pt x="1388269" y="3688556"/>
                </a:lnTo>
                <a:lnTo>
                  <a:pt x="1054894" y="3688556"/>
                </a:lnTo>
                <a:lnTo>
                  <a:pt x="1054894" y="3258979"/>
                </a:lnTo>
                <a:cubicBezTo>
                  <a:pt x="1054894" y="2936081"/>
                  <a:pt x="1273969" y="2657951"/>
                  <a:pt x="1588294" y="2582704"/>
                </a:cubicBezTo>
                <a:lnTo>
                  <a:pt x="2056924" y="2470309"/>
                </a:lnTo>
                <a:lnTo>
                  <a:pt x="2357914" y="3156109"/>
                </a:lnTo>
                <a:cubicBezTo>
                  <a:pt x="2373154" y="3190399"/>
                  <a:pt x="2407444" y="3213259"/>
                  <a:pt x="2445544" y="3213259"/>
                </a:cubicBezTo>
                <a:lnTo>
                  <a:pt x="2445544" y="3213259"/>
                </a:lnTo>
                <a:cubicBezTo>
                  <a:pt x="2483644" y="3213259"/>
                  <a:pt x="2517934" y="3191351"/>
                  <a:pt x="2533174" y="3156109"/>
                </a:cubicBezTo>
                <a:lnTo>
                  <a:pt x="2834164" y="2471261"/>
                </a:lnTo>
                <a:lnTo>
                  <a:pt x="3300889" y="2582704"/>
                </a:lnTo>
                <a:cubicBezTo>
                  <a:pt x="3615214" y="2657951"/>
                  <a:pt x="3835241" y="2936081"/>
                  <a:pt x="3835241" y="3258979"/>
                </a:cubicBezTo>
                <a:lnTo>
                  <a:pt x="3835241" y="3365659"/>
                </a:lnTo>
                <a:cubicBezTo>
                  <a:pt x="3830479" y="3377089"/>
                  <a:pt x="3827621" y="3389471"/>
                  <a:pt x="3827621" y="3402806"/>
                </a:cubicBezTo>
                <a:cubicBezTo>
                  <a:pt x="3827621" y="3416141"/>
                  <a:pt x="3830479" y="3428524"/>
                  <a:pt x="3835241" y="3439954"/>
                </a:cubicBezTo>
                <a:lnTo>
                  <a:pt x="3835241" y="3688556"/>
                </a:lnTo>
                <a:lnTo>
                  <a:pt x="3502819" y="3688556"/>
                </a:lnTo>
                <a:lnTo>
                  <a:pt x="3502819" y="3269456"/>
                </a:lnTo>
                <a:cubicBezTo>
                  <a:pt x="3502819" y="3217069"/>
                  <a:pt x="3459956" y="3174206"/>
                  <a:pt x="3407569" y="3174206"/>
                </a:cubicBezTo>
                <a:cubicBezTo>
                  <a:pt x="3355181" y="3174206"/>
                  <a:pt x="3312319" y="3217069"/>
                  <a:pt x="3312319" y="3269456"/>
                </a:cubicBezTo>
                <a:lnTo>
                  <a:pt x="3312319" y="3688556"/>
                </a:lnTo>
                <a:lnTo>
                  <a:pt x="2845594" y="3688556"/>
                </a:lnTo>
                <a:cubicBezTo>
                  <a:pt x="2793206" y="3688556"/>
                  <a:pt x="2750344" y="3731419"/>
                  <a:pt x="2750344" y="3783806"/>
                </a:cubicBezTo>
                <a:cubicBezTo>
                  <a:pt x="2750344" y="3836194"/>
                  <a:pt x="2793206" y="3879056"/>
                  <a:pt x="2845594" y="3879056"/>
                </a:cubicBezTo>
                <a:lnTo>
                  <a:pt x="3929539" y="3879056"/>
                </a:lnTo>
                <a:cubicBezTo>
                  <a:pt x="3981926" y="3879056"/>
                  <a:pt x="4024789" y="3836194"/>
                  <a:pt x="4024789" y="3783806"/>
                </a:cubicBezTo>
                <a:lnTo>
                  <a:pt x="4024789" y="3498056"/>
                </a:lnTo>
                <a:lnTo>
                  <a:pt x="4788694" y="3498056"/>
                </a:lnTo>
                <a:cubicBezTo>
                  <a:pt x="4841081" y="3498056"/>
                  <a:pt x="4883944" y="3455194"/>
                  <a:pt x="4883944" y="3402806"/>
                </a:cubicBezTo>
                <a:lnTo>
                  <a:pt x="4883944" y="2762726"/>
                </a:lnTo>
                <a:cubicBezTo>
                  <a:pt x="4883944" y="2455069"/>
                  <a:pt x="4674394" y="2190274"/>
                  <a:pt x="4375309" y="2117884"/>
                </a:cubicBezTo>
                <a:close/>
                <a:moveTo>
                  <a:pt x="3721894" y="591026"/>
                </a:moveTo>
                <a:cubicBezTo>
                  <a:pt x="3963829" y="591026"/>
                  <a:pt x="4160044" y="787241"/>
                  <a:pt x="4160044" y="1029176"/>
                </a:cubicBezTo>
                <a:lnTo>
                  <a:pt x="4160044" y="1052989"/>
                </a:lnTo>
                <a:lnTo>
                  <a:pt x="4160044" y="1062514"/>
                </a:lnTo>
                <a:lnTo>
                  <a:pt x="3887629" y="1062514"/>
                </a:lnTo>
                <a:cubicBezTo>
                  <a:pt x="3681889" y="1062514"/>
                  <a:pt x="3479959" y="1008221"/>
                  <a:pt x="3301841" y="906304"/>
                </a:cubicBezTo>
                <a:cubicBezTo>
                  <a:pt x="3355181" y="724376"/>
                  <a:pt x="3523774" y="591026"/>
                  <a:pt x="3721894" y="591026"/>
                </a:cubicBezTo>
                <a:close/>
                <a:moveTo>
                  <a:pt x="3283744" y="1369219"/>
                </a:moveTo>
                <a:cubicBezTo>
                  <a:pt x="3283744" y="1359694"/>
                  <a:pt x="3284696" y="1112996"/>
                  <a:pt x="3284696" y="1112996"/>
                </a:cubicBezTo>
                <a:cubicBezTo>
                  <a:pt x="3472339" y="1205389"/>
                  <a:pt x="3678079" y="1253014"/>
                  <a:pt x="3887629" y="1253014"/>
                </a:cubicBezTo>
                <a:lnTo>
                  <a:pt x="4160044" y="1253014"/>
                </a:lnTo>
                <a:lnTo>
                  <a:pt x="4160044" y="1384459"/>
                </a:lnTo>
                <a:cubicBezTo>
                  <a:pt x="4160044" y="1626394"/>
                  <a:pt x="3963829" y="1822609"/>
                  <a:pt x="3721894" y="1822609"/>
                </a:cubicBezTo>
                <a:cubicBezTo>
                  <a:pt x="3479959" y="1822609"/>
                  <a:pt x="3283744" y="1626394"/>
                  <a:pt x="3283744" y="1384459"/>
                </a:cubicBezTo>
                <a:lnTo>
                  <a:pt x="3283744" y="1369219"/>
                </a:lnTo>
                <a:lnTo>
                  <a:pt x="3283744" y="1369219"/>
                </a:lnTo>
                <a:close/>
                <a:moveTo>
                  <a:pt x="1798796" y="845344"/>
                </a:moveTo>
                <a:cubicBezTo>
                  <a:pt x="1798796" y="488156"/>
                  <a:pt x="2089309" y="197644"/>
                  <a:pt x="2446496" y="197644"/>
                </a:cubicBezTo>
                <a:cubicBezTo>
                  <a:pt x="2803684" y="197644"/>
                  <a:pt x="3094196" y="488156"/>
                  <a:pt x="3094196" y="845344"/>
                </a:cubicBezTo>
                <a:lnTo>
                  <a:pt x="3094196" y="857726"/>
                </a:lnTo>
                <a:lnTo>
                  <a:pt x="2740819" y="650081"/>
                </a:lnTo>
                <a:cubicBezTo>
                  <a:pt x="2700814" y="626269"/>
                  <a:pt x="2649379" y="635794"/>
                  <a:pt x="2619851" y="671036"/>
                </a:cubicBezTo>
                <a:cubicBezTo>
                  <a:pt x="2482691" y="834866"/>
                  <a:pt x="2280761" y="929164"/>
                  <a:pt x="2067401" y="929164"/>
                </a:cubicBezTo>
                <a:lnTo>
                  <a:pt x="1799749" y="929164"/>
                </a:lnTo>
                <a:lnTo>
                  <a:pt x="1799749" y="845344"/>
                </a:lnTo>
                <a:close/>
                <a:moveTo>
                  <a:pt x="731044" y="1052989"/>
                </a:moveTo>
                <a:lnTo>
                  <a:pt x="731044" y="1029176"/>
                </a:lnTo>
                <a:cubicBezTo>
                  <a:pt x="731044" y="787241"/>
                  <a:pt x="927259" y="591026"/>
                  <a:pt x="1169194" y="591026"/>
                </a:cubicBezTo>
                <a:cubicBezTo>
                  <a:pt x="1368266" y="591026"/>
                  <a:pt x="1535906" y="724376"/>
                  <a:pt x="1589246" y="906304"/>
                </a:cubicBezTo>
                <a:cubicBezTo>
                  <a:pt x="1411129" y="1009174"/>
                  <a:pt x="1209199" y="1062514"/>
                  <a:pt x="1003459" y="1062514"/>
                </a:cubicBezTo>
                <a:lnTo>
                  <a:pt x="731044" y="1062514"/>
                </a:lnTo>
                <a:lnTo>
                  <a:pt x="731044" y="1052989"/>
                </a:lnTo>
                <a:close/>
                <a:moveTo>
                  <a:pt x="731044" y="1384459"/>
                </a:moveTo>
                <a:lnTo>
                  <a:pt x="731044" y="1253014"/>
                </a:lnTo>
                <a:lnTo>
                  <a:pt x="1003459" y="1253014"/>
                </a:lnTo>
                <a:cubicBezTo>
                  <a:pt x="1213009" y="1253014"/>
                  <a:pt x="1419701" y="1204436"/>
                  <a:pt x="1607344" y="1112044"/>
                </a:cubicBezTo>
                <a:lnTo>
                  <a:pt x="1607344" y="1383506"/>
                </a:lnTo>
                <a:cubicBezTo>
                  <a:pt x="1607344" y="1625441"/>
                  <a:pt x="1411129" y="1821656"/>
                  <a:pt x="1169194" y="1821656"/>
                </a:cubicBezTo>
                <a:cubicBezTo>
                  <a:pt x="927259" y="1821656"/>
                  <a:pt x="731044" y="1626394"/>
                  <a:pt x="731044" y="1384459"/>
                </a:cubicBezTo>
                <a:close/>
                <a:moveTo>
                  <a:pt x="864394" y="3258979"/>
                </a:moveTo>
                <a:lnTo>
                  <a:pt x="864394" y="3307556"/>
                </a:lnTo>
                <a:lnTo>
                  <a:pt x="578644" y="3307556"/>
                </a:lnTo>
                <a:lnTo>
                  <a:pt x="578644" y="2884646"/>
                </a:lnTo>
                <a:cubicBezTo>
                  <a:pt x="578644" y="2832259"/>
                  <a:pt x="535781" y="2789396"/>
                  <a:pt x="483394" y="2789396"/>
                </a:cubicBezTo>
                <a:cubicBezTo>
                  <a:pt x="431006" y="2789396"/>
                  <a:pt x="388144" y="2832259"/>
                  <a:pt x="388144" y="2884646"/>
                </a:cubicBezTo>
                <a:lnTo>
                  <a:pt x="388144" y="3307556"/>
                </a:lnTo>
                <a:lnTo>
                  <a:pt x="197644" y="3307556"/>
                </a:lnTo>
                <a:lnTo>
                  <a:pt x="197644" y="2762726"/>
                </a:lnTo>
                <a:cubicBezTo>
                  <a:pt x="197644" y="2542699"/>
                  <a:pt x="347186" y="2354104"/>
                  <a:pt x="560546" y="2302669"/>
                </a:cubicBezTo>
                <a:lnTo>
                  <a:pt x="862489" y="2230279"/>
                </a:lnTo>
                <a:lnTo>
                  <a:pt x="1059656" y="2702719"/>
                </a:lnTo>
                <a:cubicBezTo>
                  <a:pt x="935831" y="2856071"/>
                  <a:pt x="864394" y="3050381"/>
                  <a:pt x="864394" y="3258979"/>
                </a:cubicBezTo>
                <a:close/>
                <a:moveTo>
                  <a:pt x="1169194" y="2471261"/>
                </a:moveTo>
                <a:lnTo>
                  <a:pt x="1024414" y="2124551"/>
                </a:lnTo>
                <a:cubicBezTo>
                  <a:pt x="1024414" y="2122646"/>
                  <a:pt x="1024414" y="2119789"/>
                  <a:pt x="1024414" y="2117884"/>
                </a:cubicBezTo>
                <a:lnTo>
                  <a:pt x="1024414" y="1996916"/>
                </a:lnTo>
                <a:cubicBezTo>
                  <a:pt x="1071086" y="2007394"/>
                  <a:pt x="1118711" y="2014061"/>
                  <a:pt x="1169194" y="2014061"/>
                </a:cubicBezTo>
                <a:cubicBezTo>
                  <a:pt x="1218724" y="2014061"/>
                  <a:pt x="1266349" y="2008346"/>
                  <a:pt x="1313021" y="1996916"/>
                </a:cubicBezTo>
                <a:lnTo>
                  <a:pt x="1313021" y="2112169"/>
                </a:lnTo>
                <a:cubicBezTo>
                  <a:pt x="1313021" y="2114074"/>
                  <a:pt x="1313021" y="2115979"/>
                  <a:pt x="1313021" y="2117884"/>
                </a:cubicBezTo>
                <a:cubicBezTo>
                  <a:pt x="1313021" y="2120741"/>
                  <a:pt x="1313021" y="2123599"/>
                  <a:pt x="1313974" y="2126456"/>
                </a:cubicBezTo>
                <a:lnTo>
                  <a:pt x="1169194" y="2471261"/>
                </a:lnTo>
                <a:close/>
                <a:moveTo>
                  <a:pt x="1543526" y="2397919"/>
                </a:moveTo>
                <a:cubicBezTo>
                  <a:pt x="1487329" y="2411254"/>
                  <a:pt x="1433989" y="2430304"/>
                  <a:pt x="1382554" y="2453164"/>
                </a:cubicBezTo>
                <a:lnTo>
                  <a:pt x="1474946" y="2231231"/>
                </a:lnTo>
                <a:lnTo>
                  <a:pt x="1776889" y="2303621"/>
                </a:lnTo>
                <a:cubicBezTo>
                  <a:pt x="1800701" y="2309336"/>
                  <a:pt x="1823561" y="2316956"/>
                  <a:pt x="1845469" y="2325529"/>
                </a:cubicBezTo>
                <a:lnTo>
                  <a:pt x="1543526" y="2397919"/>
                </a:lnTo>
                <a:close/>
                <a:moveTo>
                  <a:pt x="2016919" y="2198846"/>
                </a:moveTo>
                <a:cubicBezTo>
                  <a:pt x="1956911" y="2161699"/>
                  <a:pt x="1891189" y="2134076"/>
                  <a:pt x="1822609" y="2117884"/>
                </a:cubicBezTo>
                <a:lnTo>
                  <a:pt x="1503521" y="2041684"/>
                </a:lnTo>
                <a:lnTo>
                  <a:pt x="1503521" y="1916906"/>
                </a:lnTo>
                <a:cubicBezTo>
                  <a:pt x="1582579" y="1867376"/>
                  <a:pt x="1650206" y="1799749"/>
                  <a:pt x="1700689" y="1720691"/>
                </a:cubicBezTo>
                <a:cubicBezTo>
                  <a:pt x="1772126" y="1860709"/>
                  <a:pt x="1882616" y="1978819"/>
                  <a:pt x="2016919" y="2058829"/>
                </a:cubicBezTo>
                <a:lnTo>
                  <a:pt x="2016919" y="2198846"/>
                </a:lnTo>
                <a:close/>
                <a:moveTo>
                  <a:pt x="2682716" y="2340769"/>
                </a:moveTo>
                <a:lnTo>
                  <a:pt x="2444591" y="2881789"/>
                </a:lnTo>
                <a:lnTo>
                  <a:pt x="2206466" y="2339816"/>
                </a:lnTo>
                <a:lnTo>
                  <a:pt x="2206466" y="2143601"/>
                </a:lnTo>
                <a:cubicBezTo>
                  <a:pt x="2282666" y="2166461"/>
                  <a:pt x="2362676" y="2178844"/>
                  <a:pt x="2445544" y="2178844"/>
                </a:cubicBezTo>
                <a:cubicBezTo>
                  <a:pt x="2527459" y="2178844"/>
                  <a:pt x="2607469" y="2166461"/>
                  <a:pt x="2681764" y="2144554"/>
                </a:cubicBezTo>
                <a:lnTo>
                  <a:pt x="2682716" y="2340769"/>
                </a:lnTo>
                <a:lnTo>
                  <a:pt x="2682716" y="2340769"/>
                </a:lnTo>
                <a:close/>
                <a:moveTo>
                  <a:pt x="2446496" y="1987391"/>
                </a:moveTo>
                <a:cubicBezTo>
                  <a:pt x="2089309" y="1987391"/>
                  <a:pt x="1798796" y="1696879"/>
                  <a:pt x="1798796" y="1339691"/>
                </a:cubicBezTo>
                <a:lnTo>
                  <a:pt x="1798796" y="1119664"/>
                </a:lnTo>
                <a:lnTo>
                  <a:pt x="2066449" y="1119664"/>
                </a:lnTo>
                <a:cubicBezTo>
                  <a:pt x="2309336" y="1119664"/>
                  <a:pt x="2539841" y="1023461"/>
                  <a:pt x="2710339" y="853916"/>
                </a:cubicBezTo>
                <a:lnTo>
                  <a:pt x="3093244" y="1078706"/>
                </a:lnTo>
                <a:lnTo>
                  <a:pt x="3093244" y="1362551"/>
                </a:lnTo>
                <a:cubicBezTo>
                  <a:pt x="3081814" y="1709261"/>
                  <a:pt x="2796064" y="1987391"/>
                  <a:pt x="2446496" y="1987391"/>
                </a:cubicBezTo>
                <a:close/>
                <a:moveTo>
                  <a:pt x="2873216" y="2060734"/>
                </a:moveTo>
                <a:lnTo>
                  <a:pt x="2873216" y="2060734"/>
                </a:lnTo>
                <a:cubicBezTo>
                  <a:pt x="3008471" y="1979771"/>
                  <a:pt x="3119914" y="1862614"/>
                  <a:pt x="3192304" y="1721644"/>
                </a:cubicBezTo>
                <a:cubicBezTo>
                  <a:pt x="3242786" y="1799749"/>
                  <a:pt x="3309461" y="1866424"/>
                  <a:pt x="3388519" y="1915954"/>
                </a:cubicBezTo>
                <a:lnTo>
                  <a:pt x="3388519" y="2040731"/>
                </a:lnTo>
                <a:lnTo>
                  <a:pt x="3069431" y="2116931"/>
                </a:lnTo>
                <a:cubicBezTo>
                  <a:pt x="2999899" y="2134076"/>
                  <a:pt x="2934176" y="2161699"/>
                  <a:pt x="2873216" y="2198846"/>
                </a:cubicBezTo>
                <a:lnTo>
                  <a:pt x="2873216" y="2060734"/>
                </a:lnTo>
                <a:lnTo>
                  <a:pt x="2873216" y="2060734"/>
                </a:lnTo>
                <a:close/>
                <a:moveTo>
                  <a:pt x="3344704" y="2397919"/>
                </a:moveTo>
                <a:lnTo>
                  <a:pt x="3043714" y="2325529"/>
                </a:lnTo>
                <a:cubicBezTo>
                  <a:pt x="3066574" y="2316004"/>
                  <a:pt x="3089434" y="2308384"/>
                  <a:pt x="3114199" y="2302669"/>
                </a:cubicBezTo>
                <a:lnTo>
                  <a:pt x="3415189" y="2230279"/>
                </a:lnTo>
                <a:lnTo>
                  <a:pt x="3508534" y="2453164"/>
                </a:lnTo>
                <a:cubicBezTo>
                  <a:pt x="3456146" y="2430304"/>
                  <a:pt x="3401854" y="2411254"/>
                  <a:pt x="3344704" y="2397919"/>
                </a:cubicBezTo>
                <a:close/>
                <a:moveTo>
                  <a:pt x="3578066" y="2127409"/>
                </a:moveTo>
                <a:cubicBezTo>
                  <a:pt x="3578066" y="2123599"/>
                  <a:pt x="3579019" y="2120741"/>
                  <a:pt x="3579019" y="2116931"/>
                </a:cubicBezTo>
                <a:cubicBezTo>
                  <a:pt x="3579019" y="2115979"/>
                  <a:pt x="3579019" y="2115026"/>
                  <a:pt x="3579019" y="2114074"/>
                </a:cubicBezTo>
                <a:lnTo>
                  <a:pt x="3579019" y="1995964"/>
                </a:lnTo>
                <a:cubicBezTo>
                  <a:pt x="3625691" y="2006441"/>
                  <a:pt x="3673316" y="2013109"/>
                  <a:pt x="3722846" y="2013109"/>
                </a:cubicBezTo>
                <a:cubicBezTo>
                  <a:pt x="3772376" y="2013109"/>
                  <a:pt x="3820954" y="2007394"/>
                  <a:pt x="3867626" y="1995964"/>
                </a:cubicBezTo>
                <a:lnTo>
                  <a:pt x="3867626" y="2116931"/>
                </a:lnTo>
                <a:cubicBezTo>
                  <a:pt x="3867626" y="2118836"/>
                  <a:pt x="3867626" y="2120741"/>
                  <a:pt x="3867626" y="2121694"/>
                </a:cubicBezTo>
                <a:lnTo>
                  <a:pt x="3721894" y="2471261"/>
                </a:lnTo>
                <a:lnTo>
                  <a:pt x="3578066" y="2127409"/>
                </a:lnTo>
                <a:close/>
                <a:moveTo>
                  <a:pt x="4693444" y="3308509"/>
                </a:moveTo>
                <a:lnTo>
                  <a:pt x="4502944" y="3308509"/>
                </a:lnTo>
                <a:lnTo>
                  <a:pt x="4502944" y="2885599"/>
                </a:lnTo>
                <a:cubicBezTo>
                  <a:pt x="4502944" y="2833211"/>
                  <a:pt x="4460081" y="2790349"/>
                  <a:pt x="4407694" y="2790349"/>
                </a:cubicBezTo>
                <a:cubicBezTo>
                  <a:pt x="4355306" y="2790349"/>
                  <a:pt x="4312444" y="2833211"/>
                  <a:pt x="4312444" y="2885599"/>
                </a:cubicBezTo>
                <a:lnTo>
                  <a:pt x="4312444" y="3308509"/>
                </a:lnTo>
                <a:lnTo>
                  <a:pt x="4024789" y="3308509"/>
                </a:lnTo>
                <a:lnTo>
                  <a:pt x="4024789" y="3259931"/>
                </a:lnTo>
                <a:cubicBezTo>
                  <a:pt x="4024789" y="3051334"/>
                  <a:pt x="3953351" y="2857976"/>
                  <a:pt x="3830479" y="2704624"/>
                </a:cubicBezTo>
                <a:lnTo>
                  <a:pt x="4028599" y="2231231"/>
                </a:lnTo>
                <a:lnTo>
                  <a:pt x="4331494" y="2303621"/>
                </a:lnTo>
                <a:cubicBezTo>
                  <a:pt x="4544854" y="2355056"/>
                  <a:pt x="4694397" y="2543651"/>
                  <a:pt x="4694397" y="2763679"/>
                </a:cubicBezTo>
                <a:lnTo>
                  <a:pt x="4694397" y="3308509"/>
                </a:lnTo>
                <a:close/>
              </a:path>
            </a:pathLst>
          </a:custGeom>
          <a:solidFill>
            <a:schemeClr val="bg1"/>
          </a:solidFill>
          <a:ln w="9525" cap="flat">
            <a:noFill/>
            <a:prstDash val="solid"/>
            <a:miter/>
          </a:ln>
        </p:spPr>
        <p:txBody>
          <a:bodyPr rtlCol="0" anchor="ctr"/>
          <a:lstStyle/>
          <a:p>
            <a:endParaRPr lang="en-US" dirty="0"/>
          </a:p>
        </p:txBody>
      </p:sp>
      <p:grpSp>
        <p:nvGrpSpPr>
          <p:cNvPr id="152" name="Graphic 10">
            <a:extLst>
              <a:ext uri="{FF2B5EF4-FFF2-40B4-BE49-F238E27FC236}">
                <a16:creationId xmlns:a16="http://schemas.microsoft.com/office/drawing/2014/main" id="{BBE36EB2-6F79-7701-7F94-ADFBDEFE7067}"/>
              </a:ext>
            </a:extLst>
          </p:cNvPr>
          <p:cNvGrpSpPr/>
          <p:nvPr/>
        </p:nvGrpSpPr>
        <p:grpSpPr>
          <a:xfrm>
            <a:off x="9755092" y="3411289"/>
            <a:ext cx="364626" cy="413229"/>
            <a:chOff x="11843249" y="1797843"/>
            <a:chExt cx="4312236" cy="4887040"/>
          </a:xfrm>
          <a:solidFill>
            <a:schemeClr val="bg1"/>
          </a:solidFill>
        </p:grpSpPr>
        <p:sp>
          <p:nvSpPr>
            <p:cNvPr id="153" name="Freeform: Shape 152">
              <a:extLst>
                <a:ext uri="{FF2B5EF4-FFF2-40B4-BE49-F238E27FC236}">
                  <a16:creationId xmlns:a16="http://schemas.microsoft.com/office/drawing/2014/main" id="{9C017D7A-C38B-0298-13D2-AA2A26D00AB9}"/>
                </a:ext>
              </a:extLst>
            </p:cNvPr>
            <p:cNvSpPr/>
            <p:nvPr/>
          </p:nvSpPr>
          <p:spPr>
            <a:xfrm>
              <a:off x="13615160" y="1836898"/>
              <a:ext cx="2486025" cy="2486025"/>
            </a:xfrm>
            <a:custGeom>
              <a:avLst/>
              <a:gdLst>
                <a:gd name="connsiteX0" fmla="*/ 2397021 w 2486025"/>
                <a:gd name="connsiteY0" fmla="*/ 1992895 h 2486025"/>
                <a:gd name="connsiteX1" fmla="*/ 494993 w 2486025"/>
                <a:gd name="connsiteY1" fmla="*/ 90590 h 2486025"/>
                <a:gd name="connsiteX2" fmla="*/ 90647 w 2486025"/>
                <a:gd name="connsiteY2" fmla="*/ 90448 h 2486025"/>
                <a:gd name="connsiteX3" fmla="*/ 90647 w 2486025"/>
                <a:gd name="connsiteY3" fmla="*/ 494793 h 2486025"/>
                <a:gd name="connsiteX4" fmla="*/ 1992952 w 2486025"/>
                <a:gd name="connsiteY4" fmla="*/ 2396965 h 2486025"/>
                <a:gd name="connsiteX5" fmla="*/ 2397021 w 2486025"/>
                <a:gd name="connsiteY5" fmla="*/ 2396965 h 2486025"/>
                <a:gd name="connsiteX6" fmla="*/ 2397021 w 2486025"/>
                <a:gd name="connsiteY6" fmla="*/ 1992895 h 248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6025" h="2486025">
                  <a:moveTo>
                    <a:pt x="2397021" y="1992895"/>
                  </a:moveTo>
                  <a:lnTo>
                    <a:pt x="494993" y="90590"/>
                  </a:lnTo>
                  <a:cubicBezTo>
                    <a:pt x="382817" y="-21309"/>
                    <a:pt x="201356" y="-19985"/>
                    <a:pt x="90647" y="90448"/>
                  </a:cubicBezTo>
                  <a:cubicBezTo>
                    <a:pt x="-20691" y="202071"/>
                    <a:pt x="-20691" y="383313"/>
                    <a:pt x="90647" y="494793"/>
                  </a:cubicBezTo>
                  <a:lnTo>
                    <a:pt x="1992952" y="2396965"/>
                  </a:lnTo>
                  <a:cubicBezTo>
                    <a:pt x="2104394" y="2508407"/>
                    <a:pt x="2285569" y="2508407"/>
                    <a:pt x="2397021" y="2396965"/>
                  </a:cubicBezTo>
                  <a:cubicBezTo>
                    <a:pt x="2508768" y="2285217"/>
                    <a:pt x="2508768" y="2104623"/>
                    <a:pt x="2397021" y="1992895"/>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EAD7DD4E-4367-3762-BC6E-CD93734077F2}"/>
                </a:ext>
              </a:extLst>
            </p:cNvPr>
            <p:cNvSpPr/>
            <p:nvPr/>
          </p:nvSpPr>
          <p:spPr>
            <a:xfrm>
              <a:off x="12865836" y="2587513"/>
              <a:ext cx="2486025" cy="2486025"/>
            </a:xfrm>
            <a:custGeom>
              <a:avLst/>
              <a:gdLst>
                <a:gd name="connsiteX0" fmla="*/ 698859 w 2486025"/>
                <a:gd name="connsiteY0" fmla="*/ 7144 h 2486025"/>
                <a:gd name="connsiteX1" fmla="*/ 684543 w 2486025"/>
                <a:gd name="connsiteY1" fmla="*/ 78905 h 2486025"/>
                <a:gd name="connsiteX2" fmla="*/ 7144 w 2486025"/>
                <a:gd name="connsiteY2" fmla="*/ 1450943 h 2486025"/>
                <a:gd name="connsiteX3" fmla="*/ 1042006 w 2486025"/>
                <a:gd name="connsiteY3" fmla="*/ 2485806 h 2486025"/>
                <a:gd name="connsiteX4" fmla="*/ 2407415 w 2486025"/>
                <a:gd name="connsiteY4" fmla="*/ 1801768 h 2486025"/>
                <a:gd name="connsiteX5" fmla="*/ 2479310 w 2486025"/>
                <a:gd name="connsiteY5" fmla="*/ 1787452 h 2486025"/>
                <a:gd name="connsiteX6" fmla="*/ 698859 w 2486025"/>
                <a:gd name="connsiteY6" fmla="*/ 7144 h 248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6025" h="2486025">
                  <a:moveTo>
                    <a:pt x="698859" y="7144"/>
                  </a:moveTo>
                  <a:lnTo>
                    <a:pt x="684543" y="78905"/>
                  </a:lnTo>
                  <a:cubicBezTo>
                    <a:pt x="583701" y="583330"/>
                    <a:pt x="338623" y="1062542"/>
                    <a:pt x="7144" y="1450943"/>
                  </a:cubicBezTo>
                  <a:lnTo>
                    <a:pt x="1042006" y="2485806"/>
                  </a:lnTo>
                  <a:cubicBezTo>
                    <a:pt x="1430360" y="2154393"/>
                    <a:pt x="1902971" y="1902733"/>
                    <a:pt x="2407415" y="1801768"/>
                  </a:cubicBezTo>
                  <a:lnTo>
                    <a:pt x="2479310" y="1787452"/>
                  </a:lnTo>
                  <a:lnTo>
                    <a:pt x="698859" y="7144"/>
                  </a:ln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8C4A8003-4FEA-F776-9FD5-A646596312C7}"/>
                </a:ext>
              </a:extLst>
            </p:cNvPr>
            <p:cNvSpPr/>
            <p:nvPr/>
          </p:nvSpPr>
          <p:spPr>
            <a:xfrm>
              <a:off x="11843249" y="4245664"/>
              <a:ext cx="1857375" cy="1847850"/>
            </a:xfrm>
            <a:custGeom>
              <a:avLst/>
              <a:gdLst>
                <a:gd name="connsiteX0" fmla="*/ 840002 w 1857375"/>
                <a:gd name="connsiteY0" fmla="*/ 7144 h 1847850"/>
                <a:gd name="connsiteX1" fmla="*/ 132742 w 1857375"/>
                <a:gd name="connsiteY1" fmla="*/ 714261 h 1847850"/>
                <a:gd name="connsiteX2" fmla="*/ 132742 w 1857375"/>
                <a:gd name="connsiteY2" fmla="*/ 1320498 h 1847850"/>
                <a:gd name="connsiteX3" fmla="*/ 536811 w 1857375"/>
                <a:gd name="connsiteY3" fmla="*/ 1724568 h 1847850"/>
                <a:gd name="connsiteX4" fmla="*/ 1143049 w 1857375"/>
                <a:gd name="connsiteY4" fmla="*/ 1724568 h 1847850"/>
                <a:gd name="connsiteX5" fmla="*/ 1850242 w 1857375"/>
                <a:gd name="connsiteY5" fmla="*/ 1017375 h 1847850"/>
                <a:gd name="connsiteX6" fmla="*/ 840002 w 1857375"/>
                <a:gd name="connsiteY6" fmla="*/ 7144 h 1847850"/>
                <a:gd name="connsiteX7" fmla="*/ 941024 w 1857375"/>
                <a:gd name="connsiteY7" fmla="*/ 1118473 h 1847850"/>
                <a:gd name="connsiteX8" fmla="*/ 738989 w 1857375"/>
                <a:gd name="connsiteY8" fmla="*/ 1118473 h 1847850"/>
                <a:gd name="connsiteX9" fmla="*/ 738989 w 1857375"/>
                <a:gd name="connsiteY9" fmla="*/ 916438 h 1847850"/>
                <a:gd name="connsiteX10" fmla="*/ 941024 w 1857375"/>
                <a:gd name="connsiteY10" fmla="*/ 714404 h 1847850"/>
                <a:gd name="connsiteX11" fmla="*/ 1143059 w 1857375"/>
                <a:gd name="connsiteY11" fmla="*/ 714404 h 1847850"/>
                <a:gd name="connsiteX12" fmla="*/ 1143059 w 1857375"/>
                <a:gd name="connsiteY12" fmla="*/ 916438 h 1847850"/>
                <a:gd name="connsiteX13" fmla="*/ 941024 w 1857375"/>
                <a:gd name="connsiteY13" fmla="*/ 1118473 h 18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57375" h="1847850">
                  <a:moveTo>
                    <a:pt x="840002" y="7144"/>
                  </a:moveTo>
                  <a:lnTo>
                    <a:pt x="132742" y="714261"/>
                  </a:lnTo>
                  <a:cubicBezTo>
                    <a:pt x="-34374" y="881377"/>
                    <a:pt x="-35070" y="1152687"/>
                    <a:pt x="132742" y="1320498"/>
                  </a:cubicBezTo>
                  <a:lnTo>
                    <a:pt x="536811" y="1724568"/>
                  </a:lnTo>
                  <a:cubicBezTo>
                    <a:pt x="703927" y="1891684"/>
                    <a:pt x="975237" y="1892370"/>
                    <a:pt x="1143049" y="1724568"/>
                  </a:cubicBezTo>
                  <a:lnTo>
                    <a:pt x="1850242" y="1017375"/>
                  </a:lnTo>
                  <a:lnTo>
                    <a:pt x="840002" y="7144"/>
                  </a:lnTo>
                  <a:close/>
                  <a:moveTo>
                    <a:pt x="941024" y="1118473"/>
                  </a:moveTo>
                  <a:cubicBezTo>
                    <a:pt x="885217" y="1174280"/>
                    <a:pt x="794796" y="1174280"/>
                    <a:pt x="738989" y="1118473"/>
                  </a:cubicBezTo>
                  <a:cubicBezTo>
                    <a:pt x="683182" y="1062666"/>
                    <a:pt x="683182" y="972245"/>
                    <a:pt x="738989" y="916438"/>
                  </a:cubicBezTo>
                  <a:lnTo>
                    <a:pt x="941024" y="714404"/>
                  </a:lnTo>
                  <a:cubicBezTo>
                    <a:pt x="996831" y="658596"/>
                    <a:pt x="1087252" y="658596"/>
                    <a:pt x="1143059" y="714404"/>
                  </a:cubicBezTo>
                  <a:cubicBezTo>
                    <a:pt x="1198866" y="770211"/>
                    <a:pt x="1198866" y="860631"/>
                    <a:pt x="1143059" y="916438"/>
                  </a:cubicBezTo>
                  <a:lnTo>
                    <a:pt x="941024" y="1118473"/>
                  </a:ln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3CB24112-27CC-CF2B-04C2-BF9FD75FBBC0}"/>
                </a:ext>
              </a:extLst>
            </p:cNvPr>
            <p:cNvSpPr/>
            <p:nvPr/>
          </p:nvSpPr>
          <p:spPr>
            <a:xfrm>
              <a:off x="13383224" y="5094208"/>
              <a:ext cx="1228725" cy="1590675"/>
            </a:xfrm>
            <a:custGeom>
              <a:avLst/>
              <a:gdLst>
                <a:gd name="connsiteX0" fmla="*/ 906808 w 1228725"/>
                <a:gd name="connsiteY0" fmla="*/ 952052 h 1590675"/>
                <a:gd name="connsiteX1" fmla="*/ 1101166 w 1228725"/>
                <a:gd name="connsiteY1" fmla="*/ 757694 h 1590675"/>
                <a:gd name="connsiteX2" fmla="*/ 1101176 w 1228725"/>
                <a:gd name="connsiteY2" fmla="*/ 151609 h 1590675"/>
                <a:gd name="connsiteX3" fmla="*/ 956815 w 1228725"/>
                <a:gd name="connsiteY3" fmla="*/ 7144 h 1590675"/>
                <a:gd name="connsiteX4" fmla="*/ 726738 w 1228725"/>
                <a:gd name="connsiteY4" fmla="*/ 181118 h 1590675"/>
                <a:gd name="connsiteX5" fmla="*/ 899141 w 1228725"/>
                <a:gd name="connsiteY5" fmla="*/ 353778 h 1590675"/>
                <a:gd name="connsiteX6" fmla="*/ 899141 w 1228725"/>
                <a:gd name="connsiteY6" fmla="*/ 555669 h 1590675"/>
                <a:gd name="connsiteX7" fmla="*/ 701573 w 1228725"/>
                <a:gd name="connsiteY7" fmla="*/ 753237 h 1590675"/>
                <a:gd name="connsiteX8" fmla="*/ 411232 w 1228725"/>
                <a:gd name="connsiteY8" fmla="*/ 471935 h 1590675"/>
                <a:gd name="connsiteX9" fmla="*/ 7144 w 1228725"/>
                <a:gd name="connsiteY9" fmla="*/ 876024 h 1590675"/>
                <a:gd name="connsiteX10" fmla="*/ 655387 w 1228725"/>
                <a:gd name="connsiteY10" fmla="*/ 1504169 h 1590675"/>
                <a:gd name="connsiteX11" fmla="*/ 1059313 w 1228725"/>
                <a:gd name="connsiteY11" fmla="*/ 1504026 h 1590675"/>
                <a:gd name="connsiteX12" fmla="*/ 1059313 w 1228725"/>
                <a:gd name="connsiteY12" fmla="*/ 1099813 h 1590675"/>
                <a:gd name="connsiteX13" fmla="*/ 906808 w 1228725"/>
                <a:gd name="connsiteY13" fmla="*/ 952052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8725" h="1590675">
                  <a:moveTo>
                    <a:pt x="906808" y="952052"/>
                  </a:moveTo>
                  <a:lnTo>
                    <a:pt x="1101166" y="757694"/>
                  </a:lnTo>
                  <a:cubicBezTo>
                    <a:pt x="1268987" y="589902"/>
                    <a:pt x="1268435" y="318592"/>
                    <a:pt x="1101176" y="151609"/>
                  </a:cubicBezTo>
                  <a:lnTo>
                    <a:pt x="956815" y="7144"/>
                  </a:lnTo>
                  <a:cubicBezTo>
                    <a:pt x="877024" y="60741"/>
                    <a:pt x="800824" y="118977"/>
                    <a:pt x="726738" y="181118"/>
                  </a:cubicBezTo>
                  <a:lnTo>
                    <a:pt x="899141" y="353778"/>
                  </a:lnTo>
                  <a:cubicBezTo>
                    <a:pt x="954815" y="409165"/>
                    <a:pt x="955205" y="499310"/>
                    <a:pt x="899141" y="555669"/>
                  </a:cubicBezTo>
                  <a:lnTo>
                    <a:pt x="701573" y="753237"/>
                  </a:lnTo>
                  <a:lnTo>
                    <a:pt x="411232" y="471935"/>
                  </a:lnTo>
                  <a:lnTo>
                    <a:pt x="7144" y="876024"/>
                  </a:lnTo>
                  <a:lnTo>
                    <a:pt x="655387" y="1504169"/>
                  </a:lnTo>
                  <a:cubicBezTo>
                    <a:pt x="766010" y="1615078"/>
                    <a:pt x="947642" y="1615707"/>
                    <a:pt x="1059313" y="1504026"/>
                  </a:cubicBezTo>
                  <a:cubicBezTo>
                    <a:pt x="1170794" y="1392545"/>
                    <a:pt x="1170794" y="1211304"/>
                    <a:pt x="1059313" y="1099813"/>
                  </a:cubicBezTo>
                  <a:lnTo>
                    <a:pt x="906808" y="952052"/>
                  </a:ln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9A022F18-473E-1B23-D0B5-A85E4CB4AD44}"/>
                </a:ext>
              </a:extLst>
            </p:cNvPr>
            <p:cNvSpPr/>
            <p:nvPr/>
          </p:nvSpPr>
          <p:spPr>
            <a:xfrm>
              <a:off x="14717210" y="1797843"/>
              <a:ext cx="295275" cy="581025"/>
            </a:xfrm>
            <a:custGeom>
              <a:avLst/>
              <a:gdLst>
                <a:gd name="connsiteX0" fmla="*/ 150019 w 295275"/>
                <a:gd name="connsiteY0" fmla="*/ 7144 h 581025"/>
                <a:gd name="connsiteX1" fmla="*/ 7144 w 295275"/>
                <a:gd name="connsiteY1" fmla="*/ 150019 h 581025"/>
                <a:gd name="connsiteX2" fmla="*/ 7144 w 295275"/>
                <a:gd name="connsiteY2" fmla="*/ 435769 h 581025"/>
                <a:gd name="connsiteX3" fmla="*/ 150019 w 295275"/>
                <a:gd name="connsiteY3" fmla="*/ 578644 h 581025"/>
                <a:gd name="connsiteX4" fmla="*/ 292894 w 295275"/>
                <a:gd name="connsiteY4" fmla="*/ 435769 h 581025"/>
                <a:gd name="connsiteX5" fmla="*/ 292894 w 295275"/>
                <a:gd name="connsiteY5" fmla="*/ 150019 h 581025"/>
                <a:gd name="connsiteX6" fmla="*/ 150019 w 295275"/>
                <a:gd name="connsiteY6" fmla="*/ 714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5275" h="581025">
                  <a:moveTo>
                    <a:pt x="150019" y="7144"/>
                  </a:moveTo>
                  <a:cubicBezTo>
                    <a:pt x="71047" y="7144"/>
                    <a:pt x="7144" y="71047"/>
                    <a:pt x="7144" y="150019"/>
                  </a:cubicBezTo>
                  <a:lnTo>
                    <a:pt x="7144" y="435769"/>
                  </a:lnTo>
                  <a:cubicBezTo>
                    <a:pt x="7144" y="514741"/>
                    <a:pt x="71047" y="578644"/>
                    <a:pt x="150019" y="578644"/>
                  </a:cubicBezTo>
                  <a:cubicBezTo>
                    <a:pt x="228990" y="578644"/>
                    <a:pt x="292894" y="514741"/>
                    <a:pt x="292894" y="435769"/>
                  </a:cubicBezTo>
                  <a:lnTo>
                    <a:pt x="292894" y="150019"/>
                  </a:lnTo>
                  <a:cubicBezTo>
                    <a:pt x="292894" y="71047"/>
                    <a:pt x="228990" y="7144"/>
                    <a:pt x="150019" y="7144"/>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E8D4C482-7A4F-CD3A-4D24-4363DCDDF94B}"/>
                </a:ext>
              </a:extLst>
            </p:cNvPr>
            <p:cNvSpPr/>
            <p:nvPr/>
          </p:nvSpPr>
          <p:spPr>
            <a:xfrm>
              <a:off x="15574460" y="2940843"/>
              <a:ext cx="581025" cy="295275"/>
            </a:xfrm>
            <a:custGeom>
              <a:avLst/>
              <a:gdLst>
                <a:gd name="connsiteX0" fmla="*/ 435769 w 581025"/>
                <a:gd name="connsiteY0" fmla="*/ 7144 h 295275"/>
                <a:gd name="connsiteX1" fmla="*/ 150019 w 581025"/>
                <a:gd name="connsiteY1" fmla="*/ 7144 h 295275"/>
                <a:gd name="connsiteX2" fmla="*/ 7144 w 581025"/>
                <a:gd name="connsiteY2" fmla="*/ 150019 h 295275"/>
                <a:gd name="connsiteX3" fmla="*/ 150019 w 581025"/>
                <a:gd name="connsiteY3" fmla="*/ 292894 h 295275"/>
                <a:gd name="connsiteX4" fmla="*/ 435769 w 581025"/>
                <a:gd name="connsiteY4" fmla="*/ 292894 h 295275"/>
                <a:gd name="connsiteX5" fmla="*/ 578644 w 581025"/>
                <a:gd name="connsiteY5" fmla="*/ 150019 h 295275"/>
                <a:gd name="connsiteX6" fmla="*/ 435769 w 581025"/>
                <a:gd name="connsiteY6" fmla="*/ 7144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025" h="295275">
                  <a:moveTo>
                    <a:pt x="435769" y="7144"/>
                  </a:moveTo>
                  <a:lnTo>
                    <a:pt x="150019" y="7144"/>
                  </a:lnTo>
                  <a:cubicBezTo>
                    <a:pt x="71047" y="7144"/>
                    <a:pt x="7144" y="71047"/>
                    <a:pt x="7144" y="150019"/>
                  </a:cubicBezTo>
                  <a:cubicBezTo>
                    <a:pt x="7144" y="228991"/>
                    <a:pt x="71047" y="292894"/>
                    <a:pt x="150019" y="292894"/>
                  </a:cubicBezTo>
                  <a:lnTo>
                    <a:pt x="435769" y="292894"/>
                  </a:lnTo>
                  <a:cubicBezTo>
                    <a:pt x="514740" y="292894"/>
                    <a:pt x="578644" y="228991"/>
                    <a:pt x="578644" y="150019"/>
                  </a:cubicBezTo>
                  <a:cubicBezTo>
                    <a:pt x="578644" y="71047"/>
                    <a:pt x="514740" y="7144"/>
                    <a:pt x="435769" y="7144"/>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37A5D934-28A9-68D1-9CD5-1498B3D2CC47}"/>
                </a:ext>
              </a:extLst>
            </p:cNvPr>
            <p:cNvSpPr/>
            <p:nvPr/>
          </p:nvSpPr>
          <p:spPr>
            <a:xfrm>
              <a:off x="15288707" y="2083591"/>
              <a:ext cx="581025" cy="581025"/>
            </a:xfrm>
            <a:custGeom>
              <a:avLst/>
              <a:gdLst>
                <a:gd name="connsiteX0" fmla="*/ 536784 w 581025"/>
                <a:gd name="connsiteY0" fmla="*/ 48999 h 581025"/>
                <a:gd name="connsiteX1" fmla="*/ 334749 w 581025"/>
                <a:gd name="connsiteY1" fmla="*/ 48999 h 581025"/>
                <a:gd name="connsiteX2" fmla="*/ 48999 w 581025"/>
                <a:gd name="connsiteY2" fmla="*/ 334749 h 581025"/>
                <a:gd name="connsiteX3" fmla="*/ 48999 w 581025"/>
                <a:gd name="connsiteY3" fmla="*/ 536784 h 581025"/>
                <a:gd name="connsiteX4" fmla="*/ 251034 w 581025"/>
                <a:gd name="connsiteY4" fmla="*/ 536784 h 581025"/>
                <a:gd name="connsiteX5" fmla="*/ 536784 w 581025"/>
                <a:gd name="connsiteY5" fmla="*/ 251034 h 581025"/>
                <a:gd name="connsiteX6" fmla="*/ 536784 w 581025"/>
                <a:gd name="connsiteY6" fmla="*/ 48999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025" h="581025">
                  <a:moveTo>
                    <a:pt x="536784" y="48999"/>
                  </a:moveTo>
                  <a:cubicBezTo>
                    <a:pt x="480977" y="-6808"/>
                    <a:pt x="390556" y="-6808"/>
                    <a:pt x="334749" y="48999"/>
                  </a:cubicBezTo>
                  <a:lnTo>
                    <a:pt x="48999" y="334749"/>
                  </a:lnTo>
                  <a:cubicBezTo>
                    <a:pt x="-6808" y="390556"/>
                    <a:pt x="-6808" y="480977"/>
                    <a:pt x="48999" y="536784"/>
                  </a:cubicBezTo>
                  <a:cubicBezTo>
                    <a:pt x="104806" y="592591"/>
                    <a:pt x="195227" y="592600"/>
                    <a:pt x="251034" y="536784"/>
                  </a:cubicBezTo>
                  <a:lnTo>
                    <a:pt x="536784" y="251034"/>
                  </a:lnTo>
                  <a:cubicBezTo>
                    <a:pt x="592591" y="195227"/>
                    <a:pt x="592591" y="104806"/>
                    <a:pt x="536784" y="48999"/>
                  </a:cubicBezTo>
                  <a:close/>
                </a:path>
              </a:pathLst>
            </a:custGeom>
            <a:grpFill/>
            <a:ln w="9525" cap="flat">
              <a:noFill/>
              <a:prstDash val="solid"/>
              <a:miter/>
            </a:ln>
          </p:spPr>
          <p:txBody>
            <a:bodyPr rtlCol="0" anchor="ctr"/>
            <a:lstStyle/>
            <a:p>
              <a:endParaRPr lang="en-US"/>
            </a:p>
          </p:txBody>
        </p:sp>
      </p:grpSp>
      <p:sp>
        <p:nvSpPr>
          <p:cNvPr id="163" name="TextBox 162">
            <a:extLst>
              <a:ext uri="{FF2B5EF4-FFF2-40B4-BE49-F238E27FC236}">
                <a16:creationId xmlns:a16="http://schemas.microsoft.com/office/drawing/2014/main" id="{D3FCA35F-16FC-6054-0AAF-6D6252BABBA7}"/>
              </a:ext>
            </a:extLst>
          </p:cNvPr>
          <p:cNvSpPr txBox="1"/>
          <p:nvPr/>
        </p:nvSpPr>
        <p:spPr>
          <a:xfrm>
            <a:off x="3136009" y="5290963"/>
            <a:ext cx="7334312" cy="261610"/>
          </a:xfrm>
          <a:prstGeom prst="rect">
            <a:avLst/>
          </a:prstGeom>
          <a:noFill/>
        </p:spPr>
        <p:txBody>
          <a:bodyPr wrap="square" rtlCol="0">
            <a:spAutoFit/>
          </a:bodyPr>
          <a:lstStyle/>
          <a:p>
            <a:pPr marL="171450" indent="-171450" algn="r" rtl="1">
              <a:buFont typeface="Arial" panose="020B0604020202020204" pitchFamily="34" charset="0"/>
              <a:buChar char="•"/>
            </a:pPr>
            <a:r>
              <a:rPr lang="ar-LY" sz="1100" i="1" dirty="0">
                <a:solidFill>
                  <a:srgbClr val="990099"/>
                </a:solidFill>
                <a:latin typeface="Tajawal" panose="00000500000000000000" pitchFamily="2" charset="-78"/>
                <a:cs typeface="Tajawal" panose="00000500000000000000" pitchFamily="2" charset="-78"/>
              </a:rPr>
              <a:t>المشتركين الفعليين لفترة ثلاث أشهر أي 90 يوم.</a:t>
            </a:r>
          </a:p>
        </p:txBody>
      </p:sp>
      <p:grpSp>
        <p:nvGrpSpPr>
          <p:cNvPr id="2" name="Group 1">
            <a:extLst>
              <a:ext uri="{FF2B5EF4-FFF2-40B4-BE49-F238E27FC236}">
                <a16:creationId xmlns:a16="http://schemas.microsoft.com/office/drawing/2014/main" id="{A92FC873-0E71-DBF1-5DC7-E8A26F4C99C8}"/>
              </a:ext>
            </a:extLst>
          </p:cNvPr>
          <p:cNvGrpSpPr/>
          <p:nvPr/>
        </p:nvGrpSpPr>
        <p:grpSpPr>
          <a:xfrm>
            <a:off x="1547114" y="3679232"/>
            <a:ext cx="3681609" cy="920656"/>
            <a:chOff x="467853" y="1156622"/>
            <a:chExt cx="3681609" cy="920656"/>
          </a:xfrm>
        </p:grpSpPr>
        <p:sp>
          <p:nvSpPr>
            <p:cNvPr id="8" name="Rectangle: Rounded Corners 7">
              <a:extLst>
                <a:ext uri="{FF2B5EF4-FFF2-40B4-BE49-F238E27FC236}">
                  <a16:creationId xmlns:a16="http://schemas.microsoft.com/office/drawing/2014/main" id="{1A15F722-D52D-E8C7-FD70-3C8DCF728998}"/>
                </a:ext>
              </a:extLst>
            </p:cNvPr>
            <p:cNvSpPr/>
            <p:nvPr/>
          </p:nvSpPr>
          <p:spPr>
            <a:xfrm>
              <a:off x="518892" y="1156622"/>
              <a:ext cx="3630570" cy="920656"/>
            </a:xfrm>
            <a:prstGeom prst="roundRect">
              <a:avLst>
                <a:gd name="adj" fmla="val 8472"/>
              </a:avLst>
            </a:prstGeom>
            <a:gradFill>
              <a:gsLst>
                <a:gs pos="0">
                  <a:srgbClr val="990099"/>
                </a:gs>
                <a:gs pos="100000">
                  <a:schemeClr val="accent2"/>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9" name="Group 8">
              <a:extLst>
                <a:ext uri="{FF2B5EF4-FFF2-40B4-BE49-F238E27FC236}">
                  <a16:creationId xmlns:a16="http://schemas.microsoft.com/office/drawing/2014/main" id="{1D628082-3453-E432-53B1-DDA2D77A9911}"/>
                </a:ext>
              </a:extLst>
            </p:cNvPr>
            <p:cNvGrpSpPr/>
            <p:nvPr/>
          </p:nvGrpSpPr>
          <p:grpSpPr>
            <a:xfrm>
              <a:off x="467853" y="1220978"/>
              <a:ext cx="3681609" cy="662484"/>
              <a:chOff x="467853" y="1186271"/>
              <a:chExt cx="3681609" cy="662484"/>
            </a:xfrm>
          </p:grpSpPr>
          <p:sp>
            <p:nvSpPr>
              <p:cNvPr id="11" name="TextBox 10">
                <a:extLst>
                  <a:ext uri="{FF2B5EF4-FFF2-40B4-BE49-F238E27FC236}">
                    <a16:creationId xmlns:a16="http://schemas.microsoft.com/office/drawing/2014/main" id="{C2588D30-6D5E-65F1-D99C-55909DF8C444}"/>
                  </a:ext>
                </a:extLst>
              </p:cNvPr>
              <p:cNvSpPr txBox="1"/>
              <p:nvPr/>
            </p:nvSpPr>
            <p:spPr>
              <a:xfrm>
                <a:off x="467853" y="1186271"/>
                <a:ext cx="3681609" cy="276999"/>
              </a:xfrm>
              <a:prstGeom prst="rect">
                <a:avLst/>
              </a:prstGeom>
              <a:noFill/>
            </p:spPr>
            <p:txBody>
              <a:bodyPr wrap="square" rtlCol="0">
                <a:spAutoFit/>
              </a:bodyPr>
              <a:lstStyle/>
              <a:p>
                <a:pPr algn="r"/>
                <a:r>
                  <a:rPr lang="ar-LY" sz="1200" dirty="0">
                    <a:solidFill>
                      <a:schemeClr val="bg1"/>
                    </a:solidFill>
                    <a:latin typeface="Montserrat" panose="020B0604020202020204" charset="0"/>
                  </a:rPr>
                  <a:t>انخفاض في الإيرادات الكلية للاستخدام عن المستهدف حتى شهر اكتوبر</a:t>
                </a:r>
                <a:endParaRPr lang="en-US" sz="1200" dirty="0">
                  <a:solidFill>
                    <a:schemeClr val="bg1"/>
                  </a:solidFill>
                  <a:latin typeface="Montserrat" panose="020B0604020202020204" charset="0"/>
                </a:endParaRPr>
              </a:p>
            </p:txBody>
          </p:sp>
          <p:sp>
            <p:nvSpPr>
              <p:cNvPr id="12" name="TextBox 11">
                <a:extLst>
                  <a:ext uri="{FF2B5EF4-FFF2-40B4-BE49-F238E27FC236}">
                    <a16:creationId xmlns:a16="http://schemas.microsoft.com/office/drawing/2014/main" id="{359D0686-CCE7-B65B-7A65-CC8F57F57913}"/>
                  </a:ext>
                </a:extLst>
              </p:cNvPr>
              <p:cNvSpPr txBox="1"/>
              <p:nvPr/>
            </p:nvSpPr>
            <p:spPr>
              <a:xfrm>
                <a:off x="1501588" y="1571756"/>
                <a:ext cx="1501396" cy="276999"/>
              </a:xfrm>
              <a:prstGeom prst="rect">
                <a:avLst/>
              </a:prstGeom>
              <a:noFill/>
            </p:spPr>
            <p:txBody>
              <a:bodyPr wrap="square" rtlCol="0">
                <a:spAutoFit/>
              </a:bodyPr>
              <a:lstStyle/>
              <a:p>
                <a:pPr algn="ctr"/>
                <a:r>
                  <a:rPr lang="ar-LY" sz="1200" b="1" dirty="0">
                    <a:solidFill>
                      <a:schemeClr val="bg1"/>
                    </a:solidFill>
                    <a:latin typeface="Montserrat" panose="020B0604020202020204" charset="0"/>
                  </a:rPr>
                  <a:t>15.9 %</a:t>
                </a:r>
                <a:endParaRPr lang="en-US" sz="1200" b="1" dirty="0">
                  <a:solidFill>
                    <a:schemeClr val="bg1"/>
                  </a:solidFill>
                  <a:latin typeface="Montserrat" panose="020B0604020202020204" charset="0"/>
                </a:endParaRPr>
              </a:p>
            </p:txBody>
          </p:sp>
        </p:grpSp>
      </p:grpSp>
      <p:pic>
        <p:nvPicPr>
          <p:cNvPr id="30" name="Picture 29" descr="A picture containing logo, graphics, font, white&#10;&#10;Description automatically generated">
            <a:extLst>
              <a:ext uri="{FF2B5EF4-FFF2-40B4-BE49-F238E27FC236}">
                <a16:creationId xmlns:a16="http://schemas.microsoft.com/office/drawing/2014/main" id="{CB8F6A00-4454-4DA7-7ECD-6021CDE1E57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68321" y="4084943"/>
            <a:ext cx="423130" cy="423130"/>
          </a:xfrm>
          <a:prstGeom prst="rect">
            <a:avLst/>
          </a:prstGeom>
        </p:spPr>
      </p:pic>
    </p:spTree>
    <p:extLst>
      <p:ext uri="{BB962C8B-B14F-4D97-AF65-F5344CB8AC3E}">
        <p14:creationId xmlns:p14="http://schemas.microsoft.com/office/powerpoint/2010/main" val="2229172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3" progId="TCLayout.ActiveDocument.1">
                  <p:embed/>
                </p:oleObj>
              </mc:Choice>
              <mc:Fallback>
                <p:oleObj name="think-cell Slide" r:id="rId4" imgW="421" imgH="423"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Date Placeholder 3"/>
          <p:cNvSpPr>
            <a:spLocks noGrp="1"/>
          </p:cNvSpPr>
          <p:nvPr>
            <p:ph type="dt" sz="half" idx="10"/>
          </p:nvPr>
        </p:nvSpPr>
        <p:spPr/>
        <p:txBody>
          <a:bodyPr/>
          <a:lstStyle/>
          <a:p>
            <a:fld id="{B97962B8-9498-4ED2-B7D2-7A36E3758037}" type="datetime4">
              <a:rPr lang="en-US" smtClean="0"/>
              <a:t>November 5, 2023</a:t>
            </a:fld>
            <a:endParaRPr lang="en-US"/>
          </a:p>
        </p:txBody>
      </p:sp>
      <p:sp>
        <p:nvSpPr>
          <p:cNvPr id="6" name="Slide Number Placeholder 5"/>
          <p:cNvSpPr>
            <a:spLocks noGrp="1"/>
          </p:cNvSpPr>
          <p:nvPr>
            <p:ph type="sldNum" sz="quarter" idx="12"/>
          </p:nvPr>
        </p:nvSpPr>
        <p:spPr/>
        <p:txBody>
          <a:bodyPr/>
          <a:lstStyle/>
          <a:p>
            <a:fld id="{12D7B28B-DC80-4E46-95D7-53BDE8C7F925}" type="slidenum">
              <a:rPr lang="en-US" smtClean="0"/>
              <a:t>7</a:t>
            </a:fld>
            <a:endParaRPr lang="en-US"/>
          </a:p>
        </p:txBody>
      </p:sp>
      <p:sp>
        <p:nvSpPr>
          <p:cNvPr id="8" name="Rectangle: Rounded Corners 7">
            <a:extLst>
              <a:ext uri="{FF2B5EF4-FFF2-40B4-BE49-F238E27FC236}">
                <a16:creationId xmlns:a16="http://schemas.microsoft.com/office/drawing/2014/main" id="{831DD3F2-CF4C-D5B0-CD93-762A611AAB6E}"/>
              </a:ext>
            </a:extLst>
          </p:cNvPr>
          <p:cNvSpPr/>
          <p:nvPr/>
        </p:nvSpPr>
        <p:spPr>
          <a:xfrm>
            <a:off x="659138" y="1132205"/>
            <a:ext cx="10939220" cy="2987171"/>
          </a:xfrm>
          <a:prstGeom prst="roundRect">
            <a:avLst>
              <a:gd name="adj" fmla="val 2552"/>
            </a:avLst>
          </a:prstGeom>
          <a:gradFill>
            <a:gsLst>
              <a:gs pos="0">
                <a:srgbClr val="990099"/>
              </a:gs>
              <a:gs pos="100000">
                <a:schemeClr val="accent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F6FB6209-65DA-96FA-527A-6367F8F0D31C}"/>
              </a:ext>
            </a:extLst>
          </p:cNvPr>
          <p:cNvSpPr txBox="1"/>
          <p:nvPr/>
        </p:nvSpPr>
        <p:spPr>
          <a:xfrm>
            <a:off x="5021580" y="1388077"/>
            <a:ext cx="2148840" cy="276999"/>
          </a:xfrm>
          <a:prstGeom prst="rect">
            <a:avLst/>
          </a:prstGeom>
          <a:noFill/>
        </p:spPr>
        <p:txBody>
          <a:bodyPr wrap="square" rtlCol="0">
            <a:spAutoFit/>
          </a:bodyPr>
          <a:lstStyle/>
          <a:p>
            <a:pPr algn="ctr"/>
            <a:r>
              <a:rPr lang="ar-LY" sz="1200" b="1" dirty="0">
                <a:solidFill>
                  <a:schemeClr val="bg1"/>
                </a:solidFill>
                <a:latin typeface="Montserrat Medium" panose="020B0604020202020204" charset="0"/>
              </a:rPr>
              <a:t>المشتركين الفعليين</a:t>
            </a:r>
            <a:endParaRPr lang="en-US" sz="1200" b="1" dirty="0">
              <a:solidFill>
                <a:schemeClr val="bg1"/>
              </a:solidFill>
              <a:latin typeface="Montserrat Medium" panose="020B0604020202020204" charset="0"/>
            </a:endParaRPr>
          </a:p>
        </p:txBody>
      </p:sp>
      <p:graphicFrame>
        <p:nvGraphicFramePr>
          <p:cNvPr id="13" name="Chart 12">
            <a:extLst>
              <a:ext uri="{FF2B5EF4-FFF2-40B4-BE49-F238E27FC236}">
                <a16:creationId xmlns:a16="http://schemas.microsoft.com/office/drawing/2014/main" id="{B94B749F-09AA-7F87-3033-DB9696260091}"/>
              </a:ext>
            </a:extLst>
          </p:cNvPr>
          <p:cNvGraphicFramePr/>
          <p:nvPr>
            <p:extLst>
              <p:ext uri="{D42A27DB-BD31-4B8C-83A1-F6EECF244321}">
                <p14:modId xmlns:p14="http://schemas.microsoft.com/office/powerpoint/2010/main" val="2161135112"/>
              </p:ext>
            </p:extLst>
          </p:nvPr>
        </p:nvGraphicFramePr>
        <p:xfrm>
          <a:off x="1938105" y="1767698"/>
          <a:ext cx="8239125" cy="2249055"/>
        </p:xfrm>
        <a:graphic>
          <a:graphicData uri="http://schemas.openxmlformats.org/drawingml/2006/chart">
            <c:chart xmlns:c="http://schemas.openxmlformats.org/drawingml/2006/chart" xmlns:r="http://schemas.openxmlformats.org/officeDocument/2006/relationships" r:id="rId6"/>
          </a:graphicData>
        </a:graphic>
      </p:graphicFrame>
      <p:sp>
        <p:nvSpPr>
          <p:cNvPr id="14" name="Rectangle 13">
            <a:extLst>
              <a:ext uri="{FF2B5EF4-FFF2-40B4-BE49-F238E27FC236}">
                <a16:creationId xmlns:a16="http://schemas.microsoft.com/office/drawing/2014/main" id="{3E5B318A-1867-DC03-5653-9AE0A5DF7506}"/>
              </a:ext>
            </a:extLst>
          </p:cNvPr>
          <p:cNvSpPr/>
          <p:nvPr/>
        </p:nvSpPr>
        <p:spPr>
          <a:xfrm>
            <a:off x="387109" y="4583718"/>
            <a:ext cx="11483278" cy="738664"/>
          </a:xfrm>
          <a:prstGeom prst="rect">
            <a:avLst/>
          </a:prstGeom>
        </p:spPr>
        <p:txBody>
          <a:bodyPr wrap="square">
            <a:spAutoFit/>
          </a:bodyPr>
          <a:lstStyle/>
          <a:p>
            <a:pPr algn="just" rtl="1"/>
            <a:endParaRPr lang="ar-LY" sz="1400" dirty="0">
              <a:latin typeface="Tajawal Medium" panose="00000600000000000000" pitchFamily="2" charset="-78"/>
              <a:ea typeface="Open Sans Light" pitchFamily="34" charset="0"/>
              <a:cs typeface="Tajawal Medium" panose="00000600000000000000" pitchFamily="2" charset="-78"/>
            </a:endParaRPr>
          </a:p>
          <a:p>
            <a:pPr algn="just" rtl="1"/>
            <a:r>
              <a:rPr lang="ar-LY" sz="1400" dirty="0">
                <a:latin typeface="Tajawal Medium" panose="00000600000000000000" pitchFamily="2" charset="-78"/>
                <a:ea typeface="Open Sans Light" pitchFamily="34" charset="0"/>
                <a:cs typeface="Tajawal Medium" panose="00000600000000000000" pitchFamily="2" charset="-78"/>
              </a:rPr>
              <a:t>ارتفاع في متوسط الايراد الشهري للمشتركين حيث أصبح المتوسط </a:t>
            </a:r>
            <a:r>
              <a:rPr lang="ar-LY" sz="1400" b="1" dirty="0">
                <a:solidFill>
                  <a:srgbClr val="990099"/>
                </a:solidFill>
                <a:latin typeface="Tajawal Medium" panose="00000600000000000000" pitchFamily="2" charset="-78"/>
                <a:ea typeface="Open Sans Light" pitchFamily="34" charset="0"/>
                <a:cs typeface="Tajawal Medium" panose="00000600000000000000" pitchFamily="2" charset="-78"/>
              </a:rPr>
              <a:t>25.9</a:t>
            </a:r>
            <a:r>
              <a:rPr lang="ar-LY" sz="1400" dirty="0">
                <a:latin typeface="Tajawal Medium" panose="00000600000000000000" pitchFamily="2" charset="-78"/>
                <a:ea typeface="Open Sans Light" pitchFamily="34" charset="0"/>
                <a:cs typeface="Tajawal Medium" panose="00000600000000000000" pitchFamily="2" charset="-78"/>
              </a:rPr>
              <a:t> دينار خلال شهر اكتوبر من سنة 2023 مع ارتفاع في عدد المشتركين الكلي مقارنة بشهر سبتمبر من سنة 2023 حيث بلغ عدد المشتركين الفعلين خلال شهر اكتوبر </a:t>
            </a:r>
            <a:r>
              <a:rPr lang="ar-LY" sz="1400" b="1" dirty="0">
                <a:solidFill>
                  <a:srgbClr val="990099"/>
                </a:solidFill>
                <a:latin typeface="Tajawal Medium" panose="00000600000000000000" pitchFamily="2" charset="-78"/>
                <a:ea typeface="Open Sans Light" pitchFamily="34" charset="0"/>
                <a:cs typeface="Tajawal Medium" panose="00000600000000000000" pitchFamily="2" charset="-78"/>
              </a:rPr>
              <a:t>6,330,109</a:t>
            </a:r>
            <a:r>
              <a:rPr lang="ar-LY" sz="1400" dirty="0">
                <a:latin typeface="Tajawal Medium" panose="00000600000000000000" pitchFamily="2" charset="-78"/>
                <a:ea typeface="Open Sans Light" pitchFamily="34" charset="0"/>
                <a:cs typeface="Tajawal Medium" panose="00000600000000000000" pitchFamily="2" charset="-78"/>
              </a:rPr>
              <a:t> مشترك.</a:t>
            </a:r>
            <a:endParaRPr lang="ar-LY" sz="1400" dirty="0">
              <a:solidFill>
                <a:schemeClr val="tx1">
                  <a:lumMod val="65000"/>
                  <a:lumOff val="35000"/>
                </a:schemeClr>
              </a:solidFill>
              <a:latin typeface="Tajawal Medium" panose="00000600000000000000" pitchFamily="2" charset="-78"/>
              <a:ea typeface="Open Sans Light" pitchFamily="34" charset="0"/>
              <a:cs typeface="Tajawal Medium" panose="00000600000000000000" pitchFamily="2" charset="-78"/>
            </a:endParaRPr>
          </a:p>
        </p:txBody>
      </p:sp>
      <p:sp>
        <p:nvSpPr>
          <p:cNvPr id="15" name="Title 1">
            <a:extLst>
              <a:ext uri="{FF2B5EF4-FFF2-40B4-BE49-F238E27FC236}">
                <a16:creationId xmlns:a16="http://schemas.microsoft.com/office/drawing/2014/main" id="{B899F6EA-5DC8-B899-62AE-DC00CBEF425E}"/>
              </a:ext>
            </a:extLst>
          </p:cNvPr>
          <p:cNvSpPr>
            <a:spLocks noGrp="1"/>
          </p:cNvSpPr>
          <p:nvPr>
            <p:ph type="title"/>
          </p:nvPr>
        </p:nvSpPr>
        <p:spPr>
          <a:xfrm>
            <a:off x="4692580" y="247057"/>
            <a:ext cx="7389837" cy="679904"/>
          </a:xfrm>
        </p:spPr>
        <p:txBody>
          <a:bodyPr vert="horz">
            <a:normAutofit/>
          </a:bodyPr>
          <a:lstStyle/>
          <a:p>
            <a:r>
              <a:rPr lang="ar-LY" sz="2600" b="1" dirty="0">
                <a:cs typeface="Tajawal Medium" panose="00000600000000000000" pitchFamily="2" charset="-78"/>
              </a:rPr>
              <a:t>المشتركين الفعليين</a:t>
            </a:r>
            <a:endParaRPr lang="en-US" sz="2600" b="1" dirty="0">
              <a:cs typeface="Tajawal Medium" panose="00000600000000000000" pitchFamily="2" charset="-78"/>
            </a:endParaRPr>
          </a:p>
        </p:txBody>
      </p:sp>
    </p:spTree>
    <p:extLst>
      <p:ext uri="{BB962C8B-B14F-4D97-AF65-F5344CB8AC3E}">
        <p14:creationId xmlns:p14="http://schemas.microsoft.com/office/powerpoint/2010/main" val="4090146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3" progId="TCLayout.ActiveDocument.1">
                  <p:embed/>
                </p:oleObj>
              </mc:Choice>
              <mc:Fallback>
                <p:oleObj name="think-cell Slide" r:id="rId4" imgW="421" imgH="423" progId="TCLayout.ActiveDocument.1">
                  <p:embed/>
                  <p:pic>
                    <p:nvPicPr>
                      <p:cNvPr id="10" name="Object 9"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Date Placeholder 3"/>
          <p:cNvSpPr>
            <a:spLocks noGrp="1"/>
          </p:cNvSpPr>
          <p:nvPr>
            <p:ph type="dt" sz="half" idx="10"/>
          </p:nvPr>
        </p:nvSpPr>
        <p:spPr/>
        <p:txBody>
          <a:bodyPr/>
          <a:lstStyle/>
          <a:p>
            <a:fld id="{95A976C5-042F-4F2F-B0E6-E9296BA89F2F}" type="datetime4">
              <a:rPr lang="en-US" smtClean="0"/>
              <a:t>November 5, 2023</a:t>
            </a:fld>
            <a:endParaRPr lang="en-US"/>
          </a:p>
        </p:txBody>
      </p:sp>
      <p:sp>
        <p:nvSpPr>
          <p:cNvPr id="6" name="Slide Number Placeholder 5"/>
          <p:cNvSpPr>
            <a:spLocks noGrp="1"/>
          </p:cNvSpPr>
          <p:nvPr>
            <p:ph type="sldNum" sz="quarter" idx="12"/>
          </p:nvPr>
        </p:nvSpPr>
        <p:spPr/>
        <p:txBody>
          <a:bodyPr/>
          <a:lstStyle/>
          <a:p>
            <a:fld id="{12D7B28B-DC80-4E46-95D7-53BDE8C7F925}" type="slidenum">
              <a:rPr lang="en-US" smtClean="0"/>
              <a:t>8</a:t>
            </a:fld>
            <a:endParaRPr lang="en-US" dirty="0"/>
          </a:p>
        </p:txBody>
      </p:sp>
      <p:sp>
        <p:nvSpPr>
          <p:cNvPr id="40" name="Rectangle: Rounded Corners 39">
            <a:extLst>
              <a:ext uri="{FF2B5EF4-FFF2-40B4-BE49-F238E27FC236}">
                <a16:creationId xmlns:a16="http://schemas.microsoft.com/office/drawing/2014/main" id="{C273AB45-642E-4740-0DBA-1BFD3770EC8D}"/>
              </a:ext>
            </a:extLst>
          </p:cNvPr>
          <p:cNvSpPr/>
          <p:nvPr/>
        </p:nvSpPr>
        <p:spPr>
          <a:xfrm>
            <a:off x="421185" y="1095975"/>
            <a:ext cx="4011339" cy="3642280"/>
          </a:xfrm>
          <a:prstGeom prst="roundRect">
            <a:avLst>
              <a:gd name="adj" fmla="val 4515"/>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8E3EE21D-F6EC-BD31-E771-08D66D913E5A}"/>
              </a:ext>
            </a:extLst>
          </p:cNvPr>
          <p:cNvSpPr txBox="1"/>
          <p:nvPr/>
        </p:nvSpPr>
        <p:spPr>
          <a:xfrm>
            <a:off x="1355490" y="1491152"/>
            <a:ext cx="2280732" cy="253916"/>
          </a:xfrm>
          <a:prstGeom prst="rect">
            <a:avLst/>
          </a:prstGeom>
          <a:noFill/>
        </p:spPr>
        <p:txBody>
          <a:bodyPr wrap="square" rtlCol="0">
            <a:spAutoFit/>
          </a:bodyPr>
          <a:lstStyle/>
          <a:p>
            <a:pPr algn="r"/>
            <a:r>
              <a:rPr lang="ar-LY" sz="1050" b="1" dirty="0">
                <a:solidFill>
                  <a:schemeClr val="tx2"/>
                </a:solidFill>
                <a:latin typeface="Montserrat Medium" panose="020B0604020202020204" charset="0"/>
              </a:rPr>
              <a:t>شهر اكتوبر</a:t>
            </a:r>
            <a:endParaRPr lang="en-US" sz="1050" b="1" dirty="0">
              <a:solidFill>
                <a:schemeClr val="tx2"/>
              </a:solidFill>
              <a:latin typeface="Montserrat Medium" panose="020B0604020202020204" charset="0"/>
            </a:endParaRPr>
          </a:p>
        </p:txBody>
      </p:sp>
      <p:grpSp>
        <p:nvGrpSpPr>
          <p:cNvPr id="42" name="Group 41">
            <a:extLst>
              <a:ext uri="{FF2B5EF4-FFF2-40B4-BE49-F238E27FC236}">
                <a16:creationId xmlns:a16="http://schemas.microsoft.com/office/drawing/2014/main" id="{523375C1-DD1F-2502-0ED6-253060F073D7}"/>
              </a:ext>
            </a:extLst>
          </p:cNvPr>
          <p:cNvGrpSpPr/>
          <p:nvPr/>
        </p:nvGrpSpPr>
        <p:grpSpPr>
          <a:xfrm>
            <a:off x="610115" y="2363755"/>
            <a:ext cx="2173387" cy="2022773"/>
            <a:chOff x="9033780" y="1424621"/>
            <a:chExt cx="2545924" cy="2134940"/>
          </a:xfrm>
        </p:grpSpPr>
        <p:graphicFrame>
          <p:nvGraphicFramePr>
            <p:cNvPr id="43" name="Chart 42">
              <a:extLst>
                <a:ext uri="{FF2B5EF4-FFF2-40B4-BE49-F238E27FC236}">
                  <a16:creationId xmlns:a16="http://schemas.microsoft.com/office/drawing/2014/main" id="{2B9254A9-640D-67DB-EAF3-3FD60453CE5A}"/>
                </a:ext>
              </a:extLst>
            </p:cNvPr>
            <p:cNvGraphicFramePr/>
            <p:nvPr>
              <p:extLst>
                <p:ext uri="{D42A27DB-BD31-4B8C-83A1-F6EECF244321}">
                  <p14:modId xmlns:p14="http://schemas.microsoft.com/office/powerpoint/2010/main" val="3048585259"/>
                </p:ext>
              </p:extLst>
            </p:nvPr>
          </p:nvGraphicFramePr>
          <p:xfrm>
            <a:off x="9033780" y="1424621"/>
            <a:ext cx="2545924" cy="2134940"/>
          </p:xfrm>
          <a:graphic>
            <a:graphicData uri="http://schemas.openxmlformats.org/drawingml/2006/chart">
              <c:chart xmlns:c="http://schemas.openxmlformats.org/drawingml/2006/chart" xmlns:r="http://schemas.openxmlformats.org/officeDocument/2006/relationships" r:id="rId6"/>
            </a:graphicData>
          </a:graphic>
        </p:graphicFrame>
        <p:sp>
          <p:nvSpPr>
            <p:cNvPr id="56" name="Oval 55">
              <a:extLst>
                <a:ext uri="{FF2B5EF4-FFF2-40B4-BE49-F238E27FC236}">
                  <a16:creationId xmlns:a16="http://schemas.microsoft.com/office/drawing/2014/main" id="{E4541168-30CF-5331-6E08-8554227E3668}"/>
                </a:ext>
              </a:extLst>
            </p:cNvPr>
            <p:cNvSpPr/>
            <p:nvPr/>
          </p:nvSpPr>
          <p:spPr>
            <a:xfrm>
              <a:off x="9689875" y="1875223"/>
              <a:ext cx="1233737" cy="1233734"/>
            </a:xfrm>
            <a:prstGeom prst="ellipse">
              <a:avLst/>
            </a:prstGeom>
            <a:solidFill>
              <a:schemeClr val="bg1"/>
            </a:solidFill>
            <a:ln>
              <a:noFill/>
            </a:ln>
            <a:effectLst>
              <a:outerShdw blurRad="76200" sx="102000" sy="102000" algn="ctr"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grpSp>
      <p:sp>
        <p:nvSpPr>
          <p:cNvPr id="57" name="Oval 56">
            <a:extLst>
              <a:ext uri="{FF2B5EF4-FFF2-40B4-BE49-F238E27FC236}">
                <a16:creationId xmlns:a16="http://schemas.microsoft.com/office/drawing/2014/main" id="{F2B14A4C-DA5F-C7E5-75FB-81F2013EA21E}"/>
              </a:ext>
            </a:extLst>
          </p:cNvPr>
          <p:cNvSpPr/>
          <p:nvPr/>
        </p:nvSpPr>
        <p:spPr>
          <a:xfrm>
            <a:off x="3044558" y="2432999"/>
            <a:ext cx="166002" cy="166002"/>
          </a:xfrm>
          <a:prstGeom prst="ellipse">
            <a:avLst/>
          </a:prstGeom>
          <a:gradFill>
            <a:gsLst>
              <a:gs pos="2000">
                <a:schemeClr val="bg2"/>
              </a:gs>
              <a:gs pos="100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20000"/>
                  <a:lumOff val="80000"/>
                </a:schemeClr>
              </a:solidFill>
            </a:endParaRPr>
          </a:p>
        </p:txBody>
      </p:sp>
      <p:sp>
        <p:nvSpPr>
          <p:cNvPr id="58" name="Oval 57">
            <a:extLst>
              <a:ext uri="{FF2B5EF4-FFF2-40B4-BE49-F238E27FC236}">
                <a16:creationId xmlns:a16="http://schemas.microsoft.com/office/drawing/2014/main" id="{BCD38BF4-CB59-1B40-193A-BB60E5B5E51D}"/>
              </a:ext>
            </a:extLst>
          </p:cNvPr>
          <p:cNvSpPr/>
          <p:nvPr/>
        </p:nvSpPr>
        <p:spPr>
          <a:xfrm>
            <a:off x="3044561" y="2914499"/>
            <a:ext cx="166002" cy="166002"/>
          </a:xfrm>
          <a:prstGeom prst="ellipse">
            <a:avLst/>
          </a:prstGeom>
          <a:gradFill>
            <a:gsLst>
              <a:gs pos="2000">
                <a:srgbClr val="FFFF00"/>
              </a:gs>
              <a:gs pos="100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CAB0831F-1EA6-F4CC-0515-8A20AC538FEA}"/>
              </a:ext>
            </a:extLst>
          </p:cNvPr>
          <p:cNvGrpSpPr/>
          <p:nvPr/>
        </p:nvGrpSpPr>
        <p:grpSpPr>
          <a:xfrm>
            <a:off x="3300484" y="2367195"/>
            <a:ext cx="858327" cy="297611"/>
            <a:chOff x="4261885" y="6722541"/>
            <a:chExt cx="951909" cy="297611"/>
          </a:xfrm>
        </p:grpSpPr>
        <p:sp>
          <p:nvSpPr>
            <p:cNvPr id="60" name="TextBox 59">
              <a:extLst>
                <a:ext uri="{FF2B5EF4-FFF2-40B4-BE49-F238E27FC236}">
                  <a16:creationId xmlns:a16="http://schemas.microsoft.com/office/drawing/2014/main" id="{01CAC43E-B87B-DBD3-29D2-75829B36407F}"/>
                </a:ext>
              </a:extLst>
            </p:cNvPr>
            <p:cNvSpPr txBox="1"/>
            <p:nvPr/>
          </p:nvSpPr>
          <p:spPr>
            <a:xfrm>
              <a:off x="4261885" y="6722541"/>
              <a:ext cx="951909" cy="138499"/>
            </a:xfrm>
            <a:prstGeom prst="rect">
              <a:avLst/>
            </a:prstGeom>
            <a:noFill/>
          </p:spPr>
          <p:txBody>
            <a:bodyPr wrap="square" lIns="0" tIns="0" rIns="0" bIns="0" rtlCol="0">
              <a:spAutoFit/>
            </a:bodyPr>
            <a:lstStyle/>
            <a:p>
              <a:pPr algn="r"/>
              <a:r>
                <a:rPr lang="ar-LY" sz="900" dirty="0">
                  <a:latin typeface="Montserrat" panose="020B0604020202020204" charset="0"/>
                </a:rPr>
                <a:t>من 0 الى 10</a:t>
              </a:r>
              <a:endParaRPr lang="en-US" sz="900" dirty="0">
                <a:latin typeface="Montserrat" panose="020B0604020202020204" charset="0"/>
              </a:endParaRPr>
            </a:p>
          </p:txBody>
        </p:sp>
        <p:sp>
          <p:nvSpPr>
            <p:cNvPr id="61" name="TextBox 60">
              <a:extLst>
                <a:ext uri="{FF2B5EF4-FFF2-40B4-BE49-F238E27FC236}">
                  <a16:creationId xmlns:a16="http://schemas.microsoft.com/office/drawing/2014/main" id="{7D1273C5-70D5-D3A7-F1E4-9CD552C554DD}"/>
                </a:ext>
              </a:extLst>
            </p:cNvPr>
            <p:cNvSpPr txBox="1"/>
            <p:nvPr/>
          </p:nvSpPr>
          <p:spPr>
            <a:xfrm>
              <a:off x="4404632" y="6881653"/>
              <a:ext cx="774935" cy="138499"/>
            </a:xfrm>
            <a:prstGeom prst="rect">
              <a:avLst/>
            </a:prstGeom>
            <a:noFill/>
          </p:spPr>
          <p:txBody>
            <a:bodyPr wrap="square" lIns="0" tIns="0" rIns="0" bIns="0" rtlCol="0">
              <a:spAutoFit/>
            </a:bodyPr>
            <a:lstStyle/>
            <a:p>
              <a:pPr algn="r"/>
              <a:r>
                <a:rPr lang="en-US" sz="900" b="1" dirty="0">
                  <a:solidFill>
                    <a:schemeClr val="tx1">
                      <a:alpha val="54000"/>
                    </a:schemeClr>
                  </a:solidFill>
                  <a:cs typeface="Browallia New" panose="020B0604020202020204" pitchFamily="34" charset="-34"/>
                </a:rPr>
                <a:t>5%</a:t>
              </a:r>
            </a:p>
          </p:txBody>
        </p:sp>
      </p:grpSp>
      <p:sp>
        <p:nvSpPr>
          <p:cNvPr id="68" name="Oval 67">
            <a:extLst>
              <a:ext uri="{FF2B5EF4-FFF2-40B4-BE49-F238E27FC236}">
                <a16:creationId xmlns:a16="http://schemas.microsoft.com/office/drawing/2014/main" id="{7CF9B842-85F3-C489-A460-A7AE2455748A}"/>
              </a:ext>
            </a:extLst>
          </p:cNvPr>
          <p:cNvSpPr/>
          <p:nvPr/>
        </p:nvSpPr>
        <p:spPr>
          <a:xfrm>
            <a:off x="3044561" y="3395998"/>
            <a:ext cx="166002" cy="166002"/>
          </a:xfrm>
          <a:prstGeom prst="ellipse">
            <a:avLst/>
          </a:prstGeom>
          <a:gradFill>
            <a:gsLst>
              <a:gs pos="22000">
                <a:schemeClr val="accent5"/>
              </a:gs>
              <a:gs pos="100000">
                <a:schemeClr val="bg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Oval 71">
            <a:extLst>
              <a:ext uri="{FF2B5EF4-FFF2-40B4-BE49-F238E27FC236}">
                <a16:creationId xmlns:a16="http://schemas.microsoft.com/office/drawing/2014/main" id="{1F448678-C460-9964-B221-B76B892E7C31}"/>
              </a:ext>
            </a:extLst>
          </p:cNvPr>
          <p:cNvSpPr/>
          <p:nvPr/>
        </p:nvSpPr>
        <p:spPr>
          <a:xfrm>
            <a:off x="3036651" y="3878474"/>
            <a:ext cx="166002" cy="166002"/>
          </a:xfrm>
          <a:prstGeom prst="ellipse">
            <a:avLst/>
          </a:prstGeom>
          <a:gradFill>
            <a:gsLst>
              <a:gs pos="2000">
                <a:srgbClr val="990099"/>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793F76C4-62E3-674B-1924-668A3ECB457B}"/>
              </a:ext>
            </a:extLst>
          </p:cNvPr>
          <p:cNvSpPr/>
          <p:nvPr/>
        </p:nvSpPr>
        <p:spPr>
          <a:xfrm>
            <a:off x="3044560" y="4294168"/>
            <a:ext cx="166002" cy="166002"/>
          </a:xfrm>
          <a:prstGeom prst="ellipse">
            <a:avLst/>
          </a:prstGeom>
          <a:gradFill>
            <a:gsLst>
              <a:gs pos="31000">
                <a:schemeClr val="bg2">
                  <a:lumMod val="75000"/>
                </a:schemeClr>
              </a:gs>
              <a:gs pos="100000">
                <a:schemeClr val="bg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TextBox 150">
            <a:extLst>
              <a:ext uri="{FF2B5EF4-FFF2-40B4-BE49-F238E27FC236}">
                <a16:creationId xmlns:a16="http://schemas.microsoft.com/office/drawing/2014/main" id="{E1E76FD3-61BE-6251-6A00-15362D122953}"/>
              </a:ext>
            </a:extLst>
          </p:cNvPr>
          <p:cNvSpPr txBox="1"/>
          <p:nvPr/>
        </p:nvSpPr>
        <p:spPr>
          <a:xfrm>
            <a:off x="4764446" y="2367195"/>
            <a:ext cx="2663108" cy="1569660"/>
          </a:xfrm>
          <a:prstGeom prst="rect">
            <a:avLst/>
          </a:prstGeom>
          <a:noFill/>
        </p:spPr>
        <p:txBody>
          <a:bodyPr wrap="square" rtlCol="0">
            <a:spAutoFit/>
          </a:bodyPr>
          <a:lstStyle/>
          <a:p>
            <a:pPr algn="just" rtl="1"/>
            <a:r>
              <a:rPr lang="ar-LY" sz="1200" dirty="0">
                <a:latin typeface="Tajawal Medium" panose="00000600000000000000" pitchFamily="2" charset="-78"/>
                <a:cs typeface="Tajawal Medium" panose="00000600000000000000" pitchFamily="2" charset="-78"/>
              </a:rPr>
              <a:t>ارتفاع في إيرادات شرائح المستهلكين فشهر </a:t>
            </a:r>
            <a:r>
              <a:rPr lang="ar-LY" sz="1200" dirty="0">
                <a:latin typeface="Tajawal Medium" panose="00000600000000000000" pitchFamily="2" charset="-78"/>
                <a:ea typeface="Open Sans Light" pitchFamily="34" charset="0"/>
                <a:cs typeface="Tajawal Medium" panose="00000600000000000000" pitchFamily="2" charset="-78"/>
              </a:rPr>
              <a:t>اكتوبر</a:t>
            </a:r>
            <a:r>
              <a:rPr lang="ar-LY" sz="1200" dirty="0">
                <a:latin typeface="Tajawal Medium" panose="00000600000000000000" pitchFamily="2" charset="-78"/>
                <a:cs typeface="Tajawal Medium" panose="00000600000000000000" pitchFamily="2" charset="-78"/>
              </a:rPr>
              <a:t> من سنة 2023 من فئة 10 الى 120 بحوالي </a:t>
            </a:r>
            <a:r>
              <a:rPr lang="ar-LY" sz="1200" b="1" dirty="0">
                <a:solidFill>
                  <a:srgbClr val="990099"/>
                </a:solidFill>
                <a:latin typeface="Tajawal Medium" panose="00000600000000000000" pitchFamily="2" charset="-78"/>
                <a:cs typeface="Tajawal Medium" panose="00000600000000000000" pitchFamily="2" charset="-78"/>
              </a:rPr>
              <a:t>30.1</a:t>
            </a:r>
            <a:r>
              <a:rPr lang="ar-LY" sz="1200" dirty="0">
                <a:latin typeface="Tajawal Medium" panose="00000600000000000000" pitchFamily="2" charset="-78"/>
                <a:cs typeface="Tajawal Medium" panose="00000600000000000000" pitchFamily="2" charset="-78"/>
              </a:rPr>
              <a:t> مليون د.ل مقارنه بشهر </a:t>
            </a:r>
            <a:r>
              <a:rPr lang="ar-LY" sz="1200" dirty="0">
                <a:latin typeface="Tajawal Medium" panose="00000600000000000000" pitchFamily="2" charset="-78"/>
                <a:ea typeface="Open Sans Light" pitchFamily="34" charset="0"/>
                <a:cs typeface="Tajawal Medium" panose="00000600000000000000" pitchFamily="2" charset="-78"/>
              </a:rPr>
              <a:t>سبتمبر</a:t>
            </a:r>
            <a:r>
              <a:rPr lang="ar-LY" sz="1200" dirty="0">
                <a:latin typeface="Tajawal Medium" panose="00000600000000000000" pitchFamily="2" charset="-78"/>
                <a:cs typeface="Tajawal Medium" panose="00000600000000000000" pitchFamily="2" charset="-78"/>
              </a:rPr>
              <a:t> من سنة 2023.</a:t>
            </a:r>
          </a:p>
          <a:p>
            <a:pPr algn="just" rtl="1"/>
            <a:endParaRPr lang="ar-LY" sz="1200" dirty="0">
              <a:latin typeface="Tajawal Medium" panose="00000600000000000000" pitchFamily="2" charset="-78"/>
              <a:cs typeface="Tajawal Medium" panose="00000600000000000000" pitchFamily="2" charset="-78"/>
            </a:endParaRPr>
          </a:p>
          <a:p>
            <a:pPr algn="just" rtl="1"/>
            <a:r>
              <a:rPr lang="ar-LY" sz="1200" dirty="0">
                <a:latin typeface="Tajawal Medium" panose="00000600000000000000" pitchFamily="2" charset="-78"/>
                <a:cs typeface="Tajawal Medium" panose="00000600000000000000" pitchFamily="2" charset="-78"/>
              </a:rPr>
              <a:t>بالإضافة الى ارتفاع في إيرادات شرائح المستهلكين ما فوق 120 بحوالي </a:t>
            </a:r>
            <a:r>
              <a:rPr lang="ar-LY" sz="1200" b="1" dirty="0">
                <a:solidFill>
                  <a:srgbClr val="990099"/>
                </a:solidFill>
                <a:latin typeface="Tajawal Medium" panose="00000600000000000000" pitchFamily="2" charset="-78"/>
                <a:cs typeface="Tajawal Medium" panose="00000600000000000000" pitchFamily="2" charset="-78"/>
              </a:rPr>
              <a:t>19.3</a:t>
            </a:r>
            <a:r>
              <a:rPr lang="ar-LY" sz="1200" dirty="0">
                <a:latin typeface="Tajawal Medium" panose="00000600000000000000" pitchFamily="2" charset="-78"/>
                <a:cs typeface="Tajawal Medium" panose="00000600000000000000" pitchFamily="2" charset="-78"/>
              </a:rPr>
              <a:t> مليون د.ل</a:t>
            </a:r>
            <a:endParaRPr lang="en-US" sz="1200" dirty="0">
              <a:latin typeface="Tajawal Medium" panose="00000600000000000000" pitchFamily="2" charset="-78"/>
              <a:cs typeface="Tajawal Medium" panose="00000600000000000000" pitchFamily="2" charset="-78"/>
            </a:endParaRPr>
          </a:p>
        </p:txBody>
      </p:sp>
      <p:sp>
        <p:nvSpPr>
          <p:cNvPr id="152" name="Rectangle 151">
            <a:extLst>
              <a:ext uri="{FF2B5EF4-FFF2-40B4-BE49-F238E27FC236}">
                <a16:creationId xmlns:a16="http://schemas.microsoft.com/office/drawing/2014/main" id="{1F5AD88D-6CD4-49E5-E388-5C7D1816ABED}"/>
              </a:ext>
            </a:extLst>
          </p:cNvPr>
          <p:cNvSpPr/>
          <p:nvPr/>
        </p:nvSpPr>
        <p:spPr>
          <a:xfrm>
            <a:off x="860788" y="5178035"/>
            <a:ext cx="11010207" cy="276999"/>
          </a:xfrm>
          <a:prstGeom prst="rect">
            <a:avLst/>
          </a:prstGeom>
        </p:spPr>
        <p:txBody>
          <a:bodyPr wrap="square">
            <a:spAutoFit/>
          </a:bodyPr>
          <a:lstStyle/>
          <a:p>
            <a:pPr algn="just" rtl="1"/>
            <a:r>
              <a:rPr lang="ar-LY" sz="1200" dirty="0">
                <a:latin typeface="Tajawal Medium" panose="00000600000000000000" pitchFamily="2" charset="-78"/>
                <a:cs typeface="Tajawal Medium" panose="00000600000000000000" pitchFamily="2" charset="-78"/>
              </a:rPr>
              <a:t>الزيادة في إيرادات الاستخدام كانت نتيجة للزيادة في الاستهلاك الشهري للمشتركين بالإضافة لاستقطاب مشتركين جدد بمعدلات استهلاك متوسطة او عالية.</a:t>
            </a:r>
            <a:endParaRPr lang="en-US" sz="1200" dirty="0">
              <a:latin typeface="Tajawal Medium" panose="00000600000000000000" pitchFamily="2" charset="-78"/>
              <a:cs typeface="Tajawal Medium" panose="00000600000000000000" pitchFamily="2" charset="-78"/>
            </a:endParaRPr>
          </a:p>
        </p:txBody>
      </p:sp>
      <p:sp>
        <p:nvSpPr>
          <p:cNvPr id="153" name="Title 1">
            <a:extLst>
              <a:ext uri="{FF2B5EF4-FFF2-40B4-BE49-F238E27FC236}">
                <a16:creationId xmlns:a16="http://schemas.microsoft.com/office/drawing/2014/main" id="{BFDB16BE-AE06-8E8F-8A74-C30D728D04DD}"/>
              </a:ext>
            </a:extLst>
          </p:cNvPr>
          <p:cNvSpPr>
            <a:spLocks noGrp="1"/>
          </p:cNvSpPr>
          <p:nvPr>
            <p:ph type="title"/>
          </p:nvPr>
        </p:nvSpPr>
        <p:spPr>
          <a:xfrm>
            <a:off x="4692580" y="247057"/>
            <a:ext cx="7389837" cy="679904"/>
          </a:xfrm>
        </p:spPr>
        <p:txBody>
          <a:bodyPr vert="horz">
            <a:normAutofit fontScale="90000"/>
          </a:bodyPr>
          <a:lstStyle/>
          <a:p>
            <a:r>
              <a:rPr lang="ar-LY" sz="2600" b="1" dirty="0">
                <a:cs typeface="Tajawal Medium" panose="00000600000000000000" pitchFamily="2" charset="-78"/>
              </a:rPr>
              <a:t>شرائح المستخدمين</a:t>
            </a:r>
            <a:br>
              <a:rPr lang="ar-LY" sz="2600" b="1" dirty="0">
                <a:cs typeface="Tajawal Medium" panose="00000600000000000000" pitchFamily="2" charset="-78"/>
              </a:rPr>
            </a:br>
            <a:r>
              <a:rPr lang="ar-LY" sz="1800" b="1" dirty="0">
                <a:cs typeface="Tajawal Medium" panose="00000600000000000000" pitchFamily="2" charset="-78"/>
              </a:rPr>
              <a:t>وفق معدل الاستخدام الشهري</a:t>
            </a:r>
            <a:endParaRPr lang="en-US" sz="1800" b="1" dirty="0">
              <a:cs typeface="Tajawal Medium" panose="00000600000000000000" pitchFamily="2" charset="-78"/>
            </a:endParaRPr>
          </a:p>
        </p:txBody>
      </p:sp>
      <p:sp>
        <p:nvSpPr>
          <p:cNvPr id="154" name="TextBox 153">
            <a:extLst>
              <a:ext uri="{FF2B5EF4-FFF2-40B4-BE49-F238E27FC236}">
                <a16:creationId xmlns:a16="http://schemas.microsoft.com/office/drawing/2014/main" id="{C9C572BC-B14F-8D4E-9E7C-88A1AC5EC738}"/>
              </a:ext>
            </a:extLst>
          </p:cNvPr>
          <p:cNvSpPr txBox="1"/>
          <p:nvPr/>
        </p:nvSpPr>
        <p:spPr>
          <a:xfrm>
            <a:off x="1975518" y="1997945"/>
            <a:ext cx="2280732" cy="253916"/>
          </a:xfrm>
          <a:prstGeom prst="rect">
            <a:avLst/>
          </a:prstGeom>
          <a:noFill/>
        </p:spPr>
        <p:txBody>
          <a:bodyPr wrap="square" rtlCol="0">
            <a:spAutoFit/>
          </a:bodyPr>
          <a:lstStyle/>
          <a:p>
            <a:pPr algn="r"/>
            <a:r>
              <a:rPr lang="ar-LY" sz="1050" b="1" dirty="0">
                <a:solidFill>
                  <a:schemeClr val="tx2"/>
                </a:solidFill>
                <a:latin typeface="Montserrat Medium" panose="020B0604020202020204" charset="0"/>
              </a:rPr>
              <a:t>نسبة الايراد لكل شريحة</a:t>
            </a:r>
            <a:endParaRPr lang="en-US" sz="1050" b="1" dirty="0">
              <a:solidFill>
                <a:schemeClr val="tx2"/>
              </a:solidFill>
              <a:latin typeface="Montserrat Medium" panose="020B0604020202020204" charset="0"/>
            </a:endParaRPr>
          </a:p>
        </p:txBody>
      </p:sp>
      <p:sp>
        <p:nvSpPr>
          <p:cNvPr id="2" name="TextBox 1">
            <a:extLst>
              <a:ext uri="{FF2B5EF4-FFF2-40B4-BE49-F238E27FC236}">
                <a16:creationId xmlns:a16="http://schemas.microsoft.com/office/drawing/2014/main" id="{1D89E2C1-CB52-83CA-7952-4A0CA0A8BDB3}"/>
              </a:ext>
            </a:extLst>
          </p:cNvPr>
          <p:cNvSpPr txBox="1"/>
          <p:nvPr/>
        </p:nvSpPr>
        <p:spPr>
          <a:xfrm>
            <a:off x="1170205" y="2001087"/>
            <a:ext cx="926331" cy="253916"/>
          </a:xfrm>
          <a:prstGeom prst="rect">
            <a:avLst/>
          </a:prstGeom>
          <a:noFill/>
        </p:spPr>
        <p:txBody>
          <a:bodyPr wrap="square" rtlCol="0">
            <a:spAutoFit/>
          </a:bodyPr>
          <a:lstStyle/>
          <a:p>
            <a:pPr algn="r"/>
            <a:r>
              <a:rPr lang="ar-LY" sz="1050" b="1" dirty="0">
                <a:solidFill>
                  <a:schemeClr val="tx2"/>
                </a:solidFill>
                <a:latin typeface="Montserrat Medium" panose="020B0604020202020204" charset="0"/>
              </a:rPr>
              <a:t>حجم الشريحة</a:t>
            </a:r>
            <a:endParaRPr lang="en-US" sz="1050" b="1" dirty="0">
              <a:solidFill>
                <a:schemeClr val="tx2"/>
              </a:solidFill>
              <a:latin typeface="Montserrat Medium" panose="020B0604020202020204" charset="0"/>
            </a:endParaRPr>
          </a:p>
        </p:txBody>
      </p:sp>
      <p:grpSp>
        <p:nvGrpSpPr>
          <p:cNvPr id="5" name="Group 4">
            <a:extLst>
              <a:ext uri="{FF2B5EF4-FFF2-40B4-BE49-F238E27FC236}">
                <a16:creationId xmlns:a16="http://schemas.microsoft.com/office/drawing/2014/main" id="{D89CA9B7-4E13-4EA3-FA67-074EB1A9539C}"/>
              </a:ext>
            </a:extLst>
          </p:cNvPr>
          <p:cNvGrpSpPr/>
          <p:nvPr/>
        </p:nvGrpSpPr>
        <p:grpSpPr>
          <a:xfrm>
            <a:off x="3343593" y="2848694"/>
            <a:ext cx="858327" cy="297611"/>
            <a:chOff x="4261885" y="6722541"/>
            <a:chExt cx="951909" cy="297611"/>
          </a:xfrm>
        </p:grpSpPr>
        <p:sp>
          <p:nvSpPr>
            <p:cNvPr id="7" name="TextBox 6">
              <a:extLst>
                <a:ext uri="{FF2B5EF4-FFF2-40B4-BE49-F238E27FC236}">
                  <a16:creationId xmlns:a16="http://schemas.microsoft.com/office/drawing/2014/main" id="{DD438B94-BE7E-78AC-5EC3-BC5728F6E348}"/>
                </a:ext>
              </a:extLst>
            </p:cNvPr>
            <p:cNvSpPr txBox="1"/>
            <p:nvPr/>
          </p:nvSpPr>
          <p:spPr>
            <a:xfrm>
              <a:off x="4261885" y="6722541"/>
              <a:ext cx="951909" cy="138499"/>
            </a:xfrm>
            <a:prstGeom prst="rect">
              <a:avLst/>
            </a:prstGeom>
            <a:noFill/>
          </p:spPr>
          <p:txBody>
            <a:bodyPr wrap="square" lIns="0" tIns="0" rIns="0" bIns="0" rtlCol="0">
              <a:spAutoFit/>
            </a:bodyPr>
            <a:lstStyle/>
            <a:p>
              <a:pPr algn="r"/>
              <a:r>
                <a:rPr lang="ar-LY" sz="900" dirty="0">
                  <a:latin typeface="Montserrat" panose="020B0604020202020204" charset="0"/>
                </a:rPr>
                <a:t>من 10 الى 35</a:t>
              </a:r>
              <a:endParaRPr lang="en-US" sz="900" dirty="0">
                <a:latin typeface="Montserrat" panose="020B0604020202020204" charset="0"/>
              </a:endParaRPr>
            </a:p>
          </p:txBody>
        </p:sp>
        <p:sp>
          <p:nvSpPr>
            <p:cNvPr id="8" name="TextBox 7">
              <a:extLst>
                <a:ext uri="{FF2B5EF4-FFF2-40B4-BE49-F238E27FC236}">
                  <a16:creationId xmlns:a16="http://schemas.microsoft.com/office/drawing/2014/main" id="{E7CC5217-882E-0450-485C-B9F1C637B28A}"/>
                </a:ext>
              </a:extLst>
            </p:cNvPr>
            <p:cNvSpPr txBox="1"/>
            <p:nvPr/>
          </p:nvSpPr>
          <p:spPr>
            <a:xfrm>
              <a:off x="4404632" y="6881653"/>
              <a:ext cx="774935" cy="138499"/>
            </a:xfrm>
            <a:prstGeom prst="rect">
              <a:avLst/>
            </a:prstGeom>
            <a:noFill/>
          </p:spPr>
          <p:txBody>
            <a:bodyPr wrap="square" lIns="0" tIns="0" rIns="0" bIns="0" rtlCol="0">
              <a:spAutoFit/>
            </a:bodyPr>
            <a:lstStyle/>
            <a:p>
              <a:pPr algn="r"/>
              <a:r>
                <a:rPr lang="en-US" sz="900" b="1" dirty="0">
                  <a:solidFill>
                    <a:schemeClr val="tx1">
                      <a:alpha val="54000"/>
                    </a:schemeClr>
                  </a:solidFill>
                  <a:cs typeface="Browallia New" panose="020B0604020202020204" pitchFamily="34" charset="-34"/>
                </a:rPr>
                <a:t>19%</a:t>
              </a:r>
            </a:p>
          </p:txBody>
        </p:sp>
      </p:grpSp>
      <p:grpSp>
        <p:nvGrpSpPr>
          <p:cNvPr id="9" name="Group 8">
            <a:extLst>
              <a:ext uri="{FF2B5EF4-FFF2-40B4-BE49-F238E27FC236}">
                <a16:creationId xmlns:a16="http://schemas.microsoft.com/office/drawing/2014/main" id="{DDF36464-3046-B100-CE38-62C4D0E7F994}"/>
              </a:ext>
            </a:extLst>
          </p:cNvPr>
          <p:cNvGrpSpPr/>
          <p:nvPr/>
        </p:nvGrpSpPr>
        <p:grpSpPr>
          <a:xfrm>
            <a:off x="3387361" y="3340500"/>
            <a:ext cx="858327" cy="297611"/>
            <a:chOff x="4261885" y="6722541"/>
            <a:chExt cx="951909" cy="297611"/>
          </a:xfrm>
        </p:grpSpPr>
        <p:sp>
          <p:nvSpPr>
            <p:cNvPr id="11" name="TextBox 10">
              <a:extLst>
                <a:ext uri="{FF2B5EF4-FFF2-40B4-BE49-F238E27FC236}">
                  <a16:creationId xmlns:a16="http://schemas.microsoft.com/office/drawing/2014/main" id="{BA13D545-193D-22C3-A5C9-14EC07D44276}"/>
                </a:ext>
              </a:extLst>
            </p:cNvPr>
            <p:cNvSpPr txBox="1"/>
            <p:nvPr/>
          </p:nvSpPr>
          <p:spPr>
            <a:xfrm>
              <a:off x="4261885" y="6722541"/>
              <a:ext cx="951909" cy="138499"/>
            </a:xfrm>
            <a:prstGeom prst="rect">
              <a:avLst/>
            </a:prstGeom>
            <a:noFill/>
          </p:spPr>
          <p:txBody>
            <a:bodyPr wrap="square" lIns="0" tIns="0" rIns="0" bIns="0" rtlCol="0">
              <a:spAutoFit/>
            </a:bodyPr>
            <a:lstStyle/>
            <a:p>
              <a:pPr algn="r"/>
              <a:r>
                <a:rPr lang="ar-LY" sz="900" dirty="0">
                  <a:latin typeface="Montserrat" panose="020B0604020202020204" charset="0"/>
                </a:rPr>
                <a:t>من 35 الى 120</a:t>
              </a:r>
              <a:endParaRPr lang="en-US" sz="900" dirty="0">
                <a:latin typeface="Montserrat" panose="020B0604020202020204" charset="0"/>
              </a:endParaRPr>
            </a:p>
          </p:txBody>
        </p:sp>
        <p:sp>
          <p:nvSpPr>
            <p:cNvPr id="12" name="TextBox 11">
              <a:extLst>
                <a:ext uri="{FF2B5EF4-FFF2-40B4-BE49-F238E27FC236}">
                  <a16:creationId xmlns:a16="http://schemas.microsoft.com/office/drawing/2014/main" id="{A46F4C10-2C4E-C0BB-9E33-53BDCECEC9CD}"/>
                </a:ext>
              </a:extLst>
            </p:cNvPr>
            <p:cNvSpPr txBox="1"/>
            <p:nvPr/>
          </p:nvSpPr>
          <p:spPr>
            <a:xfrm>
              <a:off x="4404632" y="6881653"/>
              <a:ext cx="774935" cy="138499"/>
            </a:xfrm>
            <a:prstGeom prst="rect">
              <a:avLst/>
            </a:prstGeom>
            <a:noFill/>
          </p:spPr>
          <p:txBody>
            <a:bodyPr wrap="square" lIns="0" tIns="0" rIns="0" bIns="0" rtlCol="0">
              <a:spAutoFit/>
            </a:bodyPr>
            <a:lstStyle/>
            <a:p>
              <a:pPr algn="r"/>
              <a:r>
                <a:rPr lang="en-US" sz="900" b="1" dirty="0">
                  <a:solidFill>
                    <a:schemeClr val="tx1">
                      <a:alpha val="54000"/>
                    </a:schemeClr>
                  </a:solidFill>
                  <a:cs typeface="Browallia New" panose="020B0604020202020204" pitchFamily="34" charset="-34"/>
                </a:rPr>
                <a:t>57%</a:t>
              </a:r>
            </a:p>
          </p:txBody>
        </p:sp>
      </p:grpSp>
      <p:grpSp>
        <p:nvGrpSpPr>
          <p:cNvPr id="13" name="Group 12">
            <a:extLst>
              <a:ext uri="{FF2B5EF4-FFF2-40B4-BE49-F238E27FC236}">
                <a16:creationId xmlns:a16="http://schemas.microsoft.com/office/drawing/2014/main" id="{9166B386-A89A-2B40-B8A6-6DBF8DEDBE1D}"/>
              </a:ext>
            </a:extLst>
          </p:cNvPr>
          <p:cNvGrpSpPr/>
          <p:nvPr/>
        </p:nvGrpSpPr>
        <p:grpSpPr>
          <a:xfrm>
            <a:off x="3365057" y="3784432"/>
            <a:ext cx="858327" cy="297611"/>
            <a:chOff x="4261885" y="6722541"/>
            <a:chExt cx="951909" cy="297611"/>
          </a:xfrm>
        </p:grpSpPr>
        <p:sp>
          <p:nvSpPr>
            <p:cNvPr id="14" name="TextBox 13">
              <a:extLst>
                <a:ext uri="{FF2B5EF4-FFF2-40B4-BE49-F238E27FC236}">
                  <a16:creationId xmlns:a16="http://schemas.microsoft.com/office/drawing/2014/main" id="{D4B9C466-4D4F-8CE2-F731-9ACF4B178887}"/>
                </a:ext>
              </a:extLst>
            </p:cNvPr>
            <p:cNvSpPr txBox="1"/>
            <p:nvPr/>
          </p:nvSpPr>
          <p:spPr>
            <a:xfrm>
              <a:off x="4261885" y="6722541"/>
              <a:ext cx="951909" cy="138499"/>
            </a:xfrm>
            <a:prstGeom prst="rect">
              <a:avLst/>
            </a:prstGeom>
            <a:noFill/>
          </p:spPr>
          <p:txBody>
            <a:bodyPr wrap="square" lIns="0" tIns="0" rIns="0" bIns="0" rtlCol="0">
              <a:spAutoFit/>
            </a:bodyPr>
            <a:lstStyle/>
            <a:p>
              <a:pPr algn="r"/>
              <a:r>
                <a:rPr lang="ar-LY" sz="900" dirty="0">
                  <a:latin typeface="Montserrat" panose="020B0604020202020204" charset="0"/>
                </a:rPr>
                <a:t>من 120 الى 280</a:t>
              </a:r>
              <a:endParaRPr lang="en-US" sz="900" dirty="0">
                <a:latin typeface="Montserrat" panose="020B0604020202020204" charset="0"/>
              </a:endParaRPr>
            </a:p>
          </p:txBody>
        </p:sp>
        <p:sp>
          <p:nvSpPr>
            <p:cNvPr id="15" name="TextBox 14">
              <a:extLst>
                <a:ext uri="{FF2B5EF4-FFF2-40B4-BE49-F238E27FC236}">
                  <a16:creationId xmlns:a16="http://schemas.microsoft.com/office/drawing/2014/main" id="{3FC7493C-2422-860A-010F-B70CFF25F545}"/>
                </a:ext>
              </a:extLst>
            </p:cNvPr>
            <p:cNvSpPr txBox="1"/>
            <p:nvPr/>
          </p:nvSpPr>
          <p:spPr>
            <a:xfrm>
              <a:off x="4404632" y="6881653"/>
              <a:ext cx="774935" cy="138499"/>
            </a:xfrm>
            <a:prstGeom prst="rect">
              <a:avLst/>
            </a:prstGeom>
            <a:noFill/>
          </p:spPr>
          <p:txBody>
            <a:bodyPr wrap="square" lIns="0" tIns="0" rIns="0" bIns="0" rtlCol="0">
              <a:spAutoFit/>
            </a:bodyPr>
            <a:lstStyle/>
            <a:p>
              <a:pPr algn="r"/>
              <a:r>
                <a:rPr lang="en-US" sz="900" b="1" dirty="0">
                  <a:solidFill>
                    <a:schemeClr val="tx1">
                      <a:alpha val="54000"/>
                    </a:schemeClr>
                  </a:solidFill>
                  <a:cs typeface="Browallia New" panose="020B0604020202020204" pitchFamily="34" charset="-34"/>
                </a:rPr>
                <a:t>18%</a:t>
              </a:r>
            </a:p>
          </p:txBody>
        </p:sp>
      </p:grpSp>
      <p:grpSp>
        <p:nvGrpSpPr>
          <p:cNvPr id="16" name="Group 15">
            <a:extLst>
              <a:ext uri="{FF2B5EF4-FFF2-40B4-BE49-F238E27FC236}">
                <a16:creationId xmlns:a16="http://schemas.microsoft.com/office/drawing/2014/main" id="{88EE8E1A-5430-F22C-2A28-631C58656790}"/>
              </a:ext>
            </a:extLst>
          </p:cNvPr>
          <p:cNvGrpSpPr/>
          <p:nvPr/>
        </p:nvGrpSpPr>
        <p:grpSpPr>
          <a:xfrm>
            <a:off x="3300482" y="4228364"/>
            <a:ext cx="942278" cy="297611"/>
            <a:chOff x="4168782" y="6722541"/>
            <a:chExt cx="1045013" cy="297611"/>
          </a:xfrm>
        </p:grpSpPr>
        <p:sp>
          <p:nvSpPr>
            <p:cNvPr id="17" name="TextBox 16">
              <a:extLst>
                <a:ext uri="{FF2B5EF4-FFF2-40B4-BE49-F238E27FC236}">
                  <a16:creationId xmlns:a16="http://schemas.microsoft.com/office/drawing/2014/main" id="{A9F7F76D-4B11-BAFA-0B58-12714FD0D524}"/>
                </a:ext>
              </a:extLst>
            </p:cNvPr>
            <p:cNvSpPr txBox="1"/>
            <p:nvPr/>
          </p:nvSpPr>
          <p:spPr>
            <a:xfrm>
              <a:off x="4168782" y="6722541"/>
              <a:ext cx="1045013" cy="138499"/>
            </a:xfrm>
            <a:prstGeom prst="rect">
              <a:avLst/>
            </a:prstGeom>
            <a:noFill/>
          </p:spPr>
          <p:txBody>
            <a:bodyPr wrap="square" lIns="0" tIns="0" rIns="0" bIns="0" rtlCol="0">
              <a:spAutoFit/>
            </a:bodyPr>
            <a:lstStyle/>
            <a:p>
              <a:pPr algn="r"/>
              <a:r>
                <a:rPr lang="ar-LY" sz="900" dirty="0">
                  <a:latin typeface="Montserrat" panose="020B0604020202020204" charset="0"/>
                </a:rPr>
                <a:t>من 280 الى ما فوق</a:t>
              </a:r>
              <a:endParaRPr lang="en-US" sz="900" dirty="0">
                <a:latin typeface="Montserrat" panose="020B0604020202020204" charset="0"/>
              </a:endParaRPr>
            </a:p>
          </p:txBody>
        </p:sp>
        <p:sp>
          <p:nvSpPr>
            <p:cNvPr id="18" name="TextBox 17">
              <a:extLst>
                <a:ext uri="{FF2B5EF4-FFF2-40B4-BE49-F238E27FC236}">
                  <a16:creationId xmlns:a16="http://schemas.microsoft.com/office/drawing/2014/main" id="{B925731C-D69E-896C-80E0-DB5E4FCC7563}"/>
                </a:ext>
              </a:extLst>
            </p:cNvPr>
            <p:cNvSpPr txBox="1"/>
            <p:nvPr/>
          </p:nvSpPr>
          <p:spPr>
            <a:xfrm>
              <a:off x="4404632" y="6881653"/>
              <a:ext cx="774935" cy="138499"/>
            </a:xfrm>
            <a:prstGeom prst="rect">
              <a:avLst/>
            </a:prstGeom>
            <a:noFill/>
          </p:spPr>
          <p:txBody>
            <a:bodyPr wrap="square" lIns="0" tIns="0" rIns="0" bIns="0" rtlCol="0">
              <a:spAutoFit/>
            </a:bodyPr>
            <a:lstStyle/>
            <a:p>
              <a:pPr algn="r"/>
              <a:r>
                <a:rPr lang="en-US" sz="900" b="1" dirty="0">
                  <a:solidFill>
                    <a:schemeClr val="tx1">
                      <a:alpha val="54000"/>
                    </a:schemeClr>
                  </a:solidFill>
                  <a:cs typeface="Browallia New" panose="020B0604020202020204" pitchFamily="34" charset="-34"/>
                </a:rPr>
                <a:t>2%</a:t>
              </a:r>
            </a:p>
          </p:txBody>
        </p:sp>
      </p:grpSp>
      <p:sp>
        <p:nvSpPr>
          <p:cNvPr id="19" name="Rectangle: Rounded Corners 18">
            <a:extLst>
              <a:ext uri="{FF2B5EF4-FFF2-40B4-BE49-F238E27FC236}">
                <a16:creationId xmlns:a16="http://schemas.microsoft.com/office/drawing/2014/main" id="{DE8D62DD-12BF-2FC1-840E-34FDB8E0BE01}"/>
              </a:ext>
            </a:extLst>
          </p:cNvPr>
          <p:cNvSpPr/>
          <p:nvPr/>
        </p:nvSpPr>
        <p:spPr>
          <a:xfrm>
            <a:off x="7859656" y="1093359"/>
            <a:ext cx="4011339" cy="3642280"/>
          </a:xfrm>
          <a:prstGeom prst="roundRect">
            <a:avLst>
              <a:gd name="adj" fmla="val 4515"/>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09CD8C79-51AE-7F7E-EBF9-5BDE1096336A}"/>
              </a:ext>
            </a:extLst>
          </p:cNvPr>
          <p:cNvSpPr txBox="1"/>
          <p:nvPr/>
        </p:nvSpPr>
        <p:spPr>
          <a:xfrm>
            <a:off x="8793961" y="1488536"/>
            <a:ext cx="2280732" cy="253916"/>
          </a:xfrm>
          <a:prstGeom prst="rect">
            <a:avLst/>
          </a:prstGeom>
          <a:noFill/>
        </p:spPr>
        <p:txBody>
          <a:bodyPr wrap="square" rtlCol="0">
            <a:spAutoFit/>
          </a:bodyPr>
          <a:lstStyle/>
          <a:p>
            <a:pPr algn="r"/>
            <a:r>
              <a:rPr lang="ar-LY" sz="1050" b="1" dirty="0">
                <a:solidFill>
                  <a:schemeClr val="tx2"/>
                </a:solidFill>
                <a:latin typeface="Montserrat Medium" panose="020B0604020202020204" charset="0"/>
              </a:rPr>
              <a:t>شهر سبتمبر</a:t>
            </a:r>
            <a:endParaRPr lang="en-US" sz="1050" b="1" dirty="0">
              <a:solidFill>
                <a:schemeClr val="tx2"/>
              </a:solidFill>
              <a:latin typeface="Montserrat Medium" panose="020B0604020202020204" charset="0"/>
            </a:endParaRPr>
          </a:p>
        </p:txBody>
      </p:sp>
      <p:grpSp>
        <p:nvGrpSpPr>
          <p:cNvPr id="21" name="Group 20">
            <a:extLst>
              <a:ext uri="{FF2B5EF4-FFF2-40B4-BE49-F238E27FC236}">
                <a16:creationId xmlns:a16="http://schemas.microsoft.com/office/drawing/2014/main" id="{8181465A-D0E6-4A44-BB61-A97F6A4A3AA4}"/>
              </a:ext>
            </a:extLst>
          </p:cNvPr>
          <p:cNvGrpSpPr/>
          <p:nvPr/>
        </p:nvGrpSpPr>
        <p:grpSpPr>
          <a:xfrm>
            <a:off x="8048586" y="2361139"/>
            <a:ext cx="2173387" cy="2022773"/>
            <a:chOff x="9033780" y="1424621"/>
            <a:chExt cx="2545924" cy="2134940"/>
          </a:xfrm>
        </p:grpSpPr>
        <p:graphicFrame>
          <p:nvGraphicFramePr>
            <p:cNvPr id="22" name="Chart 21">
              <a:extLst>
                <a:ext uri="{FF2B5EF4-FFF2-40B4-BE49-F238E27FC236}">
                  <a16:creationId xmlns:a16="http://schemas.microsoft.com/office/drawing/2014/main" id="{40EB1F7A-ADF9-202F-F5DA-5329618945C9}"/>
                </a:ext>
              </a:extLst>
            </p:cNvPr>
            <p:cNvGraphicFramePr/>
            <p:nvPr>
              <p:extLst>
                <p:ext uri="{D42A27DB-BD31-4B8C-83A1-F6EECF244321}">
                  <p14:modId xmlns:p14="http://schemas.microsoft.com/office/powerpoint/2010/main" val="4225452839"/>
                </p:ext>
              </p:extLst>
            </p:nvPr>
          </p:nvGraphicFramePr>
          <p:xfrm>
            <a:off x="9033780" y="1424621"/>
            <a:ext cx="2545924" cy="2134940"/>
          </p:xfrm>
          <a:graphic>
            <a:graphicData uri="http://schemas.openxmlformats.org/drawingml/2006/chart">
              <c:chart xmlns:c="http://schemas.openxmlformats.org/drawingml/2006/chart" xmlns:r="http://schemas.openxmlformats.org/officeDocument/2006/relationships" r:id="rId7"/>
            </a:graphicData>
          </a:graphic>
        </p:graphicFrame>
        <p:sp>
          <p:nvSpPr>
            <p:cNvPr id="23" name="Oval 22">
              <a:extLst>
                <a:ext uri="{FF2B5EF4-FFF2-40B4-BE49-F238E27FC236}">
                  <a16:creationId xmlns:a16="http://schemas.microsoft.com/office/drawing/2014/main" id="{D953B511-0445-A48D-7EB1-55244DE8A40D}"/>
                </a:ext>
              </a:extLst>
            </p:cNvPr>
            <p:cNvSpPr/>
            <p:nvPr/>
          </p:nvSpPr>
          <p:spPr>
            <a:xfrm>
              <a:off x="9689875" y="1875223"/>
              <a:ext cx="1233737" cy="1233734"/>
            </a:xfrm>
            <a:prstGeom prst="ellipse">
              <a:avLst/>
            </a:prstGeom>
            <a:solidFill>
              <a:schemeClr val="bg1"/>
            </a:solidFill>
            <a:ln>
              <a:noFill/>
            </a:ln>
            <a:effectLst>
              <a:outerShdw blurRad="76200" sx="102000" sy="102000" algn="ctr"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grpSp>
      <p:sp>
        <p:nvSpPr>
          <p:cNvPr id="24" name="Oval 23">
            <a:extLst>
              <a:ext uri="{FF2B5EF4-FFF2-40B4-BE49-F238E27FC236}">
                <a16:creationId xmlns:a16="http://schemas.microsoft.com/office/drawing/2014/main" id="{4959E518-134A-72A2-071D-A2CE9E8A305F}"/>
              </a:ext>
            </a:extLst>
          </p:cNvPr>
          <p:cNvSpPr/>
          <p:nvPr/>
        </p:nvSpPr>
        <p:spPr>
          <a:xfrm>
            <a:off x="10483029" y="2430383"/>
            <a:ext cx="166002" cy="166002"/>
          </a:xfrm>
          <a:prstGeom prst="ellipse">
            <a:avLst/>
          </a:prstGeom>
          <a:gradFill>
            <a:gsLst>
              <a:gs pos="2000">
                <a:schemeClr val="bg2"/>
              </a:gs>
              <a:gs pos="100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20000"/>
                  <a:lumOff val="80000"/>
                </a:schemeClr>
              </a:solidFill>
            </a:endParaRPr>
          </a:p>
        </p:txBody>
      </p:sp>
      <p:sp>
        <p:nvSpPr>
          <p:cNvPr id="25" name="Oval 24">
            <a:extLst>
              <a:ext uri="{FF2B5EF4-FFF2-40B4-BE49-F238E27FC236}">
                <a16:creationId xmlns:a16="http://schemas.microsoft.com/office/drawing/2014/main" id="{46FF91BD-8ED8-CED9-FB3B-6ABD06A5F13B}"/>
              </a:ext>
            </a:extLst>
          </p:cNvPr>
          <p:cNvSpPr/>
          <p:nvPr/>
        </p:nvSpPr>
        <p:spPr>
          <a:xfrm>
            <a:off x="10483032" y="2911883"/>
            <a:ext cx="166002" cy="166002"/>
          </a:xfrm>
          <a:prstGeom prst="ellipse">
            <a:avLst/>
          </a:prstGeom>
          <a:gradFill>
            <a:gsLst>
              <a:gs pos="2000">
                <a:srgbClr val="FFFF00"/>
              </a:gs>
              <a:gs pos="100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E4CB5AD9-B92E-DB9B-C9E9-14F35D428CDC}"/>
              </a:ext>
            </a:extLst>
          </p:cNvPr>
          <p:cNvGrpSpPr/>
          <p:nvPr/>
        </p:nvGrpSpPr>
        <p:grpSpPr>
          <a:xfrm>
            <a:off x="10738955" y="2364579"/>
            <a:ext cx="858327" cy="297611"/>
            <a:chOff x="4261885" y="6722541"/>
            <a:chExt cx="951909" cy="297611"/>
          </a:xfrm>
        </p:grpSpPr>
        <p:sp>
          <p:nvSpPr>
            <p:cNvPr id="27" name="TextBox 26">
              <a:extLst>
                <a:ext uri="{FF2B5EF4-FFF2-40B4-BE49-F238E27FC236}">
                  <a16:creationId xmlns:a16="http://schemas.microsoft.com/office/drawing/2014/main" id="{653D6AA6-F2BD-8084-E572-C479B30E1EAA}"/>
                </a:ext>
              </a:extLst>
            </p:cNvPr>
            <p:cNvSpPr txBox="1"/>
            <p:nvPr/>
          </p:nvSpPr>
          <p:spPr>
            <a:xfrm>
              <a:off x="4261885" y="6722541"/>
              <a:ext cx="951909" cy="138499"/>
            </a:xfrm>
            <a:prstGeom prst="rect">
              <a:avLst/>
            </a:prstGeom>
            <a:noFill/>
          </p:spPr>
          <p:txBody>
            <a:bodyPr wrap="square" lIns="0" tIns="0" rIns="0" bIns="0" rtlCol="0">
              <a:spAutoFit/>
            </a:bodyPr>
            <a:lstStyle/>
            <a:p>
              <a:pPr algn="r"/>
              <a:r>
                <a:rPr lang="ar-LY" sz="900" dirty="0">
                  <a:latin typeface="Montserrat" panose="020B0604020202020204" charset="0"/>
                </a:rPr>
                <a:t>من 0 الى 10</a:t>
              </a:r>
              <a:endParaRPr lang="en-US" sz="900" dirty="0">
                <a:latin typeface="Montserrat" panose="020B0604020202020204" charset="0"/>
              </a:endParaRPr>
            </a:p>
          </p:txBody>
        </p:sp>
        <p:sp>
          <p:nvSpPr>
            <p:cNvPr id="28" name="TextBox 27">
              <a:extLst>
                <a:ext uri="{FF2B5EF4-FFF2-40B4-BE49-F238E27FC236}">
                  <a16:creationId xmlns:a16="http://schemas.microsoft.com/office/drawing/2014/main" id="{86225BF9-CD62-C07E-027E-C6D9BD57E8C1}"/>
                </a:ext>
              </a:extLst>
            </p:cNvPr>
            <p:cNvSpPr txBox="1"/>
            <p:nvPr/>
          </p:nvSpPr>
          <p:spPr>
            <a:xfrm>
              <a:off x="4404632" y="6881653"/>
              <a:ext cx="774935" cy="138499"/>
            </a:xfrm>
            <a:prstGeom prst="rect">
              <a:avLst/>
            </a:prstGeom>
            <a:noFill/>
          </p:spPr>
          <p:txBody>
            <a:bodyPr wrap="square" lIns="0" tIns="0" rIns="0" bIns="0" rtlCol="0">
              <a:spAutoFit/>
            </a:bodyPr>
            <a:lstStyle/>
            <a:p>
              <a:pPr algn="r"/>
              <a:r>
                <a:rPr lang="en-US" sz="900" b="1" dirty="0">
                  <a:solidFill>
                    <a:schemeClr val="tx1">
                      <a:alpha val="54000"/>
                    </a:schemeClr>
                  </a:solidFill>
                  <a:cs typeface="Browallia New" panose="020B0604020202020204" pitchFamily="34" charset="-34"/>
                </a:rPr>
                <a:t>7%</a:t>
              </a:r>
            </a:p>
          </p:txBody>
        </p:sp>
      </p:grpSp>
      <p:sp>
        <p:nvSpPr>
          <p:cNvPr id="29" name="Oval 28">
            <a:extLst>
              <a:ext uri="{FF2B5EF4-FFF2-40B4-BE49-F238E27FC236}">
                <a16:creationId xmlns:a16="http://schemas.microsoft.com/office/drawing/2014/main" id="{34B559D9-6538-7C8D-0A75-8F58ADE7AE46}"/>
              </a:ext>
            </a:extLst>
          </p:cNvPr>
          <p:cNvSpPr/>
          <p:nvPr/>
        </p:nvSpPr>
        <p:spPr>
          <a:xfrm>
            <a:off x="10483032" y="3393382"/>
            <a:ext cx="166002" cy="166002"/>
          </a:xfrm>
          <a:prstGeom prst="ellipse">
            <a:avLst/>
          </a:prstGeom>
          <a:gradFill>
            <a:gsLst>
              <a:gs pos="22000">
                <a:schemeClr val="accent5"/>
              </a:gs>
              <a:gs pos="100000">
                <a:schemeClr val="bg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3FAC885D-25E7-FACE-52AD-F5743F5EF613}"/>
              </a:ext>
            </a:extLst>
          </p:cNvPr>
          <p:cNvSpPr/>
          <p:nvPr/>
        </p:nvSpPr>
        <p:spPr>
          <a:xfrm>
            <a:off x="10475122" y="3875858"/>
            <a:ext cx="166002" cy="166002"/>
          </a:xfrm>
          <a:prstGeom prst="ellipse">
            <a:avLst/>
          </a:prstGeom>
          <a:gradFill>
            <a:gsLst>
              <a:gs pos="2000">
                <a:srgbClr val="990099"/>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ED248993-9B2B-285B-FBE8-3B4E90FCAA85}"/>
              </a:ext>
            </a:extLst>
          </p:cNvPr>
          <p:cNvSpPr/>
          <p:nvPr/>
        </p:nvSpPr>
        <p:spPr>
          <a:xfrm>
            <a:off x="10483031" y="4291552"/>
            <a:ext cx="166002" cy="166002"/>
          </a:xfrm>
          <a:prstGeom prst="ellipse">
            <a:avLst/>
          </a:prstGeom>
          <a:gradFill>
            <a:gsLst>
              <a:gs pos="31000">
                <a:schemeClr val="bg2">
                  <a:lumMod val="75000"/>
                </a:schemeClr>
              </a:gs>
              <a:gs pos="100000">
                <a:schemeClr val="bg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C55C6CC3-11FD-527F-C41A-C59672313AD3}"/>
              </a:ext>
            </a:extLst>
          </p:cNvPr>
          <p:cNvSpPr txBox="1"/>
          <p:nvPr/>
        </p:nvSpPr>
        <p:spPr>
          <a:xfrm>
            <a:off x="9413989" y="1995329"/>
            <a:ext cx="2280732" cy="253916"/>
          </a:xfrm>
          <a:prstGeom prst="rect">
            <a:avLst/>
          </a:prstGeom>
          <a:noFill/>
        </p:spPr>
        <p:txBody>
          <a:bodyPr wrap="square" rtlCol="0">
            <a:spAutoFit/>
          </a:bodyPr>
          <a:lstStyle/>
          <a:p>
            <a:pPr algn="r"/>
            <a:r>
              <a:rPr lang="ar-LY" sz="1050" b="1" dirty="0">
                <a:solidFill>
                  <a:schemeClr val="tx2"/>
                </a:solidFill>
                <a:latin typeface="Montserrat Medium" panose="020B0604020202020204" charset="0"/>
              </a:rPr>
              <a:t>نسبة الايراد لكل شريحة</a:t>
            </a:r>
            <a:endParaRPr lang="en-US" sz="1050" b="1" dirty="0">
              <a:solidFill>
                <a:schemeClr val="tx2"/>
              </a:solidFill>
              <a:latin typeface="Montserrat Medium" panose="020B0604020202020204" charset="0"/>
            </a:endParaRPr>
          </a:p>
        </p:txBody>
      </p:sp>
      <p:sp>
        <p:nvSpPr>
          <p:cNvPr id="33" name="TextBox 32">
            <a:extLst>
              <a:ext uri="{FF2B5EF4-FFF2-40B4-BE49-F238E27FC236}">
                <a16:creationId xmlns:a16="http://schemas.microsoft.com/office/drawing/2014/main" id="{166AFF09-C4EE-97A1-33CC-B731F8DBFD24}"/>
              </a:ext>
            </a:extLst>
          </p:cNvPr>
          <p:cNvSpPr txBox="1"/>
          <p:nvPr/>
        </p:nvSpPr>
        <p:spPr>
          <a:xfrm>
            <a:off x="8608676" y="1998471"/>
            <a:ext cx="926331" cy="253916"/>
          </a:xfrm>
          <a:prstGeom prst="rect">
            <a:avLst/>
          </a:prstGeom>
          <a:noFill/>
        </p:spPr>
        <p:txBody>
          <a:bodyPr wrap="square" rtlCol="0">
            <a:spAutoFit/>
          </a:bodyPr>
          <a:lstStyle/>
          <a:p>
            <a:pPr algn="r"/>
            <a:r>
              <a:rPr lang="ar-LY" sz="1050" b="1" dirty="0">
                <a:solidFill>
                  <a:schemeClr val="tx2"/>
                </a:solidFill>
                <a:latin typeface="Montserrat Medium" panose="020B0604020202020204" charset="0"/>
              </a:rPr>
              <a:t>حجم الشريحة</a:t>
            </a:r>
            <a:endParaRPr lang="en-US" sz="1050" b="1" dirty="0">
              <a:solidFill>
                <a:schemeClr val="tx2"/>
              </a:solidFill>
              <a:latin typeface="Montserrat Medium" panose="020B0604020202020204" charset="0"/>
            </a:endParaRPr>
          </a:p>
        </p:txBody>
      </p:sp>
      <p:grpSp>
        <p:nvGrpSpPr>
          <p:cNvPr id="34" name="Group 33">
            <a:extLst>
              <a:ext uri="{FF2B5EF4-FFF2-40B4-BE49-F238E27FC236}">
                <a16:creationId xmlns:a16="http://schemas.microsoft.com/office/drawing/2014/main" id="{0030F2F7-F544-FF34-194E-F7906B92B952}"/>
              </a:ext>
            </a:extLst>
          </p:cNvPr>
          <p:cNvGrpSpPr/>
          <p:nvPr/>
        </p:nvGrpSpPr>
        <p:grpSpPr>
          <a:xfrm>
            <a:off x="10782064" y="2846078"/>
            <a:ext cx="858327" cy="297611"/>
            <a:chOff x="4261885" y="6722541"/>
            <a:chExt cx="951909" cy="297611"/>
          </a:xfrm>
        </p:grpSpPr>
        <p:sp>
          <p:nvSpPr>
            <p:cNvPr id="35" name="TextBox 34">
              <a:extLst>
                <a:ext uri="{FF2B5EF4-FFF2-40B4-BE49-F238E27FC236}">
                  <a16:creationId xmlns:a16="http://schemas.microsoft.com/office/drawing/2014/main" id="{27509EE0-5D8E-11AF-D8B2-F3D16C03209D}"/>
                </a:ext>
              </a:extLst>
            </p:cNvPr>
            <p:cNvSpPr txBox="1"/>
            <p:nvPr/>
          </p:nvSpPr>
          <p:spPr>
            <a:xfrm>
              <a:off x="4261885" y="6722541"/>
              <a:ext cx="951909" cy="138499"/>
            </a:xfrm>
            <a:prstGeom prst="rect">
              <a:avLst/>
            </a:prstGeom>
            <a:noFill/>
          </p:spPr>
          <p:txBody>
            <a:bodyPr wrap="square" lIns="0" tIns="0" rIns="0" bIns="0" rtlCol="0">
              <a:spAutoFit/>
            </a:bodyPr>
            <a:lstStyle/>
            <a:p>
              <a:pPr algn="r"/>
              <a:r>
                <a:rPr lang="ar-LY" sz="900" dirty="0">
                  <a:latin typeface="Montserrat" panose="020B0604020202020204" charset="0"/>
                </a:rPr>
                <a:t>من 10 الى 35</a:t>
              </a:r>
              <a:endParaRPr lang="en-US" sz="900" dirty="0">
                <a:latin typeface="Montserrat" panose="020B0604020202020204" charset="0"/>
              </a:endParaRPr>
            </a:p>
          </p:txBody>
        </p:sp>
        <p:sp>
          <p:nvSpPr>
            <p:cNvPr id="36" name="TextBox 35">
              <a:extLst>
                <a:ext uri="{FF2B5EF4-FFF2-40B4-BE49-F238E27FC236}">
                  <a16:creationId xmlns:a16="http://schemas.microsoft.com/office/drawing/2014/main" id="{32A5848F-796D-EB96-3721-7BEA22F16E98}"/>
                </a:ext>
              </a:extLst>
            </p:cNvPr>
            <p:cNvSpPr txBox="1"/>
            <p:nvPr/>
          </p:nvSpPr>
          <p:spPr>
            <a:xfrm>
              <a:off x="4404632" y="6881653"/>
              <a:ext cx="774935" cy="138499"/>
            </a:xfrm>
            <a:prstGeom prst="rect">
              <a:avLst/>
            </a:prstGeom>
            <a:noFill/>
          </p:spPr>
          <p:txBody>
            <a:bodyPr wrap="square" lIns="0" tIns="0" rIns="0" bIns="0" rtlCol="0">
              <a:spAutoFit/>
            </a:bodyPr>
            <a:lstStyle/>
            <a:p>
              <a:pPr algn="r"/>
              <a:r>
                <a:rPr lang="en-US" sz="900" b="1" dirty="0">
                  <a:solidFill>
                    <a:schemeClr val="tx1">
                      <a:alpha val="54000"/>
                    </a:schemeClr>
                  </a:solidFill>
                  <a:cs typeface="Browallia New" panose="020B0604020202020204" pitchFamily="34" charset="-34"/>
                </a:rPr>
                <a:t>25%</a:t>
              </a:r>
            </a:p>
          </p:txBody>
        </p:sp>
      </p:grpSp>
      <p:grpSp>
        <p:nvGrpSpPr>
          <p:cNvPr id="37" name="Group 36">
            <a:extLst>
              <a:ext uri="{FF2B5EF4-FFF2-40B4-BE49-F238E27FC236}">
                <a16:creationId xmlns:a16="http://schemas.microsoft.com/office/drawing/2014/main" id="{F9B0748B-430E-8897-324E-C93413B67177}"/>
              </a:ext>
            </a:extLst>
          </p:cNvPr>
          <p:cNvGrpSpPr/>
          <p:nvPr/>
        </p:nvGrpSpPr>
        <p:grpSpPr>
          <a:xfrm>
            <a:off x="10825832" y="3337884"/>
            <a:ext cx="858327" cy="297611"/>
            <a:chOff x="4261885" y="6722541"/>
            <a:chExt cx="951909" cy="297611"/>
          </a:xfrm>
        </p:grpSpPr>
        <p:sp>
          <p:nvSpPr>
            <p:cNvPr id="38" name="TextBox 37">
              <a:extLst>
                <a:ext uri="{FF2B5EF4-FFF2-40B4-BE49-F238E27FC236}">
                  <a16:creationId xmlns:a16="http://schemas.microsoft.com/office/drawing/2014/main" id="{6CEF2582-5C82-6C04-146B-AD4A2A745E63}"/>
                </a:ext>
              </a:extLst>
            </p:cNvPr>
            <p:cNvSpPr txBox="1"/>
            <p:nvPr/>
          </p:nvSpPr>
          <p:spPr>
            <a:xfrm>
              <a:off x="4261885" y="6722541"/>
              <a:ext cx="951909" cy="138499"/>
            </a:xfrm>
            <a:prstGeom prst="rect">
              <a:avLst/>
            </a:prstGeom>
            <a:noFill/>
          </p:spPr>
          <p:txBody>
            <a:bodyPr wrap="square" lIns="0" tIns="0" rIns="0" bIns="0" rtlCol="0">
              <a:spAutoFit/>
            </a:bodyPr>
            <a:lstStyle/>
            <a:p>
              <a:pPr algn="r"/>
              <a:r>
                <a:rPr lang="ar-LY" sz="900" dirty="0">
                  <a:latin typeface="Montserrat" panose="020B0604020202020204" charset="0"/>
                </a:rPr>
                <a:t>من 35 الى 120</a:t>
              </a:r>
              <a:endParaRPr lang="en-US" sz="900" dirty="0">
                <a:latin typeface="Montserrat" panose="020B0604020202020204" charset="0"/>
              </a:endParaRPr>
            </a:p>
          </p:txBody>
        </p:sp>
        <p:sp>
          <p:nvSpPr>
            <p:cNvPr id="39" name="TextBox 38">
              <a:extLst>
                <a:ext uri="{FF2B5EF4-FFF2-40B4-BE49-F238E27FC236}">
                  <a16:creationId xmlns:a16="http://schemas.microsoft.com/office/drawing/2014/main" id="{86C263C3-C6BD-527F-05C9-EA480F468175}"/>
                </a:ext>
              </a:extLst>
            </p:cNvPr>
            <p:cNvSpPr txBox="1"/>
            <p:nvPr/>
          </p:nvSpPr>
          <p:spPr>
            <a:xfrm>
              <a:off x="4404632" y="6881653"/>
              <a:ext cx="774935" cy="138499"/>
            </a:xfrm>
            <a:prstGeom prst="rect">
              <a:avLst/>
            </a:prstGeom>
            <a:noFill/>
          </p:spPr>
          <p:txBody>
            <a:bodyPr wrap="square" lIns="0" tIns="0" rIns="0" bIns="0" rtlCol="0">
              <a:spAutoFit/>
            </a:bodyPr>
            <a:lstStyle/>
            <a:p>
              <a:pPr algn="r"/>
              <a:r>
                <a:rPr lang="en-US" sz="900" b="1" dirty="0">
                  <a:solidFill>
                    <a:schemeClr val="tx1">
                      <a:alpha val="54000"/>
                    </a:schemeClr>
                  </a:solidFill>
                  <a:cs typeface="Browallia New" panose="020B0604020202020204" pitchFamily="34" charset="-34"/>
                </a:rPr>
                <a:t>55%</a:t>
              </a:r>
            </a:p>
          </p:txBody>
        </p:sp>
      </p:grpSp>
      <p:grpSp>
        <p:nvGrpSpPr>
          <p:cNvPr id="44" name="Group 43">
            <a:extLst>
              <a:ext uri="{FF2B5EF4-FFF2-40B4-BE49-F238E27FC236}">
                <a16:creationId xmlns:a16="http://schemas.microsoft.com/office/drawing/2014/main" id="{79218064-D346-42CE-D0E8-4094D488E05A}"/>
              </a:ext>
            </a:extLst>
          </p:cNvPr>
          <p:cNvGrpSpPr/>
          <p:nvPr/>
        </p:nvGrpSpPr>
        <p:grpSpPr>
          <a:xfrm>
            <a:off x="10803528" y="3781816"/>
            <a:ext cx="858327" cy="297611"/>
            <a:chOff x="4261885" y="6722541"/>
            <a:chExt cx="951909" cy="297611"/>
          </a:xfrm>
        </p:grpSpPr>
        <p:sp>
          <p:nvSpPr>
            <p:cNvPr id="45" name="TextBox 44">
              <a:extLst>
                <a:ext uri="{FF2B5EF4-FFF2-40B4-BE49-F238E27FC236}">
                  <a16:creationId xmlns:a16="http://schemas.microsoft.com/office/drawing/2014/main" id="{4B99D67C-BED7-CEE1-D7A8-B3C0C20A6759}"/>
                </a:ext>
              </a:extLst>
            </p:cNvPr>
            <p:cNvSpPr txBox="1"/>
            <p:nvPr/>
          </p:nvSpPr>
          <p:spPr>
            <a:xfrm>
              <a:off x="4261885" y="6722541"/>
              <a:ext cx="951909" cy="138499"/>
            </a:xfrm>
            <a:prstGeom prst="rect">
              <a:avLst/>
            </a:prstGeom>
            <a:noFill/>
          </p:spPr>
          <p:txBody>
            <a:bodyPr wrap="square" lIns="0" tIns="0" rIns="0" bIns="0" rtlCol="0">
              <a:spAutoFit/>
            </a:bodyPr>
            <a:lstStyle/>
            <a:p>
              <a:pPr algn="r"/>
              <a:r>
                <a:rPr lang="ar-LY" sz="900" dirty="0">
                  <a:latin typeface="Montserrat" panose="020B0604020202020204" charset="0"/>
                </a:rPr>
                <a:t>من 120 الى 280</a:t>
              </a:r>
              <a:endParaRPr lang="en-US" sz="900" dirty="0">
                <a:latin typeface="Montserrat" panose="020B0604020202020204" charset="0"/>
              </a:endParaRPr>
            </a:p>
          </p:txBody>
        </p:sp>
        <p:sp>
          <p:nvSpPr>
            <p:cNvPr id="46" name="TextBox 45">
              <a:extLst>
                <a:ext uri="{FF2B5EF4-FFF2-40B4-BE49-F238E27FC236}">
                  <a16:creationId xmlns:a16="http://schemas.microsoft.com/office/drawing/2014/main" id="{2566168B-ED7A-1B54-32EF-170B8A1E1B18}"/>
                </a:ext>
              </a:extLst>
            </p:cNvPr>
            <p:cNvSpPr txBox="1"/>
            <p:nvPr/>
          </p:nvSpPr>
          <p:spPr>
            <a:xfrm>
              <a:off x="4404632" y="6881653"/>
              <a:ext cx="774935" cy="138499"/>
            </a:xfrm>
            <a:prstGeom prst="rect">
              <a:avLst/>
            </a:prstGeom>
            <a:noFill/>
          </p:spPr>
          <p:txBody>
            <a:bodyPr wrap="square" lIns="0" tIns="0" rIns="0" bIns="0" rtlCol="0">
              <a:spAutoFit/>
            </a:bodyPr>
            <a:lstStyle/>
            <a:p>
              <a:pPr algn="r"/>
              <a:r>
                <a:rPr lang="en-US" sz="900" b="1" dirty="0">
                  <a:solidFill>
                    <a:schemeClr val="tx1">
                      <a:alpha val="54000"/>
                    </a:schemeClr>
                  </a:solidFill>
                  <a:cs typeface="Browallia New" panose="020B0604020202020204" pitchFamily="34" charset="-34"/>
                </a:rPr>
                <a:t>11%</a:t>
              </a:r>
            </a:p>
          </p:txBody>
        </p:sp>
      </p:grpSp>
      <p:grpSp>
        <p:nvGrpSpPr>
          <p:cNvPr id="47" name="Group 46">
            <a:extLst>
              <a:ext uri="{FF2B5EF4-FFF2-40B4-BE49-F238E27FC236}">
                <a16:creationId xmlns:a16="http://schemas.microsoft.com/office/drawing/2014/main" id="{ECBD1720-70D9-908A-2F4B-3EA51AB9CA62}"/>
              </a:ext>
            </a:extLst>
          </p:cNvPr>
          <p:cNvGrpSpPr/>
          <p:nvPr/>
        </p:nvGrpSpPr>
        <p:grpSpPr>
          <a:xfrm>
            <a:off x="10738953" y="4225748"/>
            <a:ext cx="942278" cy="297611"/>
            <a:chOff x="4168782" y="6722541"/>
            <a:chExt cx="1045013" cy="297611"/>
          </a:xfrm>
        </p:grpSpPr>
        <p:sp>
          <p:nvSpPr>
            <p:cNvPr id="48" name="TextBox 47">
              <a:extLst>
                <a:ext uri="{FF2B5EF4-FFF2-40B4-BE49-F238E27FC236}">
                  <a16:creationId xmlns:a16="http://schemas.microsoft.com/office/drawing/2014/main" id="{249B28EC-5692-D8B5-C819-E852A57FB1C0}"/>
                </a:ext>
              </a:extLst>
            </p:cNvPr>
            <p:cNvSpPr txBox="1"/>
            <p:nvPr/>
          </p:nvSpPr>
          <p:spPr>
            <a:xfrm>
              <a:off x="4168782" y="6722541"/>
              <a:ext cx="1045013" cy="138499"/>
            </a:xfrm>
            <a:prstGeom prst="rect">
              <a:avLst/>
            </a:prstGeom>
            <a:noFill/>
          </p:spPr>
          <p:txBody>
            <a:bodyPr wrap="square" lIns="0" tIns="0" rIns="0" bIns="0" rtlCol="0">
              <a:spAutoFit/>
            </a:bodyPr>
            <a:lstStyle/>
            <a:p>
              <a:pPr algn="r"/>
              <a:r>
                <a:rPr lang="ar-LY" sz="900" dirty="0">
                  <a:latin typeface="Montserrat" panose="020B0604020202020204" charset="0"/>
                </a:rPr>
                <a:t>من 280 الى ما فوق</a:t>
              </a:r>
              <a:endParaRPr lang="en-US" sz="900" dirty="0">
                <a:latin typeface="Montserrat" panose="020B0604020202020204" charset="0"/>
              </a:endParaRPr>
            </a:p>
          </p:txBody>
        </p:sp>
        <p:sp>
          <p:nvSpPr>
            <p:cNvPr id="49" name="TextBox 48">
              <a:extLst>
                <a:ext uri="{FF2B5EF4-FFF2-40B4-BE49-F238E27FC236}">
                  <a16:creationId xmlns:a16="http://schemas.microsoft.com/office/drawing/2014/main" id="{885B012B-4074-1F2E-5925-00BAEABEE632}"/>
                </a:ext>
              </a:extLst>
            </p:cNvPr>
            <p:cNvSpPr txBox="1"/>
            <p:nvPr/>
          </p:nvSpPr>
          <p:spPr>
            <a:xfrm>
              <a:off x="4404632" y="6881653"/>
              <a:ext cx="774935" cy="138499"/>
            </a:xfrm>
            <a:prstGeom prst="rect">
              <a:avLst/>
            </a:prstGeom>
            <a:noFill/>
          </p:spPr>
          <p:txBody>
            <a:bodyPr wrap="square" lIns="0" tIns="0" rIns="0" bIns="0" rtlCol="0">
              <a:spAutoFit/>
            </a:bodyPr>
            <a:lstStyle/>
            <a:p>
              <a:pPr algn="r"/>
              <a:r>
                <a:rPr lang="en-US" sz="900" b="1" dirty="0">
                  <a:solidFill>
                    <a:schemeClr val="tx1">
                      <a:alpha val="54000"/>
                    </a:schemeClr>
                  </a:solidFill>
                  <a:cs typeface="Browallia New" panose="020B0604020202020204" pitchFamily="34" charset="-34"/>
                </a:rPr>
                <a:t>1%</a:t>
              </a:r>
            </a:p>
          </p:txBody>
        </p:sp>
      </p:grpSp>
    </p:spTree>
    <p:extLst>
      <p:ext uri="{BB962C8B-B14F-4D97-AF65-F5344CB8AC3E}">
        <p14:creationId xmlns:p14="http://schemas.microsoft.com/office/powerpoint/2010/main" val="462981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3" progId="TCLayout.ActiveDocument.1">
                  <p:embed/>
                </p:oleObj>
              </mc:Choice>
              <mc:Fallback>
                <p:oleObj name="think-cell Slide" r:id="rId4" imgW="421" imgH="423"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Date Placeholder 3"/>
          <p:cNvSpPr>
            <a:spLocks noGrp="1"/>
          </p:cNvSpPr>
          <p:nvPr>
            <p:ph type="dt" sz="half" idx="10"/>
          </p:nvPr>
        </p:nvSpPr>
        <p:spPr/>
        <p:txBody>
          <a:bodyPr/>
          <a:lstStyle/>
          <a:p>
            <a:fld id="{23FCEF07-2A0A-4809-95EB-3376AA770DC3}" type="datetime4">
              <a:rPr lang="en-US" smtClean="0"/>
              <a:t>November 5, 2023</a:t>
            </a:fld>
            <a:endParaRPr lang="en-US"/>
          </a:p>
        </p:txBody>
      </p:sp>
      <p:sp>
        <p:nvSpPr>
          <p:cNvPr id="12" name="Rectangle: Rounded Corners 11">
            <a:extLst>
              <a:ext uri="{FF2B5EF4-FFF2-40B4-BE49-F238E27FC236}">
                <a16:creationId xmlns:a16="http://schemas.microsoft.com/office/drawing/2014/main" id="{8DEB642D-AC41-CB98-FD32-A28102F8C4D5}"/>
              </a:ext>
            </a:extLst>
          </p:cNvPr>
          <p:cNvSpPr/>
          <p:nvPr/>
        </p:nvSpPr>
        <p:spPr>
          <a:xfrm>
            <a:off x="240171" y="1314242"/>
            <a:ext cx="5429937" cy="2430185"/>
          </a:xfrm>
          <a:prstGeom prst="roundRect">
            <a:avLst>
              <a:gd name="adj" fmla="val 4515"/>
            </a:avLst>
          </a:prstGeom>
          <a:gradFill>
            <a:gsLst>
              <a:gs pos="0">
                <a:srgbClr val="990099"/>
              </a:gs>
              <a:gs pos="52000">
                <a:schemeClr val="accent2"/>
              </a:gs>
            </a:gsLst>
            <a:lin ang="0" scaled="1"/>
          </a:gra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FEB4F061-A1B2-8103-FA0F-0C3BFF259E4C}"/>
              </a:ext>
            </a:extLst>
          </p:cNvPr>
          <p:cNvSpPr txBox="1"/>
          <p:nvPr/>
        </p:nvSpPr>
        <p:spPr>
          <a:xfrm>
            <a:off x="1497604" y="1494531"/>
            <a:ext cx="2845330" cy="276999"/>
          </a:xfrm>
          <a:prstGeom prst="rect">
            <a:avLst/>
          </a:prstGeom>
          <a:noFill/>
        </p:spPr>
        <p:txBody>
          <a:bodyPr wrap="square" rtlCol="0">
            <a:spAutoFit/>
          </a:bodyPr>
          <a:lstStyle/>
          <a:p>
            <a:pPr algn="ctr"/>
            <a:r>
              <a:rPr lang="ar-LY" sz="1200" b="1" dirty="0">
                <a:solidFill>
                  <a:srgbClr val="FFFFFF"/>
                </a:solidFill>
                <a:latin typeface="Montserrat Medium" panose="020B0604020202020204" charset="0"/>
              </a:rPr>
              <a:t>ايراد الاستخدام مقارنة بالمستهدف لسنة 2023</a:t>
            </a:r>
            <a:endParaRPr lang="en-US" sz="1200" b="1" dirty="0">
              <a:solidFill>
                <a:srgbClr val="FFFFFF"/>
              </a:solidFill>
              <a:latin typeface="Montserrat Medium" panose="020B0604020202020204" charset="0"/>
            </a:endParaRPr>
          </a:p>
        </p:txBody>
      </p:sp>
      <p:graphicFrame>
        <p:nvGraphicFramePr>
          <p:cNvPr id="48" name="Chart 47">
            <a:extLst>
              <a:ext uri="{FF2B5EF4-FFF2-40B4-BE49-F238E27FC236}">
                <a16:creationId xmlns:a16="http://schemas.microsoft.com/office/drawing/2014/main" id="{A253E112-BB28-01E9-E861-5DA08A4ECF19}"/>
              </a:ext>
            </a:extLst>
          </p:cNvPr>
          <p:cNvGraphicFramePr/>
          <p:nvPr>
            <p:extLst>
              <p:ext uri="{D42A27DB-BD31-4B8C-83A1-F6EECF244321}">
                <p14:modId xmlns:p14="http://schemas.microsoft.com/office/powerpoint/2010/main" val="2063774747"/>
              </p:ext>
            </p:extLst>
          </p:nvPr>
        </p:nvGraphicFramePr>
        <p:xfrm>
          <a:off x="420050" y="1798459"/>
          <a:ext cx="4888503" cy="1780540"/>
        </p:xfrm>
        <a:graphic>
          <a:graphicData uri="http://schemas.openxmlformats.org/drawingml/2006/chart">
            <c:chart xmlns:c="http://schemas.openxmlformats.org/drawingml/2006/chart" xmlns:r="http://schemas.openxmlformats.org/officeDocument/2006/relationships" r:id="rId6"/>
          </a:graphicData>
        </a:graphic>
      </p:graphicFrame>
      <p:sp>
        <p:nvSpPr>
          <p:cNvPr id="51" name="Slide Number Placeholder 5">
            <a:extLst>
              <a:ext uri="{FF2B5EF4-FFF2-40B4-BE49-F238E27FC236}">
                <a16:creationId xmlns:a16="http://schemas.microsoft.com/office/drawing/2014/main" id="{9FCBF0B3-2A33-863C-B346-578C138470AE}"/>
              </a:ext>
            </a:extLst>
          </p:cNvPr>
          <p:cNvSpPr>
            <a:spLocks noGrp="1"/>
          </p:cNvSpPr>
          <p:nvPr>
            <p:ph type="sldNum" sz="quarter" idx="12"/>
          </p:nvPr>
        </p:nvSpPr>
        <p:spPr>
          <a:xfrm>
            <a:off x="838200" y="6356349"/>
            <a:ext cx="1610032" cy="365125"/>
          </a:xfrm>
        </p:spPr>
        <p:txBody>
          <a:bodyPr/>
          <a:lstStyle/>
          <a:p>
            <a:fld id="{12D7B28B-DC80-4E46-95D7-53BDE8C7F925}" type="slidenum">
              <a:rPr lang="en-US" smtClean="0"/>
              <a:t>9</a:t>
            </a:fld>
            <a:endParaRPr lang="en-US"/>
          </a:p>
        </p:txBody>
      </p:sp>
      <p:sp>
        <p:nvSpPr>
          <p:cNvPr id="52" name="Rectangle: Rounded Corners 51">
            <a:extLst>
              <a:ext uri="{FF2B5EF4-FFF2-40B4-BE49-F238E27FC236}">
                <a16:creationId xmlns:a16="http://schemas.microsoft.com/office/drawing/2014/main" id="{70361847-4440-9072-6B2F-22EFDACA97CA}"/>
              </a:ext>
            </a:extLst>
          </p:cNvPr>
          <p:cNvSpPr/>
          <p:nvPr/>
        </p:nvSpPr>
        <p:spPr>
          <a:xfrm>
            <a:off x="5780245" y="1314242"/>
            <a:ext cx="6171584" cy="2396534"/>
          </a:xfrm>
          <a:prstGeom prst="roundRect">
            <a:avLst>
              <a:gd name="adj" fmla="val 3257"/>
            </a:avLst>
          </a:prstGeom>
          <a:solidFill>
            <a:schemeClr val="bg1"/>
          </a:solidFill>
          <a:ln>
            <a:noFill/>
          </a:ln>
          <a:effectLst>
            <a:outerShdw blurRad="76200" dist="381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3" name="Chart 52">
            <a:extLst>
              <a:ext uri="{FF2B5EF4-FFF2-40B4-BE49-F238E27FC236}">
                <a16:creationId xmlns:a16="http://schemas.microsoft.com/office/drawing/2014/main" id="{E8CB2C8C-815C-0485-4BE8-F77B1478ED69}"/>
              </a:ext>
            </a:extLst>
          </p:cNvPr>
          <p:cNvGraphicFramePr/>
          <p:nvPr>
            <p:extLst>
              <p:ext uri="{D42A27DB-BD31-4B8C-83A1-F6EECF244321}">
                <p14:modId xmlns:p14="http://schemas.microsoft.com/office/powerpoint/2010/main" val="3448993017"/>
              </p:ext>
            </p:extLst>
          </p:nvPr>
        </p:nvGraphicFramePr>
        <p:xfrm>
          <a:off x="5862868" y="1464955"/>
          <a:ext cx="6088960" cy="2303707"/>
        </p:xfrm>
        <a:graphic>
          <a:graphicData uri="http://schemas.openxmlformats.org/drawingml/2006/chart">
            <c:chart xmlns:c="http://schemas.openxmlformats.org/drawingml/2006/chart" xmlns:r="http://schemas.openxmlformats.org/officeDocument/2006/relationships" r:id="rId7"/>
          </a:graphicData>
        </a:graphic>
      </p:graphicFrame>
      <p:sp>
        <p:nvSpPr>
          <p:cNvPr id="54" name="Title 1">
            <a:extLst>
              <a:ext uri="{FF2B5EF4-FFF2-40B4-BE49-F238E27FC236}">
                <a16:creationId xmlns:a16="http://schemas.microsoft.com/office/drawing/2014/main" id="{25C60255-465E-C34C-74BD-EB3779C75880}"/>
              </a:ext>
            </a:extLst>
          </p:cNvPr>
          <p:cNvSpPr>
            <a:spLocks noGrp="1"/>
          </p:cNvSpPr>
          <p:nvPr>
            <p:ph type="title"/>
          </p:nvPr>
        </p:nvSpPr>
        <p:spPr>
          <a:xfrm>
            <a:off x="4692580" y="247057"/>
            <a:ext cx="7389837" cy="679904"/>
          </a:xfrm>
          <a:noFill/>
        </p:spPr>
        <p:txBody>
          <a:bodyPr vert="horz">
            <a:normAutofit/>
          </a:bodyPr>
          <a:lstStyle/>
          <a:p>
            <a:r>
              <a:rPr lang="ar-LY" sz="2600" b="1" dirty="0">
                <a:cs typeface="Tajawal Medium" panose="00000600000000000000" pitchFamily="2" charset="-78"/>
              </a:rPr>
              <a:t>الإيرادات الشهرية للاستخدام</a:t>
            </a:r>
            <a:endParaRPr lang="en-US" sz="2600" b="1" dirty="0">
              <a:cs typeface="Tajawal Medium" panose="00000600000000000000" pitchFamily="2" charset="-78"/>
            </a:endParaRPr>
          </a:p>
        </p:txBody>
      </p:sp>
      <p:grpSp>
        <p:nvGrpSpPr>
          <p:cNvPr id="55" name="Group 54">
            <a:extLst>
              <a:ext uri="{FF2B5EF4-FFF2-40B4-BE49-F238E27FC236}">
                <a16:creationId xmlns:a16="http://schemas.microsoft.com/office/drawing/2014/main" id="{29EECF17-42B7-F607-280D-6606E1954114}"/>
              </a:ext>
            </a:extLst>
          </p:cNvPr>
          <p:cNvGrpSpPr/>
          <p:nvPr/>
        </p:nvGrpSpPr>
        <p:grpSpPr>
          <a:xfrm>
            <a:off x="772556" y="3710776"/>
            <a:ext cx="4501162" cy="2183607"/>
            <a:chOff x="6366150" y="3671940"/>
            <a:chExt cx="5231490" cy="2586367"/>
          </a:xfrm>
        </p:grpSpPr>
        <p:sp>
          <p:nvSpPr>
            <p:cNvPr id="56" name="Rectangle: Rounded Corners 55">
              <a:extLst>
                <a:ext uri="{FF2B5EF4-FFF2-40B4-BE49-F238E27FC236}">
                  <a16:creationId xmlns:a16="http://schemas.microsoft.com/office/drawing/2014/main" id="{C66CDCDB-75DB-2F14-D4E5-CF9BFC887685}"/>
                </a:ext>
              </a:extLst>
            </p:cNvPr>
            <p:cNvSpPr/>
            <p:nvPr/>
          </p:nvSpPr>
          <p:spPr>
            <a:xfrm>
              <a:off x="6366150" y="4421887"/>
              <a:ext cx="5231490" cy="1836420"/>
            </a:xfrm>
            <a:prstGeom prst="roundRect">
              <a:avLst>
                <a:gd name="adj" fmla="val 4737"/>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0000"/>
                    <a:lumOff val="10000"/>
                  </a:schemeClr>
                </a:solidFill>
              </a:endParaRPr>
            </a:p>
          </p:txBody>
        </p:sp>
        <p:sp>
          <p:nvSpPr>
            <p:cNvPr id="57" name="Isosceles Triangle 56">
              <a:extLst>
                <a:ext uri="{FF2B5EF4-FFF2-40B4-BE49-F238E27FC236}">
                  <a16:creationId xmlns:a16="http://schemas.microsoft.com/office/drawing/2014/main" id="{51633C3C-3D9F-A91C-B5B5-FA1008DA5EAA}"/>
                </a:ext>
              </a:extLst>
            </p:cNvPr>
            <p:cNvSpPr/>
            <p:nvPr/>
          </p:nvSpPr>
          <p:spPr>
            <a:xfrm rot="19523897">
              <a:off x="9075921" y="3671940"/>
              <a:ext cx="172259" cy="952935"/>
            </a:xfrm>
            <a:prstGeom prst="triangle">
              <a:avLst>
                <a:gd name="adj" fmla="val 0"/>
              </a:avLst>
            </a:prstGeom>
            <a:solidFill>
              <a:schemeClr val="bg1"/>
            </a:solidFill>
            <a:ln>
              <a:noFill/>
            </a:ln>
            <a:effectLst>
              <a:outerShdw blurRad="50800" dist="76200" dir="13500000" sx="84000" sy="84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9E178EE1-6964-BB07-A832-E633490C7FB5}"/>
              </a:ext>
            </a:extLst>
          </p:cNvPr>
          <p:cNvGrpSpPr/>
          <p:nvPr/>
        </p:nvGrpSpPr>
        <p:grpSpPr>
          <a:xfrm>
            <a:off x="7121633" y="3578999"/>
            <a:ext cx="4501162" cy="2303707"/>
            <a:chOff x="6366150" y="3652479"/>
            <a:chExt cx="5231490" cy="2605828"/>
          </a:xfrm>
        </p:grpSpPr>
        <p:sp>
          <p:nvSpPr>
            <p:cNvPr id="59" name="Rectangle: Rounded Corners 58">
              <a:extLst>
                <a:ext uri="{FF2B5EF4-FFF2-40B4-BE49-F238E27FC236}">
                  <a16:creationId xmlns:a16="http://schemas.microsoft.com/office/drawing/2014/main" id="{D83793CE-9426-9A39-BE93-931A49292A71}"/>
                </a:ext>
              </a:extLst>
            </p:cNvPr>
            <p:cNvSpPr/>
            <p:nvPr/>
          </p:nvSpPr>
          <p:spPr>
            <a:xfrm>
              <a:off x="6366150" y="4421887"/>
              <a:ext cx="5231490" cy="1836420"/>
            </a:xfrm>
            <a:prstGeom prst="roundRect">
              <a:avLst>
                <a:gd name="adj" fmla="val 4737"/>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0000"/>
                    <a:lumOff val="10000"/>
                  </a:schemeClr>
                </a:solidFill>
              </a:endParaRPr>
            </a:p>
          </p:txBody>
        </p:sp>
        <p:sp>
          <p:nvSpPr>
            <p:cNvPr id="60" name="Isosceles Triangle 59">
              <a:extLst>
                <a:ext uri="{FF2B5EF4-FFF2-40B4-BE49-F238E27FC236}">
                  <a16:creationId xmlns:a16="http://schemas.microsoft.com/office/drawing/2014/main" id="{38E2A648-0B52-FF67-C898-BA6DD9B22151}"/>
                </a:ext>
              </a:extLst>
            </p:cNvPr>
            <p:cNvSpPr/>
            <p:nvPr/>
          </p:nvSpPr>
          <p:spPr>
            <a:xfrm rot="19523897">
              <a:off x="9027931" y="3652479"/>
              <a:ext cx="172259" cy="952935"/>
            </a:xfrm>
            <a:prstGeom prst="triangle">
              <a:avLst>
                <a:gd name="adj" fmla="val 0"/>
              </a:avLst>
            </a:prstGeom>
            <a:solidFill>
              <a:schemeClr val="bg1"/>
            </a:solidFill>
            <a:ln>
              <a:noFill/>
            </a:ln>
            <a:effectLst>
              <a:outerShdw blurRad="50800" dist="76200" dir="13500000" sx="84000" sy="84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 name="TextBox 61">
            <a:extLst>
              <a:ext uri="{FF2B5EF4-FFF2-40B4-BE49-F238E27FC236}">
                <a16:creationId xmlns:a16="http://schemas.microsoft.com/office/drawing/2014/main" id="{1D532143-7C8D-0647-7E71-65154A74A033}"/>
              </a:ext>
            </a:extLst>
          </p:cNvPr>
          <p:cNvSpPr txBox="1"/>
          <p:nvPr/>
        </p:nvSpPr>
        <p:spPr>
          <a:xfrm>
            <a:off x="7277007" y="4504252"/>
            <a:ext cx="4417842" cy="1277273"/>
          </a:xfrm>
          <a:prstGeom prst="rect">
            <a:avLst/>
          </a:prstGeom>
          <a:noFill/>
        </p:spPr>
        <p:txBody>
          <a:bodyPr wrap="square">
            <a:spAutoFit/>
          </a:bodyPr>
          <a:lstStyle/>
          <a:p>
            <a:pPr algn="ctr" rtl="1"/>
            <a:r>
              <a:rPr lang="ar-LY" sz="1100" dirty="0">
                <a:latin typeface="Tajawal" panose="00000500000000000000" pitchFamily="2" charset="-78"/>
                <a:cs typeface="Tajawal" panose="00000500000000000000" pitchFamily="2" charset="-78"/>
              </a:rPr>
              <a:t>المقارنة تبين نسبة زيادة إيرادات سنة 2023 الشهرية عن سنة 2022 حيث حقق شهر اكتوبر من سنة 2023 ارتفاع قدره </a:t>
            </a:r>
            <a:r>
              <a:rPr lang="ar-LY" sz="1100" b="1" dirty="0">
                <a:solidFill>
                  <a:srgbClr val="990099"/>
                </a:solidFill>
                <a:latin typeface="Tajawal" panose="00000500000000000000" pitchFamily="2" charset="-78"/>
                <a:cs typeface="Tajawal" panose="00000500000000000000" pitchFamily="2" charset="-78"/>
              </a:rPr>
              <a:t>6</a:t>
            </a:r>
            <a:r>
              <a:rPr lang="ar-LY" sz="1100" dirty="0">
                <a:latin typeface="Tajawal" panose="00000500000000000000" pitchFamily="2" charset="-78"/>
                <a:cs typeface="Tajawal" panose="00000500000000000000" pitchFamily="2" charset="-78"/>
              </a:rPr>
              <a:t>% عن شهر اكتوبر من سنة 2022.</a:t>
            </a:r>
          </a:p>
          <a:p>
            <a:pPr algn="ctr" rtl="1"/>
            <a:endParaRPr lang="ar-LY" sz="1100" dirty="0">
              <a:latin typeface="Tajawal" panose="00000500000000000000" pitchFamily="2" charset="-78"/>
              <a:cs typeface="Tajawal" panose="00000500000000000000" pitchFamily="2" charset="-78"/>
            </a:endParaRPr>
          </a:p>
          <a:p>
            <a:pPr algn="ctr" rtl="1"/>
            <a:r>
              <a:rPr lang="ar-LY" sz="1100" dirty="0">
                <a:latin typeface="Tajawal" panose="00000500000000000000" pitchFamily="2" charset="-78"/>
                <a:cs typeface="Tajawal" panose="00000500000000000000" pitchFamily="2" charset="-78"/>
              </a:rPr>
              <a:t>تشمل الإيرادات أعلاه إيرادات الصوت بجميع أنواعها وايرادات الرسائل بما فيها رسائل الخدمات المضافة وايرادات الانترنت بجميع باقاتها مع الدفع عند الاستخدام وخدمات الدفع المباشر المضافة </a:t>
            </a:r>
            <a:r>
              <a:rPr lang="en-US" sz="1100" dirty="0">
                <a:latin typeface="Tajawal" panose="00000500000000000000" pitchFamily="2" charset="-78"/>
                <a:cs typeface="Tajawal" panose="00000500000000000000" pitchFamily="2" charset="-78"/>
              </a:rPr>
              <a:t>DCB</a:t>
            </a:r>
            <a:r>
              <a:rPr lang="ar-LY" sz="1100" dirty="0">
                <a:latin typeface="Tajawal" panose="00000500000000000000" pitchFamily="2" charset="-78"/>
                <a:cs typeface="Tajawal" panose="00000500000000000000" pitchFamily="2" charset="-78"/>
              </a:rPr>
              <a:t>.</a:t>
            </a:r>
          </a:p>
        </p:txBody>
      </p:sp>
      <p:sp>
        <p:nvSpPr>
          <p:cNvPr id="70" name="TextBox 69">
            <a:extLst>
              <a:ext uri="{FF2B5EF4-FFF2-40B4-BE49-F238E27FC236}">
                <a16:creationId xmlns:a16="http://schemas.microsoft.com/office/drawing/2014/main" id="{8D0BA846-DE56-9E02-328A-2FB288718F98}"/>
              </a:ext>
            </a:extLst>
          </p:cNvPr>
          <p:cNvSpPr txBox="1"/>
          <p:nvPr/>
        </p:nvSpPr>
        <p:spPr>
          <a:xfrm>
            <a:off x="738721" y="4624691"/>
            <a:ext cx="4453376" cy="938719"/>
          </a:xfrm>
          <a:prstGeom prst="rect">
            <a:avLst/>
          </a:prstGeom>
          <a:noFill/>
        </p:spPr>
        <p:txBody>
          <a:bodyPr wrap="square" rtlCol="0">
            <a:spAutoFit/>
          </a:bodyPr>
          <a:lstStyle/>
          <a:p>
            <a:pPr algn="ctr" rtl="1"/>
            <a:r>
              <a:rPr lang="ar-LY" sz="1100" dirty="0">
                <a:latin typeface="Tajawal" panose="00000500000000000000" pitchFamily="2" charset="-78"/>
                <a:cs typeface="Tajawal" panose="00000500000000000000" pitchFamily="2" charset="-78"/>
              </a:rPr>
              <a:t>الرسم التوضيحي يبين الفارق بين المتوقع وايراد الاستخدام المحقق ونسبة الانحراف عن المتوقع.</a:t>
            </a:r>
          </a:p>
          <a:p>
            <a:pPr algn="ctr" rtl="1"/>
            <a:endParaRPr lang="ar-LY" sz="1100" dirty="0">
              <a:latin typeface="Tajawal" panose="00000500000000000000" pitchFamily="2" charset="-78"/>
              <a:cs typeface="Tajawal" panose="00000500000000000000" pitchFamily="2" charset="-78"/>
            </a:endParaRPr>
          </a:p>
          <a:p>
            <a:pPr algn="ctr" rtl="1"/>
            <a:r>
              <a:rPr lang="ar-LY" sz="1100" dirty="0">
                <a:latin typeface="Tajawal" panose="00000500000000000000" pitchFamily="2" charset="-78"/>
                <a:cs typeface="Tajawal" panose="00000500000000000000" pitchFamily="2" charset="-78"/>
              </a:rPr>
              <a:t>كما نرى ان اجمالي ايراد الاستخدام خلال سنة 2023 وحتى شهر اكتوبر وصل الى </a:t>
            </a:r>
            <a:r>
              <a:rPr lang="ar-LY" sz="1100" b="1" dirty="0">
                <a:solidFill>
                  <a:srgbClr val="990099"/>
                </a:solidFill>
                <a:latin typeface="Tajawal" panose="00000500000000000000" pitchFamily="2" charset="-78"/>
                <a:cs typeface="Tajawal" panose="00000500000000000000" pitchFamily="2" charset="-78"/>
              </a:rPr>
              <a:t>1,424,432,394</a:t>
            </a:r>
            <a:r>
              <a:rPr lang="en-US" sz="1100" dirty="0">
                <a:latin typeface="Tajawal" panose="00000500000000000000" pitchFamily="2" charset="-78"/>
                <a:cs typeface="Tajawal" panose="00000500000000000000" pitchFamily="2" charset="-78"/>
              </a:rPr>
              <a:t> </a:t>
            </a:r>
            <a:r>
              <a:rPr lang="ar-LY" sz="1100" dirty="0">
                <a:latin typeface="Tajawal" panose="00000500000000000000" pitchFamily="2" charset="-78"/>
                <a:cs typeface="Tajawal" panose="00000500000000000000" pitchFamily="2" charset="-78"/>
              </a:rPr>
              <a:t>د.ل منها </a:t>
            </a:r>
            <a:r>
              <a:rPr lang="ar-LY" sz="1100" b="1" dirty="0">
                <a:solidFill>
                  <a:srgbClr val="990099"/>
                </a:solidFill>
                <a:latin typeface="Tajawal" panose="00000500000000000000" pitchFamily="2" charset="-78"/>
                <a:cs typeface="Tajawal" panose="00000500000000000000" pitchFamily="2" charset="-78"/>
              </a:rPr>
              <a:t>152,378,319</a:t>
            </a:r>
            <a:r>
              <a:rPr lang="ar-LY" sz="1100" dirty="0">
                <a:latin typeface="Tajawal" panose="00000500000000000000" pitchFamily="2" charset="-78"/>
                <a:cs typeface="Tajawal" panose="00000500000000000000" pitchFamily="2" charset="-78"/>
              </a:rPr>
              <a:t> د.ل. خلال شهر اكتوبر من سنة 2023.</a:t>
            </a:r>
            <a:endParaRPr lang="ar-LY" sz="1200" dirty="0">
              <a:latin typeface="Tajawal Medium" panose="00000600000000000000" pitchFamily="2" charset="-78"/>
              <a:cs typeface="Tajawal Medium" panose="00000600000000000000" pitchFamily="2" charset="-78"/>
            </a:endParaRPr>
          </a:p>
        </p:txBody>
      </p:sp>
    </p:spTree>
    <p:extLst>
      <p:ext uri="{BB962C8B-B14F-4D97-AF65-F5344CB8AC3E}">
        <p14:creationId xmlns:p14="http://schemas.microsoft.com/office/powerpoint/2010/main" val="129582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B9118A6-5A11-0794-B3A0-3CDB4839905C}"/>
              </a:ext>
            </a:extLst>
          </p:cNvPr>
          <p:cNvSpPr>
            <a:spLocks noGrp="1"/>
          </p:cNvSpPr>
          <p:nvPr>
            <p:ph type="sldNum" sz="quarter" idx="12"/>
          </p:nvPr>
        </p:nvSpPr>
        <p:spPr/>
        <p:txBody>
          <a:bodyPr/>
          <a:lstStyle/>
          <a:p>
            <a:fld id="{12D7B28B-DC80-4E46-95D7-53BDE8C7F925}" type="slidenum">
              <a:rPr lang="en-US" smtClean="0"/>
              <a:t>10</a:t>
            </a:fld>
            <a:endParaRPr lang="en-US"/>
          </a:p>
        </p:txBody>
      </p:sp>
      <p:sp>
        <p:nvSpPr>
          <p:cNvPr id="10" name="Rectangle: Rounded Corners 9">
            <a:extLst>
              <a:ext uri="{FF2B5EF4-FFF2-40B4-BE49-F238E27FC236}">
                <a16:creationId xmlns:a16="http://schemas.microsoft.com/office/drawing/2014/main" id="{4FBE5836-C7C5-27D2-6D47-D210DA0D87D5}"/>
              </a:ext>
            </a:extLst>
          </p:cNvPr>
          <p:cNvSpPr/>
          <p:nvPr/>
        </p:nvSpPr>
        <p:spPr>
          <a:xfrm>
            <a:off x="6829086" y="1046349"/>
            <a:ext cx="5090903" cy="2788824"/>
          </a:xfrm>
          <a:prstGeom prst="roundRect">
            <a:avLst>
              <a:gd name="adj" fmla="val 3006"/>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0AD2E13C-E26A-196E-80D4-45D13645C58D}"/>
              </a:ext>
            </a:extLst>
          </p:cNvPr>
          <p:cNvSpPr txBox="1"/>
          <p:nvPr/>
        </p:nvSpPr>
        <p:spPr>
          <a:xfrm>
            <a:off x="7691885" y="1389928"/>
            <a:ext cx="3384231" cy="230832"/>
          </a:xfrm>
          <a:prstGeom prst="rect">
            <a:avLst/>
          </a:prstGeom>
          <a:noFill/>
        </p:spPr>
        <p:txBody>
          <a:bodyPr wrap="square" rtlCol="0">
            <a:spAutoFit/>
          </a:bodyPr>
          <a:lstStyle/>
          <a:p>
            <a:pPr algn="ctr"/>
            <a:r>
              <a:rPr lang="ar-LY" sz="900" b="1" dirty="0">
                <a:solidFill>
                  <a:schemeClr val="tx2"/>
                </a:solidFill>
                <a:latin typeface="Montserrat Medium" panose="020B0604020202020204" charset="0"/>
              </a:rPr>
              <a:t>الإيرادات حسب توزيع الجغرافي للمناطق</a:t>
            </a:r>
            <a:endParaRPr lang="en-US" sz="900" b="1" dirty="0">
              <a:solidFill>
                <a:schemeClr val="tx2"/>
              </a:solidFill>
              <a:latin typeface="Montserrat Medium" panose="020B0604020202020204" charset="0"/>
            </a:endParaRPr>
          </a:p>
        </p:txBody>
      </p:sp>
      <p:graphicFrame>
        <p:nvGraphicFramePr>
          <p:cNvPr id="17" name="Chart 16">
            <a:extLst>
              <a:ext uri="{FF2B5EF4-FFF2-40B4-BE49-F238E27FC236}">
                <a16:creationId xmlns:a16="http://schemas.microsoft.com/office/drawing/2014/main" id="{8B3E6E42-E218-2052-C444-58C78782A08D}"/>
              </a:ext>
            </a:extLst>
          </p:cNvPr>
          <p:cNvGraphicFramePr/>
          <p:nvPr>
            <p:extLst>
              <p:ext uri="{D42A27DB-BD31-4B8C-83A1-F6EECF244321}">
                <p14:modId xmlns:p14="http://schemas.microsoft.com/office/powerpoint/2010/main" val="2611645166"/>
              </p:ext>
            </p:extLst>
          </p:nvPr>
        </p:nvGraphicFramePr>
        <p:xfrm>
          <a:off x="7371378" y="1693996"/>
          <a:ext cx="4025247" cy="1939838"/>
        </p:xfrm>
        <a:graphic>
          <a:graphicData uri="http://schemas.openxmlformats.org/drawingml/2006/chart">
            <c:chart xmlns:c="http://schemas.openxmlformats.org/drawingml/2006/chart" xmlns:r="http://schemas.openxmlformats.org/officeDocument/2006/relationships" r:id="rId4"/>
          </a:graphicData>
        </a:graphic>
      </p:graphicFrame>
      <p:sp>
        <p:nvSpPr>
          <p:cNvPr id="31" name="Title 1">
            <a:extLst>
              <a:ext uri="{FF2B5EF4-FFF2-40B4-BE49-F238E27FC236}">
                <a16:creationId xmlns:a16="http://schemas.microsoft.com/office/drawing/2014/main" id="{5CA0AE60-3135-C811-BB61-F2A043B8BF9C}"/>
              </a:ext>
            </a:extLst>
          </p:cNvPr>
          <p:cNvSpPr>
            <a:spLocks noGrp="1"/>
          </p:cNvSpPr>
          <p:nvPr>
            <p:ph type="title"/>
          </p:nvPr>
        </p:nvSpPr>
        <p:spPr>
          <a:xfrm>
            <a:off x="4692580" y="247057"/>
            <a:ext cx="7389837" cy="679904"/>
          </a:xfrm>
        </p:spPr>
        <p:txBody>
          <a:bodyPr vert="horz">
            <a:normAutofit/>
          </a:bodyPr>
          <a:lstStyle/>
          <a:p>
            <a:r>
              <a:rPr lang="ar-LY" sz="2600" b="1" dirty="0">
                <a:cs typeface="Tajawal Medium" panose="00000600000000000000" pitchFamily="2" charset="-78"/>
              </a:rPr>
              <a:t>الإيرادات الشهرية حسب</a:t>
            </a:r>
            <a:r>
              <a:rPr lang="en-US" sz="2600" b="1" dirty="0">
                <a:cs typeface="Tajawal Medium" panose="00000600000000000000" pitchFamily="2" charset="-78"/>
              </a:rPr>
              <a:t> </a:t>
            </a:r>
            <a:r>
              <a:rPr lang="ar-LY" sz="2600" b="1" dirty="0">
                <a:cs typeface="Tajawal Medium" panose="00000600000000000000" pitchFamily="2" charset="-78"/>
              </a:rPr>
              <a:t>توزيع الجغرافي للمناطق</a:t>
            </a:r>
            <a:endParaRPr lang="en-US" sz="2600" b="1" dirty="0">
              <a:cs typeface="Tajawal Medium" panose="00000600000000000000" pitchFamily="2" charset="-78"/>
            </a:endParaRPr>
          </a:p>
        </p:txBody>
      </p:sp>
      <p:sp>
        <p:nvSpPr>
          <p:cNvPr id="32" name="Rounded Rectangle 11">
            <a:extLst>
              <a:ext uri="{FF2B5EF4-FFF2-40B4-BE49-F238E27FC236}">
                <a16:creationId xmlns:a16="http://schemas.microsoft.com/office/drawing/2014/main" id="{EBBE1B33-AC3A-38B0-BC08-A5646F173634}"/>
              </a:ext>
            </a:extLst>
          </p:cNvPr>
          <p:cNvSpPr/>
          <p:nvPr/>
        </p:nvSpPr>
        <p:spPr>
          <a:xfrm>
            <a:off x="626873" y="1046349"/>
            <a:ext cx="4834800" cy="4911105"/>
          </a:xfrm>
          <a:prstGeom prst="roundRect">
            <a:avLst>
              <a:gd name="adj" fmla="val 2497"/>
            </a:avLst>
          </a:prstGeom>
          <a:solidFill>
            <a:schemeClr val="bg1"/>
          </a:solidFill>
          <a:ln>
            <a:noFill/>
          </a:ln>
          <a:effectLst>
            <a:outerShdw blurRad="127000" dist="12700" dir="5400000" algn="tl" rotWithShape="0">
              <a:schemeClr val="tx2">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dirty="0"/>
          </a:p>
        </p:txBody>
      </p:sp>
      <p:graphicFrame>
        <p:nvGraphicFramePr>
          <p:cNvPr id="33" name="Chart 32">
            <a:extLst>
              <a:ext uri="{FF2B5EF4-FFF2-40B4-BE49-F238E27FC236}">
                <a16:creationId xmlns:a16="http://schemas.microsoft.com/office/drawing/2014/main" id="{4E0569DF-E625-4C54-09B6-4FF539C4E9C2}"/>
              </a:ext>
            </a:extLst>
          </p:cNvPr>
          <p:cNvGraphicFramePr/>
          <p:nvPr>
            <p:extLst>
              <p:ext uri="{D42A27DB-BD31-4B8C-83A1-F6EECF244321}">
                <p14:modId xmlns:p14="http://schemas.microsoft.com/office/powerpoint/2010/main" val="3408275835"/>
              </p:ext>
            </p:extLst>
          </p:nvPr>
        </p:nvGraphicFramePr>
        <p:xfrm>
          <a:off x="730306" y="1759283"/>
          <a:ext cx="4309054" cy="3854483"/>
        </p:xfrm>
        <a:graphic>
          <a:graphicData uri="http://schemas.openxmlformats.org/drawingml/2006/chart">
            <c:chart xmlns:c="http://schemas.openxmlformats.org/drawingml/2006/chart" xmlns:r="http://schemas.openxmlformats.org/officeDocument/2006/relationships" r:id="rId5"/>
          </a:graphicData>
        </a:graphic>
      </p:graphicFrame>
      <p:sp>
        <p:nvSpPr>
          <p:cNvPr id="34" name="TextBox 33">
            <a:extLst>
              <a:ext uri="{FF2B5EF4-FFF2-40B4-BE49-F238E27FC236}">
                <a16:creationId xmlns:a16="http://schemas.microsoft.com/office/drawing/2014/main" id="{A8157FAD-5339-3339-1A3D-6FFA42223FC8}"/>
              </a:ext>
            </a:extLst>
          </p:cNvPr>
          <p:cNvSpPr txBox="1"/>
          <p:nvPr/>
        </p:nvSpPr>
        <p:spPr>
          <a:xfrm>
            <a:off x="1343137" y="1528428"/>
            <a:ext cx="3083391" cy="230832"/>
          </a:xfrm>
          <a:prstGeom prst="rect">
            <a:avLst/>
          </a:prstGeom>
          <a:noFill/>
        </p:spPr>
        <p:txBody>
          <a:bodyPr wrap="square" rtlCol="0">
            <a:spAutoFit/>
          </a:bodyPr>
          <a:lstStyle/>
          <a:p>
            <a:pPr algn="ctr"/>
            <a:r>
              <a:rPr lang="ar-LY" sz="900" b="1" dirty="0">
                <a:solidFill>
                  <a:schemeClr val="tx2"/>
                </a:solidFill>
                <a:latin typeface="Montserrat Medium" panose="020B0604020202020204" charset="0"/>
              </a:rPr>
              <a:t>الايراد من الخدمات الأساسية حسب التوزيع الجغرافي للمناطق</a:t>
            </a:r>
            <a:endParaRPr lang="en-US" sz="900" b="1" dirty="0">
              <a:solidFill>
                <a:schemeClr val="tx2"/>
              </a:solidFill>
              <a:latin typeface="Montserrat Medium" panose="020B0604020202020204" charset="0"/>
            </a:endParaRPr>
          </a:p>
        </p:txBody>
      </p:sp>
      <p:grpSp>
        <p:nvGrpSpPr>
          <p:cNvPr id="38" name="Group 37">
            <a:extLst>
              <a:ext uri="{FF2B5EF4-FFF2-40B4-BE49-F238E27FC236}">
                <a16:creationId xmlns:a16="http://schemas.microsoft.com/office/drawing/2014/main" id="{1D75908A-0172-A06F-1102-203578356CC9}"/>
              </a:ext>
            </a:extLst>
          </p:cNvPr>
          <p:cNvGrpSpPr/>
          <p:nvPr/>
        </p:nvGrpSpPr>
        <p:grpSpPr>
          <a:xfrm>
            <a:off x="6169968" y="3828780"/>
            <a:ext cx="5912449" cy="2127980"/>
            <a:chOff x="6366150" y="4061141"/>
            <a:chExt cx="5231490" cy="2197166"/>
          </a:xfrm>
        </p:grpSpPr>
        <p:sp>
          <p:nvSpPr>
            <p:cNvPr id="39" name="Rectangle: Rounded Corners 38">
              <a:extLst>
                <a:ext uri="{FF2B5EF4-FFF2-40B4-BE49-F238E27FC236}">
                  <a16:creationId xmlns:a16="http://schemas.microsoft.com/office/drawing/2014/main" id="{100F0937-8B65-1ADB-3ACB-C7B640ACAB6F}"/>
                </a:ext>
              </a:extLst>
            </p:cNvPr>
            <p:cNvSpPr/>
            <p:nvPr/>
          </p:nvSpPr>
          <p:spPr>
            <a:xfrm>
              <a:off x="6366150" y="4421887"/>
              <a:ext cx="5231490" cy="1836420"/>
            </a:xfrm>
            <a:prstGeom prst="roundRect">
              <a:avLst>
                <a:gd name="adj" fmla="val 4737"/>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0000"/>
                    <a:lumOff val="10000"/>
                  </a:schemeClr>
                </a:solidFill>
              </a:endParaRPr>
            </a:p>
          </p:txBody>
        </p:sp>
        <p:sp>
          <p:nvSpPr>
            <p:cNvPr id="40" name="Isosceles Triangle 39">
              <a:extLst>
                <a:ext uri="{FF2B5EF4-FFF2-40B4-BE49-F238E27FC236}">
                  <a16:creationId xmlns:a16="http://schemas.microsoft.com/office/drawing/2014/main" id="{1AA751D1-D0C3-3A2F-EFC2-69501EFA2B64}"/>
                </a:ext>
              </a:extLst>
            </p:cNvPr>
            <p:cNvSpPr/>
            <p:nvPr/>
          </p:nvSpPr>
          <p:spPr>
            <a:xfrm rot="19523897">
              <a:off x="9147277" y="4061141"/>
              <a:ext cx="172259" cy="504623"/>
            </a:xfrm>
            <a:prstGeom prst="triangle">
              <a:avLst>
                <a:gd name="adj" fmla="val 0"/>
              </a:avLst>
            </a:prstGeom>
            <a:solidFill>
              <a:schemeClr val="bg1"/>
            </a:solidFill>
            <a:ln>
              <a:noFill/>
            </a:ln>
            <a:effectLst>
              <a:outerShdw blurRad="50800" dist="76200" dir="13500000" sx="84000" sy="84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TextBox 41">
            <a:extLst>
              <a:ext uri="{FF2B5EF4-FFF2-40B4-BE49-F238E27FC236}">
                <a16:creationId xmlns:a16="http://schemas.microsoft.com/office/drawing/2014/main" id="{37735B04-C3CE-B5DC-03F9-218D90CE62EC}"/>
              </a:ext>
            </a:extLst>
          </p:cNvPr>
          <p:cNvSpPr txBox="1"/>
          <p:nvPr/>
        </p:nvSpPr>
        <p:spPr>
          <a:xfrm>
            <a:off x="6096000" y="4398049"/>
            <a:ext cx="6096000" cy="1338828"/>
          </a:xfrm>
          <a:prstGeom prst="rect">
            <a:avLst/>
          </a:prstGeom>
          <a:noFill/>
        </p:spPr>
        <p:txBody>
          <a:bodyPr wrap="square">
            <a:spAutoFit/>
          </a:bodyPr>
          <a:lstStyle/>
          <a:p>
            <a:pPr algn="ctr" rtl="1"/>
            <a:r>
              <a:rPr lang="ar-LY" sz="900" dirty="0">
                <a:latin typeface="Tajawal" panose="00000500000000000000" pitchFamily="2" charset="-78"/>
                <a:cs typeface="Tajawal" panose="00000500000000000000" pitchFamily="2" charset="-78"/>
              </a:rPr>
              <a:t>أجمالي الإيرادات ونسبة التوزيع لهذه الإيرادات حسب المناطق خلال شهر اكتوبر من سنة 2023</a:t>
            </a:r>
          </a:p>
          <a:p>
            <a:pPr marL="171450" indent="-171450" algn="ctr" rtl="1">
              <a:buFont typeface="Arial" panose="020B0604020202020204" pitchFamily="34" charset="0"/>
              <a:buChar char="•"/>
            </a:pPr>
            <a:endParaRPr lang="ar-LY" sz="900" dirty="0">
              <a:latin typeface="Tajawal" panose="00000500000000000000" pitchFamily="2" charset="-78"/>
              <a:cs typeface="Tajawal" panose="00000500000000000000" pitchFamily="2" charset="-78"/>
            </a:endParaRPr>
          </a:p>
          <a:p>
            <a:pPr marL="171450" indent="-171450" algn="ctr" rtl="1">
              <a:buFont typeface="Arial" panose="020B0604020202020204" pitchFamily="34" charset="0"/>
              <a:buChar char="•"/>
            </a:pPr>
            <a:r>
              <a:rPr lang="ar-LY" sz="900" dirty="0">
                <a:latin typeface="Tajawal" panose="00000500000000000000" pitchFamily="2" charset="-78"/>
                <a:cs typeface="Tajawal" panose="00000500000000000000" pitchFamily="2" charset="-78"/>
              </a:rPr>
              <a:t>بلغ اجمالي الإيرادات من المنطقة الشمالية </a:t>
            </a:r>
            <a:r>
              <a:rPr lang="ar-LY" sz="900" b="1" dirty="0">
                <a:solidFill>
                  <a:srgbClr val="990099"/>
                </a:solidFill>
                <a:latin typeface="Tajawal" panose="00000500000000000000" pitchFamily="2" charset="-78"/>
                <a:cs typeface="Tajawal" panose="00000500000000000000" pitchFamily="2" charset="-78"/>
              </a:rPr>
              <a:t>80,587,731</a:t>
            </a:r>
            <a:r>
              <a:rPr lang="ar-LY" sz="900" dirty="0">
                <a:latin typeface="Tajawal" panose="00000500000000000000" pitchFamily="2" charset="-78"/>
                <a:cs typeface="Tajawal" panose="00000500000000000000" pitchFamily="2" charset="-78"/>
              </a:rPr>
              <a:t> د.ل. أي ما يعادل </a:t>
            </a:r>
            <a:r>
              <a:rPr lang="ar-LY" sz="900" b="1" dirty="0">
                <a:solidFill>
                  <a:srgbClr val="990099"/>
                </a:solidFill>
                <a:latin typeface="Tajawal" panose="00000500000000000000" pitchFamily="2" charset="-78"/>
                <a:cs typeface="Tajawal" panose="00000500000000000000" pitchFamily="2" charset="-78"/>
              </a:rPr>
              <a:t>53</a:t>
            </a:r>
            <a:r>
              <a:rPr lang="ar-LY" sz="900" dirty="0">
                <a:latin typeface="Tajawal" panose="00000500000000000000" pitchFamily="2" charset="-78"/>
                <a:cs typeface="Tajawal" panose="00000500000000000000" pitchFamily="2" charset="-78"/>
              </a:rPr>
              <a:t>% من اجمالي الإيرادات.</a:t>
            </a:r>
          </a:p>
          <a:p>
            <a:pPr marL="171450" indent="-171450" algn="ctr" rtl="1">
              <a:buFont typeface="Arial" panose="020B0604020202020204" pitchFamily="34" charset="0"/>
              <a:buChar char="•"/>
            </a:pPr>
            <a:endParaRPr lang="ar-LY" sz="900" dirty="0">
              <a:latin typeface="Tajawal" panose="00000500000000000000" pitchFamily="2" charset="-78"/>
              <a:cs typeface="Tajawal" panose="00000500000000000000" pitchFamily="2" charset="-78"/>
            </a:endParaRPr>
          </a:p>
          <a:p>
            <a:pPr marL="171450" indent="-171450" algn="ctr" rtl="1">
              <a:buFont typeface="Arial" panose="020B0604020202020204" pitchFamily="34" charset="0"/>
              <a:buChar char="•"/>
            </a:pPr>
            <a:r>
              <a:rPr lang="ar-LY" sz="900" dirty="0">
                <a:latin typeface="Tajawal" panose="00000500000000000000" pitchFamily="2" charset="-78"/>
                <a:cs typeface="Tajawal" panose="00000500000000000000" pitchFamily="2" charset="-78"/>
              </a:rPr>
              <a:t>بلغ اجمالي الإيرادات من المنطقة الشرقية </a:t>
            </a:r>
            <a:r>
              <a:rPr lang="ar-LY" sz="900" b="1" dirty="0">
                <a:solidFill>
                  <a:srgbClr val="990099"/>
                </a:solidFill>
                <a:latin typeface="Tajawal" panose="00000500000000000000" pitchFamily="2" charset="-78"/>
                <a:cs typeface="Tajawal" panose="00000500000000000000" pitchFamily="2" charset="-78"/>
              </a:rPr>
              <a:t>52,086,178</a:t>
            </a:r>
            <a:r>
              <a:rPr lang="ar-LY" sz="900" dirty="0">
                <a:latin typeface="Tajawal" panose="00000500000000000000" pitchFamily="2" charset="-78"/>
                <a:cs typeface="Tajawal" panose="00000500000000000000" pitchFamily="2" charset="-78"/>
              </a:rPr>
              <a:t> د.ل. أي ما يعادل </a:t>
            </a:r>
            <a:r>
              <a:rPr lang="ar-LY" sz="900" b="1" dirty="0">
                <a:solidFill>
                  <a:srgbClr val="990099"/>
                </a:solidFill>
                <a:latin typeface="Tajawal" panose="00000500000000000000" pitchFamily="2" charset="-78"/>
                <a:cs typeface="Tajawal" panose="00000500000000000000" pitchFamily="2" charset="-78"/>
              </a:rPr>
              <a:t>34</a:t>
            </a:r>
            <a:r>
              <a:rPr lang="ar-LY" sz="900" dirty="0">
                <a:latin typeface="Tajawal" panose="00000500000000000000" pitchFamily="2" charset="-78"/>
                <a:cs typeface="Tajawal" panose="00000500000000000000" pitchFamily="2" charset="-78"/>
              </a:rPr>
              <a:t>% من اجمالي الإيرادات.</a:t>
            </a:r>
          </a:p>
          <a:p>
            <a:pPr marL="171450" indent="-171450" algn="ctr" rtl="1">
              <a:buFont typeface="Arial" panose="020B0604020202020204" pitchFamily="34" charset="0"/>
              <a:buChar char="•"/>
            </a:pPr>
            <a:endParaRPr lang="ar-LY" sz="900" dirty="0">
              <a:latin typeface="Tajawal" panose="00000500000000000000" pitchFamily="2" charset="-78"/>
              <a:cs typeface="Tajawal" panose="00000500000000000000" pitchFamily="2" charset="-78"/>
            </a:endParaRPr>
          </a:p>
          <a:p>
            <a:pPr marL="171450" indent="-171450" algn="ctr" rtl="1">
              <a:buFont typeface="Arial" panose="020B0604020202020204" pitchFamily="34" charset="0"/>
              <a:buChar char="•"/>
            </a:pPr>
            <a:r>
              <a:rPr lang="ar-LY" sz="900" dirty="0">
                <a:latin typeface="Tajawal" panose="00000500000000000000" pitchFamily="2" charset="-78"/>
                <a:cs typeface="Tajawal" panose="00000500000000000000" pitchFamily="2" charset="-78"/>
              </a:rPr>
              <a:t>بلغ اجمالي الإيرادات من المنطقة الجنوبية </a:t>
            </a:r>
            <a:r>
              <a:rPr lang="ar-LY" sz="900" b="1" dirty="0">
                <a:solidFill>
                  <a:srgbClr val="990099"/>
                </a:solidFill>
                <a:latin typeface="Tajawal" panose="00000500000000000000" pitchFamily="2" charset="-78"/>
                <a:cs typeface="Tajawal" panose="00000500000000000000" pitchFamily="2" charset="-78"/>
              </a:rPr>
              <a:t>16,044,234</a:t>
            </a:r>
            <a:r>
              <a:rPr lang="ar-LY" sz="900" dirty="0">
                <a:latin typeface="Tajawal" panose="00000500000000000000" pitchFamily="2" charset="-78"/>
                <a:cs typeface="Tajawal" panose="00000500000000000000" pitchFamily="2" charset="-78"/>
              </a:rPr>
              <a:t> د.ل. أي ما يعادل </a:t>
            </a:r>
            <a:r>
              <a:rPr lang="ar-LY" sz="900" b="1" dirty="0">
                <a:solidFill>
                  <a:srgbClr val="990099"/>
                </a:solidFill>
                <a:latin typeface="Tajawal" panose="00000500000000000000" pitchFamily="2" charset="-78"/>
                <a:cs typeface="Tajawal" panose="00000500000000000000" pitchFamily="2" charset="-78"/>
              </a:rPr>
              <a:t>11</a:t>
            </a:r>
            <a:r>
              <a:rPr lang="ar-LY" sz="900" dirty="0">
                <a:latin typeface="Tajawal" panose="00000500000000000000" pitchFamily="2" charset="-78"/>
                <a:cs typeface="Tajawal" panose="00000500000000000000" pitchFamily="2" charset="-78"/>
              </a:rPr>
              <a:t>% من اجمالي الإيرادات.</a:t>
            </a:r>
          </a:p>
          <a:p>
            <a:pPr marL="171450" indent="-171450" algn="ctr" rtl="1">
              <a:buFont typeface="Arial" panose="020B0604020202020204" pitchFamily="34" charset="0"/>
              <a:buChar char="•"/>
            </a:pPr>
            <a:endParaRPr lang="ar-LY" sz="900" dirty="0">
              <a:latin typeface="Tajawal" panose="00000500000000000000" pitchFamily="2" charset="-78"/>
              <a:cs typeface="Tajawal" panose="00000500000000000000" pitchFamily="2" charset="-78"/>
            </a:endParaRPr>
          </a:p>
          <a:p>
            <a:pPr marL="171450" indent="-171450" algn="ctr" rtl="1">
              <a:buFont typeface="Arial" panose="020B0604020202020204" pitchFamily="34" charset="0"/>
              <a:buChar char="•"/>
            </a:pPr>
            <a:r>
              <a:rPr lang="ar-LY" sz="900" dirty="0">
                <a:latin typeface="Tajawal" panose="00000500000000000000" pitchFamily="2" charset="-78"/>
                <a:cs typeface="Tajawal" panose="00000500000000000000" pitchFamily="2" charset="-78"/>
              </a:rPr>
              <a:t>وتتوزع باقي الإيرادات على مناطق غير محددة حيث بلغت هذه الإيرادات </a:t>
            </a:r>
            <a:r>
              <a:rPr lang="ar-LY" sz="900" b="1" dirty="0">
                <a:solidFill>
                  <a:srgbClr val="990099"/>
                </a:solidFill>
                <a:latin typeface="Tajawal" panose="00000500000000000000" pitchFamily="2" charset="-78"/>
                <a:cs typeface="Tajawal" panose="00000500000000000000" pitchFamily="2" charset="-78"/>
              </a:rPr>
              <a:t>3,660,176</a:t>
            </a:r>
            <a:r>
              <a:rPr lang="ar-LY" sz="900" dirty="0">
                <a:latin typeface="Tajawal" panose="00000500000000000000" pitchFamily="2" charset="-78"/>
                <a:cs typeface="Tajawal" panose="00000500000000000000" pitchFamily="2" charset="-78"/>
              </a:rPr>
              <a:t> د.ل. أي ما يعادل </a:t>
            </a:r>
            <a:r>
              <a:rPr lang="ar-LY" sz="900" b="1" dirty="0">
                <a:solidFill>
                  <a:srgbClr val="990099"/>
                </a:solidFill>
                <a:latin typeface="Tajawal" panose="00000500000000000000" pitchFamily="2" charset="-78"/>
                <a:cs typeface="Tajawal" panose="00000500000000000000" pitchFamily="2" charset="-78"/>
              </a:rPr>
              <a:t>2</a:t>
            </a:r>
            <a:r>
              <a:rPr lang="ar-LY" sz="900" dirty="0">
                <a:latin typeface="Tajawal" panose="00000500000000000000" pitchFamily="2" charset="-78"/>
                <a:cs typeface="Tajawal" panose="00000500000000000000" pitchFamily="2" charset="-78"/>
              </a:rPr>
              <a:t>% من اجمالي الإيرادات.</a:t>
            </a:r>
          </a:p>
        </p:txBody>
      </p:sp>
      <p:sp>
        <p:nvSpPr>
          <p:cNvPr id="2" name="Date Placeholder 3">
            <a:extLst>
              <a:ext uri="{FF2B5EF4-FFF2-40B4-BE49-F238E27FC236}">
                <a16:creationId xmlns:a16="http://schemas.microsoft.com/office/drawing/2014/main" id="{F3037E64-28E7-BF02-9565-8F5C65BE5D8F}"/>
              </a:ext>
            </a:extLst>
          </p:cNvPr>
          <p:cNvSpPr>
            <a:spLocks noGrp="1"/>
          </p:cNvSpPr>
          <p:nvPr>
            <p:ph type="dt" sz="half" idx="10"/>
          </p:nvPr>
        </p:nvSpPr>
        <p:spPr>
          <a:xfrm>
            <a:off x="8567198" y="6356347"/>
            <a:ext cx="1610032" cy="365125"/>
          </a:xfrm>
        </p:spPr>
        <p:txBody>
          <a:bodyPr/>
          <a:lstStyle/>
          <a:p>
            <a:fld id="{23FCEF07-2A0A-4809-95EB-3376AA770DC3}" type="datetime4">
              <a:rPr lang="en-US" smtClean="0"/>
              <a:t>November 5, 2023</a:t>
            </a:fld>
            <a:endParaRPr lang="en-US"/>
          </a:p>
        </p:txBody>
      </p:sp>
    </p:spTree>
    <p:extLst>
      <p:ext uri="{BB962C8B-B14F-4D97-AF65-F5344CB8AC3E}">
        <p14:creationId xmlns:p14="http://schemas.microsoft.com/office/powerpoint/2010/main" val="18806526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1" imgH="423" progId="TCLayout.ActiveDocument.1">
                  <p:embed/>
                </p:oleObj>
              </mc:Choice>
              <mc:Fallback>
                <p:oleObj name="think-cell Slide" r:id="rId5" imgW="421" imgH="423" progId="TCLayout.ActiveDocument.1">
                  <p:embed/>
                  <p:pic>
                    <p:nvPicPr>
                      <p:cNvPr id="7" name="Object 6"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Date Placeholder 3"/>
          <p:cNvSpPr>
            <a:spLocks noGrp="1"/>
          </p:cNvSpPr>
          <p:nvPr>
            <p:ph type="dt" sz="half" idx="10"/>
          </p:nvPr>
        </p:nvSpPr>
        <p:spPr/>
        <p:txBody>
          <a:bodyPr/>
          <a:lstStyle/>
          <a:p>
            <a:fld id="{95A976C5-042F-4F2F-B0E6-E9296BA89F2F}" type="datetime4">
              <a:rPr lang="en-US" smtClean="0"/>
              <a:t>November 5, 2023</a:t>
            </a:fld>
            <a:endParaRPr lang="en-US" dirty="0"/>
          </a:p>
        </p:txBody>
      </p:sp>
      <p:sp>
        <p:nvSpPr>
          <p:cNvPr id="6" name="Slide Number Placeholder 5"/>
          <p:cNvSpPr>
            <a:spLocks noGrp="1"/>
          </p:cNvSpPr>
          <p:nvPr>
            <p:ph type="sldNum" sz="quarter" idx="12"/>
          </p:nvPr>
        </p:nvSpPr>
        <p:spPr/>
        <p:txBody>
          <a:bodyPr/>
          <a:lstStyle/>
          <a:p>
            <a:fld id="{12D7B28B-DC80-4E46-95D7-53BDE8C7F925}" type="slidenum">
              <a:rPr lang="en-US" smtClean="0"/>
              <a:t>11</a:t>
            </a:fld>
            <a:endParaRPr lang="en-US" dirty="0"/>
          </a:p>
        </p:txBody>
      </p:sp>
      <p:sp>
        <p:nvSpPr>
          <p:cNvPr id="9" name="Title 1">
            <a:extLst>
              <a:ext uri="{FF2B5EF4-FFF2-40B4-BE49-F238E27FC236}">
                <a16:creationId xmlns:a16="http://schemas.microsoft.com/office/drawing/2014/main" id="{6E2E5E3F-7CDD-022E-A3D4-DA98C854B002}"/>
              </a:ext>
            </a:extLst>
          </p:cNvPr>
          <p:cNvSpPr txBox="1">
            <a:spLocks/>
          </p:cNvSpPr>
          <p:nvPr/>
        </p:nvSpPr>
        <p:spPr>
          <a:xfrm>
            <a:off x="1471766" y="-103915"/>
            <a:ext cx="10515600" cy="1325563"/>
          </a:xfrm>
          <a:prstGeom prst="rect">
            <a:avLst/>
          </a:prstGeom>
        </p:spPr>
        <p:txBody>
          <a:bodyPr vert="horz" lIns="91440" tIns="45720" rIns="91440" bIns="45720" rtlCol="0" anchor="ct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pPr marL="0" marR="0" lvl="0" indent="0" fontAlgn="auto">
              <a:spcAft>
                <a:spcPts val="0"/>
              </a:spcAft>
              <a:buClrTx/>
              <a:buSzTx/>
              <a:tabLst/>
              <a:defRPr/>
            </a:pPr>
            <a:r>
              <a:rPr lang="ar-LY" sz="2300" b="1">
                <a:cs typeface="Tajawal Medium" panose="00000600000000000000" pitchFamily="2" charset="-78"/>
              </a:rPr>
              <a:t>نسبة الخدمات من ايراد الاستخدام</a:t>
            </a:r>
            <a:endParaRPr lang="en-US" sz="2300" b="1">
              <a:cs typeface="Tajawal Medium" panose="00000600000000000000" pitchFamily="2" charset="-78"/>
            </a:endParaRPr>
          </a:p>
        </p:txBody>
      </p:sp>
      <p:sp>
        <p:nvSpPr>
          <p:cNvPr id="2" name="Rounded Rectangle 11">
            <a:extLst>
              <a:ext uri="{FF2B5EF4-FFF2-40B4-BE49-F238E27FC236}">
                <a16:creationId xmlns:a16="http://schemas.microsoft.com/office/drawing/2014/main" id="{D2D6F80D-2935-4A76-6BF5-CB975F86E3A6}"/>
              </a:ext>
            </a:extLst>
          </p:cNvPr>
          <p:cNvSpPr/>
          <p:nvPr/>
        </p:nvSpPr>
        <p:spPr>
          <a:xfrm>
            <a:off x="770692" y="1767976"/>
            <a:ext cx="4870254" cy="3493044"/>
          </a:xfrm>
          <a:prstGeom prst="roundRect">
            <a:avLst>
              <a:gd name="adj" fmla="val 3297"/>
            </a:avLst>
          </a:prstGeom>
          <a:solidFill>
            <a:schemeClr val="bg1"/>
          </a:solidFill>
          <a:ln>
            <a:noFill/>
          </a:ln>
          <a:effectLst>
            <a:outerShdw blurRad="127000" dist="12700" dir="5400000" algn="tl" rotWithShape="0">
              <a:schemeClr val="tx2">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dirty="0"/>
          </a:p>
        </p:txBody>
      </p:sp>
      <p:sp>
        <p:nvSpPr>
          <p:cNvPr id="8" name="TextBox 7">
            <a:extLst>
              <a:ext uri="{FF2B5EF4-FFF2-40B4-BE49-F238E27FC236}">
                <a16:creationId xmlns:a16="http://schemas.microsoft.com/office/drawing/2014/main" id="{88AD5B06-8C96-2516-D358-C26475975424}"/>
              </a:ext>
            </a:extLst>
          </p:cNvPr>
          <p:cNvSpPr txBox="1"/>
          <p:nvPr/>
        </p:nvSpPr>
        <p:spPr>
          <a:xfrm>
            <a:off x="1681137" y="1999038"/>
            <a:ext cx="2629376" cy="253916"/>
          </a:xfrm>
          <a:prstGeom prst="rect">
            <a:avLst/>
          </a:prstGeom>
          <a:noFill/>
        </p:spPr>
        <p:txBody>
          <a:bodyPr wrap="square" rtlCol="0">
            <a:spAutoFit/>
          </a:bodyPr>
          <a:lstStyle>
            <a:defPPr>
              <a:defRPr lang="en-US"/>
            </a:defPPr>
            <a:lvl1pPr>
              <a:defRPr sz="1050" b="1">
                <a:solidFill>
                  <a:schemeClr val="tx2"/>
                </a:solidFill>
                <a:latin typeface="Montserrat Medium" panose="020B0604020202020204" charset="0"/>
              </a:defRPr>
            </a:lvl1pPr>
          </a:lstStyle>
          <a:p>
            <a:pPr algn="ctr"/>
            <a:r>
              <a:rPr lang="ar-LY" dirty="0">
                <a:solidFill>
                  <a:schemeClr val="tx2">
                    <a:alpha val="70000"/>
                  </a:schemeClr>
                </a:solidFill>
              </a:rPr>
              <a:t>شهر اكتوبر</a:t>
            </a:r>
            <a:endParaRPr lang="en-US" dirty="0">
              <a:solidFill>
                <a:schemeClr val="tx2">
                  <a:alpha val="70000"/>
                </a:schemeClr>
              </a:solidFill>
            </a:endParaRPr>
          </a:p>
        </p:txBody>
      </p:sp>
      <p:graphicFrame>
        <p:nvGraphicFramePr>
          <p:cNvPr id="11" name="Chart 10">
            <a:extLst>
              <a:ext uri="{FF2B5EF4-FFF2-40B4-BE49-F238E27FC236}">
                <a16:creationId xmlns:a16="http://schemas.microsoft.com/office/drawing/2014/main" id="{8B4E1E76-0F2D-8B31-D71B-3AD046972BC8}"/>
              </a:ext>
            </a:extLst>
          </p:cNvPr>
          <p:cNvGraphicFramePr/>
          <p:nvPr>
            <p:extLst>
              <p:ext uri="{D42A27DB-BD31-4B8C-83A1-F6EECF244321}">
                <p14:modId xmlns:p14="http://schemas.microsoft.com/office/powerpoint/2010/main" val="3586969551"/>
              </p:ext>
            </p:extLst>
          </p:nvPr>
        </p:nvGraphicFramePr>
        <p:xfrm>
          <a:off x="891055" y="2252954"/>
          <a:ext cx="4562906" cy="2465025"/>
        </p:xfrm>
        <a:graphic>
          <a:graphicData uri="http://schemas.openxmlformats.org/drawingml/2006/chart">
            <c:chart xmlns:c="http://schemas.openxmlformats.org/drawingml/2006/chart" xmlns:r="http://schemas.openxmlformats.org/officeDocument/2006/relationships" r:id="rId7"/>
          </a:graphicData>
        </a:graphic>
      </p:graphicFrame>
      <p:sp>
        <p:nvSpPr>
          <p:cNvPr id="19" name="TextBox 18">
            <a:extLst>
              <a:ext uri="{FF2B5EF4-FFF2-40B4-BE49-F238E27FC236}">
                <a16:creationId xmlns:a16="http://schemas.microsoft.com/office/drawing/2014/main" id="{9255A1BE-CE2B-2F05-A3DF-F0D3D2B70E7F}"/>
              </a:ext>
            </a:extLst>
          </p:cNvPr>
          <p:cNvSpPr txBox="1"/>
          <p:nvPr/>
        </p:nvSpPr>
        <p:spPr>
          <a:xfrm>
            <a:off x="1436390" y="5625945"/>
            <a:ext cx="8579176" cy="646331"/>
          </a:xfrm>
          <a:prstGeom prst="rect">
            <a:avLst/>
          </a:prstGeom>
          <a:noFill/>
        </p:spPr>
        <p:txBody>
          <a:bodyPr wrap="square" rtlCol="0">
            <a:spAutoFit/>
          </a:bodyPr>
          <a:lstStyle/>
          <a:p>
            <a:pPr algn="r" rtl="1"/>
            <a:r>
              <a:rPr lang="ar-LY" sz="1200" dirty="0">
                <a:latin typeface="Tajawal" panose="00000500000000000000" pitchFamily="2" charset="-78"/>
                <a:cs typeface="Tajawal" panose="00000500000000000000" pitchFamily="2" charset="-78"/>
              </a:rPr>
              <a:t>حدوث تغيير في توزيع نسب الايراد من الخدمات خلال شهر اكتوبر عند مقارنته بشهر سبتمبر من سنة  2023 حيث حققت الايرادات من خدمة البيانات </a:t>
            </a:r>
            <a:r>
              <a:rPr lang="ar-LY" sz="1200" b="1" dirty="0">
                <a:solidFill>
                  <a:srgbClr val="990099"/>
                </a:solidFill>
                <a:latin typeface="Tajawal" panose="00000500000000000000" pitchFamily="2" charset="-78"/>
                <a:cs typeface="Tajawal" panose="00000500000000000000" pitchFamily="2" charset="-78"/>
              </a:rPr>
              <a:t>62</a:t>
            </a:r>
            <a:r>
              <a:rPr lang="ar-LY" sz="1200" dirty="0">
                <a:latin typeface="Tajawal" panose="00000500000000000000" pitchFamily="2" charset="-78"/>
                <a:cs typeface="Tajawal" panose="00000500000000000000" pitchFamily="2" charset="-78"/>
              </a:rPr>
              <a:t>% من اجمالي الايراد اما بنسبة لخدمات الصوت فقد حققت </a:t>
            </a:r>
            <a:r>
              <a:rPr lang="en-US" sz="1200" b="1" dirty="0">
                <a:solidFill>
                  <a:srgbClr val="990099"/>
                </a:solidFill>
                <a:latin typeface="Tajawal" panose="00000500000000000000" pitchFamily="2" charset="-78"/>
                <a:cs typeface="Tajawal" panose="00000500000000000000" pitchFamily="2" charset="-78"/>
              </a:rPr>
              <a:t>31</a:t>
            </a:r>
            <a:r>
              <a:rPr lang="ar-LY" sz="1200" dirty="0">
                <a:latin typeface="Tajawal" panose="00000500000000000000" pitchFamily="2" charset="-78"/>
                <a:cs typeface="Tajawal" panose="00000500000000000000" pitchFamily="2" charset="-78"/>
              </a:rPr>
              <a:t>% من اجمالي الايراد بالإضافة الى انخفاض الايراد من الخدمات المضافة بنسبة </a:t>
            </a:r>
            <a:r>
              <a:rPr lang="ar-LY" sz="1200" b="1" dirty="0">
                <a:solidFill>
                  <a:srgbClr val="990099"/>
                </a:solidFill>
                <a:latin typeface="Tajawal" panose="00000500000000000000" pitchFamily="2" charset="-78"/>
                <a:cs typeface="Tajawal" panose="00000500000000000000" pitchFamily="2" charset="-78"/>
              </a:rPr>
              <a:t>1</a:t>
            </a:r>
            <a:r>
              <a:rPr lang="ar-LY" sz="1200" dirty="0">
                <a:latin typeface="Tajawal" panose="00000500000000000000" pitchFamily="2" charset="-78"/>
                <a:cs typeface="Tajawal" panose="00000500000000000000" pitchFamily="2" charset="-78"/>
              </a:rPr>
              <a:t>%. </a:t>
            </a:r>
            <a:endParaRPr lang="en-US" sz="1200" dirty="0">
              <a:latin typeface="Tajawal" panose="00000500000000000000" pitchFamily="2" charset="-78"/>
              <a:cs typeface="Tajawal" panose="00000500000000000000" pitchFamily="2" charset="-78"/>
            </a:endParaRPr>
          </a:p>
        </p:txBody>
      </p:sp>
      <p:sp>
        <p:nvSpPr>
          <p:cNvPr id="20" name="Left Arrow 16">
            <a:extLst>
              <a:ext uri="{FF2B5EF4-FFF2-40B4-BE49-F238E27FC236}">
                <a16:creationId xmlns:a16="http://schemas.microsoft.com/office/drawing/2014/main" id="{40C98E72-EE59-1893-DEF5-556D50750DDA}"/>
              </a:ext>
            </a:extLst>
          </p:cNvPr>
          <p:cNvSpPr/>
          <p:nvPr/>
        </p:nvSpPr>
        <p:spPr>
          <a:xfrm>
            <a:off x="5725978" y="3143414"/>
            <a:ext cx="978408" cy="684103"/>
          </a:xfrm>
          <a:prstGeom prst="lef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0EC05F3B-DBB2-F041-36B3-3F1208337CDD}"/>
              </a:ext>
            </a:extLst>
          </p:cNvPr>
          <p:cNvSpPr/>
          <p:nvPr/>
        </p:nvSpPr>
        <p:spPr>
          <a:xfrm>
            <a:off x="6789418" y="1767976"/>
            <a:ext cx="4870254" cy="3493044"/>
          </a:xfrm>
          <a:prstGeom prst="roundRect">
            <a:avLst>
              <a:gd name="adj" fmla="val 3297"/>
            </a:avLst>
          </a:prstGeom>
          <a:solidFill>
            <a:schemeClr val="bg1"/>
          </a:solidFill>
          <a:ln>
            <a:noFill/>
          </a:ln>
          <a:effectLst>
            <a:outerShdw blurRad="127000" dist="12700" dir="5400000" algn="tl" rotWithShape="0">
              <a:schemeClr val="tx2">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dirty="0"/>
          </a:p>
        </p:txBody>
      </p:sp>
      <p:sp>
        <p:nvSpPr>
          <p:cNvPr id="13" name="TextBox 12">
            <a:extLst>
              <a:ext uri="{FF2B5EF4-FFF2-40B4-BE49-F238E27FC236}">
                <a16:creationId xmlns:a16="http://schemas.microsoft.com/office/drawing/2014/main" id="{F05495B3-7B38-4753-A91C-A9AAC0A6FD2E}"/>
              </a:ext>
            </a:extLst>
          </p:cNvPr>
          <p:cNvSpPr txBox="1"/>
          <p:nvPr/>
        </p:nvSpPr>
        <p:spPr>
          <a:xfrm>
            <a:off x="7699863" y="1999038"/>
            <a:ext cx="2629376" cy="253916"/>
          </a:xfrm>
          <a:prstGeom prst="rect">
            <a:avLst/>
          </a:prstGeom>
          <a:noFill/>
        </p:spPr>
        <p:txBody>
          <a:bodyPr wrap="square" rtlCol="0">
            <a:spAutoFit/>
          </a:bodyPr>
          <a:lstStyle>
            <a:defPPr>
              <a:defRPr lang="en-US"/>
            </a:defPPr>
            <a:lvl1pPr>
              <a:defRPr sz="1050" b="1">
                <a:solidFill>
                  <a:schemeClr val="tx2"/>
                </a:solidFill>
                <a:latin typeface="Montserrat Medium" panose="020B0604020202020204" charset="0"/>
              </a:defRPr>
            </a:lvl1pPr>
          </a:lstStyle>
          <a:p>
            <a:pPr algn="ctr"/>
            <a:r>
              <a:rPr lang="ar-LY" dirty="0">
                <a:solidFill>
                  <a:schemeClr val="tx2">
                    <a:alpha val="70000"/>
                  </a:schemeClr>
                </a:solidFill>
              </a:rPr>
              <a:t>شهر سبتمبر</a:t>
            </a:r>
            <a:endParaRPr lang="en-US" dirty="0">
              <a:solidFill>
                <a:schemeClr val="tx2">
                  <a:alpha val="70000"/>
                </a:schemeClr>
              </a:solidFill>
            </a:endParaRPr>
          </a:p>
        </p:txBody>
      </p:sp>
      <p:graphicFrame>
        <p:nvGraphicFramePr>
          <p:cNvPr id="14" name="Chart 13">
            <a:extLst>
              <a:ext uri="{FF2B5EF4-FFF2-40B4-BE49-F238E27FC236}">
                <a16:creationId xmlns:a16="http://schemas.microsoft.com/office/drawing/2014/main" id="{A5041228-3477-30AA-CF59-2B42131361FB}"/>
              </a:ext>
            </a:extLst>
          </p:cNvPr>
          <p:cNvGraphicFramePr/>
          <p:nvPr>
            <p:extLst>
              <p:ext uri="{D42A27DB-BD31-4B8C-83A1-F6EECF244321}">
                <p14:modId xmlns:p14="http://schemas.microsoft.com/office/powerpoint/2010/main" val="2641200859"/>
              </p:ext>
            </p:extLst>
          </p:nvPr>
        </p:nvGraphicFramePr>
        <p:xfrm>
          <a:off x="6909781" y="2252954"/>
          <a:ext cx="4562906" cy="2465025"/>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535395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3" progId="TCLayout.ActiveDocument.1">
                  <p:embed/>
                </p:oleObj>
              </mc:Choice>
              <mc:Fallback>
                <p:oleObj name="think-cell Slide" r:id="rId4" imgW="421" imgH="423"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Date Placeholder 3"/>
          <p:cNvSpPr>
            <a:spLocks noGrp="1"/>
          </p:cNvSpPr>
          <p:nvPr>
            <p:ph type="dt" sz="half" idx="10"/>
          </p:nvPr>
        </p:nvSpPr>
        <p:spPr/>
        <p:txBody>
          <a:bodyPr/>
          <a:lstStyle/>
          <a:p>
            <a:fld id="{908DA5FC-E0A7-4DE1-BF36-F904F26B1C7D}" type="datetime4">
              <a:rPr lang="en-US" smtClean="0"/>
              <a:t>November 5, 2023</a:t>
            </a:fld>
            <a:endParaRPr lang="en-US"/>
          </a:p>
        </p:txBody>
      </p:sp>
      <p:sp>
        <p:nvSpPr>
          <p:cNvPr id="3" name="Title 1">
            <a:extLst>
              <a:ext uri="{FF2B5EF4-FFF2-40B4-BE49-F238E27FC236}">
                <a16:creationId xmlns:a16="http://schemas.microsoft.com/office/drawing/2014/main" id="{EED6D2ED-2684-4D00-4AF5-D0B0EF89270D}"/>
              </a:ext>
            </a:extLst>
          </p:cNvPr>
          <p:cNvSpPr txBox="1">
            <a:spLocks/>
          </p:cNvSpPr>
          <p:nvPr/>
        </p:nvSpPr>
        <p:spPr>
          <a:xfrm>
            <a:off x="1471766" y="-103915"/>
            <a:ext cx="10515600" cy="1325563"/>
          </a:xfrm>
          <a:prstGeom prst="rect">
            <a:avLst/>
          </a:prstGeom>
        </p:spPr>
        <p:txBody>
          <a:bodyPr vert="horz" lIns="91440" tIns="45720" rIns="91440" bIns="45720" rtlCol="0" anchor="ct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pPr marL="0" marR="0" lvl="0" indent="0" fontAlgn="auto">
              <a:spcAft>
                <a:spcPts val="0"/>
              </a:spcAft>
              <a:buClrTx/>
              <a:buSzTx/>
              <a:tabLst/>
              <a:defRPr/>
            </a:pPr>
            <a:r>
              <a:rPr lang="ar-LY" sz="2300" b="1" dirty="0">
                <a:cs typeface="Tajawal Medium" panose="00000600000000000000" pitchFamily="2" charset="-78"/>
              </a:rPr>
              <a:t>إيرادات المبيعات</a:t>
            </a:r>
            <a:endParaRPr lang="en-US" sz="2300" b="1" dirty="0">
              <a:cs typeface="Tajawal Medium" panose="00000600000000000000" pitchFamily="2" charset="-78"/>
            </a:endParaRPr>
          </a:p>
        </p:txBody>
      </p:sp>
      <p:sp>
        <p:nvSpPr>
          <p:cNvPr id="62" name="Rectangle: Rounded Corners 61">
            <a:extLst>
              <a:ext uri="{FF2B5EF4-FFF2-40B4-BE49-F238E27FC236}">
                <a16:creationId xmlns:a16="http://schemas.microsoft.com/office/drawing/2014/main" id="{7ACD3E93-431D-1BF2-E5A5-6D521F71E9EB}"/>
              </a:ext>
            </a:extLst>
          </p:cNvPr>
          <p:cNvSpPr/>
          <p:nvPr/>
        </p:nvSpPr>
        <p:spPr>
          <a:xfrm>
            <a:off x="838200" y="4057650"/>
            <a:ext cx="4391025" cy="2298697"/>
          </a:xfrm>
          <a:prstGeom prst="roundRect">
            <a:avLst>
              <a:gd name="adj" fmla="val 4515"/>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4" name="Chart 63">
            <a:extLst>
              <a:ext uri="{FF2B5EF4-FFF2-40B4-BE49-F238E27FC236}">
                <a16:creationId xmlns:a16="http://schemas.microsoft.com/office/drawing/2014/main" id="{9013BCDF-C451-2B2A-F417-A1445ACBF984}"/>
              </a:ext>
            </a:extLst>
          </p:cNvPr>
          <p:cNvGraphicFramePr/>
          <p:nvPr>
            <p:extLst>
              <p:ext uri="{D42A27DB-BD31-4B8C-83A1-F6EECF244321}">
                <p14:modId xmlns:p14="http://schemas.microsoft.com/office/powerpoint/2010/main" val="1764570108"/>
              </p:ext>
            </p:extLst>
          </p:nvPr>
        </p:nvGraphicFramePr>
        <p:xfrm>
          <a:off x="1285875" y="4352926"/>
          <a:ext cx="3590468" cy="1685376"/>
        </p:xfrm>
        <a:graphic>
          <a:graphicData uri="http://schemas.openxmlformats.org/drawingml/2006/chart">
            <c:chart xmlns:c="http://schemas.openxmlformats.org/drawingml/2006/chart" xmlns:r="http://schemas.openxmlformats.org/officeDocument/2006/relationships" r:id="rId6"/>
          </a:graphicData>
        </a:graphic>
      </p:graphicFrame>
      <p:grpSp>
        <p:nvGrpSpPr>
          <p:cNvPr id="65" name="Group 64">
            <a:extLst>
              <a:ext uri="{FF2B5EF4-FFF2-40B4-BE49-F238E27FC236}">
                <a16:creationId xmlns:a16="http://schemas.microsoft.com/office/drawing/2014/main" id="{AF080D20-031A-F25D-BC45-54FF33F895CD}"/>
              </a:ext>
            </a:extLst>
          </p:cNvPr>
          <p:cNvGrpSpPr/>
          <p:nvPr/>
        </p:nvGrpSpPr>
        <p:grpSpPr>
          <a:xfrm>
            <a:off x="1014412" y="4302141"/>
            <a:ext cx="2019300" cy="1736161"/>
            <a:chOff x="9033780" y="1424621"/>
            <a:chExt cx="2545924" cy="2134940"/>
          </a:xfrm>
        </p:grpSpPr>
        <p:graphicFrame>
          <p:nvGraphicFramePr>
            <p:cNvPr id="66" name="Chart 65">
              <a:extLst>
                <a:ext uri="{FF2B5EF4-FFF2-40B4-BE49-F238E27FC236}">
                  <a16:creationId xmlns:a16="http://schemas.microsoft.com/office/drawing/2014/main" id="{F0D1D565-551F-8B34-B43D-CD9E055E9E77}"/>
                </a:ext>
              </a:extLst>
            </p:cNvPr>
            <p:cNvGraphicFramePr/>
            <p:nvPr>
              <p:extLst>
                <p:ext uri="{D42A27DB-BD31-4B8C-83A1-F6EECF244321}">
                  <p14:modId xmlns:p14="http://schemas.microsoft.com/office/powerpoint/2010/main" val="3337731343"/>
                </p:ext>
              </p:extLst>
            </p:nvPr>
          </p:nvGraphicFramePr>
          <p:xfrm>
            <a:off x="9033780" y="1424621"/>
            <a:ext cx="2545924" cy="2134940"/>
          </p:xfrm>
          <a:graphic>
            <a:graphicData uri="http://schemas.openxmlformats.org/drawingml/2006/chart">
              <c:chart xmlns:c="http://schemas.openxmlformats.org/drawingml/2006/chart" xmlns:r="http://schemas.openxmlformats.org/officeDocument/2006/relationships" r:id="rId7"/>
            </a:graphicData>
          </a:graphic>
        </p:graphicFrame>
        <p:sp>
          <p:nvSpPr>
            <p:cNvPr id="67" name="Oval 66">
              <a:extLst>
                <a:ext uri="{FF2B5EF4-FFF2-40B4-BE49-F238E27FC236}">
                  <a16:creationId xmlns:a16="http://schemas.microsoft.com/office/drawing/2014/main" id="{D2C0921E-4983-EF42-EAE4-1642E0504CF9}"/>
                </a:ext>
              </a:extLst>
            </p:cNvPr>
            <p:cNvSpPr/>
            <p:nvPr/>
          </p:nvSpPr>
          <p:spPr>
            <a:xfrm>
              <a:off x="9689875" y="1875223"/>
              <a:ext cx="1233737" cy="1233734"/>
            </a:xfrm>
            <a:prstGeom prst="ellipse">
              <a:avLst/>
            </a:prstGeom>
            <a:solidFill>
              <a:schemeClr val="bg1"/>
            </a:solidFill>
            <a:ln>
              <a:noFill/>
            </a:ln>
            <a:effectLst>
              <a:outerShdw blurRad="76200" sx="102000" sy="102000" algn="ctr"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grpSp>
      <p:sp>
        <p:nvSpPr>
          <p:cNvPr id="68" name="Oval 67">
            <a:extLst>
              <a:ext uri="{FF2B5EF4-FFF2-40B4-BE49-F238E27FC236}">
                <a16:creationId xmlns:a16="http://schemas.microsoft.com/office/drawing/2014/main" id="{982A0613-9E0A-E366-C56D-FFECD3C90225}"/>
              </a:ext>
            </a:extLst>
          </p:cNvPr>
          <p:cNvSpPr/>
          <p:nvPr/>
        </p:nvSpPr>
        <p:spPr>
          <a:xfrm>
            <a:off x="3734285" y="4690259"/>
            <a:ext cx="166002" cy="166002"/>
          </a:xfrm>
          <a:prstGeom prst="ellipse">
            <a:avLst/>
          </a:prstGeom>
          <a:gradFill>
            <a:gsLst>
              <a:gs pos="0">
                <a:schemeClr val="bg1">
                  <a:lumMod val="75000"/>
                </a:schemeClr>
              </a:gs>
              <a:gs pos="100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20000"/>
                  <a:lumOff val="80000"/>
                </a:schemeClr>
              </a:solidFill>
            </a:endParaRPr>
          </a:p>
        </p:txBody>
      </p:sp>
      <p:sp>
        <p:nvSpPr>
          <p:cNvPr id="69" name="Oval 68">
            <a:extLst>
              <a:ext uri="{FF2B5EF4-FFF2-40B4-BE49-F238E27FC236}">
                <a16:creationId xmlns:a16="http://schemas.microsoft.com/office/drawing/2014/main" id="{463BF49B-010F-9933-D04A-106BFC13D4B2}"/>
              </a:ext>
            </a:extLst>
          </p:cNvPr>
          <p:cNvSpPr/>
          <p:nvPr/>
        </p:nvSpPr>
        <p:spPr>
          <a:xfrm>
            <a:off x="3734288" y="5171759"/>
            <a:ext cx="166002" cy="166002"/>
          </a:xfrm>
          <a:prstGeom prst="ellipse">
            <a:avLst/>
          </a:prstGeom>
          <a:gradFill>
            <a:gsLst>
              <a:gs pos="29000">
                <a:schemeClr val="accent1"/>
              </a:gs>
              <a:gs pos="100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 name="Group 69">
            <a:extLst>
              <a:ext uri="{FF2B5EF4-FFF2-40B4-BE49-F238E27FC236}">
                <a16:creationId xmlns:a16="http://schemas.microsoft.com/office/drawing/2014/main" id="{564E8CF4-19BB-8849-8E84-CE46A17BA6DE}"/>
              </a:ext>
            </a:extLst>
          </p:cNvPr>
          <p:cNvGrpSpPr/>
          <p:nvPr/>
        </p:nvGrpSpPr>
        <p:grpSpPr>
          <a:xfrm>
            <a:off x="3900287" y="4624455"/>
            <a:ext cx="948253" cy="297611"/>
            <a:chOff x="4162155" y="6722541"/>
            <a:chExt cx="1051639" cy="297611"/>
          </a:xfrm>
        </p:grpSpPr>
        <p:sp>
          <p:nvSpPr>
            <p:cNvPr id="71" name="TextBox 70">
              <a:extLst>
                <a:ext uri="{FF2B5EF4-FFF2-40B4-BE49-F238E27FC236}">
                  <a16:creationId xmlns:a16="http://schemas.microsoft.com/office/drawing/2014/main" id="{19C040AE-5027-056D-3BD1-29B9D427D621}"/>
                </a:ext>
              </a:extLst>
            </p:cNvPr>
            <p:cNvSpPr txBox="1"/>
            <p:nvPr/>
          </p:nvSpPr>
          <p:spPr>
            <a:xfrm>
              <a:off x="4162155" y="6722541"/>
              <a:ext cx="1051639" cy="153888"/>
            </a:xfrm>
            <a:prstGeom prst="rect">
              <a:avLst/>
            </a:prstGeom>
            <a:noFill/>
          </p:spPr>
          <p:txBody>
            <a:bodyPr wrap="square" lIns="0" tIns="0" rIns="0" bIns="0" rtlCol="0">
              <a:spAutoFit/>
            </a:bodyPr>
            <a:lstStyle/>
            <a:p>
              <a:pPr algn="r"/>
              <a:r>
                <a:rPr lang="ar-LY" sz="1000" b="1" dirty="0">
                  <a:solidFill>
                    <a:schemeClr val="tx1">
                      <a:alpha val="54000"/>
                    </a:schemeClr>
                  </a:solidFill>
                  <a:latin typeface="Montserrat" panose="00000500000000000000" pitchFamily="2" charset="0"/>
                  <a:cs typeface="Browallia New" panose="020B0604020202020204" pitchFamily="34" charset="-34"/>
                </a:rPr>
                <a:t>د.ل.</a:t>
              </a:r>
              <a:r>
                <a:rPr lang="en-US" sz="1000" b="1" dirty="0">
                  <a:solidFill>
                    <a:schemeClr val="tx1">
                      <a:alpha val="54000"/>
                    </a:schemeClr>
                  </a:solidFill>
                  <a:latin typeface="Montserrat" panose="00000500000000000000" pitchFamily="2" charset="0"/>
                  <a:cs typeface="Browallia New" panose="020B0604020202020204" pitchFamily="34" charset="-34"/>
                </a:rPr>
                <a:t> 99,593,519</a:t>
              </a:r>
              <a:endParaRPr lang="en-US" sz="1000" dirty="0">
                <a:solidFill>
                  <a:schemeClr val="tx1">
                    <a:alpha val="54000"/>
                  </a:schemeClr>
                </a:solidFill>
                <a:latin typeface="Montserrat" panose="00000500000000000000" pitchFamily="2" charset="0"/>
                <a:cs typeface="Browallia New" panose="020B0604020202020204" pitchFamily="34" charset="-34"/>
              </a:endParaRPr>
            </a:p>
          </p:txBody>
        </p:sp>
        <p:sp>
          <p:nvSpPr>
            <p:cNvPr id="72" name="TextBox 71">
              <a:extLst>
                <a:ext uri="{FF2B5EF4-FFF2-40B4-BE49-F238E27FC236}">
                  <a16:creationId xmlns:a16="http://schemas.microsoft.com/office/drawing/2014/main" id="{35DA9314-BDF8-0896-5031-78D9A57AD184}"/>
                </a:ext>
              </a:extLst>
            </p:cNvPr>
            <p:cNvSpPr txBox="1"/>
            <p:nvPr/>
          </p:nvSpPr>
          <p:spPr>
            <a:xfrm>
              <a:off x="4404632" y="6881653"/>
              <a:ext cx="774935" cy="138499"/>
            </a:xfrm>
            <a:prstGeom prst="rect">
              <a:avLst/>
            </a:prstGeom>
            <a:noFill/>
          </p:spPr>
          <p:txBody>
            <a:bodyPr wrap="square" lIns="0" tIns="0" rIns="0" bIns="0" rtlCol="0">
              <a:spAutoFit/>
            </a:bodyPr>
            <a:lstStyle/>
            <a:p>
              <a:pPr algn="r"/>
              <a:r>
                <a:rPr lang="ar-LY" sz="900">
                  <a:solidFill>
                    <a:schemeClr val="tx2"/>
                  </a:solidFill>
                  <a:latin typeface="Montserrat Thin" panose="00000300000000000000" pitchFamily="2" charset="0"/>
                  <a:cs typeface="Browallia New" panose="020B0604020202020204" pitchFamily="34" charset="-34"/>
                </a:rPr>
                <a:t>الشحن الالكتروني</a:t>
              </a:r>
              <a:endParaRPr lang="en-US" sz="900">
                <a:solidFill>
                  <a:schemeClr val="tx2"/>
                </a:solidFill>
                <a:latin typeface="Montserrat Thin" panose="00000300000000000000" pitchFamily="2" charset="0"/>
                <a:cs typeface="Browallia New" panose="020B0604020202020204" pitchFamily="34" charset="-34"/>
              </a:endParaRPr>
            </a:p>
          </p:txBody>
        </p:sp>
      </p:grpSp>
      <p:grpSp>
        <p:nvGrpSpPr>
          <p:cNvPr id="73" name="Group 72">
            <a:extLst>
              <a:ext uri="{FF2B5EF4-FFF2-40B4-BE49-F238E27FC236}">
                <a16:creationId xmlns:a16="http://schemas.microsoft.com/office/drawing/2014/main" id="{ED190AF8-B809-FDCB-2EEF-A1319772C6EF}"/>
              </a:ext>
            </a:extLst>
          </p:cNvPr>
          <p:cNvGrpSpPr/>
          <p:nvPr/>
        </p:nvGrpSpPr>
        <p:grpSpPr>
          <a:xfrm>
            <a:off x="3900285" y="5105955"/>
            <a:ext cx="948250" cy="297611"/>
            <a:chOff x="4174045" y="6722541"/>
            <a:chExt cx="926291" cy="297611"/>
          </a:xfrm>
        </p:grpSpPr>
        <p:sp>
          <p:nvSpPr>
            <p:cNvPr id="74" name="TextBox 73">
              <a:extLst>
                <a:ext uri="{FF2B5EF4-FFF2-40B4-BE49-F238E27FC236}">
                  <a16:creationId xmlns:a16="http://schemas.microsoft.com/office/drawing/2014/main" id="{6C607E8F-DF64-978C-2908-681E70881B94}"/>
                </a:ext>
              </a:extLst>
            </p:cNvPr>
            <p:cNvSpPr txBox="1"/>
            <p:nvPr/>
          </p:nvSpPr>
          <p:spPr>
            <a:xfrm>
              <a:off x="4174045" y="6722541"/>
              <a:ext cx="926291" cy="153888"/>
            </a:xfrm>
            <a:prstGeom prst="rect">
              <a:avLst/>
            </a:prstGeom>
            <a:noFill/>
          </p:spPr>
          <p:txBody>
            <a:bodyPr wrap="square" lIns="0" tIns="0" rIns="0" bIns="0" rtlCol="0">
              <a:spAutoFit/>
            </a:bodyPr>
            <a:lstStyle/>
            <a:p>
              <a:pPr algn="r"/>
              <a:r>
                <a:rPr lang="ar-LY" sz="1000" b="1" dirty="0">
                  <a:solidFill>
                    <a:schemeClr val="tx1">
                      <a:alpha val="54000"/>
                    </a:schemeClr>
                  </a:solidFill>
                  <a:latin typeface="Montserrat" panose="00000500000000000000" pitchFamily="2" charset="0"/>
                  <a:cs typeface="Browallia New" panose="020B0604020202020204" pitchFamily="34" charset="-34"/>
                </a:rPr>
                <a:t>د.ل.</a:t>
              </a:r>
              <a:r>
                <a:rPr lang="en-US" sz="1000" b="1" dirty="0">
                  <a:solidFill>
                    <a:schemeClr val="tx1">
                      <a:alpha val="54000"/>
                    </a:schemeClr>
                  </a:solidFill>
                  <a:latin typeface="Montserrat" panose="00000500000000000000" pitchFamily="2" charset="0"/>
                  <a:cs typeface="Browallia New" panose="020B0604020202020204" pitchFamily="34" charset="-34"/>
                </a:rPr>
                <a:t> 60,437,870</a:t>
              </a:r>
              <a:endParaRPr lang="en-US" sz="1000" dirty="0">
                <a:solidFill>
                  <a:schemeClr val="tx1">
                    <a:alpha val="54000"/>
                  </a:schemeClr>
                </a:solidFill>
                <a:latin typeface="Montserrat" panose="00000500000000000000" pitchFamily="2" charset="0"/>
                <a:cs typeface="Browallia New" panose="020B0604020202020204" pitchFamily="34" charset="-34"/>
              </a:endParaRPr>
            </a:p>
          </p:txBody>
        </p:sp>
        <p:sp>
          <p:nvSpPr>
            <p:cNvPr id="75" name="TextBox 74">
              <a:extLst>
                <a:ext uri="{FF2B5EF4-FFF2-40B4-BE49-F238E27FC236}">
                  <a16:creationId xmlns:a16="http://schemas.microsoft.com/office/drawing/2014/main" id="{2C7E4B10-8BCE-B0E1-F580-DC6CBFE0CF64}"/>
                </a:ext>
              </a:extLst>
            </p:cNvPr>
            <p:cNvSpPr txBox="1"/>
            <p:nvPr/>
          </p:nvSpPr>
          <p:spPr>
            <a:xfrm>
              <a:off x="4261884" y="6881653"/>
              <a:ext cx="838451" cy="138499"/>
            </a:xfrm>
            <a:prstGeom prst="rect">
              <a:avLst/>
            </a:prstGeom>
            <a:noFill/>
          </p:spPr>
          <p:txBody>
            <a:bodyPr wrap="square" lIns="0" tIns="0" rIns="0" bIns="0" rtlCol="0">
              <a:spAutoFit/>
            </a:bodyPr>
            <a:lstStyle/>
            <a:p>
              <a:pPr algn="r"/>
              <a:r>
                <a:rPr lang="ar-LY" sz="900">
                  <a:solidFill>
                    <a:schemeClr val="tx2"/>
                  </a:solidFill>
                  <a:latin typeface="Montserrat Thin" panose="00000300000000000000" pitchFamily="2" charset="0"/>
                  <a:cs typeface="Browallia New" panose="020B0604020202020204" pitchFamily="34" charset="-34"/>
                </a:rPr>
                <a:t>بطاقات التعبئة</a:t>
              </a:r>
              <a:endParaRPr lang="en-US" sz="900">
                <a:solidFill>
                  <a:schemeClr val="tx2"/>
                </a:solidFill>
                <a:latin typeface="Montserrat Thin" panose="00000300000000000000" pitchFamily="2" charset="0"/>
                <a:cs typeface="Browallia New" panose="020B0604020202020204" pitchFamily="34" charset="-34"/>
              </a:endParaRPr>
            </a:p>
          </p:txBody>
        </p:sp>
      </p:grpSp>
      <p:grpSp>
        <p:nvGrpSpPr>
          <p:cNvPr id="76" name="Group 75">
            <a:extLst>
              <a:ext uri="{FF2B5EF4-FFF2-40B4-BE49-F238E27FC236}">
                <a16:creationId xmlns:a16="http://schemas.microsoft.com/office/drawing/2014/main" id="{B3326789-2A03-4FD4-7E68-14E28657FE51}"/>
              </a:ext>
            </a:extLst>
          </p:cNvPr>
          <p:cNvGrpSpPr/>
          <p:nvPr/>
        </p:nvGrpSpPr>
        <p:grpSpPr>
          <a:xfrm>
            <a:off x="3990209" y="5587454"/>
            <a:ext cx="858330" cy="297611"/>
            <a:chOff x="4261885" y="6722541"/>
            <a:chExt cx="774935" cy="297611"/>
          </a:xfrm>
        </p:grpSpPr>
        <p:sp>
          <p:nvSpPr>
            <p:cNvPr id="77" name="TextBox 76">
              <a:extLst>
                <a:ext uri="{FF2B5EF4-FFF2-40B4-BE49-F238E27FC236}">
                  <a16:creationId xmlns:a16="http://schemas.microsoft.com/office/drawing/2014/main" id="{679906F0-3099-4B77-982B-F4B500462340}"/>
                </a:ext>
              </a:extLst>
            </p:cNvPr>
            <p:cNvSpPr txBox="1"/>
            <p:nvPr/>
          </p:nvSpPr>
          <p:spPr>
            <a:xfrm>
              <a:off x="4261885" y="6722541"/>
              <a:ext cx="774935" cy="153888"/>
            </a:xfrm>
            <a:prstGeom prst="rect">
              <a:avLst/>
            </a:prstGeom>
            <a:noFill/>
          </p:spPr>
          <p:txBody>
            <a:bodyPr wrap="square" lIns="0" tIns="0" rIns="0" bIns="0" rtlCol="0">
              <a:spAutoFit/>
            </a:bodyPr>
            <a:lstStyle/>
            <a:p>
              <a:pPr algn="r"/>
              <a:r>
                <a:rPr lang="ar-LY" sz="1000" b="1" dirty="0">
                  <a:solidFill>
                    <a:schemeClr val="tx1">
                      <a:alpha val="54000"/>
                    </a:schemeClr>
                  </a:solidFill>
                  <a:latin typeface="Montserrat" panose="00000500000000000000" pitchFamily="2" charset="0"/>
                  <a:cs typeface="Browallia New" panose="020B0604020202020204" pitchFamily="34" charset="-34"/>
                </a:rPr>
                <a:t>د.ل.</a:t>
              </a:r>
              <a:r>
                <a:rPr lang="en-US" sz="1000" b="1" dirty="0">
                  <a:solidFill>
                    <a:schemeClr val="tx1">
                      <a:alpha val="54000"/>
                    </a:schemeClr>
                  </a:solidFill>
                  <a:latin typeface="Montserrat" panose="00000500000000000000" pitchFamily="2" charset="0"/>
                  <a:cs typeface="Browallia New" panose="020B0604020202020204" pitchFamily="34" charset="-34"/>
                </a:rPr>
                <a:t> 304,162</a:t>
              </a:r>
              <a:endParaRPr lang="en-US" sz="1000" dirty="0">
                <a:solidFill>
                  <a:schemeClr val="tx1">
                    <a:alpha val="54000"/>
                  </a:schemeClr>
                </a:solidFill>
                <a:latin typeface="Montserrat" panose="00000500000000000000" pitchFamily="2" charset="0"/>
                <a:cs typeface="Browallia New" panose="020B0604020202020204" pitchFamily="34" charset="-34"/>
              </a:endParaRPr>
            </a:p>
          </p:txBody>
        </p:sp>
        <p:sp>
          <p:nvSpPr>
            <p:cNvPr id="78" name="TextBox 77">
              <a:extLst>
                <a:ext uri="{FF2B5EF4-FFF2-40B4-BE49-F238E27FC236}">
                  <a16:creationId xmlns:a16="http://schemas.microsoft.com/office/drawing/2014/main" id="{CFBE239D-1532-7F29-92AB-0F5843514DCD}"/>
                </a:ext>
              </a:extLst>
            </p:cNvPr>
            <p:cNvSpPr txBox="1"/>
            <p:nvPr/>
          </p:nvSpPr>
          <p:spPr>
            <a:xfrm>
              <a:off x="4261885" y="6881653"/>
              <a:ext cx="774935" cy="138499"/>
            </a:xfrm>
            <a:prstGeom prst="rect">
              <a:avLst/>
            </a:prstGeom>
            <a:noFill/>
          </p:spPr>
          <p:txBody>
            <a:bodyPr wrap="square" lIns="0" tIns="0" rIns="0" bIns="0" rtlCol="0">
              <a:spAutoFit/>
            </a:bodyPr>
            <a:lstStyle/>
            <a:p>
              <a:pPr algn="r"/>
              <a:r>
                <a:rPr lang="ar-LY" sz="900">
                  <a:solidFill>
                    <a:schemeClr val="tx2"/>
                  </a:solidFill>
                  <a:latin typeface="Montserrat Thin" panose="00000300000000000000" pitchFamily="2" charset="0"/>
                  <a:cs typeface="Browallia New" panose="020B0604020202020204" pitchFamily="34" charset="-34"/>
                </a:rPr>
                <a:t>المعاملات التجارية</a:t>
              </a:r>
              <a:endParaRPr lang="en-US" sz="900">
                <a:solidFill>
                  <a:schemeClr val="tx2"/>
                </a:solidFill>
                <a:latin typeface="Montserrat Thin" panose="00000300000000000000" pitchFamily="2" charset="0"/>
                <a:cs typeface="Browallia New" panose="020B0604020202020204" pitchFamily="34" charset="-34"/>
              </a:endParaRPr>
            </a:p>
          </p:txBody>
        </p:sp>
      </p:grpSp>
      <p:sp>
        <p:nvSpPr>
          <p:cNvPr id="79" name="Oval 78">
            <a:extLst>
              <a:ext uri="{FF2B5EF4-FFF2-40B4-BE49-F238E27FC236}">
                <a16:creationId xmlns:a16="http://schemas.microsoft.com/office/drawing/2014/main" id="{B863481B-7E33-CB8F-B501-02E6B48A6C15}"/>
              </a:ext>
            </a:extLst>
          </p:cNvPr>
          <p:cNvSpPr/>
          <p:nvPr/>
        </p:nvSpPr>
        <p:spPr>
          <a:xfrm>
            <a:off x="3734288" y="5653258"/>
            <a:ext cx="166002" cy="166002"/>
          </a:xfrm>
          <a:prstGeom prst="ellipse">
            <a:avLst/>
          </a:prstGeom>
          <a:gradFill>
            <a:gsLst>
              <a:gs pos="2000">
                <a:srgbClr val="990099"/>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a:extLst>
              <a:ext uri="{FF2B5EF4-FFF2-40B4-BE49-F238E27FC236}">
                <a16:creationId xmlns:a16="http://schemas.microsoft.com/office/drawing/2014/main" id="{ADC3806E-34AD-5742-7BB4-2924B0FB8065}"/>
              </a:ext>
            </a:extLst>
          </p:cNvPr>
          <p:cNvSpPr txBox="1"/>
          <p:nvPr/>
        </p:nvSpPr>
        <p:spPr>
          <a:xfrm>
            <a:off x="5447864" y="4414436"/>
            <a:ext cx="6577561" cy="646331"/>
          </a:xfrm>
          <a:prstGeom prst="rect">
            <a:avLst/>
          </a:prstGeom>
          <a:noFill/>
        </p:spPr>
        <p:txBody>
          <a:bodyPr wrap="square" rtlCol="0">
            <a:spAutoFit/>
          </a:bodyPr>
          <a:lstStyle/>
          <a:p>
            <a:pPr algn="just" rtl="1"/>
            <a:r>
              <a:rPr lang="ar-LY" sz="1200" dirty="0">
                <a:latin typeface="Tajawal" panose="00000500000000000000" pitchFamily="2" charset="-78"/>
                <a:cs typeface="Tajawal" panose="00000500000000000000" pitchFamily="2" charset="-78"/>
              </a:rPr>
              <a:t>كان اجمالي ايراد المبيعات خلال شهر اكتوبر من سنة 2023 </a:t>
            </a:r>
            <a:r>
              <a:rPr lang="ar-LY" sz="1200" b="1" dirty="0">
                <a:solidFill>
                  <a:srgbClr val="990099"/>
                </a:solidFill>
                <a:latin typeface="Tajawal" panose="00000500000000000000" pitchFamily="2" charset="-78"/>
                <a:cs typeface="Tajawal" panose="00000500000000000000" pitchFamily="2" charset="-78"/>
              </a:rPr>
              <a:t>161,371,412</a:t>
            </a:r>
            <a:r>
              <a:rPr lang="ar-LY" sz="1200" dirty="0">
                <a:latin typeface="Tajawal" panose="00000500000000000000" pitchFamily="2" charset="-78"/>
                <a:cs typeface="Tajawal" panose="00000500000000000000" pitchFamily="2" charset="-78"/>
              </a:rPr>
              <a:t> د.ل منها </a:t>
            </a:r>
            <a:r>
              <a:rPr lang="ar-LY" sz="1200" b="1" dirty="0">
                <a:solidFill>
                  <a:srgbClr val="990099"/>
                </a:solidFill>
                <a:latin typeface="Tajawal" panose="00000500000000000000" pitchFamily="2" charset="-78"/>
                <a:cs typeface="Tajawal" panose="00000500000000000000" pitchFamily="2" charset="-78"/>
              </a:rPr>
              <a:t>60,437,870</a:t>
            </a:r>
            <a:r>
              <a:rPr lang="ar-LY" sz="1200" dirty="0">
                <a:latin typeface="Tajawal" panose="00000500000000000000" pitchFamily="2" charset="-78"/>
                <a:cs typeface="Tajawal" panose="00000500000000000000" pitchFamily="2" charset="-78"/>
              </a:rPr>
              <a:t> د.ل تمثل الايراد من بيع بطاقات التعبئة والتي تمثل </a:t>
            </a:r>
            <a:r>
              <a:rPr lang="en-US" sz="1200" b="1" dirty="0">
                <a:solidFill>
                  <a:srgbClr val="990099"/>
                </a:solidFill>
                <a:latin typeface="Tajawal" panose="00000500000000000000" pitchFamily="2" charset="-78"/>
                <a:cs typeface="Tajawal" panose="00000500000000000000" pitchFamily="2" charset="-78"/>
              </a:rPr>
              <a:t>38</a:t>
            </a:r>
            <a:r>
              <a:rPr lang="ar-LY" sz="1200" dirty="0">
                <a:latin typeface="Tajawal" panose="00000500000000000000" pitchFamily="2" charset="-78"/>
                <a:cs typeface="Tajawal" panose="00000500000000000000" pitchFamily="2" charset="-78"/>
              </a:rPr>
              <a:t>% من الجمالي ايراد المبيعات كما مثل الايراد الخاص بعمليات الشحن الالكتروني </a:t>
            </a:r>
            <a:r>
              <a:rPr lang="en-US" sz="1200" b="1" dirty="0">
                <a:solidFill>
                  <a:srgbClr val="990099"/>
                </a:solidFill>
                <a:latin typeface="Tajawal" panose="00000500000000000000" pitchFamily="2" charset="-78"/>
                <a:cs typeface="Tajawal" panose="00000500000000000000" pitchFamily="2" charset="-78"/>
              </a:rPr>
              <a:t>62</a:t>
            </a:r>
            <a:r>
              <a:rPr lang="ar-LY" sz="1200" dirty="0">
                <a:latin typeface="Tajawal" panose="00000500000000000000" pitchFamily="2" charset="-78"/>
                <a:cs typeface="Tajawal" panose="00000500000000000000" pitchFamily="2" charset="-78"/>
              </a:rPr>
              <a:t>% بمبلغ وقدره </a:t>
            </a:r>
            <a:r>
              <a:rPr lang="ar-LY" sz="1200" b="1" dirty="0">
                <a:solidFill>
                  <a:srgbClr val="990099"/>
                </a:solidFill>
                <a:latin typeface="Tajawal" panose="00000500000000000000" pitchFamily="2" charset="-78"/>
                <a:cs typeface="Tajawal" panose="00000500000000000000" pitchFamily="2" charset="-78"/>
              </a:rPr>
              <a:t>99,593,519</a:t>
            </a:r>
            <a:r>
              <a:rPr lang="ar-LY" sz="1200" dirty="0">
                <a:latin typeface="Tajawal" panose="00000500000000000000" pitchFamily="2" charset="-78"/>
                <a:cs typeface="Tajawal" panose="00000500000000000000" pitchFamily="2" charset="-78"/>
              </a:rPr>
              <a:t> د.ل.</a:t>
            </a:r>
            <a:endParaRPr lang="ar-LY" sz="1400" dirty="0">
              <a:latin typeface="Tajawal Medium" panose="00000600000000000000" pitchFamily="2" charset="-78"/>
              <a:cs typeface="Tajawal Medium" panose="00000600000000000000" pitchFamily="2" charset="-78"/>
            </a:endParaRPr>
          </a:p>
        </p:txBody>
      </p:sp>
      <p:sp>
        <p:nvSpPr>
          <p:cNvPr id="2" name="Slide Number Placeholder 5">
            <a:extLst>
              <a:ext uri="{FF2B5EF4-FFF2-40B4-BE49-F238E27FC236}">
                <a16:creationId xmlns:a16="http://schemas.microsoft.com/office/drawing/2014/main" id="{7792E21D-C602-899D-8E16-52C46B43C3C4}"/>
              </a:ext>
            </a:extLst>
          </p:cNvPr>
          <p:cNvSpPr>
            <a:spLocks noGrp="1"/>
          </p:cNvSpPr>
          <p:nvPr>
            <p:ph type="sldNum" sz="quarter" idx="12"/>
          </p:nvPr>
        </p:nvSpPr>
        <p:spPr>
          <a:xfrm>
            <a:off x="838200" y="6356349"/>
            <a:ext cx="1610032" cy="365125"/>
          </a:xfrm>
        </p:spPr>
        <p:txBody>
          <a:bodyPr/>
          <a:lstStyle/>
          <a:p>
            <a:fld id="{12D7B28B-DC80-4E46-95D7-53BDE8C7F925}" type="slidenum">
              <a:rPr lang="en-US" smtClean="0"/>
              <a:t>12</a:t>
            </a:fld>
            <a:endParaRPr lang="en-US" dirty="0"/>
          </a:p>
        </p:txBody>
      </p:sp>
      <p:graphicFrame>
        <p:nvGraphicFramePr>
          <p:cNvPr id="5" name="Chart 4">
            <a:extLst>
              <a:ext uri="{FF2B5EF4-FFF2-40B4-BE49-F238E27FC236}">
                <a16:creationId xmlns:a16="http://schemas.microsoft.com/office/drawing/2014/main" id="{9224DC7C-6C0A-AE3E-D36C-69781D7303D0}"/>
              </a:ext>
            </a:extLst>
          </p:cNvPr>
          <p:cNvGraphicFramePr/>
          <p:nvPr>
            <p:extLst>
              <p:ext uri="{D42A27DB-BD31-4B8C-83A1-F6EECF244321}">
                <p14:modId xmlns:p14="http://schemas.microsoft.com/office/powerpoint/2010/main" val="3768504904"/>
              </p:ext>
            </p:extLst>
          </p:nvPr>
        </p:nvGraphicFramePr>
        <p:xfrm>
          <a:off x="838200" y="1050198"/>
          <a:ext cx="10439400" cy="2912202"/>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11083752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3" progId="TCLayout.ActiveDocument.1">
                  <p:embed/>
                </p:oleObj>
              </mc:Choice>
              <mc:Fallback>
                <p:oleObj name="think-cell Slide" r:id="rId4" imgW="421" imgH="423"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Date Placeholder 3"/>
          <p:cNvSpPr>
            <a:spLocks noGrp="1"/>
          </p:cNvSpPr>
          <p:nvPr>
            <p:ph type="dt" sz="half" idx="10"/>
          </p:nvPr>
        </p:nvSpPr>
        <p:spPr/>
        <p:txBody>
          <a:bodyPr/>
          <a:lstStyle/>
          <a:p>
            <a:fld id="{27B0B6FF-1D9D-48D6-A40E-E0F4475B4EE0}" type="datetime4">
              <a:rPr lang="en-US" smtClean="0"/>
              <a:t>November 5, 2023</a:t>
            </a:fld>
            <a:endParaRPr lang="en-US"/>
          </a:p>
        </p:txBody>
      </p:sp>
      <p:sp>
        <p:nvSpPr>
          <p:cNvPr id="6" name="Slide Number Placeholder 5"/>
          <p:cNvSpPr>
            <a:spLocks noGrp="1"/>
          </p:cNvSpPr>
          <p:nvPr>
            <p:ph type="sldNum" sz="quarter" idx="12"/>
          </p:nvPr>
        </p:nvSpPr>
        <p:spPr/>
        <p:txBody>
          <a:bodyPr/>
          <a:lstStyle/>
          <a:p>
            <a:fld id="{12D7B28B-DC80-4E46-95D7-53BDE8C7F925}" type="slidenum">
              <a:rPr lang="en-US" smtClean="0"/>
              <a:t>13</a:t>
            </a:fld>
            <a:endParaRPr lang="en-US" dirty="0"/>
          </a:p>
        </p:txBody>
      </p:sp>
      <p:sp>
        <p:nvSpPr>
          <p:cNvPr id="11" name="TextBox 10"/>
          <p:cNvSpPr txBox="1"/>
          <p:nvPr/>
        </p:nvSpPr>
        <p:spPr>
          <a:xfrm>
            <a:off x="361951" y="4987131"/>
            <a:ext cx="1548881" cy="738664"/>
          </a:xfrm>
          <a:prstGeom prst="rect">
            <a:avLst/>
          </a:prstGeom>
          <a:noFill/>
        </p:spPr>
        <p:txBody>
          <a:bodyPr wrap="square" rtlCol="0">
            <a:spAutoFit/>
          </a:bodyPr>
          <a:lstStyle/>
          <a:p>
            <a:pPr algn="ctr"/>
            <a:r>
              <a:rPr lang="ar-LY" sz="1400" dirty="0">
                <a:latin typeface="Tajawal" panose="00000500000000000000" pitchFamily="2" charset="-78"/>
                <a:cs typeface="Tajawal" panose="00000500000000000000" pitchFamily="2" charset="-78"/>
              </a:rPr>
              <a:t>الرصيد المتبقي</a:t>
            </a:r>
          </a:p>
          <a:p>
            <a:pPr algn="ctr"/>
            <a:r>
              <a:rPr lang="ar-LY" sz="1400" dirty="0">
                <a:latin typeface="Tajawal" panose="00000500000000000000" pitchFamily="2" charset="-78"/>
                <a:cs typeface="Tajawal" panose="00000500000000000000" pitchFamily="2" charset="-78"/>
              </a:rPr>
              <a:t>حتى نهاية شهر اكتوبر</a:t>
            </a:r>
            <a:endParaRPr lang="en-US" sz="1400" dirty="0">
              <a:latin typeface="Tajawal" panose="00000500000000000000" pitchFamily="2" charset="-78"/>
              <a:cs typeface="Tajawal" panose="00000500000000000000" pitchFamily="2" charset="-78"/>
            </a:endParaRPr>
          </a:p>
        </p:txBody>
      </p:sp>
      <p:sp>
        <p:nvSpPr>
          <p:cNvPr id="17" name="Rectangle 16"/>
          <p:cNvSpPr/>
          <p:nvPr/>
        </p:nvSpPr>
        <p:spPr>
          <a:xfrm>
            <a:off x="581591" y="5854506"/>
            <a:ext cx="1109599" cy="646331"/>
          </a:xfrm>
          <a:prstGeom prst="rect">
            <a:avLst/>
          </a:prstGeom>
        </p:spPr>
        <p:txBody>
          <a:bodyPr wrap="none">
            <a:spAutoFit/>
          </a:bodyPr>
          <a:lstStyle/>
          <a:p>
            <a:r>
              <a:rPr lang="ar-LY" b="1" dirty="0">
                <a:solidFill>
                  <a:srgbClr val="000000"/>
                </a:solidFill>
                <a:latin typeface="Calibri" panose="020F0502020204030204" pitchFamily="34" charset="0"/>
              </a:rPr>
              <a:t>47.3 مليون</a:t>
            </a:r>
            <a:endParaRPr lang="en-US" b="1" dirty="0">
              <a:solidFill>
                <a:srgbClr val="000000"/>
              </a:solidFill>
              <a:latin typeface="Calibri" panose="020F0502020204030204" pitchFamily="34" charset="0"/>
            </a:endParaRPr>
          </a:p>
          <a:p>
            <a:endParaRPr lang="en-US" b="1" dirty="0">
              <a:solidFill>
                <a:srgbClr val="000000"/>
              </a:solidFill>
              <a:latin typeface="Calibri" panose="020F0502020204030204" pitchFamily="34" charset="0"/>
            </a:endParaRPr>
          </a:p>
        </p:txBody>
      </p:sp>
      <p:sp>
        <p:nvSpPr>
          <p:cNvPr id="9" name="Title 1">
            <a:extLst>
              <a:ext uri="{FF2B5EF4-FFF2-40B4-BE49-F238E27FC236}">
                <a16:creationId xmlns:a16="http://schemas.microsoft.com/office/drawing/2014/main" id="{DB505558-E533-2819-6731-86C661546F09}"/>
              </a:ext>
            </a:extLst>
          </p:cNvPr>
          <p:cNvSpPr txBox="1">
            <a:spLocks/>
          </p:cNvSpPr>
          <p:nvPr/>
        </p:nvSpPr>
        <p:spPr>
          <a:xfrm>
            <a:off x="1471766" y="-103915"/>
            <a:ext cx="10515600" cy="1325563"/>
          </a:xfrm>
          <a:prstGeom prst="rect">
            <a:avLst/>
          </a:prstGeom>
        </p:spPr>
        <p:txBody>
          <a:bodyPr vert="horz" lIns="91440" tIns="45720" rIns="91440" bIns="45720" rtlCol="0" anchor="ct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pPr marL="0" marR="0" lvl="0" indent="0" fontAlgn="auto">
              <a:spcAft>
                <a:spcPts val="0"/>
              </a:spcAft>
              <a:buClrTx/>
              <a:buSzTx/>
              <a:tabLst/>
              <a:defRPr/>
            </a:pPr>
            <a:r>
              <a:rPr lang="ar-LY" sz="2300" b="1" dirty="0">
                <a:cs typeface="Tajawal Medium" panose="00000600000000000000" pitchFamily="2" charset="-78"/>
              </a:rPr>
              <a:t>إيرادات المبيعات مقارنة بالاستخدام</a:t>
            </a:r>
            <a:endParaRPr lang="en-US" sz="2300" b="1" dirty="0">
              <a:cs typeface="Tajawal Medium" panose="00000600000000000000" pitchFamily="2" charset="-78"/>
            </a:endParaRPr>
          </a:p>
        </p:txBody>
      </p:sp>
      <p:sp>
        <p:nvSpPr>
          <p:cNvPr id="3" name="Rectangle: Rounded Corners 2">
            <a:extLst>
              <a:ext uri="{FF2B5EF4-FFF2-40B4-BE49-F238E27FC236}">
                <a16:creationId xmlns:a16="http://schemas.microsoft.com/office/drawing/2014/main" id="{72B1A8F1-1D3B-115B-2EA6-E5296A8F283B}"/>
              </a:ext>
            </a:extLst>
          </p:cNvPr>
          <p:cNvSpPr/>
          <p:nvPr/>
        </p:nvSpPr>
        <p:spPr>
          <a:xfrm>
            <a:off x="252101" y="1132205"/>
            <a:ext cx="11687798" cy="2987171"/>
          </a:xfrm>
          <a:prstGeom prst="roundRect">
            <a:avLst>
              <a:gd name="adj" fmla="val 2552"/>
            </a:avLst>
          </a:prstGeom>
          <a:gradFill>
            <a:gsLst>
              <a:gs pos="0">
                <a:srgbClr val="990099"/>
              </a:gs>
              <a:gs pos="100000">
                <a:schemeClr val="accent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2" name="Chart 11">
            <a:extLst>
              <a:ext uri="{FF2B5EF4-FFF2-40B4-BE49-F238E27FC236}">
                <a16:creationId xmlns:a16="http://schemas.microsoft.com/office/drawing/2014/main" id="{E8F05F2E-1EE3-59EF-0DB0-644682E3797A}"/>
              </a:ext>
            </a:extLst>
          </p:cNvPr>
          <p:cNvGraphicFramePr/>
          <p:nvPr>
            <p:extLst>
              <p:ext uri="{D42A27DB-BD31-4B8C-83A1-F6EECF244321}">
                <p14:modId xmlns:p14="http://schemas.microsoft.com/office/powerpoint/2010/main" val="2096314428"/>
              </p:ext>
            </p:extLst>
          </p:nvPr>
        </p:nvGraphicFramePr>
        <p:xfrm>
          <a:off x="566737" y="1321892"/>
          <a:ext cx="11058525" cy="2720101"/>
        </p:xfrm>
        <a:graphic>
          <a:graphicData uri="http://schemas.openxmlformats.org/drawingml/2006/chart">
            <c:chart xmlns:c="http://schemas.openxmlformats.org/drawingml/2006/chart" xmlns:r="http://schemas.openxmlformats.org/officeDocument/2006/relationships" r:id="rId6"/>
          </a:graphicData>
        </a:graphic>
      </p:graphicFrame>
      <p:sp>
        <p:nvSpPr>
          <p:cNvPr id="13" name="Rectangle: Rounded Corners 12">
            <a:extLst>
              <a:ext uri="{FF2B5EF4-FFF2-40B4-BE49-F238E27FC236}">
                <a16:creationId xmlns:a16="http://schemas.microsoft.com/office/drawing/2014/main" id="{F17CE894-11A2-0B79-9E08-99C1A49C7CD3}"/>
              </a:ext>
            </a:extLst>
          </p:cNvPr>
          <p:cNvSpPr/>
          <p:nvPr/>
        </p:nvSpPr>
        <p:spPr>
          <a:xfrm>
            <a:off x="3869317" y="4422025"/>
            <a:ext cx="4453366" cy="1866941"/>
          </a:xfrm>
          <a:prstGeom prst="roundRect">
            <a:avLst>
              <a:gd name="adj" fmla="val 4095"/>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087AABA-CA7B-67FF-4B7B-6343CCC63F46}"/>
              </a:ext>
            </a:extLst>
          </p:cNvPr>
          <p:cNvSpPr txBox="1"/>
          <p:nvPr/>
        </p:nvSpPr>
        <p:spPr>
          <a:xfrm>
            <a:off x="4698522" y="4634137"/>
            <a:ext cx="2794953" cy="276999"/>
          </a:xfrm>
          <a:prstGeom prst="rect">
            <a:avLst/>
          </a:prstGeom>
          <a:noFill/>
        </p:spPr>
        <p:txBody>
          <a:bodyPr wrap="square" rtlCol="0">
            <a:spAutoFit/>
          </a:bodyPr>
          <a:lstStyle/>
          <a:p>
            <a:pPr algn="ctr" rtl="1" fontAlgn="b"/>
            <a:r>
              <a:rPr lang="ar-LY" sz="1200" b="1" u="none" strike="noStrike" dirty="0">
                <a:effectLst/>
              </a:rPr>
              <a:t>من يناير 2022 حتى شهر اكتوبر من سنة 2023</a:t>
            </a:r>
            <a:endParaRPr lang="ar-LY" sz="1200" b="1" i="0" u="none" strike="noStrike" dirty="0">
              <a:solidFill>
                <a:srgbClr val="000000"/>
              </a:solidFill>
              <a:effectLst/>
              <a:latin typeface="Calibri" panose="020F0502020204030204" pitchFamily="34" charset="0"/>
            </a:endParaRPr>
          </a:p>
        </p:txBody>
      </p:sp>
      <p:sp>
        <p:nvSpPr>
          <p:cNvPr id="16" name="TextBox 15">
            <a:extLst>
              <a:ext uri="{FF2B5EF4-FFF2-40B4-BE49-F238E27FC236}">
                <a16:creationId xmlns:a16="http://schemas.microsoft.com/office/drawing/2014/main" id="{3D692F03-A404-F562-EED1-225AD0D9FEF1}"/>
              </a:ext>
            </a:extLst>
          </p:cNvPr>
          <p:cNvSpPr txBox="1"/>
          <p:nvPr/>
        </p:nvSpPr>
        <p:spPr>
          <a:xfrm>
            <a:off x="4261520" y="5057878"/>
            <a:ext cx="1163828" cy="276999"/>
          </a:xfrm>
          <a:prstGeom prst="rect">
            <a:avLst/>
          </a:prstGeom>
          <a:noFill/>
        </p:spPr>
        <p:txBody>
          <a:bodyPr wrap="square" rtlCol="0">
            <a:spAutoFit/>
          </a:bodyPr>
          <a:lstStyle/>
          <a:p>
            <a:pPr algn="ctr" fontAlgn="b"/>
            <a:r>
              <a:rPr lang="en-US" sz="1200" u="none" strike="noStrike" dirty="0">
                <a:effectLst/>
              </a:rPr>
              <a:t>3,091,569,415</a:t>
            </a:r>
            <a:endParaRPr lang="en-US" sz="1200" b="0" i="0" u="none" strike="noStrike" dirty="0">
              <a:solidFill>
                <a:srgbClr val="000000"/>
              </a:solidFill>
              <a:effectLst/>
              <a:latin typeface="Calibri" panose="020F0502020204030204" pitchFamily="34" charset="0"/>
              <a:cs typeface="+mj-cs"/>
            </a:endParaRPr>
          </a:p>
        </p:txBody>
      </p:sp>
      <p:sp>
        <p:nvSpPr>
          <p:cNvPr id="23" name="TextBox 22">
            <a:extLst>
              <a:ext uri="{FF2B5EF4-FFF2-40B4-BE49-F238E27FC236}">
                <a16:creationId xmlns:a16="http://schemas.microsoft.com/office/drawing/2014/main" id="{847BFB23-1CF7-AFA3-9285-116A256A198B}"/>
              </a:ext>
            </a:extLst>
          </p:cNvPr>
          <p:cNvSpPr txBox="1"/>
          <p:nvPr/>
        </p:nvSpPr>
        <p:spPr>
          <a:xfrm>
            <a:off x="6623571" y="5125198"/>
            <a:ext cx="1163827" cy="415498"/>
          </a:xfrm>
          <a:prstGeom prst="rect">
            <a:avLst/>
          </a:prstGeom>
          <a:noFill/>
        </p:spPr>
        <p:txBody>
          <a:bodyPr wrap="square" rtlCol="0">
            <a:spAutoFit/>
          </a:bodyPr>
          <a:lstStyle/>
          <a:p>
            <a:pPr algn="r" fontAlgn="b"/>
            <a:r>
              <a:rPr lang="ar-LY" sz="1050" b="1" u="none" strike="noStrike" dirty="0">
                <a:effectLst/>
              </a:rPr>
              <a:t>إيرادات</a:t>
            </a:r>
            <a:r>
              <a:rPr lang="ar-LY" sz="1050" b="1" u="none" strike="noStrike" baseline="0" dirty="0">
                <a:effectLst/>
              </a:rPr>
              <a:t> الاستخدام</a:t>
            </a:r>
            <a:endParaRPr lang="en-US" sz="1050" b="1" i="0" u="none" strike="noStrike" dirty="0">
              <a:solidFill>
                <a:srgbClr val="000000"/>
              </a:solidFill>
              <a:effectLst/>
              <a:latin typeface="Calibri" panose="020F0502020204030204" pitchFamily="34" charset="0"/>
            </a:endParaRPr>
          </a:p>
          <a:p>
            <a:pPr algn="ctr" fontAlgn="b"/>
            <a:endParaRPr lang="en-US" sz="1050" b="0" i="0" u="none" strike="noStrike" dirty="0">
              <a:solidFill>
                <a:srgbClr val="000000"/>
              </a:solidFill>
              <a:effectLst/>
              <a:latin typeface="Calibri" panose="020F0502020204030204" pitchFamily="34" charset="0"/>
            </a:endParaRPr>
          </a:p>
        </p:txBody>
      </p:sp>
      <p:sp>
        <p:nvSpPr>
          <p:cNvPr id="24" name="TextBox 23">
            <a:extLst>
              <a:ext uri="{FF2B5EF4-FFF2-40B4-BE49-F238E27FC236}">
                <a16:creationId xmlns:a16="http://schemas.microsoft.com/office/drawing/2014/main" id="{D414FFAE-734A-9079-A521-816352CEDEC3}"/>
              </a:ext>
            </a:extLst>
          </p:cNvPr>
          <p:cNvSpPr txBox="1"/>
          <p:nvPr/>
        </p:nvSpPr>
        <p:spPr>
          <a:xfrm>
            <a:off x="4267233" y="5343119"/>
            <a:ext cx="1163828" cy="276999"/>
          </a:xfrm>
          <a:prstGeom prst="rect">
            <a:avLst/>
          </a:prstGeom>
          <a:noFill/>
        </p:spPr>
        <p:txBody>
          <a:bodyPr wrap="square" rtlCol="0">
            <a:spAutoFit/>
          </a:bodyPr>
          <a:lstStyle/>
          <a:p>
            <a:pPr algn="ctr" fontAlgn="b"/>
            <a:r>
              <a:rPr lang="en-US" sz="1200" u="none" strike="noStrike" dirty="0">
                <a:effectLst/>
              </a:rPr>
              <a:t>3,034,521,880</a:t>
            </a:r>
            <a:endParaRPr lang="en-US" sz="1200" b="0" i="0" u="none" strike="noStrike" dirty="0">
              <a:solidFill>
                <a:srgbClr val="000000"/>
              </a:solidFill>
              <a:effectLst/>
              <a:latin typeface="Calibri" panose="020F0502020204030204" pitchFamily="34" charset="0"/>
              <a:cs typeface="+mj-cs"/>
            </a:endParaRPr>
          </a:p>
        </p:txBody>
      </p:sp>
      <p:sp>
        <p:nvSpPr>
          <p:cNvPr id="25" name="TextBox 24">
            <a:extLst>
              <a:ext uri="{FF2B5EF4-FFF2-40B4-BE49-F238E27FC236}">
                <a16:creationId xmlns:a16="http://schemas.microsoft.com/office/drawing/2014/main" id="{47AE6E1F-54CA-2691-4C4D-5FD904C3D0FB}"/>
              </a:ext>
            </a:extLst>
          </p:cNvPr>
          <p:cNvSpPr txBox="1"/>
          <p:nvPr/>
        </p:nvSpPr>
        <p:spPr>
          <a:xfrm>
            <a:off x="6084309" y="5379114"/>
            <a:ext cx="1703090" cy="415498"/>
          </a:xfrm>
          <a:prstGeom prst="rect">
            <a:avLst/>
          </a:prstGeom>
          <a:noFill/>
        </p:spPr>
        <p:txBody>
          <a:bodyPr wrap="square" rtlCol="0">
            <a:spAutoFit/>
          </a:bodyPr>
          <a:lstStyle/>
          <a:p>
            <a:pPr algn="r"/>
            <a:r>
              <a:rPr lang="ar-LY" sz="1050" b="1" u="none" strike="noStrike" dirty="0">
                <a:effectLst/>
              </a:rPr>
              <a:t>مبيعات بطاقات وشحن الكتروني</a:t>
            </a:r>
            <a:endParaRPr lang="en-US" sz="1050" b="1" i="0" u="none" strike="noStrike" dirty="0">
              <a:solidFill>
                <a:srgbClr val="000000"/>
              </a:solidFill>
              <a:effectLst/>
              <a:latin typeface="Calibri" panose="020F0502020204030204" pitchFamily="34" charset="0"/>
            </a:endParaRPr>
          </a:p>
          <a:p>
            <a:pPr algn="ctr"/>
            <a:endParaRPr lang="en-US" sz="1050" b="1" dirty="0">
              <a:solidFill>
                <a:schemeClr val="accent4"/>
              </a:solidFill>
            </a:endParaRPr>
          </a:p>
        </p:txBody>
      </p:sp>
      <p:sp>
        <p:nvSpPr>
          <p:cNvPr id="27" name="TextBox 26">
            <a:extLst>
              <a:ext uri="{FF2B5EF4-FFF2-40B4-BE49-F238E27FC236}">
                <a16:creationId xmlns:a16="http://schemas.microsoft.com/office/drawing/2014/main" id="{972E6D1A-6C0B-769F-72FE-C4E2AAD82CC3}"/>
              </a:ext>
            </a:extLst>
          </p:cNvPr>
          <p:cNvSpPr txBox="1"/>
          <p:nvPr/>
        </p:nvSpPr>
        <p:spPr>
          <a:xfrm>
            <a:off x="4261520" y="5628360"/>
            <a:ext cx="1163828" cy="276999"/>
          </a:xfrm>
          <a:prstGeom prst="rect">
            <a:avLst/>
          </a:prstGeom>
          <a:noFill/>
        </p:spPr>
        <p:txBody>
          <a:bodyPr wrap="square" rtlCol="0">
            <a:spAutoFit/>
          </a:bodyPr>
          <a:lstStyle/>
          <a:p>
            <a:pPr algn="ctr" fontAlgn="b"/>
            <a:r>
              <a:rPr lang="en-US" sz="1200" u="none" strike="noStrike" dirty="0">
                <a:effectLst/>
              </a:rPr>
              <a:t>3,072,730,587</a:t>
            </a:r>
            <a:endParaRPr lang="en-US" sz="1200" b="0" i="0" u="none" strike="noStrike" dirty="0">
              <a:solidFill>
                <a:srgbClr val="000000"/>
              </a:solidFill>
              <a:effectLst/>
              <a:latin typeface="Calibri" panose="020F0502020204030204" pitchFamily="34" charset="0"/>
              <a:cs typeface="+mj-cs"/>
            </a:endParaRPr>
          </a:p>
        </p:txBody>
      </p:sp>
      <p:sp>
        <p:nvSpPr>
          <p:cNvPr id="28" name="TextBox 27">
            <a:extLst>
              <a:ext uri="{FF2B5EF4-FFF2-40B4-BE49-F238E27FC236}">
                <a16:creationId xmlns:a16="http://schemas.microsoft.com/office/drawing/2014/main" id="{F9CF1CFD-258A-3028-2DA1-9210F5E99212}"/>
              </a:ext>
            </a:extLst>
          </p:cNvPr>
          <p:cNvSpPr txBox="1"/>
          <p:nvPr/>
        </p:nvSpPr>
        <p:spPr>
          <a:xfrm>
            <a:off x="4261520" y="5923756"/>
            <a:ext cx="1163828" cy="276999"/>
          </a:xfrm>
          <a:prstGeom prst="rect">
            <a:avLst/>
          </a:prstGeom>
          <a:noFill/>
        </p:spPr>
        <p:txBody>
          <a:bodyPr wrap="square" rtlCol="0">
            <a:spAutoFit/>
          </a:bodyPr>
          <a:lstStyle/>
          <a:p>
            <a:pPr algn="ctr" fontAlgn="b"/>
            <a:r>
              <a:rPr lang="en-US" sz="1200" u="none" strike="noStrike" dirty="0">
                <a:solidFill>
                  <a:srgbClr val="FF0000"/>
                </a:solidFill>
                <a:effectLst/>
              </a:rPr>
              <a:t>57,047,534</a:t>
            </a:r>
            <a:endParaRPr lang="en-US" sz="1200" b="0" i="0" u="none" strike="noStrike" dirty="0">
              <a:solidFill>
                <a:srgbClr val="FF0000"/>
              </a:solidFill>
              <a:effectLst/>
              <a:latin typeface="Calibri" panose="020F0502020204030204" pitchFamily="34" charset="0"/>
              <a:cs typeface="+mj-cs"/>
            </a:endParaRPr>
          </a:p>
        </p:txBody>
      </p:sp>
      <p:sp>
        <p:nvSpPr>
          <p:cNvPr id="29" name="TextBox 28">
            <a:extLst>
              <a:ext uri="{FF2B5EF4-FFF2-40B4-BE49-F238E27FC236}">
                <a16:creationId xmlns:a16="http://schemas.microsoft.com/office/drawing/2014/main" id="{3DC32E96-142F-9136-2BBB-D2147C847AFE}"/>
              </a:ext>
            </a:extLst>
          </p:cNvPr>
          <p:cNvSpPr txBox="1"/>
          <p:nvPr/>
        </p:nvSpPr>
        <p:spPr>
          <a:xfrm>
            <a:off x="6484359" y="5662146"/>
            <a:ext cx="1303040" cy="415498"/>
          </a:xfrm>
          <a:prstGeom prst="rect">
            <a:avLst/>
          </a:prstGeom>
          <a:noFill/>
        </p:spPr>
        <p:txBody>
          <a:bodyPr wrap="square" rtlCol="0">
            <a:spAutoFit/>
          </a:bodyPr>
          <a:lstStyle/>
          <a:p>
            <a:pPr algn="r"/>
            <a:r>
              <a:rPr lang="ar-LY" sz="1050" b="1" u="none" strike="noStrike" dirty="0">
                <a:effectLst/>
              </a:rPr>
              <a:t>عمليات تعبئة الرصيد</a:t>
            </a:r>
            <a:endParaRPr lang="en-US" sz="1050" b="1" i="0" u="none" strike="noStrike" dirty="0">
              <a:solidFill>
                <a:srgbClr val="000000"/>
              </a:solidFill>
              <a:effectLst/>
              <a:latin typeface="Calibri" panose="020F0502020204030204" pitchFamily="34" charset="0"/>
            </a:endParaRPr>
          </a:p>
          <a:p>
            <a:pPr algn="r"/>
            <a:endParaRPr lang="en-US" sz="1050" b="1" dirty="0">
              <a:solidFill>
                <a:schemeClr val="accent4"/>
              </a:solidFill>
            </a:endParaRPr>
          </a:p>
        </p:txBody>
      </p:sp>
      <p:sp>
        <p:nvSpPr>
          <p:cNvPr id="30" name="TextBox 29">
            <a:extLst>
              <a:ext uri="{FF2B5EF4-FFF2-40B4-BE49-F238E27FC236}">
                <a16:creationId xmlns:a16="http://schemas.microsoft.com/office/drawing/2014/main" id="{D1C64152-FAAD-D4B7-0454-21FCCE1F0F16}"/>
              </a:ext>
            </a:extLst>
          </p:cNvPr>
          <p:cNvSpPr txBox="1"/>
          <p:nvPr/>
        </p:nvSpPr>
        <p:spPr>
          <a:xfrm>
            <a:off x="6162997" y="5923756"/>
            <a:ext cx="1624402" cy="253916"/>
          </a:xfrm>
          <a:prstGeom prst="rect">
            <a:avLst/>
          </a:prstGeom>
          <a:noFill/>
        </p:spPr>
        <p:txBody>
          <a:bodyPr wrap="square" rtlCol="0">
            <a:spAutoFit/>
          </a:bodyPr>
          <a:lstStyle/>
          <a:p>
            <a:pPr algn="r" fontAlgn="b"/>
            <a:r>
              <a:rPr lang="ar-LY" sz="1050" b="1" i="0" u="none" strike="noStrike" dirty="0">
                <a:solidFill>
                  <a:srgbClr val="000000"/>
                </a:solidFill>
                <a:effectLst/>
                <a:latin typeface="Calibri" panose="020F0502020204030204" pitchFamily="34" charset="0"/>
              </a:rPr>
              <a:t>الفارق بين الاستخدام والمبيعات</a:t>
            </a:r>
            <a:endParaRPr lang="en-US" sz="1050" b="1" i="0" u="none" strike="noStrike" dirty="0">
              <a:solidFill>
                <a:srgbClr val="000000"/>
              </a:solidFill>
              <a:effectLst/>
              <a:latin typeface="Calibri" panose="020F0502020204030204" pitchFamily="34" charset="0"/>
            </a:endParaRPr>
          </a:p>
        </p:txBody>
      </p:sp>
      <p:grpSp>
        <p:nvGrpSpPr>
          <p:cNvPr id="31" name="Group 30">
            <a:extLst>
              <a:ext uri="{FF2B5EF4-FFF2-40B4-BE49-F238E27FC236}">
                <a16:creationId xmlns:a16="http://schemas.microsoft.com/office/drawing/2014/main" id="{54B97FBD-85C1-14E5-6D2C-E803A9D78377}"/>
              </a:ext>
            </a:extLst>
          </p:cNvPr>
          <p:cNvGrpSpPr/>
          <p:nvPr/>
        </p:nvGrpSpPr>
        <p:grpSpPr>
          <a:xfrm>
            <a:off x="1954227" y="5136861"/>
            <a:ext cx="894108" cy="894108"/>
            <a:chOff x="887988" y="1563603"/>
            <a:chExt cx="894108" cy="894108"/>
          </a:xfrm>
        </p:grpSpPr>
        <p:sp>
          <p:nvSpPr>
            <p:cNvPr id="32" name="Oval 31">
              <a:extLst>
                <a:ext uri="{FF2B5EF4-FFF2-40B4-BE49-F238E27FC236}">
                  <a16:creationId xmlns:a16="http://schemas.microsoft.com/office/drawing/2014/main" id="{3C36477E-7B97-6153-2121-EA3A8AC0DA1C}"/>
                </a:ext>
              </a:extLst>
            </p:cNvPr>
            <p:cNvSpPr/>
            <p:nvPr/>
          </p:nvSpPr>
          <p:spPr>
            <a:xfrm>
              <a:off x="887989" y="1563604"/>
              <a:ext cx="894106" cy="894106"/>
            </a:xfrm>
            <a:prstGeom prst="ellipse">
              <a:avLst/>
            </a:prstGeom>
            <a:noFill/>
            <a:ln w="114300">
              <a:solidFill>
                <a:schemeClr val="tx2">
                  <a:alpha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33" name="Arc 32">
              <a:extLst>
                <a:ext uri="{FF2B5EF4-FFF2-40B4-BE49-F238E27FC236}">
                  <a16:creationId xmlns:a16="http://schemas.microsoft.com/office/drawing/2014/main" id="{9862204B-4D9D-D08C-597A-19D282D51461}"/>
                </a:ext>
              </a:extLst>
            </p:cNvPr>
            <p:cNvSpPr/>
            <p:nvPr/>
          </p:nvSpPr>
          <p:spPr>
            <a:xfrm>
              <a:off x="887988" y="1563603"/>
              <a:ext cx="894108" cy="894108"/>
            </a:xfrm>
            <a:prstGeom prst="arc">
              <a:avLst>
                <a:gd name="adj1" fmla="val 11798161"/>
                <a:gd name="adj2" fmla="val 7323193"/>
              </a:avLst>
            </a:prstGeom>
            <a:noFill/>
            <a:ln w="508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solidFill>
                  <a:schemeClr val="tx1"/>
                </a:solidFill>
              </a:endParaRPr>
            </a:p>
          </p:txBody>
        </p:sp>
      </p:grpSp>
      <p:pic>
        <p:nvPicPr>
          <p:cNvPr id="34" name="Picture 33">
            <a:extLst>
              <a:ext uri="{FF2B5EF4-FFF2-40B4-BE49-F238E27FC236}">
                <a16:creationId xmlns:a16="http://schemas.microsoft.com/office/drawing/2014/main" id="{942FC50F-1E82-8997-3C72-27581B5FAA03}"/>
              </a:ext>
            </a:extLst>
          </p:cNvPr>
          <p:cNvPicPr>
            <a:picLocks noChangeAspect="1"/>
          </p:cNvPicPr>
          <p:nvPr/>
        </p:nvPicPr>
        <p:blipFill>
          <a:blip r:embed="rId7"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212789" y="5345070"/>
            <a:ext cx="425922" cy="447966"/>
          </a:xfrm>
          <a:prstGeom prst="rect">
            <a:avLst/>
          </a:prstGeom>
        </p:spPr>
      </p:pic>
    </p:spTree>
    <p:extLst>
      <p:ext uri="{BB962C8B-B14F-4D97-AF65-F5344CB8AC3E}">
        <p14:creationId xmlns:p14="http://schemas.microsoft.com/office/powerpoint/2010/main" val="2571368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 name="Rectangle: Rounded Corners 89">
            <a:extLst>
              <a:ext uri="{FF2B5EF4-FFF2-40B4-BE49-F238E27FC236}">
                <a16:creationId xmlns:a16="http://schemas.microsoft.com/office/drawing/2014/main" id="{4903E320-5641-A0E4-D979-A55DF9B2FCDD}"/>
              </a:ext>
            </a:extLst>
          </p:cNvPr>
          <p:cNvSpPr/>
          <p:nvPr/>
        </p:nvSpPr>
        <p:spPr>
          <a:xfrm>
            <a:off x="788886" y="939357"/>
            <a:ext cx="10614227" cy="3172056"/>
          </a:xfrm>
          <a:prstGeom prst="roundRect">
            <a:avLst>
              <a:gd name="adj" fmla="val 3257"/>
            </a:avLst>
          </a:prstGeom>
          <a:gradFill>
            <a:gsLst>
              <a:gs pos="0">
                <a:srgbClr val="990099"/>
              </a:gs>
              <a:gs pos="100000">
                <a:schemeClr val="accent2"/>
              </a:gs>
            </a:gsLst>
            <a:lin ang="0" scaled="0"/>
          </a:gradFill>
          <a:ln>
            <a:noFill/>
          </a:ln>
          <a:effectLst>
            <a:outerShdw blurRad="76200" dist="381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Chart 91">
            <a:extLst>
              <a:ext uri="{FF2B5EF4-FFF2-40B4-BE49-F238E27FC236}">
                <a16:creationId xmlns:a16="http://schemas.microsoft.com/office/drawing/2014/main" id="{4F060C5A-55F5-5373-4CDB-82DA91B0F707}"/>
              </a:ext>
            </a:extLst>
          </p:cNvPr>
          <p:cNvGraphicFramePr/>
          <p:nvPr>
            <p:extLst>
              <p:ext uri="{D42A27DB-BD31-4B8C-83A1-F6EECF244321}">
                <p14:modId xmlns:p14="http://schemas.microsoft.com/office/powerpoint/2010/main" val="1575609571"/>
              </p:ext>
            </p:extLst>
          </p:nvPr>
        </p:nvGraphicFramePr>
        <p:xfrm>
          <a:off x="2177626" y="1131147"/>
          <a:ext cx="7836745" cy="2824480"/>
        </p:xfrm>
        <a:graphic>
          <a:graphicData uri="http://schemas.openxmlformats.org/drawingml/2006/chart">
            <c:chart xmlns:c="http://schemas.openxmlformats.org/drawingml/2006/chart" xmlns:r="http://schemas.openxmlformats.org/officeDocument/2006/relationships" r:id="rId3"/>
          </a:graphicData>
        </a:graphic>
      </p:graphicFrame>
      <p:grpSp>
        <p:nvGrpSpPr>
          <p:cNvPr id="93" name="Group 92">
            <a:extLst>
              <a:ext uri="{FF2B5EF4-FFF2-40B4-BE49-F238E27FC236}">
                <a16:creationId xmlns:a16="http://schemas.microsoft.com/office/drawing/2014/main" id="{298A9F7B-88C3-E64D-2927-26A59B9C7595}"/>
              </a:ext>
            </a:extLst>
          </p:cNvPr>
          <p:cNvGrpSpPr/>
          <p:nvPr/>
        </p:nvGrpSpPr>
        <p:grpSpPr>
          <a:xfrm>
            <a:off x="1756061" y="4002882"/>
            <a:ext cx="8258310" cy="2303606"/>
            <a:chOff x="6366150" y="3954701"/>
            <a:chExt cx="5231490" cy="2303606"/>
          </a:xfrm>
        </p:grpSpPr>
        <p:sp>
          <p:nvSpPr>
            <p:cNvPr id="94" name="Rectangle: Rounded Corners 93">
              <a:extLst>
                <a:ext uri="{FF2B5EF4-FFF2-40B4-BE49-F238E27FC236}">
                  <a16:creationId xmlns:a16="http://schemas.microsoft.com/office/drawing/2014/main" id="{D45A4FA1-60E5-E097-BA0B-16196BDEC9E5}"/>
                </a:ext>
              </a:extLst>
            </p:cNvPr>
            <p:cNvSpPr/>
            <p:nvPr/>
          </p:nvSpPr>
          <p:spPr>
            <a:xfrm>
              <a:off x="6366150" y="4421887"/>
              <a:ext cx="5231490" cy="1836420"/>
            </a:xfrm>
            <a:prstGeom prst="roundRect">
              <a:avLst>
                <a:gd name="adj" fmla="val 4737"/>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0000"/>
                    <a:lumOff val="10000"/>
                  </a:schemeClr>
                </a:solidFill>
              </a:endParaRPr>
            </a:p>
          </p:txBody>
        </p:sp>
        <p:sp>
          <p:nvSpPr>
            <p:cNvPr id="95" name="Isosceles Triangle 94">
              <a:extLst>
                <a:ext uri="{FF2B5EF4-FFF2-40B4-BE49-F238E27FC236}">
                  <a16:creationId xmlns:a16="http://schemas.microsoft.com/office/drawing/2014/main" id="{2DB23CA4-8812-DEEC-C420-FDF651579BE0}"/>
                </a:ext>
              </a:extLst>
            </p:cNvPr>
            <p:cNvSpPr/>
            <p:nvPr/>
          </p:nvSpPr>
          <p:spPr>
            <a:xfrm rot="19523897">
              <a:off x="9087564" y="3954701"/>
              <a:ext cx="172259" cy="621392"/>
            </a:xfrm>
            <a:prstGeom prst="triangle">
              <a:avLst>
                <a:gd name="adj" fmla="val 0"/>
              </a:avLst>
            </a:prstGeom>
            <a:solidFill>
              <a:schemeClr val="bg1"/>
            </a:solidFill>
            <a:ln>
              <a:noFill/>
            </a:ln>
            <a:effectLst>
              <a:outerShdw blurRad="50800" dist="76200" dir="13500000" sx="84000" sy="84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6" name="Rectangle 95">
            <a:extLst>
              <a:ext uri="{FF2B5EF4-FFF2-40B4-BE49-F238E27FC236}">
                <a16:creationId xmlns:a16="http://schemas.microsoft.com/office/drawing/2014/main" id="{B5CA02C4-3CB9-900B-9F85-7D44D8DB1A28}"/>
              </a:ext>
            </a:extLst>
          </p:cNvPr>
          <p:cNvSpPr/>
          <p:nvPr/>
        </p:nvSpPr>
        <p:spPr>
          <a:xfrm>
            <a:off x="2564455" y="5041085"/>
            <a:ext cx="1735530" cy="461665"/>
          </a:xfrm>
          <a:prstGeom prst="rect">
            <a:avLst/>
          </a:prstGeom>
        </p:spPr>
        <p:txBody>
          <a:bodyPr wrap="square">
            <a:spAutoFit/>
          </a:bodyPr>
          <a:lstStyle/>
          <a:p>
            <a:pPr algn="ctr" rtl="1"/>
            <a:r>
              <a:rPr lang="ar-LY" sz="1200" b="1">
                <a:latin typeface="Tajawal" panose="00000500000000000000" pitchFamily="2" charset="-78"/>
                <a:cs typeface="Tajawal" panose="00000500000000000000" pitchFamily="2" charset="-78"/>
              </a:rPr>
              <a:t> انخفاض المحقق عن </a:t>
            </a:r>
            <a:r>
              <a:rPr lang="ar-LY" sz="1200" b="1" dirty="0">
                <a:latin typeface="Tajawal" panose="00000500000000000000" pitchFamily="2" charset="-78"/>
                <a:cs typeface="Tajawal" panose="00000500000000000000" pitchFamily="2" charset="-78"/>
              </a:rPr>
              <a:t>المستهدف</a:t>
            </a:r>
            <a:endParaRPr lang="ar-LY" sz="1200" b="1">
              <a:latin typeface="Tajawal" panose="00000500000000000000" pitchFamily="2" charset="-78"/>
              <a:cs typeface="Tajawal" panose="00000500000000000000" pitchFamily="2" charset="-78"/>
            </a:endParaRPr>
          </a:p>
        </p:txBody>
      </p:sp>
      <p:sp>
        <p:nvSpPr>
          <p:cNvPr id="97" name="Rectangle 96">
            <a:extLst>
              <a:ext uri="{FF2B5EF4-FFF2-40B4-BE49-F238E27FC236}">
                <a16:creationId xmlns:a16="http://schemas.microsoft.com/office/drawing/2014/main" id="{E4CA80D1-4022-5DC8-B7B3-E4E8A69B6C65}"/>
              </a:ext>
            </a:extLst>
          </p:cNvPr>
          <p:cNvSpPr/>
          <p:nvPr/>
        </p:nvSpPr>
        <p:spPr>
          <a:xfrm>
            <a:off x="7382821" y="5042126"/>
            <a:ext cx="2130779" cy="461665"/>
          </a:xfrm>
          <a:prstGeom prst="rect">
            <a:avLst/>
          </a:prstGeom>
        </p:spPr>
        <p:txBody>
          <a:bodyPr wrap="square">
            <a:spAutoFit/>
          </a:bodyPr>
          <a:lstStyle/>
          <a:p>
            <a:pPr algn="ctr" rtl="1"/>
            <a:r>
              <a:rPr lang="ar-LY" sz="1200" b="1" dirty="0">
                <a:latin typeface="Tajawal" panose="00000500000000000000" pitchFamily="2" charset="-78"/>
                <a:cs typeface="Tajawal" panose="00000500000000000000" pitchFamily="2" charset="-78"/>
              </a:rPr>
              <a:t>الإيرادات المستهدفة خلال شهر اكتوبر من سنة 2023 </a:t>
            </a:r>
            <a:endParaRPr lang="en-US" sz="1200" b="1" dirty="0">
              <a:latin typeface="Tajawal" panose="00000500000000000000" pitchFamily="2" charset="-78"/>
              <a:cs typeface="Tajawal" panose="00000500000000000000" pitchFamily="2" charset="-78"/>
            </a:endParaRPr>
          </a:p>
        </p:txBody>
      </p:sp>
      <p:sp>
        <p:nvSpPr>
          <p:cNvPr id="98" name="Rectangle 97">
            <a:extLst>
              <a:ext uri="{FF2B5EF4-FFF2-40B4-BE49-F238E27FC236}">
                <a16:creationId xmlns:a16="http://schemas.microsoft.com/office/drawing/2014/main" id="{0D08E4AE-55C6-07D9-5D8E-EBBE7C183F00}"/>
              </a:ext>
            </a:extLst>
          </p:cNvPr>
          <p:cNvSpPr/>
          <p:nvPr/>
        </p:nvSpPr>
        <p:spPr>
          <a:xfrm>
            <a:off x="6978744" y="5494001"/>
            <a:ext cx="2755344" cy="369332"/>
          </a:xfrm>
          <a:prstGeom prst="rect">
            <a:avLst/>
          </a:prstGeom>
        </p:spPr>
        <p:txBody>
          <a:bodyPr wrap="square">
            <a:spAutoFit/>
          </a:bodyPr>
          <a:lstStyle/>
          <a:p>
            <a:pPr algn="ctr" rtl="1"/>
            <a:r>
              <a:rPr lang="en-US" b="1" dirty="0">
                <a:solidFill>
                  <a:srgbClr val="000000"/>
                </a:solidFill>
                <a:latin typeface="Calibri" panose="020F0502020204030204" pitchFamily="34" charset="0"/>
              </a:rPr>
              <a:t> </a:t>
            </a:r>
            <a:r>
              <a:rPr lang="en-US" dirty="0">
                <a:solidFill>
                  <a:srgbClr val="990099"/>
                </a:solidFill>
              </a:rPr>
              <a:t>186,900,000</a:t>
            </a:r>
            <a:r>
              <a:rPr lang="en-US" dirty="0"/>
              <a:t>    </a:t>
            </a:r>
            <a:r>
              <a:rPr lang="ar-LY" dirty="0"/>
              <a:t>د.ل‏ </a:t>
            </a:r>
            <a:r>
              <a:rPr lang="en-US" dirty="0"/>
              <a:t> </a:t>
            </a:r>
            <a:r>
              <a:rPr lang="en-US" b="1" dirty="0">
                <a:solidFill>
                  <a:srgbClr val="000000"/>
                </a:solidFill>
                <a:latin typeface="Calibri" panose="020F0502020204030204" pitchFamily="34" charset="0"/>
              </a:rPr>
              <a:t>  </a:t>
            </a:r>
          </a:p>
        </p:txBody>
      </p:sp>
      <p:sp>
        <p:nvSpPr>
          <p:cNvPr id="99" name="Rectangle 98">
            <a:extLst>
              <a:ext uri="{FF2B5EF4-FFF2-40B4-BE49-F238E27FC236}">
                <a16:creationId xmlns:a16="http://schemas.microsoft.com/office/drawing/2014/main" id="{35E54D5F-B66A-1B4C-F25C-481A9479FA97}"/>
              </a:ext>
            </a:extLst>
          </p:cNvPr>
          <p:cNvSpPr/>
          <p:nvPr/>
        </p:nvSpPr>
        <p:spPr>
          <a:xfrm>
            <a:off x="4807411" y="5489246"/>
            <a:ext cx="2155611" cy="369332"/>
          </a:xfrm>
          <a:prstGeom prst="rect">
            <a:avLst/>
          </a:prstGeom>
        </p:spPr>
        <p:txBody>
          <a:bodyPr wrap="square">
            <a:spAutoFit/>
          </a:bodyPr>
          <a:lstStyle/>
          <a:p>
            <a:pPr algn="ctr"/>
            <a:r>
              <a:rPr lang="ar-LY" dirty="0"/>
              <a:t>د.ل</a:t>
            </a:r>
            <a:r>
              <a:rPr lang="en-US" dirty="0"/>
              <a:t> </a:t>
            </a:r>
            <a:r>
              <a:rPr lang="en-US" dirty="0">
                <a:solidFill>
                  <a:srgbClr val="990099"/>
                </a:solidFill>
              </a:rPr>
              <a:t>157,582,788</a:t>
            </a:r>
            <a:endParaRPr lang="en-US" dirty="0">
              <a:solidFill>
                <a:srgbClr val="990099"/>
              </a:solidFill>
              <a:latin typeface="Calibri" panose="020F0502020204030204" pitchFamily="34" charset="0"/>
            </a:endParaRPr>
          </a:p>
        </p:txBody>
      </p:sp>
      <p:sp>
        <p:nvSpPr>
          <p:cNvPr id="100" name="Rectangle 99">
            <a:extLst>
              <a:ext uri="{FF2B5EF4-FFF2-40B4-BE49-F238E27FC236}">
                <a16:creationId xmlns:a16="http://schemas.microsoft.com/office/drawing/2014/main" id="{2E56183A-5937-75FD-BB84-17BBD4B90F76}"/>
              </a:ext>
            </a:extLst>
          </p:cNvPr>
          <p:cNvSpPr/>
          <p:nvPr/>
        </p:nvSpPr>
        <p:spPr>
          <a:xfrm>
            <a:off x="2524760" y="5494001"/>
            <a:ext cx="1814920" cy="369332"/>
          </a:xfrm>
          <a:prstGeom prst="rect">
            <a:avLst/>
          </a:prstGeom>
        </p:spPr>
        <p:txBody>
          <a:bodyPr wrap="none">
            <a:spAutoFit/>
          </a:bodyPr>
          <a:lstStyle/>
          <a:p>
            <a:r>
              <a:rPr lang="en-US" dirty="0">
                <a:solidFill>
                  <a:srgbClr val="FF0000"/>
                </a:solidFill>
              </a:rPr>
              <a:t> </a:t>
            </a:r>
            <a:r>
              <a:rPr lang="en-US" dirty="0"/>
              <a:t>(</a:t>
            </a:r>
            <a:r>
              <a:rPr lang="ar-LY" dirty="0"/>
              <a:t>29,317,212 د.ل</a:t>
            </a:r>
            <a:r>
              <a:rPr lang="en-US" dirty="0"/>
              <a:t>) </a:t>
            </a:r>
          </a:p>
        </p:txBody>
      </p:sp>
      <p:sp>
        <p:nvSpPr>
          <p:cNvPr id="101" name="Up Arrow 17">
            <a:extLst>
              <a:ext uri="{FF2B5EF4-FFF2-40B4-BE49-F238E27FC236}">
                <a16:creationId xmlns:a16="http://schemas.microsoft.com/office/drawing/2014/main" id="{9AA5C0CB-7E49-394B-9DC4-9BB1711E0158}"/>
              </a:ext>
            </a:extLst>
          </p:cNvPr>
          <p:cNvSpPr/>
          <p:nvPr/>
        </p:nvSpPr>
        <p:spPr>
          <a:xfrm rot="10800000">
            <a:off x="2171620" y="5309324"/>
            <a:ext cx="346768" cy="311830"/>
          </a:xfrm>
          <a:prstGeom prst="upArrow">
            <a:avLst/>
          </a:prstGeom>
          <a:solidFill>
            <a:srgbClr val="FF000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D836F8E5-2BA9-0CC5-16B4-75BA074D1F07}"/>
              </a:ext>
            </a:extLst>
          </p:cNvPr>
          <p:cNvSpPr/>
          <p:nvPr/>
        </p:nvSpPr>
        <p:spPr>
          <a:xfrm>
            <a:off x="4743756" y="5003574"/>
            <a:ext cx="2130780" cy="461665"/>
          </a:xfrm>
          <a:prstGeom prst="rect">
            <a:avLst/>
          </a:prstGeom>
        </p:spPr>
        <p:txBody>
          <a:bodyPr wrap="square">
            <a:spAutoFit/>
          </a:bodyPr>
          <a:lstStyle/>
          <a:p>
            <a:pPr algn="ctr" rtl="1"/>
            <a:r>
              <a:rPr lang="ar-LY" sz="1200" b="1" dirty="0">
                <a:latin typeface="Tajawal" panose="00000500000000000000" pitchFamily="2" charset="-78"/>
                <a:cs typeface="Tajawal" panose="00000500000000000000" pitchFamily="2" charset="-78"/>
              </a:rPr>
              <a:t>الإيرادات المحققة خلال شهر اكتوبر من سنة 2023 </a:t>
            </a:r>
            <a:endParaRPr lang="en-US" sz="1200" b="1" dirty="0">
              <a:latin typeface="Tajawal" panose="00000500000000000000" pitchFamily="2" charset="-78"/>
              <a:cs typeface="Tajawal" panose="00000500000000000000" pitchFamily="2" charset="-78"/>
            </a:endParaRPr>
          </a:p>
        </p:txBody>
      </p:sp>
      <p:sp>
        <p:nvSpPr>
          <p:cNvPr id="103" name="Title 1">
            <a:extLst>
              <a:ext uri="{FF2B5EF4-FFF2-40B4-BE49-F238E27FC236}">
                <a16:creationId xmlns:a16="http://schemas.microsoft.com/office/drawing/2014/main" id="{C8ECD7D5-035D-A8A7-CB74-34921C56CA91}"/>
              </a:ext>
            </a:extLst>
          </p:cNvPr>
          <p:cNvSpPr txBox="1">
            <a:spLocks/>
          </p:cNvSpPr>
          <p:nvPr/>
        </p:nvSpPr>
        <p:spPr>
          <a:xfrm>
            <a:off x="1471766" y="-103915"/>
            <a:ext cx="10515600" cy="1325563"/>
          </a:xfrm>
          <a:prstGeom prst="rect">
            <a:avLst/>
          </a:prstGeom>
        </p:spPr>
        <p:txBody>
          <a:bodyPr vert="horz" lIns="91440" tIns="45720" rIns="91440" bIns="45720" rtlCol="0" anchor="ct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pPr marL="0" marR="0" lvl="0" indent="0" fontAlgn="auto">
              <a:spcAft>
                <a:spcPts val="0"/>
              </a:spcAft>
              <a:buClrTx/>
              <a:buSzTx/>
              <a:tabLst/>
              <a:defRPr/>
            </a:pPr>
            <a:r>
              <a:rPr lang="ar-LY" sz="2300" b="1" dirty="0">
                <a:cs typeface="Tajawal Medium" panose="00000600000000000000" pitchFamily="2" charset="-78"/>
              </a:rPr>
              <a:t>الإيرادات مقارنة بالمستهدف</a:t>
            </a:r>
            <a:endParaRPr lang="en-US" sz="2300" b="1" dirty="0">
              <a:cs typeface="Tajawal Medium" panose="00000600000000000000" pitchFamily="2" charset="-78"/>
            </a:endParaRPr>
          </a:p>
        </p:txBody>
      </p:sp>
      <p:sp>
        <p:nvSpPr>
          <p:cNvPr id="2" name="Date Placeholder 3">
            <a:extLst>
              <a:ext uri="{FF2B5EF4-FFF2-40B4-BE49-F238E27FC236}">
                <a16:creationId xmlns:a16="http://schemas.microsoft.com/office/drawing/2014/main" id="{BE033340-5524-653A-85B9-57043EB33279}"/>
              </a:ext>
            </a:extLst>
          </p:cNvPr>
          <p:cNvSpPr>
            <a:spLocks noGrp="1"/>
          </p:cNvSpPr>
          <p:nvPr>
            <p:ph type="dt" sz="half" idx="10"/>
          </p:nvPr>
        </p:nvSpPr>
        <p:spPr>
          <a:xfrm>
            <a:off x="8567198" y="6356347"/>
            <a:ext cx="1610032" cy="365125"/>
          </a:xfrm>
        </p:spPr>
        <p:txBody>
          <a:bodyPr/>
          <a:lstStyle/>
          <a:p>
            <a:fld id="{908DA5FC-E0A7-4DE1-BF36-F904F26B1C7D}" type="datetime4">
              <a:rPr lang="en-US" smtClean="0"/>
              <a:t>November 5, 2023</a:t>
            </a:fld>
            <a:endParaRPr lang="en-US" dirty="0"/>
          </a:p>
        </p:txBody>
      </p:sp>
      <p:sp>
        <p:nvSpPr>
          <p:cNvPr id="3" name="Slide Number Placeholder 5">
            <a:extLst>
              <a:ext uri="{FF2B5EF4-FFF2-40B4-BE49-F238E27FC236}">
                <a16:creationId xmlns:a16="http://schemas.microsoft.com/office/drawing/2014/main" id="{D735832A-A31B-46B6-9460-DBC9B804999B}"/>
              </a:ext>
            </a:extLst>
          </p:cNvPr>
          <p:cNvSpPr>
            <a:spLocks noGrp="1"/>
          </p:cNvSpPr>
          <p:nvPr>
            <p:ph type="sldNum" sz="quarter" idx="12"/>
          </p:nvPr>
        </p:nvSpPr>
        <p:spPr>
          <a:xfrm>
            <a:off x="838200" y="6356349"/>
            <a:ext cx="1610032" cy="365125"/>
          </a:xfrm>
        </p:spPr>
        <p:txBody>
          <a:bodyPr/>
          <a:lstStyle/>
          <a:p>
            <a:fld id="{12D7B28B-DC80-4E46-95D7-53BDE8C7F925}" type="slidenum">
              <a:rPr lang="en-US" smtClean="0"/>
              <a:t>14</a:t>
            </a:fld>
            <a:endParaRPr lang="en-US" dirty="0"/>
          </a:p>
        </p:txBody>
      </p:sp>
    </p:spTree>
    <p:extLst>
      <p:ext uri="{BB962C8B-B14F-4D97-AF65-F5344CB8AC3E}">
        <p14:creationId xmlns:p14="http://schemas.microsoft.com/office/powerpoint/2010/main" val="3137627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4B0ED2B-B22B-8794-B375-4075B9CCB661}"/>
              </a:ext>
            </a:extLst>
          </p:cNvPr>
          <p:cNvSpPr txBox="1">
            <a:spLocks/>
          </p:cNvSpPr>
          <p:nvPr/>
        </p:nvSpPr>
        <p:spPr>
          <a:xfrm>
            <a:off x="1471766" y="-103915"/>
            <a:ext cx="10515600" cy="1325563"/>
          </a:xfrm>
          <a:prstGeom prst="rect">
            <a:avLst/>
          </a:prstGeom>
        </p:spPr>
        <p:txBody>
          <a:bodyPr vert="horz" lIns="91440" tIns="45720" rIns="91440" bIns="45720" rtlCol="0" anchor="ct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pPr marL="0" marR="0" lvl="0" indent="0" fontAlgn="auto">
              <a:spcAft>
                <a:spcPts val="0"/>
              </a:spcAft>
              <a:buClrTx/>
              <a:buSzTx/>
              <a:tabLst/>
              <a:defRPr/>
            </a:pPr>
            <a:r>
              <a:rPr lang="ar-LY" sz="2300" b="1" dirty="0">
                <a:cs typeface="Tajawal Medium" panose="00000600000000000000" pitchFamily="2" charset="-78"/>
              </a:rPr>
              <a:t>خدمة الانترنت</a:t>
            </a:r>
            <a:endParaRPr lang="en-US" sz="2300" b="1" dirty="0">
              <a:cs typeface="Tajawal Medium" panose="00000600000000000000" pitchFamily="2" charset="-78"/>
            </a:endParaRPr>
          </a:p>
        </p:txBody>
      </p:sp>
      <p:grpSp>
        <p:nvGrpSpPr>
          <p:cNvPr id="17" name="Group 16">
            <a:extLst>
              <a:ext uri="{FF2B5EF4-FFF2-40B4-BE49-F238E27FC236}">
                <a16:creationId xmlns:a16="http://schemas.microsoft.com/office/drawing/2014/main" id="{FF2D5A6F-9FF8-73AF-47C5-DB3CAA13FC7C}"/>
              </a:ext>
            </a:extLst>
          </p:cNvPr>
          <p:cNvGrpSpPr/>
          <p:nvPr/>
        </p:nvGrpSpPr>
        <p:grpSpPr>
          <a:xfrm>
            <a:off x="559941" y="919318"/>
            <a:ext cx="8118244" cy="1359643"/>
            <a:chOff x="546294" y="1089915"/>
            <a:chExt cx="8118244" cy="1596288"/>
          </a:xfrm>
        </p:grpSpPr>
        <p:sp>
          <p:nvSpPr>
            <p:cNvPr id="18" name="Rectangle: Top Corners Rounded 17">
              <a:extLst>
                <a:ext uri="{FF2B5EF4-FFF2-40B4-BE49-F238E27FC236}">
                  <a16:creationId xmlns:a16="http://schemas.microsoft.com/office/drawing/2014/main" id="{4B64C050-64F0-BF30-B594-DE98E85FC739}"/>
                </a:ext>
              </a:extLst>
            </p:cNvPr>
            <p:cNvSpPr/>
            <p:nvPr/>
          </p:nvSpPr>
          <p:spPr>
            <a:xfrm>
              <a:off x="546294" y="1089915"/>
              <a:ext cx="2574331" cy="1596288"/>
            </a:xfrm>
            <a:prstGeom prst="round2SameRect">
              <a:avLst>
                <a:gd name="adj1" fmla="val 4190"/>
                <a:gd name="adj2" fmla="val 2604"/>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Top Corners Rounded 18">
              <a:extLst>
                <a:ext uri="{FF2B5EF4-FFF2-40B4-BE49-F238E27FC236}">
                  <a16:creationId xmlns:a16="http://schemas.microsoft.com/office/drawing/2014/main" id="{FFC1B0E5-6079-43DE-2A00-B40310F07848}"/>
                </a:ext>
              </a:extLst>
            </p:cNvPr>
            <p:cNvSpPr/>
            <p:nvPr/>
          </p:nvSpPr>
          <p:spPr>
            <a:xfrm>
              <a:off x="3317022" y="1089915"/>
              <a:ext cx="2574331" cy="1596288"/>
            </a:xfrm>
            <a:prstGeom prst="round2SameRect">
              <a:avLst>
                <a:gd name="adj1" fmla="val 4190"/>
                <a:gd name="adj2" fmla="val 2604"/>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Top Corners Rounded 19">
              <a:extLst>
                <a:ext uri="{FF2B5EF4-FFF2-40B4-BE49-F238E27FC236}">
                  <a16:creationId xmlns:a16="http://schemas.microsoft.com/office/drawing/2014/main" id="{90CB7FD1-1EE3-604A-A7E7-9CA7AAF0B437}"/>
                </a:ext>
              </a:extLst>
            </p:cNvPr>
            <p:cNvSpPr/>
            <p:nvPr/>
          </p:nvSpPr>
          <p:spPr>
            <a:xfrm>
              <a:off x="6090207" y="1089915"/>
              <a:ext cx="2574331" cy="1596288"/>
            </a:xfrm>
            <a:prstGeom prst="round2SameRect">
              <a:avLst>
                <a:gd name="adj1" fmla="val 4190"/>
                <a:gd name="adj2" fmla="val 2604"/>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Rectangle: Top Corners Rounded 20">
            <a:extLst>
              <a:ext uri="{FF2B5EF4-FFF2-40B4-BE49-F238E27FC236}">
                <a16:creationId xmlns:a16="http://schemas.microsoft.com/office/drawing/2014/main" id="{24AB51C8-2504-DFD2-8801-B657473226D5}"/>
              </a:ext>
            </a:extLst>
          </p:cNvPr>
          <p:cNvSpPr/>
          <p:nvPr/>
        </p:nvSpPr>
        <p:spPr>
          <a:xfrm>
            <a:off x="8853227" y="919318"/>
            <a:ext cx="2835455" cy="5071799"/>
          </a:xfrm>
          <a:prstGeom prst="round2SameRect">
            <a:avLst>
              <a:gd name="adj1" fmla="val 4190"/>
              <a:gd name="adj2" fmla="val 2604"/>
            </a:avLst>
          </a:prstGeom>
          <a:gradFill>
            <a:gsLst>
              <a:gs pos="0">
                <a:srgbClr val="990099"/>
              </a:gs>
              <a:gs pos="100000">
                <a:schemeClr val="accent2"/>
              </a:gs>
            </a:gsLst>
            <a:lin ang="5400000" scaled="1"/>
          </a:gra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4" name="Group 23">
            <a:extLst>
              <a:ext uri="{FF2B5EF4-FFF2-40B4-BE49-F238E27FC236}">
                <a16:creationId xmlns:a16="http://schemas.microsoft.com/office/drawing/2014/main" id="{17C23839-35DF-16AF-C3F2-F9FBD845DDAE}"/>
              </a:ext>
            </a:extLst>
          </p:cNvPr>
          <p:cNvGrpSpPr/>
          <p:nvPr/>
        </p:nvGrpSpPr>
        <p:grpSpPr>
          <a:xfrm>
            <a:off x="1694529" y="1206969"/>
            <a:ext cx="1218084" cy="799781"/>
            <a:chOff x="1740944" y="1533195"/>
            <a:chExt cx="1218084" cy="837298"/>
          </a:xfrm>
        </p:grpSpPr>
        <p:sp>
          <p:nvSpPr>
            <p:cNvPr id="26" name="TextBox 25">
              <a:extLst>
                <a:ext uri="{FF2B5EF4-FFF2-40B4-BE49-F238E27FC236}">
                  <a16:creationId xmlns:a16="http://schemas.microsoft.com/office/drawing/2014/main" id="{87FF189E-A2DE-DACA-A132-157BE6E04ECA}"/>
                </a:ext>
              </a:extLst>
            </p:cNvPr>
            <p:cNvSpPr txBox="1"/>
            <p:nvPr/>
          </p:nvSpPr>
          <p:spPr>
            <a:xfrm>
              <a:off x="1740944" y="1533195"/>
              <a:ext cx="1218084" cy="604152"/>
            </a:xfrm>
            <a:prstGeom prst="rect">
              <a:avLst/>
            </a:prstGeom>
            <a:noFill/>
          </p:spPr>
          <p:txBody>
            <a:bodyPr wrap="square" rtlCol="0">
              <a:spAutoFit/>
            </a:bodyPr>
            <a:lstStyle/>
            <a:p>
              <a:pPr algn="r"/>
              <a:r>
                <a:rPr lang="ar-LY" sz="1050" b="1" dirty="0">
                  <a:solidFill>
                    <a:schemeClr val="tx1">
                      <a:alpha val="85000"/>
                    </a:schemeClr>
                  </a:solidFill>
                  <a:latin typeface="Montserrat Medium" panose="020B0604020202020204" charset="0"/>
                </a:rPr>
                <a:t>نسبة مشتركي الجيل الرابع من اجمالي مشتركي الانترنت</a:t>
              </a:r>
              <a:endParaRPr lang="en-US" sz="1050" b="1" dirty="0">
                <a:solidFill>
                  <a:schemeClr val="tx1">
                    <a:alpha val="85000"/>
                  </a:schemeClr>
                </a:solidFill>
                <a:latin typeface="Montserrat Medium" panose="020B0604020202020204" charset="0"/>
              </a:endParaRPr>
            </a:p>
          </p:txBody>
        </p:sp>
        <p:sp>
          <p:nvSpPr>
            <p:cNvPr id="27" name="TextBox 26">
              <a:extLst>
                <a:ext uri="{FF2B5EF4-FFF2-40B4-BE49-F238E27FC236}">
                  <a16:creationId xmlns:a16="http://schemas.microsoft.com/office/drawing/2014/main" id="{1A8A4E5C-0FBC-C7F8-593D-2716B28F67B4}"/>
                </a:ext>
              </a:extLst>
            </p:cNvPr>
            <p:cNvSpPr txBox="1"/>
            <p:nvPr/>
          </p:nvSpPr>
          <p:spPr>
            <a:xfrm>
              <a:off x="1938215" y="2128833"/>
              <a:ext cx="1017270" cy="241660"/>
            </a:xfrm>
            <a:prstGeom prst="rect">
              <a:avLst/>
            </a:prstGeom>
            <a:noFill/>
          </p:spPr>
          <p:txBody>
            <a:bodyPr wrap="square" rtlCol="0">
              <a:spAutoFit/>
            </a:bodyPr>
            <a:lstStyle/>
            <a:p>
              <a:pPr algn="r"/>
              <a:r>
                <a:rPr lang="ar-LY" sz="900" b="1" dirty="0">
                  <a:solidFill>
                    <a:srgbClr val="990099"/>
                  </a:solidFill>
                  <a:latin typeface="Montserrat" panose="00000500000000000000" pitchFamily="2" charset="0"/>
                </a:rPr>
                <a:t>2,399,997</a:t>
              </a:r>
              <a:r>
                <a:rPr lang="ar-LY" sz="900" dirty="0">
                  <a:solidFill>
                    <a:schemeClr val="tx2"/>
                  </a:solidFill>
                  <a:latin typeface="Montserrat" panose="00000500000000000000" pitchFamily="2" charset="0"/>
                </a:rPr>
                <a:t> </a:t>
              </a:r>
              <a:r>
                <a:rPr lang="ar-LY" sz="900" dirty="0">
                  <a:latin typeface="Montserrat" panose="00000500000000000000" pitchFamily="2" charset="0"/>
                </a:rPr>
                <a:t>مشترك</a:t>
              </a:r>
              <a:endParaRPr lang="en-US" sz="900" dirty="0">
                <a:latin typeface="Montserrat" panose="00000500000000000000" pitchFamily="2" charset="0"/>
              </a:endParaRPr>
            </a:p>
          </p:txBody>
        </p:sp>
      </p:grpSp>
      <p:grpSp>
        <p:nvGrpSpPr>
          <p:cNvPr id="32" name="Group 31">
            <a:extLst>
              <a:ext uri="{FF2B5EF4-FFF2-40B4-BE49-F238E27FC236}">
                <a16:creationId xmlns:a16="http://schemas.microsoft.com/office/drawing/2014/main" id="{C74D110C-478D-A816-6F54-465FA88F8305}"/>
              </a:ext>
            </a:extLst>
          </p:cNvPr>
          <p:cNvGrpSpPr/>
          <p:nvPr/>
        </p:nvGrpSpPr>
        <p:grpSpPr>
          <a:xfrm>
            <a:off x="4572690" y="1206969"/>
            <a:ext cx="1216917" cy="807913"/>
            <a:chOff x="4640323" y="1465078"/>
            <a:chExt cx="1216917" cy="845812"/>
          </a:xfrm>
        </p:grpSpPr>
        <p:sp>
          <p:nvSpPr>
            <p:cNvPr id="34" name="TextBox 33">
              <a:extLst>
                <a:ext uri="{FF2B5EF4-FFF2-40B4-BE49-F238E27FC236}">
                  <a16:creationId xmlns:a16="http://schemas.microsoft.com/office/drawing/2014/main" id="{86EDE0F0-642F-5AC7-6D91-2740C961190C}"/>
                </a:ext>
              </a:extLst>
            </p:cNvPr>
            <p:cNvSpPr txBox="1"/>
            <p:nvPr/>
          </p:nvSpPr>
          <p:spPr>
            <a:xfrm>
              <a:off x="4640323" y="1465078"/>
              <a:ext cx="1216917" cy="434989"/>
            </a:xfrm>
            <a:prstGeom prst="rect">
              <a:avLst/>
            </a:prstGeom>
            <a:noFill/>
          </p:spPr>
          <p:txBody>
            <a:bodyPr wrap="square" rtlCol="0">
              <a:spAutoFit/>
            </a:bodyPr>
            <a:lstStyle/>
            <a:p>
              <a:pPr algn="r"/>
              <a:r>
                <a:rPr lang="ar-LY" sz="1050" b="1" dirty="0">
                  <a:solidFill>
                    <a:schemeClr val="tx1">
                      <a:alpha val="85000"/>
                    </a:schemeClr>
                  </a:solidFill>
                  <a:latin typeface="Montserrat Medium" panose="020B0604020202020204" charset="0"/>
                </a:rPr>
                <a:t>نسبة مشتركي الانترنت من اجمالي المشتركين</a:t>
              </a:r>
              <a:endParaRPr lang="en-US" sz="1050" b="1" dirty="0">
                <a:solidFill>
                  <a:schemeClr val="tx1">
                    <a:alpha val="85000"/>
                  </a:schemeClr>
                </a:solidFill>
                <a:latin typeface="Montserrat Medium" panose="020B0604020202020204" charset="0"/>
              </a:endParaRPr>
            </a:p>
          </p:txBody>
        </p:sp>
        <p:sp>
          <p:nvSpPr>
            <p:cNvPr id="35" name="TextBox 34">
              <a:extLst>
                <a:ext uri="{FF2B5EF4-FFF2-40B4-BE49-F238E27FC236}">
                  <a16:creationId xmlns:a16="http://schemas.microsoft.com/office/drawing/2014/main" id="{73BF3684-DAF8-210A-C779-5315190486E1}"/>
                </a:ext>
              </a:extLst>
            </p:cNvPr>
            <p:cNvSpPr txBox="1"/>
            <p:nvPr/>
          </p:nvSpPr>
          <p:spPr>
            <a:xfrm>
              <a:off x="4733704" y="2069230"/>
              <a:ext cx="1123536" cy="241660"/>
            </a:xfrm>
            <a:prstGeom prst="rect">
              <a:avLst/>
            </a:prstGeom>
            <a:noFill/>
          </p:spPr>
          <p:txBody>
            <a:bodyPr wrap="square" rtlCol="0">
              <a:spAutoFit/>
            </a:bodyPr>
            <a:lstStyle/>
            <a:p>
              <a:pPr algn="r"/>
              <a:r>
                <a:rPr lang="ar-LY" sz="900" b="1" dirty="0">
                  <a:solidFill>
                    <a:srgbClr val="990099"/>
                  </a:solidFill>
                  <a:latin typeface="Montserrat" panose="00000500000000000000" pitchFamily="2" charset="0"/>
                </a:rPr>
                <a:t>3,112,840</a:t>
              </a:r>
              <a:r>
                <a:rPr lang="ar-LY" sz="900" dirty="0">
                  <a:solidFill>
                    <a:schemeClr val="tx2"/>
                  </a:solidFill>
                  <a:latin typeface="Montserrat" panose="00000500000000000000" pitchFamily="2" charset="0"/>
                </a:rPr>
                <a:t> </a:t>
              </a:r>
              <a:r>
                <a:rPr lang="ar-LY" sz="900" dirty="0">
                  <a:latin typeface="Montserrat" panose="00000500000000000000" pitchFamily="2" charset="0"/>
                </a:rPr>
                <a:t>مشترك</a:t>
              </a:r>
              <a:endParaRPr lang="en-US" sz="900" dirty="0">
                <a:latin typeface="Montserrat" panose="00000500000000000000" pitchFamily="2" charset="0"/>
              </a:endParaRPr>
            </a:p>
          </p:txBody>
        </p:sp>
      </p:grpSp>
      <p:grpSp>
        <p:nvGrpSpPr>
          <p:cNvPr id="40" name="Group 39">
            <a:extLst>
              <a:ext uri="{FF2B5EF4-FFF2-40B4-BE49-F238E27FC236}">
                <a16:creationId xmlns:a16="http://schemas.microsoft.com/office/drawing/2014/main" id="{D72AB3A8-5489-7EC9-323D-2D10066F8264}"/>
              </a:ext>
            </a:extLst>
          </p:cNvPr>
          <p:cNvGrpSpPr/>
          <p:nvPr/>
        </p:nvGrpSpPr>
        <p:grpSpPr>
          <a:xfrm>
            <a:off x="7439255" y="1206969"/>
            <a:ext cx="1056302" cy="807914"/>
            <a:chOff x="7588168" y="1465078"/>
            <a:chExt cx="1056302" cy="845813"/>
          </a:xfrm>
        </p:grpSpPr>
        <p:sp>
          <p:nvSpPr>
            <p:cNvPr id="42" name="TextBox 41">
              <a:extLst>
                <a:ext uri="{FF2B5EF4-FFF2-40B4-BE49-F238E27FC236}">
                  <a16:creationId xmlns:a16="http://schemas.microsoft.com/office/drawing/2014/main" id="{4EC88BA5-BFE2-F945-25CA-2C4139E4B3FA}"/>
                </a:ext>
              </a:extLst>
            </p:cNvPr>
            <p:cNvSpPr txBox="1"/>
            <p:nvPr/>
          </p:nvSpPr>
          <p:spPr>
            <a:xfrm>
              <a:off x="7588168" y="1465078"/>
              <a:ext cx="1049101" cy="434989"/>
            </a:xfrm>
            <a:prstGeom prst="rect">
              <a:avLst/>
            </a:prstGeom>
            <a:noFill/>
          </p:spPr>
          <p:txBody>
            <a:bodyPr wrap="square" rtlCol="0">
              <a:spAutoFit/>
            </a:bodyPr>
            <a:lstStyle/>
            <a:p>
              <a:pPr algn="r"/>
              <a:r>
                <a:rPr lang="ar-LY" sz="1050" b="1" dirty="0">
                  <a:solidFill>
                    <a:schemeClr val="tx1">
                      <a:alpha val="85000"/>
                    </a:schemeClr>
                  </a:solidFill>
                  <a:latin typeface="Montserrat Medium" panose="020B0604020202020204" charset="0"/>
                </a:rPr>
                <a:t>نسبة الانخفاض عن المستهدف</a:t>
              </a:r>
              <a:endParaRPr lang="en-US" sz="1050" b="1" dirty="0">
                <a:solidFill>
                  <a:schemeClr val="tx1">
                    <a:alpha val="85000"/>
                  </a:schemeClr>
                </a:solidFill>
                <a:latin typeface="Montserrat Medium" panose="020B0604020202020204" charset="0"/>
              </a:endParaRPr>
            </a:p>
          </p:txBody>
        </p:sp>
        <p:sp>
          <p:nvSpPr>
            <p:cNvPr id="43" name="TextBox 42">
              <a:extLst>
                <a:ext uri="{FF2B5EF4-FFF2-40B4-BE49-F238E27FC236}">
                  <a16:creationId xmlns:a16="http://schemas.microsoft.com/office/drawing/2014/main" id="{2A9C12B0-FC87-269E-4A66-5EB28F26F066}"/>
                </a:ext>
              </a:extLst>
            </p:cNvPr>
            <p:cNvSpPr txBox="1"/>
            <p:nvPr/>
          </p:nvSpPr>
          <p:spPr>
            <a:xfrm>
              <a:off x="7595369" y="2069231"/>
              <a:ext cx="1049101" cy="241660"/>
            </a:xfrm>
            <a:prstGeom prst="rect">
              <a:avLst/>
            </a:prstGeom>
            <a:noFill/>
          </p:spPr>
          <p:txBody>
            <a:bodyPr wrap="square" rtlCol="0">
              <a:spAutoFit/>
            </a:bodyPr>
            <a:lstStyle/>
            <a:p>
              <a:pPr algn="r"/>
              <a:r>
                <a:rPr lang="ar-LY" sz="900" b="1" dirty="0">
                  <a:solidFill>
                    <a:srgbClr val="990099"/>
                  </a:solidFill>
                  <a:latin typeface="Montserrat" panose="00000500000000000000" pitchFamily="2" charset="0"/>
                </a:rPr>
                <a:t>86,134,268</a:t>
              </a:r>
              <a:r>
                <a:rPr lang="ar-LY" sz="900" dirty="0">
                  <a:solidFill>
                    <a:schemeClr val="tx2"/>
                  </a:solidFill>
                  <a:latin typeface="Montserrat" panose="00000500000000000000" pitchFamily="2" charset="0"/>
                </a:rPr>
                <a:t> </a:t>
              </a:r>
              <a:r>
                <a:rPr lang="ar-LY" sz="900" dirty="0">
                  <a:latin typeface="Montserrat" panose="00000500000000000000" pitchFamily="2" charset="0"/>
                </a:rPr>
                <a:t>د.ل.</a:t>
              </a:r>
              <a:endParaRPr lang="en-US" sz="900" dirty="0">
                <a:latin typeface="Montserrat" panose="00000500000000000000" pitchFamily="2" charset="0"/>
              </a:endParaRPr>
            </a:p>
          </p:txBody>
        </p:sp>
      </p:grpSp>
      <p:grpSp>
        <p:nvGrpSpPr>
          <p:cNvPr id="48" name="Group 47">
            <a:extLst>
              <a:ext uri="{FF2B5EF4-FFF2-40B4-BE49-F238E27FC236}">
                <a16:creationId xmlns:a16="http://schemas.microsoft.com/office/drawing/2014/main" id="{20D4B6B6-C93E-5263-E849-F9D3411CE02D}"/>
              </a:ext>
            </a:extLst>
          </p:cNvPr>
          <p:cNvGrpSpPr/>
          <p:nvPr/>
        </p:nvGrpSpPr>
        <p:grpSpPr>
          <a:xfrm>
            <a:off x="9171187" y="1270408"/>
            <a:ext cx="894108" cy="854045"/>
            <a:chOff x="887988" y="1563603"/>
            <a:chExt cx="894108" cy="894108"/>
          </a:xfrm>
        </p:grpSpPr>
        <p:sp>
          <p:nvSpPr>
            <p:cNvPr id="49" name="Oval 48">
              <a:extLst>
                <a:ext uri="{FF2B5EF4-FFF2-40B4-BE49-F238E27FC236}">
                  <a16:creationId xmlns:a16="http://schemas.microsoft.com/office/drawing/2014/main" id="{000C2DAA-8DF7-5592-687B-E439AAC932C7}"/>
                </a:ext>
              </a:extLst>
            </p:cNvPr>
            <p:cNvSpPr/>
            <p:nvPr/>
          </p:nvSpPr>
          <p:spPr>
            <a:xfrm>
              <a:off x="887989" y="1563604"/>
              <a:ext cx="894106" cy="894106"/>
            </a:xfrm>
            <a:prstGeom prst="ellipse">
              <a:avLst/>
            </a:prstGeom>
            <a:noFill/>
            <a:ln w="114300">
              <a:solidFill>
                <a:schemeClr val="tx2">
                  <a:alpha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50" name="Arc 49">
              <a:extLst>
                <a:ext uri="{FF2B5EF4-FFF2-40B4-BE49-F238E27FC236}">
                  <a16:creationId xmlns:a16="http://schemas.microsoft.com/office/drawing/2014/main" id="{4AFB3BC6-D444-32B9-E951-9881D98E4973}"/>
                </a:ext>
              </a:extLst>
            </p:cNvPr>
            <p:cNvSpPr/>
            <p:nvPr/>
          </p:nvSpPr>
          <p:spPr>
            <a:xfrm>
              <a:off x="887988" y="1563603"/>
              <a:ext cx="894108" cy="894108"/>
            </a:xfrm>
            <a:prstGeom prst="arc">
              <a:avLst>
                <a:gd name="adj1" fmla="val 11798161"/>
                <a:gd name="adj2" fmla="val 7323193"/>
              </a:avLst>
            </a:prstGeom>
            <a:noFill/>
            <a:ln w="508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solidFill>
                  <a:schemeClr val="tx1"/>
                </a:solidFill>
              </a:endParaRPr>
            </a:p>
          </p:txBody>
        </p:sp>
      </p:grpSp>
      <p:grpSp>
        <p:nvGrpSpPr>
          <p:cNvPr id="51" name="Group 50">
            <a:extLst>
              <a:ext uri="{FF2B5EF4-FFF2-40B4-BE49-F238E27FC236}">
                <a16:creationId xmlns:a16="http://schemas.microsoft.com/office/drawing/2014/main" id="{C56798DE-3EB8-08FB-4077-80B93B922895}"/>
              </a:ext>
            </a:extLst>
          </p:cNvPr>
          <p:cNvGrpSpPr/>
          <p:nvPr/>
        </p:nvGrpSpPr>
        <p:grpSpPr>
          <a:xfrm>
            <a:off x="10206153" y="1211196"/>
            <a:ext cx="1425906" cy="1046391"/>
            <a:chOff x="10448565" y="1377885"/>
            <a:chExt cx="1049100" cy="1095477"/>
          </a:xfrm>
        </p:grpSpPr>
        <p:sp>
          <p:nvSpPr>
            <p:cNvPr id="52" name="TextBox 51">
              <a:extLst>
                <a:ext uri="{FF2B5EF4-FFF2-40B4-BE49-F238E27FC236}">
                  <a16:creationId xmlns:a16="http://schemas.microsoft.com/office/drawing/2014/main" id="{C0821A5E-5677-594F-DBBC-3CB3A58A49A9}"/>
                </a:ext>
              </a:extLst>
            </p:cNvPr>
            <p:cNvSpPr txBox="1"/>
            <p:nvPr/>
          </p:nvSpPr>
          <p:spPr>
            <a:xfrm>
              <a:off x="10448565" y="1649160"/>
              <a:ext cx="1049099" cy="289993"/>
            </a:xfrm>
            <a:prstGeom prst="rect">
              <a:avLst/>
            </a:prstGeom>
            <a:noFill/>
          </p:spPr>
          <p:txBody>
            <a:bodyPr wrap="square" rtlCol="0" anchor="ctr">
              <a:spAutoFit/>
            </a:bodyPr>
            <a:lstStyle/>
            <a:p>
              <a:pPr algn="r"/>
              <a:r>
                <a:rPr lang="ar-LY" sz="1200" b="1" dirty="0">
                  <a:solidFill>
                    <a:schemeClr val="bg1"/>
                  </a:solidFill>
                  <a:latin typeface="Tajawal" panose="00000500000000000000" pitchFamily="2" charset="-78"/>
                  <a:cs typeface="Tajawal" panose="00000500000000000000" pitchFamily="2" charset="-78"/>
                </a:rPr>
                <a:t> 827,953,071 د.ل.</a:t>
              </a:r>
              <a:endParaRPr lang="en-US" sz="1200" dirty="0">
                <a:solidFill>
                  <a:schemeClr val="bg1"/>
                </a:solidFill>
              </a:endParaRPr>
            </a:p>
          </p:txBody>
        </p:sp>
        <p:sp>
          <p:nvSpPr>
            <p:cNvPr id="53" name="TextBox 52">
              <a:extLst>
                <a:ext uri="{FF2B5EF4-FFF2-40B4-BE49-F238E27FC236}">
                  <a16:creationId xmlns:a16="http://schemas.microsoft.com/office/drawing/2014/main" id="{FB9694A9-348C-5FE8-2637-AE78FA70D408}"/>
                </a:ext>
              </a:extLst>
            </p:cNvPr>
            <p:cNvSpPr txBox="1"/>
            <p:nvPr/>
          </p:nvSpPr>
          <p:spPr>
            <a:xfrm>
              <a:off x="10448565" y="1377885"/>
              <a:ext cx="1049100" cy="265827"/>
            </a:xfrm>
            <a:prstGeom prst="rect">
              <a:avLst/>
            </a:prstGeom>
            <a:noFill/>
          </p:spPr>
          <p:txBody>
            <a:bodyPr wrap="square" rtlCol="0">
              <a:spAutoFit/>
            </a:bodyPr>
            <a:lstStyle/>
            <a:p>
              <a:pPr algn="r"/>
              <a:r>
                <a:rPr lang="ar-LY" sz="1050" b="1" dirty="0">
                  <a:solidFill>
                    <a:schemeClr val="bg2"/>
                  </a:solidFill>
                  <a:latin typeface="Montserrat Medium" panose="020B0604020202020204" charset="0"/>
                </a:rPr>
                <a:t>الايراد الكلي</a:t>
              </a:r>
              <a:endParaRPr lang="en-US" sz="1050" b="1" dirty="0">
                <a:solidFill>
                  <a:schemeClr val="bg2"/>
                </a:solidFill>
                <a:latin typeface="Montserrat Medium" panose="020B0604020202020204" charset="0"/>
              </a:endParaRPr>
            </a:p>
          </p:txBody>
        </p:sp>
        <p:sp>
          <p:nvSpPr>
            <p:cNvPr id="54" name="TextBox 53">
              <a:extLst>
                <a:ext uri="{FF2B5EF4-FFF2-40B4-BE49-F238E27FC236}">
                  <a16:creationId xmlns:a16="http://schemas.microsoft.com/office/drawing/2014/main" id="{92D6FB10-0C43-47C3-6A1C-E7DC818C46BB}"/>
                </a:ext>
              </a:extLst>
            </p:cNvPr>
            <p:cNvSpPr txBox="1"/>
            <p:nvPr/>
          </p:nvSpPr>
          <p:spPr>
            <a:xfrm>
              <a:off x="10448565" y="1941709"/>
              <a:ext cx="1049100" cy="531653"/>
            </a:xfrm>
            <a:prstGeom prst="rect">
              <a:avLst/>
            </a:prstGeom>
            <a:noFill/>
          </p:spPr>
          <p:txBody>
            <a:bodyPr wrap="square" rtlCol="0">
              <a:spAutoFit/>
            </a:bodyPr>
            <a:lstStyle/>
            <a:p>
              <a:pPr algn="r"/>
              <a:r>
                <a:rPr lang="ar-LY" sz="900" dirty="0">
                  <a:solidFill>
                    <a:schemeClr val="bg1">
                      <a:alpha val="60000"/>
                    </a:schemeClr>
                  </a:solidFill>
                  <a:latin typeface="Montserrat" panose="00000500000000000000" pitchFamily="2" charset="0"/>
                </a:rPr>
                <a:t>الايراد الكلي خلال شهر اكتوبر 86,134,268 د.ل.</a:t>
              </a:r>
            </a:p>
            <a:p>
              <a:endParaRPr lang="en-US" sz="900" dirty="0">
                <a:solidFill>
                  <a:schemeClr val="bg2">
                    <a:alpha val="60000"/>
                  </a:schemeClr>
                </a:solidFill>
                <a:latin typeface="Montserrat" panose="00000500000000000000" pitchFamily="2" charset="0"/>
              </a:endParaRPr>
            </a:p>
          </p:txBody>
        </p:sp>
      </p:grpSp>
      <p:sp>
        <p:nvSpPr>
          <p:cNvPr id="55" name="TextBox 54">
            <a:extLst>
              <a:ext uri="{FF2B5EF4-FFF2-40B4-BE49-F238E27FC236}">
                <a16:creationId xmlns:a16="http://schemas.microsoft.com/office/drawing/2014/main" id="{B15F6187-031B-9D33-E607-F3DEBBD31614}"/>
              </a:ext>
            </a:extLst>
          </p:cNvPr>
          <p:cNvSpPr txBox="1"/>
          <p:nvPr/>
        </p:nvSpPr>
        <p:spPr>
          <a:xfrm>
            <a:off x="10368907" y="2957182"/>
            <a:ext cx="1229224" cy="307777"/>
          </a:xfrm>
          <a:prstGeom prst="rect">
            <a:avLst/>
          </a:prstGeom>
          <a:noFill/>
        </p:spPr>
        <p:txBody>
          <a:bodyPr wrap="square" rtlCol="0">
            <a:spAutoFit/>
          </a:bodyPr>
          <a:lstStyle/>
          <a:p>
            <a:pPr algn="r"/>
            <a:r>
              <a:rPr lang="en-US" sz="1400" b="1" dirty="0">
                <a:solidFill>
                  <a:schemeClr val="bg1"/>
                </a:solidFill>
                <a:latin typeface="Montserrat" panose="020B0604020202020204" charset="0"/>
              </a:rPr>
              <a:t>11,107,833</a:t>
            </a:r>
          </a:p>
        </p:txBody>
      </p:sp>
      <p:sp>
        <p:nvSpPr>
          <p:cNvPr id="56" name="TextBox 55">
            <a:extLst>
              <a:ext uri="{FF2B5EF4-FFF2-40B4-BE49-F238E27FC236}">
                <a16:creationId xmlns:a16="http://schemas.microsoft.com/office/drawing/2014/main" id="{A74D1B01-3BFA-65AD-D29F-2CA9B2970CCE}"/>
              </a:ext>
            </a:extLst>
          </p:cNvPr>
          <p:cNvSpPr txBox="1"/>
          <p:nvPr/>
        </p:nvSpPr>
        <p:spPr>
          <a:xfrm>
            <a:off x="8982780" y="2957183"/>
            <a:ext cx="1787561" cy="307777"/>
          </a:xfrm>
          <a:prstGeom prst="rect">
            <a:avLst/>
          </a:prstGeom>
          <a:noFill/>
        </p:spPr>
        <p:txBody>
          <a:bodyPr wrap="square" rtlCol="0">
            <a:spAutoFit/>
          </a:bodyPr>
          <a:lstStyle/>
          <a:p>
            <a:r>
              <a:rPr lang="ar-LY" sz="1400" dirty="0">
                <a:solidFill>
                  <a:schemeClr val="bg1"/>
                </a:solidFill>
                <a:latin typeface="Montserrat" panose="020B0604020202020204" charset="0"/>
              </a:rPr>
              <a:t>الباقات الاسبوعية</a:t>
            </a:r>
            <a:endParaRPr lang="en-US" sz="1400" dirty="0">
              <a:solidFill>
                <a:schemeClr val="bg1"/>
              </a:solidFill>
              <a:latin typeface="Montserrat" panose="020B0604020202020204" charset="0"/>
            </a:endParaRPr>
          </a:p>
        </p:txBody>
      </p:sp>
      <p:sp>
        <p:nvSpPr>
          <p:cNvPr id="57" name="Rectangle 56">
            <a:extLst>
              <a:ext uri="{FF2B5EF4-FFF2-40B4-BE49-F238E27FC236}">
                <a16:creationId xmlns:a16="http://schemas.microsoft.com/office/drawing/2014/main" id="{B882B7BE-20C6-3B8E-106B-149B02579357}"/>
              </a:ext>
            </a:extLst>
          </p:cNvPr>
          <p:cNvSpPr/>
          <p:nvPr/>
        </p:nvSpPr>
        <p:spPr>
          <a:xfrm>
            <a:off x="8853227" y="3447485"/>
            <a:ext cx="2835455" cy="387216"/>
          </a:xfrm>
          <a:prstGeom prst="rect">
            <a:avLst/>
          </a:prstGeom>
          <a:solidFill>
            <a:schemeClr val="bg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077D2998-F487-43C2-9A82-BAA3A0703104}"/>
              </a:ext>
            </a:extLst>
          </p:cNvPr>
          <p:cNvSpPr txBox="1"/>
          <p:nvPr/>
        </p:nvSpPr>
        <p:spPr>
          <a:xfrm>
            <a:off x="10471573" y="3486126"/>
            <a:ext cx="1126558" cy="307777"/>
          </a:xfrm>
          <a:prstGeom prst="rect">
            <a:avLst/>
          </a:prstGeom>
          <a:noFill/>
        </p:spPr>
        <p:txBody>
          <a:bodyPr wrap="square" rtlCol="0">
            <a:spAutoFit/>
          </a:bodyPr>
          <a:lstStyle/>
          <a:p>
            <a:pPr algn="r"/>
            <a:r>
              <a:rPr lang="en-US" sz="1400" b="1" dirty="0">
                <a:solidFill>
                  <a:schemeClr val="bg1"/>
                </a:solidFill>
                <a:latin typeface="Montserrat" panose="020B0604020202020204" charset="0"/>
              </a:rPr>
              <a:t>4,555,876</a:t>
            </a:r>
          </a:p>
        </p:txBody>
      </p:sp>
      <p:sp>
        <p:nvSpPr>
          <p:cNvPr id="59" name="TextBox 58">
            <a:extLst>
              <a:ext uri="{FF2B5EF4-FFF2-40B4-BE49-F238E27FC236}">
                <a16:creationId xmlns:a16="http://schemas.microsoft.com/office/drawing/2014/main" id="{B1E9A059-6C53-7789-4976-564FFF20D87D}"/>
              </a:ext>
            </a:extLst>
          </p:cNvPr>
          <p:cNvSpPr txBox="1"/>
          <p:nvPr/>
        </p:nvSpPr>
        <p:spPr>
          <a:xfrm>
            <a:off x="8982781" y="3486127"/>
            <a:ext cx="1787562" cy="307777"/>
          </a:xfrm>
          <a:prstGeom prst="rect">
            <a:avLst/>
          </a:prstGeom>
          <a:noFill/>
        </p:spPr>
        <p:txBody>
          <a:bodyPr wrap="square" rtlCol="0">
            <a:spAutoFit/>
          </a:bodyPr>
          <a:lstStyle/>
          <a:p>
            <a:r>
              <a:rPr lang="ar-LY" sz="1400" dirty="0">
                <a:solidFill>
                  <a:schemeClr val="bg1"/>
                </a:solidFill>
                <a:latin typeface="Montserrat" panose="020B0604020202020204" charset="0"/>
              </a:rPr>
              <a:t>الباقات النصف الشهرية</a:t>
            </a:r>
            <a:endParaRPr lang="en-US" sz="1400" dirty="0">
              <a:solidFill>
                <a:schemeClr val="bg1"/>
              </a:solidFill>
              <a:latin typeface="Montserrat" panose="020B0604020202020204" charset="0"/>
            </a:endParaRPr>
          </a:p>
        </p:txBody>
      </p:sp>
      <p:sp>
        <p:nvSpPr>
          <p:cNvPr id="60" name="TextBox 59">
            <a:extLst>
              <a:ext uri="{FF2B5EF4-FFF2-40B4-BE49-F238E27FC236}">
                <a16:creationId xmlns:a16="http://schemas.microsoft.com/office/drawing/2014/main" id="{E212F2CA-08FA-9641-A100-EA4373E43518}"/>
              </a:ext>
            </a:extLst>
          </p:cNvPr>
          <p:cNvSpPr txBox="1"/>
          <p:nvPr/>
        </p:nvSpPr>
        <p:spPr>
          <a:xfrm>
            <a:off x="10295467" y="4043010"/>
            <a:ext cx="1302664" cy="307777"/>
          </a:xfrm>
          <a:prstGeom prst="rect">
            <a:avLst/>
          </a:prstGeom>
          <a:noFill/>
        </p:spPr>
        <p:txBody>
          <a:bodyPr wrap="square" rtlCol="0">
            <a:spAutoFit/>
          </a:bodyPr>
          <a:lstStyle/>
          <a:p>
            <a:pPr algn="r"/>
            <a:r>
              <a:rPr lang="en-US" sz="1400" b="1" dirty="0">
                <a:solidFill>
                  <a:schemeClr val="bg1"/>
                </a:solidFill>
                <a:latin typeface="Montserrat" panose="020B0604020202020204" charset="0"/>
              </a:rPr>
              <a:t>58,668,215</a:t>
            </a:r>
          </a:p>
        </p:txBody>
      </p:sp>
      <p:sp>
        <p:nvSpPr>
          <p:cNvPr id="61" name="TextBox 60">
            <a:extLst>
              <a:ext uri="{FF2B5EF4-FFF2-40B4-BE49-F238E27FC236}">
                <a16:creationId xmlns:a16="http://schemas.microsoft.com/office/drawing/2014/main" id="{B9135C48-9E22-8112-9D1A-B6AED230AB9E}"/>
              </a:ext>
            </a:extLst>
          </p:cNvPr>
          <p:cNvSpPr txBox="1"/>
          <p:nvPr/>
        </p:nvSpPr>
        <p:spPr>
          <a:xfrm>
            <a:off x="8971126" y="4064949"/>
            <a:ext cx="1812025" cy="307777"/>
          </a:xfrm>
          <a:prstGeom prst="rect">
            <a:avLst/>
          </a:prstGeom>
          <a:noFill/>
        </p:spPr>
        <p:txBody>
          <a:bodyPr wrap="square" rtlCol="0">
            <a:spAutoFit/>
          </a:bodyPr>
          <a:lstStyle/>
          <a:p>
            <a:r>
              <a:rPr lang="ar-LY" sz="1400" dirty="0">
                <a:solidFill>
                  <a:schemeClr val="bg1"/>
                </a:solidFill>
                <a:latin typeface="Montserrat" panose="020B0604020202020204" charset="0"/>
              </a:rPr>
              <a:t>الباقات الشهرية</a:t>
            </a:r>
            <a:endParaRPr lang="en-US" sz="1400" dirty="0">
              <a:solidFill>
                <a:schemeClr val="bg1"/>
              </a:solidFill>
              <a:latin typeface="Montserrat" panose="020B0604020202020204" charset="0"/>
            </a:endParaRPr>
          </a:p>
        </p:txBody>
      </p:sp>
      <p:sp>
        <p:nvSpPr>
          <p:cNvPr id="62" name="Rectangle 61">
            <a:extLst>
              <a:ext uri="{FF2B5EF4-FFF2-40B4-BE49-F238E27FC236}">
                <a16:creationId xmlns:a16="http://schemas.microsoft.com/office/drawing/2014/main" id="{EC96E004-2FC5-14D7-BD84-E0FA3372029F}"/>
              </a:ext>
            </a:extLst>
          </p:cNvPr>
          <p:cNvSpPr/>
          <p:nvPr/>
        </p:nvSpPr>
        <p:spPr>
          <a:xfrm>
            <a:off x="8853229" y="4525693"/>
            <a:ext cx="2835453" cy="387216"/>
          </a:xfrm>
          <a:prstGeom prst="rect">
            <a:avLst/>
          </a:prstGeom>
          <a:solidFill>
            <a:schemeClr val="bg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2BF39271-42D8-B63E-F830-406AC3EEF7FB}"/>
              </a:ext>
            </a:extLst>
          </p:cNvPr>
          <p:cNvSpPr txBox="1"/>
          <p:nvPr/>
        </p:nvSpPr>
        <p:spPr>
          <a:xfrm>
            <a:off x="10412515" y="4564334"/>
            <a:ext cx="1185616" cy="307777"/>
          </a:xfrm>
          <a:prstGeom prst="rect">
            <a:avLst/>
          </a:prstGeom>
          <a:noFill/>
        </p:spPr>
        <p:txBody>
          <a:bodyPr wrap="square" rtlCol="0">
            <a:spAutoFit/>
          </a:bodyPr>
          <a:lstStyle/>
          <a:p>
            <a:pPr algn="r"/>
            <a:r>
              <a:rPr lang="en-US" sz="1400" b="1" dirty="0">
                <a:solidFill>
                  <a:schemeClr val="bg1"/>
                </a:solidFill>
                <a:latin typeface="Montserrat" panose="020B0604020202020204" charset="0"/>
              </a:rPr>
              <a:t>9,227,215</a:t>
            </a:r>
          </a:p>
        </p:txBody>
      </p:sp>
      <p:sp>
        <p:nvSpPr>
          <p:cNvPr id="64" name="TextBox 63">
            <a:extLst>
              <a:ext uri="{FF2B5EF4-FFF2-40B4-BE49-F238E27FC236}">
                <a16:creationId xmlns:a16="http://schemas.microsoft.com/office/drawing/2014/main" id="{D12648B2-C0C3-9649-5882-25C88B623E61}"/>
              </a:ext>
            </a:extLst>
          </p:cNvPr>
          <p:cNvSpPr txBox="1"/>
          <p:nvPr/>
        </p:nvSpPr>
        <p:spPr>
          <a:xfrm>
            <a:off x="8982780" y="4564335"/>
            <a:ext cx="1812025" cy="307777"/>
          </a:xfrm>
          <a:prstGeom prst="rect">
            <a:avLst/>
          </a:prstGeom>
          <a:noFill/>
        </p:spPr>
        <p:txBody>
          <a:bodyPr wrap="square" rtlCol="0">
            <a:spAutoFit/>
          </a:bodyPr>
          <a:lstStyle/>
          <a:p>
            <a:r>
              <a:rPr lang="ar-LY" sz="1400" dirty="0">
                <a:solidFill>
                  <a:schemeClr val="bg1"/>
                </a:solidFill>
                <a:latin typeface="Montserrat" panose="020B0604020202020204" charset="0"/>
              </a:rPr>
              <a:t>باقات إنتو الصدارة</a:t>
            </a:r>
            <a:endParaRPr lang="en-US" sz="1400" dirty="0">
              <a:solidFill>
                <a:schemeClr val="bg1"/>
              </a:solidFill>
              <a:latin typeface="Montserrat" panose="020B0604020202020204" charset="0"/>
            </a:endParaRPr>
          </a:p>
        </p:txBody>
      </p:sp>
      <p:sp>
        <p:nvSpPr>
          <p:cNvPr id="65" name="TextBox 64">
            <a:extLst>
              <a:ext uri="{FF2B5EF4-FFF2-40B4-BE49-F238E27FC236}">
                <a16:creationId xmlns:a16="http://schemas.microsoft.com/office/drawing/2014/main" id="{DB5A8625-E764-F797-D45E-513B161827B6}"/>
              </a:ext>
            </a:extLst>
          </p:cNvPr>
          <p:cNvSpPr txBox="1"/>
          <p:nvPr/>
        </p:nvSpPr>
        <p:spPr>
          <a:xfrm>
            <a:off x="10471573" y="5113598"/>
            <a:ext cx="1126558" cy="307777"/>
          </a:xfrm>
          <a:prstGeom prst="rect">
            <a:avLst/>
          </a:prstGeom>
          <a:noFill/>
        </p:spPr>
        <p:txBody>
          <a:bodyPr wrap="square" rtlCol="0">
            <a:spAutoFit/>
          </a:bodyPr>
          <a:lstStyle/>
          <a:p>
            <a:pPr algn="r"/>
            <a:r>
              <a:rPr lang="en-US" sz="1400" b="1" dirty="0">
                <a:solidFill>
                  <a:schemeClr val="bg1"/>
                </a:solidFill>
                <a:latin typeface="Montserrat" panose="020B0604020202020204" charset="0"/>
              </a:rPr>
              <a:t>487,878</a:t>
            </a:r>
          </a:p>
        </p:txBody>
      </p:sp>
      <p:sp>
        <p:nvSpPr>
          <p:cNvPr id="66" name="TextBox 65">
            <a:extLst>
              <a:ext uri="{FF2B5EF4-FFF2-40B4-BE49-F238E27FC236}">
                <a16:creationId xmlns:a16="http://schemas.microsoft.com/office/drawing/2014/main" id="{E69A43AC-534D-2335-2645-F2418AED28D9}"/>
              </a:ext>
            </a:extLst>
          </p:cNvPr>
          <p:cNvSpPr txBox="1"/>
          <p:nvPr/>
        </p:nvSpPr>
        <p:spPr>
          <a:xfrm>
            <a:off x="8982781" y="5113599"/>
            <a:ext cx="1787560" cy="307777"/>
          </a:xfrm>
          <a:prstGeom prst="rect">
            <a:avLst/>
          </a:prstGeom>
          <a:noFill/>
        </p:spPr>
        <p:txBody>
          <a:bodyPr wrap="square" rtlCol="0">
            <a:spAutoFit/>
          </a:bodyPr>
          <a:lstStyle/>
          <a:p>
            <a:r>
              <a:rPr lang="ar-LY" sz="1400" dirty="0">
                <a:solidFill>
                  <a:schemeClr val="bg1"/>
                </a:solidFill>
                <a:latin typeface="Montserrat" panose="020B0604020202020204" charset="0"/>
              </a:rPr>
              <a:t>باقات النت للصبح</a:t>
            </a:r>
            <a:endParaRPr lang="en-US" sz="1400" dirty="0">
              <a:solidFill>
                <a:schemeClr val="bg1"/>
              </a:solidFill>
              <a:latin typeface="Montserrat" panose="020B0604020202020204" charset="0"/>
            </a:endParaRPr>
          </a:p>
        </p:txBody>
      </p:sp>
      <p:sp>
        <p:nvSpPr>
          <p:cNvPr id="67" name="Rectangle 66">
            <a:extLst>
              <a:ext uri="{FF2B5EF4-FFF2-40B4-BE49-F238E27FC236}">
                <a16:creationId xmlns:a16="http://schemas.microsoft.com/office/drawing/2014/main" id="{D67AC7F9-4346-BA56-0DC7-AE57D786D736}"/>
              </a:ext>
            </a:extLst>
          </p:cNvPr>
          <p:cNvSpPr/>
          <p:nvPr/>
        </p:nvSpPr>
        <p:spPr>
          <a:xfrm>
            <a:off x="8853229" y="5603902"/>
            <a:ext cx="2835454" cy="387216"/>
          </a:xfrm>
          <a:prstGeom prst="rect">
            <a:avLst/>
          </a:prstGeom>
          <a:solidFill>
            <a:schemeClr val="bg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3992C752-3C06-FA59-C7B2-B39A4B61BE34}"/>
              </a:ext>
            </a:extLst>
          </p:cNvPr>
          <p:cNvSpPr txBox="1"/>
          <p:nvPr/>
        </p:nvSpPr>
        <p:spPr>
          <a:xfrm>
            <a:off x="10368907" y="5642543"/>
            <a:ext cx="1229224" cy="307777"/>
          </a:xfrm>
          <a:prstGeom prst="rect">
            <a:avLst/>
          </a:prstGeom>
          <a:noFill/>
        </p:spPr>
        <p:txBody>
          <a:bodyPr wrap="square" rtlCol="0">
            <a:spAutoFit/>
          </a:bodyPr>
          <a:lstStyle/>
          <a:p>
            <a:pPr algn="r"/>
            <a:r>
              <a:rPr lang="en-US" sz="1400" b="1" dirty="0">
                <a:solidFill>
                  <a:schemeClr val="bg1"/>
                </a:solidFill>
                <a:latin typeface="Montserrat" panose="020B0604020202020204" charset="0"/>
              </a:rPr>
              <a:t>1,751,791</a:t>
            </a:r>
          </a:p>
        </p:txBody>
      </p:sp>
      <p:sp>
        <p:nvSpPr>
          <p:cNvPr id="69" name="TextBox 68">
            <a:extLst>
              <a:ext uri="{FF2B5EF4-FFF2-40B4-BE49-F238E27FC236}">
                <a16:creationId xmlns:a16="http://schemas.microsoft.com/office/drawing/2014/main" id="{7661C681-F16A-6BF0-D1E5-E2BFEAD3739E}"/>
              </a:ext>
            </a:extLst>
          </p:cNvPr>
          <p:cNvSpPr txBox="1"/>
          <p:nvPr/>
        </p:nvSpPr>
        <p:spPr>
          <a:xfrm>
            <a:off x="8982781" y="5642544"/>
            <a:ext cx="1730541" cy="523220"/>
          </a:xfrm>
          <a:prstGeom prst="rect">
            <a:avLst/>
          </a:prstGeom>
          <a:noFill/>
        </p:spPr>
        <p:txBody>
          <a:bodyPr wrap="square" rtlCol="0">
            <a:spAutoFit/>
          </a:bodyPr>
          <a:lstStyle/>
          <a:p>
            <a:r>
              <a:rPr lang="ar-LY" sz="1400" dirty="0">
                <a:solidFill>
                  <a:schemeClr val="bg1"/>
                </a:solidFill>
                <a:latin typeface="Montserrat" panose="020B0604020202020204" charset="0"/>
              </a:rPr>
              <a:t>باقات اكستر</a:t>
            </a:r>
            <a:endParaRPr lang="en-US" sz="1400" dirty="0">
              <a:solidFill>
                <a:schemeClr val="bg1"/>
              </a:solidFill>
              <a:latin typeface="Montserrat" panose="020B0604020202020204" charset="0"/>
            </a:endParaRPr>
          </a:p>
          <a:p>
            <a:endParaRPr lang="en-US" sz="1400" dirty="0">
              <a:solidFill>
                <a:schemeClr val="bg1"/>
              </a:solidFill>
              <a:latin typeface="Montserrat" panose="020B0604020202020204" charset="0"/>
            </a:endParaRPr>
          </a:p>
        </p:txBody>
      </p:sp>
      <p:cxnSp>
        <p:nvCxnSpPr>
          <p:cNvPr id="70" name="Straight Connector 69">
            <a:extLst>
              <a:ext uri="{FF2B5EF4-FFF2-40B4-BE49-F238E27FC236}">
                <a16:creationId xmlns:a16="http://schemas.microsoft.com/office/drawing/2014/main" id="{5D4F8C64-375F-0FBE-FB73-B4A1617FC515}"/>
              </a:ext>
            </a:extLst>
          </p:cNvPr>
          <p:cNvCxnSpPr>
            <a:cxnSpLocks/>
          </p:cNvCxnSpPr>
          <p:nvPr/>
        </p:nvCxnSpPr>
        <p:spPr>
          <a:xfrm>
            <a:off x="9114351" y="2515606"/>
            <a:ext cx="2574331" cy="0"/>
          </a:xfrm>
          <a:prstGeom prst="line">
            <a:avLst/>
          </a:prstGeom>
          <a:ln w="19050">
            <a:solidFill>
              <a:schemeClr val="bg2">
                <a:alpha val="34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79" name="Graphic 10">
            <a:extLst>
              <a:ext uri="{FF2B5EF4-FFF2-40B4-BE49-F238E27FC236}">
                <a16:creationId xmlns:a16="http://schemas.microsoft.com/office/drawing/2014/main" id="{0689E988-CC5D-13E9-A382-9C4B534431E5}"/>
              </a:ext>
            </a:extLst>
          </p:cNvPr>
          <p:cNvGrpSpPr/>
          <p:nvPr/>
        </p:nvGrpSpPr>
        <p:grpSpPr>
          <a:xfrm>
            <a:off x="9426442" y="1500547"/>
            <a:ext cx="412364" cy="393887"/>
            <a:chOff x="11563349" y="1804987"/>
            <a:chExt cx="4876800" cy="4876800"/>
          </a:xfrm>
          <a:solidFill>
            <a:schemeClr val="bg2"/>
          </a:solidFill>
        </p:grpSpPr>
        <p:sp>
          <p:nvSpPr>
            <p:cNvPr id="80" name="Freeform: Shape 79">
              <a:extLst>
                <a:ext uri="{FF2B5EF4-FFF2-40B4-BE49-F238E27FC236}">
                  <a16:creationId xmlns:a16="http://schemas.microsoft.com/office/drawing/2014/main" id="{D794C9C7-EE8D-642C-06D6-4E691DC8BF97}"/>
                </a:ext>
              </a:extLst>
            </p:cNvPr>
            <p:cNvSpPr/>
            <p:nvPr/>
          </p:nvSpPr>
          <p:spPr>
            <a:xfrm>
              <a:off x="13615160" y="1836898"/>
              <a:ext cx="2486025" cy="2486025"/>
            </a:xfrm>
            <a:custGeom>
              <a:avLst/>
              <a:gdLst>
                <a:gd name="connsiteX0" fmla="*/ 2397021 w 2486025"/>
                <a:gd name="connsiteY0" fmla="*/ 1992895 h 2486025"/>
                <a:gd name="connsiteX1" fmla="*/ 494993 w 2486025"/>
                <a:gd name="connsiteY1" fmla="*/ 90590 h 2486025"/>
                <a:gd name="connsiteX2" fmla="*/ 90647 w 2486025"/>
                <a:gd name="connsiteY2" fmla="*/ 90448 h 2486025"/>
                <a:gd name="connsiteX3" fmla="*/ 90647 w 2486025"/>
                <a:gd name="connsiteY3" fmla="*/ 494793 h 2486025"/>
                <a:gd name="connsiteX4" fmla="*/ 1992952 w 2486025"/>
                <a:gd name="connsiteY4" fmla="*/ 2396965 h 2486025"/>
                <a:gd name="connsiteX5" fmla="*/ 2397021 w 2486025"/>
                <a:gd name="connsiteY5" fmla="*/ 2396965 h 2486025"/>
                <a:gd name="connsiteX6" fmla="*/ 2397021 w 2486025"/>
                <a:gd name="connsiteY6" fmla="*/ 1992895 h 248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6025" h="2486025">
                  <a:moveTo>
                    <a:pt x="2397021" y="1992895"/>
                  </a:moveTo>
                  <a:lnTo>
                    <a:pt x="494993" y="90590"/>
                  </a:lnTo>
                  <a:cubicBezTo>
                    <a:pt x="382817" y="-21309"/>
                    <a:pt x="201356" y="-19985"/>
                    <a:pt x="90647" y="90448"/>
                  </a:cubicBezTo>
                  <a:cubicBezTo>
                    <a:pt x="-20691" y="202071"/>
                    <a:pt x="-20691" y="383313"/>
                    <a:pt x="90647" y="494793"/>
                  </a:cubicBezTo>
                  <a:lnTo>
                    <a:pt x="1992952" y="2396965"/>
                  </a:lnTo>
                  <a:cubicBezTo>
                    <a:pt x="2104394" y="2508407"/>
                    <a:pt x="2285569" y="2508407"/>
                    <a:pt x="2397021" y="2396965"/>
                  </a:cubicBezTo>
                  <a:cubicBezTo>
                    <a:pt x="2508768" y="2285217"/>
                    <a:pt x="2508768" y="2104623"/>
                    <a:pt x="2397021" y="1992895"/>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45E045B1-7555-8B4A-A880-3760F4DB0E28}"/>
                </a:ext>
              </a:extLst>
            </p:cNvPr>
            <p:cNvSpPr/>
            <p:nvPr/>
          </p:nvSpPr>
          <p:spPr>
            <a:xfrm>
              <a:off x="12865836" y="2587513"/>
              <a:ext cx="2486025" cy="2486025"/>
            </a:xfrm>
            <a:custGeom>
              <a:avLst/>
              <a:gdLst>
                <a:gd name="connsiteX0" fmla="*/ 698859 w 2486025"/>
                <a:gd name="connsiteY0" fmla="*/ 7144 h 2486025"/>
                <a:gd name="connsiteX1" fmla="*/ 684543 w 2486025"/>
                <a:gd name="connsiteY1" fmla="*/ 78905 h 2486025"/>
                <a:gd name="connsiteX2" fmla="*/ 7144 w 2486025"/>
                <a:gd name="connsiteY2" fmla="*/ 1450943 h 2486025"/>
                <a:gd name="connsiteX3" fmla="*/ 1042006 w 2486025"/>
                <a:gd name="connsiteY3" fmla="*/ 2485806 h 2486025"/>
                <a:gd name="connsiteX4" fmla="*/ 2407415 w 2486025"/>
                <a:gd name="connsiteY4" fmla="*/ 1801768 h 2486025"/>
                <a:gd name="connsiteX5" fmla="*/ 2479310 w 2486025"/>
                <a:gd name="connsiteY5" fmla="*/ 1787452 h 2486025"/>
                <a:gd name="connsiteX6" fmla="*/ 698859 w 2486025"/>
                <a:gd name="connsiteY6" fmla="*/ 7144 h 248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6025" h="2486025">
                  <a:moveTo>
                    <a:pt x="698859" y="7144"/>
                  </a:moveTo>
                  <a:lnTo>
                    <a:pt x="684543" y="78905"/>
                  </a:lnTo>
                  <a:cubicBezTo>
                    <a:pt x="583701" y="583330"/>
                    <a:pt x="338623" y="1062542"/>
                    <a:pt x="7144" y="1450943"/>
                  </a:cubicBezTo>
                  <a:lnTo>
                    <a:pt x="1042006" y="2485806"/>
                  </a:lnTo>
                  <a:cubicBezTo>
                    <a:pt x="1430360" y="2154393"/>
                    <a:pt x="1902971" y="1902733"/>
                    <a:pt x="2407415" y="1801768"/>
                  </a:cubicBezTo>
                  <a:lnTo>
                    <a:pt x="2479310" y="1787452"/>
                  </a:lnTo>
                  <a:lnTo>
                    <a:pt x="698859" y="7144"/>
                  </a:ln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312CC410-7DAF-EFB7-C002-9035B6B6660A}"/>
                </a:ext>
              </a:extLst>
            </p:cNvPr>
            <p:cNvSpPr/>
            <p:nvPr/>
          </p:nvSpPr>
          <p:spPr>
            <a:xfrm>
              <a:off x="11843249" y="4245664"/>
              <a:ext cx="1857375" cy="1847850"/>
            </a:xfrm>
            <a:custGeom>
              <a:avLst/>
              <a:gdLst>
                <a:gd name="connsiteX0" fmla="*/ 840002 w 1857375"/>
                <a:gd name="connsiteY0" fmla="*/ 7144 h 1847850"/>
                <a:gd name="connsiteX1" fmla="*/ 132742 w 1857375"/>
                <a:gd name="connsiteY1" fmla="*/ 714261 h 1847850"/>
                <a:gd name="connsiteX2" fmla="*/ 132742 w 1857375"/>
                <a:gd name="connsiteY2" fmla="*/ 1320498 h 1847850"/>
                <a:gd name="connsiteX3" fmla="*/ 536811 w 1857375"/>
                <a:gd name="connsiteY3" fmla="*/ 1724568 h 1847850"/>
                <a:gd name="connsiteX4" fmla="*/ 1143049 w 1857375"/>
                <a:gd name="connsiteY4" fmla="*/ 1724568 h 1847850"/>
                <a:gd name="connsiteX5" fmla="*/ 1850242 w 1857375"/>
                <a:gd name="connsiteY5" fmla="*/ 1017375 h 1847850"/>
                <a:gd name="connsiteX6" fmla="*/ 840002 w 1857375"/>
                <a:gd name="connsiteY6" fmla="*/ 7144 h 1847850"/>
                <a:gd name="connsiteX7" fmla="*/ 941024 w 1857375"/>
                <a:gd name="connsiteY7" fmla="*/ 1118473 h 1847850"/>
                <a:gd name="connsiteX8" fmla="*/ 738989 w 1857375"/>
                <a:gd name="connsiteY8" fmla="*/ 1118473 h 1847850"/>
                <a:gd name="connsiteX9" fmla="*/ 738989 w 1857375"/>
                <a:gd name="connsiteY9" fmla="*/ 916438 h 1847850"/>
                <a:gd name="connsiteX10" fmla="*/ 941024 w 1857375"/>
                <a:gd name="connsiteY10" fmla="*/ 714404 h 1847850"/>
                <a:gd name="connsiteX11" fmla="*/ 1143059 w 1857375"/>
                <a:gd name="connsiteY11" fmla="*/ 714404 h 1847850"/>
                <a:gd name="connsiteX12" fmla="*/ 1143059 w 1857375"/>
                <a:gd name="connsiteY12" fmla="*/ 916438 h 1847850"/>
                <a:gd name="connsiteX13" fmla="*/ 941024 w 1857375"/>
                <a:gd name="connsiteY13" fmla="*/ 1118473 h 18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57375" h="1847850">
                  <a:moveTo>
                    <a:pt x="840002" y="7144"/>
                  </a:moveTo>
                  <a:lnTo>
                    <a:pt x="132742" y="714261"/>
                  </a:lnTo>
                  <a:cubicBezTo>
                    <a:pt x="-34374" y="881377"/>
                    <a:pt x="-35070" y="1152687"/>
                    <a:pt x="132742" y="1320498"/>
                  </a:cubicBezTo>
                  <a:lnTo>
                    <a:pt x="536811" y="1724568"/>
                  </a:lnTo>
                  <a:cubicBezTo>
                    <a:pt x="703927" y="1891684"/>
                    <a:pt x="975237" y="1892370"/>
                    <a:pt x="1143049" y="1724568"/>
                  </a:cubicBezTo>
                  <a:lnTo>
                    <a:pt x="1850242" y="1017375"/>
                  </a:lnTo>
                  <a:lnTo>
                    <a:pt x="840002" y="7144"/>
                  </a:lnTo>
                  <a:close/>
                  <a:moveTo>
                    <a:pt x="941024" y="1118473"/>
                  </a:moveTo>
                  <a:cubicBezTo>
                    <a:pt x="885217" y="1174280"/>
                    <a:pt x="794796" y="1174280"/>
                    <a:pt x="738989" y="1118473"/>
                  </a:cubicBezTo>
                  <a:cubicBezTo>
                    <a:pt x="683182" y="1062666"/>
                    <a:pt x="683182" y="972245"/>
                    <a:pt x="738989" y="916438"/>
                  </a:cubicBezTo>
                  <a:lnTo>
                    <a:pt x="941024" y="714404"/>
                  </a:lnTo>
                  <a:cubicBezTo>
                    <a:pt x="996831" y="658596"/>
                    <a:pt x="1087252" y="658596"/>
                    <a:pt x="1143059" y="714404"/>
                  </a:cubicBezTo>
                  <a:cubicBezTo>
                    <a:pt x="1198866" y="770211"/>
                    <a:pt x="1198866" y="860631"/>
                    <a:pt x="1143059" y="916438"/>
                  </a:cubicBezTo>
                  <a:lnTo>
                    <a:pt x="941024" y="1118473"/>
                  </a:ln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99B588DF-ADB6-2C20-D41C-551584915079}"/>
                </a:ext>
              </a:extLst>
            </p:cNvPr>
            <p:cNvSpPr/>
            <p:nvPr/>
          </p:nvSpPr>
          <p:spPr>
            <a:xfrm>
              <a:off x="13383224" y="5094208"/>
              <a:ext cx="1228725" cy="1590675"/>
            </a:xfrm>
            <a:custGeom>
              <a:avLst/>
              <a:gdLst>
                <a:gd name="connsiteX0" fmla="*/ 906808 w 1228725"/>
                <a:gd name="connsiteY0" fmla="*/ 952052 h 1590675"/>
                <a:gd name="connsiteX1" fmla="*/ 1101166 w 1228725"/>
                <a:gd name="connsiteY1" fmla="*/ 757694 h 1590675"/>
                <a:gd name="connsiteX2" fmla="*/ 1101176 w 1228725"/>
                <a:gd name="connsiteY2" fmla="*/ 151609 h 1590675"/>
                <a:gd name="connsiteX3" fmla="*/ 956815 w 1228725"/>
                <a:gd name="connsiteY3" fmla="*/ 7144 h 1590675"/>
                <a:gd name="connsiteX4" fmla="*/ 726738 w 1228725"/>
                <a:gd name="connsiteY4" fmla="*/ 181118 h 1590675"/>
                <a:gd name="connsiteX5" fmla="*/ 899141 w 1228725"/>
                <a:gd name="connsiteY5" fmla="*/ 353778 h 1590675"/>
                <a:gd name="connsiteX6" fmla="*/ 899141 w 1228725"/>
                <a:gd name="connsiteY6" fmla="*/ 555669 h 1590675"/>
                <a:gd name="connsiteX7" fmla="*/ 701573 w 1228725"/>
                <a:gd name="connsiteY7" fmla="*/ 753237 h 1590675"/>
                <a:gd name="connsiteX8" fmla="*/ 411232 w 1228725"/>
                <a:gd name="connsiteY8" fmla="*/ 471935 h 1590675"/>
                <a:gd name="connsiteX9" fmla="*/ 7144 w 1228725"/>
                <a:gd name="connsiteY9" fmla="*/ 876024 h 1590675"/>
                <a:gd name="connsiteX10" fmla="*/ 655387 w 1228725"/>
                <a:gd name="connsiteY10" fmla="*/ 1504169 h 1590675"/>
                <a:gd name="connsiteX11" fmla="*/ 1059313 w 1228725"/>
                <a:gd name="connsiteY11" fmla="*/ 1504026 h 1590675"/>
                <a:gd name="connsiteX12" fmla="*/ 1059313 w 1228725"/>
                <a:gd name="connsiteY12" fmla="*/ 1099813 h 1590675"/>
                <a:gd name="connsiteX13" fmla="*/ 906808 w 1228725"/>
                <a:gd name="connsiteY13" fmla="*/ 952052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8725" h="1590675">
                  <a:moveTo>
                    <a:pt x="906808" y="952052"/>
                  </a:moveTo>
                  <a:lnTo>
                    <a:pt x="1101166" y="757694"/>
                  </a:lnTo>
                  <a:cubicBezTo>
                    <a:pt x="1268987" y="589902"/>
                    <a:pt x="1268435" y="318592"/>
                    <a:pt x="1101176" y="151609"/>
                  </a:cubicBezTo>
                  <a:lnTo>
                    <a:pt x="956815" y="7144"/>
                  </a:lnTo>
                  <a:cubicBezTo>
                    <a:pt x="877024" y="60741"/>
                    <a:pt x="800824" y="118977"/>
                    <a:pt x="726738" y="181118"/>
                  </a:cubicBezTo>
                  <a:lnTo>
                    <a:pt x="899141" y="353778"/>
                  </a:lnTo>
                  <a:cubicBezTo>
                    <a:pt x="954815" y="409165"/>
                    <a:pt x="955205" y="499310"/>
                    <a:pt x="899141" y="555669"/>
                  </a:cubicBezTo>
                  <a:lnTo>
                    <a:pt x="701573" y="753237"/>
                  </a:lnTo>
                  <a:lnTo>
                    <a:pt x="411232" y="471935"/>
                  </a:lnTo>
                  <a:lnTo>
                    <a:pt x="7144" y="876024"/>
                  </a:lnTo>
                  <a:lnTo>
                    <a:pt x="655387" y="1504169"/>
                  </a:lnTo>
                  <a:cubicBezTo>
                    <a:pt x="766010" y="1615078"/>
                    <a:pt x="947642" y="1615707"/>
                    <a:pt x="1059313" y="1504026"/>
                  </a:cubicBezTo>
                  <a:cubicBezTo>
                    <a:pt x="1170794" y="1392545"/>
                    <a:pt x="1170794" y="1211304"/>
                    <a:pt x="1059313" y="1099813"/>
                  </a:cubicBezTo>
                  <a:lnTo>
                    <a:pt x="906808" y="952052"/>
                  </a:ln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DEBE4758-C175-C65B-4670-799FF31F4143}"/>
                </a:ext>
              </a:extLst>
            </p:cNvPr>
            <p:cNvSpPr/>
            <p:nvPr/>
          </p:nvSpPr>
          <p:spPr>
            <a:xfrm>
              <a:off x="14717210" y="1797843"/>
              <a:ext cx="295275" cy="581025"/>
            </a:xfrm>
            <a:custGeom>
              <a:avLst/>
              <a:gdLst>
                <a:gd name="connsiteX0" fmla="*/ 150019 w 295275"/>
                <a:gd name="connsiteY0" fmla="*/ 7144 h 581025"/>
                <a:gd name="connsiteX1" fmla="*/ 7144 w 295275"/>
                <a:gd name="connsiteY1" fmla="*/ 150019 h 581025"/>
                <a:gd name="connsiteX2" fmla="*/ 7144 w 295275"/>
                <a:gd name="connsiteY2" fmla="*/ 435769 h 581025"/>
                <a:gd name="connsiteX3" fmla="*/ 150019 w 295275"/>
                <a:gd name="connsiteY3" fmla="*/ 578644 h 581025"/>
                <a:gd name="connsiteX4" fmla="*/ 292894 w 295275"/>
                <a:gd name="connsiteY4" fmla="*/ 435769 h 581025"/>
                <a:gd name="connsiteX5" fmla="*/ 292894 w 295275"/>
                <a:gd name="connsiteY5" fmla="*/ 150019 h 581025"/>
                <a:gd name="connsiteX6" fmla="*/ 150019 w 295275"/>
                <a:gd name="connsiteY6" fmla="*/ 714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5275" h="581025">
                  <a:moveTo>
                    <a:pt x="150019" y="7144"/>
                  </a:moveTo>
                  <a:cubicBezTo>
                    <a:pt x="71047" y="7144"/>
                    <a:pt x="7144" y="71047"/>
                    <a:pt x="7144" y="150019"/>
                  </a:cubicBezTo>
                  <a:lnTo>
                    <a:pt x="7144" y="435769"/>
                  </a:lnTo>
                  <a:cubicBezTo>
                    <a:pt x="7144" y="514741"/>
                    <a:pt x="71047" y="578644"/>
                    <a:pt x="150019" y="578644"/>
                  </a:cubicBezTo>
                  <a:cubicBezTo>
                    <a:pt x="228990" y="578644"/>
                    <a:pt x="292894" y="514741"/>
                    <a:pt x="292894" y="435769"/>
                  </a:cubicBezTo>
                  <a:lnTo>
                    <a:pt x="292894" y="150019"/>
                  </a:lnTo>
                  <a:cubicBezTo>
                    <a:pt x="292894" y="71047"/>
                    <a:pt x="228990" y="7144"/>
                    <a:pt x="150019" y="7144"/>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287498E4-C50C-F942-EA3D-930818FC5054}"/>
                </a:ext>
              </a:extLst>
            </p:cNvPr>
            <p:cNvSpPr/>
            <p:nvPr/>
          </p:nvSpPr>
          <p:spPr>
            <a:xfrm>
              <a:off x="15574460" y="2940843"/>
              <a:ext cx="581025" cy="295275"/>
            </a:xfrm>
            <a:custGeom>
              <a:avLst/>
              <a:gdLst>
                <a:gd name="connsiteX0" fmla="*/ 435769 w 581025"/>
                <a:gd name="connsiteY0" fmla="*/ 7144 h 295275"/>
                <a:gd name="connsiteX1" fmla="*/ 150019 w 581025"/>
                <a:gd name="connsiteY1" fmla="*/ 7144 h 295275"/>
                <a:gd name="connsiteX2" fmla="*/ 7144 w 581025"/>
                <a:gd name="connsiteY2" fmla="*/ 150019 h 295275"/>
                <a:gd name="connsiteX3" fmla="*/ 150019 w 581025"/>
                <a:gd name="connsiteY3" fmla="*/ 292894 h 295275"/>
                <a:gd name="connsiteX4" fmla="*/ 435769 w 581025"/>
                <a:gd name="connsiteY4" fmla="*/ 292894 h 295275"/>
                <a:gd name="connsiteX5" fmla="*/ 578644 w 581025"/>
                <a:gd name="connsiteY5" fmla="*/ 150019 h 295275"/>
                <a:gd name="connsiteX6" fmla="*/ 435769 w 581025"/>
                <a:gd name="connsiteY6" fmla="*/ 7144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025" h="295275">
                  <a:moveTo>
                    <a:pt x="435769" y="7144"/>
                  </a:moveTo>
                  <a:lnTo>
                    <a:pt x="150019" y="7144"/>
                  </a:lnTo>
                  <a:cubicBezTo>
                    <a:pt x="71047" y="7144"/>
                    <a:pt x="7144" y="71047"/>
                    <a:pt x="7144" y="150019"/>
                  </a:cubicBezTo>
                  <a:cubicBezTo>
                    <a:pt x="7144" y="228991"/>
                    <a:pt x="71047" y="292894"/>
                    <a:pt x="150019" y="292894"/>
                  </a:cubicBezTo>
                  <a:lnTo>
                    <a:pt x="435769" y="292894"/>
                  </a:lnTo>
                  <a:cubicBezTo>
                    <a:pt x="514740" y="292894"/>
                    <a:pt x="578644" y="228991"/>
                    <a:pt x="578644" y="150019"/>
                  </a:cubicBezTo>
                  <a:cubicBezTo>
                    <a:pt x="578644" y="71047"/>
                    <a:pt x="514740" y="7144"/>
                    <a:pt x="435769" y="7144"/>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498D813A-25A7-AD71-FA79-DD6FE6B3E200}"/>
                </a:ext>
              </a:extLst>
            </p:cNvPr>
            <p:cNvSpPr/>
            <p:nvPr/>
          </p:nvSpPr>
          <p:spPr>
            <a:xfrm>
              <a:off x="15288707" y="2083591"/>
              <a:ext cx="581025" cy="581025"/>
            </a:xfrm>
            <a:custGeom>
              <a:avLst/>
              <a:gdLst>
                <a:gd name="connsiteX0" fmla="*/ 536784 w 581025"/>
                <a:gd name="connsiteY0" fmla="*/ 48999 h 581025"/>
                <a:gd name="connsiteX1" fmla="*/ 334749 w 581025"/>
                <a:gd name="connsiteY1" fmla="*/ 48999 h 581025"/>
                <a:gd name="connsiteX2" fmla="*/ 48999 w 581025"/>
                <a:gd name="connsiteY2" fmla="*/ 334749 h 581025"/>
                <a:gd name="connsiteX3" fmla="*/ 48999 w 581025"/>
                <a:gd name="connsiteY3" fmla="*/ 536784 h 581025"/>
                <a:gd name="connsiteX4" fmla="*/ 251034 w 581025"/>
                <a:gd name="connsiteY4" fmla="*/ 536784 h 581025"/>
                <a:gd name="connsiteX5" fmla="*/ 536784 w 581025"/>
                <a:gd name="connsiteY5" fmla="*/ 251034 h 581025"/>
                <a:gd name="connsiteX6" fmla="*/ 536784 w 581025"/>
                <a:gd name="connsiteY6" fmla="*/ 48999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025" h="581025">
                  <a:moveTo>
                    <a:pt x="536784" y="48999"/>
                  </a:moveTo>
                  <a:cubicBezTo>
                    <a:pt x="480977" y="-6808"/>
                    <a:pt x="390556" y="-6808"/>
                    <a:pt x="334749" y="48999"/>
                  </a:cubicBezTo>
                  <a:lnTo>
                    <a:pt x="48999" y="334749"/>
                  </a:lnTo>
                  <a:cubicBezTo>
                    <a:pt x="-6808" y="390556"/>
                    <a:pt x="-6808" y="480977"/>
                    <a:pt x="48999" y="536784"/>
                  </a:cubicBezTo>
                  <a:cubicBezTo>
                    <a:pt x="104806" y="592591"/>
                    <a:pt x="195227" y="592600"/>
                    <a:pt x="251034" y="536784"/>
                  </a:cubicBezTo>
                  <a:lnTo>
                    <a:pt x="536784" y="251034"/>
                  </a:lnTo>
                  <a:cubicBezTo>
                    <a:pt x="592591" y="195227"/>
                    <a:pt x="592591" y="104806"/>
                    <a:pt x="536784" y="48999"/>
                  </a:cubicBezTo>
                  <a:close/>
                </a:path>
              </a:pathLst>
            </a:custGeom>
            <a:grpFill/>
            <a:ln w="9525" cap="flat">
              <a:noFill/>
              <a:prstDash val="solid"/>
              <a:miter/>
            </a:ln>
          </p:spPr>
          <p:txBody>
            <a:bodyPr rtlCol="0" anchor="ctr"/>
            <a:lstStyle/>
            <a:p>
              <a:endParaRPr lang="en-US"/>
            </a:p>
          </p:txBody>
        </p:sp>
      </p:grpSp>
      <p:grpSp>
        <p:nvGrpSpPr>
          <p:cNvPr id="111" name="Group 110">
            <a:extLst>
              <a:ext uri="{FF2B5EF4-FFF2-40B4-BE49-F238E27FC236}">
                <a16:creationId xmlns:a16="http://schemas.microsoft.com/office/drawing/2014/main" id="{BE6986E6-F725-B8CE-67D7-43E7748490F6}"/>
              </a:ext>
            </a:extLst>
          </p:cNvPr>
          <p:cNvGrpSpPr/>
          <p:nvPr/>
        </p:nvGrpSpPr>
        <p:grpSpPr>
          <a:xfrm>
            <a:off x="6208607" y="963424"/>
            <a:ext cx="1315087" cy="1315086"/>
            <a:chOff x="9651410" y="1740923"/>
            <a:chExt cx="1743030" cy="1743030"/>
          </a:xfrm>
        </p:grpSpPr>
        <p:sp>
          <p:nvSpPr>
            <p:cNvPr id="114" name="TextBox 113">
              <a:extLst>
                <a:ext uri="{FF2B5EF4-FFF2-40B4-BE49-F238E27FC236}">
                  <a16:creationId xmlns:a16="http://schemas.microsoft.com/office/drawing/2014/main" id="{B0531F9D-A921-FB2D-2604-7CCC585F4083}"/>
                </a:ext>
              </a:extLst>
            </p:cNvPr>
            <p:cNvSpPr txBox="1"/>
            <p:nvPr/>
          </p:nvSpPr>
          <p:spPr>
            <a:xfrm>
              <a:off x="10029588" y="2430242"/>
              <a:ext cx="868944" cy="326344"/>
            </a:xfrm>
            <a:prstGeom prst="rect">
              <a:avLst/>
            </a:prstGeom>
            <a:noFill/>
          </p:spPr>
          <p:txBody>
            <a:bodyPr wrap="square" rtlCol="0" anchor="ctr">
              <a:spAutoFit/>
            </a:bodyPr>
            <a:lstStyle/>
            <a:p>
              <a:pPr algn="ctr"/>
              <a:r>
                <a:rPr lang="ar-LY" sz="1000" b="1" dirty="0">
                  <a:solidFill>
                    <a:schemeClr val="tx2"/>
                  </a:solidFill>
                  <a:latin typeface="Montserrat" panose="020B0604020202020204" charset="0"/>
                </a:rPr>
                <a:t>9.58 %</a:t>
              </a:r>
              <a:endParaRPr lang="en-US" sz="1000" b="1" dirty="0">
                <a:solidFill>
                  <a:schemeClr val="tx2"/>
                </a:solidFill>
                <a:latin typeface="Montserrat" panose="020B0604020202020204" charset="0"/>
              </a:endParaRPr>
            </a:p>
          </p:txBody>
        </p:sp>
        <p:sp>
          <p:nvSpPr>
            <p:cNvPr id="115" name="Oval 114">
              <a:extLst>
                <a:ext uri="{FF2B5EF4-FFF2-40B4-BE49-F238E27FC236}">
                  <a16:creationId xmlns:a16="http://schemas.microsoft.com/office/drawing/2014/main" id="{6762E07B-E67E-E94D-025C-3490E3BF1086}"/>
                </a:ext>
              </a:extLst>
            </p:cNvPr>
            <p:cNvSpPr/>
            <p:nvPr/>
          </p:nvSpPr>
          <p:spPr>
            <a:xfrm>
              <a:off x="9773330" y="1862843"/>
              <a:ext cx="1499190" cy="1499190"/>
            </a:xfrm>
            <a:prstGeom prst="ellipse">
              <a:avLst/>
            </a:prstGeom>
            <a:noFill/>
            <a:ln w="3175">
              <a:solidFill>
                <a:schemeClr val="tx2">
                  <a:alpha val="1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116" name="Oval 115">
              <a:extLst>
                <a:ext uri="{FF2B5EF4-FFF2-40B4-BE49-F238E27FC236}">
                  <a16:creationId xmlns:a16="http://schemas.microsoft.com/office/drawing/2014/main" id="{DBD7A9E8-A78B-1B61-5066-1F397D35342B}"/>
                </a:ext>
              </a:extLst>
            </p:cNvPr>
            <p:cNvSpPr/>
            <p:nvPr/>
          </p:nvSpPr>
          <p:spPr>
            <a:xfrm>
              <a:off x="9651410" y="1740923"/>
              <a:ext cx="1743030" cy="1743030"/>
            </a:xfrm>
            <a:prstGeom prst="ellipse">
              <a:avLst/>
            </a:prstGeom>
            <a:noFill/>
            <a:ln w="3175">
              <a:solidFill>
                <a:schemeClr val="tx2">
                  <a:alpha val="1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grpSp>
      <p:sp>
        <p:nvSpPr>
          <p:cNvPr id="150" name="Rectangle: Rounded Corners 149">
            <a:extLst>
              <a:ext uri="{FF2B5EF4-FFF2-40B4-BE49-F238E27FC236}">
                <a16:creationId xmlns:a16="http://schemas.microsoft.com/office/drawing/2014/main" id="{F3007464-CAE4-0C88-F1E7-E180EF2B0396}"/>
              </a:ext>
            </a:extLst>
          </p:cNvPr>
          <p:cNvSpPr/>
          <p:nvPr/>
        </p:nvSpPr>
        <p:spPr>
          <a:xfrm>
            <a:off x="5086671" y="2474179"/>
            <a:ext cx="3599578" cy="3516937"/>
          </a:xfrm>
          <a:prstGeom prst="roundRect">
            <a:avLst>
              <a:gd name="adj" fmla="val 4515"/>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TextBox 150">
            <a:extLst>
              <a:ext uri="{FF2B5EF4-FFF2-40B4-BE49-F238E27FC236}">
                <a16:creationId xmlns:a16="http://schemas.microsoft.com/office/drawing/2014/main" id="{A563339B-3844-543E-D5F8-A31DABD96DAB}"/>
              </a:ext>
            </a:extLst>
          </p:cNvPr>
          <p:cNvSpPr txBox="1"/>
          <p:nvPr/>
        </p:nvSpPr>
        <p:spPr>
          <a:xfrm>
            <a:off x="5609215" y="2869356"/>
            <a:ext cx="2280732" cy="253916"/>
          </a:xfrm>
          <a:prstGeom prst="rect">
            <a:avLst/>
          </a:prstGeom>
          <a:noFill/>
        </p:spPr>
        <p:txBody>
          <a:bodyPr wrap="square" rtlCol="0">
            <a:spAutoFit/>
          </a:bodyPr>
          <a:lstStyle/>
          <a:p>
            <a:pPr algn="r"/>
            <a:r>
              <a:rPr lang="ar-LY" sz="1050" b="1" dirty="0">
                <a:solidFill>
                  <a:schemeClr val="tx2">
                    <a:alpha val="70000"/>
                  </a:schemeClr>
                </a:solidFill>
                <a:latin typeface="Montserrat Medium" panose="020B0604020202020204" charset="0"/>
              </a:rPr>
              <a:t>اعلى باقات الانترنت من حيث الايراد</a:t>
            </a:r>
            <a:endParaRPr lang="en-US" sz="1050" b="1" dirty="0">
              <a:solidFill>
                <a:schemeClr val="tx2">
                  <a:alpha val="70000"/>
                </a:schemeClr>
              </a:solidFill>
              <a:latin typeface="Montserrat Medium" panose="020B0604020202020204" charset="0"/>
            </a:endParaRPr>
          </a:p>
        </p:txBody>
      </p:sp>
      <p:grpSp>
        <p:nvGrpSpPr>
          <p:cNvPr id="153" name="Group 152">
            <a:extLst>
              <a:ext uri="{FF2B5EF4-FFF2-40B4-BE49-F238E27FC236}">
                <a16:creationId xmlns:a16="http://schemas.microsoft.com/office/drawing/2014/main" id="{DF357FE0-40BF-DBEB-4D01-05E3F6E3E174}"/>
              </a:ext>
            </a:extLst>
          </p:cNvPr>
          <p:cNvGrpSpPr/>
          <p:nvPr/>
        </p:nvGrpSpPr>
        <p:grpSpPr>
          <a:xfrm>
            <a:off x="5114513" y="3475659"/>
            <a:ext cx="2017403" cy="1792377"/>
            <a:chOff x="9033780" y="1424621"/>
            <a:chExt cx="2545924" cy="2134940"/>
          </a:xfrm>
        </p:grpSpPr>
        <p:graphicFrame>
          <p:nvGraphicFramePr>
            <p:cNvPr id="157" name="Chart 156">
              <a:extLst>
                <a:ext uri="{FF2B5EF4-FFF2-40B4-BE49-F238E27FC236}">
                  <a16:creationId xmlns:a16="http://schemas.microsoft.com/office/drawing/2014/main" id="{3E88F15D-CE74-F11F-3129-6B4382EB832A}"/>
                </a:ext>
              </a:extLst>
            </p:cNvPr>
            <p:cNvGraphicFramePr/>
            <p:nvPr>
              <p:extLst>
                <p:ext uri="{D42A27DB-BD31-4B8C-83A1-F6EECF244321}">
                  <p14:modId xmlns:p14="http://schemas.microsoft.com/office/powerpoint/2010/main" val="2492168601"/>
                </p:ext>
              </p:extLst>
            </p:nvPr>
          </p:nvGraphicFramePr>
          <p:xfrm>
            <a:off x="9033780" y="1424621"/>
            <a:ext cx="2545924" cy="2134940"/>
          </p:xfrm>
          <a:graphic>
            <a:graphicData uri="http://schemas.openxmlformats.org/drawingml/2006/chart">
              <c:chart xmlns:c="http://schemas.openxmlformats.org/drawingml/2006/chart" xmlns:r="http://schemas.openxmlformats.org/officeDocument/2006/relationships" r:id="rId3"/>
            </a:graphicData>
          </a:graphic>
        </p:graphicFrame>
        <p:sp>
          <p:nvSpPr>
            <p:cNvPr id="158" name="Oval 157">
              <a:extLst>
                <a:ext uri="{FF2B5EF4-FFF2-40B4-BE49-F238E27FC236}">
                  <a16:creationId xmlns:a16="http://schemas.microsoft.com/office/drawing/2014/main" id="{D1B6FFBA-1198-FA06-9939-EA98C0A431AD}"/>
                </a:ext>
              </a:extLst>
            </p:cNvPr>
            <p:cNvSpPr/>
            <p:nvPr/>
          </p:nvSpPr>
          <p:spPr>
            <a:xfrm>
              <a:off x="9689875" y="1875223"/>
              <a:ext cx="1233737" cy="1233734"/>
            </a:xfrm>
            <a:prstGeom prst="ellipse">
              <a:avLst/>
            </a:prstGeom>
            <a:solidFill>
              <a:schemeClr val="bg1"/>
            </a:solidFill>
            <a:ln>
              <a:noFill/>
            </a:ln>
            <a:effectLst>
              <a:outerShdw blurRad="76200" sx="102000" sy="102000" algn="ctr"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grpSp>
      <p:sp>
        <p:nvSpPr>
          <p:cNvPr id="159" name="Oval 158">
            <a:extLst>
              <a:ext uri="{FF2B5EF4-FFF2-40B4-BE49-F238E27FC236}">
                <a16:creationId xmlns:a16="http://schemas.microsoft.com/office/drawing/2014/main" id="{2136A049-D411-1195-DC0C-63334A4085C8}"/>
              </a:ext>
            </a:extLst>
          </p:cNvPr>
          <p:cNvSpPr/>
          <p:nvPr/>
        </p:nvSpPr>
        <p:spPr>
          <a:xfrm>
            <a:off x="7298283" y="3811203"/>
            <a:ext cx="166002" cy="166002"/>
          </a:xfrm>
          <a:prstGeom prst="ellipse">
            <a:avLst/>
          </a:prstGeom>
          <a:gradFill>
            <a:gsLst>
              <a:gs pos="2000">
                <a:schemeClr val="accent1"/>
              </a:gs>
              <a:gs pos="100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20000"/>
                  <a:lumOff val="80000"/>
                </a:schemeClr>
              </a:solidFill>
            </a:endParaRPr>
          </a:p>
        </p:txBody>
      </p:sp>
      <p:sp>
        <p:nvSpPr>
          <p:cNvPr id="160" name="Oval 159">
            <a:extLst>
              <a:ext uri="{FF2B5EF4-FFF2-40B4-BE49-F238E27FC236}">
                <a16:creationId xmlns:a16="http://schemas.microsoft.com/office/drawing/2014/main" id="{6E365B76-6FEF-0607-1828-D1FBA8CB8FEC}"/>
              </a:ext>
            </a:extLst>
          </p:cNvPr>
          <p:cNvSpPr/>
          <p:nvPr/>
        </p:nvSpPr>
        <p:spPr>
          <a:xfrm>
            <a:off x="7298286" y="4292703"/>
            <a:ext cx="166002" cy="166002"/>
          </a:xfrm>
          <a:prstGeom prst="ellipse">
            <a:avLst/>
          </a:prstGeom>
          <a:gradFill>
            <a:gsLst>
              <a:gs pos="2000">
                <a:schemeClr val="accent3"/>
              </a:gs>
              <a:gs pos="100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1" name="Group 160">
            <a:extLst>
              <a:ext uri="{FF2B5EF4-FFF2-40B4-BE49-F238E27FC236}">
                <a16:creationId xmlns:a16="http://schemas.microsoft.com/office/drawing/2014/main" id="{5FF63678-6F6F-1C6B-4C89-A581F74A11E0}"/>
              </a:ext>
            </a:extLst>
          </p:cNvPr>
          <p:cNvGrpSpPr/>
          <p:nvPr/>
        </p:nvGrpSpPr>
        <p:grpSpPr>
          <a:xfrm>
            <a:off x="7554209" y="3745399"/>
            <a:ext cx="858327" cy="297611"/>
            <a:chOff x="4261885" y="6722541"/>
            <a:chExt cx="951909" cy="297611"/>
          </a:xfrm>
        </p:grpSpPr>
        <p:sp>
          <p:nvSpPr>
            <p:cNvPr id="162" name="TextBox 161">
              <a:extLst>
                <a:ext uri="{FF2B5EF4-FFF2-40B4-BE49-F238E27FC236}">
                  <a16:creationId xmlns:a16="http://schemas.microsoft.com/office/drawing/2014/main" id="{E8FAC99D-128A-41C1-88B3-F45AF0DB6494}"/>
                </a:ext>
              </a:extLst>
            </p:cNvPr>
            <p:cNvSpPr txBox="1"/>
            <p:nvPr/>
          </p:nvSpPr>
          <p:spPr>
            <a:xfrm>
              <a:off x="4261885" y="6722541"/>
              <a:ext cx="951909" cy="153888"/>
            </a:xfrm>
            <a:prstGeom prst="rect">
              <a:avLst/>
            </a:prstGeom>
            <a:noFill/>
          </p:spPr>
          <p:txBody>
            <a:bodyPr wrap="square" lIns="0" tIns="0" rIns="0" bIns="0" rtlCol="0">
              <a:spAutoFit/>
            </a:bodyPr>
            <a:lstStyle/>
            <a:p>
              <a:pPr algn="r"/>
              <a:r>
                <a:rPr lang="ar-LY" sz="1000" b="1" dirty="0">
                  <a:solidFill>
                    <a:schemeClr val="tx1">
                      <a:alpha val="54000"/>
                    </a:schemeClr>
                  </a:solidFill>
                  <a:latin typeface="Montserrat" panose="00000500000000000000" pitchFamily="2" charset="0"/>
                  <a:cs typeface="Browallia New" panose="020B0604020202020204" pitchFamily="34" charset="-34"/>
                </a:rPr>
                <a:t>د.ل.</a:t>
              </a:r>
              <a:r>
                <a:rPr lang="en-US" sz="1000" b="1" dirty="0">
                  <a:solidFill>
                    <a:schemeClr val="tx1">
                      <a:alpha val="54000"/>
                    </a:schemeClr>
                  </a:solidFill>
                  <a:latin typeface="Montserrat" panose="00000500000000000000" pitchFamily="2" charset="0"/>
                  <a:cs typeface="Browallia New" panose="020B0604020202020204" pitchFamily="34" charset="-34"/>
                </a:rPr>
                <a:t> 1,751,791</a:t>
              </a:r>
              <a:endParaRPr lang="en-US" sz="1000" dirty="0">
                <a:solidFill>
                  <a:schemeClr val="tx1">
                    <a:alpha val="54000"/>
                  </a:schemeClr>
                </a:solidFill>
                <a:latin typeface="Montserrat" panose="00000500000000000000" pitchFamily="2" charset="0"/>
                <a:cs typeface="Browallia New" panose="020B0604020202020204" pitchFamily="34" charset="-34"/>
              </a:endParaRPr>
            </a:p>
          </p:txBody>
        </p:sp>
        <p:sp>
          <p:nvSpPr>
            <p:cNvPr id="163" name="TextBox 162">
              <a:extLst>
                <a:ext uri="{FF2B5EF4-FFF2-40B4-BE49-F238E27FC236}">
                  <a16:creationId xmlns:a16="http://schemas.microsoft.com/office/drawing/2014/main" id="{AFB32677-C9EA-E83F-6150-7F9D0F7A7FD7}"/>
                </a:ext>
              </a:extLst>
            </p:cNvPr>
            <p:cNvSpPr txBox="1"/>
            <p:nvPr/>
          </p:nvSpPr>
          <p:spPr>
            <a:xfrm>
              <a:off x="4404632" y="6881653"/>
              <a:ext cx="774935" cy="138499"/>
            </a:xfrm>
            <a:prstGeom prst="rect">
              <a:avLst/>
            </a:prstGeom>
            <a:noFill/>
          </p:spPr>
          <p:txBody>
            <a:bodyPr wrap="square" lIns="0" tIns="0" rIns="0" bIns="0" rtlCol="0">
              <a:spAutoFit/>
            </a:bodyPr>
            <a:lstStyle/>
            <a:p>
              <a:pPr algn="r"/>
              <a:r>
                <a:rPr lang="ar-LY" sz="900" dirty="0">
                  <a:latin typeface="Montserrat" panose="020B0604020202020204" charset="0"/>
                </a:rPr>
                <a:t>اكستر</a:t>
              </a:r>
              <a:endParaRPr lang="en-US" sz="900" dirty="0">
                <a:latin typeface="Montserrat Thin" panose="00000300000000000000" pitchFamily="2" charset="0"/>
                <a:cs typeface="Browallia New" panose="020B0604020202020204" pitchFamily="34" charset="-34"/>
              </a:endParaRPr>
            </a:p>
          </p:txBody>
        </p:sp>
      </p:grpSp>
      <p:grpSp>
        <p:nvGrpSpPr>
          <p:cNvPr id="164" name="Group 163">
            <a:extLst>
              <a:ext uri="{FF2B5EF4-FFF2-40B4-BE49-F238E27FC236}">
                <a16:creationId xmlns:a16="http://schemas.microsoft.com/office/drawing/2014/main" id="{F9D4C032-8491-A67C-21D0-A18C760F014C}"/>
              </a:ext>
            </a:extLst>
          </p:cNvPr>
          <p:cNvGrpSpPr/>
          <p:nvPr/>
        </p:nvGrpSpPr>
        <p:grpSpPr>
          <a:xfrm>
            <a:off x="7510125" y="4226899"/>
            <a:ext cx="902411" cy="297611"/>
            <a:chOff x="4218823" y="6722541"/>
            <a:chExt cx="881513" cy="297611"/>
          </a:xfrm>
        </p:grpSpPr>
        <p:sp>
          <p:nvSpPr>
            <p:cNvPr id="165" name="TextBox 164">
              <a:extLst>
                <a:ext uri="{FF2B5EF4-FFF2-40B4-BE49-F238E27FC236}">
                  <a16:creationId xmlns:a16="http://schemas.microsoft.com/office/drawing/2014/main" id="{8FE0A46C-55E3-CF51-2101-F5D1795FED55}"/>
                </a:ext>
              </a:extLst>
            </p:cNvPr>
            <p:cNvSpPr txBox="1"/>
            <p:nvPr/>
          </p:nvSpPr>
          <p:spPr>
            <a:xfrm>
              <a:off x="4218823" y="6722541"/>
              <a:ext cx="881513" cy="153888"/>
            </a:xfrm>
            <a:prstGeom prst="rect">
              <a:avLst/>
            </a:prstGeom>
            <a:noFill/>
          </p:spPr>
          <p:txBody>
            <a:bodyPr wrap="square" lIns="0" tIns="0" rIns="0" bIns="0" rtlCol="0">
              <a:spAutoFit/>
            </a:bodyPr>
            <a:lstStyle/>
            <a:p>
              <a:pPr algn="r"/>
              <a:r>
                <a:rPr lang="ar-LY" sz="1000" b="1" dirty="0">
                  <a:solidFill>
                    <a:schemeClr val="tx1">
                      <a:alpha val="54000"/>
                    </a:schemeClr>
                  </a:solidFill>
                  <a:latin typeface="Montserrat" panose="00000500000000000000" pitchFamily="2" charset="0"/>
                  <a:cs typeface="Browallia New" panose="020B0604020202020204" pitchFamily="34" charset="-34"/>
                </a:rPr>
                <a:t>د.ل.</a:t>
              </a:r>
              <a:r>
                <a:rPr lang="en-US" sz="1000" b="1" dirty="0">
                  <a:solidFill>
                    <a:schemeClr val="tx1">
                      <a:alpha val="54000"/>
                    </a:schemeClr>
                  </a:solidFill>
                  <a:latin typeface="Montserrat" panose="00000500000000000000" pitchFamily="2" charset="0"/>
                  <a:cs typeface="Browallia New" panose="020B0604020202020204" pitchFamily="34" charset="-34"/>
                </a:rPr>
                <a:t> 9,227,215</a:t>
              </a:r>
              <a:endParaRPr lang="en-US" sz="1000" dirty="0">
                <a:solidFill>
                  <a:schemeClr val="tx1">
                    <a:alpha val="54000"/>
                  </a:schemeClr>
                </a:solidFill>
                <a:latin typeface="Montserrat" panose="00000500000000000000" pitchFamily="2" charset="0"/>
                <a:cs typeface="Browallia New" panose="020B0604020202020204" pitchFamily="34" charset="-34"/>
              </a:endParaRPr>
            </a:p>
          </p:txBody>
        </p:sp>
        <p:sp>
          <p:nvSpPr>
            <p:cNvPr id="166" name="TextBox 165">
              <a:extLst>
                <a:ext uri="{FF2B5EF4-FFF2-40B4-BE49-F238E27FC236}">
                  <a16:creationId xmlns:a16="http://schemas.microsoft.com/office/drawing/2014/main" id="{AAD37462-F03B-9B79-0488-F8DFDDCE5ABC}"/>
                </a:ext>
              </a:extLst>
            </p:cNvPr>
            <p:cNvSpPr txBox="1"/>
            <p:nvPr/>
          </p:nvSpPr>
          <p:spPr>
            <a:xfrm>
              <a:off x="4261884" y="6881653"/>
              <a:ext cx="838451" cy="138499"/>
            </a:xfrm>
            <a:prstGeom prst="rect">
              <a:avLst/>
            </a:prstGeom>
            <a:noFill/>
          </p:spPr>
          <p:txBody>
            <a:bodyPr wrap="square" lIns="0" tIns="0" rIns="0" bIns="0" rtlCol="0">
              <a:spAutoFit/>
            </a:bodyPr>
            <a:lstStyle/>
            <a:p>
              <a:pPr algn="r"/>
              <a:r>
                <a:rPr lang="ar-LY" sz="900" dirty="0">
                  <a:solidFill>
                    <a:schemeClr val="tx2"/>
                  </a:solidFill>
                  <a:latin typeface="Montserrat Thin" panose="00000300000000000000" pitchFamily="2" charset="0"/>
                  <a:cs typeface="Browallia New" panose="020B0604020202020204" pitchFamily="34" charset="-34"/>
                </a:rPr>
                <a:t>الصدارة</a:t>
              </a:r>
              <a:endParaRPr lang="en-US" sz="900" dirty="0">
                <a:solidFill>
                  <a:schemeClr val="tx2"/>
                </a:solidFill>
                <a:latin typeface="Montserrat Thin" panose="00000300000000000000" pitchFamily="2" charset="0"/>
                <a:cs typeface="Browallia New" panose="020B0604020202020204" pitchFamily="34" charset="-34"/>
              </a:endParaRPr>
            </a:p>
          </p:txBody>
        </p:sp>
      </p:grpSp>
      <p:grpSp>
        <p:nvGrpSpPr>
          <p:cNvPr id="167" name="Group 166">
            <a:extLst>
              <a:ext uri="{FF2B5EF4-FFF2-40B4-BE49-F238E27FC236}">
                <a16:creationId xmlns:a16="http://schemas.microsoft.com/office/drawing/2014/main" id="{DC45328B-C3DF-44C4-D1F1-130674C134D3}"/>
              </a:ext>
            </a:extLst>
          </p:cNvPr>
          <p:cNvGrpSpPr/>
          <p:nvPr/>
        </p:nvGrpSpPr>
        <p:grpSpPr>
          <a:xfrm>
            <a:off x="7510123" y="4708398"/>
            <a:ext cx="902413" cy="297611"/>
            <a:chOff x="4222085" y="6722541"/>
            <a:chExt cx="814735" cy="297611"/>
          </a:xfrm>
        </p:grpSpPr>
        <p:sp>
          <p:nvSpPr>
            <p:cNvPr id="168" name="TextBox 167">
              <a:extLst>
                <a:ext uri="{FF2B5EF4-FFF2-40B4-BE49-F238E27FC236}">
                  <a16:creationId xmlns:a16="http://schemas.microsoft.com/office/drawing/2014/main" id="{442D5D01-39FF-8EE9-4EE0-6F7552E56A4E}"/>
                </a:ext>
              </a:extLst>
            </p:cNvPr>
            <p:cNvSpPr txBox="1"/>
            <p:nvPr/>
          </p:nvSpPr>
          <p:spPr>
            <a:xfrm>
              <a:off x="4222085" y="6722541"/>
              <a:ext cx="814735" cy="153888"/>
            </a:xfrm>
            <a:prstGeom prst="rect">
              <a:avLst/>
            </a:prstGeom>
            <a:noFill/>
          </p:spPr>
          <p:txBody>
            <a:bodyPr wrap="square" lIns="0" tIns="0" rIns="0" bIns="0" rtlCol="0">
              <a:spAutoFit/>
            </a:bodyPr>
            <a:lstStyle/>
            <a:p>
              <a:pPr algn="r"/>
              <a:r>
                <a:rPr lang="ar-LY" sz="1000" b="1" dirty="0">
                  <a:solidFill>
                    <a:schemeClr val="tx1">
                      <a:alpha val="54000"/>
                    </a:schemeClr>
                  </a:solidFill>
                  <a:latin typeface="Montserrat" panose="00000500000000000000" pitchFamily="2" charset="0"/>
                  <a:cs typeface="Browallia New" panose="020B0604020202020204" pitchFamily="34" charset="-34"/>
                </a:rPr>
                <a:t>د.ل.</a:t>
              </a:r>
              <a:r>
                <a:rPr lang="en-US" sz="1000" b="1" dirty="0">
                  <a:solidFill>
                    <a:schemeClr val="tx1">
                      <a:alpha val="54000"/>
                    </a:schemeClr>
                  </a:solidFill>
                  <a:latin typeface="Montserrat" panose="00000500000000000000" pitchFamily="2" charset="0"/>
                  <a:cs typeface="Browallia New" panose="020B0604020202020204" pitchFamily="34" charset="-34"/>
                </a:rPr>
                <a:t> 74,331,924</a:t>
              </a:r>
              <a:endParaRPr lang="en-US" sz="1000" dirty="0">
                <a:solidFill>
                  <a:schemeClr val="tx1">
                    <a:alpha val="54000"/>
                  </a:schemeClr>
                </a:solidFill>
                <a:latin typeface="Montserrat" panose="00000500000000000000" pitchFamily="2" charset="0"/>
                <a:cs typeface="Browallia New" panose="020B0604020202020204" pitchFamily="34" charset="-34"/>
              </a:endParaRPr>
            </a:p>
          </p:txBody>
        </p:sp>
        <p:sp>
          <p:nvSpPr>
            <p:cNvPr id="169" name="TextBox 168">
              <a:extLst>
                <a:ext uri="{FF2B5EF4-FFF2-40B4-BE49-F238E27FC236}">
                  <a16:creationId xmlns:a16="http://schemas.microsoft.com/office/drawing/2014/main" id="{BD3A1CBB-9581-98EC-6592-CA94722A235D}"/>
                </a:ext>
              </a:extLst>
            </p:cNvPr>
            <p:cNvSpPr txBox="1"/>
            <p:nvPr/>
          </p:nvSpPr>
          <p:spPr>
            <a:xfrm>
              <a:off x="4261885" y="6881653"/>
              <a:ext cx="774935" cy="138499"/>
            </a:xfrm>
            <a:prstGeom prst="rect">
              <a:avLst/>
            </a:prstGeom>
            <a:noFill/>
          </p:spPr>
          <p:txBody>
            <a:bodyPr wrap="square" lIns="0" tIns="0" rIns="0" bIns="0" rtlCol="0">
              <a:spAutoFit/>
            </a:bodyPr>
            <a:lstStyle/>
            <a:p>
              <a:pPr algn="r"/>
              <a:r>
                <a:rPr lang="ar-LY" sz="900" dirty="0">
                  <a:solidFill>
                    <a:schemeClr val="tx2"/>
                  </a:solidFill>
                  <a:latin typeface="Montserrat Thin" panose="00000300000000000000" pitchFamily="2" charset="0"/>
                  <a:cs typeface="Browallia New" panose="020B0604020202020204" pitchFamily="34" charset="-34"/>
                </a:rPr>
                <a:t>نت للكل</a:t>
              </a:r>
              <a:endParaRPr lang="en-US" sz="900" dirty="0">
                <a:solidFill>
                  <a:schemeClr val="tx2"/>
                </a:solidFill>
                <a:latin typeface="Montserrat Thin" panose="00000300000000000000" pitchFamily="2" charset="0"/>
                <a:cs typeface="Browallia New" panose="020B0604020202020204" pitchFamily="34" charset="-34"/>
              </a:endParaRPr>
            </a:p>
          </p:txBody>
        </p:sp>
      </p:grpSp>
      <p:sp>
        <p:nvSpPr>
          <p:cNvPr id="170" name="Oval 169">
            <a:extLst>
              <a:ext uri="{FF2B5EF4-FFF2-40B4-BE49-F238E27FC236}">
                <a16:creationId xmlns:a16="http://schemas.microsoft.com/office/drawing/2014/main" id="{F07739FB-ED3A-4BF6-EE21-9FA809DDB0D0}"/>
              </a:ext>
            </a:extLst>
          </p:cNvPr>
          <p:cNvSpPr/>
          <p:nvPr/>
        </p:nvSpPr>
        <p:spPr>
          <a:xfrm>
            <a:off x="7298286" y="4774202"/>
            <a:ext cx="166002" cy="166002"/>
          </a:xfrm>
          <a:prstGeom prst="ellipse">
            <a:avLst/>
          </a:prstGeom>
          <a:gradFill>
            <a:gsLst>
              <a:gs pos="2000">
                <a:srgbClr val="990099"/>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Rectangle: Rounded Corners 185">
            <a:extLst>
              <a:ext uri="{FF2B5EF4-FFF2-40B4-BE49-F238E27FC236}">
                <a16:creationId xmlns:a16="http://schemas.microsoft.com/office/drawing/2014/main" id="{D448A22D-E51D-328F-4DF5-D3BA19E8A1F9}"/>
              </a:ext>
            </a:extLst>
          </p:cNvPr>
          <p:cNvSpPr/>
          <p:nvPr/>
        </p:nvSpPr>
        <p:spPr>
          <a:xfrm>
            <a:off x="557946" y="2474179"/>
            <a:ext cx="4203307" cy="3516937"/>
          </a:xfrm>
          <a:prstGeom prst="roundRect">
            <a:avLst>
              <a:gd name="adj" fmla="val 4515"/>
            </a:avLst>
          </a:prstGeom>
          <a:gradFill>
            <a:gsLst>
              <a:gs pos="0">
                <a:srgbClr val="990099"/>
              </a:gs>
              <a:gs pos="100000">
                <a:schemeClr val="accent2"/>
              </a:gs>
            </a:gsLst>
            <a:lin ang="0" scaled="1"/>
          </a:gra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7" name="Group 186">
            <a:extLst>
              <a:ext uri="{FF2B5EF4-FFF2-40B4-BE49-F238E27FC236}">
                <a16:creationId xmlns:a16="http://schemas.microsoft.com/office/drawing/2014/main" id="{24733991-1ED9-8BA0-98C9-043773EA37E7}"/>
              </a:ext>
            </a:extLst>
          </p:cNvPr>
          <p:cNvGrpSpPr/>
          <p:nvPr/>
        </p:nvGrpSpPr>
        <p:grpSpPr>
          <a:xfrm>
            <a:off x="727616" y="2784087"/>
            <a:ext cx="3834281" cy="2873628"/>
            <a:chOff x="2624384" y="1116573"/>
            <a:chExt cx="3215977" cy="2217177"/>
          </a:xfrm>
        </p:grpSpPr>
        <p:sp>
          <p:nvSpPr>
            <p:cNvPr id="188" name="TextBox 187">
              <a:extLst>
                <a:ext uri="{FF2B5EF4-FFF2-40B4-BE49-F238E27FC236}">
                  <a16:creationId xmlns:a16="http://schemas.microsoft.com/office/drawing/2014/main" id="{0C038BF1-1F15-5F89-59CB-B40C8396A407}"/>
                </a:ext>
              </a:extLst>
            </p:cNvPr>
            <p:cNvSpPr txBox="1"/>
            <p:nvPr/>
          </p:nvSpPr>
          <p:spPr>
            <a:xfrm>
              <a:off x="2816067" y="1116573"/>
              <a:ext cx="2832610" cy="166228"/>
            </a:xfrm>
            <a:prstGeom prst="rect">
              <a:avLst/>
            </a:prstGeom>
            <a:noFill/>
          </p:spPr>
          <p:txBody>
            <a:bodyPr wrap="square" rtlCol="0">
              <a:spAutoFit/>
            </a:bodyPr>
            <a:lstStyle/>
            <a:p>
              <a:pPr algn="ctr"/>
              <a:r>
                <a:rPr lang="ar-LY" sz="800" b="1" dirty="0">
                  <a:solidFill>
                    <a:schemeClr val="bg2"/>
                  </a:solidFill>
                  <a:latin typeface="Montserrat Medium" panose="020B0604020202020204" charset="0"/>
                </a:rPr>
                <a:t>مقارنة بين الايراد من خدمات الانترنت بين سنة 2022 وسنة 2023</a:t>
              </a:r>
              <a:endParaRPr lang="en-US" sz="800" b="1" dirty="0">
                <a:solidFill>
                  <a:schemeClr val="bg2"/>
                </a:solidFill>
                <a:latin typeface="Montserrat Medium" panose="020B0604020202020204" charset="0"/>
              </a:endParaRPr>
            </a:p>
          </p:txBody>
        </p:sp>
        <p:graphicFrame>
          <p:nvGraphicFramePr>
            <p:cNvPr id="189" name="Chart 188">
              <a:extLst>
                <a:ext uri="{FF2B5EF4-FFF2-40B4-BE49-F238E27FC236}">
                  <a16:creationId xmlns:a16="http://schemas.microsoft.com/office/drawing/2014/main" id="{39D86475-B760-1193-C6BE-DC0FC5FC9843}"/>
                </a:ext>
              </a:extLst>
            </p:cNvPr>
            <p:cNvGraphicFramePr/>
            <p:nvPr>
              <p:extLst>
                <p:ext uri="{D42A27DB-BD31-4B8C-83A1-F6EECF244321}">
                  <p14:modId xmlns:p14="http://schemas.microsoft.com/office/powerpoint/2010/main" val="2283647793"/>
                </p:ext>
              </p:extLst>
            </p:nvPr>
          </p:nvGraphicFramePr>
          <p:xfrm>
            <a:off x="2624384" y="1421453"/>
            <a:ext cx="3215977" cy="1912297"/>
          </p:xfrm>
          <a:graphic>
            <a:graphicData uri="http://schemas.openxmlformats.org/drawingml/2006/chart">
              <c:chart xmlns:c="http://schemas.openxmlformats.org/drawingml/2006/chart" xmlns:r="http://schemas.openxmlformats.org/officeDocument/2006/relationships" r:id="rId4"/>
            </a:graphicData>
          </a:graphic>
        </p:graphicFrame>
      </p:grpSp>
      <p:grpSp>
        <p:nvGrpSpPr>
          <p:cNvPr id="190" name="Group 189">
            <a:extLst>
              <a:ext uri="{FF2B5EF4-FFF2-40B4-BE49-F238E27FC236}">
                <a16:creationId xmlns:a16="http://schemas.microsoft.com/office/drawing/2014/main" id="{B4280521-170B-6CEF-0C19-9F2FE8F4E207}"/>
              </a:ext>
            </a:extLst>
          </p:cNvPr>
          <p:cNvGrpSpPr/>
          <p:nvPr/>
        </p:nvGrpSpPr>
        <p:grpSpPr>
          <a:xfrm>
            <a:off x="3428845" y="1179989"/>
            <a:ext cx="952288" cy="921401"/>
            <a:chOff x="6089913" y="3835122"/>
            <a:chExt cx="1731417" cy="1731416"/>
          </a:xfrm>
        </p:grpSpPr>
        <p:sp>
          <p:nvSpPr>
            <p:cNvPr id="191" name="Arc 190">
              <a:extLst>
                <a:ext uri="{FF2B5EF4-FFF2-40B4-BE49-F238E27FC236}">
                  <a16:creationId xmlns:a16="http://schemas.microsoft.com/office/drawing/2014/main" id="{C64C06E3-1E82-5A5A-0CB7-A167A4396E62}"/>
                </a:ext>
              </a:extLst>
            </p:cNvPr>
            <p:cNvSpPr/>
            <p:nvPr/>
          </p:nvSpPr>
          <p:spPr>
            <a:xfrm>
              <a:off x="6089915" y="3835122"/>
              <a:ext cx="1731415" cy="1731416"/>
            </a:xfrm>
            <a:prstGeom prst="arc">
              <a:avLst>
                <a:gd name="adj1" fmla="val 20807588"/>
                <a:gd name="adj2" fmla="val 17084164"/>
              </a:avLst>
            </a:prstGeom>
            <a:ln w="158750" cap="rnd">
              <a:gradFill>
                <a:gsLst>
                  <a:gs pos="0">
                    <a:schemeClr val="accent2"/>
                  </a:gs>
                  <a:gs pos="100000">
                    <a:schemeClr val="accent3"/>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2" name="Arc 191">
              <a:extLst>
                <a:ext uri="{FF2B5EF4-FFF2-40B4-BE49-F238E27FC236}">
                  <a16:creationId xmlns:a16="http://schemas.microsoft.com/office/drawing/2014/main" id="{3ACAA28E-FAC2-312C-4CEE-131D5199A398}"/>
                </a:ext>
              </a:extLst>
            </p:cNvPr>
            <p:cNvSpPr/>
            <p:nvPr/>
          </p:nvSpPr>
          <p:spPr>
            <a:xfrm>
              <a:off x="6089913" y="3835122"/>
              <a:ext cx="1731416" cy="1731416"/>
            </a:xfrm>
            <a:prstGeom prst="arc">
              <a:avLst>
                <a:gd name="adj1" fmla="val 16654352"/>
                <a:gd name="adj2" fmla="val 3832470"/>
              </a:avLst>
            </a:prstGeom>
            <a:ln w="158750" cap="rnd">
              <a:gradFill>
                <a:gsLst>
                  <a:gs pos="0">
                    <a:schemeClr val="accent6"/>
                  </a:gs>
                  <a:gs pos="100000">
                    <a:schemeClr val="accent5"/>
                  </a:gs>
                </a:gsLst>
                <a:lin ang="5400000" scaled="1"/>
              </a:gradFill>
            </a:ln>
            <a:effectLst>
              <a:outerShdw blurRad="63500" sx="92000" sy="92000" algn="ctr"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93" name="Group 192">
            <a:extLst>
              <a:ext uri="{FF2B5EF4-FFF2-40B4-BE49-F238E27FC236}">
                <a16:creationId xmlns:a16="http://schemas.microsoft.com/office/drawing/2014/main" id="{979751E8-6763-6CE8-7EF5-E270D16B9FE9}"/>
              </a:ext>
            </a:extLst>
          </p:cNvPr>
          <p:cNvGrpSpPr/>
          <p:nvPr/>
        </p:nvGrpSpPr>
        <p:grpSpPr>
          <a:xfrm>
            <a:off x="6368606" y="1149971"/>
            <a:ext cx="952288" cy="921401"/>
            <a:chOff x="6089913" y="3835122"/>
            <a:chExt cx="1731417" cy="1731416"/>
          </a:xfrm>
        </p:grpSpPr>
        <p:sp>
          <p:nvSpPr>
            <p:cNvPr id="194" name="Arc 193">
              <a:extLst>
                <a:ext uri="{FF2B5EF4-FFF2-40B4-BE49-F238E27FC236}">
                  <a16:creationId xmlns:a16="http://schemas.microsoft.com/office/drawing/2014/main" id="{69F6A96B-1BD7-147F-0322-B8083435813E}"/>
                </a:ext>
              </a:extLst>
            </p:cNvPr>
            <p:cNvSpPr/>
            <p:nvPr/>
          </p:nvSpPr>
          <p:spPr>
            <a:xfrm>
              <a:off x="6089915" y="3835122"/>
              <a:ext cx="1731415" cy="1731416"/>
            </a:xfrm>
            <a:prstGeom prst="arc">
              <a:avLst>
                <a:gd name="adj1" fmla="val 15503201"/>
                <a:gd name="adj2" fmla="val 13675562"/>
              </a:avLst>
            </a:prstGeom>
            <a:ln w="158750" cap="rnd">
              <a:gradFill>
                <a:gsLst>
                  <a:gs pos="0">
                    <a:schemeClr val="accent2"/>
                  </a:gs>
                  <a:gs pos="100000">
                    <a:schemeClr val="accent3"/>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5" name="Arc 194">
              <a:extLst>
                <a:ext uri="{FF2B5EF4-FFF2-40B4-BE49-F238E27FC236}">
                  <a16:creationId xmlns:a16="http://schemas.microsoft.com/office/drawing/2014/main" id="{D4F11399-1CA9-FBAC-6959-B8CBDEC6E081}"/>
                </a:ext>
              </a:extLst>
            </p:cNvPr>
            <p:cNvSpPr/>
            <p:nvPr/>
          </p:nvSpPr>
          <p:spPr>
            <a:xfrm>
              <a:off x="6089913" y="3835122"/>
              <a:ext cx="1731415" cy="1731416"/>
            </a:xfrm>
            <a:prstGeom prst="arc">
              <a:avLst>
                <a:gd name="adj1" fmla="val 13186870"/>
                <a:gd name="adj2" fmla="val 15016595"/>
              </a:avLst>
            </a:prstGeom>
            <a:ln w="158750" cap="rnd">
              <a:gradFill>
                <a:gsLst>
                  <a:gs pos="0">
                    <a:srgbClr val="FF0000"/>
                  </a:gs>
                  <a:gs pos="100000">
                    <a:schemeClr val="accent5"/>
                  </a:gs>
                </a:gsLst>
                <a:lin ang="5400000" scaled="1"/>
              </a:gradFill>
            </a:ln>
            <a:effectLst>
              <a:outerShdw blurRad="63500" sx="92000" sy="92000" algn="ctr"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96" name="Group 195">
            <a:extLst>
              <a:ext uri="{FF2B5EF4-FFF2-40B4-BE49-F238E27FC236}">
                <a16:creationId xmlns:a16="http://schemas.microsoft.com/office/drawing/2014/main" id="{0DA199F9-55A8-59FA-A9C2-4949251B7A27}"/>
              </a:ext>
            </a:extLst>
          </p:cNvPr>
          <p:cNvGrpSpPr/>
          <p:nvPr/>
        </p:nvGrpSpPr>
        <p:grpSpPr>
          <a:xfrm>
            <a:off x="651091" y="1185088"/>
            <a:ext cx="952288" cy="921401"/>
            <a:chOff x="6089913" y="3835122"/>
            <a:chExt cx="1731417" cy="1731416"/>
          </a:xfrm>
        </p:grpSpPr>
        <p:sp>
          <p:nvSpPr>
            <p:cNvPr id="197" name="Arc 196">
              <a:extLst>
                <a:ext uri="{FF2B5EF4-FFF2-40B4-BE49-F238E27FC236}">
                  <a16:creationId xmlns:a16="http://schemas.microsoft.com/office/drawing/2014/main" id="{53D5A34E-CCC4-7D53-02F6-D7CDF8D82CF1}"/>
                </a:ext>
              </a:extLst>
            </p:cNvPr>
            <p:cNvSpPr/>
            <p:nvPr/>
          </p:nvSpPr>
          <p:spPr>
            <a:xfrm>
              <a:off x="6089915" y="3835122"/>
              <a:ext cx="1731415" cy="1731416"/>
            </a:xfrm>
            <a:prstGeom prst="arc">
              <a:avLst>
                <a:gd name="adj1" fmla="val 20807588"/>
                <a:gd name="adj2" fmla="val 17084164"/>
              </a:avLst>
            </a:prstGeom>
            <a:ln w="158750" cap="rnd">
              <a:gradFill>
                <a:gsLst>
                  <a:gs pos="0">
                    <a:schemeClr val="accent2"/>
                  </a:gs>
                  <a:gs pos="100000">
                    <a:schemeClr val="accent3"/>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8" name="Arc 197">
              <a:extLst>
                <a:ext uri="{FF2B5EF4-FFF2-40B4-BE49-F238E27FC236}">
                  <a16:creationId xmlns:a16="http://schemas.microsoft.com/office/drawing/2014/main" id="{53D8C5BD-A1D8-7644-D953-08D421343E0E}"/>
                </a:ext>
              </a:extLst>
            </p:cNvPr>
            <p:cNvSpPr/>
            <p:nvPr/>
          </p:nvSpPr>
          <p:spPr>
            <a:xfrm>
              <a:off x="6089913" y="3835122"/>
              <a:ext cx="1731416" cy="1731416"/>
            </a:xfrm>
            <a:prstGeom prst="arc">
              <a:avLst>
                <a:gd name="adj1" fmla="val 16133045"/>
                <a:gd name="adj2" fmla="val 11109698"/>
              </a:avLst>
            </a:prstGeom>
            <a:ln w="158750" cap="rnd">
              <a:gradFill>
                <a:gsLst>
                  <a:gs pos="0">
                    <a:schemeClr val="accent6"/>
                  </a:gs>
                  <a:gs pos="100000">
                    <a:schemeClr val="accent5"/>
                  </a:gs>
                </a:gsLst>
                <a:lin ang="5400000" scaled="1"/>
              </a:gradFill>
            </a:ln>
            <a:effectLst>
              <a:outerShdw blurRad="63500" sx="92000" sy="92000" algn="ctr"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199" name="TextBox 198">
            <a:extLst>
              <a:ext uri="{FF2B5EF4-FFF2-40B4-BE49-F238E27FC236}">
                <a16:creationId xmlns:a16="http://schemas.microsoft.com/office/drawing/2014/main" id="{311837EB-6091-9C0F-7427-B00649E1B4E0}"/>
              </a:ext>
            </a:extLst>
          </p:cNvPr>
          <p:cNvSpPr txBox="1"/>
          <p:nvPr/>
        </p:nvSpPr>
        <p:spPr>
          <a:xfrm>
            <a:off x="3536905" y="1511440"/>
            <a:ext cx="655604" cy="246221"/>
          </a:xfrm>
          <a:prstGeom prst="rect">
            <a:avLst/>
          </a:prstGeom>
          <a:noFill/>
        </p:spPr>
        <p:txBody>
          <a:bodyPr wrap="square" rtlCol="0" anchor="ctr">
            <a:spAutoFit/>
          </a:bodyPr>
          <a:lstStyle/>
          <a:p>
            <a:pPr algn="ctr"/>
            <a:r>
              <a:rPr lang="ar-LY" sz="1000" b="1" dirty="0">
                <a:solidFill>
                  <a:schemeClr val="tx2"/>
                </a:solidFill>
                <a:latin typeface="Montserrat" panose="020B0604020202020204" charset="0"/>
              </a:rPr>
              <a:t>49.17 %</a:t>
            </a:r>
            <a:endParaRPr lang="en-US" sz="1000" b="1" dirty="0">
              <a:solidFill>
                <a:schemeClr val="tx2"/>
              </a:solidFill>
              <a:latin typeface="Montserrat" panose="020B0604020202020204" charset="0"/>
            </a:endParaRPr>
          </a:p>
        </p:txBody>
      </p:sp>
      <p:sp>
        <p:nvSpPr>
          <p:cNvPr id="200" name="TextBox 199">
            <a:extLst>
              <a:ext uri="{FF2B5EF4-FFF2-40B4-BE49-F238E27FC236}">
                <a16:creationId xmlns:a16="http://schemas.microsoft.com/office/drawing/2014/main" id="{11AB520C-50EB-1DCF-DD99-133D2DB87279}"/>
              </a:ext>
            </a:extLst>
          </p:cNvPr>
          <p:cNvSpPr txBox="1"/>
          <p:nvPr/>
        </p:nvSpPr>
        <p:spPr>
          <a:xfrm>
            <a:off x="803485" y="1521479"/>
            <a:ext cx="655604" cy="246221"/>
          </a:xfrm>
          <a:prstGeom prst="rect">
            <a:avLst/>
          </a:prstGeom>
          <a:noFill/>
        </p:spPr>
        <p:txBody>
          <a:bodyPr wrap="square" rtlCol="0" anchor="ctr">
            <a:spAutoFit/>
          </a:bodyPr>
          <a:lstStyle/>
          <a:p>
            <a:pPr algn="ctr"/>
            <a:r>
              <a:rPr lang="ar-LY" sz="1000" b="1" dirty="0">
                <a:solidFill>
                  <a:schemeClr val="tx2"/>
                </a:solidFill>
                <a:latin typeface="Montserrat" panose="020B0604020202020204" charset="0"/>
              </a:rPr>
              <a:t>77.09 %</a:t>
            </a:r>
            <a:endParaRPr lang="en-US" sz="1000" b="1" dirty="0">
              <a:solidFill>
                <a:schemeClr val="tx2"/>
              </a:solidFill>
              <a:latin typeface="Montserrat" panose="020B0604020202020204" charset="0"/>
            </a:endParaRPr>
          </a:p>
        </p:txBody>
      </p:sp>
      <p:sp>
        <p:nvSpPr>
          <p:cNvPr id="2" name="Date Placeholder 3">
            <a:extLst>
              <a:ext uri="{FF2B5EF4-FFF2-40B4-BE49-F238E27FC236}">
                <a16:creationId xmlns:a16="http://schemas.microsoft.com/office/drawing/2014/main" id="{2079380D-5B26-D838-0EBB-E01C7B087AB3}"/>
              </a:ext>
            </a:extLst>
          </p:cNvPr>
          <p:cNvSpPr>
            <a:spLocks noGrp="1"/>
          </p:cNvSpPr>
          <p:nvPr>
            <p:ph type="dt" sz="half" idx="10"/>
          </p:nvPr>
        </p:nvSpPr>
        <p:spPr>
          <a:xfrm>
            <a:off x="8567198" y="6356347"/>
            <a:ext cx="1610032" cy="365125"/>
          </a:xfrm>
        </p:spPr>
        <p:txBody>
          <a:bodyPr/>
          <a:lstStyle/>
          <a:p>
            <a:fld id="{908DA5FC-E0A7-4DE1-BF36-F904F26B1C7D}" type="datetime4">
              <a:rPr lang="en-US" smtClean="0"/>
              <a:t>November 5, 2023</a:t>
            </a:fld>
            <a:endParaRPr lang="en-US" dirty="0"/>
          </a:p>
        </p:txBody>
      </p:sp>
      <p:sp>
        <p:nvSpPr>
          <p:cNvPr id="3" name="Slide Number Placeholder 5">
            <a:extLst>
              <a:ext uri="{FF2B5EF4-FFF2-40B4-BE49-F238E27FC236}">
                <a16:creationId xmlns:a16="http://schemas.microsoft.com/office/drawing/2014/main" id="{A90EB0C5-8EC0-4B4F-9A2A-63AF3E432F9A}"/>
              </a:ext>
            </a:extLst>
          </p:cNvPr>
          <p:cNvSpPr>
            <a:spLocks noGrp="1"/>
          </p:cNvSpPr>
          <p:nvPr>
            <p:ph type="sldNum" sz="quarter" idx="12"/>
          </p:nvPr>
        </p:nvSpPr>
        <p:spPr>
          <a:xfrm>
            <a:off x="838200" y="6356349"/>
            <a:ext cx="1610032" cy="365125"/>
          </a:xfrm>
        </p:spPr>
        <p:txBody>
          <a:bodyPr/>
          <a:lstStyle/>
          <a:p>
            <a:fld id="{12D7B28B-DC80-4E46-95D7-53BDE8C7F925}" type="slidenum">
              <a:rPr lang="en-US" smtClean="0"/>
              <a:t>15</a:t>
            </a:fld>
            <a:endParaRPr lang="en-US" dirty="0"/>
          </a:p>
        </p:txBody>
      </p:sp>
    </p:spTree>
    <p:extLst>
      <p:ext uri="{BB962C8B-B14F-4D97-AF65-F5344CB8AC3E}">
        <p14:creationId xmlns:p14="http://schemas.microsoft.com/office/powerpoint/2010/main" val="11964889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1">
            <a:extLst>
              <a:ext uri="{FF2B5EF4-FFF2-40B4-BE49-F238E27FC236}">
                <a16:creationId xmlns:a16="http://schemas.microsoft.com/office/drawing/2014/main" id="{6892BE0F-B526-A6F8-4DF5-48578BF95609}"/>
              </a:ext>
            </a:extLst>
          </p:cNvPr>
          <p:cNvSpPr/>
          <p:nvPr/>
        </p:nvSpPr>
        <p:spPr>
          <a:xfrm>
            <a:off x="6541460" y="1032816"/>
            <a:ext cx="5290272" cy="2290581"/>
          </a:xfrm>
          <a:prstGeom prst="roundRect">
            <a:avLst>
              <a:gd name="adj" fmla="val 3297"/>
            </a:avLst>
          </a:prstGeom>
          <a:solidFill>
            <a:schemeClr val="bg2"/>
          </a:solidFill>
          <a:ln>
            <a:noFill/>
          </a:ln>
          <a:effectLst>
            <a:outerShdw blurRad="127000" dist="12700" dir="5400000" algn="tl" rotWithShape="0">
              <a:schemeClr val="tx2">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dirty="0"/>
          </a:p>
        </p:txBody>
      </p:sp>
      <p:sp>
        <p:nvSpPr>
          <p:cNvPr id="19" name="Rounded Rectangle 11">
            <a:extLst>
              <a:ext uri="{FF2B5EF4-FFF2-40B4-BE49-F238E27FC236}">
                <a16:creationId xmlns:a16="http://schemas.microsoft.com/office/drawing/2014/main" id="{3A8E61D6-653E-F8C4-7011-01CBDE599704}"/>
              </a:ext>
            </a:extLst>
          </p:cNvPr>
          <p:cNvSpPr/>
          <p:nvPr/>
        </p:nvSpPr>
        <p:spPr>
          <a:xfrm>
            <a:off x="245728" y="938699"/>
            <a:ext cx="5563792" cy="3084353"/>
          </a:xfrm>
          <a:prstGeom prst="roundRect">
            <a:avLst>
              <a:gd name="adj" fmla="val 4694"/>
            </a:avLst>
          </a:prstGeom>
          <a:solidFill>
            <a:schemeClr val="bg2"/>
          </a:solidFill>
          <a:ln>
            <a:noFill/>
          </a:ln>
          <a:effectLst>
            <a:outerShdw blurRad="127000" dist="12700" dir="5400000" algn="tl" rotWithShape="0">
              <a:schemeClr val="tx2">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dirty="0"/>
          </a:p>
        </p:txBody>
      </p:sp>
      <p:sp>
        <p:nvSpPr>
          <p:cNvPr id="39" name="Rounded Rectangle 11">
            <a:extLst>
              <a:ext uri="{FF2B5EF4-FFF2-40B4-BE49-F238E27FC236}">
                <a16:creationId xmlns:a16="http://schemas.microsoft.com/office/drawing/2014/main" id="{2EE0BA61-57F2-0292-D5CE-F3EDF3787842}"/>
              </a:ext>
            </a:extLst>
          </p:cNvPr>
          <p:cNvSpPr/>
          <p:nvPr/>
        </p:nvSpPr>
        <p:spPr>
          <a:xfrm>
            <a:off x="6541460" y="3623671"/>
            <a:ext cx="5290272" cy="2290581"/>
          </a:xfrm>
          <a:prstGeom prst="roundRect">
            <a:avLst>
              <a:gd name="adj" fmla="val 3297"/>
            </a:avLst>
          </a:prstGeom>
          <a:solidFill>
            <a:schemeClr val="bg2"/>
          </a:solidFill>
          <a:ln>
            <a:noFill/>
          </a:ln>
          <a:effectLst>
            <a:outerShdw blurRad="127000" dist="12700" dir="5400000" algn="tl" rotWithShape="0">
              <a:schemeClr val="tx2">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dirty="0"/>
          </a:p>
        </p:txBody>
      </p:sp>
      <p:grpSp>
        <p:nvGrpSpPr>
          <p:cNvPr id="40" name="Group 39">
            <a:extLst>
              <a:ext uri="{FF2B5EF4-FFF2-40B4-BE49-F238E27FC236}">
                <a16:creationId xmlns:a16="http://schemas.microsoft.com/office/drawing/2014/main" id="{0150E408-4EDC-F3CB-147E-DBC2028B107A}"/>
              </a:ext>
            </a:extLst>
          </p:cNvPr>
          <p:cNvGrpSpPr/>
          <p:nvPr/>
        </p:nvGrpSpPr>
        <p:grpSpPr>
          <a:xfrm>
            <a:off x="6697030" y="1189573"/>
            <a:ext cx="5108489" cy="1981951"/>
            <a:chOff x="766423" y="1267446"/>
            <a:chExt cx="3282091" cy="2161555"/>
          </a:xfrm>
        </p:grpSpPr>
        <p:sp>
          <p:nvSpPr>
            <p:cNvPr id="41" name="TextBox 40">
              <a:extLst>
                <a:ext uri="{FF2B5EF4-FFF2-40B4-BE49-F238E27FC236}">
                  <a16:creationId xmlns:a16="http://schemas.microsoft.com/office/drawing/2014/main" id="{65173858-BBBB-374E-7119-45C6DCEA2DAD}"/>
                </a:ext>
              </a:extLst>
            </p:cNvPr>
            <p:cNvSpPr txBox="1"/>
            <p:nvPr/>
          </p:nvSpPr>
          <p:spPr>
            <a:xfrm>
              <a:off x="766423" y="1267446"/>
              <a:ext cx="3282091" cy="251750"/>
            </a:xfrm>
            <a:prstGeom prst="rect">
              <a:avLst/>
            </a:prstGeom>
            <a:noFill/>
          </p:spPr>
          <p:txBody>
            <a:bodyPr wrap="square" rtlCol="0">
              <a:spAutoFit/>
            </a:bodyPr>
            <a:lstStyle/>
            <a:p>
              <a:pPr algn="ctr"/>
              <a:r>
                <a:rPr lang="ar-LY" sz="900" b="1" dirty="0">
                  <a:solidFill>
                    <a:schemeClr val="tx2"/>
                  </a:solidFill>
                  <a:latin typeface="Montserrat" panose="00000500000000000000" pitchFamily="2" charset="0"/>
                </a:rPr>
                <a:t>الايراد من خدمات المكالمات الصوتية</a:t>
              </a:r>
              <a:endParaRPr lang="en-US" sz="900" b="1" dirty="0">
                <a:solidFill>
                  <a:schemeClr val="tx2"/>
                </a:solidFill>
                <a:latin typeface="Montserrat" panose="00000500000000000000" pitchFamily="2" charset="0"/>
              </a:endParaRPr>
            </a:p>
          </p:txBody>
        </p:sp>
        <p:graphicFrame>
          <p:nvGraphicFramePr>
            <p:cNvPr id="42" name="Chart 41">
              <a:extLst>
                <a:ext uri="{FF2B5EF4-FFF2-40B4-BE49-F238E27FC236}">
                  <a16:creationId xmlns:a16="http://schemas.microsoft.com/office/drawing/2014/main" id="{C404C809-0F14-80EB-B825-D6D29A6F3062}"/>
                </a:ext>
              </a:extLst>
            </p:cNvPr>
            <p:cNvGraphicFramePr/>
            <p:nvPr>
              <p:extLst>
                <p:ext uri="{D42A27DB-BD31-4B8C-83A1-F6EECF244321}">
                  <p14:modId xmlns:p14="http://schemas.microsoft.com/office/powerpoint/2010/main" val="2694563306"/>
                </p:ext>
              </p:extLst>
            </p:nvPr>
          </p:nvGraphicFramePr>
          <p:xfrm>
            <a:off x="766423" y="1513841"/>
            <a:ext cx="3272571" cy="1915160"/>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43" name="Group 42">
            <a:extLst>
              <a:ext uri="{FF2B5EF4-FFF2-40B4-BE49-F238E27FC236}">
                <a16:creationId xmlns:a16="http://schemas.microsoft.com/office/drawing/2014/main" id="{C1BD978D-B405-814E-355A-66ACB6CE7643}"/>
              </a:ext>
            </a:extLst>
          </p:cNvPr>
          <p:cNvGrpSpPr/>
          <p:nvPr/>
        </p:nvGrpSpPr>
        <p:grpSpPr>
          <a:xfrm>
            <a:off x="6739170" y="3818920"/>
            <a:ext cx="4935629" cy="2005264"/>
            <a:chOff x="766423" y="1229346"/>
            <a:chExt cx="3282091" cy="2186981"/>
          </a:xfrm>
        </p:grpSpPr>
        <p:sp>
          <p:nvSpPr>
            <p:cNvPr id="44" name="TextBox 43">
              <a:extLst>
                <a:ext uri="{FF2B5EF4-FFF2-40B4-BE49-F238E27FC236}">
                  <a16:creationId xmlns:a16="http://schemas.microsoft.com/office/drawing/2014/main" id="{DE05F08F-E78E-2BB7-49F7-07AD200368AA}"/>
                </a:ext>
              </a:extLst>
            </p:cNvPr>
            <p:cNvSpPr txBox="1"/>
            <p:nvPr/>
          </p:nvSpPr>
          <p:spPr>
            <a:xfrm>
              <a:off x="766423" y="1229346"/>
              <a:ext cx="3282091" cy="251750"/>
            </a:xfrm>
            <a:prstGeom prst="rect">
              <a:avLst/>
            </a:prstGeom>
            <a:noFill/>
          </p:spPr>
          <p:txBody>
            <a:bodyPr wrap="square" rtlCol="0">
              <a:spAutoFit/>
            </a:bodyPr>
            <a:lstStyle/>
            <a:p>
              <a:pPr algn="ctr"/>
              <a:r>
                <a:rPr lang="ar-LY" sz="900" b="1" dirty="0">
                  <a:solidFill>
                    <a:schemeClr val="tx2"/>
                  </a:solidFill>
                  <a:latin typeface="Montserrat" panose="00000500000000000000" pitchFamily="2" charset="0"/>
                </a:rPr>
                <a:t>الايراد من خدمات الرسائل النصية</a:t>
              </a:r>
              <a:endParaRPr lang="en-US" sz="900" b="1" dirty="0">
                <a:solidFill>
                  <a:schemeClr val="tx2"/>
                </a:solidFill>
                <a:latin typeface="Montserrat" panose="00000500000000000000" pitchFamily="2" charset="0"/>
              </a:endParaRPr>
            </a:p>
          </p:txBody>
        </p:sp>
        <p:graphicFrame>
          <p:nvGraphicFramePr>
            <p:cNvPr id="46" name="Chart 45">
              <a:extLst>
                <a:ext uri="{FF2B5EF4-FFF2-40B4-BE49-F238E27FC236}">
                  <a16:creationId xmlns:a16="http://schemas.microsoft.com/office/drawing/2014/main" id="{408AC4D8-EABE-243A-EA73-49728972DB4B}"/>
                </a:ext>
              </a:extLst>
            </p:cNvPr>
            <p:cNvGraphicFramePr/>
            <p:nvPr>
              <p:extLst>
                <p:ext uri="{D42A27DB-BD31-4B8C-83A1-F6EECF244321}">
                  <p14:modId xmlns:p14="http://schemas.microsoft.com/office/powerpoint/2010/main" val="4163415758"/>
                </p:ext>
              </p:extLst>
            </p:nvPr>
          </p:nvGraphicFramePr>
          <p:xfrm>
            <a:off x="766423" y="1430021"/>
            <a:ext cx="3189881" cy="1986306"/>
          </p:xfrm>
          <a:graphic>
            <a:graphicData uri="http://schemas.openxmlformats.org/drawingml/2006/chart">
              <c:chart xmlns:c="http://schemas.openxmlformats.org/drawingml/2006/chart" xmlns:r="http://schemas.openxmlformats.org/officeDocument/2006/relationships" r:id="rId4"/>
            </a:graphicData>
          </a:graphic>
        </p:graphicFrame>
      </p:grpSp>
      <p:sp>
        <p:nvSpPr>
          <p:cNvPr id="88" name="Title 1">
            <a:extLst>
              <a:ext uri="{FF2B5EF4-FFF2-40B4-BE49-F238E27FC236}">
                <a16:creationId xmlns:a16="http://schemas.microsoft.com/office/drawing/2014/main" id="{D58D6906-E864-AF2E-C8F5-75C8584182E6}"/>
              </a:ext>
            </a:extLst>
          </p:cNvPr>
          <p:cNvSpPr txBox="1">
            <a:spLocks/>
          </p:cNvSpPr>
          <p:nvPr/>
        </p:nvSpPr>
        <p:spPr>
          <a:xfrm>
            <a:off x="1471766" y="-103915"/>
            <a:ext cx="10515600" cy="1325563"/>
          </a:xfrm>
          <a:prstGeom prst="rect">
            <a:avLst/>
          </a:prstGeom>
        </p:spPr>
        <p:txBody>
          <a:bodyPr vert="horz" lIns="91440" tIns="45720" rIns="91440" bIns="45720" rtlCol="0" anchor="ct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pPr marL="0" marR="0" lvl="0" indent="0" fontAlgn="auto">
              <a:spcAft>
                <a:spcPts val="0"/>
              </a:spcAft>
              <a:buClrTx/>
              <a:buSzTx/>
              <a:tabLst/>
              <a:defRPr/>
            </a:pPr>
            <a:r>
              <a:rPr lang="ar-LY" sz="2300" b="1" dirty="0">
                <a:cs typeface="Tajawal Medium" panose="00000600000000000000" pitchFamily="2" charset="-78"/>
              </a:rPr>
              <a:t>خدمة المكالمات الصوتية والرسائل القصيرة</a:t>
            </a:r>
            <a:endParaRPr lang="en-US" sz="2300" b="1" dirty="0">
              <a:cs typeface="Tajawal Medium" panose="00000600000000000000" pitchFamily="2" charset="-78"/>
            </a:endParaRPr>
          </a:p>
        </p:txBody>
      </p:sp>
      <p:sp>
        <p:nvSpPr>
          <p:cNvPr id="91" name="Rectangle: Rounded Corners 90">
            <a:extLst>
              <a:ext uri="{FF2B5EF4-FFF2-40B4-BE49-F238E27FC236}">
                <a16:creationId xmlns:a16="http://schemas.microsoft.com/office/drawing/2014/main" id="{002486C0-528A-CC02-16E1-2DDBFE4E51AB}"/>
              </a:ext>
            </a:extLst>
          </p:cNvPr>
          <p:cNvSpPr/>
          <p:nvPr/>
        </p:nvSpPr>
        <p:spPr>
          <a:xfrm>
            <a:off x="401298" y="1221648"/>
            <a:ext cx="5211212" cy="2644685"/>
          </a:xfrm>
          <a:prstGeom prst="roundRect">
            <a:avLst>
              <a:gd name="adj" fmla="val 2643"/>
            </a:avLst>
          </a:prstGeom>
          <a:gradFill>
            <a:gsLst>
              <a:gs pos="0">
                <a:srgbClr val="990099"/>
              </a:gs>
              <a:gs pos="100000">
                <a:schemeClr val="accent2"/>
              </a:gs>
            </a:gsLst>
            <a:lin ang="0" scaled="1"/>
          </a:gra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2" name="Chart 91">
            <a:extLst>
              <a:ext uri="{FF2B5EF4-FFF2-40B4-BE49-F238E27FC236}">
                <a16:creationId xmlns:a16="http://schemas.microsoft.com/office/drawing/2014/main" id="{B20F9DAA-2040-354A-9F48-2CEB2D2D0CF0}"/>
              </a:ext>
            </a:extLst>
          </p:cNvPr>
          <p:cNvGraphicFramePr/>
          <p:nvPr>
            <p:extLst>
              <p:ext uri="{D42A27DB-BD31-4B8C-83A1-F6EECF244321}">
                <p14:modId xmlns:p14="http://schemas.microsoft.com/office/powerpoint/2010/main" val="1844962434"/>
              </p:ext>
            </p:extLst>
          </p:nvPr>
        </p:nvGraphicFramePr>
        <p:xfrm>
          <a:off x="683979" y="1669142"/>
          <a:ext cx="4787013" cy="2001595"/>
        </p:xfrm>
        <a:graphic>
          <a:graphicData uri="http://schemas.openxmlformats.org/drawingml/2006/chart">
            <c:chart xmlns:c="http://schemas.openxmlformats.org/drawingml/2006/chart" xmlns:r="http://schemas.openxmlformats.org/officeDocument/2006/relationships" r:id="rId5"/>
          </a:graphicData>
        </a:graphic>
      </p:graphicFrame>
      <p:sp>
        <p:nvSpPr>
          <p:cNvPr id="93" name="TextBox 92">
            <a:extLst>
              <a:ext uri="{FF2B5EF4-FFF2-40B4-BE49-F238E27FC236}">
                <a16:creationId xmlns:a16="http://schemas.microsoft.com/office/drawing/2014/main" id="{EA46991F-B841-131C-0841-2DD239DB81E7}"/>
              </a:ext>
            </a:extLst>
          </p:cNvPr>
          <p:cNvSpPr txBox="1"/>
          <p:nvPr/>
        </p:nvSpPr>
        <p:spPr>
          <a:xfrm>
            <a:off x="1918264" y="1292321"/>
            <a:ext cx="2095092" cy="283086"/>
          </a:xfrm>
          <a:prstGeom prst="rect">
            <a:avLst/>
          </a:prstGeom>
          <a:noFill/>
        </p:spPr>
        <p:txBody>
          <a:bodyPr wrap="square" rtlCol="0">
            <a:spAutoFit/>
          </a:bodyPr>
          <a:lstStyle/>
          <a:p>
            <a:pPr algn="r"/>
            <a:r>
              <a:rPr lang="ar-LY" sz="1200" b="1" dirty="0">
                <a:solidFill>
                  <a:schemeClr val="bg1"/>
                </a:solidFill>
                <a:latin typeface="Montserrat Medium" panose="020B0604020202020204" charset="0"/>
              </a:rPr>
              <a:t>الايراد من خدمات الصوت والرسائل</a:t>
            </a:r>
            <a:endParaRPr lang="en-US" sz="1200" b="1" dirty="0">
              <a:solidFill>
                <a:schemeClr val="bg1"/>
              </a:solidFill>
              <a:latin typeface="Montserrat Medium" panose="020B0604020202020204" charset="0"/>
            </a:endParaRPr>
          </a:p>
        </p:txBody>
      </p:sp>
      <p:grpSp>
        <p:nvGrpSpPr>
          <p:cNvPr id="95" name="Group 94">
            <a:extLst>
              <a:ext uri="{FF2B5EF4-FFF2-40B4-BE49-F238E27FC236}">
                <a16:creationId xmlns:a16="http://schemas.microsoft.com/office/drawing/2014/main" id="{028A583D-F025-35FC-2CAC-F6CCA908620A}"/>
              </a:ext>
            </a:extLst>
          </p:cNvPr>
          <p:cNvGrpSpPr/>
          <p:nvPr/>
        </p:nvGrpSpPr>
        <p:grpSpPr>
          <a:xfrm>
            <a:off x="775740" y="3929198"/>
            <a:ext cx="5231490" cy="2365637"/>
            <a:chOff x="6366150" y="3892670"/>
            <a:chExt cx="5231490" cy="2365637"/>
          </a:xfrm>
        </p:grpSpPr>
        <p:sp>
          <p:nvSpPr>
            <p:cNvPr id="96" name="Rectangle: Rounded Corners 95">
              <a:extLst>
                <a:ext uri="{FF2B5EF4-FFF2-40B4-BE49-F238E27FC236}">
                  <a16:creationId xmlns:a16="http://schemas.microsoft.com/office/drawing/2014/main" id="{873AD4C7-CD8A-B718-BAFD-3433EDD5D6F2}"/>
                </a:ext>
              </a:extLst>
            </p:cNvPr>
            <p:cNvSpPr/>
            <p:nvPr/>
          </p:nvSpPr>
          <p:spPr>
            <a:xfrm>
              <a:off x="6366150" y="4421887"/>
              <a:ext cx="5231490" cy="1836420"/>
            </a:xfrm>
            <a:prstGeom prst="roundRect">
              <a:avLst>
                <a:gd name="adj" fmla="val 4737"/>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0000"/>
                    <a:lumOff val="10000"/>
                  </a:schemeClr>
                </a:solidFill>
              </a:endParaRPr>
            </a:p>
          </p:txBody>
        </p:sp>
        <p:sp>
          <p:nvSpPr>
            <p:cNvPr id="97" name="Isosceles Triangle 96">
              <a:extLst>
                <a:ext uri="{FF2B5EF4-FFF2-40B4-BE49-F238E27FC236}">
                  <a16:creationId xmlns:a16="http://schemas.microsoft.com/office/drawing/2014/main" id="{C45ACD01-01E5-7BBC-481B-099E80377886}"/>
                </a:ext>
              </a:extLst>
            </p:cNvPr>
            <p:cNvSpPr/>
            <p:nvPr/>
          </p:nvSpPr>
          <p:spPr>
            <a:xfrm rot="19523897">
              <a:off x="9154211" y="3892670"/>
              <a:ext cx="120794" cy="673410"/>
            </a:xfrm>
            <a:prstGeom prst="triangle">
              <a:avLst>
                <a:gd name="adj" fmla="val 0"/>
              </a:avLst>
            </a:prstGeom>
            <a:solidFill>
              <a:schemeClr val="bg1"/>
            </a:solidFill>
            <a:ln>
              <a:noFill/>
            </a:ln>
            <a:effectLst>
              <a:outerShdw blurRad="50800" dist="76200" dir="13500000" sx="84000" sy="84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0" name="TextBox 99">
            <a:extLst>
              <a:ext uri="{FF2B5EF4-FFF2-40B4-BE49-F238E27FC236}">
                <a16:creationId xmlns:a16="http://schemas.microsoft.com/office/drawing/2014/main" id="{0FE61EF1-E810-FAB5-2208-2445D0EE91E7}"/>
              </a:ext>
            </a:extLst>
          </p:cNvPr>
          <p:cNvSpPr txBox="1"/>
          <p:nvPr/>
        </p:nvSpPr>
        <p:spPr>
          <a:xfrm>
            <a:off x="1006764" y="4665473"/>
            <a:ext cx="4605746" cy="1446550"/>
          </a:xfrm>
          <a:prstGeom prst="rect">
            <a:avLst/>
          </a:prstGeom>
          <a:noFill/>
        </p:spPr>
        <p:txBody>
          <a:bodyPr wrap="square" rtlCol="0">
            <a:spAutoFit/>
          </a:bodyPr>
          <a:lstStyle/>
          <a:p>
            <a:pPr algn="ctr" rtl="1"/>
            <a:r>
              <a:rPr lang="ar-LY" sz="1100" b="1" dirty="0">
                <a:latin typeface="Tajawal Medium" panose="00000600000000000000" pitchFamily="2" charset="-78"/>
                <a:cs typeface="Tajawal Medium" panose="00000600000000000000" pitchFamily="2" charset="-78"/>
              </a:rPr>
              <a:t>اجمالي إيرادات خدمات الصوت والرسائل</a:t>
            </a:r>
            <a:endParaRPr lang="en-US" sz="1100" b="1" dirty="0">
              <a:latin typeface="Tajawal Medium" panose="00000600000000000000" pitchFamily="2" charset="-78"/>
              <a:cs typeface="Tajawal Medium" panose="00000600000000000000" pitchFamily="2" charset="-78"/>
            </a:endParaRPr>
          </a:p>
          <a:p>
            <a:pPr algn="ctr" rtl="1"/>
            <a:endParaRPr lang="ar-LY" sz="1100" b="1" dirty="0">
              <a:latin typeface="Tajawal Medium" panose="00000600000000000000" pitchFamily="2" charset="-78"/>
              <a:cs typeface="Tajawal Medium" panose="00000600000000000000" pitchFamily="2" charset="-78"/>
            </a:endParaRPr>
          </a:p>
          <a:p>
            <a:pPr algn="ctr" rtl="1"/>
            <a:r>
              <a:rPr lang="ar-LY" sz="1100" dirty="0">
                <a:latin typeface="Tajawal" panose="00000500000000000000" pitchFamily="2" charset="-78"/>
                <a:cs typeface="Tajawal" panose="00000500000000000000" pitchFamily="2" charset="-78"/>
              </a:rPr>
              <a:t>بلغ أجمالي الإيرادات من خدمات المكالمات الصوتية حتى شهر اكتوبر من سنة 2023 </a:t>
            </a:r>
            <a:r>
              <a:rPr lang="ar-LY" sz="1100" b="1" dirty="0">
                <a:solidFill>
                  <a:srgbClr val="990099"/>
                </a:solidFill>
                <a:latin typeface="Tajawal" panose="00000500000000000000" pitchFamily="2" charset="-78"/>
                <a:cs typeface="Tajawal" panose="00000500000000000000" pitchFamily="2" charset="-78"/>
              </a:rPr>
              <a:t>484,843,686</a:t>
            </a:r>
            <a:r>
              <a:rPr lang="ar-LY" sz="1100" dirty="0">
                <a:latin typeface="Tajawal" panose="00000500000000000000" pitchFamily="2" charset="-78"/>
                <a:cs typeface="Tajawal" panose="00000500000000000000" pitchFamily="2" charset="-78"/>
              </a:rPr>
              <a:t> د.ل منها </a:t>
            </a:r>
            <a:r>
              <a:rPr lang="ar-LY" sz="1100" b="1" dirty="0">
                <a:solidFill>
                  <a:srgbClr val="990099"/>
                </a:solidFill>
                <a:latin typeface="Tajawal" panose="00000500000000000000" pitchFamily="2" charset="-78"/>
                <a:cs typeface="Tajawal" panose="00000500000000000000" pitchFamily="2" charset="-78"/>
              </a:rPr>
              <a:t>54,675,618 </a:t>
            </a:r>
            <a:r>
              <a:rPr lang="ar-LY" sz="1100" dirty="0">
                <a:latin typeface="Tajawal" panose="00000500000000000000" pitchFamily="2" charset="-78"/>
                <a:cs typeface="Tajawal" panose="00000500000000000000" pitchFamily="2" charset="-78"/>
              </a:rPr>
              <a:t>د.ل خلال شهر اكتوبر من نفس السنة.</a:t>
            </a:r>
          </a:p>
          <a:p>
            <a:pPr algn="ctr" rtl="1"/>
            <a:endParaRPr lang="ar-LY" sz="1100" dirty="0">
              <a:latin typeface="Tajawal" panose="00000500000000000000" pitchFamily="2" charset="-78"/>
              <a:cs typeface="Tajawal" panose="00000500000000000000" pitchFamily="2" charset="-78"/>
            </a:endParaRPr>
          </a:p>
          <a:p>
            <a:pPr algn="ctr" rtl="1"/>
            <a:r>
              <a:rPr lang="ar-LY" sz="1100" dirty="0">
                <a:latin typeface="Tajawal" panose="00000500000000000000" pitchFamily="2" charset="-78"/>
                <a:cs typeface="Tajawal" panose="00000500000000000000" pitchFamily="2" charset="-78"/>
              </a:rPr>
              <a:t>بلغ أجمالي الإيرادات من خدمات الرسائل النصية حتى شهر اكتوبر من سنة 2023 </a:t>
            </a:r>
            <a:r>
              <a:rPr lang="ar-LY" sz="1100" b="1" dirty="0">
                <a:solidFill>
                  <a:srgbClr val="990099"/>
                </a:solidFill>
                <a:latin typeface="Tajawal" panose="00000500000000000000" pitchFamily="2" charset="-78"/>
                <a:cs typeface="Tajawal" panose="00000500000000000000" pitchFamily="2" charset="-78"/>
              </a:rPr>
              <a:t>29,598,472</a:t>
            </a:r>
            <a:r>
              <a:rPr lang="ar-LY" sz="1100" dirty="0">
                <a:latin typeface="Tajawal" panose="00000500000000000000" pitchFamily="2" charset="-78"/>
                <a:cs typeface="Tajawal" panose="00000500000000000000" pitchFamily="2" charset="-78"/>
              </a:rPr>
              <a:t> د.ل منها </a:t>
            </a:r>
            <a:r>
              <a:rPr lang="ar-LY" sz="1100" b="1" dirty="0">
                <a:solidFill>
                  <a:srgbClr val="990099"/>
                </a:solidFill>
                <a:latin typeface="Tajawal" panose="00000500000000000000" pitchFamily="2" charset="-78"/>
                <a:cs typeface="Tajawal" panose="00000500000000000000" pitchFamily="2" charset="-78"/>
              </a:rPr>
              <a:t>3,239,819 </a:t>
            </a:r>
            <a:r>
              <a:rPr lang="ar-LY" sz="1100" dirty="0">
                <a:latin typeface="Tajawal" panose="00000500000000000000" pitchFamily="2" charset="-78"/>
                <a:cs typeface="Tajawal" panose="00000500000000000000" pitchFamily="2" charset="-78"/>
              </a:rPr>
              <a:t>د.ل خلال شهر اكتوبر من نفس السنة.</a:t>
            </a:r>
          </a:p>
          <a:p>
            <a:pPr algn="ctr" rtl="1"/>
            <a:endParaRPr lang="ar-LY" sz="1100" dirty="0">
              <a:latin typeface="Tajawal" panose="00000500000000000000" pitchFamily="2" charset="-78"/>
              <a:cs typeface="Tajawal" panose="00000500000000000000" pitchFamily="2" charset="-78"/>
            </a:endParaRPr>
          </a:p>
        </p:txBody>
      </p:sp>
      <p:sp>
        <p:nvSpPr>
          <p:cNvPr id="2" name="Date Placeholder 3">
            <a:extLst>
              <a:ext uri="{FF2B5EF4-FFF2-40B4-BE49-F238E27FC236}">
                <a16:creationId xmlns:a16="http://schemas.microsoft.com/office/drawing/2014/main" id="{BAA8CB27-AF06-2F48-1C25-B8209E650F1F}"/>
              </a:ext>
            </a:extLst>
          </p:cNvPr>
          <p:cNvSpPr>
            <a:spLocks noGrp="1"/>
          </p:cNvSpPr>
          <p:nvPr>
            <p:ph type="dt" sz="half" idx="10"/>
          </p:nvPr>
        </p:nvSpPr>
        <p:spPr>
          <a:xfrm>
            <a:off x="8567198" y="6356347"/>
            <a:ext cx="1610032" cy="365125"/>
          </a:xfrm>
        </p:spPr>
        <p:txBody>
          <a:bodyPr/>
          <a:lstStyle/>
          <a:p>
            <a:fld id="{908DA5FC-E0A7-4DE1-BF36-F904F26B1C7D}" type="datetime4">
              <a:rPr lang="en-US" smtClean="0"/>
              <a:t>November 5, 2023</a:t>
            </a:fld>
            <a:endParaRPr lang="en-US" dirty="0"/>
          </a:p>
        </p:txBody>
      </p:sp>
      <p:sp>
        <p:nvSpPr>
          <p:cNvPr id="3" name="Slide Number Placeholder 5">
            <a:extLst>
              <a:ext uri="{FF2B5EF4-FFF2-40B4-BE49-F238E27FC236}">
                <a16:creationId xmlns:a16="http://schemas.microsoft.com/office/drawing/2014/main" id="{87464865-AC08-B17C-FDB6-54E79B30D927}"/>
              </a:ext>
            </a:extLst>
          </p:cNvPr>
          <p:cNvSpPr>
            <a:spLocks noGrp="1"/>
          </p:cNvSpPr>
          <p:nvPr>
            <p:ph type="sldNum" sz="quarter" idx="12"/>
          </p:nvPr>
        </p:nvSpPr>
        <p:spPr>
          <a:xfrm>
            <a:off x="838200" y="6356349"/>
            <a:ext cx="1610032" cy="365125"/>
          </a:xfrm>
        </p:spPr>
        <p:txBody>
          <a:bodyPr/>
          <a:lstStyle/>
          <a:p>
            <a:fld id="{12D7B28B-DC80-4E46-95D7-53BDE8C7F925}" type="slidenum">
              <a:rPr lang="en-US" smtClean="0"/>
              <a:t>16</a:t>
            </a:fld>
            <a:endParaRPr lang="en-US" dirty="0"/>
          </a:p>
        </p:txBody>
      </p:sp>
    </p:spTree>
    <p:extLst>
      <p:ext uri="{BB962C8B-B14F-4D97-AF65-F5344CB8AC3E}">
        <p14:creationId xmlns:p14="http://schemas.microsoft.com/office/powerpoint/2010/main" val="22668645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AA9A9A45-309D-487D-BBAE-9F3F763FFC12}"/>
              </a:ext>
            </a:extLst>
          </p:cNvPr>
          <p:cNvSpPr/>
          <p:nvPr/>
        </p:nvSpPr>
        <p:spPr>
          <a:xfrm>
            <a:off x="6558370" y="953165"/>
            <a:ext cx="5212080" cy="2621280"/>
          </a:xfrm>
          <a:prstGeom prst="roundRect">
            <a:avLst>
              <a:gd name="adj" fmla="val 2727"/>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5" name="Chart 14">
            <a:extLst>
              <a:ext uri="{FF2B5EF4-FFF2-40B4-BE49-F238E27FC236}">
                <a16:creationId xmlns:a16="http://schemas.microsoft.com/office/drawing/2014/main" id="{439226F0-3BC7-4CAC-A433-D01495F1ACC2}"/>
              </a:ext>
            </a:extLst>
          </p:cNvPr>
          <p:cNvGraphicFramePr/>
          <p:nvPr>
            <p:extLst>
              <p:ext uri="{D42A27DB-BD31-4B8C-83A1-F6EECF244321}">
                <p14:modId xmlns:p14="http://schemas.microsoft.com/office/powerpoint/2010/main" val="1412633862"/>
              </p:ext>
            </p:extLst>
          </p:nvPr>
        </p:nvGraphicFramePr>
        <p:xfrm>
          <a:off x="6726010" y="1518392"/>
          <a:ext cx="4876800" cy="2061478"/>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E6E5CD30-D954-44CD-88FB-69D696D76777}"/>
              </a:ext>
            </a:extLst>
          </p:cNvPr>
          <p:cNvSpPr txBox="1"/>
          <p:nvPr/>
        </p:nvSpPr>
        <p:spPr>
          <a:xfrm>
            <a:off x="7938130" y="1242277"/>
            <a:ext cx="2697480" cy="276999"/>
          </a:xfrm>
          <a:prstGeom prst="rect">
            <a:avLst/>
          </a:prstGeom>
          <a:noFill/>
        </p:spPr>
        <p:txBody>
          <a:bodyPr wrap="square" rtlCol="0">
            <a:spAutoFit/>
          </a:bodyPr>
          <a:lstStyle/>
          <a:p>
            <a:pPr algn="ctr"/>
            <a:r>
              <a:rPr lang="ar-LY" sz="1200" b="1" dirty="0">
                <a:solidFill>
                  <a:schemeClr val="tx2"/>
                </a:solidFill>
                <a:latin typeface="Montserrat Medium" panose="020B0604020202020204" charset="0"/>
              </a:rPr>
              <a:t>الايراد الكلي من الخدمات المضافة</a:t>
            </a:r>
            <a:endParaRPr lang="en-US" sz="1200" b="1" dirty="0">
              <a:solidFill>
                <a:schemeClr val="tx2"/>
              </a:solidFill>
              <a:latin typeface="Montserrat Medium" panose="020B0604020202020204" charset="0"/>
            </a:endParaRPr>
          </a:p>
        </p:txBody>
      </p:sp>
      <p:grpSp>
        <p:nvGrpSpPr>
          <p:cNvPr id="4" name="Group 3">
            <a:extLst>
              <a:ext uri="{FF2B5EF4-FFF2-40B4-BE49-F238E27FC236}">
                <a16:creationId xmlns:a16="http://schemas.microsoft.com/office/drawing/2014/main" id="{91A68AF2-9784-448B-B6CA-F7942F8AD16C}"/>
              </a:ext>
            </a:extLst>
          </p:cNvPr>
          <p:cNvGrpSpPr/>
          <p:nvPr/>
        </p:nvGrpSpPr>
        <p:grpSpPr>
          <a:xfrm>
            <a:off x="6533334" y="3549690"/>
            <a:ext cx="5231490" cy="2355146"/>
            <a:chOff x="6360524" y="3848814"/>
            <a:chExt cx="5231490" cy="2053787"/>
          </a:xfrm>
        </p:grpSpPr>
        <p:sp>
          <p:nvSpPr>
            <p:cNvPr id="3" name="Rectangle: Rounded Corners 2">
              <a:extLst>
                <a:ext uri="{FF2B5EF4-FFF2-40B4-BE49-F238E27FC236}">
                  <a16:creationId xmlns:a16="http://schemas.microsoft.com/office/drawing/2014/main" id="{553AB40F-3964-43E1-ACBC-A0A354DB4B77}"/>
                </a:ext>
              </a:extLst>
            </p:cNvPr>
            <p:cNvSpPr/>
            <p:nvPr/>
          </p:nvSpPr>
          <p:spPr>
            <a:xfrm>
              <a:off x="6360524" y="4066181"/>
              <a:ext cx="5231490" cy="1836420"/>
            </a:xfrm>
            <a:prstGeom prst="roundRect">
              <a:avLst>
                <a:gd name="adj" fmla="val 4737"/>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0000"/>
                    <a:lumOff val="10000"/>
                  </a:schemeClr>
                </a:solidFill>
              </a:endParaRPr>
            </a:p>
          </p:txBody>
        </p:sp>
        <p:sp>
          <p:nvSpPr>
            <p:cNvPr id="2" name="Isosceles Triangle 1">
              <a:extLst>
                <a:ext uri="{FF2B5EF4-FFF2-40B4-BE49-F238E27FC236}">
                  <a16:creationId xmlns:a16="http://schemas.microsoft.com/office/drawing/2014/main" id="{32B952EA-D358-41B8-8D80-4D06B2582F71}"/>
                </a:ext>
              </a:extLst>
            </p:cNvPr>
            <p:cNvSpPr/>
            <p:nvPr/>
          </p:nvSpPr>
          <p:spPr>
            <a:xfrm rot="19523897">
              <a:off x="8910461" y="3848814"/>
              <a:ext cx="172259" cy="263296"/>
            </a:xfrm>
            <a:prstGeom prst="triangle">
              <a:avLst>
                <a:gd name="adj" fmla="val 0"/>
              </a:avLst>
            </a:prstGeom>
            <a:solidFill>
              <a:schemeClr val="bg1"/>
            </a:solidFill>
            <a:ln>
              <a:noFill/>
            </a:ln>
            <a:effectLst>
              <a:outerShdw blurRad="50800" dist="76200" dir="13500000" sx="84000" sy="84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Rectangle: Rounded Corners 44">
            <a:extLst>
              <a:ext uri="{FF2B5EF4-FFF2-40B4-BE49-F238E27FC236}">
                <a16:creationId xmlns:a16="http://schemas.microsoft.com/office/drawing/2014/main" id="{E8BE30F4-4FE7-4C34-8229-D8E29AF1963A}"/>
              </a:ext>
            </a:extLst>
          </p:cNvPr>
          <p:cNvSpPr/>
          <p:nvPr/>
        </p:nvSpPr>
        <p:spPr>
          <a:xfrm>
            <a:off x="421550" y="953165"/>
            <a:ext cx="5150210" cy="4836547"/>
          </a:xfrm>
          <a:prstGeom prst="roundRect">
            <a:avLst>
              <a:gd name="adj" fmla="val 1302"/>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4" name="Chart 103">
            <a:extLst>
              <a:ext uri="{FF2B5EF4-FFF2-40B4-BE49-F238E27FC236}">
                <a16:creationId xmlns:a16="http://schemas.microsoft.com/office/drawing/2014/main" id="{8863A44E-3B0C-4A9F-9655-37E1A759CB39}"/>
              </a:ext>
            </a:extLst>
          </p:cNvPr>
          <p:cNvGraphicFramePr/>
          <p:nvPr>
            <p:extLst>
              <p:ext uri="{D42A27DB-BD31-4B8C-83A1-F6EECF244321}">
                <p14:modId xmlns:p14="http://schemas.microsoft.com/office/powerpoint/2010/main" val="1844856787"/>
              </p:ext>
            </p:extLst>
          </p:nvPr>
        </p:nvGraphicFramePr>
        <p:xfrm>
          <a:off x="619498" y="1613899"/>
          <a:ext cx="4672937" cy="4101739"/>
        </p:xfrm>
        <a:graphic>
          <a:graphicData uri="http://schemas.openxmlformats.org/drawingml/2006/chart">
            <c:chart xmlns:c="http://schemas.openxmlformats.org/drawingml/2006/chart" xmlns:r="http://schemas.openxmlformats.org/officeDocument/2006/relationships" r:id="rId3"/>
          </a:graphicData>
        </a:graphic>
      </p:graphicFrame>
      <p:sp>
        <p:nvSpPr>
          <p:cNvPr id="105" name="TextBox 104">
            <a:extLst>
              <a:ext uri="{FF2B5EF4-FFF2-40B4-BE49-F238E27FC236}">
                <a16:creationId xmlns:a16="http://schemas.microsoft.com/office/drawing/2014/main" id="{42B0B700-B7FB-4A60-9CC6-D0CCA5387FC2}"/>
              </a:ext>
            </a:extLst>
          </p:cNvPr>
          <p:cNvSpPr txBox="1"/>
          <p:nvPr/>
        </p:nvSpPr>
        <p:spPr>
          <a:xfrm>
            <a:off x="1467550" y="1115222"/>
            <a:ext cx="2697480" cy="276999"/>
          </a:xfrm>
          <a:prstGeom prst="rect">
            <a:avLst/>
          </a:prstGeom>
          <a:noFill/>
        </p:spPr>
        <p:txBody>
          <a:bodyPr wrap="square" rtlCol="0">
            <a:spAutoFit/>
          </a:bodyPr>
          <a:lstStyle/>
          <a:p>
            <a:pPr algn="ctr"/>
            <a:r>
              <a:rPr lang="ar-LY" sz="1200" b="1" dirty="0">
                <a:solidFill>
                  <a:srgbClr val="92278F"/>
                </a:solidFill>
                <a:latin typeface="Montserrat Medium" panose="020B0604020202020204" charset="0"/>
              </a:rPr>
              <a:t>الايراد من الشركات الخدمات المضافة</a:t>
            </a:r>
            <a:endParaRPr lang="en-US" sz="1200" b="1" dirty="0">
              <a:solidFill>
                <a:srgbClr val="92278F"/>
              </a:solidFill>
              <a:latin typeface="Montserrat Medium" panose="020B0604020202020204" charset="0"/>
            </a:endParaRPr>
          </a:p>
        </p:txBody>
      </p:sp>
      <p:sp>
        <p:nvSpPr>
          <p:cNvPr id="47" name="TextBox 46">
            <a:extLst>
              <a:ext uri="{FF2B5EF4-FFF2-40B4-BE49-F238E27FC236}">
                <a16:creationId xmlns:a16="http://schemas.microsoft.com/office/drawing/2014/main" id="{26A13A27-6565-4432-AFBE-5459E5C45EB5}"/>
              </a:ext>
            </a:extLst>
          </p:cNvPr>
          <p:cNvSpPr txBox="1"/>
          <p:nvPr/>
        </p:nvSpPr>
        <p:spPr>
          <a:xfrm>
            <a:off x="6450845" y="4236341"/>
            <a:ext cx="5427130" cy="1400383"/>
          </a:xfrm>
          <a:prstGeom prst="rect">
            <a:avLst/>
          </a:prstGeom>
          <a:noFill/>
        </p:spPr>
        <p:txBody>
          <a:bodyPr wrap="square" rtlCol="0">
            <a:spAutoFit/>
          </a:bodyPr>
          <a:lstStyle/>
          <a:p>
            <a:pPr algn="ctr" rtl="1"/>
            <a:r>
              <a:rPr lang="ar-LY" sz="1100" b="1" dirty="0">
                <a:latin typeface="Tajawal Medium" panose="00000600000000000000" pitchFamily="2" charset="-78"/>
                <a:cs typeface="Tajawal Medium" panose="00000600000000000000" pitchFamily="2" charset="-78"/>
              </a:rPr>
              <a:t>اجمالي إيرادات الخدمات المضافة</a:t>
            </a:r>
            <a:endParaRPr lang="en-US" sz="1100" b="1" dirty="0">
              <a:latin typeface="Tajawal Medium" panose="00000600000000000000" pitchFamily="2" charset="-78"/>
              <a:cs typeface="Tajawal Medium" panose="00000600000000000000" pitchFamily="2" charset="-78"/>
            </a:endParaRPr>
          </a:p>
          <a:p>
            <a:pPr algn="ctr" rtl="1"/>
            <a:endParaRPr lang="ar-LY" sz="1100" b="1" dirty="0">
              <a:latin typeface="Tajawal Medium" panose="00000600000000000000" pitchFamily="2" charset="-78"/>
              <a:cs typeface="Tajawal Medium" panose="00000600000000000000" pitchFamily="2" charset="-78"/>
            </a:endParaRPr>
          </a:p>
          <a:p>
            <a:pPr algn="ctr" rtl="1"/>
            <a:r>
              <a:rPr lang="ar-LY" sz="1100" dirty="0">
                <a:latin typeface="Tajawal" panose="00000500000000000000" pitchFamily="2" charset="-78"/>
                <a:cs typeface="Tajawal" panose="00000500000000000000" pitchFamily="2" charset="-78"/>
              </a:rPr>
              <a:t>بلغ اجمالي إيرادات خدمات المضافة </a:t>
            </a:r>
            <a:r>
              <a:rPr lang="en-US" sz="1100" dirty="0">
                <a:latin typeface="Tajawal" panose="00000500000000000000" pitchFamily="2" charset="-78"/>
                <a:cs typeface="Tajawal" panose="00000500000000000000" pitchFamily="2" charset="-78"/>
              </a:rPr>
              <a:t>DCB</a:t>
            </a:r>
            <a:r>
              <a:rPr lang="ar-LY" sz="1100" dirty="0">
                <a:latin typeface="Tajawal" panose="00000500000000000000" pitchFamily="2" charset="-78"/>
                <a:cs typeface="Tajawal" panose="00000500000000000000" pitchFamily="2" charset="-78"/>
              </a:rPr>
              <a:t> حتى شهر اكتوبر من سنة 2023 </a:t>
            </a:r>
            <a:r>
              <a:rPr lang="ar-LY" sz="1100" b="1" dirty="0">
                <a:solidFill>
                  <a:srgbClr val="990099"/>
                </a:solidFill>
                <a:latin typeface="Tajawal" panose="00000500000000000000" pitchFamily="2" charset="-78"/>
                <a:cs typeface="Tajawal" panose="00000500000000000000" pitchFamily="2" charset="-78"/>
              </a:rPr>
              <a:t>56,273,848</a:t>
            </a:r>
            <a:r>
              <a:rPr lang="ar-LY" sz="1100" dirty="0">
                <a:latin typeface="Tajawal" panose="00000500000000000000" pitchFamily="2" charset="-78"/>
                <a:cs typeface="Tajawal" panose="00000500000000000000" pitchFamily="2" charset="-78"/>
              </a:rPr>
              <a:t> د.ل.</a:t>
            </a:r>
          </a:p>
          <a:p>
            <a:pPr algn="ctr" rtl="1"/>
            <a:endParaRPr lang="ar-LY" sz="1100" dirty="0">
              <a:latin typeface="Tajawal" panose="00000500000000000000" pitchFamily="2" charset="-78"/>
              <a:cs typeface="Tajawal" panose="00000500000000000000" pitchFamily="2" charset="-78"/>
            </a:endParaRPr>
          </a:p>
          <a:p>
            <a:pPr algn="ctr" rtl="1"/>
            <a:r>
              <a:rPr lang="ar-LY" sz="1100" dirty="0">
                <a:latin typeface="Tajawal" panose="00000500000000000000" pitchFamily="2" charset="-78"/>
                <a:cs typeface="Tajawal" panose="00000500000000000000" pitchFamily="2" charset="-78"/>
              </a:rPr>
              <a:t>بلغ اجمالي إيرادات الخدمات المضافة </a:t>
            </a:r>
            <a:r>
              <a:rPr lang="en-US" sz="1100" dirty="0">
                <a:latin typeface="Tajawal" panose="00000500000000000000" pitchFamily="2" charset="-78"/>
                <a:cs typeface="Tajawal" panose="00000500000000000000" pitchFamily="2" charset="-78"/>
              </a:rPr>
              <a:t>DCB</a:t>
            </a:r>
            <a:r>
              <a:rPr lang="ar-LY" sz="1100" dirty="0">
                <a:latin typeface="Tajawal" panose="00000500000000000000" pitchFamily="2" charset="-78"/>
                <a:cs typeface="Tajawal" panose="00000500000000000000" pitchFamily="2" charset="-78"/>
              </a:rPr>
              <a:t> في شهر اكتوبر من سنة 2023 </a:t>
            </a:r>
            <a:r>
              <a:rPr lang="ar-LY" sz="1100" b="1" dirty="0">
                <a:solidFill>
                  <a:srgbClr val="990099"/>
                </a:solidFill>
                <a:latin typeface="Tajawal" panose="00000500000000000000" pitchFamily="2" charset="-78"/>
                <a:cs typeface="Tajawal" panose="00000500000000000000" pitchFamily="2" charset="-78"/>
              </a:rPr>
              <a:t>5,980,423</a:t>
            </a:r>
            <a:r>
              <a:rPr lang="ar-LY" sz="1100" dirty="0">
                <a:latin typeface="Tajawal" panose="00000500000000000000" pitchFamily="2" charset="-78"/>
                <a:cs typeface="Tajawal" panose="00000500000000000000" pitchFamily="2" charset="-78"/>
              </a:rPr>
              <a:t> د.ل بالانخفاض </a:t>
            </a:r>
            <a:r>
              <a:rPr lang="ar-LY" sz="1100" b="1" dirty="0">
                <a:solidFill>
                  <a:srgbClr val="990099"/>
                </a:solidFill>
                <a:latin typeface="Tajawal" panose="00000500000000000000" pitchFamily="2" charset="-78"/>
                <a:cs typeface="Tajawal" panose="00000500000000000000" pitchFamily="2" charset="-78"/>
              </a:rPr>
              <a:t>22.8 </a:t>
            </a:r>
            <a:r>
              <a:rPr lang="ar-LY" sz="1100" dirty="0">
                <a:latin typeface="Tajawal" panose="00000500000000000000" pitchFamily="2" charset="-78"/>
                <a:cs typeface="Tajawal" panose="00000500000000000000" pitchFamily="2" charset="-78"/>
              </a:rPr>
              <a:t>% عن المستهدف.</a:t>
            </a:r>
          </a:p>
          <a:p>
            <a:pPr algn="ctr" rtl="1"/>
            <a:endParaRPr lang="en-US" sz="1100" dirty="0">
              <a:cs typeface="Tajawal" panose="00000500000000000000" pitchFamily="2" charset="-78"/>
            </a:endParaRPr>
          </a:p>
          <a:p>
            <a:pPr algn="ctr" rtl="1"/>
            <a:endParaRPr lang="en-US" sz="800" b="1" dirty="0">
              <a:solidFill>
                <a:schemeClr val="tx1">
                  <a:alpha val="60000"/>
                </a:schemeClr>
              </a:solidFill>
              <a:latin typeface="Montserrat" panose="020B0604020202020204" charset="0"/>
            </a:endParaRPr>
          </a:p>
        </p:txBody>
      </p:sp>
      <p:sp>
        <p:nvSpPr>
          <p:cNvPr id="6" name="Title 1">
            <a:extLst>
              <a:ext uri="{FF2B5EF4-FFF2-40B4-BE49-F238E27FC236}">
                <a16:creationId xmlns:a16="http://schemas.microsoft.com/office/drawing/2014/main" id="{994C2EE9-475E-15FD-BB0B-A9F281A2DC59}"/>
              </a:ext>
            </a:extLst>
          </p:cNvPr>
          <p:cNvSpPr txBox="1">
            <a:spLocks/>
          </p:cNvSpPr>
          <p:nvPr/>
        </p:nvSpPr>
        <p:spPr>
          <a:xfrm>
            <a:off x="1471766" y="-103915"/>
            <a:ext cx="10515600" cy="1325563"/>
          </a:xfrm>
          <a:prstGeom prst="rect">
            <a:avLst/>
          </a:prstGeom>
        </p:spPr>
        <p:txBody>
          <a:bodyPr vert="horz" lIns="91440" tIns="45720" rIns="91440" bIns="45720" rtlCol="0" anchor="ct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pPr marL="0" marR="0" lvl="0" indent="0" fontAlgn="auto">
              <a:spcAft>
                <a:spcPts val="0"/>
              </a:spcAft>
              <a:buClrTx/>
              <a:buSzTx/>
              <a:tabLst/>
              <a:defRPr/>
            </a:pPr>
            <a:r>
              <a:rPr lang="ar-LY" sz="2300" b="1" dirty="0">
                <a:cs typeface="Tajawal Medium" panose="00000600000000000000" pitchFamily="2" charset="-78"/>
              </a:rPr>
              <a:t>الخدمات المضافة</a:t>
            </a:r>
            <a:endParaRPr lang="en-US" sz="2300" b="1" dirty="0">
              <a:cs typeface="Tajawal Medium" panose="00000600000000000000" pitchFamily="2" charset="-78"/>
            </a:endParaRPr>
          </a:p>
        </p:txBody>
      </p:sp>
      <p:sp>
        <p:nvSpPr>
          <p:cNvPr id="7" name="Slide Number Placeholder 5">
            <a:extLst>
              <a:ext uri="{FF2B5EF4-FFF2-40B4-BE49-F238E27FC236}">
                <a16:creationId xmlns:a16="http://schemas.microsoft.com/office/drawing/2014/main" id="{744E8AD5-E755-7984-2748-7A655C97C36E}"/>
              </a:ext>
            </a:extLst>
          </p:cNvPr>
          <p:cNvSpPr>
            <a:spLocks noGrp="1"/>
          </p:cNvSpPr>
          <p:nvPr>
            <p:ph type="sldNum" sz="quarter" idx="12"/>
          </p:nvPr>
        </p:nvSpPr>
        <p:spPr>
          <a:xfrm>
            <a:off x="838200" y="6356349"/>
            <a:ext cx="1610032" cy="365125"/>
          </a:xfrm>
        </p:spPr>
        <p:txBody>
          <a:bodyPr/>
          <a:lstStyle/>
          <a:p>
            <a:fld id="{12D7B28B-DC80-4E46-95D7-53BDE8C7F925}" type="slidenum">
              <a:rPr lang="en-US" smtClean="0"/>
              <a:t>17</a:t>
            </a:fld>
            <a:endParaRPr lang="en-US" dirty="0"/>
          </a:p>
        </p:txBody>
      </p:sp>
      <p:sp>
        <p:nvSpPr>
          <p:cNvPr id="8" name="Date Placeholder 3">
            <a:extLst>
              <a:ext uri="{FF2B5EF4-FFF2-40B4-BE49-F238E27FC236}">
                <a16:creationId xmlns:a16="http://schemas.microsoft.com/office/drawing/2014/main" id="{204EB3C4-B4A6-029D-0571-D322FE888A66}"/>
              </a:ext>
            </a:extLst>
          </p:cNvPr>
          <p:cNvSpPr>
            <a:spLocks noGrp="1"/>
          </p:cNvSpPr>
          <p:nvPr>
            <p:ph type="dt" sz="half" idx="10"/>
          </p:nvPr>
        </p:nvSpPr>
        <p:spPr>
          <a:xfrm>
            <a:off x="8567198" y="6356347"/>
            <a:ext cx="1610032" cy="365125"/>
          </a:xfrm>
        </p:spPr>
        <p:txBody>
          <a:bodyPr/>
          <a:lstStyle/>
          <a:p>
            <a:fld id="{908DA5FC-E0A7-4DE1-BF36-F904F26B1C7D}" type="datetime4">
              <a:rPr lang="en-US" smtClean="0"/>
              <a:t>November 5, 2023</a:t>
            </a:fld>
            <a:endParaRPr lang="en-US" dirty="0"/>
          </a:p>
        </p:txBody>
      </p:sp>
    </p:spTree>
    <p:extLst>
      <p:ext uri="{BB962C8B-B14F-4D97-AF65-F5344CB8AC3E}">
        <p14:creationId xmlns:p14="http://schemas.microsoft.com/office/powerpoint/2010/main" val="2283291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681498" y="6356347"/>
            <a:ext cx="1610032" cy="365125"/>
          </a:xfrm>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fld id="{95A976C5-042F-4F2F-B0E6-E9296BA89F2F}"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1" eaLnBrk="1" fontAlgn="auto" latinLnBrk="0" hangingPunct="1">
                <a:lnSpc>
                  <a:spcPct val="100000"/>
                </a:lnSpc>
                <a:spcBef>
                  <a:spcPts val="0"/>
                </a:spcBef>
                <a:spcAft>
                  <a:spcPts val="0"/>
                </a:spcAft>
                <a:buClrTx/>
                <a:buSzTx/>
                <a:buFontTx/>
                <a:buNone/>
                <a:tabLst/>
                <a:defRPr/>
              </a:pPr>
              <a:t>November 5,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Slide Number Placeholder 5"/>
          <p:cNvSpPr>
            <a:spLocks noGrp="1"/>
          </p:cNvSpPr>
          <p:nvPr>
            <p:ph type="sldNum" sz="quarter" idx="12"/>
          </p:nvPr>
        </p:nvSpPr>
        <p:spPr>
          <a:xfrm>
            <a:off x="859857" y="6302658"/>
            <a:ext cx="1610032" cy="365125"/>
          </a:xfrm>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fld id="{12D7B28B-DC80-4E46-95D7-53BDE8C7F925}"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1"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12" name="Rectangle: Rounded Corners 11">
            <a:extLst>
              <a:ext uri="{FF2B5EF4-FFF2-40B4-BE49-F238E27FC236}">
                <a16:creationId xmlns:a16="http://schemas.microsoft.com/office/drawing/2014/main" id="{4E8D2B40-DFCD-4BCE-D481-5E76ADCDCEC6}"/>
              </a:ext>
            </a:extLst>
          </p:cNvPr>
          <p:cNvSpPr/>
          <p:nvPr/>
        </p:nvSpPr>
        <p:spPr>
          <a:xfrm>
            <a:off x="6291163" y="1368467"/>
            <a:ext cx="5344902" cy="2469334"/>
          </a:xfrm>
          <a:prstGeom prst="roundRect">
            <a:avLst>
              <a:gd name="adj" fmla="val 2552"/>
            </a:avLst>
          </a:prstGeom>
          <a:gradFill>
            <a:gsLst>
              <a:gs pos="0">
                <a:srgbClr val="990099"/>
              </a:gs>
              <a:gs pos="100000">
                <a:schemeClr val="accent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3" name="Chart 12">
            <a:extLst>
              <a:ext uri="{FF2B5EF4-FFF2-40B4-BE49-F238E27FC236}">
                <a16:creationId xmlns:a16="http://schemas.microsoft.com/office/drawing/2014/main" id="{0D450B38-F47B-C9CE-539A-C0397647CF9E}"/>
              </a:ext>
            </a:extLst>
          </p:cNvPr>
          <p:cNvGraphicFramePr/>
          <p:nvPr>
            <p:extLst>
              <p:ext uri="{D42A27DB-BD31-4B8C-83A1-F6EECF244321}">
                <p14:modId xmlns:p14="http://schemas.microsoft.com/office/powerpoint/2010/main" val="1745417698"/>
              </p:ext>
            </p:extLst>
          </p:nvPr>
        </p:nvGraphicFramePr>
        <p:xfrm>
          <a:off x="6573844" y="1815961"/>
          <a:ext cx="4909822"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04B85D7F-B5FF-F305-2E2F-F27D362B6DD0}"/>
              </a:ext>
            </a:extLst>
          </p:cNvPr>
          <p:cNvSpPr txBox="1"/>
          <p:nvPr/>
        </p:nvSpPr>
        <p:spPr>
          <a:xfrm>
            <a:off x="8931349" y="1478035"/>
            <a:ext cx="2594459" cy="276999"/>
          </a:xfrm>
          <a:prstGeom prst="rect">
            <a:avLst/>
          </a:prstGeom>
          <a:noFill/>
        </p:spPr>
        <p:txBody>
          <a:bodyPr wrap="square" rtlCol="0">
            <a:spAutoFit/>
          </a:bodyPr>
          <a:lstStyle/>
          <a:p>
            <a:r>
              <a:rPr lang="ar-LY" sz="1200" b="1" dirty="0">
                <a:solidFill>
                  <a:schemeClr val="bg1"/>
                </a:solidFill>
                <a:latin typeface="Montserrat Medium" panose="020B0604020202020204" charset="0"/>
              </a:rPr>
              <a:t>اجمالي الباقات المستبدلة خلال شهر اكتوبر</a:t>
            </a:r>
            <a:endParaRPr lang="en-US" sz="1200" b="1" dirty="0">
              <a:solidFill>
                <a:schemeClr val="bg1"/>
              </a:solidFill>
              <a:latin typeface="Montserrat Medium" panose="020B0604020202020204" charset="0"/>
            </a:endParaRPr>
          </a:p>
        </p:txBody>
      </p:sp>
      <p:sp>
        <p:nvSpPr>
          <p:cNvPr id="15" name="Rectangle: Rounded Corners 14">
            <a:extLst>
              <a:ext uri="{FF2B5EF4-FFF2-40B4-BE49-F238E27FC236}">
                <a16:creationId xmlns:a16="http://schemas.microsoft.com/office/drawing/2014/main" id="{DD5DC06D-2BA8-4BC5-0988-E3E221E0AA90}"/>
              </a:ext>
            </a:extLst>
          </p:cNvPr>
          <p:cNvSpPr/>
          <p:nvPr/>
        </p:nvSpPr>
        <p:spPr>
          <a:xfrm>
            <a:off x="592881" y="1386678"/>
            <a:ext cx="5344902" cy="2469334"/>
          </a:xfrm>
          <a:prstGeom prst="roundRect">
            <a:avLst>
              <a:gd name="adj" fmla="val 2861"/>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a:lnSpc>
                <a:spcPct val="150000"/>
              </a:lnSpc>
              <a:defRPr/>
            </a:pPr>
            <a:r>
              <a:rPr lang="ar-LY" sz="1100" dirty="0">
                <a:solidFill>
                  <a:schemeClr val="tx1"/>
                </a:solidFill>
                <a:cs typeface="Tajawal" panose="00000500000000000000" pitchFamily="2" charset="-78"/>
              </a:rPr>
              <a:t>نرى حدوث ارتفاع في الباقات اليومية المستبدلة وأيضا النقاط المستبدلة خلال شهر أكتوبر عند مقارنتها بشهر سبتمبر نتيجة لوجود 31 يوم في الشهر بالإضافة </a:t>
            </a:r>
            <a:r>
              <a:rPr lang="ar-LY" sz="1100">
                <a:solidFill>
                  <a:schemeClr val="tx1"/>
                </a:solidFill>
                <a:cs typeface="Tajawal" panose="00000500000000000000" pitchFamily="2" charset="-78"/>
              </a:rPr>
              <a:t>الى رجوع </a:t>
            </a:r>
            <a:r>
              <a:rPr lang="ar-LY" sz="1100" dirty="0">
                <a:solidFill>
                  <a:schemeClr val="tx1"/>
                </a:solidFill>
                <a:cs typeface="Tajawal" panose="00000500000000000000" pitchFamily="2" charset="-78"/>
              </a:rPr>
              <a:t>معدلات الاستخدام الى وضعها الطبيعي بعد احداث مدينة درنة.</a:t>
            </a:r>
          </a:p>
        </p:txBody>
      </p:sp>
      <p:sp>
        <p:nvSpPr>
          <p:cNvPr id="16" name="Rectangle: Rounded Corners 15">
            <a:extLst>
              <a:ext uri="{FF2B5EF4-FFF2-40B4-BE49-F238E27FC236}">
                <a16:creationId xmlns:a16="http://schemas.microsoft.com/office/drawing/2014/main" id="{B4DA51E3-669B-218D-C73B-F033C34A25A4}"/>
              </a:ext>
            </a:extLst>
          </p:cNvPr>
          <p:cNvSpPr/>
          <p:nvPr/>
        </p:nvSpPr>
        <p:spPr>
          <a:xfrm>
            <a:off x="6291163" y="4236655"/>
            <a:ext cx="5344902" cy="1616010"/>
          </a:xfrm>
          <a:prstGeom prst="roundRect">
            <a:avLst>
              <a:gd name="adj" fmla="val 4095"/>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830E1015-7524-BD80-6800-EEA6780E94F7}"/>
              </a:ext>
            </a:extLst>
          </p:cNvPr>
          <p:cNvSpPr/>
          <p:nvPr/>
        </p:nvSpPr>
        <p:spPr>
          <a:xfrm>
            <a:off x="592881" y="4236655"/>
            <a:ext cx="5344902" cy="1616010"/>
          </a:xfrm>
          <a:prstGeom prst="roundRect">
            <a:avLst>
              <a:gd name="adj" fmla="val 4095"/>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hart 17">
            <a:extLst>
              <a:ext uri="{FF2B5EF4-FFF2-40B4-BE49-F238E27FC236}">
                <a16:creationId xmlns:a16="http://schemas.microsoft.com/office/drawing/2014/main" id="{649E8873-F41B-DB24-041D-B7A4B7A26510}"/>
              </a:ext>
            </a:extLst>
          </p:cNvPr>
          <p:cNvGraphicFramePr/>
          <p:nvPr>
            <p:extLst>
              <p:ext uri="{D42A27DB-BD31-4B8C-83A1-F6EECF244321}">
                <p14:modId xmlns:p14="http://schemas.microsoft.com/office/powerpoint/2010/main" val="3070617378"/>
              </p:ext>
            </p:extLst>
          </p:nvPr>
        </p:nvGraphicFramePr>
        <p:xfrm>
          <a:off x="696845" y="4566783"/>
          <a:ext cx="4988152" cy="1213105"/>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Box 18">
            <a:extLst>
              <a:ext uri="{FF2B5EF4-FFF2-40B4-BE49-F238E27FC236}">
                <a16:creationId xmlns:a16="http://schemas.microsoft.com/office/drawing/2014/main" id="{A3550783-C3D7-B209-7E4A-1B554AD2B586}"/>
              </a:ext>
            </a:extLst>
          </p:cNvPr>
          <p:cNvSpPr txBox="1"/>
          <p:nvPr/>
        </p:nvSpPr>
        <p:spPr>
          <a:xfrm>
            <a:off x="2190912" y="1542216"/>
            <a:ext cx="2148840" cy="276999"/>
          </a:xfrm>
          <a:prstGeom prst="rect">
            <a:avLst/>
          </a:prstGeom>
          <a:noFill/>
        </p:spPr>
        <p:txBody>
          <a:bodyPr wrap="square" rtlCol="0">
            <a:spAutoFit/>
          </a:bodyPr>
          <a:lstStyle/>
          <a:p>
            <a:pPr algn="ctr"/>
            <a:r>
              <a:rPr lang="ar-LY" sz="1200" b="1" dirty="0">
                <a:latin typeface="Montserrat Medium" panose="020B0604020202020204" charset="0"/>
              </a:rPr>
              <a:t>استبدال الباقات اليومي</a:t>
            </a:r>
            <a:endParaRPr lang="en-US" sz="1200" b="1" dirty="0">
              <a:latin typeface="Montserrat Medium" panose="020B0604020202020204" charset="0"/>
            </a:endParaRPr>
          </a:p>
        </p:txBody>
      </p:sp>
      <p:sp>
        <p:nvSpPr>
          <p:cNvPr id="57" name="TextBox 56">
            <a:extLst>
              <a:ext uri="{FF2B5EF4-FFF2-40B4-BE49-F238E27FC236}">
                <a16:creationId xmlns:a16="http://schemas.microsoft.com/office/drawing/2014/main" id="{8D4C6A19-D276-FBF6-ED11-A970544AF7A2}"/>
              </a:ext>
            </a:extLst>
          </p:cNvPr>
          <p:cNvSpPr txBox="1"/>
          <p:nvPr/>
        </p:nvSpPr>
        <p:spPr>
          <a:xfrm>
            <a:off x="1842181" y="4217007"/>
            <a:ext cx="2697480" cy="276999"/>
          </a:xfrm>
          <a:prstGeom prst="rect">
            <a:avLst/>
          </a:prstGeom>
          <a:noFill/>
        </p:spPr>
        <p:txBody>
          <a:bodyPr wrap="square" rtlCol="0">
            <a:spAutoFit/>
          </a:bodyPr>
          <a:lstStyle/>
          <a:p>
            <a:pPr algn="ctr"/>
            <a:r>
              <a:rPr lang="ar-LY" sz="1200" b="1" dirty="0">
                <a:latin typeface="Montserrat SemiBold" panose="020B0604020202020204" charset="0"/>
              </a:rPr>
              <a:t>الباقات المستبدلة</a:t>
            </a:r>
            <a:endParaRPr lang="en-US" sz="1200" b="1" dirty="0">
              <a:latin typeface="Montserrat SemiBold" panose="020B0604020202020204" charset="0"/>
            </a:endParaRPr>
          </a:p>
        </p:txBody>
      </p:sp>
      <p:sp>
        <p:nvSpPr>
          <p:cNvPr id="58" name="Title 1">
            <a:extLst>
              <a:ext uri="{FF2B5EF4-FFF2-40B4-BE49-F238E27FC236}">
                <a16:creationId xmlns:a16="http://schemas.microsoft.com/office/drawing/2014/main" id="{EEBC6CA1-9B37-9530-BC93-78132B9A72EB}"/>
              </a:ext>
            </a:extLst>
          </p:cNvPr>
          <p:cNvSpPr txBox="1">
            <a:spLocks/>
          </p:cNvSpPr>
          <p:nvPr/>
        </p:nvSpPr>
        <p:spPr>
          <a:xfrm>
            <a:off x="1471766" y="-103915"/>
            <a:ext cx="10515600" cy="1325563"/>
          </a:xfrm>
          <a:prstGeom prst="rect">
            <a:avLst/>
          </a:prstGeom>
        </p:spPr>
        <p:txBody>
          <a:bodyPr vert="horz" lIns="91440" tIns="45720" rIns="91440" bIns="45720" rtlCol="0" anchor="ct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pPr marL="0" marR="0" lvl="0" indent="0" fontAlgn="auto">
              <a:spcAft>
                <a:spcPts val="0"/>
              </a:spcAft>
              <a:buClrTx/>
              <a:buSzTx/>
              <a:tabLst/>
              <a:defRPr/>
            </a:pPr>
            <a:r>
              <a:rPr lang="ar-LY" sz="2300" b="1" dirty="0">
                <a:cs typeface="Tajawal Medium" panose="00000600000000000000" pitchFamily="2" charset="-78"/>
              </a:rPr>
              <a:t>برنامج الولاء - نقاطي</a:t>
            </a:r>
            <a:endParaRPr lang="en-US" sz="2300" b="1" dirty="0">
              <a:cs typeface="Tajawal Medium" panose="00000600000000000000" pitchFamily="2" charset="-78"/>
            </a:endParaRPr>
          </a:p>
        </p:txBody>
      </p:sp>
      <p:sp>
        <p:nvSpPr>
          <p:cNvPr id="59" name="TextBox 58">
            <a:extLst>
              <a:ext uri="{FF2B5EF4-FFF2-40B4-BE49-F238E27FC236}">
                <a16:creationId xmlns:a16="http://schemas.microsoft.com/office/drawing/2014/main" id="{CE15A1C2-8875-E1F3-7E73-E9E24603CD2F}"/>
              </a:ext>
            </a:extLst>
          </p:cNvPr>
          <p:cNvSpPr txBox="1"/>
          <p:nvPr/>
        </p:nvSpPr>
        <p:spPr>
          <a:xfrm>
            <a:off x="6254219" y="4236655"/>
            <a:ext cx="5381211" cy="3226298"/>
          </a:xfrm>
          <a:prstGeom prst="rect">
            <a:avLst/>
          </a:prstGeom>
          <a:noFill/>
        </p:spPr>
        <p:txBody>
          <a:bodyPr wrap="square" numCol="1" spcCol="182880" rtlCol="1">
            <a:noAutofit/>
          </a:bodyPr>
          <a:lstStyle>
            <a:defPPr>
              <a:defRPr lang="en-US"/>
            </a:defPPr>
            <a:lvl1pPr marL="171450" indent="-171450" algn="r" rtl="1">
              <a:lnSpc>
                <a:spcPct val="160000"/>
              </a:lnSpc>
              <a:buFont typeface="Arial" panose="020B0604020202020204" pitchFamily="34" charset="0"/>
              <a:buChar char="•"/>
              <a:defRPr sz="1200">
                <a:solidFill>
                  <a:schemeClr val="accent3"/>
                </a:solidFill>
                <a:latin typeface="29LT Bukra Light" panose="000B0903020204020204" pitchFamily="34" charset="-78"/>
                <a:cs typeface="29LT Bukra Light" panose="000B0903020204020204" pitchFamily="34" charset="-78"/>
              </a:defRPr>
            </a:lvl1pPr>
          </a:lstStyle>
          <a:p>
            <a:pPr marL="0" indent="0" algn="ctr">
              <a:lnSpc>
                <a:spcPct val="150000"/>
              </a:lnSpc>
              <a:buNone/>
              <a:defRPr/>
            </a:pPr>
            <a:r>
              <a:rPr lang="ar-LY" sz="1100" dirty="0">
                <a:solidFill>
                  <a:schemeClr val="tx1"/>
                </a:solidFill>
                <a:latin typeface="+mn-lt"/>
                <a:cs typeface="Tajawal" panose="00000500000000000000" pitchFamily="2" charset="-78"/>
              </a:rPr>
              <a:t>تم أطلاق برنامج الولاء مع بداية سنة 2021</a:t>
            </a:r>
            <a:r>
              <a:rPr lang="en-US" sz="1100" dirty="0">
                <a:solidFill>
                  <a:schemeClr val="tx1"/>
                </a:solidFill>
                <a:latin typeface="+mn-lt"/>
                <a:cs typeface="Tajawal" panose="00000500000000000000" pitchFamily="2" charset="-78"/>
              </a:rPr>
              <a:t>:</a:t>
            </a:r>
          </a:p>
          <a:p>
            <a:pPr marL="0" algn="ctr">
              <a:lnSpc>
                <a:spcPct val="150000"/>
              </a:lnSpc>
              <a:defRPr/>
            </a:pPr>
            <a:r>
              <a:rPr lang="ar-LY" sz="1100" dirty="0">
                <a:solidFill>
                  <a:schemeClr val="tx1"/>
                </a:solidFill>
                <a:latin typeface="+mn-lt"/>
                <a:cs typeface="Tajawal" panose="00000500000000000000" pitchFamily="2" charset="-78"/>
              </a:rPr>
              <a:t>اجمالي الباقات المستبدلة من شهر يناير من سنة 2023 وحتى </a:t>
            </a:r>
            <a:r>
              <a:rPr lang="ar-LY" sz="1100" dirty="0">
                <a:solidFill>
                  <a:schemeClr val="tx1"/>
                </a:solidFill>
                <a:cs typeface="Tajawal" panose="00000500000000000000" pitchFamily="2" charset="-78"/>
              </a:rPr>
              <a:t>شهر اكتوبر</a:t>
            </a:r>
            <a:r>
              <a:rPr lang="ar-LY" sz="1100" dirty="0">
                <a:solidFill>
                  <a:schemeClr val="tx1"/>
                </a:solidFill>
                <a:latin typeface="+mn-lt"/>
                <a:cs typeface="Tajawal" panose="00000500000000000000" pitchFamily="2" charset="-78"/>
              </a:rPr>
              <a:t> من سنة 2023 بلغ </a:t>
            </a:r>
            <a:r>
              <a:rPr lang="ar-LY" sz="1100" b="1" dirty="0">
                <a:solidFill>
                  <a:srgbClr val="990099"/>
                </a:solidFill>
                <a:latin typeface="+mn-lt"/>
                <a:cs typeface="Tajawal" panose="00000500000000000000" pitchFamily="2" charset="-78"/>
              </a:rPr>
              <a:t>2,447,940</a:t>
            </a:r>
            <a:r>
              <a:rPr lang="ar-LY" sz="1100" dirty="0">
                <a:solidFill>
                  <a:schemeClr val="tx1"/>
                </a:solidFill>
                <a:latin typeface="+mn-lt"/>
                <a:cs typeface="Tajawal" panose="00000500000000000000" pitchFamily="2" charset="-78"/>
              </a:rPr>
              <a:t> باقة.</a:t>
            </a:r>
          </a:p>
          <a:p>
            <a:pPr marL="0" lvl="0" algn="ctr">
              <a:lnSpc>
                <a:spcPct val="150000"/>
              </a:lnSpc>
              <a:defRPr/>
            </a:pPr>
            <a:r>
              <a:rPr lang="ar-LY" sz="1100" dirty="0">
                <a:solidFill>
                  <a:schemeClr val="tx1"/>
                </a:solidFill>
                <a:latin typeface="+mn-lt"/>
                <a:cs typeface="Tajawal" panose="00000500000000000000" pitchFamily="2" charset="-78"/>
              </a:rPr>
              <a:t>اجمالي الباقات المستبدلة بداية خلال شهر اكتوبر من سنة 2023 بلغ </a:t>
            </a:r>
            <a:r>
              <a:rPr lang="ar-LY" sz="1100" b="1" dirty="0">
                <a:solidFill>
                  <a:srgbClr val="990099"/>
                </a:solidFill>
                <a:latin typeface="+mn-lt"/>
                <a:cs typeface="Tajawal" panose="00000500000000000000" pitchFamily="2" charset="-78"/>
              </a:rPr>
              <a:t>248,372</a:t>
            </a:r>
            <a:r>
              <a:rPr lang="ar-LY" sz="1100" dirty="0">
                <a:solidFill>
                  <a:schemeClr val="tx1"/>
                </a:solidFill>
                <a:latin typeface="+mn-lt"/>
                <a:cs typeface="Tajawal" panose="00000500000000000000" pitchFamily="2" charset="-78"/>
              </a:rPr>
              <a:t> باقة.</a:t>
            </a:r>
            <a:endParaRPr lang="en-US" sz="1100" dirty="0">
              <a:solidFill>
                <a:schemeClr val="tx1"/>
              </a:solidFill>
              <a:latin typeface="+mn-lt"/>
              <a:cs typeface="Tajawal" panose="00000500000000000000" pitchFamily="2" charset="-78"/>
            </a:endParaRPr>
          </a:p>
          <a:p>
            <a:pPr marL="0" lvl="0" algn="ctr">
              <a:lnSpc>
                <a:spcPct val="150000"/>
              </a:lnSpc>
              <a:defRPr/>
            </a:pPr>
            <a:r>
              <a:rPr lang="ar-LY" sz="1100" dirty="0">
                <a:solidFill>
                  <a:schemeClr val="tx1"/>
                </a:solidFill>
                <a:latin typeface="+mn-lt"/>
                <a:cs typeface="Tajawal" panose="00000500000000000000" pitchFamily="2" charset="-78"/>
              </a:rPr>
              <a:t>اجمالي النقاط المستبدلة خلال نفس الفترة بلغ </a:t>
            </a:r>
            <a:r>
              <a:rPr lang="ar-LY" sz="1100" b="1" dirty="0">
                <a:solidFill>
                  <a:srgbClr val="990099"/>
                </a:solidFill>
                <a:latin typeface="+mn-lt"/>
                <a:cs typeface="Tajawal" panose="00000500000000000000" pitchFamily="2" charset="-78"/>
              </a:rPr>
              <a:t>57,577,800</a:t>
            </a:r>
            <a:r>
              <a:rPr lang="ar-LY" sz="1100" dirty="0">
                <a:solidFill>
                  <a:schemeClr val="tx1"/>
                </a:solidFill>
                <a:latin typeface="+mn-lt"/>
                <a:cs typeface="Tajawal" panose="00000500000000000000" pitchFamily="2" charset="-78"/>
              </a:rPr>
              <a:t> نقطة.</a:t>
            </a:r>
            <a:r>
              <a:rPr lang="en-US" sz="1100" dirty="0">
                <a:solidFill>
                  <a:schemeClr val="tx1"/>
                </a:solidFill>
                <a:latin typeface="+mn-lt"/>
                <a:cs typeface="Tajawal" panose="00000500000000000000" pitchFamily="2" charset="-78"/>
              </a:rPr>
              <a:t> </a:t>
            </a:r>
            <a:endParaRPr lang="ar-LY" sz="1100" dirty="0">
              <a:solidFill>
                <a:schemeClr val="tx1"/>
              </a:solidFill>
              <a:latin typeface="+mn-lt"/>
              <a:cs typeface="Tajawal" panose="00000500000000000000" pitchFamily="2" charset="-78"/>
            </a:endParaRPr>
          </a:p>
          <a:p>
            <a:pPr lvl="0">
              <a:lnSpc>
                <a:spcPct val="150000"/>
              </a:lnSpc>
              <a:defRPr/>
            </a:pPr>
            <a:endParaRPr kumimoji="0" lang="ar-LY" sz="1400" b="0" i="0" u="none" strike="noStrike" kern="1200" cap="none" spc="0" normalizeH="0" baseline="0" noProof="0" dirty="0">
              <a:ln>
                <a:noFill/>
              </a:ln>
              <a:solidFill>
                <a:prstClr val="black"/>
              </a:solidFill>
              <a:effectLst/>
              <a:uLnTx/>
              <a:uFillTx/>
              <a:latin typeface="+mn-lt"/>
              <a:ea typeface="+mn-ea"/>
              <a:cs typeface="+mj-cs"/>
            </a:endParaRPr>
          </a:p>
        </p:txBody>
      </p:sp>
    </p:spTree>
    <p:extLst>
      <p:ext uri="{BB962C8B-B14F-4D97-AF65-F5344CB8AC3E}">
        <p14:creationId xmlns:p14="http://schemas.microsoft.com/office/powerpoint/2010/main" val="4269251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3" progId="TCLayout.ActiveDocument.1">
                  <p:embed/>
                </p:oleObj>
              </mc:Choice>
              <mc:Fallback>
                <p:oleObj name="think-cell Slide" r:id="rId4" imgW="421" imgH="423"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Date Placeholder 3"/>
          <p:cNvSpPr>
            <a:spLocks noGrp="1"/>
          </p:cNvSpPr>
          <p:nvPr>
            <p:ph type="dt" sz="half" idx="10"/>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fld id="{306268B9-6095-439C-8F5B-4D6BAEBFF7D7}"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1" eaLnBrk="1" fontAlgn="auto" latinLnBrk="0" hangingPunct="1">
                <a:lnSpc>
                  <a:spcPct val="100000"/>
                </a:lnSpc>
                <a:spcBef>
                  <a:spcPts val="0"/>
                </a:spcBef>
                <a:spcAft>
                  <a:spcPts val="0"/>
                </a:spcAft>
                <a:buClrTx/>
                <a:buSzTx/>
                <a:buFontTx/>
                <a:buNone/>
                <a:tabLst/>
                <a:defRPr/>
              </a:pPr>
              <a:t>November 5,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Slide Number Placeholder 5"/>
          <p:cNvSpPr>
            <a:spLocks noGrp="1"/>
          </p:cNvSpPr>
          <p:nvPr>
            <p:ph type="sldNum" sz="quarter" idx="12"/>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fld id="{12D7B28B-DC80-4E46-95D7-53BDE8C7F925}"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1"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5" name="Rectangle: Rounded Corners 4">
            <a:extLst>
              <a:ext uri="{FF2B5EF4-FFF2-40B4-BE49-F238E27FC236}">
                <a16:creationId xmlns:a16="http://schemas.microsoft.com/office/drawing/2014/main" id="{BEB6948C-8D45-2C78-D3C8-31CAE8C25B92}"/>
              </a:ext>
            </a:extLst>
          </p:cNvPr>
          <p:cNvSpPr/>
          <p:nvPr/>
        </p:nvSpPr>
        <p:spPr>
          <a:xfrm>
            <a:off x="659138" y="951391"/>
            <a:ext cx="10939220" cy="2987171"/>
          </a:xfrm>
          <a:prstGeom prst="roundRect">
            <a:avLst>
              <a:gd name="adj" fmla="val 2552"/>
            </a:avLst>
          </a:prstGeom>
          <a:gradFill>
            <a:gsLst>
              <a:gs pos="0">
                <a:srgbClr val="990099"/>
              </a:gs>
              <a:gs pos="100000">
                <a:schemeClr val="accent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D70B703-C767-1B06-43CC-27DB4495DE1C}"/>
              </a:ext>
            </a:extLst>
          </p:cNvPr>
          <p:cNvSpPr txBox="1"/>
          <p:nvPr/>
        </p:nvSpPr>
        <p:spPr>
          <a:xfrm>
            <a:off x="5205072" y="973229"/>
            <a:ext cx="2148840" cy="276999"/>
          </a:xfrm>
          <a:prstGeom prst="rect">
            <a:avLst/>
          </a:prstGeom>
          <a:noFill/>
        </p:spPr>
        <p:txBody>
          <a:bodyPr wrap="square" rtlCol="0">
            <a:spAutoFit/>
          </a:bodyPr>
          <a:lstStyle/>
          <a:p>
            <a:pPr algn="ctr"/>
            <a:r>
              <a:rPr lang="ar-LY" sz="1200" b="1" dirty="0">
                <a:solidFill>
                  <a:schemeClr val="bg1"/>
                </a:solidFill>
                <a:latin typeface="Montserrat Medium" panose="020B0604020202020204" charset="0"/>
              </a:rPr>
              <a:t>خدمة سلفني</a:t>
            </a:r>
            <a:r>
              <a:rPr lang="en-US" sz="1200" b="1" dirty="0">
                <a:solidFill>
                  <a:schemeClr val="bg1"/>
                </a:solidFill>
                <a:latin typeface="Montserrat Medium" panose="020B0604020202020204" charset="0"/>
              </a:rPr>
              <a:t> </a:t>
            </a:r>
          </a:p>
        </p:txBody>
      </p:sp>
      <p:sp>
        <p:nvSpPr>
          <p:cNvPr id="14" name="Rectangle: Rounded Corners 13">
            <a:extLst>
              <a:ext uri="{FF2B5EF4-FFF2-40B4-BE49-F238E27FC236}">
                <a16:creationId xmlns:a16="http://schemas.microsoft.com/office/drawing/2014/main" id="{71A5A33E-AD0F-98E6-CFEF-949A6E9F4701}"/>
              </a:ext>
            </a:extLst>
          </p:cNvPr>
          <p:cNvSpPr/>
          <p:nvPr/>
        </p:nvSpPr>
        <p:spPr>
          <a:xfrm>
            <a:off x="6357420" y="4058128"/>
            <a:ext cx="5344902" cy="1923572"/>
          </a:xfrm>
          <a:prstGeom prst="roundRect">
            <a:avLst>
              <a:gd name="adj" fmla="val 4095"/>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A875FEBB-BDFD-047D-4630-26236ED610CC}"/>
              </a:ext>
            </a:extLst>
          </p:cNvPr>
          <p:cNvSpPr/>
          <p:nvPr/>
        </p:nvSpPr>
        <p:spPr>
          <a:xfrm>
            <a:off x="659138" y="4058128"/>
            <a:ext cx="5344902" cy="2150590"/>
          </a:xfrm>
          <a:prstGeom prst="roundRect">
            <a:avLst>
              <a:gd name="adj" fmla="val 4095"/>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r">
              <a:buNone/>
              <a:defRPr/>
            </a:pPr>
            <a:r>
              <a:rPr lang="ar-LY">
                <a:solidFill>
                  <a:prstClr val="black"/>
                </a:solidFill>
                <a:latin typeface="Tajawal" panose="00000500000000000000" pitchFamily="2" charset="-78"/>
                <a:cs typeface="Tajawal" panose="00000500000000000000" pitchFamily="2" charset="-78"/>
              </a:rPr>
              <a:t>‏</a:t>
            </a:r>
            <a:endParaRPr lang="en-US" dirty="0"/>
          </a:p>
        </p:txBody>
      </p:sp>
      <p:sp>
        <p:nvSpPr>
          <p:cNvPr id="20" name="TextBox 19">
            <a:extLst>
              <a:ext uri="{FF2B5EF4-FFF2-40B4-BE49-F238E27FC236}">
                <a16:creationId xmlns:a16="http://schemas.microsoft.com/office/drawing/2014/main" id="{98169E71-EDA7-37B5-3E27-83A5FB20F97D}"/>
              </a:ext>
            </a:extLst>
          </p:cNvPr>
          <p:cNvSpPr txBox="1"/>
          <p:nvPr/>
        </p:nvSpPr>
        <p:spPr>
          <a:xfrm>
            <a:off x="7448031" y="4271644"/>
            <a:ext cx="2697480" cy="276999"/>
          </a:xfrm>
          <a:prstGeom prst="rect">
            <a:avLst/>
          </a:prstGeom>
          <a:noFill/>
        </p:spPr>
        <p:txBody>
          <a:bodyPr wrap="square" rtlCol="0">
            <a:spAutoFit/>
          </a:bodyPr>
          <a:lstStyle/>
          <a:p>
            <a:pPr lvl="0" algn="ctr">
              <a:defRPr/>
            </a:pPr>
            <a:r>
              <a:rPr kumimoji="0" lang="ar-LY" sz="1200" b="0" i="0" u="none" strike="noStrike" kern="1200" cap="none" spc="0" normalizeH="0" baseline="0" noProof="0" dirty="0">
                <a:ln>
                  <a:noFill/>
                </a:ln>
                <a:solidFill>
                  <a:prstClr val="black"/>
                </a:solidFill>
                <a:effectLst/>
                <a:uLnTx/>
                <a:uFillTx/>
                <a:latin typeface="Calibri"/>
                <a:ea typeface="+mn-ea"/>
                <a:cs typeface="+mj-cs"/>
              </a:rPr>
              <a:t>شهر </a:t>
            </a:r>
            <a:r>
              <a:rPr lang="ar-LY" sz="1200" dirty="0">
                <a:solidFill>
                  <a:prstClr val="black"/>
                </a:solidFill>
                <a:latin typeface="Calibri"/>
                <a:cs typeface="+mj-cs"/>
              </a:rPr>
              <a:t>اكتوبر</a:t>
            </a:r>
            <a:r>
              <a:rPr lang="ar-LY" sz="1200" dirty="0">
                <a:solidFill>
                  <a:prstClr val="black"/>
                </a:solidFill>
                <a:cs typeface="+mj-cs"/>
              </a:rPr>
              <a:t> </a:t>
            </a:r>
            <a:endParaRPr kumimoji="0" lang="en-US" sz="1200" b="0" i="0" u="none" strike="noStrike" kern="1200" cap="none" spc="0" normalizeH="0" baseline="0" noProof="0" dirty="0">
              <a:ln>
                <a:noFill/>
              </a:ln>
              <a:solidFill>
                <a:prstClr val="black"/>
              </a:solidFill>
              <a:effectLst/>
              <a:uLnTx/>
              <a:uFillTx/>
              <a:latin typeface="Calibri"/>
              <a:ea typeface="+mn-ea"/>
              <a:cs typeface="+mj-cs"/>
            </a:endParaRPr>
          </a:p>
        </p:txBody>
      </p:sp>
      <p:sp>
        <p:nvSpPr>
          <p:cNvPr id="21" name="TextBox 20">
            <a:extLst>
              <a:ext uri="{FF2B5EF4-FFF2-40B4-BE49-F238E27FC236}">
                <a16:creationId xmlns:a16="http://schemas.microsoft.com/office/drawing/2014/main" id="{3132C44E-2C3B-D978-81BA-1844080D848C}"/>
              </a:ext>
            </a:extLst>
          </p:cNvPr>
          <p:cNvSpPr txBox="1"/>
          <p:nvPr/>
        </p:nvSpPr>
        <p:spPr>
          <a:xfrm>
            <a:off x="6749622" y="4693981"/>
            <a:ext cx="1396819" cy="246221"/>
          </a:xfrm>
          <a:prstGeom prst="rect">
            <a:avLst/>
          </a:prstGeom>
          <a:noFill/>
        </p:spPr>
        <p:txBody>
          <a:bodyPr wrap="square" rtlCol="0">
            <a:spAutoFit/>
          </a:bodyPr>
          <a:lstStyle/>
          <a:p>
            <a:pPr algn="ctr" fontAlgn="b"/>
            <a:r>
              <a:rPr lang="en-US" sz="1000" u="none" strike="noStrike" dirty="0">
                <a:effectLst/>
              </a:rPr>
              <a:t>(0 ~ 5]</a:t>
            </a:r>
            <a:endParaRPr lang="en-US" sz="1000" b="0" i="0" u="none" strike="noStrike" dirty="0">
              <a:solidFill>
                <a:srgbClr val="000000"/>
              </a:solidFill>
              <a:effectLst/>
              <a:latin typeface="Calibri" panose="020F0502020204030204" pitchFamily="34" charset="0"/>
              <a:cs typeface="+mj-cs"/>
            </a:endParaRPr>
          </a:p>
        </p:txBody>
      </p:sp>
      <p:sp>
        <p:nvSpPr>
          <p:cNvPr id="22" name="TextBox 21">
            <a:extLst>
              <a:ext uri="{FF2B5EF4-FFF2-40B4-BE49-F238E27FC236}">
                <a16:creationId xmlns:a16="http://schemas.microsoft.com/office/drawing/2014/main" id="{7BBC0A16-AA12-9786-1264-2A8A8162E8C9}"/>
              </a:ext>
            </a:extLst>
          </p:cNvPr>
          <p:cNvSpPr txBox="1"/>
          <p:nvPr/>
        </p:nvSpPr>
        <p:spPr>
          <a:xfrm>
            <a:off x="9449553" y="4691802"/>
            <a:ext cx="949657" cy="261610"/>
          </a:xfrm>
          <a:prstGeom prst="rect">
            <a:avLst/>
          </a:prstGeom>
          <a:noFill/>
        </p:spPr>
        <p:txBody>
          <a:bodyPr wrap="square" rtlCol="0">
            <a:spAutoFit/>
          </a:bodyPr>
          <a:lstStyle/>
          <a:p>
            <a:pPr algn="ctr" fontAlgn="b"/>
            <a:r>
              <a:rPr lang="ar-LY" sz="1050" b="0" i="0" u="none" strike="noStrike" dirty="0">
                <a:solidFill>
                  <a:srgbClr val="000000"/>
                </a:solidFill>
                <a:effectLst/>
                <a:latin typeface="Calibri" panose="020F0502020204030204" pitchFamily="34" charset="0"/>
              </a:rPr>
              <a:t>3,333,574</a:t>
            </a:r>
            <a:endParaRPr lang="en-US" sz="1050" b="0" i="0" u="none" strike="noStrike" dirty="0">
              <a:solidFill>
                <a:srgbClr val="000000"/>
              </a:solidFill>
              <a:effectLst/>
              <a:latin typeface="Calibri" panose="020F0502020204030204" pitchFamily="34" charset="0"/>
            </a:endParaRPr>
          </a:p>
        </p:txBody>
      </p:sp>
      <p:sp>
        <p:nvSpPr>
          <p:cNvPr id="24" name="TextBox 23">
            <a:extLst>
              <a:ext uri="{FF2B5EF4-FFF2-40B4-BE49-F238E27FC236}">
                <a16:creationId xmlns:a16="http://schemas.microsoft.com/office/drawing/2014/main" id="{F9BCB463-28B8-861E-7988-476CF236379F}"/>
              </a:ext>
            </a:extLst>
          </p:cNvPr>
          <p:cNvSpPr txBox="1"/>
          <p:nvPr/>
        </p:nvSpPr>
        <p:spPr>
          <a:xfrm>
            <a:off x="6749621" y="4925448"/>
            <a:ext cx="1396819" cy="246221"/>
          </a:xfrm>
          <a:prstGeom prst="rect">
            <a:avLst/>
          </a:prstGeom>
          <a:noFill/>
        </p:spPr>
        <p:txBody>
          <a:bodyPr wrap="square" rtlCol="0">
            <a:spAutoFit/>
          </a:bodyPr>
          <a:lstStyle/>
          <a:p>
            <a:pPr algn="ctr" fontAlgn="b"/>
            <a:r>
              <a:rPr lang="en-US" sz="1000" u="none" strike="noStrike" dirty="0">
                <a:effectLst/>
              </a:rPr>
              <a:t>(5 ~ 10]</a:t>
            </a:r>
            <a:endParaRPr lang="en-US" sz="1000" b="0" i="0" u="none" strike="noStrike" dirty="0">
              <a:solidFill>
                <a:srgbClr val="000000"/>
              </a:solidFill>
              <a:effectLst/>
              <a:latin typeface="Calibri" panose="020F0502020204030204" pitchFamily="34" charset="0"/>
              <a:cs typeface="+mj-cs"/>
            </a:endParaRPr>
          </a:p>
        </p:txBody>
      </p:sp>
      <p:sp>
        <p:nvSpPr>
          <p:cNvPr id="25" name="TextBox 24">
            <a:extLst>
              <a:ext uri="{FF2B5EF4-FFF2-40B4-BE49-F238E27FC236}">
                <a16:creationId xmlns:a16="http://schemas.microsoft.com/office/drawing/2014/main" id="{EE209813-8E78-C423-50EF-F4D403841B44}"/>
              </a:ext>
            </a:extLst>
          </p:cNvPr>
          <p:cNvSpPr txBox="1"/>
          <p:nvPr/>
        </p:nvSpPr>
        <p:spPr>
          <a:xfrm>
            <a:off x="9449553" y="4927161"/>
            <a:ext cx="949657" cy="261610"/>
          </a:xfrm>
          <a:prstGeom prst="rect">
            <a:avLst/>
          </a:prstGeom>
          <a:noFill/>
        </p:spPr>
        <p:txBody>
          <a:bodyPr wrap="square" rtlCol="0">
            <a:spAutoFit/>
          </a:bodyPr>
          <a:lstStyle/>
          <a:p>
            <a:pPr algn="ctr"/>
            <a:r>
              <a:rPr lang="ar-LY" sz="1050" b="0" i="0" u="none" strike="noStrike" dirty="0">
                <a:solidFill>
                  <a:srgbClr val="000000"/>
                </a:solidFill>
                <a:effectLst/>
                <a:latin typeface="Calibri" panose="020F0502020204030204" pitchFamily="34" charset="0"/>
              </a:rPr>
              <a:t>1,284,387</a:t>
            </a:r>
            <a:endParaRPr lang="en-US" sz="1050" b="1" dirty="0">
              <a:solidFill>
                <a:schemeClr val="accent4"/>
              </a:solidFill>
            </a:endParaRPr>
          </a:p>
        </p:txBody>
      </p:sp>
      <p:sp>
        <p:nvSpPr>
          <p:cNvPr id="27" name="TextBox 26">
            <a:extLst>
              <a:ext uri="{FF2B5EF4-FFF2-40B4-BE49-F238E27FC236}">
                <a16:creationId xmlns:a16="http://schemas.microsoft.com/office/drawing/2014/main" id="{7F603493-3042-FA84-9692-70A75A5A95E8}"/>
              </a:ext>
            </a:extLst>
          </p:cNvPr>
          <p:cNvSpPr txBox="1"/>
          <p:nvPr/>
        </p:nvSpPr>
        <p:spPr>
          <a:xfrm>
            <a:off x="10203546" y="4144686"/>
            <a:ext cx="1396819" cy="253916"/>
          </a:xfrm>
          <a:prstGeom prst="rect">
            <a:avLst/>
          </a:prstGeom>
          <a:noFill/>
        </p:spPr>
        <p:txBody>
          <a:bodyPr wrap="square" rtlCol="0">
            <a:spAutoFit/>
          </a:bodyPr>
          <a:lstStyle/>
          <a:p>
            <a:pPr algn="ctr" fontAlgn="b"/>
            <a:r>
              <a:rPr lang="ar-LY" sz="1050" u="none" strike="noStrike" dirty="0">
                <a:effectLst/>
              </a:rPr>
              <a:t>عدد</a:t>
            </a:r>
            <a:r>
              <a:rPr lang="ar-LY" sz="1050" u="none" strike="noStrike" baseline="0" dirty="0">
                <a:effectLst/>
              </a:rPr>
              <a:t> عمليات الاستعارة</a:t>
            </a:r>
            <a:endParaRPr lang="en-US" sz="1050" b="1" i="0" u="none" strike="noStrike" dirty="0">
              <a:solidFill>
                <a:srgbClr val="000000"/>
              </a:solidFill>
              <a:effectLst/>
              <a:latin typeface="Calibri" panose="020F0502020204030204" pitchFamily="34" charset="0"/>
              <a:cs typeface="+mj-cs"/>
            </a:endParaRPr>
          </a:p>
        </p:txBody>
      </p:sp>
      <p:graphicFrame>
        <p:nvGraphicFramePr>
          <p:cNvPr id="57" name="Chart 56">
            <a:extLst>
              <a:ext uri="{FF2B5EF4-FFF2-40B4-BE49-F238E27FC236}">
                <a16:creationId xmlns:a16="http://schemas.microsoft.com/office/drawing/2014/main" id="{48BFBA4C-3933-62D8-791E-103AF8FCCCCD}"/>
              </a:ext>
            </a:extLst>
          </p:cNvPr>
          <p:cNvGraphicFramePr/>
          <p:nvPr>
            <p:extLst>
              <p:ext uri="{D42A27DB-BD31-4B8C-83A1-F6EECF244321}">
                <p14:modId xmlns:p14="http://schemas.microsoft.com/office/powerpoint/2010/main" val="1762190690"/>
              </p:ext>
            </p:extLst>
          </p:nvPr>
        </p:nvGraphicFramePr>
        <p:xfrm>
          <a:off x="2743200" y="1224160"/>
          <a:ext cx="6502400" cy="2566771"/>
        </p:xfrm>
        <a:graphic>
          <a:graphicData uri="http://schemas.openxmlformats.org/drawingml/2006/chart">
            <c:chart xmlns:c="http://schemas.openxmlformats.org/drawingml/2006/chart" xmlns:r="http://schemas.openxmlformats.org/officeDocument/2006/relationships" r:id="rId6"/>
          </a:graphicData>
        </a:graphic>
      </p:graphicFrame>
      <p:sp>
        <p:nvSpPr>
          <p:cNvPr id="58" name="TextBox 57">
            <a:extLst>
              <a:ext uri="{FF2B5EF4-FFF2-40B4-BE49-F238E27FC236}">
                <a16:creationId xmlns:a16="http://schemas.microsoft.com/office/drawing/2014/main" id="{8B9DE26F-7E08-0944-6464-09A968D6F9BB}"/>
              </a:ext>
            </a:extLst>
          </p:cNvPr>
          <p:cNvSpPr txBox="1"/>
          <p:nvPr/>
        </p:nvSpPr>
        <p:spPr>
          <a:xfrm>
            <a:off x="6748790" y="5176285"/>
            <a:ext cx="1396819" cy="246221"/>
          </a:xfrm>
          <a:prstGeom prst="rect">
            <a:avLst/>
          </a:prstGeom>
          <a:noFill/>
        </p:spPr>
        <p:txBody>
          <a:bodyPr wrap="square" rtlCol="0">
            <a:spAutoFit/>
          </a:bodyPr>
          <a:lstStyle/>
          <a:p>
            <a:pPr algn="ctr" fontAlgn="b"/>
            <a:r>
              <a:rPr lang="en-US" sz="1000" u="none" strike="noStrike" dirty="0">
                <a:effectLst/>
              </a:rPr>
              <a:t>(10 ~ 20]</a:t>
            </a:r>
            <a:endParaRPr lang="en-US" sz="1000" b="0" i="0" u="none" strike="noStrike" dirty="0">
              <a:solidFill>
                <a:srgbClr val="000000"/>
              </a:solidFill>
              <a:effectLst/>
              <a:latin typeface="Calibri" panose="020F0502020204030204" pitchFamily="34" charset="0"/>
              <a:cs typeface="+mj-cs"/>
            </a:endParaRPr>
          </a:p>
        </p:txBody>
      </p:sp>
      <p:sp>
        <p:nvSpPr>
          <p:cNvPr id="59" name="TextBox 58">
            <a:extLst>
              <a:ext uri="{FF2B5EF4-FFF2-40B4-BE49-F238E27FC236}">
                <a16:creationId xmlns:a16="http://schemas.microsoft.com/office/drawing/2014/main" id="{86EB5249-CF0E-1A01-AB36-82BCC49978EB}"/>
              </a:ext>
            </a:extLst>
          </p:cNvPr>
          <p:cNvSpPr txBox="1"/>
          <p:nvPr/>
        </p:nvSpPr>
        <p:spPr>
          <a:xfrm>
            <a:off x="6749622" y="5409971"/>
            <a:ext cx="1396819" cy="246221"/>
          </a:xfrm>
          <a:prstGeom prst="rect">
            <a:avLst/>
          </a:prstGeom>
          <a:noFill/>
        </p:spPr>
        <p:txBody>
          <a:bodyPr wrap="square" rtlCol="0">
            <a:spAutoFit/>
          </a:bodyPr>
          <a:lstStyle/>
          <a:p>
            <a:pPr algn="ctr" fontAlgn="b"/>
            <a:r>
              <a:rPr lang="en-US" sz="1000" u="none" strike="noStrike" dirty="0">
                <a:effectLst/>
              </a:rPr>
              <a:t>(20 ~ 50]</a:t>
            </a:r>
            <a:endParaRPr lang="en-US" sz="1000" b="0" i="0" u="none" strike="noStrike" dirty="0">
              <a:solidFill>
                <a:srgbClr val="000000"/>
              </a:solidFill>
              <a:effectLst/>
              <a:latin typeface="Calibri" panose="020F0502020204030204" pitchFamily="34" charset="0"/>
              <a:cs typeface="+mj-cs"/>
            </a:endParaRPr>
          </a:p>
        </p:txBody>
      </p:sp>
      <p:sp>
        <p:nvSpPr>
          <p:cNvPr id="60" name="TextBox 59">
            <a:extLst>
              <a:ext uri="{FF2B5EF4-FFF2-40B4-BE49-F238E27FC236}">
                <a16:creationId xmlns:a16="http://schemas.microsoft.com/office/drawing/2014/main" id="{CD90861D-75C9-5B9C-B7D4-601A40DE1840}"/>
              </a:ext>
            </a:extLst>
          </p:cNvPr>
          <p:cNvSpPr txBox="1"/>
          <p:nvPr/>
        </p:nvSpPr>
        <p:spPr>
          <a:xfrm>
            <a:off x="9449553" y="5153897"/>
            <a:ext cx="949657" cy="261610"/>
          </a:xfrm>
          <a:prstGeom prst="rect">
            <a:avLst/>
          </a:prstGeom>
          <a:noFill/>
        </p:spPr>
        <p:txBody>
          <a:bodyPr wrap="square" rtlCol="0">
            <a:spAutoFit/>
          </a:bodyPr>
          <a:lstStyle/>
          <a:p>
            <a:pPr algn="ctr"/>
            <a:r>
              <a:rPr lang="ar-LY" sz="1050" b="0" i="0" u="none" strike="noStrike" dirty="0">
                <a:solidFill>
                  <a:srgbClr val="000000"/>
                </a:solidFill>
                <a:effectLst/>
                <a:latin typeface="Calibri" panose="020F0502020204030204" pitchFamily="34" charset="0"/>
              </a:rPr>
              <a:t>295,927</a:t>
            </a:r>
            <a:endParaRPr lang="en-US" sz="1050" b="1" dirty="0">
              <a:solidFill>
                <a:schemeClr val="accent4"/>
              </a:solidFill>
            </a:endParaRPr>
          </a:p>
        </p:txBody>
      </p:sp>
      <p:sp>
        <p:nvSpPr>
          <p:cNvPr id="61" name="TextBox 60">
            <a:extLst>
              <a:ext uri="{FF2B5EF4-FFF2-40B4-BE49-F238E27FC236}">
                <a16:creationId xmlns:a16="http://schemas.microsoft.com/office/drawing/2014/main" id="{9D8FB747-B1B1-3F16-1C57-3D67DE5BAB9D}"/>
              </a:ext>
            </a:extLst>
          </p:cNvPr>
          <p:cNvSpPr txBox="1"/>
          <p:nvPr/>
        </p:nvSpPr>
        <p:spPr>
          <a:xfrm>
            <a:off x="9449553" y="5417764"/>
            <a:ext cx="949657" cy="261610"/>
          </a:xfrm>
          <a:prstGeom prst="rect">
            <a:avLst/>
          </a:prstGeom>
          <a:noFill/>
        </p:spPr>
        <p:txBody>
          <a:bodyPr wrap="square" rtlCol="0">
            <a:spAutoFit/>
          </a:bodyPr>
          <a:lstStyle/>
          <a:p>
            <a:pPr algn="ctr"/>
            <a:r>
              <a:rPr lang="ar-LY" sz="1050" b="0" i="0" u="none" strike="noStrike" dirty="0">
                <a:solidFill>
                  <a:srgbClr val="000000"/>
                </a:solidFill>
                <a:effectLst/>
                <a:latin typeface="Calibri" panose="020F0502020204030204" pitchFamily="34" charset="0"/>
              </a:rPr>
              <a:t>187,189</a:t>
            </a:r>
            <a:endParaRPr lang="en-US" sz="1050" b="1" dirty="0">
              <a:solidFill>
                <a:schemeClr val="accent4"/>
              </a:solidFill>
            </a:endParaRPr>
          </a:p>
        </p:txBody>
      </p:sp>
      <p:sp>
        <p:nvSpPr>
          <p:cNvPr id="62" name="TextBox 61">
            <a:extLst>
              <a:ext uri="{FF2B5EF4-FFF2-40B4-BE49-F238E27FC236}">
                <a16:creationId xmlns:a16="http://schemas.microsoft.com/office/drawing/2014/main" id="{5592C03A-0EB8-31BC-9086-B681EB1E5378}"/>
              </a:ext>
            </a:extLst>
          </p:cNvPr>
          <p:cNvSpPr txBox="1"/>
          <p:nvPr/>
        </p:nvSpPr>
        <p:spPr>
          <a:xfrm>
            <a:off x="578165" y="4296219"/>
            <a:ext cx="5506848" cy="1785104"/>
          </a:xfrm>
          <a:prstGeom prst="rect">
            <a:avLst/>
          </a:prstGeom>
          <a:noFill/>
        </p:spPr>
        <p:txBody>
          <a:bodyPr wrap="square">
            <a:spAutoFit/>
          </a:bodyPr>
          <a:lstStyle/>
          <a:p>
            <a:pPr marL="0" indent="0" algn="ctr">
              <a:buNone/>
              <a:defRPr/>
            </a:pPr>
            <a:r>
              <a:rPr kumimoji="0" lang="ar-LY" sz="1100" b="0" i="0" u="none" strike="noStrike" kern="1200" cap="none" spc="0" normalizeH="0" baseline="0" noProof="0" dirty="0">
                <a:ln>
                  <a:noFill/>
                </a:ln>
                <a:solidFill>
                  <a:prstClr val="black"/>
                </a:solidFill>
                <a:effectLst/>
                <a:uLnTx/>
                <a:uFillTx/>
                <a:latin typeface="29LT Bukra Light" panose="000B0903020204020204" pitchFamily="34" charset="-78"/>
                <a:ea typeface="+mn-ea"/>
                <a:cs typeface="+mj-cs"/>
              </a:rPr>
              <a:t>تم أطلاق خدمة سلفني شهر فبراير من سنة 2021</a:t>
            </a:r>
            <a:endParaRPr kumimoji="0" lang="ar-LY" sz="1100" i="0" u="none" strike="noStrike" kern="1200" cap="none" spc="0" normalizeH="0" baseline="0" noProof="0" dirty="0">
              <a:ln>
                <a:noFill/>
              </a:ln>
              <a:solidFill>
                <a:schemeClr val="tx1"/>
              </a:solidFill>
              <a:effectLst/>
              <a:uLnTx/>
              <a:uFillTx/>
              <a:latin typeface="Tajawal" panose="00000500000000000000" pitchFamily="2" charset="-78"/>
              <a:cs typeface="Tajawal" panose="00000500000000000000" pitchFamily="2" charset="-78"/>
            </a:endParaRPr>
          </a:p>
          <a:p>
            <a:pPr algn="ctr" rtl="1"/>
            <a:endParaRPr lang="ar-LY" sz="1100" dirty="0">
              <a:cs typeface="Tajawal" panose="00000500000000000000" pitchFamily="2" charset="-78"/>
            </a:endParaRPr>
          </a:p>
          <a:p>
            <a:pPr algn="ctr">
              <a:defRPr/>
            </a:pPr>
            <a:r>
              <a:rPr kumimoji="0" lang="ar-LY" sz="1100" i="0" u="none" strike="noStrike" kern="1200" cap="none" spc="0" normalizeH="0" baseline="0" noProof="0" dirty="0">
                <a:ln>
                  <a:noFill/>
                </a:ln>
                <a:solidFill>
                  <a:schemeClr val="tx1"/>
                </a:solidFill>
                <a:effectLst/>
                <a:uLnTx/>
                <a:uFillTx/>
                <a:latin typeface="Tajawal" panose="00000500000000000000" pitchFamily="2" charset="-78"/>
                <a:cs typeface="Tajawal" panose="00000500000000000000" pitchFamily="2" charset="-78"/>
              </a:rPr>
              <a:t>اجمالي القيم المستعارة من بداية الخدمة وحتى شهر </a:t>
            </a:r>
            <a:r>
              <a:rPr lang="ar-LY" sz="1100" dirty="0">
                <a:solidFill>
                  <a:schemeClr val="tx1"/>
                </a:solidFill>
                <a:cs typeface="Tajawal" panose="00000500000000000000" pitchFamily="2" charset="-78"/>
              </a:rPr>
              <a:t>اكتوبر</a:t>
            </a:r>
            <a:r>
              <a:rPr lang="ar-LY" sz="1100" dirty="0">
                <a:solidFill>
                  <a:schemeClr val="tx1"/>
                </a:solidFill>
                <a:latin typeface="Tajawal" panose="00000500000000000000" pitchFamily="2" charset="-78"/>
                <a:cs typeface="Tajawal" panose="00000500000000000000" pitchFamily="2" charset="-78"/>
              </a:rPr>
              <a:t> </a:t>
            </a:r>
            <a:r>
              <a:rPr kumimoji="0" lang="ar-LY" sz="1100" i="0" u="none" strike="noStrike" kern="1200" cap="none" spc="0" normalizeH="0" baseline="0" noProof="0" dirty="0">
                <a:ln>
                  <a:noFill/>
                </a:ln>
                <a:solidFill>
                  <a:schemeClr val="tx1"/>
                </a:solidFill>
                <a:effectLst/>
                <a:uLnTx/>
                <a:uFillTx/>
                <a:latin typeface="Tajawal" panose="00000500000000000000" pitchFamily="2" charset="-78"/>
                <a:cs typeface="Tajawal" panose="00000500000000000000" pitchFamily="2" charset="-78"/>
              </a:rPr>
              <a:t>من سنة 2023 بلغا </a:t>
            </a:r>
            <a:r>
              <a:rPr lang="ar-LY" sz="1100" b="1" dirty="0">
                <a:solidFill>
                  <a:srgbClr val="990099"/>
                </a:solidFill>
                <a:latin typeface="Tajawal" panose="00000500000000000000" pitchFamily="2" charset="-78"/>
                <a:cs typeface="Tajawal" panose="00000500000000000000" pitchFamily="2" charset="-78"/>
              </a:rPr>
              <a:t>589,867,634</a:t>
            </a:r>
            <a:r>
              <a:rPr kumimoji="0" lang="ar-LY" sz="1100" b="0" i="0" u="none" strike="noStrike" kern="1200" cap="none" spc="0" normalizeH="0" baseline="0" noProof="0" dirty="0">
                <a:ln>
                  <a:noFill/>
                </a:ln>
                <a:solidFill>
                  <a:prstClr val="black"/>
                </a:solidFill>
                <a:effectLst/>
                <a:uLnTx/>
                <a:uFillTx/>
                <a:latin typeface="Tajawal" panose="00000500000000000000" pitchFamily="2" charset="-78"/>
                <a:cs typeface="Tajawal" panose="00000500000000000000" pitchFamily="2" charset="-78"/>
              </a:rPr>
              <a:t> د.ل </a:t>
            </a:r>
          </a:p>
          <a:p>
            <a:pPr algn="ctr">
              <a:defRPr/>
            </a:pPr>
            <a:endParaRPr kumimoji="0" lang="ar-LY" sz="1100" i="0" u="none" strike="noStrike" kern="1200" cap="none" spc="0" normalizeH="0" baseline="0" noProof="0" dirty="0">
              <a:ln>
                <a:noFill/>
              </a:ln>
              <a:solidFill>
                <a:schemeClr val="tx1"/>
              </a:solidFill>
              <a:effectLst/>
              <a:uLnTx/>
              <a:uFillTx/>
              <a:latin typeface="Tajawal" panose="00000500000000000000" pitchFamily="2" charset="-78"/>
              <a:cs typeface="Tajawal" panose="00000500000000000000" pitchFamily="2" charset="-78"/>
            </a:endParaRPr>
          </a:p>
          <a:p>
            <a:pPr lvl="0" algn="ctr">
              <a:defRPr/>
            </a:pPr>
            <a:r>
              <a:rPr kumimoji="0" lang="ar-LY" sz="1000" b="0" i="0" u="none" strike="noStrike" kern="1200" cap="none" spc="0" normalizeH="0" baseline="0" noProof="0" dirty="0">
                <a:ln>
                  <a:noFill/>
                </a:ln>
                <a:solidFill>
                  <a:prstClr val="black"/>
                </a:solidFill>
                <a:effectLst/>
                <a:uLnTx/>
                <a:uFillTx/>
                <a:latin typeface="Tajawal" panose="00000500000000000000" pitchFamily="2" charset="-78"/>
                <a:cs typeface="Tajawal" panose="00000500000000000000" pitchFamily="2" charset="-78"/>
              </a:rPr>
              <a:t>تم سداد</a:t>
            </a:r>
            <a:r>
              <a:rPr lang="ar-LY" sz="1100" b="1" dirty="0">
                <a:solidFill>
                  <a:srgbClr val="990099"/>
                </a:solidFill>
                <a:latin typeface="Tajawal" panose="00000500000000000000" pitchFamily="2" charset="-78"/>
                <a:cs typeface="Tajawal" panose="00000500000000000000" pitchFamily="2" charset="-78"/>
              </a:rPr>
              <a:t> 583,534,488 </a:t>
            </a:r>
            <a:r>
              <a:rPr kumimoji="0" lang="ar-LY" sz="1000" b="0" i="0" u="none" strike="noStrike" kern="1200" cap="none" spc="0" normalizeH="0" baseline="0" noProof="0" dirty="0">
                <a:ln>
                  <a:noFill/>
                </a:ln>
                <a:solidFill>
                  <a:prstClr val="black"/>
                </a:solidFill>
                <a:effectLst/>
                <a:uLnTx/>
                <a:uFillTx/>
                <a:latin typeface="Tajawal" panose="00000500000000000000" pitchFamily="2" charset="-78"/>
                <a:cs typeface="Tajawal" panose="00000500000000000000" pitchFamily="2" charset="-78"/>
              </a:rPr>
              <a:t>د. </a:t>
            </a:r>
            <a:r>
              <a:rPr lang="ar-LY" sz="1100" dirty="0">
                <a:solidFill>
                  <a:prstClr val="black"/>
                </a:solidFill>
                <a:latin typeface="Tajawal" panose="00000500000000000000" pitchFamily="2" charset="-78"/>
                <a:cs typeface="Tajawal" panose="00000500000000000000" pitchFamily="2" charset="-78"/>
              </a:rPr>
              <a:t>من أجمالي قيمة الدين حيث وصلت نسبة السداد الى </a:t>
            </a:r>
            <a:r>
              <a:rPr lang="ar-LY" sz="1100" b="1" dirty="0">
                <a:solidFill>
                  <a:srgbClr val="990099"/>
                </a:solidFill>
                <a:latin typeface="Tajawal" panose="00000500000000000000" pitchFamily="2" charset="-78"/>
                <a:cs typeface="Tajawal" panose="00000500000000000000" pitchFamily="2" charset="-78"/>
              </a:rPr>
              <a:t>98.92</a:t>
            </a:r>
            <a:r>
              <a:rPr lang="ar-LY" sz="1100" b="1" dirty="0">
                <a:solidFill>
                  <a:srgbClr val="ED7D31"/>
                </a:solidFill>
                <a:latin typeface="Tajawal" panose="00000500000000000000" pitchFamily="2" charset="-78"/>
                <a:cs typeface="Tajawal" panose="00000500000000000000" pitchFamily="2" charset="-78"/>
              </a:rPr>
              <a:t> </a:t>
            </a:r>
            <a:r>
              <a:rPr lang="ar-LY" sz="1100" dirty="0">
                <a:solidFill>
                  <a:prstClr val="black"/>
                </a:solidFill>
                <a:latin typeface="Tajawal" panose="00000500000000000000" pitchFamily="2" charset="-78"/>
                <a:cs typeface="Tajawal" panose="00000500000000000000" pitchFamily="2" charset="-78"/>
              </a:rPr>
              <a:t>% أي ان</a:t>
            </a:r>
          </a:p>
          <a:p>
            <a:pPr lvl="0" algn="ctr">
              <a:defRPr/>
            </a:pPr>
            <a:r>
              <a:rPr lang="ar-LY" sz="1100" b="1" dirty="0">
                <a:solidFill>
                  <a:schemeClr val="tx1"/>
                </a:solidFill>
                <a:latin typeface="Tajawal" panose="00000500000000000000" pitchFamily="2" charset="-78"/>
                <a:cs typeface="Tajawal" panose="00000500000000000000" pitchFamily="2" charset="-78"/>
              </a:rPr>
              <a:t> </a:t>
            </a:r>
            <a:r>
              <a:rPr kumimoji="0" lang="ar-LY" sz="1100" i="0" u="none" strike="noStrike" kern="1200" cap="none" spc="0" normalizeH="0" baseline="0" noProof="0" dirty="0">
                <a:ln>
                  <a:noFill/>
                </a:ln>
                <a:solidFill>
                  <a:schemeClr val="tx1"/>
                </a:solidFill>
                <a:effectLst/>
                <a:uLnTx/>
                <a:uFillTx/>
                <a:latin typeface="Tajawal" panose="00000500000000000000" pitchFamily="2" charset="-78"/>
                <a:cs typeface="Tajawal" panose="00000500000000000000" pitchFamily="2" charset="-78"/>
              </a:rPr>
              <a:t>قيمة الدين الغير المسدد </a:t>
            </a:r>
            <a:r>
              <a:rPr lang="ar-LY" sz="1100" b="1" dirty="0">
                <a:solidFill>
                  <a:srgbClr val="990099"/>
                </a:solidFill>
                <a:latin typeface="Tajawal" panose="00000500000000000000" pitchFamily="2" charset="-78"/>
                <a:cs typeface="Tajawal" panose="00000500000000000000" pitchFamily="2" charset="-78"/>
              </a:rPr>
              <a:t>6,333,146 </a:t>
            </a:r>
            <a:r>
              <a:rPr kumimoji="0" lang="ar-LY" sz="1100" b="0" i="0" u="none" strike="noStrike" kern="1200" cap="none" spc="0" normalizeH="0" baseline="0" noProof="0" dirty="0">
                <a:ln>
                  <a:noFill/>
                </a:ln>
                <a:solidFill>
                  <a:prstClr val="black"/>
                </a:solidFill>
                <a:effectLst/>
                <a:uLnTx/>
                <a:uFillTx/>
                <a:latin typeface="Tajawal" panose="00000500000000000000" pitchFamily="2" charset="-78"/>
                <a:cs typeface="Tajawal" panose="00000500000000000000" pitchFamily="2" charset="-78"/>
              </a:rPr>
              <a:t>د.ل. </a:t>
            </a:r>
          </a:p>
          <a:p>
            <a:pPr lvl="0" algn="ctr">
              <a:defRPr/>
            </a:pPr>
            <a:endParaRPr kumimoji="0" lang="en-US" sz="1100" b="0" i="0" u="none" strike="noStrike" kern="1200" cap="none" spc="0" normalizeH="0" baseline="0" noProof="0" dirty="0">
              <a:ln>
                <a:noFill/>
              </a:ln>
              <a:solidFill>
                <a:prstClr val="black"/>
              </a:solidFill>
              <a:effectLst/>
              <a:uLnTx/>
              <a:uFillTx/>
              <a:latin typeface="Tajawal" panose="00000500000000000000" pitchFamily="2" charset="-78"/>
              <a:cs typeface="Tajawal" panose="00000500000000000000" pitchFamily="2" charset="-78"/>
            </a:endParaRPr>
          </a:p>
          <a:p>
            <a:pPr algn="ctr">
              <a:defRPr/>
            </a:pPr>
            <a:r>
              <a:rPr lang="ar-LY" sz="1100" dirty="0">
                <a:solidFill>
                  <a:schemeClr val="tx1"/>
                </a:solidFill>
                <a:latin typeface="+mn-lt"/>
                <a:cs typeface="Tajawal" panose="00000500000000000000" pitchFamily="2" charset="-78"/>
              </a:rPr>
              <a:t>اجمالي القيم المستعارة </a:t>
            </a:r>
            <a:r>
              <a:rPr lang="ar-LY" sz="1100" dirty="0">
                <a:cs typeface="Tajawal" panose="00000500000000000000" pitchFamily="2" charset="-78"/>
              </a:rPr>
              <a:t>خلال شهر اكتوبر </a:t>
            </a:r>
            <a:r>
              <a:rPr lang="ar-LY" sz="1100" dirty="0">
                <a:solidFill>
                  <a:schemeClr val="tx1"/>
                </a:solidFill>
                <a:latin typeface="+mn-lt"/>
                <a:cs typeface="Tajawal" panose="00000500000000000000" pitchFamily="2" charset="-78"/>
              </a:rPr>
              <a:t>من سنة 2023 بلغت </a:t>
            </a:r>
            <a:r>
              <a:rPr lang="ar-LY" sz="1100" b="1" dirty="0">
                <a:solidFill>
                  <a:srgbClr val="990099"/>
                </a:solidFill>
                <a:latin typeface="+mn-lt"/>
                <a:cs typeface="Tajawal" panose="00000500000000000000" pitchFamily="2" charset="-78"/>
              </a:rPr>
              <a:t>30,758,081</a:t>
            </a:r>
            <a:r>
              <a:rPr lang="ar-LY" sz="1100" dirty="0">
                <a:solidFill>
                  <a:schemeClr val="tx1"/>
                </a:solidFill>
                <a:latin typeface="+mn-lt"/>
                <a:cs typeface="Tajawal" panose="00000500000000000000" pitchFamily="2" charset="-78"/>
              </a:rPr>
              <a:t> د.ل.</a:t>
            </a:r>
            <a:endParaRPr lang="ar-LY" sz="1100" dirty="0">
              <a:cs typeface="Tajawal" panose="00000500000000000000" pitchFamily="2" charset="-78"/>
            </a:endParaRPr>
          </a:p>
          <a:p>
            <a:pPr algn="ctr">
              <a:defRPr/>
            </a:pPr>
            <a:endParaRPr kumimoji="0" lang="ar-LY" sz="1100" b="0" i="0" u="none" strike="noStrike" kern="1200" cap="none" spc="0" normalizeH="0" baseline="0" noProof="0" dirty="0">
              <a:ln>
                <a:noFill/>
              </a:ln>
              <a:solidFill>
                <a:prstClr val="black"/>
              </a:solidFill>
              <a:effectLst/>
              <a:uLnTx/>
              <a:uFillTx/>
              <a:latin typeface="Tajawal" panose="00000500000000000000" pitchFamily="2" charset="-78"/>
              <a:cs typeface="Tajawal" panose="00000500000000000000" pitchFamily="2" charset="-78"/>
            </a:endParaRPr>
          </a:p>
          <a:p>
            <a:pPr algn="ctr">
              <a:defRPr/>
            </a:pPr>
            <a:endParaRPr kumimoji="0" lang="ar-LY" sz="1100" b="0" i="0" u="none" strike="noStrike" kern="1200" cap="none" spc="0" normalizeH="0" baseline="0" noProof="0" dirty="0">
              <a:ln>
                <a:noFill/>
              </a:ln>
              <a:solidFill>
                <a:prstClr val="black"/>
              </a:solidFill>
              <a:effectLst/>
              <a:uLnTx/>
              <a:uFillTx/>
              <a:latin typeface="Tajawal" panose="00000500000000000000" pitchFamily="2" charset="-78"/>
              <a:cs typeface="Tajawal" panose="00000500000000000000" pitchFamily="2" charset="-78"/>
            </a:endParaRPr>
          </a:p>
        </p:txBody>
      </p:sp>
      <p:sp>
        <p:nvSpPr>
          <p:cNvPr id="63" name="Title 1">
            <a:extLst>
              <a:ext uri="{FF2B5EF4-FFF2-40B4-BE49-F238E27FC236}">
                <a16:creationId xmlns:a16="http://schemas.microsoft.com/office/drawing/2014/main" id="{38A4E360-8CBA-95F4-DB41-108124E4DB5B}"/>
              </a:ext>
            </a:extLst>
          </p:cNvPr>
          <p:cNvSpPr>
            <a:spLocks noGrp="1"/>
          </p:cNvSpPr>
          <p:nvPr>
            <p:ph type="title"/>
          </p:nvPr>
        </p:nvSpPr>
        <p:spPr>
          <a:xfrm>
            <a:off x="1643216" y="-150441"/>
            <a:ext cx="10515600" cy="1325563"/>
          </a:xfrm>
        </p:spPr>
        <p:txBody>
          <a:bodyPr/>
          <a:lstStyle/>
          <a:p>
            <a:r>
              <a:rPr lang="ar-LY" sz="2300" b="1" dirty="0">
                <a:cs typeface="Tajawal Medium" panose="00000600000000000000" pitchFamily="2" charset="-78"/>
              </a:rPr>
              <a:t>خدمة سلفني</a:t>
            </a:r>
            <a:endParaRPr lang="en-US" sz="2300" b="1" dirty="0">
              <a:cs typeface="Tajawal Medium" panose="00000600000000000000" pitchFamily="2" charset="-78"/>
            </a:endParaRPr>
          </a:p>
        </p:txBody>
      </p:sp>
      <p:sp>
        <p:nvSpPr>
          <p:cNvPr id="2" name="TextBox 1">
            <a:extLst>
              <a:ext uri="{FF2B5EF4-FFF2-40B4-BE49-F238E27FC236}">
                <a16:creationId xmlns:a16="http://schemas.microsoft.com/office/drawing/2014/main" id="{7ED2D979-AE68-82DA-83A1-9263E8C6FAC6}"/>
              </a:ext>
            </a:extLst>
          </p:cNvPr>
          <p:cNvSpPr txBox="1"/>
          <p:nvPr/>
        </p:nvSpPr>
        <p:spPr>
          <a:xfrm>
            <a:off x="6771444" y="5633840"/>
            <a:ext cx="1396819" cy="246221"/>
          </a:xfrm>
          <a:prstGeom prst="rect">
            <a:avLst/>
          </a:prstGeom>
          <a:noFill/>
        </p:spPr>
        <p:txBody>
          <a:bodyPr wrap="square" rtlCol="0">
            <a:spAutoFit/>
          </a:bodyPr>
          <a:lstStyle/>
          <a:p>
            <a:pPr algn="ctr" fontAlgn="b"/>
            <a:r>
              <a:rPr lang="en-US" sz="1000" u="none" strike="noStrike" dirty="0">
                <a:effectLst/>
              </a:rPr>
              <a:t>(50 ~ 100]</a:t>
            </a:r>
            <a:endParaRPr lang="en-US" sz="1000" b="0" i="0" u="none" strike="noStrike" dirty="0">
              <a:solidFill>
                <a:srgbClr val="000000"/>
              </a:solidFill>
              <a:effectLst/>
              <a:latin typeface="Calibri" panose="020F0502020204030204" pitchFamily="34" charset="0"/>
              <a:cs typeface="+mj-cs"/>
            </a:endParaRPr>
          </a:p>
        </p:txBody>
      </p:sp>
      <p:sp>
        <p:nvSpPr>
          <p:cNvPr id="3" name="TextBox 2">
            <a:extLst>
              <a:ext uri="{FF2B5EF4-FFF2-40B4-BE49-F238E27FC236}">
                <a16:creationId xmlns:a16="http://schemas.microsoft.com/office/drawing/2014/main" id="{3A044654-6584-73D6-B1A4-E8EFCFEF5481}"/>
              </a:ext>
            </a:extLst>
          </p:cNvPr>
          <p:cNvSpPr txBox="1"/>
          <p:nvPr/>
        </p:nvSpPr>
        <p:spPr>
          <a:xfrm>
            <a:off x="9460464" y="5661714"/>
            <a:ext cx="949657" cy="261610"/>
          </a:xfrm>
          <a:prstGeom prst="rect">
            <a:avLst/>
          </a:prstGeom>
          <a:noFill/>
        </p:spPr>
        <p:txBody>
          <a:bodyPr wrap="square" rtlCol="0">
            <a:spAutoFit/>
          </a:bodyPr>
          <a:lstStyle/>
          <a:p>
            <a:pPr algn="ctr"/>
            <a:r>
              <a:rPr lang="ar-LY" sz="1050" b="0" i="0" u="none" strike="noStrike" dirty="0">
                <a:solidFill>
                  <a:srgbClr val="000000"/>
                </a:solidFill>
                <a:effectLst/>
                <a:latin typeface="Calibri" panose="020F0502020204030204" pitchFamily="34" charset="0"/>
              </a:rPr>
              <a:t>9,170</a:t>
            </a:r>
            <a:endParaRPr lang="en-US" sz="1050" b="1" dirty="0">
              <a:solidFill>
                <a:schemeClr val="accent4"/>
              </a:solidFill>
            </a:endParaRPr>
          </a:p>
        </p:txBody>
      </p:sp>
    </p:spTree>
    <p:extLst>
      <p:ext uri="{BB962C8B-B14F-4D97-AF65-F5344CB8AC3E}">
        <p14:creationId xmlns:p14="http://schemas.microsoft.com/office/powerpoint/2010/main" val="30691736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5332DAF-9937-4D13-9775-553E8C499FEE}"/>
              </a:ext>
            </a:extLst>
          </p:cNvPr>
          <p:cNvSpPr>
            <a:spLocks noGrp="1"/>
          </p:cNvSpPr>
          <p:nvPr>
            <p:ph type="dt" sz="half" idx="10"/>
          </p:nvPr>
        </p:nvSpPr>
        <p:spPr/>
        <p:txBody>
          <a:bodyPr/>
          <a:lstStyle/>
          <a:p>
            <a:fld id="{95A976C5-042F-4F2F-B0E6-E9296BA89F2F}" type="datetime4">
              <a:rPr lang="en-US" smtClean="0"/>
              <a:t>November 5, 2023</a:t>
            </a:fld>
            <a:endParaRPr lang="en-US" dirty="0"/>
          </a:p>
        </p:txBody>
      </p:sp>
      <p:sp>
        <p:nvSpPr>
          <p:cNvPr id="6" name="Slide Number Placeholder 5">
            <a:extLst>
              <a:ext uri="{FF2B5EF4-FFF2-40B4-BE49-F238E27FC236}">
                <a16:creationId xmlns:a16="http://schemas.microsoft.com/office/drawing/2014/main" id="{6B0A9D86-D1AC-42E0-A307-9967E63BBCCC}"/>
              </a:ext>
            </a:extLst>
          </p:cNvPr>
          <p:cNvSpPr>
            <a:spLocks noGrp="1"/>
          </p:cNvSpPr>
          <p:nvPr>
            <p:ph type="sldNum" sz="quarter" idx="12"/>
          </p:nvPr>
        </p:nvSpPr>
        <p:spPr/>
        <p:txBody>
          <a:bodyPr/>
          <a:lstStyle/>
          <a:p>
            <a:fld id="{12D7B28B-DC80-4E46-95D7-53BDE8C7F925}" type="slidenum">
              <a:rPr lang="en-US" smtClean="0"/>
              <a:t>20</a:t>
            </a:fld>
            <a:endParaRPr lang="en-US" dirty="0"/>
          </a:p>
        </p:txBody>
      </p:sp>
      <p:sp>
        <p:nvSpPr>
          <p:cNvPr id="50" name="TextBox 49">
            <a:extLst>
              <a:ext uri="{FF2B5EF4-FFF2-40B4-BE49-F238E27FC236}">
                <a16:creationId xmlns:a16="http://schemas.microsoft.com/office/drawing/2014/main" id="{7A39D646-C5F2-2359-C789-1DA54BA42F29}"/>
              </a:ext>
            </a:extLst>
          </p:cNvPr>
          <p:cNvSpPr txBox="1"/>
          <p:nvPr/>
        </p:nvSpPr>
        <p:spPr>
          <a:xfrm>
            <a:off x="3440775" y="1208407"/>
            <a:ext cx="2148840" cy="276999"/>
          </a:xfrm>
          <a:prstGeom prst="rect">
            <a:avLst/>
          </a:prstGeom>
          <a:noFill/>
        </p:spPr>
        <p:txBody>
          <a:bodyPr wrap="square" rtlCol="0">
            <a:spAutoFit/>
          </a:bodyPr>
          <a:lstStyle/>
          <a:p>
            <a:pPr algn="r"/>
            <a:r>
              <a:rPr lang="ar-LY" sz="1200" b="1" dirty="0">
                <a:solidFill>
                  <a:schemeClr val="bg1"/>
                </a:solidFill>
                <a:latin typeface="Montserrat Medium" panose="020B0604020202020204" charset="0"/>
              </a:rPr>
              <a:t>خدمة كلمني</a:t>
            </a:r>
            <a:endParaRPr lang="en-US" sz="1200" b="1" dirty="0">
              <a:solidFill>
                <a:schemeClr val="bg1"/>
              </a:solidFill>
              <a:latin typeface="Montserrat Medium" panose="020B0604020202020204" charset="0"/>
            </a:endParaRPr>
          </a:p>
        </p:txBody>
      </p:sp>
      <p:sp>
        <p:nvSpPr>
          <p:cNvPr id="55" name="Rectangle: Rounded Corners 54">
            <a:extLst>
              <a:ext uri="{FF2B5EF4-FFF2-40B4-BE49-F238E27FC236}">
                <a16:creationId xmlns:a16="http://schemas.microsoft.com/office/drawing/2014/main" id="{2BB1527D-1EFD-7D00-E365-8F4ECF37CE3A}"/>
              </a:ext>
            </a:extLst>
          </p:cNvPr>
          <p:cNvSpPr/>
          <p:nvPr/>
        </p:nvSpPr>
        <p:spPr>
          <a:xfrm>
            <a:off x="327068" y="1084842"/>
            <a:ext cx="5262547" cy="2461922"/>
          </a:xfrm>
          <a:prstGeom prst="roundRect">
            <a:avLst>
              <a:gd name="adj" fmla="val 3257"/>
            </a:avLst>
          </a:prstGeom>
          <a:solidFill>
            <a:schemeClr val="bg1"/>
          </a:solidFill>
          <a:ln>
            <a:noFill/>
          </a:ln>
          <a:effectLst>
            <a:outerShdw blurRad="76200" dist="381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Box 58">
            <a:extLst>
              <a:ext uri="{FF2B5EF4-FFF2-40B4-BE49-F238E27FC236}">
                <a16:creationId xmlns:a16="http://schemas.microsoft.com/office/drawing/2014/main" id="{413EAEAF-6A72-83B0-B6BA-DFDA56BCE5B9}"/>
              </a:ext>
            </a:extLst>
          </p:cNvPr>
          <p:cNvSpPr txBox="1"/>
          <p:nvPr/>
        </p:nvSpPr>
        <p:spPr>
          <a:xfrm>
            <a:off x="1643216" y="1267289"/>
            <a:ext cx="3282091" cy="276999"/>
          </a:xfrm>
          <a:prstGeom prst="rect">
            <a:avLst/>
          </a:prstGeom>
          <a:noFill/>
        </p:spPr>
        <p:txBody>
          <a:bodyPr wrap="square" rtlCol="0">
            <a:spAutoFit/>
          </a:bodyPr>
          <a:lstStyle/>
          <a:p>
            <a:pPr algn="r"/>
            <a:r>
              <a:rPr lang="ar-LY" sz="1200" b="1" dirty="0">
                <a:latin typeface="Montserrat" panose="00000500000000000000" pitchFamily="2" charset="0"/>
              </a:rPr>
              <a:t>خدمة كلمني</a:t>
            </a:r>
            <a:endParaRPr lang="en-US" sz="1200" dirty="0">
              <a:latin typeface="Montserrat" panose="00000500000000000000" pitchFamily="2" charset="0"/>
            </a:endParaRPr>
          </a:p>
        </p:txBody>
      </p:sp>
      <p:graphicFrame>
        <p:nvGraphicFramePr>
          <p:cNvPr id="60" name="Chart 59">
            <a:extLst>
              <a:ext uri="{FF2B5EF4-FFF2-40B4-BE49-F238E27FC236}">
                <a16:creationId xmlns:a16="http://schemas.microsoft.com/office/drawing/2014/main" id="{5C256912-76DA-79E1-FDAC-0FA324A69EE1}"/>
              </a:ext>
            </a:extLst>
          </p:cNvPr>
          <p:cNvGraphicFramePr/>
          <p:nvPr>
            <p:extLst>
              <p:ext uri="{D42A27DB-BD31-4B8C-83A1-F6EECF244321}">
                <p14:modId xmlns:p14="http://schemas.microsoft.com/office/powerpoint/2010/main" val="3321733449"/>
              </p:ext>
            </p:extLst>
          </p:nvPr>
        </p:nvGraphicFramePr>
        <p:xfrm>
          <a:off x="646482" y="1485406"/>
          <a:ext cx="4301587" cy="2061358"/>
        </p:xfrm>
        <a:graphic>
          <a:graphicData uri="http://schemas.openxmlformats.org/drawingml/2006/chart">
            <c:chart xmlns:c="http://schemas.openxmlformats.org/drawingml/2006/chart" xmlns:r="http://schemas.openxmlformats.org/officeDocument/2006/relationships" r:id="rId3"/>
          </a:graphicData>
        </a:graphic>
      </p:graphicFrame>
      <p:sp>
        <p:nvSpPr>
          <p:cNvPr id="64" name="TextBox 63">
            <a:extLst>
              <a:ext uri="{FF2B5EF4-FFF2-40B4-BE49-F238E27FC236}">
                <a16:creationId xmlns:a16="http://schemas.microsoft.com/office/drawing/2014/main" id="{897B9C92-937B-30DC-911F-04B2D091386D}"/>
              </a:ext>
            </a:extLst>
          </p:cNvPr>
          <p:cNvSpPr txBox="1"/>
          <p:nvPr/>
        </p:nvSpPr>
        <p:spPr>
          <a:xfrm>
            <a:off x="3440775" y="3792234"/>
            <a:ext cx="2148840" cy="276999"/>
          </a:xfrm>
          <a:prstGeom prst="rect">
            <a:avLst/>
          </a:prstGeom>
          <a:noFill/>
        </p:spPr>
        <p:txBody>
          <a:bodyPr wrap="square" rtlCol="0">
            <a:spAutoFit/>
          </a:bodyPr>
          <a:lstStyle/>
          <a:p>
            <a:pPr algn="r"/>
            <a:r>
              <a:rPr lang="ar-LY" sz="1200" b="1" dirty="0">
                <a:solidFill>
                  <a:schemeClr val="bg1"/>
                </a:solidFill>
                <a:latin typeface="Montserrat Medium" panose="020B0604020202020204" charset="0"/>
              </a:rPr>
              <a:t>خدمة كلمني</a:t>
            </a:r>
            <a:endParaRPr lang="en-US" sz="1200" b="1" dirty="0">
              <a:solidFill>
                <a:schemeClr val="bg1"/>
              </a:solidFill>
              <a:latin typeface="Montserrat Medium" panose="020B0604020202020204" charset="0"/>
            </a:endParaRPr>
          </a:p>
        </p:txBody>
      </p:sp>
      <p:sp>
        <p:nvSpPr>
          <p:cNvPr id="65" name="Rectangle: Rounded Corners 64">
            <a:extLst>
              <a:ext uri="{FF2B5EF4-FFF2-40B4-BE49-F238E27FC236}">
                <a16:creationId xmlns:a16="http://schemas.microsoft.com/office/drawing/2014/main" id="{2570F833-AA2E-FA7A-5831-9EDD95C17396}"/>
              </a:ext>
            </a:extLst>
          </p:cNvPr>
          <p:cNvSpPr/>
          <p:nvPr/>
        </p:nvSpPr>
        <p:spPr>
          <a:xfrm>
            <a:off x="327068" y="3668669"/>
            <a:ext cx="5262547" cy="2461922"/>
          </a:xfrm>
          <a:prstGeom prst="roundRect">
            <a:avLst>
              <a:gd name="adj" fmla="val 3257"/>
            </a:avLst>
          </a:prstGeom>
          <a:solidFill>
            <a:schemeClr val="bg1"/>
          </a:solidFill>
          <a:ln>
            <a:noFill/>
          </a:ln>
          <a:effectLst>
            <a:outerShdw blurRad="76200" dist="381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TextBox 65">
            <a:extLst>
              <a:ext uri="{FF2B5EF4-FFF2-40B4-BE49-F238E27FC236}">
                <a16:creationId xmlns:a16="http://schemas.microsoft.com/office/drawing/2014/main" id="{EB5E1F62-D644-2E40-CFB0-9A16BAE15F62}"/>
              </a:ext>
            </a:extLst>
          </p:cNvPr>
          <p:cNvSpPr txBox="1"/>
          <p:nvPr/>
        </p:nvSpPr>
        <p:spPr>
          <a:xfrm>
            <a:off x="1643216" y="3851116"/>
            <a:ext cx="3282091" cy="276999"/>
          </a:xfrm>
          <a:prstGeom prst="rect">
            <a:avLst/>
          </a:prstGeom>
          <a:noFill/>
        </p:spPr>
        <p:txBody>
          <a:bodyPr wrap="square" rtlCol="0">
            <a:spAutoFit/>
          </a:bodyPr>
          <a:lstStyle/>
          <a:p>
            <a:pPr algn="r"/>
            <a:r>
              <a:rPr lang="ar-LY" sz="1200" b="1" dirty="0">
                <a:latin typeface="Montserrat" panose="00000500000000000000" pitchFamily="2" charset="0"/>
              </a:rPr>
              <a:t>خدمة ماتوقفش</a:t>
            </a:r>
            <a:endParaRPr lang="en-US" sz="1200" dirty="0">
              <a:latin typeface="Montserrat" panose="00000500000000000000" pitchFamily="2" charset="0"/>
            </a:endParaRPr>
          </a:p>
        </p:txBody>
      </p:sp>
      <p:graphicFrame>
        <p:nvGraphicFramePr>
          <p:cNvPr id="67" name="Chart 66">
            <a:extLst>
              <a:ext uri="{FF2B5EF4-FFF2-40B4-BE49-F238E27FC236}">
                <a16:creationId xmlns:a16="http://schemas.microsoft.com/office/drawing/2014/main" id="{F24D3E02-7939-31E6-D322-CCE2116C030A}"/>
              </a:ext>
            </a:extLst>
          </p:cNvPr>
          <p:cNvGraphicFramePr/>
          <p:nvPr>
            <p:extLst>
              <p:ext uri="{D42A27DB-BD31-4B8C-83A1-F6EECF244321}">
                <p14:modId xmlns:p14="http://schemas.microsoft.com/office/powerpoint/2010/main" val="2577419988"/>
              </p:ext>
            </p:extLst>
          </p:nvPr>
        </p:nvGraphicFramePr>
        <p:xfrm>
          <a:off x="646482" y="4069233"/>
          <a:ext cx="4301587" cy="2061358"/>
        </p:xfrm>
        <a:graphic>
          <a:graphicData uri="http://schemas.openxmlformats.org/drawingml/2006/chart">
            <c:chart xmlns:c="http://schemas.openxmlformats.org/drawingml/2006/chart" xmlns:r="http://schemas.openxmlformats.org/officeDocument/2006/relationships" r:id="rId4"/>
          </a:graphicData>
        </a:graphic>
      </p:graphicFrame>
      <p:sp>
        <p:nvSpPr>
          <p:cNvPr id="68" name="Title 1">
            <a:extLst>
              <a:ext uri="{FF2B5EF4-FFF2-40B4-BE49-F238E27FC236}">
                <a16:creationId xmlns:a16="http://schemas.microsoft.com/office/drawing/2014/main" id="{5A205BE1-985F-308D-D254-15FD38016CD4}"/>
              </a:ext>
            </a:extLst>
          </p:cNvPr>
          <p:cNvSpPr>
            <a:spLocks noGrp="1"/>
          </p:cNvSpPr>
          <p:nvPr>
            <p:ph type="title"/>
          </p:nvPr>
        </p:nvSpPr>
        <p:spPr>
          <a:xfrm>
            <a:off x="1643216" y="-150441"/>
            <a:ext cx="10515600" cy="1325563"/>
          </a:xfrm>
        </p:spPr>
        <p:txBody>
          <a:bodyPr/>
          <a:lstStyle/>
          <a:p>
            <a:r>
              <a:rPr lang="ar-LY" sz="2300" b="1" dirty="0">
                <a:cs typeface="Tajawal Medium" panose="00000600000000000000" pitchFamily="2" charset="-78"/>
              </a:rPr>
              <a:t>الخدمات إضافية</a:t>
            </a:r>
            <a:endParaRPr lang="en-US" sz="2300" b="1" dirty="0">
              <a:cs typeface="Tajawal Medium" panose="00000600000000000000" pitchFamily="2" charset="-78"/>
            </a:endParaRPr>
          </a:p>
        </p:txBody>
      </p:sp>
      <p:grpSp>
        <p:nvGrpSpPr>
          <p:cNvPr id="69" name="Group 68">
            <a:extLst>
              <a:ext uri="{FF2B5EF4-FFF2-40B4-BE49-F238E27FC236}">
                <a16:creationId xmlns:a16="http://schemas.microsoft.com/office/drawing/2014/main" id="{A4EADF92-FADB-3ACE-ABEE-8005A0A28FD8}"/>
              </a:ext>
            </a:extLst>
          </p:cNvPr>
          <p:cNvGrpSpPr/>
          <p:nvPr/>
        </p:nvGrpSpPr>
        <p:grpSpPr>
          <a:xfrm>
            <a:off x="5799736" y="1782297"/>
            <a:ext cx="6018103" cy="1836420"/>
            <a:chOff x="5579537" y="4421887"/>
            <a:chExt cx="6018103" cy="1836420"/>
          </a:xfrm>
        </p:grpSpPr>
        <p:sp>
          <p:nvSpPr>
            <p:cNvPr id="70" name="Rectangle: Rounded Corners 69">
              <a:extLst>
                <a:ext uri="{FF2B5EF4-FFF2-40B4-BE49-F238E27FC236}">
                  <a16:creationId xmlns:a16="http://schemas.microsoft.com/office/drawing/2014/main" id="{6C345C39-73DD-0C3F-1658-015227CFE9F3}"/>
                </a:ext>
              </a:extLst>
            </p:cNvPr>
            <p:cNvSpPr/>
            <p:nvPr/>
          </p:nvSpPr>
          <p:spPr>
            <a:xfrm>
              <a:off x="6366150" y="4421887"/>
              <a:ext cx="5231490" cy="1836420"/>
            </a:xfrm>
            <a:prstGeom prst="roundRect">
              <a:avLst>
                <a:gd name="adj" fmla="val 4737"/>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0000"/>
                    <a:lumOff val="10000"/>
                  </a:schemeClr>
                </a:solidFill>
              </a:endParaRPr>
            </a:p>
          </p:txBody>
        </p:sp>
        <p:sp>
          <p:nvSpPr>
            <p:cNvPr id="71" name="Isosceles Triangle 70">
              <a:extLst>
                <a:ext uri="{FF2B5EF4-FFF2-40B4-BE49-F238E27FC236}">
                  <a16:creationId xmlns:a16="http://schemas.microsoft.com/office/drawing/2014/main" id="{D5B6D3AA-1CD2-03B7-62BF-CE6ADE005FFB}"/>
                </a:ext>
              </a:extLst>
            </p:cNvPr>
            <p:cNvSpPr/>
            <p:nvPr/>
          </p:nvSpPr>
          <p:spPr>
            <a:xfrm rot="17992692">
              <a:off x="5978432" y="4510223"/>
              <a:ext cx="169458" cy="967248"/>
            </a:xfrm>
            <a:prstGeom prst="triangle">
              <a:avLst>
                <a:gd name="adj" fmla="val 0"/>
              </a:avLst>
            </a:prstGeom>
            <a:solidFill>
              <a:schemeClr val="bg1"/>
            </a:solidFill>
            <a:ln>
              <a:noFill/>
            </a:ln>
            <a:effectLst>
              <a:outerShdw blurRad="50800" dist="76200" dir="13500000" sx="84000" sy="84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 name="Group 71">
            <a:extLst>
              <a:ext uri="{FF2B5EF4-FFF2-40B4-BE49-F238E27FC236}">
                <a16:creationId xmlns:a16="http://schemas.microsoft.com/office/drawing/2014/main" id="{3CF07733-5FED-A497-AA90-551A842D8F34}"/>
              </a:ext>
            </a:extLst>
          </p:cNvPr>
          <p:cNvGrpSpPr/>
          <p:nvPr/>
        </p:nvGrpSpPr>
        <p:grpSpPr>
          <a:xfrm>
            <a:off x="5887719" y="4050313"/>
            <a:ext cx="6018103" cy="1836420"/>
            <a:chOff x="5579537" y="4421887"/>
            <a:chExt cx="6018103" cy="1836420"/>
          </a:xfrm>
        </p:grpSpPr>
        <p:sp>
          <p:nvSpPr>
            <p:cNvPr id="73" name="Rectangle: Rounded Corners 72">
              <a:extLst>
                <a:ext uri="{FF2B5EF4-FFF2-40B4-BE49-F238E27FC236}">
                  <a16:creationId xmlns:a16="http://schemas.microsoft.com/office/drawing/2014/main" id="{F6121347-25A1-76F2-A00C-8FFFD208BE2E}"/>
                </a:ext>
              </a:extLst>
            </p:cNvPr>
            <p:cNvSpPr/>
            <p:nvPr/>
          </p:nvSpPr>
          <p:spPr>
            <a:xfrm>
              <a:off x="6366150" y="4421887"/>
              <a:ext cx="5231490" cy="1836420"/>
            </a:xfrm>
            <a:prstGeom prst="roundRect">
              <a:avLst>
                <a:gd name="adj" fmla="val 4737"/>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0000"/>
                    <a:lumOff val="10000"/>
                  </a:schemeClr>
                </a:solidFill>
              </a:endParaRPr>
            </a:p>
          </p:txBody>
        </p:sp>
        <p:sp>
          <p:nvSpPr>
            <p:cNvPr id="74" name="Isosceles Triangle 73">
              <a:extLst>
                <a:ext uri="{FF2B5EF4-FFF2-40B4-BE49-F238E27FC236}">
                  <a16:creationId xmlns:a16="http://schemas.microsoft.com/office/drawing/2014/main" id="{4125C8AA-3E94-6408-B01A-119D74454FB9}"/>
                </a:ext>
              </a:extLst>
            </p:cNvPr>
            <p:cNvSpPr/>
            <p:nvPr/>
          </p:nvSpPr>
          <p:spPr>
            <a:xfrm rot="17992692">
              <a:off x="5978432" y="4510223"/>
              <a:ext cx="169458" cy="967248"/>
            </a:xfrm>
            <a:prstGeom prst="triangle">
              <a:avLst>
                <a:gd name="adj" fmla="val 0"/>
              </a:avLst>
            </a:prstGeom>
            <a:solidFill>
              <a:schemeClr val="bg1"/>
            </a:solidFill>
            <a:ln>
              <a:noFill/>
            </a:ln>
            <a:effectLst>
              <a:outerShdw blurRad="50800" dist="76200" dir="13500000" sx="84000" sy="84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TextBox 75">
            <a:extLst>
              <a:ext uri="{FF2B5EF4-FFF2-40B4-BE49-F238E27FC236}">
                <a16:creationId xmlns:a16="http://schemas.microsoft.com/office/drawing/2014/main" id="{2E8C6DD5-3FC3-C033-9D31-9208A4D01F94}"/>
              </a:ext>
            </a:extLst>
          </p:cNvPr>
          <p:cNvSpPr txBox="1"/>
          <p:nvPr/>
        </p:nvSpPr>
        <p:spPr>
          <a:xfrm>
            <a:off x="6832896" y="2039868"/>
            <a:ext cx="4815991" cy="1446550"/>
          </a:xfrm>
          <a:prstGeom prst="rect">
            <a:avLst/>
          </a:prstGeom>
          <a:noFill/>
        </p:spPr>
        <p:txBody>
          <a:bodyPr wrap="square">
            <a:spAutoFit/>
          </a:bodyPr>
          <a:lstStyle/>
          <a:p>
            <a:pPr algn="ctr" rtl="1"/>
            <a:r>
              <a:rPr lang="ar-LY" sz="1100" dirty="0">
                <a:cs typeface="Tajawal" panose="00000500000000000000" pitchFamily="2" charset="-78"/>
              </a:rPr>
              <a:t>مع خدمة "كلمني" أصبح بإمكان مشتركي ليبيانا في حالة عدم وجود رصيد كافي؛ طلب الاتصال بهم من أي مشترك آخر داخل شبكة ليبيانا؛ وذلك عبر طلب الرمز #رقم المشترك*135*، لتصله رسالة تبلغه بطلب الاتصال عبر خدمة "كلمني".</a:t>
            </a:r>
          </a:p>
          <a:p>
            <a:pPr algn="ctr" rtl="1"/>
            <a:endParaRPr lang="ar-LY" sz="1100" dirty="0">
              <a:cs typeface="Tajawal" panose="00000500000000000000" pitchFamily="2" charset="-78"/>
            </a:endParaRPr>
          </a:p>
          <a:p>
            <a:pPr algn="ctr" rtl="1"/>
            <a:r>
              <a:rPr lang="ar-LY" sz="1100" dirty="0">
                <a:cs typeface="Tajawal" panose="00000500000000000000" pitchFamily="2" charset="-78"/>
              </a:rPr>
              <a:t>عدد الطلبات </a:t>
            </a:r>
            <a:r>
              <a:rPr lang="ar-LY" sz="1100" b="1" dirty="0">
                <a:solidFill>
                  <a:srgbClr val="990099"/>
                </a:solidFill>
                <a:cs typeface="Tajawal" panose="00000500000000000000" pitchFamily="2" charset="-78"/>
              </a:rPr>
              <a:t>63,824</a:t>
            </a:r>
            <a:r>
              <a:rPr lang="ar-LY" sz="1100" dirty="0">
                <a:cs typeface="Tajawal" panose="00000500000000000000" pitchFamily="2" charset="-78"/>
              </a:rPr>
              <a:t> طلب من </a:t>
            </a:r>
            <a:r>
              <a:rPr lang="ar-LY" sz="1100" b="1" dirty="0">
                <a:solidFill>
                  <a:srgbClr val="990099"/>
                </a:solidFill>
                <a:cs typeface="Tajawal" panose="00000500000000000000" pitchFamily="2" charset="-78"/>
              </a:rPr>
              <a:t>24,552</a:t>
            </a:r>
            <a:r>
              <a:rPr lang="ar-LY" sz="1100" dirty="0">
                <a:cs typeface="Tajawal" panose="00000500000000000000" pitchFamily="2" charset="-78"/>
              </a:rPr>
              <a:t> مشترك.</a:t>
            </a:r>
          </a:p>
          <a:p>
            <a:pPr algn="ctr" rtl="1"/>
            <a:r>
              <a:rPr lang="ar-LY" sz="1100" dirty="0">
                <a:cs typeface="Tajawal" panose="00000500000000000000" pitchFamily="2" charset="-78"/>
              </a:rPr>
              <a:t>عدد محاولات إعادة الاتصال </a:t>
            </a:r>
            <a:r>
              <a:rPr lang="ar-LY" sz="1100" b="1" dirty="0">
                <a:solidFill>
                  <a:srgbClr val="990099"/>
                </a:solidFill>
                <a:cs typeface="Tajawal" panose="00000500000000000000" pitchFamily="2" charset="-78"/>
              </a:rPr>
              <a:t>57,367</a:t>
            </a:r>
            <a:r>
              <a:rPr lang="ar-LY" sz="1100" dirty="0">
                <a:cs typeface="Tajawal" panose="00000500000000000000" pitchFamily="2" charset="-78"/>
              </a:rPr>
              <a:t> محاولة. </a:t>
            </a:r>
          </a:p>
          <a:p>
            <a:pPr algn="ctr" rtl="1"/>
            <a:r>
              <a:rPr lang="ar-LY" sz="1100" dirty="0">
                <a:cs typeface="Tajawal" panose="00000500000000000000" pitchFamily="2" charset="-78"/>
              </a:rPr>
              <a:t>عدد الدقائق التي تم استخدامها عن طريق هذه الخدمة </a:t>
            </a:r>
            <a:r>
              <a:rPr lang="ar-LY" sz="1100" b="1" dirty="0">
                <a:solidFill>
                  <a:srgbClr val="990099"/>
                </a:solidFill>
                <a:cs typeface="Tajawal" panose="00000500000000000000" pitchFamily="2" charset="-78"/>
              </a:rPr>
              <a:t>67,518</a:t>
            </a:r>
            <a:r>
              <a:rPr lang="ar-LY" sz="1100" dirty="0">
                <a:cs typeface="Tajawal" panose="00000500000000000000" pitchFamily="2" charset="-78"/>
              </a:rPr>
              <a:t> دقيقة بقيمة اجمالية قدرها </a:t>
            </a:r>
            <a:r>
              <a:rPr lang="ar-LY" sz="1100" b="1" dirty="0">
                <a:solidFill>
                  <a:srgbClr val="990099"/>
                </a:solidFill>
                <a:cs typeface="Tajawal" panose="00000500000000000000" pitchFamily="2" charset="-78"/>
              </a:rPr>
              <a:t>4,081</a:t>
            </a:r>
            <a:r>
              <a:rPr lang="ar-LY" sz="1100" dirty="0">
                <a:cs typeface="Tajawal" panose="00000500000000000000" pitchFamily="2" charset="-78"/>
              </a:rPr>
              <a:t> د.ل.</a:t>
            </a:r>
          </a:p>
        </p:txBody>
      </p:sp>
      <p:sp>
        <p:nvSpPr>
          <p:cNvPr id="78" name="TextBox 77">
            <a:extLst>
              <a:ext uri="{FF2B5EF4-FFF2-40B4-BE49-F238E27FC236}">
                <a16:creationId xmlns:a16="http://schemas.microsoft.com/office/drawing/2014/main" id="{795A25A6-0CC1-AE29-6CCA-1FB2C799F047}"/>
              </a:ext>
            </a:extLst>
          </p:cNvPr>
          <p:cNvSpPr txBox="1"/>
          <p:nvPr/>
        </p:nvSpPr>
        <p:spPr>
          <a:xfrm>
            <a:off x="6611854" y="4175238"/>
            <a:ext cx="5356445" cy="1615827"/>
          </a:xfrm>
          <a:prstGeom prst="rect">
            <a:avLst/>
          </a:prstGeom>
          <a:noFill/>
        </p:spPr>
        <p:txBody>
          <a:bodyPr wrap="square">
            <a:spAutoFit/>
          </a:bodyPr>
          <a:lstStyle/>
          <a:p>
            <a:pPr algn="ctr"/>
            <a:r>
              <a:rPr lang="ar-LY" sz="1100" dirty="0">
                <a:cs typeface="Tajawal" panose="00000500000000000000" pitchFamily="2" charset="-78"/>
              </a:rPr>
              <a:t>خدمة رصيد الطوارئ (ماتوقفش) مع خدمة رصيد الطوارئ (ماتوقفش) يمكن لمشتركين ليبيانا الحصول على: 10 دقائق محلية (لجميع المشغلين) لإجراء المكالمات الضرورية والهامة</a:t>
            </a:r>
          </a:p>
          <a:p>
            <a:pPr algn="ctr"/>
            <a:endParaRPr lang="ar-LY" sz="1100" dirty="0">
              <a:cs typeface="Tajawal" panose="00000500000000000000" pitchFamily="2" charset="-78"/>
            </a:endParaRPr>
          </a:p>
          <a:p>
            <a:pPr algn="ctr"/>
            <a:r>
              <a:rPr lang="ar-LY" sz="1100" dirty="0">
                <a:cs typeface="Tajawal" panose="00000500000000000000" pitchFamily="2" charset="-78"/>
              </a:rPr>
              <a:t>اجمالي القيم المستعارة </a:t>
            </a:r>
            <a:r>
              <a:rPr lang="ar-LY" sz="1100" b="1" dirty="0">
                <a:solidFill>
                  <a:srgbClr val="990099"/>
                </a:solidFill>
                <a:cs typeface="Tajawal" panose="00000500000000000000" pitchFamily="2" charset="-78"/>
              </a:rPr>
              <a:t>45,829,223</a:t>
            </a:r>
            <a:r>
              <a:rPr lang="ar-LY" sz="1100" dirty="0">
                <a:cs typeface="Tajawal" panose="00000500000000000000" pitchFamily="2" charset="-78"/>
              </a:rPr>
              <a:t> د.ل منها </a:t>
            </a:r>
            <a:r>
              <a:rPr lang="ar-LY" sz="1100" b="1" dirty="0">
                <a:solidFill>
                  <a:srgbClr val="990099"/>
                </a:solidFill>
                <a:cs typeface="Tajawal" panose="00000500000000000000" pitchFamily="2" charset="-78"/>
              </a:rPr>
              <a:t>798,361</a:t>
            </a:r>
            <a:r>
              <a:rPr lang="ar-LY" sz="1100" dirty="0">
                <a:cs typeface="Tajawal" panose="00000500000000000000" pitchFamily="2" charset="-78"/>
              </a:rPr>
              <a:t> د.ل </a:t>
            </a:r>
            <a:r>
              <a:rPr lang="ar-LY" sz="1100" dirty="0">
                <a:solidFill>
                  <a:schemeClr val="tx1"/>
                </a:solidFill>
                <a:latin typeface="+mn-lt"/>
                <a:cs typeface="Tajawal" panose="00000500000000000000" pitchFamily="2" charset="-78"/>
              </a:rPr>
              <a:t>خلال شهر اكتوبر من سنة 2023.</a:t>
            </a:r>
            <a:endParaRPr lang="ar-LY" sz="1100" dirty="0">
              <a:cs typeface="Tajawal" panose="00000500000000000000" pitchFamily="2" charset="-78"/>
            </a:endParaRPr>
          </a:p>
          <a:p>
            <a:pPr algn="ctr"/>
            <a:r>
              <a:rPr lang="ar-LY" sz="1100" dirty="0">
                <a:cs typeface="Tajawal" panose="00000500000000000000" pitchFamily="2" charset="-78"/>
              </a:rPr>
              <a:t> تم سداد قيمة </a:t>
            </a:r>
            <a:r>
              <a:rPr lang="ar-LY" sz="1100" b="1" dirty="0">
                <a:solidFill>
                  <a:srgbClr val="990099"/>
                </a:solidFill>
                <a:cs typeface="Tajawal" panose="00000500000000000000" pitchFamily="2" charset="-78"/>
              </a:rPr>
              <a:t>45,431,650</a:t>
            </a:r>
            <a:r>
              <a:rPr lang="ar-LY" sz="1100" dirty="0">
                <a:cs typeface="Tajawal" panose="00000500000000000000" pitchFamily="2" charset="-78"/>
              </a:rPr>
              <a:t> د.ل‏ أي ان القيمة الغير مسددة </a:t>
            </a:r>
            <a:r>
              <a:rPr lang="ar-LY" sz="1100" b="1" dirty="0">
                <a:solidFill>
                  <a:srgbClr val="990099"/>
                </a:solidFill>
                <a:cs typeface="Tajawal" panose="00000500000000000000" pitchFamily="2" charset="-78"/>
              </a:rPr>
              <a:t>397,573</a:t>
            </a:r>
            <a:r>
              <a:rPr lang="ar-LY" sz="1100" dirty="0">
                <a:cs typeface="Tajawal" panose="00000500000000000000" pitchFamily="2" charset="-78"/>
              </a:rPr>
              <a:t> د.ل, </a:t>
            </a:r>
          </a:p>
          <a:p>
            <a:pPr algn="ctr"/>
            <a:r>
              <a:rPr lang="ar-LY" sz="1100" dirty="0">
                <a:cs typeface="Tajawal" panose="00000500000000000000" pitchFamily="2" charset="-78"/>
              </a:rPr>
              <a:t>أي ان نسبة السداد من اجمالي الدين وصلت الى </a:t>
            </a:r>
            <a:r>
              <a:rPr lang="ar-LY" sz="1100" b="1" dirty="0">
                <a:solidFill>
                  <a:srgbClr val="990099"/>
                </a:solidFill>
                <a:cs typeface="Tajawal" panose="00000500000000000000" pitchFamily="2" charset="-78"/>
              </a:rPr>
              <a:t>99.13</a:t>
            </a:r>
            <a:r>
              <a:rPr lang="ar-LY" sz="1100" dirty="0">
                <a:cs typeface="Tajawal" panose="00000500000000000000" pitchFamily="2" charset="-78"/>
              </a:rPr>
              <a:t> % </a:t>
            </a:r>
          </a:p>
          <a:p>
            <a:pPr algn="ctr"/>
            <a:r>
              <a:rPr lang="ar-LY" sz="1100" dirty="0">
                <a:cs typeface="Tajawal" panose="00000500000000000000" pitchFamily="2" charset="-78"/>
              </a:rPr>
              <a:t> </a:t>
            </a:r>
          </a:p>
          <a:p>
            <a:pPr algn="ctr"/>
            <a:endParaRPr lang="ar-LY" sz="1100" dirty="0">
              <a:cs typeface="Tajawal" panose="00000500000000000000" pitchFamily="2" charset="-78"/>
            </a:endParaRPr>
          </a:p>
          <a:p>
            <a:pPr algn="ctr"/>
            <a:endParaRPr lang="ar-LY" sz="1100" dirty="0">
              <a:cs typeface="Tajawal" panose="00000500000000000000" pitchFamily="2" charset="-78"/>
            </a:endParaRPr>
          </a:p>
        </p:txBody>
      </p:sp>
    </p:spTree>
    <p:extLst>
      <p:ext uri="{BB962C8B-B14F-4D97-AF65-F5344CB8AC3E}">
        <p14:creationId xmlns:p14="http://schemas.microsoft.com/office/powerpoint/2010/main" val="1578912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6E4E823-6A23-58F0-63A2-D03B741AFB75}"/>
              </a:ext>
            </a:extLst>
          </p:cNvPr>
          <p:cNvSpPr>
            <a:spLocks noGrp="1"/>
          </p:cNvSpPr>
          <p:nvPr>
            <p:ph type="dt" sz="half" idx="10"/>
          </p:nvPr>
        </p:nvSpPr>
        <p:spPr/>
        <p:txBody>
          <a:bodyPr/>
          <a:lstStyle/>
          <a:p>
            <a:fld id="{95A976C5-042F-4F2F-B0E6-E9296BA89F2F}" type="datetime4">
              <a:rPr lang="en-US" smtClean="0"/>
              <a:t>November 5, 2023</a:t>
            </a:fld>
            <a:endParaRPr lang="en-US"/>
          </a:p>
        </p:txBody>
      </p:sp>
      <p:sp>
        <p:nvSpPr>
          <p:cNvPr id="6" name="Slide Number Placeholder 5">
            <a:extLst>
              <a:ext uri="{FF2B5EF4-FFF2-40B4-BE49-F238E27FC236}">
                <a16:creationId xmlns:a16="http://schemas.microsoft.com/office/drawing/2014/main" id="{56F65513-ABFA-985E-D1F0-47EC1E959FA3}"/>
              </a:ext>
            </a:extLst>
          </p:cNvPr>
          <p:cNvSpPr>
            <a:spLocks noGrp="1"/>
          </p:cNvSpPr>
          <p:nvPr>
            <p:ph type="sldNum" sz="quarter" idx="12"/>
          </p:nvPr>
        </p:nvSpPr>
        <p:spPr/>
        <p:txBody>
          <a:bodyPr/>
          <a:lstStyle/>
          <a:p>
            <a:fld id="{12D7B28B-DC80-4E46-95D7-53BDE8C7F925}" type="slidenum">
              <a:rPr lang="en-US" smtClean="0"/>
              <a:t>21</a:t>
            </a:fld>
            <a:endParaRPr lang="en-US"/>
          </a:p>
        </p:txBody>
      </p:sp>
      <p:sp>
        <p:nvSpPr>
          <p:cNvPr id="7" name="Title 1">
            <a:extLst>
              <a:ext uri="{FF2B5EF4-FFF2-40B4-BE49-F238E27FC236}">
                <a16:creationId xmlns:a16="http://schemas.microsoft.com/office/drawing/2014/main" id="{906BCE7F-5B70-CD02-A43F-BAB71E96C9D9}"/>
              </a:ext>
            </a:extLst>
          </p:cNvPr>
          <p:cNvSpPr>
            <a:spLocks noGrp="1"/>
          </p:cNvSpPr>
          <p:nvPr>
            <p:ph type="title"/>
          </p:nvPr>
        </p:nvSpPr>
        <p:spPr>
          <a:xfrm>
            <a:off x="1643216" y="-150441"/>
            <a:ext cx="10515600" cy="1325563"/>
          </a:xfrm>
        </p:spPr>
        <p:txBody>
          <a:bodyPr/>
          <a:lstStyle/>
          <a:p>
            <a:r>
              <a:rPr lang="ar-LY" sz="2300" b="1" dirty="0">
                <a:cs typeface="Tajawal Medium" panose="00000600000000000000" pitchFamily="2" charset="-78"/>
              </a:rPr>
              <a:t>منتج فتلكها</a:t>
            </a:r>
            <a:endParaRPr lang="en-US" sz="2300" b="1" dirty="0">
              <a:cs typeface="Tajawal Medium" panose="00000600000000000000" pitchFamily="2" charset="-78"/>
            </a:endParaRPr>
          </a:p>
        </p:txBody>
      </p:sp>
      <p:sp>
        <p:nvSpPr>
          <p:cNvPr id="8" name="Rectangle: Rounded Corners 7">
            <a:extLst>
              <a:ext uri="{FF2B5EF4-FFF2-40B4-BE49-F238E27FC236}">
                <a16:creationId xmlns:a16="http://schemas.microsoft.com/office/drawing/2014/main" id="{65D8352C-8A8F-2B79-0C05-CC4DA5BCDAED}"/>
              </a:ext>
            </a:extLst>
          </p:cNvPr>
          <p:cNvSpPr/>
          <p:nvPr/>
        </p:nvSpPr>
        <p:spPr>
          <a:xfrm>
            <a:off x="238499" y="3122996"/>
            <a:ext cx="7723658" cy="1205479"/>
          </a:xfrm>
          <a:prstGeom prst="roundRect">
            <a:avLst>
              <a:gd name="adj" fmla="val 4214"/>
            </a:avLst>
          </a:prstGeom>
          <a:solidFill>
            <a:schemeClr val="bg1"/>
          </a:solidFill>
          <a:ln>
            <a:noFill/>
          </a:ln>
          <a:effectLst>
            <a:outerShdw blurRad="152400" dist="127000" dir="5400000" algn="ctr" rotWithShape="0">
              <a:srgbClr val="000000">
                <a:alpha val="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2" name="Chart 11">
            <a:extLst>
              <a:ext uri="{FF2B5EF4-FFF2-40B4-BE49-F238E27FC236}">
                <a16:creationId xmlns:a16="http://schemas.microsoft.com/office/drawing/2014/main" id="{BB5DAAFC-A64A-0CA5-F296-2DE4A7C61897}"/>
              </a:ext>
            </a:extLst>
          </p:cNvPr>
          <p:cNvGraphicFramePr/>
          <p:nvPr>
            <p:extLst>
              <p:ext uri="{D42A27DB-BD31-4B8C-83A1-F6EECF244321}">
                <p14:modId xmlns:p14="http://schemas.microsoft.com/office/powerpoint/2010/main" val="1533584614"/>
              </p:ext>
            </p:extLst>
          </p:nvPr>
        </p:nvGraphicFramePr>
        <p:xfrm>
          <a:off x="1813148" y="2903471"/>
          <a:ext cx="6159490" cy="1414568"/>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Rounded Corners 12">
            <a:extLst>
              <a:ext uri="{FF2B5EF4-FFF2-40B4-BE49-F238E27FC236}">
                <a16:creationId xmlns:a16="http://schemas.microsoft.com/office/drawing/2014/main" id="{D9CC56BE-7592-F57D-D357-2FB7706CCAB9}"/>
              </a:ext>
            </a:extLst>
          </p:cNvPr>
          <p:cNvSpPr/>
          <p:nvPr/>
        </p:nvSpPr>
        <p:spPr>
          <a:xfrm>
            <a:off x="238499" y="1069048"/>
            <a:ext cx="7734140" cy="1583027"/>
          </a:xfrm>
          <a:prstGeom prst="roundRect">
            <a:avLst>
              <a:gd name="adj" fmla="val 4214"/>
            </a:avLst>
          </a:prstGeom>
          <a:solidFill>
            <a:schemeClr val="bg1"/>
          </a:solidFill>
          <a:ln>
            <a:noFill/>
          </a:ln>
          <a:effectLst>
            <a:outerShdw blurRad="152400" dist="127000" dir="5400000" algn="ctr" rotWithShape="0">
              <a:srgbClr val="000000">
                <a:alpha val="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7" name="Chart 16">
            <a:extLst>
              <a:ext uri="{FF2B5EF4-FFF2-40B4-BE49-F238E27FC236}">
                <a16:creationId xmlns:a16="http://schemas.microsoft.com/office/drawing/2014/main" id="{A06CF59F-D759-DFAE-7929-809C1467459B}"/>
              </a:ext>
            </a:extLst>
          </p:cNvPr>
          <p:cNvGraphicFramePr/>
          <p:nvPr>
            <p:extLst>
              <p:ext uri="{D42A27DB-BD31-4B8C-83A1-F6EECF244321}">
                <p14:modId xmlns:p14="http://schemas.microsoft.com/office/powerpoint/2010/main" val="482620900"/>
              </p:ext>
            </p:extLst>
          </p:nvPr>
        </p:nvGraphicFramePr>
        <p:xfrm>
          <a:off x="1813148" y="1167076"/>
          <a:ext cx="6167104" cy="1440592"/>
        </p:xfrm>
        <a:graphic>
          <a:graphicData uri="http://schemas.openxmlformats.org/drawingml/2006/chart">
            <c:chart xmlns:c="http://schemas.openxmlformats.org/drawingml/2006/chart" xmlns:r="http://schemas.openxmlformats.org/officeDocument/2006/relationships" r:id="rId4"/>
          </a:graphicData>
        </a:graphic>
      </p:graphicFrame>
      <p:sp>
        <p:nvSpPr>
          <p:cNvPr id="46" name="Rectangle: Rounded Corners 45">
            <a:extLst>
              <a:ext uri="{FF2B5EF4-FFF2-40B4-BE49-F238E27FC236}">
                <a16:creationId xmlns:a16="http://schemas.microsoft.com/office/drawing/2014/main" id="{175CA842-8797-4573-AFCB-F07D6FC8B0DD}"/>
              </a:ext>
            </a:extLst>
          </p:cNvPr>
          <p:cNvSpPr/>
          <p:nvPr/>
        </p:nvSpPr>
        <p:spPr>
          <a:xfrm>
            <a:off x="8663171" y="1069048"/>
            <a:ext cx="3191296" cy="3939981"/>
          </a:xfrm>
          <a:prstGeom prst="roundRect">
            <a:avLst>
              <a:gd name="adj" fmla="val 2490"/>
            </a:avLst>
          </a:prstGeom>
          <a:gradFill>
            <a:gsLst>
              <a:gs pos="0">
                <a:srgbClr val="990099"/>
              </a:gs>
              <a:gs pos="100000">
                <a:schemeClr val="accent2"/>
              </a:gs>
            </a:gsLst>
            <a:lin ang="2700000" scaled="1"/>
          </a:gra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A348247E-E358-7AD1-98CC-ED7D8440F8D7}"/>
              </a:ext>
            </a:extLst>
          </p:cNvPr>
          <p:cNvSpPr txBox="1"/>
          <p:nvPr/>
        </p:nvSpPr>
        <p:spPr>
          <a:xfrm>
            <a:off x="8921772" y="1624737"/>
            <a:ext cx="2674094" cy="307777"/>
          </a:xfrm>
          <a:prstGeom prst="rect">
            <a:avLst/>
          </a:prstGeom>
          <a:noFill/>
        </p:spPr>
        <p:txBody>
          <a:bodyPr wrap="square" rtlCol="0">
            <a:spAutoFit/>
          </a:bodyPr>
          <a:lstStyle/>
          <a:p>
            <a:pPr algn="ctr"/>
            <a:r>
              <a:rPr lang="ar-LY" sz="1400" b="1" dirty="0">
                <a:solidFill>
                  <a:schemeClr val="bg2"/>
                </a:solidFill>
                <a:latin typeface="Montserrat Medium" panose="020B0604020202020204" charset="0"/>
              </a:rPr>
              <a:t>أكثر الباقات اشتراكا</a:t>
            </a:r>
            <a:endParaRPr lang="en-US" sz="1400" dirty="0">
              <a:solidFill>
                <a:schemeClr val="bg2"/>
              </a:solidFill>
              <a:latin typeface="Montserrat" panose="00000500000000000000" pitchFamily="2" charset="0"/>
            </a:endParaRPr>
          </a:p>
        </p:txBody>
      </p:sp>
      <p:cxnSp>
        <p:nvCxnSpPr>
          <p:cNvPr id="50" name="Straight Connector 49">
            <a:extLst>
              <a:ext uri="{FF2B5EF4-FFF2-40B4-BE49-F238E27FC236}">
                <a16:creationId xmlns:a16="http://schemas.microsoft.com/office/drawing/2014/main" id="{C193461A-29F9-AD29-30BD-DC1DC557B47C}"/>
              </a:ext>
            </a:extLst>
          </p:cNvPr>
          <p:cNvCxnSpPr>
            <a:cxnSpLocks/>
          </p:cNvCxnSpPr>
          <p:nvPr/>
        </p:nvCxnSpPr>
        <p:spPr>
          <a:xfrm>
            <a:off x="8810745" y="1994069"/>
            <a:ext cx="2896149" cy="0"/>
          </a:xfrm>
          <a:prstGeom prst="line">
            <a:avLst/>
          </a:prstGeom>
          <a:ln w="22225">
            <a:solidFill>
              <a:srgbClr val="FFFFFF">
                <a:alpha val="18000"/>
              </a:srgbClr>
            </a:solidFill>
            <a:prstDash val="sysDot"/>
          </a:ln>
        </p:spPr>
        <p:style>
          <a:lnRef idx="1">
            <a:schemeClr val="accent1"/>
          </a:lnRef>
          <a:fillRef idx="0">
            <a:schemeClr val="accent1"/>
          </a:fillRef>
          <a:effectRef idx="0">
            <a:schemeClr val="accent1"/>
          </a:effectRef>
          <a:fontRef idx="minor">
            <a:schemeClr val="tx1"/>
          </a:fontRef>
        </p:style>
      </p:cxnSp>
      <p:grpSp>
        <p:nvGrpSpPr>
          <p:cNvPr id="54" name="Group 53">
            <a:extLst>
              <a:ext uri="{FF2B5EF4-FFF2-40B4-BE49-F238E27FC236}">
                <a16:creationId xmlns:a16="http://schemas.microsoft.com/office/drawing/2014/main" id="{16764FD3-F02C-9781-7031-29F703B3FF9E}"/>
              </a:ext>
            </a:extLst>
          </p:cNvPr>
          <p:cNvGrpSpPr/>
          <p:nvPr/>
        </p:nvGrpSpPr>
        <p:grpSpPr>
          <a:xfrm>
            <a:off x="8663171" y="2622389"/>
            <a:ext cx="3191296" cy="386958"/>
            <a:chOff x="490689" y="2759456"/>
            <a:chExt cx="3191296" cy="405380"/>
          </a:xfrm>
        </p:grpSpPr>
        <p:sp>
          <p:nvSpPr>
            <p:cNvPr id="55" name="Rectangle 54">
              <a:extLst>
                <a:ext uri="{FF2B5EF4-FFF2-40B4-BE49-F238E27FC236}">
                  <a16:creationId xmlns:a16="http://schemas.microsoft.com/office/drawing/2014/main" id="{0FBA97E4-815D-3DA6-86B6-9615AFFF8F67}"/>
                </a:ext>
              </a:extLst>
            </p:cNvPr>
            <p:cNvSpPr/>
            <p:nvPr/>
          </p:nvSpPr>
          <p:spPr>
            <a:xfrm>
              <a:off x="490689" y="2759456"/>
              <a:ext cx="3191296" cy="405380"/>
            </a:xfrm>
            <a:prstGeom prst="rect">
              <a:avLst/>
            </a:prstGeom>
            <a:solidFill>
              <a:schemeClr val="bg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6" name="Group 55">
              <a:extLst>
                <a:ext uri="{FF2B5EF4-FFF2-40B4-BE49-F238E27FC236}">
                  <a16:creationId xmlns:a16="http://schemas.microsoft.com/office/drawing/2014/main" id="{334CBF84-51DC-E87C-38D0-53767E66EE5E}"/>
                </a:ext>
              </a:extLst>
            </p:cNvPr>
            <p:cNvGrpSpPr/>
            <p:nvPr/>
          </p:nvGrpSpPr>
          <p:grpSpPr>
            <a:xfrm>
              <a:off x="611727" y="2790300"/>
              <a:ext cx="2922685" cy="330226"/>
              <a:chOff x="611727" y="2526222"/>
              <a:chExt cx="2922685" cy="330226"/>
            </a:xfrm>
          </p:grpSpPr>
          <p:sp>
            <p:nvSpPr>
              <p:cNvPr id="57" name="TextBox 56">
                <a:extLst>
                  <a:ext uri="{FF2B5EF4-FFF2-40B4-BE49-F238E27FC236}">
                    <a16:creationId xmlns:a16="http://schemas.microsoft.com/office/drawing/2014/main" id="{A764AC95-AE29-608E-18B5-3AFB6E44A842}"/>
                  </a:ext>
                </a:extLst>
              </p:cNvPr>
              <p:cNvSpPr txBox="1"/>
              <p:nvPr/>
            </p:nvSpPr>
            <p:spPr>
              <a:xfrm>
                <a:off x="2382682" y="2534019"/>
                <a:ext cx="1151730" cy="322429"/>
              </a:xfrm>
              <a:prstGeom prst="rect">
                <a:avLst/>
              </a:prstGeom>
              <a:noFill/>
            </p:spPr>
            <p:txBody>
              <a:bodyPr wrap="square" rtlCol="0">
                <a:spAutoFit/>
              </a:bodyPr>
              <a:lstStyle/>
              <a:p>
                <a:pPr algn="r"/>
                <a:r>
                  <a:rPr lang="ar-LY" sz="1400" b="1" dirty="0">
                    <a:solidFill>
                      <a:schemeClr val="bg1"/>
                    </a:solidFill>
                    <a:latin typeface="Montserrat" panose="020B0604020202020204" charset="0"/>
                  </a:rPr>
                  <a:t>فتلكها 60 - 60</a:t>
                </a:r>
                <a:endParaRPr lang="en-US" sz="1400" b="1" dirty="0">
                  <a:solidFill>
                    <a:schemeClr val="bg1"/>
                  </a:solidFill>
                  <a:latin typeface="Montserrat" panose="020B0604020202020204" charset="0"/>
                </a:endParaRPr>
              </a:p>
            </p:txBody>
          </p:sp>
          <p:sp>
            <p:nvSpPr>
              <p:cNvPr id="58" name="TextBox 57">
                <a:extLst>
                  <a:ext uri="{FF2B5EF4-FFF2-40B4-BE49-F238E27FC236}">
                    <a16:creationId xmlns:a16="http://schemas.microsoft.com/office/drawing/2014/main" id="{0ACB5BD7-1C7D-4D1F-906E-C680FC17778F}"/>
                  </a:ext>
                </a:extLst>
              </p:cNvPr>
              <p:cNvSpPr txBox="1"/>
              <p:nvPr/>
            </p:nvSpPr>
            <p:spPr>
              <a:xfrm>
                <a:off x="611727" y="2526222"/>
                <a:ext cx="1518197" cy="322429"/>
              </a:xfrm>
              <a:prstGeom prst="rect">
                <a:avLst/>
              </a:prstGeom>
              <a:noFill/>
            </p:spPr>
            <p:txBody>
              <a:bodyPr wrap="square" rtlCol="0">
                <a:spAutoFit/>
              </a:bodyPr>
              <a:lstStyle/>
              <a:p>
                <a:pPr algn="ctr"/>
                <a:r>
                  <a:rPr lang="ar-LY" sz="1400" dirty="0">
                    <a:solidFill>
                      <a:schemeClr val="bg1"/>
                    </a:solidFill>
                    <a:latin typeface="Montserrat" panose="020B0604020202020204" charset="0"/>
                  </a:rPr>
                  <a:t>1,540 اشتراك</a:t>
                </a:r>
                <a:endParaRPr lang="en-US" sz="1400" dirty="0">
                  <a:solidFill>
                    <a:schemeClr val="bg1"/>
                  </a:solidFill>
                  <a:latin typeface="Montserrat" panose="020B0604020202020204" charset="0"/>
                </a:endParaRPr>
              </a:p>
            </p:txBody>
          </p:sp>
        </p:grpSp>
      </p:grpSp>
      <p:sp>
        <p:nvSpPr>
          <p:cNvPr id="85" name="TextBox 84">
            <a:extLst>
              <a:ext uri="{FF2B5EF4-FFF2-40B4-BE49-F238E27FC236}">
                <a16:creationId xmlns:a16="http://schemas.microsoft.com/office/drawing/2014/main" id="{39C5987C-E2E9-CC8C-01D6-4CB98AA66EF4}"/>
              </a:ext>
            </a:extLst>
          </p:cNvPr>
          <p:cNvSpPr txBox="1"/>
          <p:nvPr/>
        </p:nvSpPr>
        <p:spPr>
          <a:xfrm>
            <a:off x="90926" y="1631770"/>
            <a:ext cx="1522516" cy="523220"/>
          </a:xfrm>
          <a:prstGeom prst="rect">
            <a:avLst/>
          </a:prstGeom>
          <a:noFill/>
        </p:spPr>
        <p:txBody>
          <a:bodyPr wrap="square" rtlCol="0" anchor="ctr">
            <a:spAutoFit/>
          </a:bodyPr>
          <a:lstStyle/>
          <a:p>
            <a:pPr algn="r"/>
            <a:r>
              <a:rPr lang="ar-LY" sz="1400" b="1" dirty="0">
                <a:solidFill>
                  <a:schemeClr val="tx2"/>
                </a:solidFill>
                <a:latin typeface="Montserrat" panose="00000500000000000000" pitchFamily="2" charset="0"/>
              </a:rPr>
              <a:t>الايراد الكلي</a:t>
            </a:r>
          </a:p>
          <a:p>
            <a:pPr algn="r"/>
            <a:r>
              <a:rPr lang="ar-LY" sz="1400" b="1" dirty="0">
                <a:solidFill>
                  <a:schemeClr val="tx2"/>
                </a:solidFill>
                <a:latin typeface="Montserrat" panose="00000500000000000000" pitchFamily="2" charset="0"/>
              </a:rPr>
              <a:t>544,400 د.ل</a:t>
            </a:r>
            <a:endParaRPr lang="en-US" sz="1400" b="1" dirty="0">
              <a:solidFill>
                <a:schemeClr val="tx2"/>
              </a:solidFill>
              <a:latin typeface="Montserrat" panose="00000500000000000000" pitchFamily="2" charset="0"/>
            </a:endParaRPr>
          </a:p>
        </p:txBody>
      </p:sp>
      <p:sp>
        <p:nvSpPr>
          <p:cNvPr id="87" name="TextBox 86">
            <a:extLst>
              <a:ext uri="{FF2B5EF4-FFF2-40B4-BE49-F238E27FC236}">
                <a16:creationId xmlns:a16="http://schemas.microsoft.com/office/drawing/2014/main" id="{BF57672F-6877-7A76-88DA-A994B6B77622}"/>
              </a:ext>
            </a:extLst>
          </p:cNvPr>
          <p:cNvSpPr txBox="1"/>
          <p:nvPr/>
        </p:nvSpPr>
        <p:spPr>
          <a:xfrm>
            <a:off x="90926" y="3334861"/>
            <a:ext cx="1522516" cy="523220"/>
          </a:xfrm>
          <a:prstGeom prst="rect">
            <a:avLst/>
          </a:prstGeom>
          <a:noFill/>
        </p:spPr>
        <p:txBody>
          <a:bodyPr wrap="square" rtlCol="0" anchor="ctr">
            <a:spAutoFit/>
          </a:bodyPr>
          <a:lstStyle/>
          <a:p>
            <a:pPr algn="r"/>
            <a:r>
              <a:rPr lang="ar-LY" sz="1400" b="1" dirty="0">
                <a:solidFill>
                  <a:schemeClr val="tx2"/>
                </a:solidFill>
                <a:latin typeface="Montserrat" panose="00000500000000000000" pitchFamily="2" charset="0"/>
              </a:rPr>
              <a:t>عدد الاشتراكات</a:t>
            </a:r>
          </a:p>
          <a:p>
            <a:pPr algn="r"/>
            <a:r>
              <a:rPr lang="ar-LY" sz="1400" b="1" dirty="0">
                <a:solidFill>
                  <a:schemeClr val="tx2"/>
                </a:solidFill>
                <a:latin typeface="Montserrat" panose="00000500000000000000" pitchFamily="2" charset="0"/>
              </a:rPr>
              <a:t>9,675 اشتراك</a:t>
            </a:r>
            <a:endParaRPr lang="en-US" sz="1400" b="1" dirty="0">
              <a:solidFill>
                <a:schemeClr val="tx2"/>
              </a:solidFill>
              <a:latin typeface="Montserrat" panose="00000500000000000000" pitchFamily="2" charset="0"/>
            </a:endParaRPr>
          </a:p>
        </p:txBody>
      </p:sp>
      <p:grpSp>
        <p:nvGrpSpPr>
          <p:cNvPr id="94" name="Group 93">
            <a:extLst>
              <a:ext uri="{FF2B5EF4-FFF2-40B4-BE49-F238E27FC236}">
                <a16:creationId xmlns:a16="http://schemas.microsoft.com/office/drawing/2014/main" id="{E1887F55-1E26-B353-CBDB-63D36B7288EA}"/>
              </a:ext>
            </a:extLst>
          </p:cNvPr>
          <p:cNvGrpSpPr/>
          <p:nvPr/>
        </p:nvGrpSpPr>
        <p:grpSpPr>
          <a:xfrm>
            <a:off x="8660026" y="2159042"/>
            <a:ext cx="3191296" cy="386958"/>
            <a:chOff x="490689" y="2759456"/>
            <a:chExt cx="3191296" cy="405380"/>
          </a:xfrm>
        </p:grpSpPr>
        <p:sp>
          <p:nvSpPr>
            <p:cNvPr id="95" name="Rectangle 94">
              <a:extLst>
                <a:ext uri="{FF2B5EF4-FFF2-40B4-BE49-F238E27FC236}">
                  <a16:creationId xmlns:a16="http://schemas.microsoft.com/office/drawing/2014/main" id="{3679B42D-2D7F-F212-2D76-EB12237BB065}"/>
                </a:ext>
              </a:extLst>
            </p:cNvPr>
            <p:cNvSpPr/>
            <p:nvPr/>
          </p:nvSpPr>
          <p:spPr>
            <a:xfrm>
              <a:off x="490689" y="2759456"/>
              <a:ext cx="3191296" cy="405380"/>
            </a:xfrm>
            <a:prstGeom prst="rect">
              <a:avLst/>
            </a:prstGeom>
            <a:solidFill>
              <a:schemeClr val="bg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6" name="Group 95">
              <a:extLst>
                <a:ext uri="{FF2B5EF4-FFF2-40B4-BE49-F238E27FC236}">
                  <a16:creationId xmlns:a16="http://schemas.microsoft.com/office/drawing/2014/main" id="{5172A7B7-461D-5CCC-0C40-F11F7131BDB5}"/>
                </a:ext>
              </a:extLst>
            </p:cNvPr>
            <p:cNvGrpSpPr/>
            <p:nvPr/>
          </p:nvGrpSpPr>
          <p:grpSpPr>
            <a:xfrm>
              <a:off x="611727" y="2790300"/>
              <a:ext cx="2922685" cy="330226"/>
              <a:chOff x="611727" y="2526222"/>
              <a:chExt cx="2922685" cy="330226"/>
            </a:xfrm>
          </p:grpSpPr>
          <p:sp>
            <p:nvSpPr>
              <p:cNvPr id="97" name="TextBox 96">
                <a:extLst>
                  <a:ext uri="{FF2B5EF4-FFF2-40B4-BE49-F238E27FC236}">
                    <a16:creationId xmlns:a16="http://schemas.microsoft.com/office/drawing/2014/main" id="{74ED87E7-16BF-52AC-76E5-FD8188B412A3}"/>
                  </a:ext>
                </a:extLst>
              </p:cNvPr>
              <p:cNvSpPr txBox="1"/>
              <p:nvPr/>
            </p:nvSpPr>
            <p:spPr>
              <a:xfrm>
                <a:off x="2382682" y="2534019"/>
                <a:ext cx="1151730" cy="322429"/>
              </a:xfrm>
              <a:prstGeom prst="rect">
                <a:avLst/>
              </a:prstGeom>
              <a:noFill/>
            </p:spPr>
            <p:txBody>
              <a:bodyPr wrap="square" rtlCol="0">
                <a:spAutoFit/>
              </a:bodyPr>
              <a:lstStyle/>
              <a:p>
                <a:pPr algn="r"/>
                <a:r>
                  <a:rPr lang="ar-LY" sz="1400" b="1" dirty="0">
                    <a:solidFill>
                      <a:schemeClr val="bg1"/>
                    </a:solidFill>
                    <a:latin typeface="Montserrat" panose="020B0604020202020204" charset="0"/>
                  </a:rPr>
                  <a:t>فتلكها 40 - 45</a:t>
                </a:r>
                <a:endParaRPr lang="en-US" sz="1400" b="1" dirty="0">
                  <a:solidFill>
                    <a:schemeClr val="bg1"/>
                  </a:solidFill>
                  <a:latin typeface="Montserrat" panose="020B0604020202020204" charset="0"/>
                </a:endParaRPr>
              </a:p>
            </p:txBody>
          </p:sp>
          <p:sp>
            <p:nvSpPr>
              <p:cNvPr id="98" name="TextBox 97">
                <a:extLst>
                  <a:ext uri="{FF2B5EF4-FFF2-40B4-BE49-F238E27FC236}">
                    <a16:creationId xmlns:a16="http://schemas.microsoft.com/office/drawing/2014/main" id="{FC753651-D892-F026-35F8-FBE7A60B24CE}"/>
                  </a:ext>
                </a:extLst>
              </p:cNvPr>
              <p:cNvSpPr txBox="1"/>
              <p:nvPr/>
            </p:nvSpPr>
            <p:spPr>
              <a:xfrm>
                <a:off x="611727" y="2526222"/>
                <a:ext cx="1518197" cy="322429"/>
              </a:xfrm>
              <a:prstGeom prst="rect">
                <a:avLst/>
              </a:prstGeom>
              <a:noFill/>
            </p:spPr>
            <p:txBody>
              <a:bodyPr wrap="square" rtlCol="0">
                <a:spAutoFit/>
              </a:bodyPr>
              <a:lstStyle/>
              <a:p>
                <a:pPr algn="ctr"/>
                <a:r>
                  <a:rPr lang="ar-LY" sz="1400" dirty="0">
                    <a:solidFill>
                      <a:schemeClr val="bg1"/>
                    </a:solidFill>
                    <a:latin typeface="Montserrat" panose="020B0604020202020204" charset="0"/>
                  </a:rPr>
                  <a:t>5,871 اشتراك</a:t>
                </a:r>
                <a:endParaRPr lang="en-US" sz="1400" dirty="0">
                  <a:solidFill>
                    <a:schemeClr val="bg1"/>
                  </a:solidFill>
                  <a:latin typeface="Montserrat" panose="020B0604020202020204" charset="0"/>
                </a:endParaRPr>
              </a:p>
            </p:txBody>
          </p:sp>
        </p:grpSp>
      </p:grpSp>
      <p:grpSp>
        <p:nvGrpSpPr>
          <p:cNvPr id="99" name="Group 98">
            <a:extLst>
              <a:ext uri="{FF2B5EF4-FFF2-40B4-BE49-F238E27FC236}">
                <a16:creationId xmlns:a16="http://schemas.microsoft.com/office/drawing/2014/main" id="{98046D2F-359D-8D1A-A15C-FC77E08C0882}"/>
              </a:ext>
            </a:extLst>
          </p:cNvPr>
          <p:cNvGrpSpPr/>
          <p:nvPr/>
        </p:nvGrpSpPr>
        <p:grpSpPr>
          <a:xfrm>
            <a:off x="8652689" y="3103396"/>
            <a:ext cx="3191296" cy="386958"/>
            <a:chOff x="490689" y="2759456"/>
            <a:chExt cx="3191296" cy="405380"/>
          </a:xfrm>
        </p:grpSpPr>
        <p:sp>
          <p:nvSpPr>
            <p:cNvPr id="100" name="Rectangle 99">
              <a:extLst>
                <a:ext uri="{FF2B5EF4-FFF2-40B4-BE49-F238E27FC236}">
                  <a16:creationId xmlns:a16="http://schemas.microsoft.com/office/drawing/2014/main" id="{3822B5AE-AE9D-9218-76F7-68E7C007BA17}"/>
                </a:ext>
              </a:extLst>
            </p:cNvPr>
            <p:cNvSpPr/>
            <p:nvPr/>
          </p:nvSpPr>
          <p:spPr>
            <a:xfrm>
              <a:off x="490689" y="2759456"/>
              <a:ext cx="3191296" cy="405380"/>
            </a:xfrm>
            <a:prstGeom prst="rect">
              <a:avLst/>
            </a:prstGeom>
            <a:solidFill>
              <a:schemeClr val="bg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1" name="Group 100">
              <a:extLst>
                <a:ext uri="{FF2B5EF4-FFF2-40B4-BE49-F238E27FC236}">
                  <a16:creationId xmlns:a16="http://schemas.microsoft.com/office/drawing/2014/main" id="{E8E958A4-68A2-0839-8F2F-274C0D705B92}"/>
                </a:ext>
              </a:extLst>
            </p:cNvPr>
            <p:cNvGrpSpPr/>
            <p:nvPr/>
          </p:nvGrpSpPr>
          <p:grpSpPr>
            <a:xfrm>
              <a:off x="611727" y="2790300"/>
              <a:ext cx="2922685" cy="330226"/>
              <a:chOff x="611727" y="2526222"/>
              <a:chExt cx="2922685" cy="330226"/>
            </a:xfrm>
          </p:grpSpPr>
          <p:sp>
            <p:nvSpPr>
              <p:cNvPr id="102" name="TextBox 101">
                <a:extLst>
                  <a:ext uri="{FF2B5EF4-FFF2-40B4-BE49-F238E27FC236}">
                    <a16:creationId xmlns:a16="http://schemas.microsoft.com/office/drawing/2014/main" id="{31B127C2-209B-AE7C-C264-ED8709856EE2}"/>
                  </a:ext>
                </a:extLst>
              </p:cNvPr>
              <p:cNvSpPr txBox="1"/>
              <p:nvPr/>
            </p:nvSpPr>
            <p:spPr>
              <a:xfrm>
                <a:off x="2382682" y="2534019"/>
                <a:ext cx="1151730" cy="322429"/>
              </a:xfrm>
              <a:prstGeom prst="rect">
                <a:avLst/>
              </a:prstGeom>
              <a:noFill/>
            </p:spPr>
            <p:txBody>
              <a:bodyPr wrap="square" rtlCol="0">
                <a:spAutoFit/>
              </a:bodyPr>
              <a:lstStyle/>
              <a:p>
                <a:pPr algn="r"/>
                <a:r>
                  <a:rPr lang="ar-LY" sz="1400" b="1" dirty="0">
                    <a:solidFill>
                      <a:schemeClr val="bg1"/>
                    </a:solidFill>
                    <a:latin typeface="Montserrat" panose="020B0604020202020204" charset="0"/>
                  </a:rPr>
                  <a:t>فتلكها 60 - 85</a:t>
                </a:r>
                <a:endParaRPr lang="en-US" sz="1400" b="1" dirty="0">
                  <a:solidFill>
                    <a:schemeClr val="bg1"/>
                  </a:solidFill>
                  <a:latin typeface="Montserrat" panose="020B0604020202020204" charset="0"/>
                </a:endParaRPr>
              </a:p>
            </p:txBody>
          </p:sp>
          <p:sp>
            <p:nvSpPr>
              <p:cNvPr id="103" name="TextBox 102">
                <a:extLst>
                  <a:ext uri="{FF2B5EF4-FFF2-40B4-BE49-F238E27FC236}">
                    <a16:creationId xmlns:a16="http://schemas.microsoft.com/office/drawing/2014/main" id="{BFF9CE47-919E-2D36-E203-72E2A32661DA}"/>
                  </a:ext>
                </a:extLst>
              </p:cNvPr>
              <p:cNvSpPr txBox="1"/>
              <p:nvPr/>
            </p:nvSpPr>
            <p:spPr>
              <a:xfrm>
                <a:off x="611727" y="2526222"/>
                <a:ext cx="1518197" cy="322429"/>
              </a:xfrm>
              <a:prstGeom prst="rect">
                <a:avLst/>
              </a:prstGeom>
              <a:noFill/>
            </p:spPr>
            <p:txBody>
              <a:bodyPr wrap="square" rtlCol="0">
                <a:spAutoFit/>
              </a:bodyPr>
              <a:lstStyle/>
              <a:p>
                <a:pPr algn="ctr"/>
                <a:r>
                  <a:rPr lang="ar-LY" sz="1400" dirty="0">
                    <a:solidFill>
                      <a:schemeClr val="bg1"/>
                    </a:solidFill>
                    <a:latin typeface="Montserrat" panose="020B0604020202020204" charset="0"/>
                  </a:rPr>
                  <a:t>441 اشتراك</a:t>
                </a:r>
                <a:endParaRPr lang="en-US" sz="1400" dirty="0">
                  <a:solidFill>
                    <a:schemeClr val="bg1"/>
                  </a:solidFill>
                  <a:latin typeface="Montserrat" panose="020B0604020202020204" charset="0"/>
                </a:endParaRPr>
              </a:p>
            </p:txBody>
          </p:sp>
        </p:grpSp>
      </p:grpSp>
      <p:grpSp>
        <p:nvGrpSpPr>
          <p:cNvPr id="104" name="Group 103">
            <a:extLst>
              <a:ext uri="{FF2B5EF4-FFF2-40B4-BE49-F238E27FC236}">
                <a16:creationId xmlns:a16="http://schemas.microsoft.com/office/drawing/2014/main" id="{99470F3F-34B9-90FF-8893-CF82C20DC425}"/>
              </a:ext>
            </a:extLst>
          </p:cNvPr>
          <p:cNvGrpSpPr/>
          <p:nvPr/>
        </p:nvGrpSpPr>
        <p:grpSpPr>
          <a:xfrm>
            <a:off x="8673252" y="3566349"/>
            <a:ext cx="3191296" cy="386958"/>
            <a:chOff x="490689" y="2759456"/>
            <a:chExt cx="3191296" cy="405380"/>
          </a:xfrm>
        </p:grpSpPr>
        <p:sp>
          <p:nvSpPr>
            <p:cNvPr id="105" name="Rectangle 104">
              <a:extLst>
                <a:ext uri="{FF2B5EF4-FFF2-40B4-BE49-F238E27FC236}">
                  <a16:creationId xmlns:a16="http://schemas.microsoft.com/office/drawing/2014/main" id="{818768FA-F3EF-572C-A849-64804AA0B17C}"/>
                </a:ext>
              </a:extLst>
            </p:cNvPr>
            <p:cNvSpPr/>
            <p:nvPr/>
          </p:nvSpPr>
          <p:spPr>
            <a:xfrm>
              <a:off x="490689" y="2759456"/>
              <a:ext cx="3191296" cy="405380"/>
            </a:xfrm>
            <a:prstGeom prst="rect">
              <a:avLst/>
            </a:prstGeom>
            <a:solidFill>
              <a:schemeClr val="bg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6" name="Group 105">
              <a:extLst>
                <a:ext uri="{FF2B5EF4-FFF2-40B4-BE49-F238E27FC236}">
                  <a16:creationId xmlns:a16="http://schemas.microsoft.com/office/drawing/2014/main" id="{1E9A6E8B-F803-0BCB-66A9-F08E59109C25}"/>
                </a:ext>
              </a:extLst>
            </p:cNvPr>
            <p:cNvGrpSpPr/>
            <p:nvPr/>
          </p:nvGrpSpPr>
          <p:grpSpPr>
            <a:xfrm>
              <a:off x="611727" y="2790300"/>
              <a:ext cx="2922685" cy="330226"/>
              <a:chOff x="611727" y="2526222"/>
              <a:chExt cx="2922685" cy="330226"/>
            </a:xfrm>
          </p:grpSpPr>
          <p:sp>
            <p:nvSpPr>
              <p:cNvPr id="107" name="TextBox 106">
                <a:extLst>
                  <a:ext uri="{FF2B5EF4-FFF2-40B4-BE49-F238E27FC236}">
                    <a16:creationId xmlns:a16="http://schemas.microsoft.com/office/drawing/2014/main" id="{50F09A7F-483F-C956-F166-AC642F6113AC}"/>
                  </a:ext>
                </a:extLst>
              </p:cNvPr>
              <p:cNvSpPr txBox="1"/>
              <p:nvPr/>
            </p:nvSpPr>
            <p:spPr>
              <a:xfrm>
                <a:off x="2382682" y="2534019"/>
                <a:ext cx="1151730" cy="322429"/>
              </a:xfrm>
              <a:prstGeom prst="rect">
                <a:avLst/>
              </a:prstGeom>
              <a:noFill/>
            </p:spPr>
            <p:txBody>
              <a:bodyPr wrap="square" rtlCol="0">
                <a:spAutoFit/>
              </a:bodyPr>
              <a:lstStyle/>
              <a:p>
                <a:pPr algn="r"/>
                <a:r>
                  <a:rPr lang="ar-LY" sz="1400" b="1" dirty="0">
                    <a:solidFill>
                      <a:schemeClr val="bg1"/>
                    </a:solidFill>
                    <a:latin typeface="Montserrat" panose="020B0604020202020204" charset="0"/>
                  </a:rPr>
                  <a:t>فتلكها 80 - 85</a:t>
                </a:r>
                <a:endParaRPr lang="en-US" sz="1400" b="1" dirty="0">
                  <a:solidFill>
                    <a:schemeClr val="bg1"/>
                  </a:solidFill>
                  <a:latin typeface="Montserrat" panose="020B0604020202020204" charset="0"/>
                </a:endParaRPr>
              </a:p>
            </p:txBody>
          </p:sp>
          <p:sp>
            <p:nvSpPr>
              <p:cNvPr id="108" name="TextBox 107">
                <a:extLst>
                  <a:ext uri="{FF2B5EF4-FFF2-40B4-BE49-F238E27FC236}">
                    <a16:creationId xmlns:a16="http://schemas.microsoft.com/office/drawing/2014/main" id="{7AFA7248-EB56-94F3-22CF-8AD404E67DED}"/>
                  </a:ext>
                </a:extLst>
              </p:cNvPr>
              <p:cNvSpPr txBox="1"/>
              <p:nvPr/>
            </p:nvSpPr>
            <p:spPr>
              <a:xfrm>
                <a:off x="611727" y="2526222"/>
                <a:ext cx="1518197" cy="322429"/>
              </a:xfrm>
              <a:prstGeom prst="rect">
                <a:avLst/>
              </a:prstGeom>
              <a:noFill/>
            </p:spPr>
            <p:txBody>
              <a:bodyPr wrap="square" rtlCol="0">
                <a:spAutoFit/>
              </a:bodyPr>
              <a:lstStyle/>
              <a:p>
                <a:pPr algn="ctr"/>
                <a:r>
                  <a:rPr lang="ar-LY" sz="1400" dirty="0">
                    <a:solidFill>
                      <a:schemeClr val="bg1"/>
                    </a:solidFill>
                    <a:latin typeface="Montserrat" panose="020B0604020202020204" charset="0"/>
                  </a:rPr>
                  <a:t>441 اشتراك</a:t>
                </a:r>
                <a:endParaRPr lang="en-US" sz="1400" dirty="0">
                  <a:solidFill>
                    <a:schemeClr val="bg1"/>
                  </a:solidFill>
                  <a:latin typeface="Montserrat" panose="020B0604020202020204" charset="0"/>
                </a:endParaRPr>
              </a:p>
            </p:txBody>
          </p:sp>
        </p:grpSp>
      </p:grpSp>
      <p:grpSp>
        <p:nvGrpSpPr>
          <p:cNvPr id="109" name="Group 108">
            <a:extLst>
              <a:ext uri="{FF2B5EF4-FFF2-40B4-BE49-F238E27FC236}">
                <a16:creationId xmlns:a16="http://schemas.microsoft.com/office/drawing/2014/main" id="{1CC48EF9-39AF-A96F-E11C-B81F6BDC868D}"/>
              </a:ext>
            </a:extLst>
          </p:cNvPr>
          <p:cNvGrpSpPr/>
          <p:nvPr/>
        </p:nvGrpSpPr>
        <p:grpSpPr>
          <a:xfrm>
            <a:off x="8671595" y="4024958"/>
            <a:ext cx="3191296" cy="386958"/>
            <a:chOff x="490689" y="2759456"/>
            <a:chExt cx="3191296" cy="405380"/>
          </a:xfrm>
        </p:grpSpPr>
        <p:sp>
          <p:nvSpPr>
            <p:cNvPr id="110" name="Rectangle 109">
              <a:extLst>
                <a:ext uri="{FF2B5EF4-FFF2-40B4-BE49-F238E27FC236}">
                  <a16:creationId xmlns:a16="http://schemas.microsoft.com/office/drawing/2014/main" id="{189FE888-8DDA-1129-5FD3-549877F97079}"/>
                </a:ext>
              </a:extLst>
            </p:cNvPr>
            <p:cNvSpPr/>
            <p:nvPr/>
          </p:nvSpPr>
          <p:spPr>
            <a:xfrm>
              <a:off x="490689" y="2759456"/>
              <a:ext cx="3191296" cy="405380"/>
            </a:xfrm>
            <a:prstGeom prst="rect">
              <a:avLst/>
            </a:prstGeom>
            <a:solidFill>
              <a:schemeClr val="bg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1" name="Group 110">
              <a:extLst>
                <a:ext uri="{FF2B5EF4-FFF2-40B4-BE49-F238E27FC236}">
                  <a16:creationId xmlns:a16="http://schemas.microsoft.com/office/drawing/2014/main" id="{6BDCF58B-0BB2-FDF9-A93F-68C7CA3BC71C}"/>
                </a:ext>
              </a:extLst>
            </p:cNvPr>
            <p:cNvGrpSpPr/>
            <p:nvPr/>
          </p:nvGrpSpPr>
          <p:grpSpPr>
            <a:xfrm>
              <a:off x="611727" y="2790300"/>
              <a:ext cx="2922685" cy="330226"/>
              <a:chOff x="611727" y="2526222"/>
              <a:chExt cx="2922685" cy="330226"/>
            </a:xfrm>
          </p:grpSpPr>
          <p:sp>
            <p:nvSpPr>
              <p:cNvPr id="112" name="TextBox 111">
                <a:extLst>
                  <a:ext uri="{FF2B5EF4-FFF2-40B4-BE49-F238E27FC236}">
                    <a16:creationId xmlns:a16="http://schemas.microsoft.com/office/drawing/2014/main" id="{8B8E3CA9-A0DC-E46D-C2E1-4494A6EA4CB1}"/>
                  </a:ext>
                </a:extLst>
              </p:cNvPr>
              <p:cNvSpPr txBox="1"/>
              <p:nvPr/>
            </p:nvSpPr>
            <p:spPr>
              <a:xfrm>
                <a:off x="2300299" y="2534019"/>
                <a:ext cx="1234113" cy="322429"/>
              </a:xfrm>
              <a:prstGeom prst="rect">
                <a:avLst/>
              </a:prstGeom>
              <a:noFill/>
            </p:spPr>
            <p:txBody>
              <a:bodyPr wrap="square" rtlCol="0">
                <a:spAutoFit/>
              </a:bodyPr>
              <a:lstStyle/>
              <a:p>
                <a:pPr algn="r"/>
                <a:r>
                  <a:rPr lang="ar-LY" sz="1400" b="1" dirty="0">
                    <a:solidFill>
                      <a:schemeClr val="bg1"/>
                    </a:solidFill>
                    <a:latin typeface="Montserrat" panose="020B0604020202020204" charset="0"/>
                  </a:rPr>
                  <a:t>فتلكها 100 - 85</a:t>
                </a:r>
                <a:endParaRPr lang="en-US" sz="1400" b="1" dirty="0">
                  <a:solidFill>
                    <a:schemeClr val="bg1"/>
                  </a:solidFill>
                  <a:latin typeface="Montserrat" panose="020B0604020202020204" charset="0"/>
                </a:endParaRPr>
              </a:p>
            </p:txBody>
          </p:sp>
          <p:sp>
            <p:nvSpPr>
              <p:cNvPr id="113" name="TextBox 112">
                <a:extLst>
                  <a:ext uri="{FF2B5EF4-FFF2-40B4-BE49-F238E27FC236}">
                    <a16:creationId xmlns:a16="http://schemas.microsoft.com/office/drawing/2014/main" id="{7D4EF310-FBB4-D863-95D0-24A3C2DDA360}"/>
                  </a:ext>
                </a:extLst>
              </p:cNvPr>
              <p:cNvSpPr txBox="1"/>
              <p:nvPr/>
            </p:nvSpPr>
            <p:spPr>
              <a:xfrm>
                <a:off x="611727" y="2526222"/>
                <a:ext cx="1518197" cy="322429"/>
              </a:xfrm>
              <a:prstGeom prst="rect">
                <a:avLst/>
              </a:prstGeom>
              <a:noFill/>
            </p:spPr>
            <p:txBody>
              <a:bodyPr wrap="square" rtlCol="0">
                <a:spAutoFit/>
              </a:bodyPr>
              <a:lstStyle/>
              <a:p>
                <a:pPr algn="ctr"/>
                <a:r>
                  <a:rPr lang="ar-LY" sz="1400" dirty="0">
                    <a:solidFill>
                      <a:schemeClr val="bg1"/>
                    </a:solidFill>
                    <a:latin typeface="Montserrat" panose="020B0604020202020204" charset="0"/>
                  </a:rPr>
                  <a:t>441 اشتراك</a:t>
                </a:r>
                <a:endParaRPr lang="en-US" sz="1400" dirty="0">
                  <a:solidFill>
                    <a:schemeClr val="bg1"/>
                  </a:solidFill>
                  <a:latin typeface="Montserrat" panose="020B0604020202020204" charset="0"/>
                </a:endParaRPr>
              </a:p>
            </p:txBody>
          </p:sp>
        </p:grpSp>
      </p:grpSp>
      <p:grpSp>
        <p:nvGrpSpPr>
          <p:cNvPr id="114" name="Group 113">
            <a:extLst>
              <a:ext uri="{FF2B5EF4-FFF2-40B4-BE49-F238E27FC236}">
                <a16:creationId xmlns:a16="http://schemas.microsoft.com/office/drawing/2014/main" id="{C7064256-195E-6861-CCE4-3FCBA2070B02}"/>
              </a:ext>
            </a:extLst>
          </p:cNvPr>
          <p:cNvGrpSpPr/>
          <p:nvPr/>
        </p:nvGrpSpPr>
        <p:grpSpPr>
          <a:xfrm>
            <a:off x="8660026" y="4491371"/>
            <a:ext cx="3191296" cy="386958"/>
            <a:chOff x="490689" y="2759456"/>
            <a:chExt cx="3191296" cy="405380"/>
          </a:xfrm>
        </p:grpSpPr>
        <p:sp>
          <p:nvSpPr>
            <p:cNvPr id="115" name="Rectangle 114">
              <a:extLst>
                <a:ext uri="{FF2B5EF4-FFF2-40B4-BE49-F238E27FC236}">
                  <a16:creationId xmlns:a16="http://schemas.microsoft.com/office/drawing/2014/main" id="{5D669C83-A2BE-ED97-B7A7-8E3F08AD6277}"/>
                </a:ext>
              </a:extLst>
            </p:cNvPr>
            <p:cNvSpPr/>
            <p:nvPr/>
          </p:nvSpPr>
          <p:spPr>
            <a:xfrm>
              <a:off x="490689" y="2759456"/>
              <a:ext cx="3191296" cy="405380"/>
            </a:xfrm>
            <a:prstGeom prst="rect">
              <a:avLst/>
            </a:prstGeom>
            <a:solidFill>
              <a:schemeClr val="bg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E461E39E-20B2-6C9C-772E-332CF3E4430D}"/>
                </a:ext>
              </a:extLst>
            </p:cNvPr>
            <p:cNvGrpSpPr/>
            <p:nvPr/>
          </p:nvGrpSpPr>
          <p:grpSpPr>
            <a:xfrm>
              <a:off x="611727" y="2790300"/>
              <a:ext cx="2922685" cy="330226"/>
              <a:chOff x="611727" y="2526222"/>
              <a:chExt cx="2922685" cy="330226"/>
            </a:xfrm>
          </p:grpSpPr>
          <p:sp>
            <p:nvSpPr>
              <p:cNvPr id="117" name="TextBox 116">
                <a:extLst>
                  <a:ext uri="{FF2B5EF4-FFF2-40B4-BE49-F238E27FC236}">
                    <a16:creationId xmlns:a16="http://schemas.microsoft.com/office/drawing/2014/main" id="{54E5A12E-6B7D-F905-F731-3FEFE089B4D2}"/>
                  </a:ext>
                </a:extLst>
              </p:cNvPr>
              <p:cNvSpPr txBox="1"/>
              <p:nvPr/>
            </p:nvSpPr>
            <p:spPr>
              <a:xfrm>
                <a:off x="2382682" y="2534019"/>
                <a:ext cx="1151730" cy="322429"/>
              </a:xfrm>
              <a:prstGeom prst="rect">
                <a:avLst/>
              </a:prstGeom>
              <a:noFill/>
            </p:spPr>
            <p:txBody>
              <a:bodyPr wrap="square" rtlCol="0">
                <a:spAutoFit/>
              </a:bodyPr>
              <a:lstStyle/>
              <a:p>
                <a:pPr algn="r"/>
                <a:r>
                  <a:rPr lang="ar-LY" sz="1400" b="1" dirty="0">
                    <a:solidFill>
                      <a:schemeClr val="bg1"/>
                    </a:solidFill>
                    <a:latin typeface="Montserrat" panose="020B0604020202020204" charset="0"/>
                  </a:rPr>
                  <a:t>فتلكها 40 - 50</a:t>
                </a:r>
                <a:endParaRPr lang="en-US" sz="1400" b="1" dirty="0">
                  <a:solidFill>
                    <a:schemeClr val="bg1"/>
                  </a:solidFill>
                  <a:latin typeface="Montserrat" panose="020B0604020202020204" charset="0"/>
                </a:endParaRPr>
              </a:p>
            </p:txBody>
          </p:sp>
          <p:sp>
            <p:nvSpPr>
              <p:cNvPr id="118" name="TextBox 117">
                <a:extLst>
                  <a:ext uri="{FF2B5EF4-FFF2-40B4-BE49-F238E27FC236}">
                    <a16:creationId xmlns:a16="http://schemas.microsoft.com/office/drawing/2014/main" id="{B69A6931-874D-DADC-B526-6C95357580CC}"/>
                  </a:ext>
                </a:extLst>
              </p:cNvPr>
              <p:cNvSpPr txBox="1"/>
              <p:nvPr/>
            </p:nvSpPr>
            <p:spPr>
              <a:xfrm>
                <a:off x="611727" y="2526222"/>
                <a:ext cx="1518197" cy="322429"/>
              </a:xfrm>
              <a:prstGeom prst="rect">
                <a:avLst/>
              </a:prstGeom>
              <a:noFill/>
            </p:spPr>
            <p:txBody>
              <a:bodyPr wrap="square" rtlCol="0">
                <a:spAutoFit/>
              </a:bodyPr>
              <a:lstStyle/>
              <a:p>
                <a:pPr algn="ctr"/>
                <a:r>
                  <a:rPr lang="ar-LY" sz="1400" dirty="0">
                    <a:solidFill>
                      <a:schemeClr val="bg1"/>
                    </a:solidFill>
                    <a:latin typeface="Montserrat" panose="020B0604020202020204" charset="0"/>
                  </a:rPr>
                  <a:t>226 اشتراك</a:t>
                </a:r>
                <a:endParaRPr lang="en-US" sz="1400" dirty="0">
                  <a:solidFill>
                    <a:schemeClr val="bg1"/>
                  </a:solidFill>
                  <a:latin typeface="Montserrat" panose="020B0604020202020204" charset="0"/>
                </a:endParaRPr>
              </a:p>
            </p:txBody>
          </p:sp>
        </p:grpSp>
      </p:grpSp>
      <p:sp>
        <p:nvSpPr>
          <p:cNvPr id="129" name="Rectangle: Rounded Corners 128">
            <a:extLst>
              <a:ext uri="{FF2B5EF4-FFF2-40B4-BE49-F238E27FC236}">
                <a16:creationId xmlns:a16="http://schemas.microsoft.com/office/drawing/2014/main" id="{986A43D7-E3BB-1A42-2EDB-6D92A671C2C7}"/>
              </a:ext>
            </a:extLst>
          </p:cNvPr>
          <p:cNvSpPr/>
          <p:nvPr/>
        </p:nvSpPr>
        <p:spPr>
          <a:xfrm>
            <a:off x="730732" y="4520813"/>
            <a:ext cx="6902524" cy="1616010"/>
          </a:xfrm>
          <a:prstGeom prst="roundRect">
            <a:avLst>
              <a:gd name="adj" fmla="val 4095"/>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TextBox 129">
            <a:extLst>
              <a:ext uri="{FF2B5EF4-FFF2-40B4-BE49-F238E27FC236}">
                <a16:creationId xmlns:a16="http://schemas.microsoft.com/office/drawing/2014/main" id="{EADEB81F-D04E-66A8-2E55-A2C7A7B498B3}"/>
              </a:ext>
            </a:extLst>
          </p:cNvPr>
          <p:cNvSpPr txBox="1"/>
          <p:nvPr/>
        </p:nvSpPr>
        <p:spPr>
          <a:xfrm>
            <a:off x="666029" y="4735533"/>
            <a:ext cx="7049573" cy="3226298"/>
          </a:xfrm>
          <a:prstGeom prst="rect">
            <a:avLst/>
          </a:prstGeom>
          <a:noFill/>
          <a:ln>
            <a:solidFill>
              <a:schemeClr val="bg1"/>
            </a:solidFill>
          </a:ln>
        </p:spPr>
        <p:txBody>
          <a:bodyPr wrap="square" numCol="1" spcCol="182880" rtlCol="1">
            <a:noAutofit/>
          </a:bodyPr>
          <a:lstStyle>
            <a:defPPr>
              <a:defRPr lang="en-US"/>
            </a:defPPr>
            <a:lvl1pPr marL="171450" indent="-171450" algn="r" rtl="1">
              <a:lnSpc>
                <a:spcPct val="160000"/>
              </a:lnSpc>
              <a:buFont typeface="Arial" panose="020B0604020202020204" pitchFamily="34" charset="0"/>
              <a:buChar char="•"/>
              <a:defRPr sz="1200">
                <a:solidFill>
                  <a:schemeClr val="accent3"/>
                </a:solidFill>
                <a:latin typeface="29LT Bukra Light" panose="000B0903020204020204" pitchFamily="34" charset="-78"/>
                <a:cs typeface="29LT Bukra Light" panose="000B0903020204020204" pitchFamily="34" charset="-78"/>
              </a:defRPr>
            </a:lvl1pPr>
          </a:lstStyle>
          <a:p>
            <a:pPr marL="0" indent="0" algn="ctr">
              <a:lnSpc>
                <a:spcPct val="150000"/>
              </a:lnSpc>
              <a:buNone/>
              <a:defRPr/>
            </a:pPr>
            <a:r>
              <a:rPr lang="ar-LY" sz="1100" dirty="0">
                <a:solidFill>
                  <a:schemeClr val="tx1"/>
                </a:solidFill>
                <a:latin typeface="+mn-lt"/>
                <a:cs typeface="Tajawal" panose="00000500000000000000" pitchFamily="2" charset="-78"/>
              </a:rPr>
              <a:t>تم أطلاق منتج فتلكها خلال شهر مارس من سنة 2023</a:t>
            </a:r>
            <a:r>
              <a:rPr lang="en-US" sz="1100" dirty="0">
                <a:solidFill>
                  <a:schemeClr val="tx1"/>
                </a:solidFill>
                <a:latin typeface="+mn-lt"/>
                <a:cs typeface="Tajawal" panose="00000500000000000000" pitchFamily="2" charset="-78"/>
              </a:rPr>
              <a:t>:</a:t>
            </a:r>
          </a:p>
          <a:p>
            <a:pPr marL="0" algn="ctr">
              <a:lnSpc>
                <a:spcPct val="150000"/>
              </a:lnSpc>
              <a:defRPr/>
            </a:pPr>
            <a:r>
              <a:rPr lang="ar-LY" sz="1100" dirty="0">
                <a:solidFill>
                  <a:schemeClr val="tx1"/>
                </a:solidFill>
                <a:latin typeface="+mn-lt"/>
                <a:cs typeface="Tajawal" panose="00000500000000000000" pitchFamily="2" charset="-78"/>
              </a:rPr>
              <a:t>حيث حقق ايراد كلي منذ إطلاق المنتج تجاريا وصل الى </a:t>
            </a:r>
            <a:r>
              <a:rPr lang="ar-LY" sz="1100" b="1" dirty="0">
                <a:solidFill>
                  <a:srgbClr val="990099"/>
                </a:solidFill>
                <a:latin typeface="+mn-lt"/>
                <a:cs typeface="Tajawal" panose="00000500000000000000" pitchFamily="2" charset="-78"/>
              </a:rPr>
              <a:t>2,611,350</a:t>
            </a:r>
            <a:r>
              <a:rPr lang="ar-LY" sz="1100" dirty="0">
                <a:solidFill>
                  <a:schemeClr val="tx1"/>
                </a:solidFill>
                <a:latin typeface="+mn-lt"/>
                <a:cs typeface="Tajawal" panose="00000500000000000000" pitchFamily="2" charset="-78"/>
              </a:rPr>
              <a:t> دينار منها </a:t>
            </a:r>
            <a:r>
              <a:rPr lang="ar-LY" sz="1100" b="1" dirty="0">
                <a:solidFill>
                  <a:srgbClr val="990099"/>
                </a:solidFill>
                <a:latin typeface="+mn-lt"/>
                <a:cs typeface="Tajawal" panose="00000500000000000000" pitchFamily="2" charset="-78"/>
              </a:rPr>
              <a:t>544,400</a:t>
            </a:r>
            <a:r>
              <a:rPr lang="ar-LY" sz="1100" dirty="0">
                <a:solidFill>
                  <a:schemeClr val="tx1"/>
                </a:solidFill>
                <a:latin typeface="+mn-lt"/>
                <a:cs typeface="Tajawal" panose="00000500000000000000" pitchFamily="2" charset="-78"/>
              </a:rPr>
              <a:t> خلال شهر اكتوبر من سنة 2023.</a:t>
            </a:r>
          </a:p>
          <a:p>
            <a:pPr marL="0" lvl="0" algn="ctr">
              <a:lnSpc>
                <a:spcPct val="150000"/>
              </a:lnSpc>
              <a:defRPr/>
            </a:pPr>
            <a:r>
              <a:rPr lang="ar-LY" sz="1100" dirty="0">
                <a:solidFill>
                  <a:schemeClr val="tx1"/>
                </a:solidFill>
                <a:latin typeface="+mn-lt"/>
                <a:cs typeface="Tajawal" panose="00000500000000000000" pitchFamily="2" charset="-78"/>
              </a:rPr>
              <a:t>حقق الايراد في شهر اكتوبر من سنة 2023 من عدد اشتراكات وصل الى </a:t>
            </a:r>
            <a:r>
              <a:rPr lang="ar-LY" sz="1100" b="1" dirty="0">
                <a:solidFill>
                  <a:srgbClr val="990099"/>
                </a:solidFill>
                <a:latin typeface="+mn-lt"/>
                <a:cs typeface="Tajawal" panose="00000500000000000000" pitchFamily="2" charset="-78"/>
              </a:rPr>
              <a:t>9,675</a:t>
            </a:r>
            <a:r>
              <a:rPr lang="ar-LY" sz="1100" dirty="0">
                <a:solidFill>
                  <a:schemeClr val="tx1"/>
                </a:solidFill>
                <a:latin typeface="+mn-lt"/>
                <a:cs typeface="Tajawal" panose="00000500000000000000" pitchFamily="2" charset="-78"/>
              </a:rPr>
              <a:t> اشتراك.</a:t>
            </a:r>
            <a:endParaRPr lang="en-US" sz="1100" dirty="0">
              <a:solidFill>
                <a:schemeClr val="tx1"/>
              </a:solidFill>
              <a:latin typeface="+mn-lt"/>
              <a:cs typeface="Tajawal" panose="00000500000000000000" pitchFamily="2" charset="-78"/>
            </a:endParaRPr>
          </a:p>
          <a:p>
            <a:pPr marL="0" indent="0" algn="ctr">
              <a:lnSpc>
                <a:spcPct val="150000"/>
              </a:lnSpc>
              <a:buNone/>
              <a:defRPr/>
            </a:pPr>
            <a:r>
              <a:rPr lang="ar-LY" sz="1100" dirty="0">
                <a:solidFill>
                  <a:schemeClr val="tx1"/>
                </a:solidFill>
                <a:latin typeface="+mn-lt"/>
                <a:cs typeface="Tajawal" panose="00000500000000000000" pitchFamily="2" charset="-78"/>
              </a:rPr>
              <a:t>كم نلاحظ حصول ارتفاع في عدد الاشتراكات والايراد خلال شهر اكتوبر  مقارنة بشهر سبتمبر من نفس سنة حيث انخفضت إيرادات منتج فتلكها بنسبة </a:t>
            </a:r>
            <a:r>
              <a:rPr lang="en-US" sz="1100" b="1" dirty="0">
                <a:solidFill>
                  <a:srgbClr val="990099"/>
                </a:solidFill>
                <a:latin typeface="+mn-lt"/>
                <a:cs typeface="Tajawal" panose="00000500000000000000" pitchFamily="2" charset="-78"/>
              </a:rPr>
              <a:t>39.1 </a:t>
            </a:r>
            <a:r>
              <a:rPr lang="ar-LY" sz="1100" dirty="0">
                <a:solidFill>
                  <a:schemeClr val="tx1"/>
                </a:solidFill>
                <a:latin typeface="+mn-lt"/>
                <a:cs typeface="Tajawal" panose="00000500000000000000" pitchFamily="2" charset="-78"/>
              </a:rPr>
              <a:t>%.</a:t>
            </a:r>
            <a:endParaRPr lang="ar-LY" sz="1400" dirty="0">
              <a:solidFill>
                <a:prstClr val="black"/>
              </a:solidFill>
              <a:latin typeface="+mn-lt"/>
              <a:cs typeface="+mj-cs"/>
            </a:endParaRPr>
          </a:p>
          <a:p>
            <a:pPr marL="0" lvl="0" indent="0" algn="ctr">
              <a:lnSpc>
                <a:spcPct val="150000"/>
              </a:lnSpc>
              <a:buNone/>
              <a:defRPr/>
            </a:pPr>
            <a:endParaRPr lang="en-US" sz="1100" dirty="0">
              <a:solidFill>
                <a:schemeClr val="tx1"/>
              </a:solidFill>
              <a:latin typeface="+mn-lt"/>
              <a:cs typeface="Tajawal" panose="00000500000000000000" pitchFamily="2" charset="-78"/>
            </a:endParaRPr>
          </a:p>
        </p:txBody>
      </p:sp>
    </p:spTree>
    <p:extLst>
      <p:ext uri="{BB962C8B-B14F-4D97-AF65-F5344CB8AC3E}">
        <p14:creationId xmlns:p14="http://schemas.microsoft.com/office/powerpoint/2010/main" val="1421663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529AEC1-AD33-4620-A9A7-58FD75C08321}"/>
              </a:ext>
            </a:extLst>
          </p:cNvPr>
          <p:cNvSpPr>
            <a:spLocks noGrp="1"/>
          </p:cNvSpPr>
          <p:nvPr>
            <p:ph type="title"/>
          </p:nvPr>
        </p:nvSpPr>
        <p:spPr>
          <a:xfrm>
            <a:off x="1643216" y="-150441"/>
            <a:ext cx="10515600" cy="1325563"/>
          </a:xfrm>
        </p:spPr>
        <p:txBody>
          <a:bodyPr/>
          <a:lstStyle/>
          <a:p>
            <a:r>
              <a:rPr lang="ar-LY" sz="2300" b="1" dirty="0">
                <a:cs typeface="Tajawal Medium" panose="00000600000000000000" pitchFamily="2" charset="-78"/>
              </a:rPr>
              <a:t>الشريحة الالكترونية </a:t>
            </a:r>
            <a:r>
              <a:rPr lang="en-US" sz="2300" b="1" dirty="0">
                <a:cs typeface="Tajawal Medium" panose="00000600000000000000" pitchFamily="2" charset="-78"/>
              </a:rPr>
              <a:t>eSIM</a:t>
            </a:r>
          </a:p>
        </p:txBody>
      </p:sp>
      <p:sp>
        <p:nvSpPr>
          <p:cNvPr id="5" name="Rounded Rectangle 11">
            <a:extLst>
              <a:ext uri="{FF2B5EF4-FFF2-40B4-BE49-F238E27FC236}">
                <a16:creationId xmlns:a16="http://schemas.microsoft.com/office/drawing/2014/main" id="{19D6E0C7-F573-7AEA-3D34-A1B4E81FB095}"/>
              </a:ext>
            </a:extLst>
          </p:cNvPr>
          <p:cNvSpPr/>
          <p:nvPr/>
        </p:nvSpPr>
        <p:spPr>
          <a:xfrm>
            <a:off x="1310723" y="3761787"/>
            <a:ext cx="3392885" cy="2663625"/>
          </a:xfrm>
          <a:prstGeom prst="roundRect">
            <a:avLst>
              <a:gd name="adj" fmla="val 4694"/>
            </a:avLst>
          </a:prstGeom>
          <a:solidFill>
            <a:schemeClr val="bg1"/>
          </a:solidFill>
          <a:ln>
            <a:noFill/>
          </a:ln>
          <a:effectLst>
            <a:outerShdw blurRad="127000" dist="12700" dir="5400000" algn="tl" rotWithShape="0">
              <a:schemeClr val="tx2">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dirty="0"/>
          </a:p>
        </p:txBody>
      </p:sp>
      <p:graphicFrame>
        <p:nvGraphicFramePr>
          <p:cNvPr id="8" name="Chart 7">
            <a:extLst>
              <a:ext uri="{FF2B5EF4-FFF2-40B4-BE49-F238E27FC236}">
                <a16:creationId xmlns:a16="http://schemas.microsoft.com/office/drawing/2014/main" id="{AA08BCF4-CDA0-3E92-0492-D67129BFFD13}"/>
              </a:ext>
            </a:extLst>
          </p:cNvPr>
          <p:cNvGraphicFramePr/>
          <p:nvPr>
            <p:extLst>
              <p:ext uri="{D42A27DB-BD31-4B8C-83A1-F6EECF244321}">
                <p14:modId xmlns:p14="http://schemas.microsoft.com/office/powerpoint/2010/main" val="1528830852"/>
              </p:ext>
            </p:extLst>
          </p:nvPr>
        </p:nvGraphicFramePr>
        <p:xfrm>
          <a:off x="1393474" y="4205943"/>
          <a:ext cx="3177424" cy="1978895"/>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5CFF822E-A435-27CB-21C7-98F209F6E63E}"/>
              </a:ext>
            </a:extLst>
          </p:cNvPr>
          <p:cNvSpPr txBox="1"/>
          <p:nvPr/>
        </p:nvSpPr>
        <p:spPr>
          <a:xfrm>
            <a:off x="2191382" y="3975110"/>
            <a:ext cx="1618831" cy="230832"/>
          </a:xfrm>
          <a:prstGeom prst="rect">
            <a:avLst/>
          </a:prstGeom>
          <a:noFill/>
        </p:spPr>
        <p:txBody>
          <a:bodyPr wrap="square" rtlCol="0">
            <a:spAutoFit/>
          </a:bodyPr>
          <a:lstStyle/>
          <a:p>
            <a:r>
              <a:rPr lang="ar-LY" sz="900" b="1" dirty="0">
                <a:solidFill>
                  <a:schemeClr val="tx2">
                    <a:alpha val="60000"/>
                  </a:schemeClr>
                </a:solidFill>
                <a:latin typeface="Montserrat Medium" panose="020B0604020202020204" charset="0"/>
              </a:rPr>
              <a:t>توزيع عدد الطلبات حسب قناة البيع</a:t>
            </a:r>
            <a:endParaRPr lang="en-US" sz="900" b="1" dirty="0">
              <a:solidFill>
                <a:schemeClr val="tx2">
                  <a:alpha val="60000"/>
                </a:schemeClr>
              </a:solidFill>
              <a:latin typeface="Montserrat Medium" panose="020B0604020202020204" charset="0"/>
            </a:endParaRPr>
          </a:p>
        </p:txBody>
      </p:sp>
      <p:sp>
        <p:nvSpPr>
          <p:cNvPr id="10" name="Rounded Rectangle 11">
            <a:extLst>
              <a:ext uri="{FF2B5EF4-FFF2-40B4-BE49-F238E27FC236}">
                <a16:creationId xmlns:a16="http://schemas.microsoft.com/office/drawing/2014/main" id="{8DB8F88F-EC3A-B262-810D-7D78A7E2A70B}"/>
              </a:ext>
            </a:extLst>
          </p:cNvPr>
          <p:cNvSpPr/>
          <p:nvPr/>
        </p:nvSpPr>
        <p:spPr>
          <a:xfrm>
            <a:off x="1231661" y="952803"/>
            <a:ext cx="3471947" cy="2663625"/>
          </a:xfrm>
          <a:prstGeom prst="roundRect">
            <a:avLst>
              <a:gd name="adj" fmla="val 4694"/>
            </a:avLst>
          </a:prstGeom>
          <a:solidFill>
            <a:schemeClr val="bg1"/>
          </a:solidFill>
          <a:ln>
            <a:noFill/>
          </a:ln>
          <a:effectLst>
            <a:outerShdw blurRad="127000" dist="12700" dir="5400000" algn="tl" rotWithShape="0">
              <a:schemeClr val="tx2">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dirty="0"/>
          </a:p>
        </p:txBody>
      </p:sp>
      <p:graphicFrame>
        <p:nvGraphicFramePr>
          <p:cNvPr id="12" name="Chart 11">
            <a:extLst>
              <a:ext uri="{FF2B5EF4-FFF2-40B4-BE49-F238E27FC236}">
                <a16:creationId xmlns:a16="http://schemas.microsoft.com/office/drawing/2014/main" id="{E85C6CEB-FD16-1453-4536-18CD293E3C65}"/>
              </a:ext>
            </a:extLst>
          </p:cNvPr>
          <p:cNvGraphicFramePr/>
          <p:nvPr>
            <p:extLst>
              <p:ext uri="{D42A27DB-BD31-4B8C-83A1-F6EECF244321}">
                <p14:modId xmlns:p14="http://schemas.microsoft.com/office/powerpoint/2010/main" val="1426355807"/>
              </p:ext>
            </p:extLst>
          </p:nvPr>
        </p:nvGraphicFramePr>
        <p:xfrm>
          <a:off x="1314412" y="1396959"/>
          <a:ext cx="3251465" cy="1978895"/>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a:extLst>
              <a:ext uri="{FF2B5EF4-FFF2-40B4-BE49-F238E27FC236}">
                <a16:creationId xmlns:a16="http://schemas.microsoft.com/office/drawing/2014/main" id="{30D97071-09B1-997D-1E47-6B37606BD3E8}"/>
              </a:ext>
            </a:extLst>
          </p:cNvPr>
          <p:cNvSpPr txBox="1"/>
          <p:nvPr/>
        </p:nvSpPr>
        <p:spPr>
          <a:xfrm>
            <a:off x="2094128" y="1166126"/>
            <a:ext cx="1675304" cy="230832"/>
          </a:xfrm>
          <a:prstGeom prst="rect">
            <a:avLst/>
          </a:prstGeom>
          <a:noFill/>
        </p:spPr>
        <p:txBody>
          <a:bodyPr wrap="square" rtlCol="0">
            <a:spAutoFit/>
          </a:bodyPr>
          <a:lstStyle/>
          <a:p>
            <a:r>
              <a:rPr lang="ar-LY" sz="900" b="1" dirty="0">
                <a:solidFill>
                  <a:schemeClr val="tx2">
                    <a:alpha val="60000"/>
                  </a:schemeClr>
                </a:solidFill>
                <a:latin typeface="Montserrat Medium" panose="020B0604020202020204" charset="0"/>
              </a:rPr>
              <a:t>توزيع قيم المبيعات حسب قناة البيع</a:t>
            </a:r>
            <a:endParaRPr lang="en-US" sz="900" b="1" dirty="0">
              <a:solidFill>
                <a:schemeClr val="tx2">
                  <a:alpha val="60000"/>
                </a:schemeClr>
              </a:solidFill>
              <a:latin typeface="Montserrat Medium" panose="020B0604020202020204" charset="0"/>
            </a:endParaRPr>
          </a:p>
        </p:txBody>
      </p:sp>
      <p:sp>
        <p:nvSpPr>
          <p:cNvPr id="2" name="Rectangle: Rounded Corners 1">
            <a:extLst>
              <a:ext uri="{FF2B5EF4-FFF2-40B4-BE49-F238E27FC236}">
                <a16:creationId xmlns:a16="http://schemas.microsoft.com/office/drawing/2014/main" id="{8B532E67-4223-CD07-DB79-8FACDE6A06BB}"/>
              </a:ext>
            </a:extLst>
          </p:cNvPr>
          <p:cNvSpPr/>
          <p:nvPr/>
        </p:nvSpPr>
        <p:spPr>
          <a:xfrm>
            <a:off x="5381237" y="3355627"/>
            <a:ext cx="6427121" cy="1927356"/>
          </a:xfrm>
          <a:prstGeom prst="roundRect">
            <a:avLst>
              <a:gd name="adj" fmla="val 2727"/>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4A057A9-04EA-6CFE-1E27-0E562E2E71D5}"/>
              </a:ext>
            </a:extLst>
          </p:cNvPr>
          <p:cNvSpPr txBox="1"/>
          <p:nvPr/>
        </p:nvSpPr>
        <p:spPr>
          <a:xfrm>
            <a:off x="5467987" y="3568950"/>
            <a:ext cx="6124266" cy="1277273"/>
          </a:xfrm>
          <a:prstGeom prst="rect">
            <a:avLst/>
          </a:prstGeom>
          <a:noFill/>
        </p:spPr>
        <p:txBody>
          <a:bodyPr wrap="square">
            <a:spAutoFit/>
          </a:bodyPr>
          <a:lstStyle/>
          <a:p>
            <a:pPr marL="0" lvl="0" indent="0" algn="r">
              <a:buNone/>
              <a:defRPr/>
            </a:pPr>
            <a:r>
              <a:rPr lang="ar-LY" sz="1100" dirty="0">
                <a:cs typeface="Tajawal" panose="00000500000000000000" pitchFamily="2" charset="-78"/>
              </a:rPr>
              <a:t>كان اجمالي قيم المبيعات </a:t>
            </a:r>
            <a:r>
              <a:rPr lang="ar-LY" sz="1100" b="1" dirty="0">
                <a:solidFill>
                  <a:srgbClr val="990099"/>
                </a:solidFill>
                <a:cs typeface="Tajawal" panose="00000500000000000000" pitchFamily="2" charset="-78"/>
              </a:rPr>
              <a:t>372,921</a:t>
            </a:r>
            <a:r>
              <a:rPr lang="ar-LY" sz="1100" dirty="0">
                <a:cs typeface="Tajawal" panose="00000500000000000000" pitchFamily="2" charset="-78"/>
              </a:rPr>
              <a:t> د.ل. موزعة كالاتي:</a:t>
            </a:r>
          </a:p>
          <a:p>
            <a:pPr marL="0" lvl="0" indent="0" algn="r">
              <a:buNone/>
              <a:defRPr/>
            </a:pPr>
            <a:endParaRPr lang="ar-LY" sz="1100" dirty="0">
              <a:cs typeface="Tajawal" panose="00000500000000000000" pitchFamily="2" charset="-78"/>
            </a:endParaRPr>
          </a:p>
          <a:p>
            <a:pPr lvl="0" algn="r">
              <a:defRPr/>
            </a:pPr>
            <a:r>
              <a:rPr lang="ar-LY" sz="1100" dirty="0">
                <a:cs typeface="Tajawal" panose="00000500000000000000" pitchFamily="2" charset="-78"/>
              </a:rPr>
              <a:t>كان عدد الطلبات من خلال الموقع الإلكتروني </a:t>
            </a:r>
            <a:r>
              <a:rPr lang="ar-LY" sz="1100" b="1" dirty="0">
                <a:solidFill>
                  <a:srgbClr val="990099"/>
                </a:solidFill>
                <a:cs typeface="Tajawal" panose="00000500000000000000" pitchFamily="2" charset="-78"/>
              </a:rPr>
              <a:t>32,097</a:t>
            </a:r>
            <a:r>
              <a:rPr lang="ar-LY" sz="1100" dirty="0">
                <a:cs typeface="Tajawal" panose="00000500000000000000" pitchFamily="2" charset="-78"/>
              </a:rPr>
              <a:t> طلب من تاريخ أطلاق المشروع تجاريا وحتى نهاية شهر </a:t>
            </a:r>
            <a:r>
              <a:rPr lang="ar-LY" sz="1100" dirty="0">
                <a:solidFill>
                  <a:schemeClr val="tx1"/>
                </a:solidFill>
                <a:latin typeface="+mn-lt"/>
                <a:cs typeface="Tajawal" panose="00000500000000000000" pitchFamily="2" charset="-78"/>
              </a:rPr>
              <a:t>أكتوبر</a:t>
            </a:r>
            <a:r>
              <a:rPr lang="ar-LY" sz="1100" dirty="0">
                <a:cs typeface="Tajawal" panose="00000500000000000000" pitchFamily="2" charset="-78"/>
              </a:rPr>
              <a:t> وكانت القيمة الاجمالية لهذه الطلبات </a:t>
            </a:r>
            <a:r>
              <a:rPr lang="ar-LY" sz="1100" b="1" dirty="0">
                <a:solidFill>
                  <a:srgbClr val="990099"/>
                </a:solidFill>
                <a:cs typeface="Tajawal" panose="00000500000000000000" pitchFamily="2" charset="-78"/>
              </a:rPr>
              <a:t>270,841</a:t>
            </a:r>
            <a:r>
              <a:rPr lang="ar-LY" sz="1100" dirty="0">
                <a:cs typeface="Tajawal" panose="00000500000000000000" pitchFamily="2" charset="-78"/>
              </a:rPr>
              <a:t> د.ل. </a:t>
            </a:r>
          </a:p>
          <a:p>
            <a:pPr marL="0" lvl="0" indent="0" algn="r">
              <a:buNone/>
              <a:defRPr/>
            </a:pPr>
            <a:endParaRPr lang="ar-LY" sz="1100" dirty="0">
              <a:cs typeface="Tajawal" panose="00000500000000000000" pitchFamily="2" charset="-78"/>
            </a:endParaRPr>
          </a:p>
          <a:p>
            <a:pPr lvl="0" algn="r">
              <a:defRPr/>
            </a:pPr>
            <a:r>
              <a:rPr lang="ar-LY" sz="1100" dirty="0">
                <a:cs typeface="Tajawal" panose="00000500000000000000" pitchFamily="2" charset="-78"/>
              </a:rPr>
              <a:t>كان عدد الطلبات من خلال مراكز الخدمات </a:t>
            </a:r>
            <a:r>
              <a:rPr lang="ar-LY" sz="1100" b="1" dirty="0">
                <a:solidFill>
                  <a:srgbClr val="990099"/>
                </a:solidFill>
                <a:cs typeface="Tajawal" panose="00000500000000000000" pitchFamily="2" charset="-78"/>
              </a:rPr>
              <a:t>7,790</a:t>
            </a:r>
            <a:r>
              <a:rPr lang="ar-LY" sz="1100" dirty="0">
                <a:cs typeface="Tajawal" panose="00000500000000000000" pitchFamily="2" charset="-78"/>
              </a:rPr>
              <a:t> طلب من تاريخ أطلاق المشروع تجاريا وحتى نهاية شهر </a:t>
            </a:r>
            <a:r>
              <a:rPr lang="ar-LY" sz="1100" dirty="0">
                <a:solidFill>
                  <a:schemeClr val="tx1"/>
                </a:solidFill>
                <a:latin typeface="+mn-lt"/>
                <a:cs typeface="Tajawal" panose="00000500000000000000" pitchFamily="2" charset="-78"/>
              </a:rPr>
              <a:t>اكتوبر</a:t>
            </a:r>
            <a:r>
              <a:rPr lang="ar-LY" sz="1100" dirty="0">
                <a:cs typeface="Tajawal" panose="00000500000000000000" pitchFamily="2" charset="-78"/>
              </a:rPr>
              <a:t> وكانت القيمة الاجمالية لهذه الطلبات </a:t>
            </a:r>
            <a:r>
              <a:rPr lang="ar-LY" sz="1100" b="1" dirty="0">
                <a:solidFill>
                  <a:srgbClr val="990099"/>
                </a:solidFill>
                <a:cs typeface="Tajawal" panose="00000500000000000000" pitchFamily="2" charset="-78"/>
              </a:rPr>
              <a:t>102,080</a:t>
            </a:r>
            <a:r>
              <a:rPr lang="ar-LY" sz="1100" dirty="0">
                <a:cs typeface="Tajawal" panose="00000500000000000000" pitchFamily="2" charset="-78"/>
              </a:rPr>
              <a:t> د.ل. </a:t>
            </a:r>
          </a:p>
        </p:txBody>
      </p:sp>
      <p:sp>
        <p:nvSpPr>
          <p:cNvPr id="4" name="Rectangle: Rounded Corners 3">
            <a:extLst>
              <a:ext uri="{FF2B5EF4-FFF2-40B4-BE49-F238E27FC236}">
                <a16:creationId xmlns:a16="http://schemas.microsoft.com/office/drawing/2014/main" id="{EF3C1065-9A8D-9ACE-FF1A-29D46326CEC7}"/>
              </a:ext>
            </a:extLst>
          </p:cNvPr>
          <p:cNvSpPr/>
          <p:nvPr/>
        </p:nvSpPr>
        <p:spPr>
          <a:xfrm>
            <a:off x="5381237" y="1031744"/>
            <a:ext cx="6427121" cy="1927356"/>
          </a:xfrm>
          <a:prstGeom prst="roundRect">
            <a:avLst>
              <a:gd name="adj" fmla="val 2727"/>
            </a:avLst>
          </a:prstGeom>
          <a:solidFill>
            <a:schemeClr val="bg1"/>
          </a:solidFill>
          <a:ln>
            <a:noFill/>
          </a:ln>
          <a:effectLst>
            <a:outerShdw blurRad="25400" dist="12700" dir="27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1">
              <a:lnSpc>
                <a:spcPct val="107000"/>
              </a:lnSpc>
              <a:spcAft>
                <a:spcPts val="800"/>
              </a:spcAft>
            </a:pPr>
            <a:r>
              <a:rPr lang="ar-SA" sz="1100" dirty="0">
                <a:solidFill>
                  <a:schemeClr val="tx1"/>
                </a:solidFill>
                <a:cs typeface="Tajawal" panose="00000500000000000000" pitchFamily="2" charset="-78"/>
              </a:rPr>
              <a:t>الشريحة الإلكترونية (</a:t>
            </a:r>
            <a:r>
              <a:rPr lang="en-US" sz="1100" dirty="0">
                <a:solidFill>
                  <a:schemeClr val="tx1"/>
                </a:solidFill>
                <a:cs typeface="Tajawal" panose="00000500000000000000" pitchFamily="2" charset="-78"/>
              </a:rPr>
              <a:t>eSIM</a:t>
            </a:r>
            <a:r>
              <a:rPr lang="ar-SA" sz="1100" dirty="0">
                <a:solidFill>
                  <a:schemeClr val="tx1"/>
                </a:solidFill>
                <a:cs typeface="Tajawal" panose="00000500000000000000" pitchFamily="2" charset="-78"/>
              </a:rPr>
              <a:t>) عبارة عن شريحة </a:t>
            </a:r>
            <a:r>
              <a:rPr lang="en-US" sz="1100" dirty="0">
                <a:solidFill>
                  <a:schemeClr val="tx1"/>
                </a:solidFill>
                <a:cs typeface="Tajawal" panose="00000500000000000000" pitchFamily="2" charset="-78"/>
              </a:rPr>
              <a:t>SIM</a:t>
            </a:r>
            <a:r>
              <a:rPr lang="ar-SA" sz="1100" dirty="0">
                <a:solidFill>
                  <a:schemeClr val="tx1"/>
                </a:solidFill>
                <a:cs typeface="Tajawal" panose="00000500000000000000" pitchFamily="2" charset="-78"/>
              </a:rPr>
              <a:t> رقمية قياسية تتيح لك تنشيط باقة خلوية من شركة الاتصالات بدون الحاجة لاستخدام شريحة </a:t>
            </a:r>
            <a:r>
              <a:rPr lang="en-US" sz="1100" dirty="0">
                <a:solidFill>
                  <a:schemeClr val="tx1"/>
                </a:solidFill>
                <a:cs typeface="Tajawal" panose="00000500000000000000" pitchFamily="2" charset="-78"/>
              </a:rPr>
              <a:t>SIM</a:t>
            </a:r>
            <a:r>
              <a:rPr lang="ar-SA" sz="1100" dirty="0">
                <a:solidFill>
                  <a:schemeClr val="tx1"/>
                </a:solidFill>
                <a:cs typeface="Tajawal" panose="00000500000000000000" pitchFamily="2" charset="-78"/>
              </a:rPr>
              <a:t> فعلية.</a:t>
            </a:r>
            <a:endParaRPr lang="ar-LY" sz="1100" dirty="0">
              <a:solidFill>
                <a:schemeClr val="tx1"/>
              </a:solidFill>
              <a:cs typeface="Tajawal" panose="00000500000000000000" pitchFamily="2" charset="-78"/>
            </a:endParaRPr>
          </a:p>
          <a:p>
            <a:pPr algn="r" rtl="1">
              <a:lnSpc>
                <a:spcPct val="107000"/>
              </a:lnSpc>
              <a:spcAft>
                <a:spcPts val="800"/>
              </a:spcAft>
            </a:pPr>
            <a:r>
              <a:rPr lang="ar-LY" sz="1100" dirty="0">
                <a:solidFill>
                  <a:schemeClr val="tx1"/>
                </a:solidFill>
                <a:cs typeface="Tajawal" panose="00000500000000000000" pitchFamily="2" charset="-78"/>
              </a:rPr>
              <a:t>حيث تم أطلاق الخدمة تجاريا بتاريخ 18/09/2022 حيث يستطيع المستخدم طلب </a:t>
            </a:r>
            <a:r>
              <a:rPr lang="ar-SA" sz="1100" dirty="0">
                <a:solidFill>
                  <a:schemeClr val="tx1"/>
                </a:solidFill>
                <a:cs typeface="Tajawal" panose="00000500000000000000" pitchFamily="2" charset="-78"/>
              </a:rPr>
              <a:t>الشريحة الإلكترونية (</a:t>
            </a:r>
            <a:r>
              <a:rPr lang="en-US" sz="1100" dirty="0">
                <a:solidFill>
                  <a:schemeClr val="tx1"/>
                </a:solidFill>
                <a:cs typeface="Tajawal" panose="00000500000000000000" pitchFamily="2" charset="-78"/>
              </a:rPr>
              <a:t>eSIM</a:t>
            </a:r>
            <a:r>
              <a:rPr lang="ar-SA" sz="1100" dirty="0">
                <a:solidFill>
                  <a:schemeClr val="tx1"/>
                </a:solidFill>
                <a:cs typeface="Tajawal" panose="00000500000000000000" pitchFamily="2" charset="-78"/>
              </a:rPr>
              <a:t>) </a:t>
            </a:r>
            <a:r>
              <a:rPr lang="ar-LY" sz="1100" dirty="0">
                <a:solidFill>
                  <a:schemeClr val="tx1"/>
                </a:solidFill>
                <a:cs typeface="Tajawal" panose="00000500000000000000" pitchFamily="2" charset="-78"/>
              </a:rPr>
              <a:t>اما عن طريق مراكز خدمات ليبيانا او عن طريق الموقع الالكتروني للشركة مباشرة والذي يعتبر قفزة نوعية في عمليات الاستفادة والتسهيل من خدمات الشركة دون الحاجة لذهاب الى مركز خدمات ليبيانا.</a:t>
            </a:r>
          </a:p>
        </p:txBody>
      </p:sp>
      <p:sp>
        <p:nvSpPr>
          <p:cNvPr id="6" name="Slide Number Placeholder 5">
            <a:extLst>
              <a:ext uri="{FF2B5EF4-FFF2-40B4-BE49-F238E27FC236}">
                <a16:creationId xmlns:a16="http://schemas.microsoft.com/office/drawing/2014/main" id="{0C0A171C-02F2-9DBF-4B21-E37900019B0C}"/>
              </a:ext>
            </a:extLst>
          </p:cNvPr>
          <p:cNvSpPr>
            <a:spLocks noGrp="1"/>
          </p:cNvSpPr>
          <p:nvPr>
            <p:ph type="sldNum" sz="quarter" idx="12"/>
          </p:nvPr>
        </p:nvSpPr>
        <p:spPr>
          <a:xfrm>
            <a:off x="838200" y="6356349"/>
            <a:ext cx="1610032" cy="365125"/>
          </a:xfrm>
        </p:spPr>
        <p:txBody>
          <a:bodyPr/>
          <a:lstStyle/>
          <a:p>
            <a:fld id="{12D7B28B-DC80-4E46-95D7-53BDE8C7F925}" type="slidenum">
              <a:rPr lang="en-US" smtClean="0"/>
              <a:t>22</a:t>
            </a:fld>
            <a:endParaRPr lang="en-US" dirty="0"/>
          </a:p>
        </p:txBody>
      </p:sp>
      <p:sp>
        <p:nvSpPr>
          <p:cNvPr id="11" name="Date Placeholder 3">
            <a:extLst>
              <a:ext uri="{FF2B5EF4-FFF2-40B4-BE49-F238E27FC236}">
                <a16:creationId xmlns:a16="http://schemas.microsoft.com/office/drawing/2014/main" id="{79137B6E-99DC-E6DD-1E9D-2FCE0F899747}"/>
              </a:ext>
            </a:extLst>
          </p:cNvPr>
          <p:cNvSpPr>
            <a:spLocks noGrp="1"/>
          </p:cNvSpPr>
          <p:nvPr>
            <p:ph type="dt" sz="half" idx="10"/>
          </p:nvPr>
        </p:nvSpPr>
        <p:spPr>
          <a:xfrm>
            <a:off x="8567198" y="6356347"/>
            <a:ext cx="1610032" cy="365125"/>
          </a:xfrm>
        </p:spPr>
        <p:txBody>
          <a:bodyPr/>
          <a:lstStyle/>
          <a:p>
            <a:fld id="{95A976C5-042F-4F2F-B0E6-E9296BA89F2F}" type="datetime4">
              <a:rPr lang="en-US" smtClean="0"/>
              <a:t>November 5, 2023</a:t>
            </a:fld>
            <a:endParaRPr lang="en-US" dirty="0"/>
          </a:p>
        </p:txBody>
      </p:sp>
    </p:spTree>
    <p:extLst>
      <p:ext uri="{BB962C8B-B14F-4D97-AF65-F5344CB8AC3E}">
        <p14:creationId xmlns:p14="http://schemas.microsoft.com/office/powerpoint/2010/main" val="216525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701041" y="3965806"/>
            <a:ext cx="2326278" cy="584775"/>
          </a:xfrm>
          <a:prstGeom prst="rect">
            <a:avLst/>
          </a:prstGeom>
          <a:noFill/>
        </p:spPr>
        <p:txBody>
          <a:bodyPr wrap="none" rtlCol="0">
            <a:spAutoFit/>
          </a:bodyPr>
          <a:lstStyle/>
          <a:p>
            <a:pPr algn="ctr" rtl="1"/>
            <a:r>
              <a:rPr lang="ar-LY" sz="3200">
                <a:solidFill>
                  <a:srgbClr val="95238D"/>
                </a:solidFill>
                <a:latin typeface="29LT Bukra Bold" panose="000B0903020204020204" pitchFamily="34" charset="-78"/>
                <a:cs typeface="29LT Bukra Bold" panose="000B0903020204020204" pitchFamily="34" charset="-78"/>
              </a:rPr>
              <a:t>شكرًا جزيلا</a:t>
            </a:r>
            <a:endParaRPr lang="en-US" sz="3200">
              <a:solidFill>
                <a:srgbClr val="95238D"/>
              </a:solidFill>
              <a:latin typeface="29LT Bukra Bold" panose="000B0903020204020204" pitchFamily="34" charset="-78"/>
              <a:cs typeface="29LT Bukra Bold" panose="000B0903020204020204" pitchFamily="34" charset="-78"/>
            </a:endParaRPr>
          </a:p>
        </p:txBody>
      </p:sp>
      <p:pic>
        <p:nvPicPr>
          <p:cNvPr id="7" name="Picture 6"/>
          <p:cNvPicPr>
            <a:picLocks noChangeAspect="1"/>
          </p:cNvPicPr>
          <p:nvPr/>
        </p:nvPicPr>
        <p:blipFill>
          <a:blip r:embed="rId2"/>
          <a:stretch>
            <a:fillRect/>
          </a:stretch>
        </p:blipFill>
        <p:spPr>
          <a:xfrm>
            <a:off x="5167347" y="1758557"/>
            <a:ext cx="1394439" cy="1798744"/>
          </a:xfrm>
          <a:prstGeom prst="rect">
            <a:avLst/>
          </a:prstGeom>
        </p:spPr>
      </p:pic>
    </p:spTree>
    <p:extLst>
      <p:ext uri="{BB962C8B-B14F-4D97-AF65-F5344CB8AC3E}">
        <p14:creationId xmlns:p14="http://schemas.microsoft.com/office/powerpoint/2010/main" val="16295401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Libyana Theme - Arabic">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ibyana">
      <a:majorFont>
        <a:latin typeface="Ubuntu Medium"/>
        <a:ea typeface=""/>
        <a:cs typeface="Tajawal ExtraBold"/>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byana Theme - Arabic" id="{A30F5B3D-8DA0-49D3-A19F-88B3ACB8E7EC}" vid="{A3A726E6-46DF-4994-9A48-CD1780A0700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d876807-08e4-4ece-a584-4046f924810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0CBD4A48948B94382222B983213E3C4" ma:contentTypeVersion="13" ma:contentTypeDescription="Create a new document." ma:contentTypeScope="" ma:versionID="22d45dfb57f64c1ed22777f7ebcd7abe">
  <xsd:schema xmlns:xsd="http://www.w3.org/2001/XMLSchema" xmlns:xs="http://www.w3.org/2001/XMLSchema" xmlns:p="http://schemas.microsoft.com/office/2006/metadata/properties" xmlns:ns3="cd876807-08e4-4ece-a584-4046f924810b" xmlns:ns4="a994614c-2930-47f0-a499-640d1b33e74a" targetNamespace="http://schemas.microsoft.com/office/2006/metadata/properties" ma:root="true" ma:fieldsID="c01314d6fe84c31f9d5caedd7918ed2c" ns3:_="" ns4:_="">
    <xsd:import namespace="cd876807-08e4-4ece-a584-4046f924810b"/>
    <xsd:import namespace="a994614c-2930-47f0-a499-640d1b33e74a"/>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LengthInSeconds" minOccurs="0"/>
                <xsd:element ref="ns3:_activity" minOccurs="0"/>
                <xsd:element ref="ns4:SharedWithUsers" minOccurs="0"/>
                <xsd:element ref="ns4:SharedWithDetails" minOccurs="0"/>
                <xsd:element ref="ns4:SharingHintHash"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876807-08e4-4ece-a584-4046f92481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_activity" ma:index="16"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94614c-2930-47f0-a499-640d1b33e74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339CD4-8447-440C-A808-8B25C137B010}">
  <ds:schemaRefs>
    <ds:schemaRef ds:uri="http://purl.org/dc/dcmitype/"/>
    <ds:schemaRef ds:uri="http://purl.org/dc/terms/"/>
    <ds:schemaRef ds:uri="http://schemas.microsoft.com/office/2006/documentManagement/types"/>
    <ds:schemaRef ds:uri="http://purl.org/dc/elements/1.1/"/>
    <ds:schemaRef ds:uri="http://schemas.openxmlformats.org/package/2006/metadata/core-properties"/>
    <ds:schemaRef ds:uri="http://www.w3.org/XML/1998/namespace"/>
    <ds:schemaRef ds:uri="a994614c-2930-47f0-a499-640d1b33e74a"/>
    <ds:schemaRef ds:uri="http://schemas.microsoft.com/office/2006/metadata/properties"/>
    <ds:schemaRef ds:uri="http://schemas.microsoft.com/office/infopath/2007/PartnerControls"/>
    <ds:schemaRef ds:uri="cd876807-08e4-4ece-a584-4046f924810b"/>
  </ds:schemaRefs>
</ds:datastoreItem>
</file>

<file path=customXml/itemProps2.xml><?xml version="1.0" encoding="utf-8"?>
<ds:datastoreItem xmlns:ds="http://schemas.openxmlformats.org/officeDocument/2006/customXml" ds:itemID="{ECCBF5EC-92C7-4E8C-9D8A-5E74879392E6}">
  <ds:schemaRefs>
    <ds:schemaRef ds:uri="http://schemas.microsoft.com/sharepoint/v3/contenttype/forms"/>
  </ds:schemaRefs>
</ds:datastoreItem>
</file>

<file path=customXml/itemProps3.xml><?xml version="1.0" encoding="utf-8"?>
<ds:datastoreItem xmlns:ds="http://schemas.openxmlformats.org/officeDocument/2006/customXml" ds:itemID="{5C7CCB29-9D73-46C9-AB38-867D9816F9E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876807-08e4-4ece-a584-4046f924810b"/>
    <ds:schemaRef ds:uri="a994614c-2930-47f0-a499-640d1b33e74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3522</TotalTime>
  <Words>2278</Words>
  <Application>Microsoft Office PowerPoint</Application>
  <PresentationFormat>Widescreen</PresentationFormat>
  <Paragraphs>398</Paragraphs>
  <Slides>23</Slides>
  <Notes>20</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9" baseType="lpstr">
      <vt:lpstr>29LT Bukra Bold</vt:lpstr>
      <vt:lpstr>29LT Bukra Light</vt:lpstr>
      <vt:lpstr>Arial</vt:lpstr>
      <vt:lpstr>Calibri</vt:lpstr>
      <vt:lpstr>Fira Sans</vt:lpstr>
      <vt:lpstr>Fira Sans Medium</vt:lpstr>
      <vt:lpstr>Montserrat</vt:lpstr>
      <vt:lpstr>Montserrat Medium</vt:lpstr>
      <vt:lpstr>Montserrat SemiBold</vt:lpstr>
      <vt:lpstr>Montserrat Thin</vt:lpstr>
      <vt:lpstr>Tajawal</vt:lpstr>
      <vt:lpstr>Tajawal ExtraBold</vt:lpstr>
      <vt:lpstr>Tajawal Medium</vt:lpstr>
      <vt:lpstr>Ubuntu Medium</vt:lpstr>
      <vt:lpstr>Libyana Theme - Arabic</vt:lpstr>
      <vt:lpstr>think-cell Slide</vt:lpstr>
      <vt:lpstr>PowerPoint Presentation</vt:lpstr>
      <vt:lpstr>ملخص</vt:lpstr>
      <vt:lpstr>PowerPoint Presentation</vt:lpstr>
      <vt:lpstr>PowerPoint Presentation</vt:lpstr>
      <vt:lpstr>PowerPoint Presentation</vt:lpstr>
      <vt:lpstr>المؤشرات العامة </vt:lpstr>
      <vt:lpstr>المشتركين الفعليين</vt:lpstr>
      <vt:lpstr>شرائح المستخدمين وفق معدل الاستخدام الشهري</vt:lpstr>
      <vt:lpstr>الإيرادات الشهرية للاستخدام</vt:lpstr>
      <vt:lpstr>الإيرادات الشهرية حسب توزيع الجغرافي للمناطق</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خدمة سلفني</vt:lpstr>
      <vt:lpstr>الخدمات إضافية</vt:lpstr>
      <vt:lpstr>منتج فتلكها</vt:lpstr>
      <vt:lpstr>الشريحة الالكترونية eSIM</vt:lpstr>
      <vt:lpstr>PowerPoint Presentation</vt:lpstr>
    </vt:vector>
  </TitlesOfParts>
  <Company>Libyana Mobile Phone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الحملة الترويجية</dc:title>
  <dc:creator>TAHA A.. BERAAM</dc:creator>
  <cp:lastModifiedBy>Taha A. Beraam</cp:lastModifiedBy>
  <cp:revision>30</cp:revision>
  <cp:lastPrinted>2022-03-03T09:43:05Z</cp:lastPrinted>
  <dcterms:created xsi:type="dcterms:W3CDTF">2021-03-01T20:33:33Z</dcterms:created>
  <dcterms:modified xsi:type="dcterms:W3CDTF">2023-11-05T08:04:22Z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0x01010010CBD4A48948B94382222B983213E3C4</vt:lpwstr>
  </property>
</Properties>
</file>